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1"/>
  </p:notesMasterIdLst>
  <p:handoutMasterIdLst>
    <p:handoutMasterId r:id="rId42"/>
  </p:handoutMasterIdLst>
  <p:sldIdLst>
    <p:sldId id="256" r:id="rId2"/>
    <p:sldId id="328" r:id="rId3"/>
    <p:sldId id="338" r:id="rId4"/>
    <p:sldId id="339" r:id="rId5"/>
    <p:sldId id="340" r:id="rId6"/>
    <p:sldId id="341" r:id="rId7"/>
    <p:sldId id="342" r:id="rId8"/>
    <p:sldId id="346" r:id="rId9"/>
    <p:sldId id="347" r:id="rId10"/>
    <p:sldId id="327" r:id="rId11"/>
    <p:sldId id="348" r:id="rId12"/>
    <p:sldId id="349" r:id="rId13"/>
    <p:sldId id="350" r:id="rId14"/>
    <p:sldId id="351" r:id="rId15"/>
    <p:sldId id="352" r:id="rId16"/>
    <p:sldId id="353" r:id="rId17"/>
    <p:sldId id="354" r:id="rId18"/>
    <p:sldId id="355" r:id="rId19"/>
    <p:sldId id="356" r:id="rId20"/>
    <p:sldId id="357" r:id="rId21"/>
    <p:sldId id="358" r:id="rId22"/>
    <p:sldId id="359" r:id="rId23"/>
    <p:sldId id="360" r:id="rId24"/>
    <p:sldId id="361" r:id="rId25"/>
    <p:sldId id="362" r:id="rId26"/>
    <p:sldId id="363" r:id="rId27"/>
    <p:sldId id="364" r:id="rId28"/>
    <p:sldId id="365" r:id="rId29"/>
    <p:sldId id="366" r:id="rId30"/>
    <p:sldId id="367" r:id="rId31"/>
    <p:sldId id="368" r:id="rId32"/>
    <p:sldId id="369" r:id="rId33"/>
    <p:sldId id="370" r:id="rId34"/>
    <p:sldId id="371" r:id="rId35"/>
    <p:sldId id="372" r:id="rId36"/>
    <p:sldId id="337" r:id="rId37"/>
    <p:sldId id="343" r:id="rId38"/>
    <p:sldId id="344" r:id="rId39"/>
    <p:sldId id="34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8E951A1-703D-4877-B09E-0B30FBD50FEB}">
          <p14:sldIdLst>
            <p14:sldId id="256"/>
            <p14:sldId id="328"/>
            <p14:sldId id="338"/>
          </p14:sldIdLst>
        </p14:section>
        <p14:section name="rule-based" id="{C209359C-2C1D-4568-A910-662ADCCFFD17}">
          <p14:sldIdLst>
            <p14:sldId id="339"/>
          </p14:sldIdLst>
        </p14:section>
        <p14:section name="stats: nb" id="{6383C463-C821-4F9C-B509-F9C23214325D}">
          <p14:sldIdLst>
            <p14:sldId id="340"/>
            <p14:sldId id="341"/>
            <p14:sldId id="342"/>
            <p14:sldId id="346"/>
            <p14:sldId id="347"/>
            <p14:sldId id="327"/>
            <p14:sldId id="348"/>
            <p14:sldId id="349"/>
          </p14:sldIdLst>
        </p14:section>
        <p14:section name="stats:lr" id="{6913EC05-FBDA-4C1A-A20B-A8BAEEF43EDF}">
          <p14:sldIdLst>
            <p14:sldId id="350"/>
            <p14:sldId id="351"/>
            <p14:sldId id="352"/>
            <p14:sldId id="353"/>
            <p14:sldId id="354"/>
          </p14:sldIdLst>
        </p14:section>
        <p14:section name="stats: nn" id="{91C78FF1-8735-4AC9-982A-C8663CEAAA95}">
          <p14:sldIdLst>
            <p14:sldId id="355"/>
            <p14:sldId id="356"/>
            <p14:sldId id="357"/>
            <p14:sldId id="358"/>
            <p14:sldId id="359"/>
            <p14:sldId id="360"/>
            <p14:sldId id="361"/>
            <p14:sldId id="362"/>
            <p14:sldId id="363"/>
            <p14:sldId id="364"/>
            <p14:sldId id="365"/>
            <p14:sldId id="366"/>
            <p14:sldId id="367"/>
            <p14:sldId id="368"/>
            <p14:sldId id="369"/>
            <p14:sldId id="370"/>
            <p14:sldId id="371"/>
            <p14:sldId id="372"/>
            <p14:sldId id="337"/>
            <p14:sldId id="343"/>
            <p14:sldId id="344"/>
            <p14:sldId id="3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AEDAA93-CCF2-59E0-757F-EC741AC82C89}" name="Freda Shi" initials="FS" userId="e68c2e0bbb2f64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70C0"/>
    <a:srgbClr val="0505FF"/>
    <a:srgbClr val="980000"/>
    <a:srgbClr val="E6935D"/>
    <a:srgbClr val="E7EAED"/>
    <a:srgbClr val="CCE2F2"/>
    <a:srgbClr val="7A9E68"/>
    <a:srgbClr val="B78E73"/>
    <a:srgbClr val="64523F"/>
    <a:srgbClr val="3F5A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007B4B-0600-421E-B25F-7CFCF849FEAD}" v="4562" dt="2026-01-14T07:32:32.7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693" autoAdjust="0"/>
    <p:restoredTop sz="78166" autoAdjust="0"/>
  </p:normalViewPr>
  <p:slideViewPr>
    <p:cSldViewPr snapToGrid="0">
      <p:cViewPr varScale="1">
        <p:scale>
          <a:sx n="129" d="100"/>
          <a:sy n="129" d="100"/>
        </p:scale>
        <p:origin x="372" y="12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25" d="100"/>
          <a:sy n="125" d="100"/>
        </p:scale>
        <p:origin x="4932"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eda Shi" userId="e3bafef1-15f2-4eeb-acbe-fa674bab7991" providerId="ADAL" clId="{9555FC65-5A8C-4EE8-9D5B-8283D7A0923C}"/>
    <pc:docChg chg="undo redo custSel addSld delSld modSld sldOrd modMainMaster addSection delSection modSection">
      <pc:chgData name="Freda Shi" userId="e3bafef1-15f2-4eeb-acbe-fa674bab7991" providerId="ADAL" clId="{9555FC65-5A8C-4EE8-9D5B-8283D7A0923C}" dt="2026-01-14T07:33:04.163" v="37624" actId="20577"/>
      <pc:docMkLst>
        <pc:docMk/>
      </pc:docMkLst>
      <pc:sldChg chg="delSp modSp mod">
        <pc:chgData name="Freda Shi" userId="e3bafef1-15f2-4eeb-acbe-fa674bab7991" providerId="ADAL" clId="{9555FC65-5A8C-4EE8-9D5B-8283D7A0923C}" dt="2026-01-14T07:33:04.163" v="37624" actId="20577"/>
        <pc:sldMkLst>
          <pc:docMk/>
          <pc:sldMk cId="228913878" sldId="256"/>
        </pc:sldMkLst>
        <pc:spChg chg="mod">
          <ac:chgData name="Freda Shi" userId="e3bafef1-15f2-4eeb-acbe-fa674bab7991" providerId="ADAL" clId="{9555FC65-5A8C-4EE8-9D5B-8283D7A0923C}" dt="2026-01-14T04:06:35.508" v="30262" actId="20577"/>
          <ac:spMkLst>
            <pc:docMk/>
            <pc:sldMk cId="228913878" sldId="256"/>
            <ac:spMk id="4" creationId="{DA47CF05-BE52-90FA-5147-DA56FCE560BA}"/>
          </ac:spMkLst>
        </pc:spChg>
        <pc:spChg chg="mod">
          <ac:chgData name="Freda Shi" userId="e3bafef1-15f2-4eeb-acbe-fa674bab7991" providerId="ADAL" clId="{9555FC65-5A8C-4EE8-9D5B-8283D7A0923C}" dt="2026-01-14T07:33:04.163" v="37624" actId="20577"/>
          <ac:spMkLst>
            <pc:docMk/>
            <pc:sldMk cId="228913878" sldId="256"/>
            <ac:spMk id="9" creationId="{28B5EE4A-907F-5295-FED3-0CC20CF8B67E}"/>
          </ac:spMkLst>
        </pc:spChg>
        <pc:picChg chg="mod topLvl">
          <ac:chgData name="Freda Shi" userId="e3bafef1-15f2-4eeb-acbe-fa674bab7991" providerId="ADAL" clId="{9555FC65-5A8C-4EE8-9D5B-8283D7A0923C}" dt="2025-12-17T05:09:26.653" v="0" actId="165"/>
          <ac:picMkLst>
            <pc:docMk/>
            <pc:sldMk cId="228913878" sldId="256"/>
            <ac:picMk id="6" creationId="{B9D75A6F-5017-1386-DB7C-FF6230794E65}"/>
          </ac:picMkLst>
        </pc:picChg>
      </pc:sldChg>
      <pc:sldChg chg="delSp modSp add del mod ord">
        <pc:chgData name="Freda Shi" userId="e3bafef1-15f2-4eeb-acbe-fa674bab7991" providerId="ADAL" clId="{9555FC65-5A8C-4EE8-9D5B-8283D7A0923C}" dt="2026-01-14T04:07:22.491" v="30298" actId="47"/>
        <pc:sldMkLst>
          <pc:docMk/>
          <pc:sldMk cId="1532387429" sldId="263"/>
        </pc:sldMkLst>
      </pc:sldChg>
      <pc:sldChg chg="addSp delSp modSp add mod">
        <pc:chgData name="Freda Shi" userId="e3bafef1-15f2-4eeb-acbe-fa674bab7991" providerId="ADAL" clId="{9555FC65-5A8C-4EE8-9D5B-8283D7A0923C}" dt="2026-01-14T05:29:33.407" v="32533" actId="20577"/>
        <pc:sldMkLst>
          <pc:docMk/>
          <pc:sldMk cId="2268263022" sldId="327"/>
        </pc:sldMkLst>
        <pc:spChg chg="del">
          <ac:chgData name="Freda Shi" userId="e3bafef1-15f2-4eeb-acbe-fa674bab7991" providerId="ADAL" clId="{9555FC65-5A8C-4EE8-9D5B-8283D7A0923C}" dt="2026-01-14T05:29:23.705" v="32498" actId="478"/>
          <ac:spMkLst>
            <pc:docMk/>
            <pc:sldMk cId="2268263022" sldId="327"/>
            <ac:spMk id="2" creationId="{000D9611-4459-BBB1-666F-D0F8A009E510}"/>
          </ac:spMkLst>
        </pc:spChg>
        <pc:spChg chg="add mod">
          <ac:chgData name="Freda Shi" userId="e3bafef1-15f2-4eeb-acbe-fa674bab7991" providerId="ADAL" clId="{9555FC65-5A8C-4EE8-9D5B-8283D7A0923C}" dt="2026-01-14T05:29:33.407" v="32533" actId="20577"/>
          <ac:spMkLst>
            <pc:docMk/>
            <pc:sldMk cId="2268263022" sldId="327"/>
            <ac:spMk id="4" creationId="{8DD61742-0615-C82A-0350-8B14470DA987}"/>
          </ac:spMkLst>
        </pc:spChg>
        <pc:spChg chg="mod">
          <ac:chgData name="Freda Shi" userId="e3bafef1-15f2-4eeb-acbe-fa674bab7991" providerId="ADAL" clId="{9555FC65-5A8C-4EE8-9D5B-8283D7A0923C}" dt="2026-01-14T05:29:17.893" v="32497" actId="27636"/>
          <ac:spMkLst>
            <pc:docMk/>
            <pc:sldMk cId="2268263022" sldId="327"/>
            <ac:spMk id="9" creationId="{DEA3A1E2-D5A2-8E22-ADB2-E66F21E30556}"/>
          </ac:spMkLst>
        </pc:spChg>
      </pc:sldChg>
      <pc:sldChg chg="addSp delSp modSp new mod addAnim delAnim modAnim">
        <pc:chgData name="Freda Shi" userId="e3bafef1-15f2-4eeb-acbe-fa674bab7991" providerId="ADAL" clId="{9555FC65-5A8C-4EE8-9D5B-8283D7A0923C}" dt="2026-01-14T05:41:11.479" v="33158"/>
        <pc:sldMkLst>
          <pc:docMk/>
          <pc:sldMk cId="1377964124" sldId="328"/>
        </pc:sldMkLst>
        <pc:spChg chg="mod">
          <ac:chgData name="Freda Shi" userId="e3bafef1-15f2-4eeb-acbe-fa674bab7991" providerId="ADAL" clId="{9555FC65-5A8C-4EE8-9D5B-8283D7A0923C}" dt="2026-01-14T04:32:55.401" v="30360" actId="20577"/>
          <ac:spMkLst>
            <pc:docMk/>
            <pc:sldMk cId="1377964124" sldId="328"/>
            <ac:spMk id="2" creationId="{31681EA2-5EFB-3751-EBD2-228BC9A47348}"/>
          </ac:spMkLst>
        </pc:spChg>
        <pc:spChg chg="add mod">
          <ac:chgData name="Freda Shi" userId="e3bafef1-15f2-4eeb-acbe-fa674bab7991" providerId="ADAL" clId="{9555FC65-5A8C-4EE8-9D5B-8283D7A0923C}" dt="2026-01-14T04:33:09.268" v="30364"/>
          <ac:spMkLst>
            <pc:docMk/>
            <pc:sldMk cId="1377964124" sldId="328"/>
            <ac:spMk id="6" creationId="{5A922851-1441-D34F-B3D9-F1C02D2EF424}"/>
          </ac:spMkLst>
        </pc:spChg>
        <pc:spChg chg="add mod">
          <ac:chgData name="Freda Shi" userId="e3bafef1-15f2-4eeb-acbe-fa674bab7991" providerId="ADAL" clId="{9555FC65-5A8C-4EE8-9D5B-8283D7A0923C}" dt="2026-01-14T04:33:47.538" v="30429" actId="1035"/>
          <ac:spMkLst>
            <pc:docMk/>
            <pc:sldMk cId="1377964124" sldId="328"/>
            <ac:spMk id="7" creationId="{70476E52-482C-6335-CA45-A26779472888}"/>
          </ac:spMkLst>
        </pc:spChg>
        <pc:spChg chg="add mod">
          <ac:chgData name="Freda Shi" userId="e3bafef1-15f2-4eeb-acbe-fa674bab7991" providerId="ADAL" clId="{9555FC65-5A8C-4EE8-9D5B-8283D7A0923C}" dt="2026-01-14T04:33:47.538" v="30429" actId="1035"/>
          <ac:spMkLst>
            <pc:docMk/>
            <pc:sldMk cId="1377964124" sldId="328"/>
            <ac:spMk id="9" creationId="{7AEED6CA-B2CC-16E3-1B74-CF35212A33D5}"/>
          </ac:spMkLst>
        </pc:spChg>
        <pc:spChg chg="add mod">
          <ac:chgData name="Freda Shi" userId="e3bafef1-15f2-4eeb-acbe-fa674bab7991" providerId="ADAL" clId="{9555FC65-5A8C-4EE8-9D5B-8283D7A0923C}" dt="2026-01-14T04:33:47.538" v="30429" actId="1035"/>
          <ac:spMkLst>
            <pc:docMk/>
            <pc:sldMk cId="1377964124" sldId="328"/>
            <ac:spMk id="11" creationId="{336747FA-E1E5-DE71-D0E7-250435194C78}"/>
          </ac:spMkLst>
        </pc:spChg>
        <pc:spChg chg="add del mod">
          <ac:chgData name="Freda Shi" userId="e3bafef1-15f2-4eeb-acbe-fa674bab7991" providerId="ADAL" clId="{9555FC65-5A8C-4EE8-9D5B-8283D7A0923C}" dt="2026-01-14T04:33:20.600" v="30406" actId="20577"/>
          <ac:spMkLst>
            <pc:docMk/>
            <pc:sldMk cId="1377964124" sldId="328"/>
            <ac:spMk id="18" creationId="{75BD4E0C-71AC-7D2C-F7F4-8DD8C2BB5470}"/>
          </ac:spMkLst>
        </pc:spChg>
        <pc:grpChg chg="add del mod topLvl">
          <ac:chgData name="Freda Shi" userId="e3bafef1-15f2-4eeb-acbe-fa674bab7991" providerId="ADAL" clId="{9555FC65-5A8C-4EE8-9D5B-8283D7A0923C}" dt="2026-01-14T04:07:33.080" v="30299" actId="478"/>
          <ac:grpSpMkLst>
            <pc:docMk/>
            <pc:sldMk cId="1377964124" sldId="328"/>
            <ac:grpSpMk id="28" creationId="{A3EDCD4F-6FF3-2286-1177-28D99B7A5865}"/>
          </ac:grpSpMkLst>
        </pc:grpChg>
        <pc:grpChg chg="add del mod topLvl">
          <ac:chgData name="Freda Shi" userId="e3bafef1-15f2-4eeb-acbe-fa674bab7991" providerId="ADAL" clId="{9555FC65-5A8C-4EE8-9D5B-8283D7A0923C}" dt="2026-01-14T04:07:33.080" v="30299" actId="478"/>
          <ac:grpSpMkLst>
            <pc:docMk/>
            <pc:sldMk cId="1377964124" sldId="328"/>
            <ac:grpSpMk id="30" creationId="{A674F650-018E-0BA3-A9CA-88B45EAD6EC6}"/>
          </ac:grpSpMkLst>
        </pc:grpChg>
        <pc:picChg chg="add mod">
          <ac:chgData name="Freda Shi" userId="e3bafef1-15f2-4eeb-acbe-fa674bab7991" providerId="ADAL" clId="{9555FC65-5A8C-4EE8-9D5B-8283D7A0923C}" dt="2026-01-14T04:33:10.235" v="30365"/>
          <ac:picMkLst>
            <pc:docMk/>
            <pc:sldMk cId="1377964124" sldId="328"/>
            <ac:picMk id="3" creationId="{CE18A778-A4B8-D37F-3516-562D84B775D1}"/>
          </ac:picMkLst>
        </pc:picChg>
        <pc:picChg chg="add mod">
          <ac:chgData name="Freda Shi" userId="e3bafef1-15f2-4eeb-acbe-fa674bab7991" providerId="ADAL" clId="{9555FC65-5A8C-4EE8-9D5B-8283D7A0923C}" dt="2026-01-14T04:33:10.235" v="30365"/>
          <ac:picMkLst>
            <pc:docMk/>
            <pc:sldMk cId="1377964124" sldId="328"/>
            <ac:picMk id="5" creationId="{AB971138-A274-73DC-ED28-CD6B35AA4D14}"/>
          </ac:picMkLst>
        </pc:picChg>
        <pc:picChg chg="add mod">
          <ac:chgData name="Freda Shi" userId="e3bafef1-15f2-4eeb-acbe-fa674bab7991" providerId="ADAL" clId="{9555FC65-5A8C-4EE8-9D5B-8283D7A0923C}" dt="2026-01-14T04:33:41.693" v="30412" actId="1076"/>
          <ac:picMkLst>
            <pc:docMk/>
            <pc:sldMk cId="1377964124" sldId="328"/>
            <ac:picMk id="12" creationId="{687779D6-C495-4288-057F-3E47E888D429}"/>
          </ac:picMkLst>
        </pc:picChg>
        <pc:picChg chg="add mod">
          <ac:chgData name="Freda Shi" userId="e3bafef1-15f2-4eeb-acbe-fa674bab7991" providerId="ADAL" clId="{9555FC65-5A8C-4EE8-9D5B-8283D7A0923C}" dt="2026-01-14T04:33:41.693" v="30412" actId="1076"/>
          <ac:picMkLst>
            <pc:docMk/>
            <pc:sldMk cId="1377964124" sldId="328"/>
            <ac:picMk id="13" creationId="{85BE0C19-EEFB-2177-A38D-2FE7BC8C1E4B}"/>
          </ac:picMkLst>
        </pc:picChg>
        <pc:picChg chg="add del mod topLvl">
          <ac:chgData name="Freda Shi" userId="e3bafef1-15f2-4eeb-acbe-fa674bab7991" providerId="ADAL" clId="{9555FC65-5A8C-4EE8-9D5B-8283D7A0923C}" dt="2026-01-14T04:07:33.080" v="30299" actId="478"/>
          <ac:picMkLst>
            <pc:docMk/>
            <pc:sldMk cId="1377964124" sldId="328"/>
            <ac:picMk id="26" creationId="{2C14BE7C-2D1E-E394-BC48-A0C2E3924541}"/>
          </ac:picMkLst>
        </pc:picChg>
        <pc:cxnChg chg="add mod">
          <ac:chgData name="Freda Shi" userId="e3bafef1-15f2-4eeb-acbe-fa674bab7991" providerId="ADAL" clId="{9555FC65-5A8C-4EE8-9D5B-8283D7A0923C}" dt="2026-01-14T04:33:47.538" v="30429" actId="1035"/>
          <ac:cxnSpMkLst>
            <pc:docMk/>
            <pc:sldMk cId="1377964124" sldId="328"/>
            <ac:cxnSpMk id="8" creationId="{DEA4366C-E589-1DF5-6788-C956D2BCD14A}"/>
          </ac:cxnSpMkLst>
        </pc:cxnChg>
        <pc:cxnChg chg="add mod">
          <ac:chgData name="Freda Shi" userId="e3bafef1-15f2-4eeb-acbe-fa674bab7991" providerId="ADAL" clId="{9555FC65-5A8C-4EE8-9D5B-8283D7A0923C}" dt="2026-01-14T04:33:47.538" v="30429" actId="1035"/>
          <ac:cxnSpMkLst>
            <pc:docMk/>
            <pc:sldMk cId="1377964124" sldId="328"/>
            <ac:cxnSpMk id="10" creationId="{3649BAF3-6B5F-59CF-F138-6AD892DDE352}"/>
          </ac:cxnSpMkLst>
        </pc:cxnChg>
      </pc:sldChg>
      <pc:sldChg chg="addSp delSp modSp new mod ord delAnim modAnim">
        <pc:chgData name="Freda Shi" userId="e3bafef1-15f2-4eeb-acbe-fa674bab7991" providerId="ADAL" clId="{9555FC65-5A8C-4EE8-9D5B-8283D7A0923C}" dt="2026-01-14T07:32:54.775" v="37622" actId="20577"/>
        <pc:sldMkLst>
          <pc:docMk/>
          <pc:sldMk cId="3057843762" sldId="337"/>
        </pc:sldMkLst>
        <pc:spChg chg="mod">
          <ac:chgData name="Freda Shi" userId="e3bafef1-15f2-4eeb-acbe-fa674bab7991" providerId="ADAL" clId="{9555FC65-5A8C-4EE8-9D5B-8283D7A0923C}" dt="2026-01-06T06:29:00.475" v="18565" actId="20577"/>
          <ac:spMkLst>
            <pc:docMk/>
            <pc:sldMk cId="3057843762" sldId="337"/>
            <ac:spMk id="2" creationId="{47ED029D-F141-038C-72AF-4FACCD7F598D}"/>
          </ac:spMkLst>
        </pc:spChg>
        <pc:spChg chg="mod">
          <ac:chgData name="Freda Shi" userId="e3bafef1-15f2-4eeb-acbe-fa674bab7991" providerId="ADAL" clId="{9555FC65-5A8C-4EE8-9D5B-8283D7A0923C}" dt="2026-01-14T07:32:54.775" v="37622" actId="20577"/>
          <ac:spMkLst>
            <pc:docMk/>
            <pc:sldMk cId="3057843762" sldId="337"/>
            <ac:spMk id="3" creationId="{B9DD01CE-A73B-8F0C-9DB5-0C9562549703}"/>
          </ac:spMkLst>
        </pc:spChg>
        <pc:grpChg chg="add del mod">
          <ac:chgData name="Freda Shi" userId="e3bafef1-15f2-4eeb-acbe-fa674bab7991" providerId="ADAL" clId="{9555FC65-5A8C-4EE8-9D5B-8283D7A0923C}" dt="2026-01-14T04:08:00.393" v="30301" actId="478"/>
          <ac:grpSpMkLst>
            <pc:docMk/>
            <pc:sldMk cId="3057843762" sldId="337"/>
            <ac:grpSpMk id="9" creationId="{A153D28D-1358-90CA-8C88-CD3DCDD162ED}"/>
          </ac:grpSpMkLst>
        </pc:grpChg>
      </pc:sldChg>
      <pc:sldChg chg="addSp delSp modSp new mod">
        <pc:chgData name="Freda Shi" userId="e3bafef1-15f2-4eeb-acbe-fa674bab7991" providerId="ADAL" clId="{9555FC65-5A8C-4EE8-9D5B-8283D7A0923C}" dt="2026-01-14T05:07:54.865" v="31431" actId="478"/>
        <pc:sldMkLst>
          <pc:docMk/>
          <pc:sldMk cId="2173740143" sldId="338"/>
        </pc:sldMkLst>
        <pc:spChg chg="mod">
          <ac:chgData name="Freda Shi" userId="e3bafef1-15f2-4eeb-acbe-fa674bab7991" providerId="ADAL" clId="{9555FC65-5A8C-4EE8-9D5B-8283D7A0923C}" dt="2026-01-14T04:34:21.922" v="30472" actId="20577"/>
          <ac:spMkLst>
            <pc:docMk/>
            <pc:sldMk cId="2173740143" sldId="338"/>
            <ac:spMk id="2" creationId="{44F838D4-5E27-7CCD-1338-CB59AA83CE54}"/>
          </ac:spMkLst>
        </pc:spChg>
        <pc:spChg chg="mod">
          <ac:chgData name="Freda Shi" userId="e3bafef1-15f2-4eeb-acbe-fa674bab7991" providerId="ADAL" clId="{9555FC65-5A8C-4EE8-9D5B-8283D7A0923C}" dt="2026-01-14T04:36:48.354" v="30664" actId="20577"/>
          <ac:spMkLst>
            <pc:docMk/>
            <pc:sldMk cId="2173740143" sldId="338"/>
            <ac:spMk id="3" creationId="{A17BFF6F-389B-01BF-8533-712EFD660348}"/>
          </ac:spMkLst>
        </pc:spChg>
        <pc:picChg chg="add del mod modCrop">
          <ac:chgData name="Freda Shi" userId="e3bafef1-15f2-4eeb-acbe-fa674bab7991" providerId="ADAL" clId="{9555FC65-5A8C-4EE8-9D5B-8283D7A0923C}" dt="2026-01-14T05:07:54.865" v="31431" actId="478"/>
          <ac:picMkLst>
            <pc:docMk/>
            <pc:sldMk cId="2173740143" sldId="338"/>
            <ac:picMk id="5" creationId="{1388B2D9-BC70-9331-392D-223982FAB093}"/>
          </ac:picMkLst>
        </pc:picChg>
        <pc:picChg chg="add del mod">
          <ac:chgData name="Freda Shi" userId="e3bafef1-15f2-4eeb-acbe-fa674bab7991" providerId="ADAL" clId="{9555FC65-5A8C-4EE8-9D5B-8283D7A0923C}" dt="2026-01-14T05:07:54.865" v="31431" actId="478"/>
          <ac:picMkLst>
            <pc:docMk/>
            <pc:sldMk cId="2173740143" sldId="338"/>
            <ac:picMk id="6" creationId="{D4840CBF-DFB9-AA1B-A59C-B49F707966DD}"/>
          </ac:picMkLst>
        </pc:picChg>
        <pc:picChg chg="add">
          <ac:chgData name="Freda Shi" userId="e3bafef1-15f2-4eeb-acbe-fa674bab7991" providerId="ADAL" clId="{9555FC65-5A8C-4EE8-9D5B-8283D7A0923C}" dt="2026-01-14T04:37:14.998" v="30669"/>
          <ac:picMkLst>
            <pc:docMk/>
            <pc:sldMk cId="2173740143" sldId="338"/>
            <ac:picMk id="7" creationId="{0124A611-4FE8-B885-0A83-631B9AB000BD}"/>
          </ac:picMkLst>
        </pc:picChg>
        <pc:picChg chg="add del mod modCrop">
          <ac:chgData name="Freda Shi" userId="e3bafef1-15f2-4eeb-acbe-fa674bab7991" providerId="ADAL" clId="{9555FC65-5A8C-4EE8-9D5B-8283D7A0923C}" dt="2026-01-14T05:07:54.865" v="31431" actId="478"/>
          <ac:picMkLst>
            <pc:docMk/>
            <pc:sldMk cId="2173740143" sldId="338"/>
            <ac:picMk id="8" creationId="{309DDEC4-51DF-0630-57ED-04A9AA5B4D3B}"/>
          </ac:picMkLst>
        </pc:picChg>
      </pc:sldChg>
      <pc:sldChg chg="add del modAnim">
        <pc:chgData name="Freda Shi" userId="e3bafef1-15f2-4eeb-acbe-fa674bab7991" providerId="ADAL" clId="{9555FC65-5A8C-4EE8-9D5B-8283D7A0923C}" dt="2026-01-14T04:07:22.491" v="30298" actId="47"/>
        <pc:sldMkLst>
          <pc:docMk/>
          <pc:sldMk cId="3424209684" sldId="338"/>
        </pc:sldMkLst>
      </pc:sldChg>
      <pc:sldChg chg="addSp modSp new mod modAnim">
        <pc:chgData name="Freda Shi" userId="e3bafef1-15f2-4eeb-acbe-fa674bab7991" providerId="ADAL" clId="{9555FC65-5A8C-4EE8-9D5B-8283D7A0923C}" dt="2026-01-14T04:39:56.283" v="30815"/>
        <pc:sldMkLst>
          <pc:docMk/>
          <pc:sldMk cId="191915072" sldId="339"/>
        </pc:sldMkLst>
        <pc:spChg chg="mod">
          <ac:chgData name="Freda Shi" userId="e3bafef1-15f2-4eeb-acbe-fa674bab7991" providerId="ADAL" clId="{9555FC65-5A8C-4EE8-9D5B-8283D7A0923C}" dt="2026-01-14T04:38:22.254" v="30721" actId="20577"/>
          <ac:spMkLst>
            <pc:docMk/>
            <pc:sldMk cId="191915072" sldId="339"/>
            <ac:spMk id="2" creationId="{F18816BA-2D0C-E034-FC8F-490ADEBED973}"/>
          </ac:spMkLst>
        </pc:spChg>
        <pc:spChg chg="mod">
          <ac:chgData name="Freda Shi" userId="e3bafef1-15f2-4eeb-acbe-fa674bab7991" providerId="ADAL" clId="{9555FC65-5A8C-4EE8-9D5B-8283D7A0923C}" dt="2026-01-14T04:39:08.735" v="30803" actId="20577"/>
          <ac:spMkLst>
            <pc:docMk/>
            <pc:sldMk cId="191915072" sldId="339"/>
            <ac:spMk id="3" creationId="{070C23BD-5FD9-41C5-98BC-17FCE7845B53}"/>
          </ac:spMkLst>
        </pc:spChg>
        <pc:spChg chg="mod">
          <ac:chgData name="Freda Shi" userId="e3bafef1-15f2-4eeb-acbe-fa674bab7991" providerId="ADAL" clId="{9555FC65-5A8C-4EE8-9D5B-8283D7A0923C}" dt="2026-01-14T04:39:30.091" v="30806" actId="255"/>
          <ac:spMkLst>
            <pc:docMk/>
            <pc:sldMk cId="191915072" sldId="339"/>
            <ac:spMk id="7" creationId="{8A4D74C9-A37D-C6E6-B0E6-F79B69961650}"/>
          </ac:spMkLst>
        </pc:spChg>
        <pc:spChg chg="mod">
          <ac:chgData name="Freda Shi" userId="e3bafef1-15f2-4eeb-acbe-fa674bab7991" providerId="ADAL" clId="{9555FC65-5A8C-4EE8-9D5B-8283D7A0923C}" dt="2026-01-14T04:39:30.091" v="30806" actId="255"/>
          <ac:spMkLst>
            <pc:docMk/>
            <pc:sldMk cId="191915072" sldId="339"/>
            <ac:spMk id="10" creationId="{10EAEC3F-731D-451B-A9C1-ED9B68ACD484}"/>
          </ac:spMkLst>
        </pc:spChg>
        <pc:spChg chg="mod">
          <ac:chgData name="Freda Shi" userId="e3bafef1-15f2-4eeb-acbe-fa674bab7991" providerId="ADAL" clId="{9555FC65-5A8C-4EE8-9D5B-8283D7A0923C}" dt="2026-01-14T04:39:30.091" v="30806" actId="255"/>
          <ac:spMkLst>
            <pc:docMk/>
            <pc:sldMk cId="191915072" sldId="339"/>
            <ac:spMk id="13" creationId="{3F2FC357-9EE9-C879-805E-BC508888F0F3}"/>
          </ac:spMkLst>
        </pc:spChg>
        <pc:spChg chg="mod">
          <ac:chgData name="Freda Shi" userId="e3bafef1-15f2-4eeb-acbe-fa674bab7991" providerId="ADAL" clId="{9555FC65-5A8C-4EE8-9D5B-8283D7A0923C}" dt="2026-01-14T04:39:30.091" v="30806" actId="255"/>
          <ac:spMkLst>
            <pc:docMk/>
            <pc:sldMk cId="191915072" sldId="339"/>
            <ac:spMk id="17" creationId="{7623C3E9-AEE8-5460-FC11-C12125092C62}"/>
          </ac:spMkLst>
        </pc:spChg>
        <pc:spChg chg="mod">
          <ac:chgData name="Freda Shi" userId="e3bafef1-15f2-4eeb-acbe-fa674bab7991" providerId="ADAL" clId="{9555FC65-5A8C-4EE8-9D5B-8283D7A0923C}" dt="2026-01-14T04:39:30.091" v="30806" actId="255"/>
          <ac:spMkLst>
            <pc:docMk/>
            <pc:sldMk cId="191915072" sldId="339"/>
            <ac:spMk id="20" creationId="{0E86BB26-C5FD-EA23-FC3A-DB53F783A889}"/>
          </ac:spMkLst>
        </pc:spChg>
        <pc:grpChg chg="mod">
          <ac:chgData name="Freda Shi" userId="e3bafef1-15f2-4eeb-acbe-fa674bab7991" providerId="ADAL" clId="{9555FC65-5A8C-4EE8-9D5B-8283D7A0923C}" dt="2026-01-14T04:39:27.024" v="30805" actId="2711"/>
          <ac:grpSpMkLst>
            <pc:docMk/>
            <pc:sldMk cId="191915072" sldId="339"/>
            <ac:grpSpMk id="5" creationId="{3E36D6EE-A8C1-944A-86B7-10B4F36761F2}"/>
          </ac:grpSpMkLst>
        </pc:grpChg>
        <pc:grpChg chg="mod">
          <ac:chgData name="Freda Shi" userId="e3bafef1-15f2-4eeb-acbe-fa674bab7991" providerId="ADAL" clId="{9555FC65-5A8C-4EE8-9D5B-8283D7A0923C}" dt="2026-01-14T04:39:27.024" v="30805" actId="2711"/>
          <ac:grpSpMkLst>
            <pc:docMk/>
            <pc:sldMk cId="191915072" sldId="339"/>
            <ac:grpSpMk id="8" creationId="{78F250A3-45E7-7FDD-405B-002CA898E575}"/>
          </ac:grpSpMkLst>
        </pc:grpChg>
        <pc:grpChg chg="mod">
          <ac:chgData name="Freda Shi" userId="e3bafef1-15f2-4eeb-acbe-fa674bab7991" providerId="ADAL" clId="{9555FC65-5A8C-4EE8-9D5B-8283D7A0923C}" dt="2026-01-14T04:39:27.024" v="30805" actId="2711"/>
          <ac:grpSpMkLst>
            <pc:docMk/>
            <pc:sldMk cId="191915072" sldId="339"/>
            <ac:grpSpMk id="11" creationId="{153B801B-90F4-170E-09C8-866647C3FA7E}"/>
          </ac:grpSpMkLst>
        </pc:grpChg>
        <pc:grpChg chg="mod">
          <ac:chgData name="Freda Shi" userId="e3bafef1-15f2-4eeb-acbe-fa674bab7991" providerId="ADAL" clId="{9555FC65-5A8C-4EE8-9D5B-8283D7A0923C}" dt="2026-01-14T04:39:27.024" v="30805" actId="2711"/>
          <ac:grpSpMkLst>
            <pc:docMk/>
            <pc:sldMk cId="191915072" sldId="339"/>
            <ac:grpSpMk id="15" creationId="{B58CBAE6-2F18-72F8-AAEE-634AB97ADB97}"/>
          </ac:grpSpMkLst>
        </pc:grpChg>
        <pc:grpChg chg="mod">
          <ac:chgData name="Freda Shi" userId="e3bafef1-15f2-4eeb-acbe-fa674bab7991" providerId="ADAL" clId="{9555FC65-5A8C-4EE8-9D5B-8283D7A0923C}" dt="2026-01-14T04:39:27.024" v="30805" actId="2711"/>
          <ac:grpSpMkLst>
            <pc:docMk/>
            <pc:sldMk cId="191915072" sldId="339"/>
            <ac:grpSpMk id="18" creationId="{BE6AA2F5-9794-80C1-9FD1-FA7D68383366}"/>
          </ac:grpSpMkLst>
        </pc:grpChg>
        <pc:picChg chg="mod">
          <ac:chgData name="Freda Shi" userId="e3bafef1-15f2-4eeb-acbe-fa674bab7991" providerId="ADAL" clId="{9555FC65-5A8C-4EE8-9D5B-8283D7A0923C}" dt="2026-01-14T04:39:30.091" v="30806" actId="255"/>
          <ac:picMkLst>
            <pc:docMk/>
            <pc:sldMk cId="191915072" sldId="339"/>
            <ac:picMk id="6" creationId="{E35EB191-C0C7-8643-3F32-FCA7078B9AA2}"/>
          </ac:picMkLst>
        </pc:picChg>
        <pc:picChg chg="mod">
          <ac:chgData name="Freda Shi" userId="e3bafef1-15f2-4eeb-acbe-fa674bab7991" providerId="ADAL" clId="{9555FC65-5A8C-4EE8-9D5B-8283D7A0923C}" dt="2026-01-14T04:39:30.091" v="30806" actId="255"/>
          <ac:picMkLst>
            <pc:docMk/>
            <pc:sldMk cId="191915072" sldId="339"/>
            <ac:picMk id="9" creationId="{9DCDD7B8-7743-EBDE-3EC0-05F22BCD32E7}"/>
          </ac:picMkLst>
        </pc:picChg>
        <pc:picChg chg="mod">
          <ac:chgData name="Freda Shi" userId="e3bafef1-15f2-4eeb-acbe-fa674bab7991" providerId="ADAL" clId="{9555FC65-5A8C-4EE8-9D5B-8283D7A0923C}" dt="2026-01-14T04:39:30.091" v="30806" actId="255"/>
          <ac:picMkLst>
            <pc:docMk/>
            <pc:sldMk cId="191915072" sldId="339"/>
            <ac:picMk id="12" creationId="{A858ED7A-4824-69CC-6A65-0E54607DDBCE}"/>
          </ac:picMkLst>
        </pc:picChg>
        <pc:picChg chg="mod">
          <ac:chgData name="Freda Shi" userId="e3bafef1-15f2-4eeb-acbe-fa674bab7991" providerId="ADAL" clId="{9555FC65-5A8C-4EE8-9D5B-8283D7A0923C}" dt="2026-01-14T04:39:30.091" v="30806" actId="255"/>
          <ac:picMkLst>
            <pc:docMk/>
            <pc:sldMk cId="191915072" sldId="339"/>
            <ac:picMk id="14" creationId="{12E14CF0-989B-A0BE-A787-154B7E14F73B}"/>
          </ac:picMkLst>
        </pc:picChg>
        <pc:picChg chg="mod">
          <ac:chgData name="Freda Shi" userId="e3bafef1-15f2-4eeb-acbe-fa674bab7991" providerId="ADAL" clId="{9555FC65-5A8C-4EE8-9D5B-8283D7A0923C}" dt="2026-01-14T04:39:30.091" v="30806" actId="255"/>
          <ac:picMkLst>
            <pc:docMk/>
            <pc:sldMk cId="191915072" sldId="339"/>
            <ac:picMk id="16" creationId="{7E1F248B-C46F-6918-12C6-AA3A5817F273}"/>
          </ac:picMkLst>
        </pc:picChg>
        <pc:picChg chg="mod">
          <ac:chgData name="Freda Shi" userId="e3bafef1-15f2-4eeb-acbe-fa674bab7991" providerId="ADAL" clId="{9555FC65-5A8C-4EE8-9D5B-8283D7A0923C}" dt="2026-01-14T04:39:17.212" v="30804"/>
          <ac:picMkLst>
            <pc:docMk/>
            <pc:sldMk cId="191915072" sldId="339"/>
            <ac:picMk id="19" creationId="{53213EC4-CA99-7318-36DB-8234EF6022BD}"/>
          </ac:picMkLst>
        </pc:picChg>
      </pc:sldChg>
      <pc:sldChg chg="addSp delSp modSp add del mod modAnim">
        <pc:chgData name="Freda Shi" userId="e3bafef1-15f2-4eeb-acbe-fa674bab7991" providerId="ADAL" clId="{9555FC65-5A8C-4EE8-9D5B-8283D7A0923C}" dt="2026-01-14T04:07:22.491" v="30298" actId="47"/>
        <pc:sldMkLst>
          <pc:docMk/>
          <pc:sldMk cId="1955905673" sldId="339"/>
        </pc:sldMkLst>
      </pc:sldChg>
      <pc:sldChg chg="addSp delSp modSp new mod">
        <pc:chgData name="Freda Shi" userId="e3bafef1-15f2-4eeb-acbe-fa674bab7991" providerId="ADAL" clId="{9555FC65-5A8C-4EE8-9D5B-8283D7A0923C}" dt="2026-01-14T04:42:07.619" v="30902" actId="20577"/>
        <pc:sldMkLst>
          <pc:docMk/>
          <pc:sldMk cId="1079888777" sldId="340"/>
        </pc:sldMkLst>
        <pc:spChg chg="mod">
          <ac:chgData name="Freda Shi" userId="e3bafef1-15f2-4eeb-acbe-fa674bab7991" providerId="ADAL" clId="{9555FC65-5A8C-4EE8-9D5B-8283D7A0923C}" dt="2026-01-14T04:40:45.081" v="30855" actId="20577"/>
          <ac:spMkLst>
            <pc:docMk/>
            <pc:sldMk cId="1079888777" sldId="340"/>
            <ac:spMk id="2" creationId="{802CC858-8208-D145-3EB6-8AA9DEC1E6C5}"/>
          </ac:spMkLst>
        </pc:spChg>
        <pc:spChg chg="del">
          <ac:chgData name="Freda Shi" userId="e3bafef1-15f2-4eeb-acbe-fa674bab7991" providerId="ADAL" clId="{9555FC65-5A8C-4EE8-9D5B-8283D7A0923C}" dt="2026-01-14T04:41:02.223" v="30856" actId="478"/>
          <ac:spMkLst>
            <pc:docMk/>
            <pc:sldMk cId="1079888777" sldId="340"/>
            <ac:spMk id="3" creationId="{C6612086-9A13-2D43-A102-AEEFE7F9E879}"/>
          </ac:spMkLst>
        </pc:spChg>
        <pc:spChg chg="add mod">
          <ac:chgData name="Freda Shi" userId="e3bafef1-15f2-4eeb-acbe-fa674bab7991" providerId="ADAL" clId="{9555FC65-5A8C-4EE8-9D5B-8283D7A0923C}" dt="2026-01-14T04:41:12.390" v="30884" actId="1035"/>
          <ac:spMkLst>
            <pc:docMk/>
            <pc:sldMk cId="1079888777" sldId="340"/>
            <ac:spMk id="7" creationId="{2C2B6CA9-E142-4F12-8FDB-07E8D520D102}"/>
          </ac:spMkLst>
        </pc:spChg>
        <pc:spChg chg="add mod">
          <ac:chgData name="Freda Shi" userId="e3bafef1-15f2-4eeb-acbe-fa674bab7991" providerId="ADAL" clId="{9555FC65-5A8C-4EE8-9D5B-8283D7A0923C}" dt="2026-01-14T04:42:07.619" v="30902" actId="20577"/>
          <ac:spMkLst>
            <pc:docMk/>
            <pc:sldMk cId="1079888777" sldId="340"/>
            <ac:spMk id="8" creationId="{CA3F91A3-71BA-20C1-6DFF-87736A281441}"/>
          </ac:spMkLst>
        </pc:spChg>
        <pc:spChg chg="add del mod">
          <ac:chgData name="Freda Shi" userId="e3bafef1-15f2-4eeb-acbe-fa674bab7991" providerId="ADAL" clId="{9555FC65-5A8C-4EE8-9D5B-8283D7A0923C}" dt="2026-01-14T04:41:55.600" v="30898" actId="478"/>
          <ac:spMkLst>
            <pc:docMk/>
            <pc:sldMk cId="1079888777" sldId="340"/>
            <ac:spMk id="9" creationId="{FA3FC8BF-3410-E426-2C05-38F16EF84A86}"/>
          </ac:spMkLst>
        </pc:spChg>
        <pc:spChg chg="add mod">
          <ac:chgData name="Freda Shi" userId="e3bafef1-15f2-4eeb-acbe-fa674bab7991" providerId="ADAL" clId="{9555FC65-5A8C-4EE8-9D5B-8283D7A0923C}" dt="2026-01-14T04:42:04.884" v="30900" actId="1076"/>
          <ac:spMkLst>
            <pc:docMk/>
            <pc:sldMk cId="1079888777" sldId="340"/>
            <ac:spMk id="10" creationId="{BA3675D3-013F-42A7-7E52-12BCB042D2FC}"/>
          </ac:spMkLst>
        </pc:spChg>
        <pc:spChg chg="add del mod">
          <ac:chgData name="Freda Shi" userId="e3bafef1-15f2-4eeb-acbe-fa674bab7991" providerId="ADAL" clId="{9555FC65-5A8C-4EE8-9D5B-8283D7A0923C}" dt="2026-01-14T04:41:58.028" v="30899" actId="478"/>
          <ac:spMkLst>
            <pc:docMk/>
            <pc:sldMk cId="1079888777" sldId="340"/>
            <ac:spMk id="13" creationId="{74BE0B45-1740-BE7A-AEE7-982D9775AAE8}"/>
          </ac:spMkLst>
        </pc:spChg>
        <pc:picChg chg="add del mod">
          <ac:chgData name="Freda Shi" userId="e3bafef1-15f2-4eeb-acbe-fa674bab7991" providerId="ADAL" clId="{9555FC65-5A8C-4EE8-9D5B-8283D7A0923C}" dt="2026-01-14T04:41:55.600" v="30898" actId="478"/>
          <ac:picMkLst>
            <pc:docMk/>
            <pc:sldMk cId="1079888777" sldId="340"/>
            <ac:picMk id="5" creationId="{8AD7CCDC-5087-41BD-9519-20EB15EE13D2}"/>
          </ac:picMkLst>
        </pc:picChg>
        <pc:picChg chg="add mod">
          <ac:chgData name="Freda Shi" userId="e3bafef1-15f2-4eeb-acbe-fa674bab7991" providerId="ADAL" clId="{9555FC65-5A8C-4EE8-9D5B-8283D7A0923C}" dt="2026-01-14T04:41:12.390" v="30884" actId="1035"/>
          <ac:picMkLst>
            <pc:docMk/>
            <pc:sldMk cId="1079888777" sldId="340"/>
            <ac:picMk id="6" creationId="{AFB14700-4247-738A-B73B-FC03EB2C7E47}"/>
          </ac:picMkLst>
        </pc:picChg>
        <pc:picChg chg="add mod">
          <ac:chgData name="Freda Shi" userId="e3bafef1-15f2-4eeb-acbe-fa674bab7991" providerId="ADAL" clId="{9555FC65-5A8C-4EE8-9D5B-8283D7A0923C}" dt="2026-01-14T04:42:04.884" v="30900" actId="1076"/>
          <ac:picMkLst>
            <pc:docMk/>
            <pc:sldMk cId="1079888777" sldId="340"/>
            <ac:picMk id="11" creationId="{281999A1-5E5E-E215-5514-27D484C3841A}"/>
          </ac:picMkLst>
        </pc:picChg>
      </pc:sldChg>
      <pc:sldChg chg="addSp delSp modSp add del mod addAnim delAnim modAnim">
        <pc:chgData name="Freda Shi" userId="e3bafef1-15f2-4eeb-acbe-fa674bab7991" providerId="ADAL" clId="{9555FC65-5A8C-4EE8-9D5B-8283D7A0923C}" dt="2026-01-14T04:07:22.491" v="30298" actId="47"/>
        <pc:sldMkLst>
          <pc:docMk/>
          <pc:sldMk cId="2234876643" sldId="341"/>
        </pc:sldMkLst>
      </pc:sldChg>
      <pc:sldChg chg="addSp delSp modSp new mod ord modAnim modNotesTx">
        <pc:chgData name="Freda Shi" userId="e3bafef1-15f2-4eeb-acbe-fa674bab7991" providerId="ADAL" clId="{9555FC65-5A8C-4EE8-9D5B-8283D7A0923C}" dt="2026-01-14T05:15:36.209" v="31771" actId="1035"/>
        <pc:sldMkLst>
          <pc:docMk/>
          <pc:sldMk cId="3534153175" sldId="341"/>
        </pc:sldMkLst>
        <pc:spChg chg="mod">
          <ac:chgData name="Freda Shi" userId="e3bafef1-15f2-4eeb-acbe-fa674bab7991" providerId="ADAL" clId="{9555FC65-5A8C-4EE8-9D5B-8283D7A0923C}" dt="2026-01-14T04:48:28.723" v="31280" actId="20577"/>
          <ac:spMkLst>
            <pc:docMk/>
            <pc:sldMk cId="3534153175" sldId="341"/>
            <ac:spMk id="2" creationId="{B5A814E1-B04E-2C0A-5396-6C3B89FEC79D}"/>
          </ac:spMkLst>
        </pc:spChg>
        <pc:spChg chg="mod">
          <ac:chgData name="Freda Shi" userId="e3bafef1-15f2-4eeb-acbe-fa674bab7991" providerId="ADAL" clId="{9555FC65-5A8C-4EE8-9D5B-8283D7A0923C}" dt="2026-01-14T05:15:32.707" v="31765" actId="404"/>
          <ac:spMkLst>
            <pc:docMk/>
            <pc:sldMk cId="3534153175" sldId="341"/>
            <ac:spMk id="3" creationId="{BEDEBC1A-A047-E0AD-EB0E-59E7500B807A}"/>
          </ac:spMkLst>
        </pc:spChg>
        <pc:spChg chg="add mod">
          <ac:chgData name="Freda Shi" userId="e3bafef1-15f2-4eeb-acbe-fa674bab7991" providerId="ADAL" clId="{9555FC65-5A8C-4EE8-9D5B-8283D7A0923C}" dt="2026-01-14T05:15:36.209" v="31771" actId="1035"/>
          <ac:spMkLst>
            <pc:docMk/>
            <pc:sldMk cId="3534153175" sldId="341"/>
            <ac:spMk id="6" creationId="{EDCED8ED-7499-1B75-2ADF-AEC17C5557A8}"/>
          </ac:spMkLst>
        </pc:spChg>
        <pc:picChg chg="add del mod">
          <ac:chgData name="Freda Shi" userId="e3bafef1-15f2-4eeb-acbe-fa674bab7991" providerId="ADAL" clId="{9555FC65-5A8C-4EE8-9D5B-8283D7A0923C}" dt="2026-01-14T04:43:14.436" v="30985" actId="478"/>
          <ac:picMkLst>
            <pc:docMk/>
            <pc:sldMk cId="3534153175" sldId="341"/>
            <ac:picMk id="5" creationId="{5D306602-4A82-3702-74CE-28243BD053A3}"/>
          </ac:picMkLst>
        </pc:picChg>
      </pc:sldChg>
      <pc:sldChg chg="addSp modSp new mod modAnim">
        <pc:chgData name="Freda Shi" userId="e3bafef1-15f2-4eeb-acbe-fa674bab7991" providerId="ADAL" clId="{9555FC65-5A8C-4EE8-9D5B-8283D7A0923C}" dt="2026-01-14T05:18:02.662" v="31842"/>
        <pc:sldMkLst>
          <pc:docMk/>
          <pc:sldMk cId="4065110296" sldId="342"/>
        </pc:sldMkLst>
        <pc:spChg chg="mod">
          <ac:chgData name="Freda Shi" userId="e3bafef1-15f2-4eeb-acbe-fa674bab7991" providerId="ADAL" clId="{9555FC65-5A8C-4EE8-9D5B-8283D7A0923C}" dt="2026-01-14T05:16:36.226" v="31821" actId="20577"/>
          <ac:spMkLst>
            <pc:docMk/>
            <pc:sldMk cId="4065110296" sldId="342"/>
            <ac:spMk id="2" creationId="{7D6AF871-E795-486D-C480-41DA8EA8BB81}"/>
          </ac:spMkLst>
        </pc:spChg>
        <pc:spChg chg="mod">
          <ac:chgData name="Freda Shi" userId="e3bafef1-15f2-4eeb-acbe-fa674bab7991" providerId="ADAL" clId="{9555FC65-5A8C-4EE8-9D5B-8283D7A0923C}" dt="2026-01-14T05:17:06.022" v="31832" actId="2711"/>
          <ac:spMkLst>
            <pc:docMk/>
            <pc:sldMk cId="4065110296" sldId="342"/>
            <ac:spMk id="3" creationId="{25ED6182-FFD9-963F-E65B-13B2C004E778}"/>
          </ac:spMkLst>
        </pc:spChg>
        <pc:spChg chg="add mod">
          <ac:chgData name="Freda Shi" userId="e3bafef1-15f2-4eeb-acbe-fa674bab7991" providerId="ADAL" clId="{9555FC65-5A8C-4EE8-9D5B-8283D7A0923C}" dt="2026-01-14T05:17:40.190" v="31838" actId="14100"/>
          <ac:spMkLst>
            <pc:docMk/>
            <pc:sldMk cId="4065110296" sldId="342"/>
            <ac:spMk id="5" creationId="{CCA5BFFF-D35A-16B4-F542-E8DE29CA65ED}"/>
          </ac:spMkLst>
        </pc:spChg>
        <pc:spChg chg="add mod">
          <ac:chgData name="Freda Shi" userId="e3bafef1-15f2-4eeb-acbe-fa674bab7991" providerId="ADAL" clId="{9555FC65-5A8C-4EE8-9D5B-8283D7A0923C}" dt="2026-01-14T05:17:53.747" v="31840" actId="14100"/>
          <ac:spMkLst>
            <pc:docMk/>
            <pc:sldMk cId="4065110296" sldId="342"/>
            <ac:spMk id="6" creationId="{EADA0A10-1B41-CDE7-0E34-097D0C9C0EB1}"/>
          </ac:spMkLst>
        </pc:spChg>
        <pc:spChg chg="add mod">
          <ac:chgData name="Freda Shi" userId="e3bafef1-15f2-4eeb-acbe-fa674bab7991" providerId="ADAL" clId="{9555FC65-5A8C-4EE8-9D5B-8283D7A0923C}" dt="2026-01-14T05:17:44.975" v="31839" actId="14100"/>
          <ac:spMkLst>
            <pc:docMk/>
            <pc:sldMk cId="4065110296" sldId="342"/>
            <ac:spMk id="7" creationId="{CB54DF54-14DB-6895-A780-CC914616AE2F}"/>
          </ac:spMkLst>
        </pc:spChg>
      </pc:sldChg>
      <pc:sldChg chg="addSp delSp modSp new del mod modAnim">
        <pc:chgData name="Freda Shi" userId="e3bafef1-15f2-4eeb-acbe-fa674bab7991" providerId="ADAL" clId="{9555FC65-5A8C-4EE8-9D5B-8283D7A0923C}" dt="2026-01-14T04:07:22.491" v="30298" actId="47"/>
        <pc:sldMkLst>
          <pc:docMk/>
          <pc:sldMk cId="4233441066" sldId="342"/>
        </pc:sldMkLst>
      </pc:sldChg>
      <pc:sldChg chg="modSp add del mod addAnim delAnim modAnim">
        <pc:chgData name="Freda Shi" userId="e3bafef1-15f2-4eeb-acbe-fa674bab7991" providerId="ADAL" clId="{9555FC65-5A8C-4EE8-9D5B-8283D7A0923C}" dt="2026-01-14T04:07:22.491" v="30298" actId="47"/>
        <pc:sldMkLst>
          <pc:docMk/>
          <pc:sldMk cId="1815315789" sldId="343"/>
        </pc:sldMkLst>
      </pc:sldChg>
      <pc:sldChg chg="delSp modSp add mod ord delAnim modAnim modShow">
        <pc:chgData name="Freda Shi" userId="e3bafef1-15f2-4eeb-acbe-fa674bab7991" providerId="ADAL" clId="{9555FC65-5A8C-4EE8-9D5B-8283D7A0923C}" dt="2026-01-14T05:43:09.689" v="33161"/>
        <pc:sldMkLst>
          <pc:docMk/>
          <pc:sldMk cId="2051507117" sldId="343"/>
        </pc:sldMkLst>
        <pc:spChg chg="mod">
          <ac:chgData name="Freda Shi" userId="e3bafef1-15f2-4eeb-acbe-fa674bab7991" providerId="ADAL" clId="{9555FC65-5A8C-4EE8-9D5B-8283D7A0923C}" dt="2026-01-14T05:19:05.135" v="31844" actId="20577"/>
          <ac:spMkLst>
            <pc:docMk/>
            <pc:sldMk cId="2051507117" sldId="343"/>
            <ac:spMk id="2" creationId="{CC50DF64-D705-6DAC-290E-A4EC7C03C6F1}"/>
          </ac:spMkLst>
        </pc:spChg>
        <pc:spChg chg="del">
          <ac:chgData name="Freda Shi" userId="e3bafef1-15f2-4eeb-acbe-fa674bab7991" providerId="ADAL" clId="{9555FC65-5A8C-4EE8-9D5B-8283D7A0923C}" dt="2026-01-14T05:19:06.771" v="31845" actId="478"/>
          <ac:spMkLst>
            <pc:docMk/>
            <pc:sldMk cId="2051507117" sldId="343"/>
            <ac:spMk id="6" creationId="{7094C214-66EC-E23B-E7A9-4DEEBDC2FBBA}"/>
          </ac:spMkLst>
        </pc:spChg>
        <pc:spChg chg="del">
          <ac:chgData name="Freda Shi" userId="e3bafef1-15f2-4eeb-acbe-fa674bab7991" providerId="ADAL" clId="{9555FC65-5A8C-4EE8-9D5B-8283D7A0923C}" dt="2026-01-14T05:19:11.369" v="31847" actId="478"/>
          <ac:spMkLst>
            <pc:docMk/>
            <pc:sldMk cId="2051507117" sldId="343"/>
            <ac:spMk id="7" creationId="{04E8864B-27ED-BD40-C455-B5636B4E9B81}"/>
          </ac:spMkLst>
        </pc:spChg>
      </pc:sldChg>
      <pc:sldChg chg="delSp modSp add mod ord delAnim modAnim modShow">
        <pc:chgData name="Freda Shi" userId="e3bafef1-15f2-4eeb-acbe-fa674bab7991" providerId="ADAL" clId="{9555FC65-5A8C-4EE8-9D5B-8283D7A0923C}" dt="2026-01-14T05:43:09.689" v="33161"/>
        <pc:sldMkLst>
          <pc:docMk/>
          <pc:sldMk cId="1188667672" sldId="344"/>
        </pc:sldMkLst>
        <pc:spChg chg="mod">
          <ac:chgData name="Freda Shi" userId="e3bafef1-15f2-4eeb-acbe-fa674bab7991" providerId="ADAL" clId="{9555FC65-5A8C-4EE8-9D5B-8283D7A0923C}" dt="2026-01-14T05:19:19.319" v="31857" actId="20577"/>
          <ac:spMkLst>
            <pc:docMk/>
            <pc:sldMk cId="1188667672" sldId="344"/>
            <ac:spMk id="2" creationId="{1D094E1F-1B8C-D648-957A-09EE295EFE9C}"/>
          </ac:spMkLst>
        </pc:spChg>
        <pc:spChg chg="del">
          <ac:chgData name="Freda Shi" userId="e3bafef1-15f2-4eeb-acbe-fa674bab7991" providerId="ADAL" clId="{9555FC65-5A8C-4EE8-9D5B-8283D7A0923C}" dt="2026-01-14T05:19:24.224" v="31858" actId="478"/>
          <ac:spMkLst>
            <pc:docMk/>
            <pc:sldMk cId="1188667672" sldId="344"/>
            <ac:spMk id="5" creationId="{0E886CD3-0034-C15B-2CCC-F19C552F878D}"/>
          </ac:spMkLst>
        </pc:spChg>
        <pc:spChg chg="del">
          <ac:chgData name="Freda Shi" userId="e3bafef1-15f2-4eeb-acbe-fa674bab7991" providerId="ADAL" clId="{9555FC65-5A8C-4EE8-9D5B-8283D7A0923C}" dt="2026-01-14T05:19:24.224" v="31858" actId="478"/>
          <ac:spMkLst>
            <pc:docMk/>
            <pc:sldMk cId="1188667672" sldId="344"/>
            <ac:spMk id="6" creationId="{6E1DEFDA-BED4-878F-538E-BB4919229C5C}"/>
          </ac:spMkLst>
        </pc:spChg>
      </pc:sldChg>
      <pc:sldChg chg="modSp add del mod modAnim">
        <pc:chgData name="Freda Shi" userId="e3bafef1-15f2-4eeb-acbe-fa674bab7991" providerId="ADAL" clId="{9555FC65-5A8C-4EE8-9D5B-8283D7A0923C}" dt="2026-01-14T04:07:22.491" v="30298" actId="47"/>
        <pc:sldMkLst>
          <pc:docMk/>
          <pc:sldMk cId="4065158995" sldId="344"/>
        </pc:sldMkLst>
      </pc:sldChg>
      <pc:sldChg chg="modSp new del mod modAnim">
        <pc:chgData name="Freda Shi" userId="e3bafef1-15f2-4eeb-acbe-fa674bab7991" providerId="ADAL" clId="{9555FC65-5A8C-4EE8-9D5B-8283D7A0923C}" dt="2026-01-14T04:07:22.491" v="30298" actId="47"/>
        <pc:sldMkLst>
          <pc:docMk/>
          <pc:sldMk cId="1583424749" sldId="345"/>
        </pc:sldMkLst>
      </pc:sldChg>
      <pc:sldChg chg="delSp add mod ord delAnim modAnim modShow">
        <pc:chgData name="Freda Shi" userId="e3bafef1-15f2-4eeb-acbe-fa674bab7991" providerId="ADAL" clId="{9555FC65-5A8C-4EE8-9D5B-8283D7A0923C}" dt="2026-01-14T05:43:09.689" v="33161"/>
        <pc:sldMkLst>
          <pc:docMk/>
          <pc:sldMk cId="1821358735" sldId="345"/>
        </pc:sldMkLst>
        <pc:spChg chg="del">
          <ac:chgData name="Freda Shi" userId="e3bafef1-15f2-4eeb-acbe-fa674bab7991" providerId="ADAL" clId="{9555FC65-5A8C-4EE8-9D5B-8283D7A0923C}" dt="2026-01-14T05:19:38.786" v="31862" actId="478"/>
          <ac:spMkLst>
            <pc:docMk/>
            <pc:sldMk cId="1821358735" sldId="345"/>
            <ac:spMk id="5" creationId="{57A4D7A7-50B1-6030-14F0-43606A96C3FD}"/>
          </ac:spMkLst>
        </pc:spChg>
        <pc:spChg chg="del">
          <ac:chgData name="Freda Shi" userId="e3bafef1-15f2-4eeb-acbe-fa674bab7991" providerId="ADAL" clId="{9555FC65-5A8C-4EE8-9D5B-8283D7A0923C}" dt="2026-01-14T05:19:40.306" v="31863" actId="478"/>
          <ac:spMkLst>
            <pc:docMk/>
            <pc:sldMk cId="1821358735" sldId="345"/>
            <ac:spMk id="7" creationId="{F5DE0540-76C2-989B-8725-DE5F5B4A1954}"/>
          </ac:spMkLst>
        </pc:spChg>
      </pc:sldChg>
      <pc:sldChg chg="modSp new mod modAnim">
        <pc:chgData name="Freda Shi" userId="e3bafef1-15f2-4eeb-acbe-fa674bab7991" providerId="ADAL" clId="{9555FC65-5A8C-4EE8-9D5B-8283D7A0923C}" dt="2026-01-14T05:40:55.696" v="33156"/>
        <pc:sldMkLst>
          <pc:docMk/>
          <pc:sldMk cId="1793434296" sldId="346"/>
        </pc:sldMkLst>
        <pc:spChg chg="mod">
          <ac:chgData name="Freda Shi" userId="e3bafef1-15f2-4eeb-acbe-fa674bab7991" providerId="ADAL" clId="{9555FC65-5A8C-4EE8-9D5B-8283D7A0923C}" dt="2026-01-14T05:30:15.375" v="32543" actId="20577"/>
          <ac:spMkLst>
            <pc:docMk/>
            <pc:sldMk cId="1793434296" sldId="346"/>
            <ac:spMk id="2" creationId="{09698389-3FD0-DF9B-FECC-286757809AED}"/>
          </ac:spMkLst>
        </pc:spChg>
        <pc:spChg chg="mod">
          <ac:chgData name="Freda Shi" userId="e3bafef1-15f2-4eeb-acbe-fa674bab7991" providerId="ADAL" clId="{9555FC65-5A8C-4EE8-9D5B-8283D7A0923C}" dt="2026-01-14T05:40:33.688" v="33152" actId="20577"/>
          <ac:spMkLst>
            <pc:docMk/>
            <pc:sldMk cId="1793434296" sldId="346"/>
            <ac:spMk id="3" creationId="{FF348B08-741F-83D1-7228-2785DEAA8C58}"/>
          </ac:spMkLst>
        </pc:spChg>
      </pc:sldChg>
      <pc:sldChg chg="modSp new del mod addAnim delAnim modAnim modNotesTx">
        <pc:chgData name="Freda Shi" userId="e3bafef1-15f2-4eeb-acbe-fa674bab7991" providerId="ADAL" clId="{9555FC65-5A8C-4EE8-9D5B-8283D7A0923C}" dt="2026-01-14T04:07:22.491" v="30298" actId="47"/>
        <pc:sldMkLst>
          <pc:docMk/>
          <pc:sldMk cId="2980123269" sldId="346"/>
        </pc:sldMkLst>
      </pc:sldChg>
      <pc:sldChg chg="modSp add mod modAnim">
        <pc:chgData name="Freda Shi" userId="e3bafef1-15f2-4eeb-acbe-fa674bab7991" providerId="ADAL" clId="{9555FC65-5A8C-4EE8-9D5B-8283D7A0923C}" dt="2026-01-14T06:12:14.396" v="34051"/>
        <pc:sldMkLst>
          <pc:docMk/>
          <pc:sldMk cId="679039020" sldId="347"/>
        </pc:sldMkLst>
        <pc:spChg chg="mod">
          <ac:chgData name="Freda Shi" userId="e3bafef1-15f2-4eeb-acbe-fa674bab7991" providerId="ADAL" clId="{9555FC65-5A8C-4EE8-9D5B-8283D7A0923C}" dt="2026-01-14T05:30:20.965" v="32553" actId="20577"/>
          <ac:spMkLst>
            <pc:docMk/>
            <pc:sldMk cId="679039020" sldId="347"/>
            <ac:spMk id="2" creationId="{C33ED331-5CE3-2F99-F875-49ACAD191553}"/>
          </ac:spMkLst>
        </pc:spChg>
        <pc:spChg chg="mod">
          <ac:chgData name="Freda Shi" userId="e3bafef1-15f2-4eeb-acbe-fa674bab7991" providerId="ADAL" clId="{9555FC65-5A8C-4EE8-9D5B-8283D7A0923C}" dt="2026-01-14T06:11:52.579" v="34048" actId="20577"/>
          <ac:spMkLst>
            <pc:docMk/>
            <pc:sldMk cId="679039020" sldId="347"/>
            <ac:spMk id="3" creationId="{25A02E44-6F8A-AF0E-B7C4-4565296D9717}"/>
          </ac:spMkLst>
        </pc:spChg>
      </pc:sldChg>
      <pc:sldChg chg="modSp add del mod modAnim">
        <pc:chgData name="Freda Shi" userId="e3bafef1-15f2-4eeb-acbe-fa674bab7991" providerId="ADAL" clId="{9555FC65-5A8C-4EE8-9D5B-8283D7A0923C}" dt="2026-01-14T04:07:22.491" v="30298" actId="47"/>
        <pc:sldMkLst>
          <pc:docMk/>
          <pc:sldMk cId="752140380" sldId="347"/>
        </pc:sldMkLst>
      </pc:sldChg>
      <pc:sldChg chg="modSp add mod modAnim">
        <pc:chgData name="Freda Shi" userId="e3bafef1-15f2-4eeb-acbe-fa674bab7991" providerId="ADAL" clId="{9555FC65-5A8C-4EE8-9D5B-8283D7A0923C}" dt="2026-01-14T05:43:40.329" v="33245" actId="20577"/>
        <pc:sldMkLst>
          <pc:docMk/>
          <pc:sldMk cId="829736876" sldId="348"/>
        </pc:sldMkLst>
        <pc:spChg chg="mod">
          <ac:chgData name="Freda Shi" userId="e3bafef1-15f2-4eeb-acbe-fa674bab7991" providerId="ADAL" clId="{9555FC65-5A8C-4EE8-9D5B-8283D7A0923C}" dt="2026-01-14T05:36:48.692" v="32991" actId="20577"/>
          <ac:spMkLst>
            <pc:docMk/>
            <pc:sldMk cId="829736876" sldId="348"/>
            <ac:spMk id="2" creationId="{BFDEF6DB-717F-82AD-9848-DFFA0B041316}"/>
          </ac:spMkLst>
        </pc:spChg>
        <pc:spChg chg="mod">
          <ac:chgData name="Freda Shi" userId="e3bafef1-15f2-4eeb-acbe-fa674bab7991" providerId="ADAL" clId="{9555FC65-5A8C-4EE8-9D5B-8283D7A0923C}" dt="2026-01-14T05:43:40.329" v="33245" actId="20577"/>
          <ac:spMkLst>
            <pc:docMk/>
            <pc:sldMk cId="829736876" sldId="348"/>
            <ac:spMk id="3" creationId="{80FA521E-89C1-4D37-CFDC-9F1DDB57D80D}"/>
          </ac:spMkLst>
        </pc:spChg>
      </pc:sldChg>
      <pc:sldChg chg="addSp delSp modSp new del mod modAnim modNotesTx">
        <pc:chgData name="Freda Shi" userId="e3bafef1-15f2-4eeb-acbe-fa674bab7991" providerId="ADAL" clId="{9555FC65-5A8C-4EE8-9D5B-8283D7A0923C}" dt="2026-01-14T04:07:22.491" v="30298" actId="47"/>
        <pc:sldMkLst>
          <pc:docMk/>
          <pc:sldMk cId="3426735560" sldId="348"/>
        </pc:sldMkLst>
      </pc:sldChg>
      <pc:sldChg chg="addSp delSp modSp new mod delAnim modAnim">
        <pc:chgData name="Freda Shi" userId="e3bafef1-15f2-4eeb-acbe-fa674bab7991" providerId="ADAL" clId="{9555FC65-5A8C-4EE8-9D5B-8283D7A0923C}" dt="2026-01-14T05:47:50.518" v="33359"/>
        <pc:sldMkLst>
          <pc:docMk/>
          <pc:sldMk cId="638164360" sldId="349"/>
        </pc:sldMkLst>
        <pc:spChg chg="mod">
          <ac:chgData name="Freda Shi" userId="e3bafef1-15f2-4eeb-acbe-fa674bab7991" providerId="ADAL" clId="{9555FC65-5A8C-4EE8-9D5B-8283D7A0923C}" dt="2026-01-14T05:45:26.876" v="33299" actId="20577"/>
          <ac:spMkLst>
            <pc:docMk/>
            <pc:sldMk cId="638164360" sldId="349"/>
            <ac:spMk id="2" creationId="{942711A4-0F64-0439-36F6-16DB3434E53F}"/>
          </ac:spMkLst>
        </pc:spChg>
        <pc:spChg chg="del">
          <ac:chgData name="Freda Shi" userId="e3bafef1-15f2-4eeb-acbe-fa674bab7991" providerId="ADAL" clId="{9555FC65-5A8C-4EE8-9D5B-8283D7A0923C}" dt="2026-01-14T05:45:40.885" v="33300" actId="478"/>
          <ac:spMkLst>
            <pc:docMk/>
            <pc:sldMk cId="638164360" sldId="349"/>
            <ac:spMk id="3" creationId="{14721BA4-AB64-0F18-331B-CD3AB5AD1D7B}"/>
          </ac:spMkLst>
        </pc:spChg>
        <pc:spChg chg="add del mod">
          <ac:chgData name="Freda Shi" userId="e3bafef1-15f2-4eeb-acbe-fa674bab7991" providerId="ADAL" clId="{9555FC65-5A8C-4EE8-9D5B-8283D7A0923C}" dt="2026-01-14T05:46:16.186" v="33348" actId="478"/>
          <ac:spMkLst>
            <pc:docMk/>
            <pc:sldMk cId="638164360" sldId="349"/>
            <ac:spMk id="6" creationId="{573E195A-4626-8972-AC2D-EEF4C361BFD5}"/>
          </ac:spMkLst>
        </pc:spChg>
        <pc:spChg chg="add del mod">
          <ac:chgData name="Freda Shi" userId="e3bafef1-15f2-4eeb-acbe-fa674bab7991" providerId="ADAL" clId="{9555FC65-5A8C-4EE8-9D5B-8283D7A0923C}" dt="2026-01-14T05:46:20.032" v="33350" actId="478"/>
          <ac:spMkLst>
            <pc:docMk/>
            <pc:sldMk cId="638164360" sldId="349"/>
            <ac:spMk id="7" creationId="{1B023E99-DE36-E1B2-181D-0656BC8F832B}"/>
          </ac:spMkLst>
        </pc:spChg>
        <pc:spChg chg="add mod">
          <ac:chgData name="Freda Shi" userId="e3bafef1-15f2-4eeb-acbe-fa674bab7991" providerId="ADAL" clId="{9555FC65-5A8C-4EE8-9D5B-8283D7A0923C}" dt="2026-01-14T05:47:33.138" v="33355" actId="2711"/>
          <ac:spMkLst>
            <pc:docMk/>
            <pc:sldMk cId="638164360" sldId="349"/>
            <ac:spMk id="10" creationId="{0A42CDBA-2A9F-3E76-4DCE-81F0C84137E4}"/>
          </ac:spMkLst>
        </pc:spChg>
        <pc:spChg chg="add mod">
          <ac:chgData name="Freda Shi" userId="e3bafef1-15f2-4eeb-acbe-fa674bab7991" providerId="ADAL" clId="{9555FC65-5A8C-4EE8-9D5B-8283D7A0923C}" dt="2026-01-14T05:47:47.569" v="33358" actId="2711"/>
          <ac:spMkLst>
            <pc:docMk/>
            <pc:sldMk cId="638164360" sldId="349"/>
            <ac:spMk id="12" creationId="{8B38E9EC-DDAD-541D-CE59-387617836E86}"/>
          </ac:spMkLst>
        </pc:spChg>
        <pc:graphicFrameChg chg="add mod modGraphic">
          <ac:chgData name="Freda Shi" userId="e3bafef1-15f2-4eeb-acbe-fa674bab7991" providerId="ADAL" clId="{9555FC65-5A8C-4EE8-9D5B-8283D7A0923C}" dt="2026-01-14T05:46:26.366" v="33351" actId="1076"/>
          <ac:graphicFrameMkLst>
            <pc:docMk/>
            <pc:sldMk cId="638164360" sldId="349"/>
            <ac:graphicFrameMk id="5" creationId="{1CDC9A9A-611F-E75D-4D4F-E286539E1C1B}"/>
          </ac:graphicFrameMkLst>
        </pc:graphicFrameChg>
        <pc:picChg chg="add del mod">
          <ac:chgData name="Freda Shi" userId="e3bafef1-15f2-4eeb-acbe-fa674bab7991" providerId="ADAL" clId="{9555FC65-5A8C-4EE8-9D5B-8283D7A0923C}" dt="2026-01-14T05:46:18.786" v="33349" actId="478"/>
          <ac:picMkLst>
            <pc:docMk/>
            <pc:sldMk cId="638164360" sldId="349"/>
            <ac:picMk id="8" creationId="{9BC53EBD-BF8B-597F-83C0-4EBB0EDF5AC1}"/>
          </ac:picMkLst>
        </pc:picChg>
        <pc:picChg chg="add mod">
          <ac:chgData name="Freda Shi" userId="e3bafef1-15f2-4eeb-acbe-fa674bab7991" providerId="ADAL" clId="{9555FC65-5A8C-4EE8-9D5B-8283D7A0923C}" dt="2026-01-14T05:46:38.006" v="33353" actId="1076"/>
          <ac:picMkLst>
            <pc:docMk/>
            <pc:sldMk cId="638164360" sldId="349"/>
            <ac:picMk id="9" creationId="{CE43CCE1-D1FC-8305-F570-CBF663000209}"/>
          </ac:picMkLst>
        </pc:picChg>
        <pc:picChg chg="add mod">
          <ac:chgData name="Freda Shi" userId="e3bafef1-15f2-4eeb-acbe-fa674bab7991" providerId="ADAL" clId="{9555FC65-5A8C-4EE8-9D5B-8283D7A0923C}" dt="2026-01-14T05:46:38.006" v="33353" actId="1076"/>
          <ac:picMkLst>
            <pc:docMk/>
            <pc:sldMk cId="638164360" sldId="349"/>
            <ac:picMk id="11" creationId="{E60600AD-1938-B9BE-778B-93C47DB87534}"/>
          </ac:picMkLst>
        </pc:picChg>
        <pc:picChg chg="add mod">
          <ac:chgData name="Freda Shi" userId="e3bafef1-15f2-4eeb-acbe-fa674bab7991" providerId="ADAL" clId="{9555FC65-5A8C-4EE8-9D5B-8283D7A0923C}" dt="2026-01-14T05:47:47.569" v="33358" actId="2711"/>
          <ac:picMkLst>
            <pc:docMk/>
            <pc:sldMk cId="638164360" sldId="349"/>
            <ac:picMk id="13" creationId="{931A8FB9-4B99-1D0B-1101-82FF1CCD3D96}"/>
          </ac:picMkLst>
        </pc:picChg>
      </pc:sldChg>
      <pc:sldChg chg="modSp add del mod ord">
        <pc:chgData name="Freda Shi" userId="e3bafef1-15f2-4eeb-acbe-fa674bab7991" providerId="ADAL" clId="{9555FC65-5A8C-4EE8-9D5B-8283D7A0923C}" dt="2026-01-14T04:07:22.491" v="30298" actId="47"/>
        <pc:sldMkLst>
          <pc:docMk/>
          <pc:sldMk cId="1286626285" sldId="349"/>
        </pc:sldMkLst>
      </pc:sldChg>
      <pc:sldChg chg="modSp add del mod">
        <pc:chgData name="Freda Shi" userId="e3bafef1-15f2-4eeb-acbe-fa674bab7991" providerId="ADAL" clId="{9555FC65-5A8C-4EE8-9D5B-8283D7A0923C}" dt="2026-01-14T04:07:22.491" v="30298" actId="47"/>
        <pc:sldMkLst>
          <pc:docMk/>
          <pc:sldMk cId="591865024" sldId="350"/>
        </pc:sldMkLst>
      </pc:sldChg>
      <pc:sldChg chg="addSp modSp new mod ord modAnim">
        <pc:chgData name="Freda Shi" userId="e3bafef1-15f2-4eeb-acbe-fa674bab7991" providerId="ADAL" clId="{9555FC65-5A8C-4EE8-9D5B-8283D7A0923C}" dt="2026-01-14T06:10:31.165" v="33938"/>
        <pc:sldMkLst>
          <pc:docMk/>
          <pc:sldMk cId="3459188664" sldId="350"/>
        </pc:sldMkLst>
        <pc:spChg chg="mod">
          <ac:chgData name="Freda Shi" userId="e3bafef1-15f2-4eeb-acbe-fa674bab7991" providerId="ADAL" clId="{9555FC65-5A8C-4EE8-9D5B-8283D7A0923C}" dt="2026-01-14T06:10:28.365" v="33937" actId="20577"/>
          <ac:spMkLst>
            <pc:docMk/>
            <pc:sldMk cId="3459188664" sldId="350"/>
            <ac:spMk id="2" creationId="{90DCCDEE-FC09-F130-9769-E64494EFFDC2}"/>
          </ac:spMkLst>
        </pc:spChg>
        <pc:spChg chg="mod">
          <ac:chgData name="Freda Shi" userId="e3bafef1-15f2-4eeb-acbe-fa674bab7991" providerId="ADAL" clId="{9555FC65-5A8C-4EE8-9D5B-8283D7A0923C}" dt="2026-01-14T06:10:24.406" v="33930"/>
          <ac:spMkLst>
            <pc:docMk/>
            <pc:sldMk cId="3459188664" sldId="350"/>
            <ac:spMk id="3" creationId="{CD17617E-D2D2-5106-E415-D0D6C9D5E12A}"/>
          </ac:spMkLst>
        </pc:spChg>
        <pc:picChg chg="add mod">
          <ac:chgData name="Freda Shi" userId="e3bafef1-15f2-4eeb-acbe-fa674bab7991" providerId="ADAL" clId="{9555FC65-5A8C-4EE8-9D5B-8283D7A0923C}" dt="2026-01-14T06:10:20.712" v="33928" actId="1035"/>
          <ac:picMkLst>
            <pc:docMk/>
            <pc:sldMk cId="3459188664" sldId="350"/>
            <ac:picMk id="5" creationId="{9B4366AE-FAD7-2F4B-DF72-5E76946E7A92}"/>
          </ac:picMkLst>
        </pc:picChg>
        <pc:picChg chg="add mod">
          <ac:chgData name="Freda Shi" userId="e3bafef1-15f2-4eeb-acbe-fa674bab7991" providerId="ADAL" clId="{9555FC65-5A8C-4EE8-9D5B-8283D7A0923C}" dt="2026-01-14T06:01:22.369" v="33558"/>
          <ac:picMkLst>
            <pc:docMk/>
            <pc:sldMk cId="3459188664" sldId="350"/>
            <ac:picMk id="6" creationId="{43A1D8DB-DD13-8AEA-2D71-3203670A47AA}"/>
          </ac:picMkLst>
        </pc:picChg>
      </pc:sldChg>
      <pc:sldChg chg="modSp add del mod">
        <pc:chgData name="Freda Shi" userId="e3bafef1-15f2-4eeb-acbe-fa674bab7991" providerId="ADAL" clId="{9555FC65-5A8C-4EE8-9D5B-8283D7A0923C}" dt="2026-01-14T04:07:22.491" v="30298" actId="47"/>
        <pc:sldMkLst>
          <pc:docMk/>
          <pc:sldMk cId="2739705919" sldId="351"/>
        </pc:sldMkLst>
      </pc:sldChg>
      <pc:sldChg chg="delSp modSp add mod modAnim">
        <pc:chgData name="Freda Shi" userId="e3bafef1-15f2-4eeb-acbe-fa674bab7991" providerId="ADAL" clId="{9555FC65-5A8C-4EE8-9D5B-8283D7A0923C}" dt="2026-01-14T06:10:10.076" v="33893" actId="20577"/>
        <pc:sldMkLst>
          <pc:docMk/>
          <pc:sldMk cId="3260305691" sldId="351"/>
        </pc:sldMkLst>
        <pc:spChg chg="mod">
          <ac:chgData name="Freda Shi" userId="e3bafef1-15f2-4eeb-acbe-fa674bab7991" providerId="ADAL" clId="{9555FC65-5A8C-4EE8-9D5B-8283D7A0923C}" dt="2026-01-14T06:10:10.076" v="33893" actId="20577"/>
          <ac:spMkLst>
            <pc:docMk/>
            <pc:sldMk cId="3260305691" sldId="351"/>
            <ac:spMk id="2" creationId="{995B45E6-A9ED-A206-927D-4CBF291EAC35}"/>
          </ac:spMkLst>
        </pc:spChg>
        <pc:spChg chg="mod">
          <ac:chgData name="Freda Shi" userId="e3bafef1-15f2-4eeb-acbe-fa674bab7991" providerId="ADAL" clId="{9555FC65-5A8C-4EE8-9D5B-8283D7A0923C}" dt="2026-01-14T06:09:53.141" v="33880" actId="20577"/>
          <ac:spMkLst>
            <pc:docMk/>
            <pc:sldMk cId="3260305691" sldId="351"/>
            <ac:spMk id="3" creationId="{531DFDD3-987A-6EBF-2FFA-175F3D676328}"/>
          </ac:spMkLst>
        </pc:spChg>
        <pc:picChg chg="del">
          <ac:chgData name="Freda Shi" userId="e3bafef1-15f2-4eeb-acbe-fa674bab7991" providerId="ADAL" clId="{9555FC65-5A8C-4EE8-9D5B-8283D7A0923C}" dt="2026-01-14T06:01:28.675" v="33560" actId="478"/>
          <ac:picMkLst>
            <pc:docMk/>
            <pc:sldMk cId="3260305691" sldId="351"/>
            <ac:picMk id="5" creationId="{CA2ECE83-1D06-F56A-E6A6-164B9DDC4A7D}"/>
          </ac:picMkLst>
        </pc:picChg>
      </pc:sldChg>
      <pc:sldChg chg="modSp add del mod">
        <pc:chgData name="Freda Shi" userId="e3bafef1-15f2-4eeb-acbe-fa674bab7991" providerId="ADAL" clId="{9555FC65-5A8C-4EE8-9D5B-8283D7A0923C}" dt="2026-01-14T04:07:22.491" v="30298" actId="47"/>
        <pc:sldMkLst>
          <pc:docMk/>
          <pc:sldMk cId="1161840988" sldId="352"/>
        </pc:sldMkLst>
      </pc:sldChg>
      <pc:sldChg chg="modSp add mod modAnim">
        <pc:chgData name="Freda Shi" userId="e3bafef1-15f2-4eeb-acbe-fa674bab7991" providerId="ADAL" clId="{9555FC65-5A8C-4EE8-9D5B-8283D7A0923C}" dt="2026-01-14T06:23:50.308" v="34767"/>
        <pc:sldMkLst>
          <pc:docMk/>
          <pc:sldMk cId="3048432536" sldId="352"/>
        </pc:sldMkLst>
        <pc:spChg chg="mod">
          <ac:chgData name="Freda Shi" userId="e3bafef1-15f2-4eeb-acbe-fa674bab7991" providerId="ADAL" clId="{9555FC65-5A8C-4EE8-9D5B-8283D7A0923C}" dt="2026-01-14T06:10:47.064" v="33948" actId="20577"/>
          <ac:spMkLst>
            <pc:docMk/>
            <pc:sldMk cId="3048432536" sldId="352"/>
            <ac:spMk id="2" creationId="{02EA46B8-07B2-DC78-B295-2A78A0507B3B}"/>
          </ac:spMkLst>
        </pc:spChg>
        <pc:spChg chg="mod">
          <ac:chgData name="Freda Shi" userId="e3bafef1-15f2-4eeb-acbe-fa674bab7991" providerId="ADAL" clId="{9555FC65-5A8C-4EE8-9D5B-8283D7A0923C}" dt="2026-01-14T06:23:31.931" v="34765" actId="113"/>
          <ac:spMkLst>
            <pc:docMk/>
            <pc:sldMk cId="3048432536" sldId="352"/>
            <ac:spMk id="3" creationId="{1B95312A-7704-17C1-BCD6-8A0E6FFCBCEE}"/>
          </ac:spMkLst>
        </pc:spChg>
      </pc:sldChg>
      <pc:sldChg chg="modSp add mod modAnim">
        <pc:chgData name="Freda Shi" userId="e3bafef1-15f2-4eeb-acbe-fa674bab7991" providerId="ADAL" clId="{9555FC65-5A8C-4EE8-9D5B-8283D7A0923C}" dt="2026-01-14T06:34:00.114" v="35203" actId="20577"/>
        <pc:sldMkLst>
          <pc:docMk/>
          <pc:sldMk cId="265041453" sldId="353"/>
        </pc:sldMkLst>
        <pc:spChg chg="mod">
          <ac:chgData name="Freda Shi" userId="e3bafef1-15f2-4eeb-acbe-fa674bab7991" providerId="ADAL" clId="{9555FC65-5A8C-4EE8-9D5B-8283D7A0923C}" dt="2026-01-14T06:24:09.034" v="34777" actId="20577"/>
          <ac:spMkLst>
            <pc:docMk/>
            <pc:sldMk cId="265041453" sldId="353"/>
            <ac:spMk id="2" creationId="{A69BB760-5107-2415-8A30-483F2F2185ED}"/>
          </ac:spMkLst>
        </pc:spChg>
        <pc:spChg chg="mod">
          <ac:chgData name="Freda Shi" userId="e3bafef1-15f2-4eeb-acbe-fa674bab7991" providerId="ADAL" clId="{9555FC65-5A8C-4EE8-9D5B-8283D7A0923C}" dt="2026-01-14T06:34:00.114" v="35203" actId="20577"/>
          <ac:spMkLst>
            <pc:docMk/>
            <pc:sldMk cId="265041453" sldId="353"/>
            <ac:spMk id="3" creationId="{434FE090-AB20-C2DD-CF08-BE2BC6225DE9}"/>
          </ac:spMkLst>
        </pc:spChg>
      </pc:sldChg>
      <pc:sldChg chg="modSp add del mod">
        <pc:chgData name="Freda Shi" userId="e3bafef1-15f2-4eeb-acbe-fa674bab7991" providerId="ADAL" clId="{9555FC65-5A8C-4EE8-9D5B-8283D7A0923C}" dt="2026-01-14T04:07:22.491" v="30298" actId="47"/>
        <pc:sldMkLst>
          <pc:docMk/>
          <pc:sldMk cId="1708084276" sldId="353"/>
        </pc:sldMkLst>
      </pc:sldChg>
      <pc:sldChg chg="modSp add del mod">
        <pc:chgData name="Freda Shi" userId="e3bafef1-15f2-4eeb-acbe-fa674bab7991" providerId="ADAL" clId="{9555FC65-5A8C-4EE8-9D5B-8283D7A0923C}" dt="2026-01-14T04:07:22.491" v="30298" actId="47"/>
        <pc:sldMkLst>
          <pc:docMk/>
          <pc:sldMk cId="1521661711" sldId="354"/>
        </pc:sldMkLst>
      </pc:sldChg>
      <pc:sldChg chg="addSp modSp new mod modAnim">
        <pc:chgData name="Freda Shi" userId="e3bafef1-15f2-4eeb-acbe-fa674bab7991" providerId="ADAL" clId="{9555FC65-5A8C-4EE8-9D5B-8283D7A0923C}" dt="2026-01-14T06:36:56.970" v="35560"/>
        <pc:sldMkLst>
          <pc:docMk/>
          <pc:sldMk cId="1833417512" sldId="354"/>
        </pc:sldMkLst>
        <pc:spChg chg="mod">
          <ac:chgData name="Freda Shi" userId="e3bafef1-15f2-4eeb-acbe-fa674bab7991" providerId="ADAL" clId="{9555FC65-5A8C-4EE8-9D5B-8283D7A0923C}" dt="2026-01-14T06:34:34.626" v="35262" actId="20577"/>
          <ac:spMkLst>
            <pc:docMk/>
            <pc:sldMk cId="1833417512" sldId="354"/>
            <ac:spMk id="2" creationId="{CE4212F2-9426-9566-22C2-35A4717F3422}"/>
          </ac:spMkLst>
        </pc:spChg>
        <pc:spChg chg="mod">
          <ac:chgData name="Freda Shi" userId="e3bafef1-15f2-4eeb-acbe-fa674bab7991" providerId="ADAL" clId="{9555FC65-5A8C-4EE8-9D5B-8283D7A0923C}" dt="2026-01-14T06:36:12.483" v="35553" actId="20577"/>
          <ac:spMkLst>
            <pc:docMk/>
            <pc:sldMk cId="1833417512" sldId="354"/>
            <ac:spMk id="3" creationId="{00306EBA-DE26-02AE-B2BA-790E3F2A569A}"/>
          </ac:spMkLst>
        </pc:spChg>
        <pc:picChg chg="add mod">
          <ac:chgData name="Freda Shi" userId="e3bafef1-15f2-4eeb-acbe-fa674bab7991" providerId="ADAL" clId="{9555FC65-5A8C-4EE8-9D5B-8283D7A0923C}" dt="2026-01-14T06:36:47.451" v="35559" actId="12788"/>
          <ac:picMkLst>
            <pc:docMk/>
            <pc:sldMk cId="1833417512" sldId="354"/>
            <ac:picMk id="5" creationId="{490B430C-BCCB-3045-6AC5-DEB657681B68}"/>
          </ac:picMkLst>
        </pc:picChg>
      </pc:sldChg>
      <pc:sldChg chg="modSp add del mod">
        <pc:chgData name="Freda Shi" userId="e3bafef1-15f2-4eeb-acbe-fa674bab7991" providerId="ADAL" clId="{9555FC65-5A8C-4EE8-9D5B-8283D7A0923C}" dt="2026-01-14T04:07:22.491" v="30298" actId="47"/>
        <pc:sldMkLst>
          <pc:docMk/>
          <pc:sldMk cId="551786053" sldId="355"/>
        </pc:sldMkLst>
      </pc:sldChg>
      <pc:sldChg chg="addSp modSp new mod ord">
        <pc:chgData name="Freda Shi" userId="e3bafef1-15f2-4eeb-acbe-fa674bab7991" providerId="ADAL" clId="{9555FC65-5A8C-4EE8-9D5B-8283D7A0923C}" dt="2026-01-14T06:39:43.988" v="35609" actId="1076"/>
        <pc:sldMkLst>
          <pc:docMk/>
          <pc:sldMk cId="1520573347" sldId="355"/>
        </pc:sldMkLst>
        <pc:spChg chg="mod">
          <ac:chgData name="Freda Shi" userId="e3bafef1-15f2-4eeb-acbe-fa674bab7991" providerId="ADAL" clId="{9555FC65-5A8C-4EE8-9D5B-8283D7A0923C}" dt="2026-01-14T06:38:09.090" v="35595" actId="20577"/>
          <ac:spMkLst>
            <pc:docMk/>
            <pc:sldMk cId="1520573347" sldId="355"/>
            <ac:spMk id="2" creationId="{7701E518-6E43-95A4-DB6C-E90EBDEF98BC}"/>
          </ac:spMkLst>
        </pc:spChg>
        <pc:spChg chg="mod">
          <ac:chgData name="Freda Shi" userId="e3bafef1-15f2-4eeb-acbe-fa674bab7991" providerId="ADAL" clId="{9555FC65-5A8C-4EE8-9D5B-8283D7A0923C}" dt="2026-01-14T06:39:22.494" v="35603" actId="20577"/>
          <ac:spMkLst>
            <pc:docMk/>
            <pc:sldMk cId="1520573347" sldId="355"/>
            <ac:spMk id="3" creationId="{8A79FA41-52CB-E35F-080A-95999A9128FA}"/>
          </ac:spMkLst>
        </pc:spChg>
        <pc:spChg chg="add mod">
          <ac:chgData name="Freda Shi" userId="e3bafef1-15f2-4eeb-acbe-fa674bab7991" providerId="ADAL" clId="{9555FC65-5A8C-4EE8-9D5B-8283D7A0923C}" dt="2026-01-14T06:39:07.031" v="35597"/>
          <ac:spMkLst>
            <pc:docMk/>
            <pc:sldMk cId="1520573347" sldId="355"/>
            <ac:spMk id="5" creationId="{659D8988-2808-AD62-3CE4-8949259F2EF2}"/>
          </ac:spMkLst>
        </pc:spChg>
        <pc:picChg chg="add mod">
          <ac:chgData name="Freda Shi" userId="e3bafef1-15f2-4eeb-acbe-fa674bab7991" providerId="ADAL" clId="{9555FC65-5A8C-4EE8-9D5B-8283D7A0923C}" dt="2026-01-14T06:39:07.031" v="35597"/>
          <ac:picMkLst>
            <pc:docMk/>
            <pc:sldMk cId="1520573347" sldId="355"/>
            <ac:picMk id="6" creationId="{D74CE2CE-8156-715D-6990-58210BA8F375}"/>
          </ac:picMkLst>
        </pc:picChg>
        <pc:picChg chg="add mod">
          <ac:chgData name="Freda Shi" userId="e3bafef1-15f2-4eeb-acbe-fa674bab7991" providerId="ADAL" clId="{9555FC65-5A8C-4EE8-9D5B-8283D7A0923C}" dt="2026-01-14T06:39:07.031" v="35597"/>
          <ac:picMkLst>
            <pc:docMk/>
            <pc:sldMk cId="1520573347" sldId="355"/>
            <ac:picMk id="7" creationId="{94025009-74B8-E629-C1C9-7E706A20D684}"/>
          </ac:picMkLst>
        </pc:picChg>
        <pc:picChg chg="add mod">
          <ac:chgData name="Freda Shi" userId="e3bafef1-15f2-4eeb-acbe-fa674bab7991" providerId="ADAL" clId="{9555FC65-5A8C-4EE8-9D5B-8283D7A0923C}" dt="2026-01-14T06:39:35.745" v="35606" actId="1076"/>
          <ac:picMkLst>
            <pc:docMk/>
            <pc:sldMk cId="1520573347" sldId="355"/>
            <ac:picMk id="8" creationId="{D74CE2CE-8156-715D-6990-58210BA8F375}"/>
          </ac:picMkLst>
        </pc:picChg>
        <pc:picChg chg="add mod">
          <ac:chgData name="Freda Shi" userId="e3bafef1-15f2-4eeb-acbe-fa674bab7991" providerId="ADAL" clId="{9555FC65-5A8C-4EE8-9D5B-8283D7A0923C}" dt="2026-01-14T06:39:43.988" v="35609" actId="1076"/>
          <ac:picMkLst>
            <pc:docMk/>
            <pc:sldMk cId="1520573347" sldId="355"/>
            <ac:picMk id="9" creationId="{94025009-74B8-E629-C1C9-7E706A20D684}"/>
          </ac:picMkLst>
        </pc:picChg>
      </pc:sldChg>
      <pc:sldChg chg="modSp add del mod">
        <pc:chgData name="Freda Shi" userId="e3bafef1-15f2-4eeb-acbe-fa674bab7991" providerId="ADAL" clId="{9555FC65-5A8C-4EE8-9D5B-8283D7A0923C}" dt="2026-01-14T04:07:22.491" v="30298" actId="47"/>
        <pc:sldMkLst>
          <pc:docMk/>
          <pc:sldMk cId="339435674" sldId="356"/>
        </pc:sldMkLst>
      </pc:sldChg>
      <pc:sldChg chg="addSp modSp add mod modAnim">
        <pc:chgData name="Freda Shi" userId="e3bafef1-15f2-4eeb-acbe-fa674bab7991" providerId="ADAL" clId="{9555FC65-5A8C-4EE8-9D5B-8283D7A0923C}" dt="2026-01-14T06:42:01.063" v="35695"/>
        <pc:sldMkLst>
          <pc:docMk/>
          <pc:sldMk cId="3510348802" sldId="356"/>
        </pc:sldMkLst>
        <pc:spChg chg="mod">
          <ac:chgData name="Freda Shi" userId="e3bafef1-15f2-4eeb-acbe-fa674bab7991" providerId="ADAL" clId="{9555FC65-5A8C-4EE8-9D5B-8283D7A0923C}" dt="2026-01-14T06:40:34.161" v="35657" actId="20577"/>
          <ac:spMkLst>
            <pc:docMk/>
            <pc:sldMk cId="3510348802" sldId="356"/>
            <ac:spMk id="2" creationId="{0E1D137F-A939-2818-AF14-10119DF3787F}"/>
          </ac:spMkLst>
        </pc:spChg>
        <pc:spChg chg="add mod">
          <ac:chgData name="Freda Shi" userId="e3bafef1-15f2-4eeb-acbe-fa674bab7991" providerId="ADAL" clId="{9555FC65-5A8C-4EE8-9D5B-8283D7A0923C}" dt="2026-01-14T06:41:56.505" v="35694" actId="1076"/>
          <ac:spMkLst>
            <pc:docMk/>
            <pc:sldMk cId="3510348802" sldId="356"/>
            <ac:spMk id="8" creationId="{7AA76AE9-BFC4-699D-72E2-F22C9778684D}"/>
          </ac:spMkLst>
        </pc:spChg>
      </pc:sldChg>
      <pc:sldChg chg="modSp add del mod">
        <pc:chgData name="Freda Shi" userId="e3bafef1-15f2-4eeb-acbe-fa674bab7991" providerId="ADAL" clId="{9555FC65-5A8C-4EE8-9D5B-8283D7A0923C}" dt="2026-01-14T04:07:22.491" v="30298" actId="47"/>
        <pc:sldMkLst>
          <pc:docMk/>
          <pc:sldMk cId="396287298" sldId="357"/>
        </pc:sldMkLst>
      </pc:sldChg>
      <pc:sldChg chg="addSp delSp modSp new mod">
        <pc:chgData name="Freda Shi" userId="e3bafef1-15f2-4eeb-acbe-fa674bab7991" providerId="ADAL" clId="{9555FC65-5A8C-4EE8-9D5B-8283D7A0923C}" dt="2026-01-14T06:47:26.132" v="35961" actId="12788"/>
        <pc:sldMkLst>
          <pc:docMk/>
          <pc:sldMk cId="2477915819" sldId="357"/>
        </pc:sldMkLst>
        <pc:spChg chg="mod">
          <ac:chgData name="Freda Shi" userId="e3bafef1-15f2-4eeb-acbe-fa674bab7991" providerId="ADAL" clId="{9555FC65-5A8C-4EE8-9D5B-8283D7A0923C}" dt="2026-01-14T06:42:24.357" v="35727" actId="20577"/>
          <ac:spMkLst>
            <pc:docMk/>
            <pc:sldMk cId="2477915819" sldId="357"/>
            <ac:spMk id="2" creationId="{4A6B8D7C-AE8E-17AE-0F84-E1AAAE27118B}"/>
          </ac:spMkLst>
        </pc:spChg>
        <pc:spChg chg="del mod">
          <ac:chgData name="Freda Shi" userId="e3bafef1-15f2-4eeb-acbe-fa674bab7991" providerId="ADAL" clId="{9555FC65-5A8C-4EE8-9D5B-8283D7A0923C}" dt="2026-01-14T06:42:41.680" v="35734" actId="478"/>
          <ac:spMkLst>
            <pc:docMk/>
            <pc:sldMk cId="2477915819" sldId="357"/>
            <ac:spMk id="3" creationId="{76AE929E-3E6E-0586-11EF-497F0ECA413C}"/>
          </ac:spMkLst>
        </pc:spChg>
        <pc:spChg chg="add mod">
          <ac:chgData name="Freda Shi" userId="e3bafef1-15f2-4eeb-acbe-fa674bab7991" providerId="ADAL" clId="{9555FC65-5A8C-4EE8-9D5B-8283D7A0923C}" dt="2026-01-14T06:47:26.132" v="35961" actId="12788"/>
          <ac:spMkLst>
            <pc:docMk/>
            <pc:sldMk cId="2477915819" sldId="357"/>
            <ac:spMk id="5" creationId="{3CF59C96-7B2C-6755-7A19-140822E13DCD}"/>
          </ac:spMkLst>
        </pc:spChg>
        <pc:spChg chg="add mod">
          <ac:chgData name="Freda Shi" userId="e3bafef1-15f2-4eeb-acbe-fa674bab7991" providerId="ADAL" clId="{9555FC65-5A8C-4EE8-9D5B-8283D7A0923C}" dt="2026-01-14T06:42:30.845" v="35730" actId="2711"/>
          <ac:spMkLst>
            <pc:docMk/>
            <pc:sldMk cId="2477915819" sldId="357"/>
            <ac:spMk id="8" creationId="{F8DA45E8-433B-3E0F-4AA0-7910C146A169}"/>
          </ac:spMkLst>
        </pc:spChg>
        <pc:spChg chg="mod">
          <ac:chgData name="Freda Shi" userId="e3bafef1-15f2-4eeb-acbe-fa674bab7991" providerId="ADAL" clId="{9555FC65-5A8C-4EE8-9D5B-8283D7A0923C}" dt="2026-01-14T06:42:30.845" v="35730" actId="2711"/>
          <ac:spMkLst>
            <pc:docMk/>
            <pc:sldMk cId="2477915819" sldId="357"/>
            <ac:spMk id="9" creationId="{04E333C5-00DA-62DF-807F-1191589DEEDD}"/>
          </ac:spMkLst>
        </pc:spChg>
        <pc:spChg chg="add mod">
          <ac:chgData name="Freda Shi" userId="e3bafef1-15f2-4eeb-acbe-fa674bab7991" providerId="ADAL" clId="{9555FC65-5A8C-4EE8-9D5B-8283D7A0923C}" dt="2026-01-14T06:42:30.845" v="35730" actId="2711"/>
          <ac:spMkLst>
            <pc:docMk/>
            <pc:sldMk cId="2477915819" sldId="357"/>
            <ac:spMk id="13" creationId="{86435C25-8F9F-96AB-E554-4FAC6B0B298A}"/>
          </ac:spMkLst>
        </pc:spChg>
        <pc:spChg chg="add mod">
          <ac:chgData name="Freda Shi" userId="e3bafef1-15f2-4eeb-acbe-fa674bab7991" providerId="ADAL" clId="{9555FC65-5A8C-4EE8-9D5B-8283D7A0923C}" dt="2026-01-14T06:42:30.845" v="35730" actId="2711"/>
          <ac:spMkLst>
            <pc:docMk/>
            <pc:sldMk cId="2477915819" sldId="357"/>
            <ac:spMk id="15" creationId="{BE47DC32-E15F-68C6-0DF0-8C15C28CDE79}"/>
          </ac:spMkLst>
        </pc:spChg>
        <pc:spChg chg="add mod">
          <ac:chgData name="Freda Shi" userId="e3bafef1-15f2-4eeb-acbe-fa674bab7991" providerId="ADAL" clId="{9555FC65-5A8C-4EE8-9D5B-8283D7A0923C}" dt="2026-01-14T06:42:30.845" v="35730" actId="2711"/>
          <ac:spMkLst>
            <pc:docMk/>
            <pc:sldMk cId="2477915819" sldId="357"/>
            <ac:spMk id="16" creationId="{53B9E8BA-BBE2-997E-B6AC-024D8506A11B}"/>
          </ac:spMkLst>
        </pc:spChg>
        <pc:spChg chg="add mod">
          <ac:chgData name="Freda Shi" userId="e3bafef1-15f2-4eeb-acbe-fa674bab7991" providerId="ADAL" clId="{9555FC65-5A8C-4EE8-9D5B-8283D7A0923C}" dt="2026-01-14T06:42:30.845" v="35730" actId="2711"/>
          <ac:spMkLst>
            <pc:docMk/>
            <pc:sldMk cId="2477915819" sldId="357"/>
            <ac:spMk id="17" creationId="{3DBE1AC1-21D5-5AFE-3290-C94457D6F627}"/>
          </ac:spMkLst>
        </pc:spChg>
        <pc:spChg chg="add mod">
          <ac:chgData name="Freda Shi" userId="e3bafef1-15f2-4eeb-acbe-fa674bab7991" providerId="ADAL" clId="{9555FC65-5A8C-4EE8-9D5B-8283D7A0923C}" dt="2026-01-14T06:42:30.845" v="35730" actId="2711"/>
          <ac:spMkLst>
            <pc:docMk/>
            <pc:sldMk cId="2477915819" sldId="357"/>
            <ac:spMk id="18" creationId="{3B335C25-40D1-E242-A275-89DD9C747591}"/>
          </ac:spMkLst>
        </pc:spChg>
        <pc:spChg chg="add mod">
          <ac:chgData name="Freda Shi" userId="e3bafef1-15f2-4eeb-acbe-fa674bab7991" providerId="ADAL" clId="{9555FC65-5A8C-4EE8-9D5B-8283D7A0923C}" dt="2026-01-14T06:42:30.845" v="35730" actId="2711"/>
          <ac:spMkLst>
            <pc:docMk/>
            <pc:sldMk cId="2477915819" sldId="357"/>
            <ac:spMk id="22" creationId="{FE6A2E69-CFB4-CC15-E948-6A4E7B73E65C}"/>
          </ac:spMkLst>
        </pc:spChg>
        <pc:spChg chg="add mod">
          <ac:chgData name="Freda Shi" userId="e3bafef1-15f2-4eeb-acbe-fa674bab7991" providerId="ADAL" clId="{9555FC65-5A8C-4EE8-9D5B-8283D7A0923C}" dt="2026-01-14T06:42:26.512" v="35729"/>
          <ac:spMkLst>
            <pc:docMk/>
            <pc:sldMk cId="2477915819" sldId="357"/>
            <ac:spMk id="23" creationId="{0D47D8DB-386D-A7EF-A6D0-4D95AE7EC2D8}"/>
          </ac:spMkLst>
        </pc:spChg>
        <pc:spChg chg="add mod">
          <ac:chgData name="Freda Shi" userId="e3bafef1-15f2-4eeb-acbe-fa674bab7991" providerId="ADAL" clId="{9555FC65-5A8C-4EE8-9D5B-8283D7A0923C}" dt="2026-01-14T06:42:30.845" v="35730" actId="2711"/>
          <ac:spMkLst>
            <pc:docMk/>
            <pc:sldMk cId="2477915819" sldId="357"/>
            <ac:spMk id="25" creationId="{0240C806-B137-EEC5-E2A8-C836757F6EA0}"/>
          </ac:spMkLst>
        </pc:spChg>
        <pc:grpChg chg="del mod">
          <ac:chgData name="Freda Shi" userId="e3bafef1-15f2-4eeb-acbe-fa674bab7991" providerId="ADAL" clId="{9555FC65-5A8C-4EE8-9D5B-8283D7A0923C}" dt="2026-01-14T06:45:14.321" v="35871" actId="478"/>
          <ac:grpSpMkLst>
            <pc:docMk/>
            <pc:sldMk cId="2477915819" sldId="357"/>
            <ac:grpSpMk id="6" creationId="{86050668-D3D4-76AA-82BC-0D4483C51F17}"/>
          </ac:grpSpMkLst>
        </pc:grpChg>
      </pc:sldChg>
      <pc:sldChg chg="modSp add del mod">
        <pc:chgData name="Freda Shi" userId="e3bafef1-15f2-4eeb-acbe-fa674bab7991" providerId="ADAL" clId="{9555FC65-5A8C-4EE8-9D5B-8283D7A0923C}" dt="2026-01-14T04:07:22.491" v="30298" actId="47"/>
        <pc:sldMkLst>
          <pc:docMk/>
          <pc:sldMk cId="587171385" sldId="358"/>
        </pc:sldMkLst>
      </pc:sldChg>
      <pc:sldChg chg="addSp delSp modSp new mod">
        <pc:chgData name="Freda Shi" userId="e3bafef1-15f2-4eeb-acbe-fa674bab7991" providerId="ADAL" clId="{9555FC65-5A8C-4EE8-9D5B-8283D7A0923C}" dt="2026-01-14T06:49:18.685" v="36021" actId="1076"/>
        <pc:sldMkLst>
          <pc:docMk/>
          <pc:sldMk cId="1916184794" sldId="358"/>
        </pc:sldMkLst>
        <pc:spChg chg="mod">
          <ac:chgData name="Freda Shi" userId="e3bafef1-15f2-4eeb-acbe-fa674bab7991" providerId="ADAL" clId="{9555FC65-5A8C-4EE8-9D5B-8283D7A0923C}" dt="2026-01-14T06:44:08.794" v="35796" actId="2711"/>
          <ac:spMkLst>
            <pc:docMk/>
            <pc:sldMk cId="1916184794" sldId="358"/>
            <ac:spMk id="2" creationId="{8A61E5DD-D534-EDD9-1502-E90D8125844C}"/>
          </ac:spMkLst>
        </pc:spChg>
        <pc:spChg chg="del mod">
          <ac:chgData name="Freda Shi" userId="e3bafef1-15f2-4eeb-acbe-fa674bab7991" providerId="ADAL" clId="{9555FC65-5A8C-4EE8-9D5B-8283D7A0923C}" dt="2026-01-14T06:43:20.359" v="35793" actId="478"/>
          <ac:spMkLst>
            <pc:docMk/>
            <pc:sldMk cId="1916184794" sldId="358"/>
            <ac:spMk id="3" creationId="{87060C95-729B-DA71-065A-EF3A9C27AF98}"/>
          </ac:spMkLst>
        </pc:spChg>
        <pc:spChg chg="mod">
          <ac:chgData name="Freda Shi" userId="e3bafef1-15f2-4eeb-acbe-fa674bab7991" providerId="ADAL" clId="{9555FC65-5A8C-4EE8-9D5B-8283D7A0923C}" dt="2026-01-14T06:44:08.794" v="35796" actId="2711"/>
          <ac:spMkLst>
            <pc:docMk/>
            <pc:sldMk cId="1916184794" sldId="358"/>
            <ac:spMk id="4" creationId="{62D04EB3-0E89-AEAA-1B6D-C068ABB67D77}"/>
          </ac:spMkLst>
        </pc:spChg>
        <pc:spChg chg="del mod">
          <ac:chgData name="Freda Shi" userId="e3bafef1-15f2-4eeb-acbe-fa674bab7991" providerId="ADAL" clId="{9555FC65-5A8C-4EE8-9D5B-8283D7A0923C}" dt="2026-01-14T06:44:25.696" v="35798" actId="478"/>
          <ac:spMkLst>
            <pc:docMk/>
            <pc:sldMk cId="1916184794" sldId="358"/>
            <ac:spMk id="11" creationId="{F67B3F9D-FA9F-158A-A1AB-263A9DAB01DA}"/>
          </ac:spMkLst>
        </pc:spChg>
        <pc:spChg chg="mod">
          <ac:chgData name="Freda Shi" userId="e3bafef1-15f2-4eeb-acbe-fa674bab7991" providerId="ADAL" clId="{9555FC65-5A8C-4EE8-9D5B-8283D7A0923C}" dt="2026-01-14T06:44:15.692" v="35797" actId="255"/>
          <ac:spMkLst>
            <pc:docMk/>
            <pc:sldMk cId="1916184794" sldId="358"/>
            <ac:spMk id="13" creationId="{313B97E5-62FB-F9A2-C75E-381FB47323EC}"/>
          </ac:spMkLst>
        </pc:spChg>
        <pc:spChg chg="mod">
          <ac:chgData name="Freda Shi" userId="e3bafef1-15f2-4eeb-acbe-fa674bab7991" providerId="ADAL" clId="{9555FC65-5A8C-4EE8-9D5B-8283D7A0923C}" dt="2026-01-14T06:44:15.692" v="35797" actId="255"/>
          <ac:spMkLst>
            <pc:docMk/>
            <pc:sldMk cId="1916184794" sldId="358"/>
            <ac:spMk id="14" creationId="{F069CE5B-B034-0424-F435-67FE4D0D848E}"/>
          </ac:spMkLst>
        </pc:spChg>
        <pc:spChg chg="mod">
          <ac:chgData name="Freda Shi" userId="e3bafef1-15f2-4eeb-acbe-fa674bab7991" providerId="ADAL" clId="{9555FC65-5A8C-4EE8-9D5B-8283D7A0923C}" dt="2026-01-14T06:44:15.692" v="35797" actId="255"/>
          <ac:spMkLst>
            <pc:docMk/>
            <pc:sldMk cId="1916184794" sldId="358"/>
            <ac:spMk id="16" creationId="{10C1539C-FE28-E3A4-330E-3F10064930F2}"/>
          </ac:spMkLst>
        </pc:spChg>
        <pc:spChg chg="mod">
          <ac:chgData name="Freda Shi" userId="e3bafef1-15f2-4eeb-acbe-fa674bab7991" providerId="ADAL" clId="{9555FC65-5A8C-4EE8-9D5B-8283D7A0923C}" dt="2026-01-14T06:44:15.692" v="35797" actId="255"/>
          <ac:spMkLst>
            <pc:docMk/>
            <pc:sldMk cId="1916184794" sldId="358"/>
            <ac:spMk id="17" creationId="{7F3B35CF-5A0C-128B-553A-AADD8AC8F327}"/>
          </ac:spMkLst>
        </pc:spChg>
        <pc:spChg chg="mod">
          <ac:chgData name="Freda Shi" userId="e3bafef1-15f2-4eeb-acbe-fa674bab7991" providerId="ADAL" clId="{9555FC65-5A8C-4EE8-9D5B-8283D7A0923C}" dt="2026-01-14T06:44:15.692" v="35797" actId="255"/>
          <ac:spMkLst>
            <pc:docMk/>
            <pc:sldMk cId="1916184794" sldId="358"/>
            <ac:spMk id="18" creationId="{CFBD16C3-7B96-1F96-B74A-5865247BF62E}"/>
          </ac:spMkLst>
        </pc:spChg>
        <pc:spChg chg="mod">
          <ac:chgData name="Freda Shi" userId="e3bafef1-15f2-4eeb-acbe-fa674bab7991" providerId="ADAL" clId="{9555FC65-5A8C-4EE8-9D5B-8283D7A0923C}" dt="2026-01-14T06:44:15.692" v="35797" actId="255"/>
          <ac:spMkLst>
            <pc:docMk/>
            <pc:sldMk cId="1916184794" sldId="358"/>
            <ac:spMk id="19" creationId="{6E11687C-7FB6-7F0F-173B-1BE0E2232ECC}"/>
          </ac:spMkLst>
        </pc:spChg>
        <pc:spChg chg="add mod">
          <ac:chgData name="Freda Shi" userId="e3bafef1-15f2-4eeb-acbe-fa674bab7991" providerId="ADAL" clId="{9555FC65-5A8C-4EE8-9D5B-8283D7A0923C}" dt="2026-01-14T06:43:20.931" v="35794"/>
          <ac:spMkLst>
            <pc:docMk/>
            <pc:sldMk cId="1916184794" sldId="358"/>
            <ac:spMk id="20" creationId="{730FDB25-07DC-A40B-9F9F-FE860EB0C6A0}"/>
          </ac:spMkLst>
        </pc:spChg>
        <pc:spChg chg="add mod">
          <ac:chgData name="Freda Shi" userId="e3bafef1-15f2-4eeb-acbe-fa674bab7991" providerId="ADAL" clId="{9555FC65-5A8C-4EE8-9D5B-8283D7A0923C}" dt="2026-01-14T06:44:15.692" v="35797" actId="255"/>
          <ac:spMkLst>
            <pc:docMk/>
            <pc:sldMk cId="1916184794" sldId="358"/>
            <ac:spMk id="21" creationId="{98BD3D2D-A351-73BB-D956-036D29148C06}"/>
          </ac:spMkLst>
        </pc:spChg>
        <pc:spChg chg="mod">
          <ac:chgData name="Freda Shi" userId="e3bafef1-15f2-4eeb-acbe-fa674bab7991" providerId="ADAL" clId="{9555FC65-5A8C-4EE8-9D5B-8283D7A0923C}" dt="2026-01-14T06:44:15.692" v="35797" actId="255"/>
          <ac:spMkLst>
            <pc:docMk/>
            <pc:sldMk cId="1916184794" sldId="358"/>
            <ac:spMk id="22" creationId="{97A65564-4E8E-7E35-281B-69F504542635}"/>
          </ac:spMkLst>
        </pc:spChg>
        <pc:spChg chg="mod">
          <ac:chgData name="Freda Shi" userId="e3bafef1-15f2-4eeb-acbe-fa674bab7991" providerId="ADAL" clId="{9555FC65-5A8C-4EE8-9D5B-8283D7A0923C}" dt="2026-01-14T06:44:15.692" v="35797" actId="255"/>
          <ac:spMkLst>
            <pc:docMk/>
            <pc:sldMk cId="1916184794" sldId="358"/>
            <ac:spMk id="24" creationId="{54FAC68B-C928-0732-DDBC-BF1B8E5F095A}"/>
          </ac:spMkLst>
        </pc:spChg>
        <pc:spChg chg="add mod">
          <ac:chgData name="Freda Shi" userId="e3bafef1-15f2-4eeb-acbe-fa674bab7991" providerId="ADAL" clId="{9555FC65-5A8C-4EE8-9D5B-8283D7A0923C}" dt="2026-01-14T06:44:08.794" v="35796" actId="2711"/>
          <ac:spMkLst>
            <pc:docMk/>
            <pc:sldMk cId="1916184794" sldId="358"/>
            <ac:spMk id="26" creationId="{29E070D2-3337-34AD-7B09-93F06A46EE44}"/>
          </ac:spMkLst>
        </pc:spChg>
        <pc:spChg chg="mod">
          <ac:chgData name="Freda Shi" userId="e3bafef1-15f2-4eeb-acbe-fa674bab7991" providerId="ADAL" clId="{9555FC65-5A8C-4EE8-9D5B-8283D7A0923C}" dt="2026-01-14T06:44:34.736" v="35833" actId="1036"/>
          <ac:spMkLst>
            <pc:docMk/>
            <pc:sldMk cId="1916184794" sldId="358"/>
            <ac:spMk id="27" creationId="{D60CAB34-883A-77F8-365F-C7F8C9CC0F87}"/>
          </ac:spMkLst>
        </pc:spChg>
        <pc:spChg chg="mod">
          <ac:chgData name="Freda Shi" userId="e3bafef1-15f2-4eeb-acbe-fa674bab7991" providerId="ADAL" clId="{9555FC65-5A8C-4EE8-9D5B-8283D7A0923C}" dt="2026-01-14T06:44:34.736" v="35833" actId="1036"/>
          <ac:spMkLst>
            <pc:docMk/>
            <pc:sldMk cId="1916184794" sldId="358"/>
            <ac:spMk id="28" creationId="{FCC96018-0ABE-D454-DAC7-70434719D02C}"/>
          </ac:spMkLst>
        </pc:spChg>
        <pc:spChg chg="mod">
          <ac:chgData name="Freda Shi" userId="e3bafef1-15f2-4eeb-acbe-fa674bab7991" providerId="ADAL" clId="{9555FC65-5A8C-4EE8-9D5B-8283D7A0923C}" dt="2026-01-14T06:44:34.736" v="35833" actId="1036"/>
          <ac:spMkLst>
            <pc:docMk/>
            <pc:sldMk cId="1916184794" sldId="358"/>
            <ac:spMk id="31" creationId="{472FBA7C-C328-AA22-A038-4355F63B719C}"/>
          </ac:spMkLst>
        </pc:spChg>
        <pc:spChg chg="mod">
          <ac:chgData name="Freda Shi" userId="e3bafef1-15f2-4eeb-acbe-fa674bab7991" providerId="ADAL" clId="{9555FC65-5A8C-4EE8-9D5B-8283D7A0923C}" dt="2026-01-14T06:44:34.736" v="35833" actId="1036"/>
          <ac:spMkLst>
            <pc:docMk/>
            <pc:sldMk cId="1916184794" sldId="358"/>
            <ac:spMk id="32" creationId="{D4489339-76F1-A58E-1452-3800B1D9047F}"/>
          </ac:spMkLst>
        </pc:spChg>
        <pc:spChg chg="mod">
          <ac:chgData name="Freda Shi" userId="e3bafef1-15f2-4eeb-acbe-fa674bab7991" providerId="ADAL" clId="{9555FC65-5A8C-4EE8-9D5B-8283D7A0923C}" dt="2026-01-14T06:44:34.736" v="35833" actId="1036"/>
          <ac:spMkLst>
            <pc:docMk/>
            <pc:sldMk cId="1916184794" sldId="358"/>
            <ac:spMk id="33" creationId="{B03D071C-1091-2F6E-DD2E-8E653D28CAB2}"/>
          </ac:spMkLst>
        </pc:spChg>
        <pc:spChg chg="mod">
          <ac:chgData name="Freda Shi" userId="e3bafef1-15f2-4eeb-acbe-fa674bab7991" providerId="ADAL" clId="{9555FC65-5A8C-4EE8-9D5B-8283D7A0923C}" dt="2026-01-14T06:44:34.736" v="35833" actId="1036"/>
          <ac:spMkLst>
            <pc:docMk/>
            <pc:sldMk cId="1916184794" sldId="358"/>
            <ac:spMk id="35" creationId="{62D13AFD-CCCC-CC19-58A0-18B14C6A5C64}"/>
          </ac:spMkLst>
        </pc:spChg>
        <pc:spChg chg="add mod">
          <ac:chgData name="Freda Shi" userId="e3bafef1-15f2-4eeb-acbe-fa674bab7991" providerId="ADAL" clId="{9555FC65-5A8C-4EE8-9D5B-8283D7A0923C}" dt="2026-01-14T06:43:20.931" v="35794"/>
          <ac:spMkLst>
            <pc:docMk/>
            <pc:sldMk cId="1916184794" sldId="358"/>
            <ac:spMk id="36" creationId="{4176A083-5D6C-EC1B-960C-5AEE4A4893A5}"/>
          </ac:spMkLst>
        </pc:spChg>
        <pc:spChg chg="mod">
          <ac:chgData name="Freda Shi" userId="e3bafef1-15f2-4eeb-acbe-fa674bab7991" providerId="ADAL" clId="{9555FC65-5A8C-4EE8-9D5B-8283D7A0923C}" dt="2026-01-14T06:44:34.736" v="35833" actId="1036"/>
          <ac:spMkLst>
            <pc:docMk/>
            <pc:sldMk cId="1916184794" sldId="358"/>
            <ac:spMk id="37" creationId="{9740E20C-8AC7-1A2D-AC40-6567C2B11B20}"/>
          </ac:spMkLst>
        </pc:spChg>
        <pc:spChg chg="add mod">
          <ac:chgData name="Freda Shi" userId="e3bafef1-15f2-4eeb-acbe-fa674bab7991" providerId="ADAL" clId="{9555FC65-5A8C-4EE8-9D5B-8283D7A0923C}" dt="2026-01-14T06:43:20.931" v="35794"/>
          <ac:spMkLst>
            <pc:docMk/>
            <pc:sldMk cId="1916184794" sldId="358"/>
            <ac:spMk id="39" creationId="{2CF1082B-7EC9-1368-EFDB-1EB794E93E23}"/>
          </ac:spMkLst>
        </pc:spChg>
        <pc:spChg chg="mod">
          <ac:chgData name="Freda Shi" userId="e3bafef1-15f2-4eeb-acbe-fa674bab7991" providerId="ADAL" clId="{9555FC65-5A8C-4EE8-9D5B-8283D7A0923C}" dt="2026-01-14T06:44:34.736" v="35833" actId="1036"/>
          <ac:spMkLst>
            <pc:docMk/>
            <pc:sldMk cId="1916184794" sldId="358"/>
            <ac:spMk id="41" creationId="{8451D7BB-1DDE-1511-665D-F3219772EFBF}"/>
          </ac:spMkLst>
        </pc:spChg>
        <pc:spChg chg="mod">
          <ac:chgData name="Freda Shi" userId="e3bafef1-15f2-4eeb-acbe-fa674bab7991" providerId="ADAL" clId="{9555FC65-5A8C-4EE8-9D5B-8283D7A0923C}" dt="2026-01-14T06:44:34.736" v="35833" actId="1036"/>
          <ac:spMkLst>
            <pc:docMk/>
            <pc:sldMk cId="1916184794" sldId="358"/>
            <ac:spMk id="45" creationId="{D6607CDE-893A-6AE7-7195-D0D8687D68AB}"/>
          </ac:spMkLst>
        </pc:spChg>
        <pc:spChg chg="add mod">
          <ac:chgData name="Freda Shi" userId="e3bafef1-15f2-4eeb-acbe-fa674bab7991" providerId="ADAL" clId="{9555FC65-5A8C-4EE8-9D5B-8283D7A0923C}" dt="2026-01-14T06:43:20.931" v="35794"/>
          <ac:spMkLst>
            <pc:docMk/>
            <pc:sldMk cId="1916184794" sldId="358"/>
            <ac:spMk id="46" creationId="{3787E14B-4501-9F67-1385-B34E74916ECE}"/>
          </ac:spMkLst>
        </pc:spChg>
        <pc:spChg chg="mod">
          <ac:chgData name="Freda Shi" userId="e3bafef1-15f2-4eeb-acbe-fa674bab7991" providerId="ADAL" clId="{9555FC65-5A8C-4EE8-9D5B-8283D7A0923C}" dt="2026-01-14T06:44:34.736" v="35833" actId="1036"/>
          <ac:spMkLst>
            <pc:docMk/>
            <pc:sldMk cId="1916184794" sldId="358"/>
            <ac:spMk id="47" creationId="{95D6AC5B-8D0D-123B-F007-23E68DAC37ED}"/>
          </ac:spMkLst>
        </pc:spChg>
        <pc:spChg chg="add mod">
          <ac:chgData name="Freda Shi" userId="e3bafef1-15f2-4eeb-acbe-fa674bab7991" providerId="ADAL" clId="{9555FC65-5A8C-4EE8-9D5B-8283D7A0923C}" dt="2026-01-14T06:43:20.931" v="35794"/>
          <ac:spMkLst>
            <pc:docMk/>
            <pc:sldMk cId="1916184794" sldId="358"/>
            <ac:spMk id="54" creationId="{A82F148A-3A09-38D8-A16D-260DB07C7B05}"/>
          </ac:spMkLst>
        </pc:spChg>
        <pc:spChg chg="add mod">
          <ac:chgData name="Freda Shi" userId="e3bafef1-15f2-4eeb-acbe-fa674bab7991" providerId="ADAL" clId="{9555FC65-5A8C-4EE8-9D5B-8283D7A0923C}" dt="2026-01-14T06:43:20.931" v="35794"/>
          <ac:spMkLst>
            <pc:docMk/>
            <pc:sldMk cId="1916184794" sldId="358"/>
            <ac:spMk id="63" creationId="{BD36FAC2-0F30-7808-ACED-7B4016B938B8}"/>
          </ac:spMkLst>
        </pc:spChg>
        <pc:spChg chg="add mod">
          <ac:chgData name="Freda Shi" userId="e3bafef1-15f2-4eeb-acbe-fa674bab7991" providerId="ADAL" clId="{9555FC65-5A8C-4EE8-9D5B-8283D7A0923C}" dt="2026-01-14T06:43:20.931" v="35794"/>
          <ac:spMkLst>
            <pc:docMk/>
            <pc:sldMk cId="1916184794" sldId="358"/>
            <ac:spMk id="66" creationId="{546F5E37-4402-9470-0855-6978FDC769A3}"/>
          </ac:spMkLst>
        </pc:spChg>
        <pc:spChg chg="add mod">
          <ac:chgData name="Freda Shi" userId="e3bafef1-15f2-4eeb-acbe-fa674bab7991" providerId="ADAL" clId="{9555FC65-5A8C-4EE8-9D5B-8283D7A0923C}" dt="2026-01-14T06:43:20.931" v="35794"/>
          <ac:spMkLst>
            <pc:docMk/>
            <pc:sldMk cId="1916184794" sldId="358"/>
            <ac:spMk id="72" creationId="{B3337F56-4795-98C5-78BF-55FB4F150AAB}"/>
          </ac:spMkLst>
        </pc:spChg>
        <pc:spChg chg="add mod">
          <ac:chgData name="Freda Shi" userId="e3bafef1-15f2-4eeb-acbe-fa674bab7991" providerId="ADAL" clId="{9555FC65-5A8C-4EE8-9D5B-8283D7A0923C}" dt="2026-01-14T06:48:54.109" v="36018" actId="120"/>
          <ac:spMkLst>
            <pc:docMk/>
            <pc:sldMk cId="1916184794" sldId="358"/>
            <ac:spMk id="73" creationId="{B008F2F8-1414-2994-36B1-EF5834114C09}"/>
          </ac:spMkLst>
        </pc:spChg>
        <pc:grpChg chg="del">
          <ac:chgData name="Freda Shi" userId="e3bafef1-15f2-4eeb-acbe-fa674bab7991" providerId="ADAL" clId="{9555FC65-5A8C-4EE8-9D5B-8283D7A0923C}" dt="2026-01-14T06:44:03.156" v="35795" actId="478"/>
          <ac:grpSpMkLst>
            <pc:docMk/>
            <pc:sldMk cId="1916184794" sldId="358"/>
            <ac:grpSpMk id="6" creationId="{972B13D6-DAC7-22F9-52A8-0F862F463715}"/>
          </ac:grpSpMkLst>
        </pc:grpChg>
        <pc:grpChg chg="mod">
          <ac:chgData name="Freda Shi" userId="e3bafef1-15f2-4eeb-acbe-fa674bab7991" providerId="ADAL" clId="{9555FC65-5A8C-4EE8-9D5B-8283D7A0923C}" dt="2026-01-14T06:49:18.685" v="36021" actId="1076"/>
          <ac:grpSpMkLst>
            <pc:docMk/>
            <pc:sldMk cId="1916184794" sldId="358"/>
            <ac:grpSpMk id="7" creationId="{1D4DFF40-DEBB-DD91-CFF7-32AB869B37F1}"/>
          </ac:grpSpMkLst>
        </pc:grpChg>
        <pc:grpChg chg="mod">
          <ac:chgData name="Freda Shi" userId="e3bafef1-15f2-4eeb-acbe-fa674bab7991" providerId="ADAL" clId="{9555FC65-5A8C-4EE8-9D5B-8283D7A0923C}" dt="2026-01-14T06:48:58.503" v="36019" actId="1076"/>
          <ac:grpSpMkLst>
            <pc:docMk/>
            <pc:sldMk cId="1916184794" sldId="358"/>
            <ac:grpSpMk id="8" creationId="{ACE6276C-8C44-CD40-53CA-22B9CA2E4250}"/>
          </ac:grpSpMkLst>
        </pc:grpChg>
        <pc:grpChg chg="mod">
          <ac:chgData name="Freda Shi" userId="e3bafef1-15f2-4eeb-acbe-fa674bab7991" providerId="ADAL" clId="{9555FC65-5A8C-4EE8-9D5B-8283D7A0923C}" dt="2026-01-14T06:49:02.948" v="36020" actId="1076"/>
          <ac:grpSpMkLst>
            <pc:docMk/>
            <pc:sldMk cId="1916184794" sldId="358"/>
            <ac:grpSpMk id="9" creationId="{9005A9AE-0019-39BC-3F33-EA75A5AD1C2E}"/>
          </ac:grpSpMkLst>
        </pc:grpChg>
        <pc:grpChg chg="del mod">
          <ac:chgData name="Freda Shi" userId="e3bafef1-15f2-4eeb-acbe-fa674bab7991" providerId="ADAL" clId="{9555FC65-5A8C-4EE8-9D5B-8283D7A0923C}" dt="2026-01-14T06:44:28.863" v="35799" actId="478"/>
          <ac:grpSpMkLst>
            <pc:docMk/>
            <pc:sldMk cId="1916184794" sldId="358"/>
            <ac:grpSpMk id="10" creationId="{71B877DA-83FF-DB39-307D-AC5D34D64853}"/>
          </ac:grpSpMkLst>
        </pc:grpChg>
        <pc:picChg chg="mod">
          <ac:chgData name="Freda Shi" userId="e3bafef1-15f2-4eeb-acbe-fa674bab7991" providerId="ADAL" clId="{9555FC65-5A8C-4EE8-9D5B-8283D7A0923C}" dt="2026-01-14T06:44:08.794" v="35796" actId="2711"/>
          <ac:picMkLst>
            <pc:docMk/>
            <pc:sldMk cId="1916184794" sldId="358"/>
            <ac:picMk id="5" creationId="{57C04065-9A69-E829-198C-30B671E99140}"/>
          </ac:picMkLst>
        </pc:picChg>
        <pc:cxnChg chg="mod">
          <ac:chgData name="Freda Shi" userId="e3bafef1-15f2-4eeb-acbe-fa674bab7991" providerId="ADAL" clId="{9555FC65-5A8C-4EE8-9D5B-8283D7A0923C}" dt="2026-01-14T06:44:08.794" v="35796" actId="2711"/>
          <ac:cxnSpMkLst>
            <pc:docMk/>
            <pc:sldMk cId="1916184794" sldId="358"/>
            <ac:cxnSpMk id="23" creationId="{74F65064-B477-6EB9-E2B5-B2287645806A}"/>
          </ac:cxnSpMkLst>
        </pc:cxnChg>
      </pc:sldChg>
      <pc:sldChg chg="addSp delSp modSp new mod addAnim delAnim modAnim">
        <pc:chgData name="Freda Shi" userId="e3bafef1-15f2-4eeb-acbe-fa674bab7991" providerId="ADAL" clId="{9555FC65-5A8C-4EE8-9D5B-8283D7A0923C}" dt="2026-01-14T07:09:46.074" v="36390"/>
        <pc:sldMkLst>
          <pc:docMk/>
          <pc:sldMk cId="2395949897" sldId="359"/>
        </pc:sldMkLst>
        <pc:spChg chg="mod">
          <ac:chgData name="Freda Shi" userId="e3bafef1-15f2-4eeb-acbe-fa674bab7991" providerId="ADAL" clId="{9555FC65-5A8C-4EE8-9D5B-8283D7A0923C}" dt="2026-01-14T06:50:31.580" v="36044" actId="20577"/>
          <ac:spMkLst>
            <pc:docMk/>
            <pc:sldMk cId="2395949897" sldId="359"/>
            <ac:spMk id="2" creationId="{B6A5FD52-AEE3-9585-4CCA-C9BC21ABD2B8}"/>
          </ac:spMkLst>
        </pc:spChg>
        <pc:spChg chg="del">
          <ac:chgData name="Freda Shi" userId="e3bafef1-15f2-4eeb-acbe-fa674bab7991" providerId="ADAL" clId="{9555FC65-5A8C-4EE8-9D5B-8283D7A0923C}" dt="2026-01-14T06:50:41.226" v="36045"/>
          <ac:spMkLst>
            <pc:docMk/>
            <pc:sldMk cId="2395949897" sldId="359"/>
            <ac:spMk id="3" creationId="{37F7341C-9A96-41EF-BADD-E2417C06851A}"/>
          </ac:spMkLst>
        </pc:spChg>
        <pc:spChg chg="add mod">
          <ac:chgData name="Freda Shi" userId="e3bafef1-15f2-4eeb-acbe-fa674bab7991" providerId="ADAL" clId="{9555FC65-5A8C-4EE8-9D5B-8283D7A0923C}" dt="2026-01-14T07:09:42.601" v="36389"/>
          <ac:spMkLst>
            <pc:docMk/>
            <pc:sldMk cId="2395949897" sldId="359"/>
            <ac:spMk id="5" creationId="{56979208-1C4C-51D5-AC0C-836A54CC8353}"/>
          </ac:spMkLst>
        </pc:spChg>
        <pc:graphicFrameChg chg="add mod modGraphic">
          <ac:chgData name="Freda Shi" userId="e3bafef1-15f2-4eeb-acbe-fa674bab7991" providerId="ADAL" clId="{9555FC65-5A8C-4EE8-9D5B-8283D7A0923C}" dt="2026-01-14T07:09:01.346" v="36376" actId="113"/>
          <ac:graphicFrameMkLst>
            <pc:docMk/>
            <pc:sldMk cId="2395949897" sldId="359"/>
            <ac:graphicFrameMk id="6" creationId="{00B0BB31-F904-12C9-E1A3-106786E87769}"/>
          </ac:graphicFrameMkLst>
        </pc:graphicFrameChg>
      </pc:sldChg>
      <pc:sldChg chg="modSp add del mod">
        <pc:chgData name="Freda Shi" userId="e3bafef1-15f2-4eeb-acbe-fa674bab7991" providerId="ADAL" clId="{9555FC65-5A8C-4EE8-9D5B-8283D7A0923C}" dt="2026-01-14T04:07:22.491" v="30298" actId="47"/>
        <pc:sldMkLst>
          <pc:docMk/>
          <pc:sldMk cId="3412522428" sldId="359"/>
        </pc:sldMkLst>
      </pc:sldChg>
      <pc:sldChg chg="modSp add mod modAnim">
        <pc:chgData name="Freda Shi" userId="e3bafef1-15f2-4eeb-acbe-fa674bab7991" providerId="ADAL" clId="{9555FC65-5A8C-4EE8-9D5B-8283D7A0923C}" dt="2026-01-14T07:09:40.133" v="36388"/>
        <pc:sldMkLst>
          <pc:docMk/>
          <pc:sldMk cId="1524349537" sldId="360"/>
        </pc:sldMkLst>
        <pc:spChg chg="mod">
          <ac:chgData name="Freda Shi" userId="e3bafef1-15f2-4eeb-acbe-fa674bab7991" providerId="ADAL" clId="{9555FC65-5A8C-4EE8-9D5B-8283D7A0923C}" dt="2026-01-14T07:09:40.133" v="36388"/>
          <ac:spMkLst>
            <pc:docMk/>
            <pc:sldMk cId="1524349537" sldId="360"/>
            <ac:spMk id="5" creationId="{9391D685-4830-6A30-726B-1CD8DA23C97D}"/>
          </ac:spMkLst>
        </pc:spChg>
        <pc:graphicFrameChg chg="mod modGraphic">
          <ac:chgData name="Freda Shi" userId="e3bafef1-15f2-4eeb-acbe-fa674bab7991" providerId="ADAL" clId="{9555FC65-5A8C-4EE8-9D5B-8283D7A0923C}" dt="2026-01-14T07:08:53.970" v="36374" actId="20577"/>
          <ac:graphicFrameMkLst>
            <pc:docMk/>
            <pc:sldMk cId="1524349537" sldId="360"/>
            <ac:graphicFrameMk id="6" creationId="{48C8E7CC-3179-82DA-2C16-ADFDB0E65DB9}"/>
          </ac:graphicFrameMkLst>
        </pc:graphicFrameChg>
      </pc:sldChg>
      <pc:sldChg chg="modSp add del mod">
        <pc:chgData name="Freda Shi" userId="e3bafef1-15f2-4eeb-acbe-fa674bab7991" providerId="ADAL" clId="{9555FC65-5A8C-4EE8-9D5B-8283D7A0923C}" dt="2026-01-14T04:07:22.491" v="30298" actId="47"/>
        <pc:sldMkLst>
          <pc:docMk/>
          <pc:sldMk cId="3193178673" sldId="360"/>
        </pc:sldMkLst>
      </pc:sldChg>
      <pc:sldChg chg="modSp add">
        <pc:chgData name="Freda Shi" userId="e3bafef1-15f2-4eeb-acbe-fa674bab7991" providerId="ADAL" clId="{9555FC65-5A8C-4EE8-9D5B-8283D7A0923C}" dt="2026-01-14T07:09:34.117" v="36387" actId="20577"/>
        <pc:sldMkLst>
          <pc:docMk/>
          <pc:sldMk cId="3039838596" sldId="361"/>
        </pc:sldMkLst>
        <pc:spChg chg="mod">
          <ac:chgData name="Freda Shi" userId="e3bafef1-15f2-4eeb-acbe-fa674bab7991" providerId="ADAL" clId="{9555FC65-5A8C-4EE8-9D5B-8283D7A0923C}" dt="2026-01-14T07:09:34.117" v="36387" actId="20577"/>
          <ac:spMkLst>
            <pc:docMk/>
            <pc:sldMk cId="3039838596" sldId="361"/>
            <ac:spMk id="5" creationId="{728619F1-4F47-EE66-73BB-1CA2405B68B7}"/>
          </ac:spMkLst>
        </pc:spChg>
      </pc:sldChg>
      <pc:sldChg chg="modSp add del mod">
        <pc:chgData name="Freda Shi" userId="e3bafef1-15f2-4eeb-acbe-fa674bab7991" providerId="ADAL" clId="{9555FC65-5A8C-4EE8-9D5B-8283D7A0923C}" dt="2026-01-14T04:07:22.491" v="30298" actId="47"/>
        <pc:sldMkLst>
          <pc:docMk/>
          <pc:sldMk cId="4054324206" sldId="361"/>
        </pc:sldMkLst>
      </pc:sldChg>
      <pc:sldChg chg="modSp add del mod">
        <pc:chgData name="Freda Shi" userId="e3bafef1-15f2-4eeb-acbe-fa674bab7991" providerId="ADAL" clId="{9555FC65-5A8C-4EE8-9D5B-8283D7A0923C}" dt="2026-01-14T04:07:22.491" v="30298" actId="47"/>
        <pc:sldMkLst>
          <pc:docMk/>
          <pc:sldMk cId="476038302" sldId="362"/>
        </pc:sldMkLst>
      </pc:sldChg>
      <pc:sldChg chg="addSp delSp modSp new mod modAnim">
        <pc:chgData name="Freda Shi" userId="e3bafef1-15f2-4eeb-acbe-fa674bab7991" providerId="ADAL" clId="{9555FC65-5A8C-4EE8-9D5B-8283D7A0923C}" dt="2026-01-14T07:15:40.652" v="36609" actId="5793"/>
        <pc:sldMkLst>
          <pc:docMk/>
          <pc:sldMk cId="2734771771" sldId="362"/>
        </pc:sldMkLst>
        <pc:spChg chg="mod">
          <ac:chgData name="Freda Shi" userId="e3bafef1-15f2-4eeb-acbe-fa674bab7991" providerId="ADAL" clId="{9555FC65-5A8C-4EE8-9D5B-8283D7A0923C}" dt="2026-01-14T07:10:09.044" v="36431" actId="20577"/>
          <ac:spMkLst>
            <pc:docMk/>
            <pc:sldMk cId="2734771771" sldId="362"/>
            <ac:spMk id="2" creationId="{C46C9994-1267-06EA-236E-14315436E974}"/>
          </ac:spMkLst>
        </pc:spChg>
        <pc:spChg chg="mod">
          <ac:chgData name="Freda Shi" userId="e3bafef1-15f2-4eeb-acbe-fa674bab7991" providerId="ADAL" clId="{9555FC65-5A8C-4EE8-9D5B-8283D7A0923C}" dt="2026-01-14T07:15:40.652" v="36609" actId="5793"/>
          <ac:spMkLst>
            <pc:docMk/>
            <pc:sldMk cId="2734771771" sldId="362"/>
            <ac:spMk id="3" creationId="{41D2C8BD-C03A-238A-B232-293D13DB4B9A}"/>
          </ac:spMkLst>
        </pc:spChg>
        <pc:spChg chg="add mod">
          <ac:chgData name="Freda Shi" userId="e3bafef1-15f2-4eeb-acbe-fa674bab7991" providerId="ADAL" clId="{9555FC65-5A8C-4EE8-9D5B-8283D7A0923C}" dt="2026-01-14T07:10:39.871" v="36445"/>
          <ac:spMkLst>
            <pc:docMk/>
            <pc:sldMk cId="2734771771" sldId="362"/>
            <ac:spMk id="14" creationId="{C37F47B9-97EA-CD18-50FD-9CCEB5FA7FAC}"/>
          </ac:spMkLst>
        </pc:spChg>
        <pc:spChg chg="add mod">
          <ac:chgData name="Freda Shi" userId="e3bafef1-15f2-4eeb-acbe-fa674bab7991" providerId="ADAL" clId="{9555FC65-5A8C-4EE8-9D5B-8283D7A0923C}" dt="2026-01-14T07:10:39.871" v="36445"/>
          <ac:spMkLst>
            <pc:docMk/>
            <pc:sldMk cId="2734771771" sldId="362"/>
            <ac:spMk id="19" creationId="{F6E831C9-44B7-47EA-86D4-4AD9620FD854}"/>
          </ac:spMkLst>
        </pc:spChg>
        <pc:spChg chg="add mod">
          <ac:chgData name="Freda Shi" userId="e3bafef1-15f2-4eeb-acbe-fa674bab7991" providerId="ADAL" clId="{9555FC65-5A8C-4EE8-9D5B-8283D7A0923C}" dt="2026-01-14T07:10:39.871" v="36445"/>
          <ac:spMkLst>
            <pc:docMk/>
            <pc:sldMk cId="2734771771" sldId="362"/>
            <ac:spMk id="26" creationId="{801D4501-5BCD-77D8-A6B6-8157242BADD4}"/>
          </ac:spMkLst>
        </pc:spChg>
        <pc:spChg chg="add mod">
          <ac:chgData name="Freda Shi" userId="e3bafef1-15f2-4eeb-acbe-fa674bab7991" providerId="ADAL" clId="{9555FC65-5A8C-4EE8-9D5B-8283D7A0923C}" dt="2026-01-14T07:10:39.871" v="36445"/>
          <ac:spMkLst>
            <pc:docMk/>
            <pc:sldMk cId="2734771771" sldId="362"/>
            <ac:spMk id="29" creationId="{A5D94235-46CC-874D-1766-071B47B8CC89}"/>
          </ac:spMkLst>
        </pc:spChg>
        <pc:spChg chg="add mod">
          <ac:chgData name="Freda Shi" userId="e3bafef1-15f2-4eeb-acbe-fa674bab7991" providerId="ADAL" clId="{9555FC65-5A8C-4EE8-9D5B-8283D7A0923C}" dt="2026-01-14T07:10:39.871" v="36445"/>
          <ac:spMkLst>
            <pc:docMk/>
            <pc:sldMk cId="2734771771" sldId="362"/>
            <ac:spMk id="31" creationId="{1DCE481F-569E-2B67-816E-B3B4F154140E}"/>
          </ac:spMkLst>
        </pc:spChg>
        <pc:spChg chg="mod">
          <ac:chgData name="Freda Shi" userId="e3bafef1-15f2-4eeb-acbe-fa674bab7991" providerId="ADAL" clId="{9555FC65-5A8C-4EE8-9D5B-8283D7A0923C}" dt="2026-01-14T07:10:48.111" v="36447" actId="14100"/>
          <ac:spMkLst>
            <pc:docMk/>
            <pc:sldMk cId="2734771771" sldId="362"/>
            <ac:spMk id="36" creationId="{5FB3B83F-1052-86F7-0DD2-9BBE4D3954C7}"/>
          </ac:spMkLst>
        </pc:spChg>
        <pc:spChg chg="mod">
          <ac:chgData name="Freda Shi" userId="e3bafef1-15f2-4eeb-acbe-fa674bab7991" providerId="ADAL" clId="{9555FC65-5A8C-4EE8-9D5B-8283D7A0923C}" dt="2026-01-14T07:10:44.302" v="36446" actId="14100"/>
          <ac:spMkLst>
            <pc:docMk/>
            <pc:sldMk cId="2734771771" sldId="362"/>
            <ac:spMk id="38" creationId="{4F013AB3-E015-1C60-9A23-BCFF6E5AD05C}"/>
          </ac:spMkLst>
        </pc:spChg>
        <pc:spChg chg="add mod">
          <ac:chgData name="Freda Shi" userId="e3bafef1-15f2-4eeb-acbe-fa674bab7991" providerId="ADAL" clId="{9555FC65-5A8C-4EE8-9D5B-8283D7A0923C}" dt="2026-01-14T07:10:39.871" v="36445"/>
          <ac:spMkLst>
            <pc:docMk/>
            <pc:sldMk cId="2734771771" sldId="362"/>
            <ac:spMk id="39" creationId="{06690D8C-87F4-59CA-1929-A29614F03477}"/>
          </ac:spMkLst>
        </pc:spChg>
        <pc:spChg chg="add mod">
          <ac:chgData name="Freda Shi" userId="e3bafef1-15f2-4eeb-acbe-fa674bab7991" providerId="ADAL" clId="{9555FC65-5A8C-4EE8-9D5B-8283D7A0923C}" dt="2026-01-14T07:10:39.871" v="36445"/>
          <ac:spMkLst>
            <pc:docMk/>
            <pc:sldMk cId="2734771771" sldId="362"/>
            <ac:spMk id="40" creationId="{BDBFD0B2-8113-D578-F3CE-E0109876E6C1}"/>
          </ac:spMkLst>
        </pc:spChg>
        <pc:spChg chg="add mod">
          <ac:chgData name="Freda Shi" userId="e3bafef1-15f2-4eeb-acbe-fa674bab7991" providerId="ADAL" clId="{9555FC65-5A8C-4EE8-9D5B-8283D7A0923C}" dt="2026-01-14T07:10:39.871" v="36445"/>
          <ac:spMkLst>
            <pc:docMk/>
            <pc:sldMk cId="2734771771" sldId="362"/>
            <ac:spMk id="41" creationId="{AEB926BF-B6A7-59EA-B5C5-F744DB1394EE}"/>
          </ac:spMkLst>
        </pc:spChg>
        <pc:spChg chg="add mod">
          <ac:chgData name="Freda Shi" userId="e3bafef1-15f2-4eeb-acbe-fa674bab7991" providerId="ADAL" clId="{9555FC65-5A8C-4EE8-9D5B-8283D7A0923C}" dt="2026-01-14T07:10:39.871" v="36445"/>
          <ac:spMkLst>
            <pc:docMk/>
            <pc:sldMk cId="2734771771" sldId="362"/>
            <ac:spMk id="43" creationId="{30E62BAA-4C93-0368-5150-228BF0EFA3FA}"/>
          </ac:spMkLst>
        </pc:spChg>
        <pc:spChg chg="add mod">
          <ac:chgData name="Freda Shi" userId="e3bafef1-15f2-4eeb-acbe-fa674bab7991" providerId="ADAL" clId="{9555FC65-5A8C-4EE8-9D5B-8283D7A0923C}" dt="2026-01-14T07:10:39.871" v="36445"/>
          <ac:spMkLst>
            <pc:docMk/>
            <pc:sldMk cId="2734771771" sldId="362"/>
            <ac:spMk id="61" creationId="{BF917252-EA8D-6540-33CE-29FFBDB26104}"/>
          </ac:spMkLst>
        </pc:spChg>
        <pc:spChg chg="add mod">
          <ac:chgData name="Freda Shi" userId="e3bafef1-15f2-4eeb-acbe-fa674bab7991" providerId="ADAL" clId="{9555FC65-5A8C-4EE8-9D5B-8283D7A0923C}" dt="2026-01-14T07:13:43.744" v="36528" actId="1035"/>
          <ac:spMkLst>
            <pc:docMk/>
            <pc:sldMk cId="2734771771" sldId="362"/>
            <ac:spMk id="65" creationId="{7A3098FD-51AD-A7FD-F9AD-A1C70D9BE5DC}"/>
          </ac:spMkLst>
        </pc:spChg>
        <pc:spChg chg="mod">
          <ac:chgData name="Freda Shi" userId="e3bafef1-15f2-4eeb-acbe-fa674bab7991" providerId="ADAL" clId="{9555FC65-5A8C-4EE8-9D5B-8283D7A0923C}" dt="2026-01-14T07:14:08.784" v="36540" actId="1076"/>
          <ac:spMkLst>
            <pc:docMk/>
            <pc:sldMk cId="2734771771" sldId="362"/>
            <ac:spMk id="68" creationId="{0352924D-A06D-4AF3-3352-22E8D9400A7D}"/>
          </ac:spMkLst>
        </pc:spChg>
        <pc:spChg chg="mod">
          <ac:chgData name="Freda Shi" userId="e3bafef1-15f2-4eeb-acbe-fa674bab7991" providerId="ADAL" clId="{9555FC65-5A8C-4EE8-9D5B-8283D7A0923C}" dt="2026-01-14T07:13:55.440" v="36533" actId="1076"/>
          <ac:spMkLst>
            <pc:docMk/>
            <pc:sldMk cId="2734771771" sldId="362"/>
            <ac:spMk id="71" creationId="{C5F32321-8F25-4EB7-F9C7-96C3363D1121}"/>
          </ac:spMkLst>
        </pc:spChg>
        <pc:grpChg chg="add del">
          <ac:chgData name="Freda Shi" userId="e3bafef1-15f2-4eeb-acbe-fa674bab7991" providerId="ADAL" clId="{9555FC65-5A8C-4EE8-9D5B-8283D7A0923C}" dt="2026-01-14T07:11:23.810" v="36454" actId="478"/>
          <ac:grpSpMkLst>
            <pc:docMk/>
            <pc:sldMk cId="2734771771" sldId="362"/>
            <ac:grpSpMk id="5" creationId="{BDD0C783-68B4-6F6B-6549-647EB77841E4}"/>
          </ac:grpSpMkLst>
        </pc:grpChg>
        <pc:grpChg chg="del">
          <ac:chgData name="Freda Shi" userId="e3bafef1-15f2-4eeb-acbe-fa674bab7991" providerId="ADAL" clId="{9555FC65-5A8C-4EE8-9D5B-8283D7A0923C}" dt="2026-01-14T07:11:23.810" v="36454" actId="478"/>
          <ac:grpSpMkLst>
            <pc:docMk/>
            <pc:sldMk cId="2734771771" sldId="362"/>
            <ac:grpSpMk id="6" creationId="{63F6FD7C-B399-1925-2B76-21B0F243CF58}"/>
          </ac:grpSpMkLst>
        </pc:grpChg>
        <pc:grpChg chg="add mod">
          <ac:chgData name="Freda Shi" userId="e3bafef1-15f2-4eeb-acbe-fa674bab7991" providerId="ADAL" clId="{9555FC65-5A8C-4EE8-9D5B-8283D7A0923C}" dt="2026-01-14T07:14:38.296" v="36561" actId="1035"/>
          <ac:grpSpMkLst>
            <pc:docMk/>
            <pc:sldMk cId="2734771771" sldId="362"/>
            <ac:grpSpMk id="66" creationId="{FFF4CF7D-735D-B02B-1EA5-4C202ECAC8F3}"/>
          </ac:grpSpMkLst>
        </pc:grpChg>
        <pc:grpChg chg="add mod">
          <ac:chgData name="Freda Shi" userId="e3bafef1-15f2-4eeb-acbe-fa674bab7991" providerId="ADAL" clId="{9555FC65-5A8C-4EE8-9D5B-8283D7A0923C}" dt="2026-01-14T07:14:38.296" v="36561" actId="1035"/>
          <ac:grpSpMkLst>
            <pc:docMk/>
            <pc:sldMk cId="2734771771" sldId="362"/>
            <ac:grpSpMk id="69" creationId="{980014AA-C4B4-0DE1-6089-A1B53EA6933E}"/>
          </ac:grpSpMkLst>
        </pc:grpChg>
        <pc:cxnChg chg="del">
          <ac:chgData name="Freda Shi" userId="e3bafef1-15f2-4eeb-acbe-fa674bab7991" providerId="ADAL" clId="{9555FC65-5A8C-4EE8-9D5B-8283D7A0923C}" dt="2026-01-14T07:11:23.810" v="36454" actId="478"/>
          <ac:cxnSpMkLst>
            <pc:docMk/>
            <pc:sldMk cId="2734771771" sldId="362"/>
            <ac:cxnSpMk id="7" creationId="{A28E140C-6632-CC80-D1C1-BA9FFCF237BB}"/>
          </ac:cxnSpMkLst>
        </pc:cxnChg>
        <pc:cxnChg chg="del">
          <ac:chgData name="Freda Shi" userId="e3bafef1-15f2-4eeb-acbe-fa674bab7991" providerId="ADAL" clId="{9555FC65-5A8C-4EE8-9D5B-8283D7A0923C}" dt="2026-01-14T07:11:23.810" v="36454" actId="478"/>
          <ac:cxnSpMkLst>
            <pc:docMk/>
            <pc:sldMk cId="2734771771" sldId="362"/>
            <ac:cxnSpMk id="8" creationId="{1860123C-3994-ABF0-890C-701B02D63E8A}"/>
          </ac:cxnSpMkLst>
        </pc:cxnChg>
        <pc:cxnChg chg="mod">
          <ac:chgData name="Freda Shi" userId="e3bafef1-15f2-4eeb-acbe-fa674bab7991" providerId="ADAL" clId="{9555FC65-5A8C-4EE8-9D5B-8283D7A0923C}" dt="2026-01-14T07:14:30.543" v="36546" actId="14100"/>
          <ac:cxnSpMkLst>
            <pc:docMk/>
            <pc:sldMk cId="2734771771" sldId="362"/>
            <ac:cxnSpMk id="67" creationId="{7C7FD339-8654-D618-B151-8060A637F6C2}"/>
          </ac:cxnSpMkLst>
        </pc:cxnChg>
        <pc:cxnChg chg="mod">
          <ac:chgData name="Freda Shi" userId="e3bafef1-15f2-4eeb-acbe-fa674bab7991" providerId="ADAL" clId="{9555FC65-5A8C-4EE8-9D5B-8283D7A0923C}" dt="2026-01-14T07:14:25.341" v="36545" actId="14100"/>
          <ac:cxnSpMkLst>
            <pc:docMk/>
            <pc:sldMk cId="2734771771" sldId="362"/>
            <ac:cxnSpMk id="70" creationId="{58228145-C57B-0916-0E76-1073B30C6927}"/>
          </ac:cxnSpMkLst>
        </pc:cxnChg>
        <pc:cxnChg chg="add mod">
          <ac:chgData name="Freda Shi" userId="e3bafef1-15f2-4eeb-acbe-fa674bab7991" providerId="ADAL" clId="{9555FC65-5A8C-4EE8-9D5B-8283D7A0923C}" dt="2026-01-14T07:14:47.409" v="36564" actId="14100"/>
          <ac:cxnSpMkLst>
            <pc:docMk/>
            <pc:sldMk cId="2734771771" sldId="362"/>
            <ac:cxnSpMk id="78" creationId="{DE18E761-097D-B56F-0FF7-9513072D9A73}"/>
          </ac:cxnSpMkLst>
        </pc:cxnChg>
        <pc:cxnChg chg="add mod">
          <ac:chgData name="Freda Shi" userId="e3bafef1-15f2-4eeb-acbe-fa674bab7991" providerId="ADAL" clId="{9555FC65-5A8C-4EE8-9D5B-8283D7A0923C}" dt="2026-01-14T07:14:56.027" v="36567" actId="14100"/>
          <ac:cxnSpMkLst>
            <pc:docMk/>
            <pc:sldMk cId="2734771771" sldId="362"/>
            <ac:cxnSpMk id="81" creationId="{E0A89415-2C7C-9C25-4619-FBBE236E3195}"/>
          </ac:cxnSpMkLst>
        </pc:cxnChg>
      </pc:sldChg>
      <pc:sldChg chg="modSp add del mod">
        <pc:chgData name="Freda Shi" userId="e3bafef1-15f2-4eeb-acbe-fa674bab7991" providerId="ADAL" clId="{9555FC65-5A8C-4EE8-9D5B-8283D7A0923C}" dt="2026-01-14T04:07:22.491" v="30298" actId="47"/>
        <pc:sldMkLst>
          <pc:docMk/>
          <pc:sldMk cId="2436712458" sldId="363"/>
        </pc:sldMkLst>
      </pc:sldChg>
      <pc:sldChg chg="addSp delSp modSp add mod modAnim">
        <pc:chgData name="Freda Shi" userId="e3bafef1-15f2-4eeb-acbe-fa674bab7991" providerId="ADAL" clId="{9555FC65-5A8C-4EE8-9D5B-8283D7A0923C}" dt="2026-01-14T07:20:02.772" v="36807"/>
        <pc:sldMkLst>
          <pc:docMk/>
          <pc:sldMk cId="4228864966" sldId="363"/>
        </pc:sldMkLst>
        <pc:spChg chg="mod">
          <ac:chgData name="Freda Shi" userId="e3bafef1-15f2-4eeb-acbe-fa674bab7991" providerId="ADAL" clId="{9555FC65-5A8C-4EE8-9D5B-8283D7A0923C}" dt="2026-01-14T07:15:33.966" v="36608" actId="20577"/>
          <ac:spMkLst>
            <pc:docMk/>
            <pc:sldMk cId="4228864966" sldId="363"/>
            <ac:spMk id="2" creationId="{78B5023F-747E-3E90-A02A-896182831722}"/>
          </ac:spMkLst>
        </pc:spChg>
        <pc:spChg chg="add del mod">
          <ac:chgData name="Freda Shi" userId="e3bafef1-15f2-4eeb-acbe-fa674bab7991" providerId="ADAL" clId="{9555FC65-5A8C-4EE8-9D5B-8283D7A0923C}" dt="2026-01-14T07:17:01.452" v="36674" actId="1076"/>
          <ac:spMkLst>
            <pc:docMk/>
            <pc:sldMk cId="4228864966" sldId="363"/>
            <ac:spMk id="3" creationId="{B30BD169-D548-7904-7C72-1FB4B76B8900}"/>
          </ac:spMkLst>
        </pc:spChg>
        <pc:spChg chg="add mod">
          <ac:chgData name="Freda Shi" userId="e3bafef1-15f2-4eeb-acbe-fa674bab7991" providerId="ADAL" clId="{9555FC65-5A8C-4EE8-9D5B-8283D7A0923C}" dt="2026-01-14T07:19:50.230" v="36786" actId="1035"/>
          <ac:spMkLst>
            <pc:docMk/>
            <pc:sldMk cId="4228864966" sldId="363"/>
            <ac:spMk id="9" creationId="{7DF49449-FBEE-7829-6A78-FCA169535353}"/>
          </ac:spMkLst>
        </pc:spChg>
        <pc:spChg chg="add mod">
          <ac:chgData name="Freda Shi" userId="e3bafef1-15f2-4eeb-acbe-fa674bab7991" providerId="ADAL" clId="{9555FC65-5A8C-4EE8-9D5B-8283D7A0923C}" dt="2026-01-14T07:19:50.230" v="36786" actId="1035"/>
          <ac:spMkLst>
            <pc:docMk/>
            <pc:sldMk cId="4228864966" sldId="363"/>
            <ac:spMk id="12" creationId="{3BE09CDD-A505-EB15-8DF4-9E5EE436C638}"/>
          </ac:spMkLst>
        </pc:spChg>
        <pc:spChg chg="add mod">
          <ac:chgData name="Freda Shi" userId="e3bafef1-15f2-4eeb-acbe-fa674bab7991" providerId="ADAL" clId="{9555FC65-5A8C-4EE8-9D5B-8283D7A0923C}" dt="2026-01-14T07:16:45.688" v="36670"/>
          <ac:spMkLst>
            <pc:docMk/>
            <pc:sldMk cId="4228864966" sldId="363"/>
            <ac:spMk id="13" creationId="{2A1B17A6-6036-345F-80E2-6AF7141D7B50}"/>
          </ac:spMkLst>
        </pc:spChg>
        <pc:spChg chg="add mod">
          <ac:chgData name="Freda Shi" userId="e3bafef1-15f2-4eeb-acbe-fa674bab7991" providerId="ADAL" clId="{9555FC65-5A8C-4EE8-9D5B-8283D7A0923C}" dt="2026-01-14T07:16:45.688" v="36670"/>
          <ac:spMkLst>
            <pc:docMk/>
            <pc:sldMk cId="4228864966" sldId="363"/>
            <ac:spMk id="15" creationId="{71F63B6E-E0CD-72DA-8389-94631F29C6C6}"/>
          </ac:spMkLst>
        </pc:spChg>
        <pc:spChg chg="add mod">
          <ac:chgData name="Freda Shi" userId="e3bafef1-15f2-4eeb-acbe-fa674bab7991" providerId="ADAL" clId="{9555FC65-5A8C-4EE8-9D5B-8283D7A0923C}" dt="2026-01-14T07:16:45.688" v="36670"/>
          <ac:spMkLst>
            <pc:docMk/>
            <pc:sldMk cId="4228864966" sldId="363"/>
            <ac:spMk id="16" creationId="{990F9DFA-E3F8-731A-AC0A-A8366D5DB0F9}"/>
          </ac:spMkLst>
        </pc:spChg>
        <pc:spChg chg="add mod">
          <ac:chgData name="Freda Shi" userId="e3bafef1-15f2-4eeb-acbe-fa674bab7991" providerId="ADAL" clId="{9555FC65-5A8C-4EE8-9D5B-8283D7A0923C}" dt="2026-01-14T07:16:45.688" v="36670"/>
          <ac:spMkLst>
            <pc:docMk/>
            <pc:sldMk cId="4228864966" sldId="363"/>
            <ac:spMk id="17" creationId="{47EC3D33-49D6-B2BB-0C12-526B314DA962}"/>
          </ac:spMkLst>
        </pc:spChg>
        <pc:spChg chg="add mod">
          <ac:chgData name="Freda Shi" userId="e3bafef1-15f2-4eeb-acbe-fa674bab7991" providerId="ADAL" clId="{9555FC65-5A8C-4EE8-9D5B-8283D7A0923C}" dt="2026-01-14T07:16:45.688" v="36670"/>
          <ac:spMkLst>
            <pc:docMk/>
            <pc:sldMk cId="4228864966" sldId="363"/>
            <ac:spMk id="20" creationId="{3A2242F5-7F1D-F7D4-E37A-4205AFF15489}"/>
          </ac:spMkLst>
        </pc:spChg>
        <pc:spChg chg="add mod">
          <ac:chgData name="Freda Shi" userId="e3bafef1-15f2-4eeb-acbe-fa674bab7991" providerId="ADAL" clId="{9555FC65-5A8C-4EE8-9D5B-8283D7A0923C}" dt="2026-01-14T07:16:45.688" v="36670"/>
          <ac:spMkLst>
            <pc:docMk/>
            <pc:sldMk cId="4228864966" sldId="363"/>
            <ac:spMk id="23" creationId="{66D0D444-97AA-0150-BC09-6B09D67657DB}"/>
          </ac:spMkLst>
        </pc:spChg>
        <pc:spChg chg="add mod">
          <ac:chgData name="Freda Shi" userId="e3bafef1-15f2-4eeb-acbe-fa674bab7991" providerId="ADAL" clId="{9555FC65-5A8C-4EE8-9D5B-8283D7A0923C}" dt="2026-01-14T07:16:45.688" v="36670"/>
          <ac:spMkLst>
            <pc:docMk/>
            <pc:sldMk cId="4228864966" sldId="363"/>
            <ac:spMk id="24" creationId="{F370FFB5-7E83-083C-2ED7-6E5EE03475A0}"/>
          </ac:spMkLst>
        </pc:spChg>
        <pc:spChg chg="add mod">
          <ac:chgData name="Freda Shi" userId="e3bafef1-15f2-4eeb-acbe-fa674bab7991" providerId="ADAL" clId="{9555FC65-5A8C-4EE8-9D5B-8283D7A0923C}" dt="2026-01-14T07:16:45.688" v="36670"/>
          <ac:spMkLst>
            <pc:docMk/>
            <pc:sldMk cId="4228864966" sldId="363"/>
            <ac:spMk id="28" creationId="{5600767B-9F2C-1B5F-0854-471FB2082C96}"/>
          </ac:spMkLst>
        </pc:spChg>
        <pc:spChg chg="add mod">
          <ac:chgData name="Freda Shi" userId="e3bafef1-15f2-4eeb-acbe-fa674bab7991" providerId="ADAL" clId="{9555FC65-5A8C-4EE8-9D5B-8283D7A0923C}" dt="2026-01-14T07:17:45.541" v="36680"/>
          <ac:spMkLst>
            <pc:docMk/>
            <pc:sldMk cId="4228864966" sldId="363"/>
            <ac:spMk id="33" creationId="{94FB535D-E5EE-70BC-CCCC-1EB53C76DBF8}"/>
          </ac:spMkLst>
        </pc:spChg>
        <pc:spChg chg="add mod">
          <ac:chgData name="Freda Shi" userId="e3bafef1-15f2-4eeb-acbe-fa674bab7991" providerId="ADAL" clId="{9555FC65-5A8C-4EE8-9D5B-8283D7A0923C}" dt="2026-01-14T07:17:45.541" v="36680"/>
          <ac:spMkLst>
            <pc:docMk/>
            <pc:sldMk cId="4228864966" sldId="363"/>
            <ac:spMk id="35" creationId="{67508B5E-732C-9AE1-E42B-7D0E37617984}"/>
          </ac:spMkLst>
        </pc:spChg>
        <pc:spChg chg="add mod">
          <ac:chgData name="Freda Shi" userId="e3bafef1-15f2-4eeb-acbe-fa674bab7991" providerId="ADAL" clId="{9555FC65-5A8C-4EE8-9D5B-8283D7A0923C}" dt="2026-01-14T07:17:45.541" v="36680"/>
          <ac:spMkLst>
            <pc:docMk/>
            <pc:sldMk cId="4228864966" sldId="363"/>
            <ac:spMk id="37" creationId="{EA38BAA6-A96D-A676-7EDE-72C3D7E7A62C}"/>
          </ac:spMkLst>
        </pc:spChg>
        <pc:spChg chg="add mod">
          <ac:chgData name="Freda Shi" userId="e3bafef1-15f2-4eeb-acbe-fa674bab7991" providerId="ADAL" clId="{9555FC65-5A8C-4EE8-9D5B-8283D7A0923C}" dt="2026-01-14T07:17:45.541" v="36680"/>
          <ac:spMkLst>
            <pc:docMk/>
            <pc:sldMk cId="4228864966" sldId="363"/>
            <ac:spMk id="39" creationId="{02F046DF-A353-21F3-7F34-E257F229B4EC}"/>
          </ac:spMkLst>
        </pc:spChg>
        <pc:spChg chg="add mod">
          <ac:chgData name="Freda Shi" userId="e3bafef1-15f2-4eeb-acbe-fa674bab7991" providerId="ADAL" clId="{9555FC65-5A8C-4EE8-9D5B-8283D7A0923C}" dt="2026-01-14T07:17:45.541" v="36680"/>
          <ac:spMkLst>
            <pc:docMk/>
            <pc:sldMk cId="4228864966" sldId="363"/>
            <ac:spMk id="40" creationId="{C045616F-175E-CB32-B3B4-8E33649B6990}"/>
          </ac:spMkLst>
        </pc:spChg>
        <pc:spChg chg="add mod">
          <ac:chgData name="Freda Shi" userId="e3bafef1-15f2-4eeb-acbe-fa674bab7991" providerId="ADAL" clId="{9555FC65-5A8C-4EE8-9D5B-8283D7A0923C}" dt="2026-01-14T07:17:45.541" v="36680"/>
          <ac:spMkLst>
            <pc:docMk/>
            <pc:sldMk cId="4228864966" sldId="363"/>
            <ac:spMk id="41" creationId="{BF9A429D-BABE-7766-AAE2-FAC9CF17D0D9}"/>
          </ac:spMkLst>
        </pc:spChg>
        <pc:spChg chg="add mod">
          <ac:chgData name="Freda Shi" userId="e3bafef1-15f2-4eeb-acbe-fa674bab7991" providerId="ADAL" clId="{9555FC65-5A8C-4EE8-9D5B-8283D7A0923C}" dt="2026-01-14T07:17:45.541" v="36680"/>
          <ac:spMkLst>
            <pc:docMk/>
            <pc:sldMk cId="4228864966" sldId="363"/>
            <ac:spMk id="43" creationId="{6AA73654-BA93-843A-279C-121EF0471515}"/>
          </ac:spMkLst>
        </pc:spChg>
        <pc:spChg chg="del">
          <ac:chgData name="Freda Shi" userId="e3bafef1-15f2-4eeb-acbe-fa674bab7991" providerId="ADAL" clId="{9555FC65-5A8C-4EE8-9D5B-8283D7A0923C}" dt="2026-01-14T07:16:09.896" v="36616" actId="478"/>
          <ac:spMkLst>
            <pc:docMk/>
            <pc:sldMk cId="4228864966" sldId="363"/>
            <ac:spMk id="65" creationId="{1995E836-986D-AFE8-C7EA-F6AC11A58B51}"/>
          </ac:spMkLst>
        </pc:spChg>
        <pc:spChg chg="add mod">
          <ac:chgData name="Freda Shi" userId="e3bafef1-15f2-4eeb-acbe-fa674bab7991" providerId="ADAL" clId="{9555FC65-5A8C-4EE8-9D5B-8283D7A0923C}" dt="2026-01-14T07:17:45.541" v="36680"/>
          <ac:spMkLst>
            <pc:docMk/>
            <pc:sldMk cId="4228864966" sldId="363"/>
            <ac:spMk id="73" creationId="{7A789753-F8CA-B880-C647-F66BD6F76636}"/>
          </ac:spMkLst>
        </pc:spChg>
        <pc:spChg chg="add mod">
          <ac:chgData name="Freda Shi" userId="e3bafef1-15f2-4eeb-acbe-fa674bab7991" providerId="ADAL" clId="{9555FC65-5A8C-4EE8-9D5B-8283D7A0923C}" dt="2026-01-14T07:17:45.541" v="36680"/>
          <ac:spMkLst>
            <pc:docMk/>
            <pc:sldMk cId="4228864966" sldId="363"/>
            <ac:spMk id="75" creationId="{1EA78DB4-2020-1E13-BB83-E7FD5310761A}"/>
          </ac:spMkLst>
        </pc:spChg>
        <pc:spChg chg="add mod">
          <ac:chgData name="Freda Shi" userId="e3bafef1-15f2-4eeb-acbe-fa674bab7991" providerId="ADAL" clId="{9555FC65-5A8C-4EE8-9D5B-8283D7A0923C}" dt="2026-01-14T07:17:45.541" v="36680"/>
          <ac:spMkLst>
            <pc:docMk/>
            <pc:sldMk cId="4228864966" sldId="363"/>
            <ac:spMk id="76" creationId="{8BBCE5AA-F7AF-376A-2457-2B5DA215E29D}"/>
          </ac:spMkLst>
        </pc:spChg>
        <pc:spChg chg="del">
          <ac:chgData name="Freda Shi" userId="e3bafef1-15f2-4eeb-acbe-fa674bab7991" providerId="ADAL" clId="{9555FC65-5A8C-4EE8-9D5B-8283D7A0923C}" dt="2026-01-14T07:18:14.752" v="36685" actId="478"/>
          <ac:spMkLst>
            <pc:docMk/>
            <pc:sldMk cId="4228864966" sldId="363"/>
            <ac:spMk id="82" creationId="{142DB675-68A7-2564-87FA-37CFD02C0EFB}"/>
          </ac:spMkLst>
        </pc:spChg>
        <pc:spChg chg="add del mod topLvl">
          <ac:chgData name="Freda Shi" userId="e3bafef1-15f2-4eeb-acbe-fa674bab7991" providerId="ADAL" clId="{9555FC65-5A8C-4EE8-9D5B-8283D7A0923C}" dt="2026-01-14T07:18:14.752" v="36685" actId="478"/>
          <ac:spMkLst>
            <pc:docMk/>
            <pc:sldMk cId="4228864966" sldId="363"/>
            <ac:spMk id="83" creationId="{50EBB989-8D67-1769-7DC0-5AD4F874341D}"/>
          </ac:spMkLst>
        </pc:spChg>
        <pc:spChg chg="add del mod topLvl">
          <ac:chgData name="Freda Shi" userId="e3bafef1-15f2-4eeb-acbe-fa674bab7991" providerId="ADAL" clId="{9555FC65-5A8C-4EE8-9D5B-8283D7A0923C}" dt="2026-01-14T07:18:14.752" v="36685" actId="478"/>
          <ac:spMkLst>
            <pc:docMk/>
            <pc:sldMk cId="4228864966" sldId="363"/>
            <ac:spMk id="85" creationId="{2F8B2FA8-1CDB-442F-826E-7322A66A9A2F}"/>
          </ac:spMkLst>
        </pc:spChg>
        <pc:spChg chg="del">
          <ac:chgData name="Freda Shi" userId="e3bafef1-15f2-4eeb-acbe-fa674bab7991" providerId="ADAL" clId="{9555FC65-5A8C-4EE8-9D5B-8283D7A0923C}" dt="2026-01-14T07:18:14.752" v="36685" actId="478"/>
          <ac:spMkLst>
            <pc:docMk/>
            <pc:sldMk cId="4228864966" sldId="363"/>
            <ac:spMk id="86" creationId="{28684056-6B04-981A-D759-AF19745097C3}"/>
          </ac:spMkLst>
        </pc:spChg>
        <pc:spChg chg="add mod topLvl">
          <ac:chgData name="Freda Shi" userId="e3bafef1-15f2-4eeb-acbe-fa674bab7991" providerId="ADAL" clId="{9555FC65-5A8C-4EE8-9D5B-8283D7A0923C}" dt="2026-01-14T07:18:11.398" v="36684" actId="165"/>
          <ac:spMkLst>
            <pc:docMk/>
            <pc:sldMk cId="4228864966" sldId="363"/>
            <ac:spMk id="90" creationId="{66B8AC66-38B6-7431-FD1A-35A58DF6690F}"/>
          </ac:spMkLst>
        </pc:spChg>
        <pc:spChg chg="del">
          <ac:chgData name="Freda Shi" userId="e3bafef1-15f2-4eeb-acbe-fa674bab7991" providerId="ADAL" clId="{9555FC65-5A8C-4EE8-9D5B-8283D7A0923C}" dt="2026-01-14T07:18:14.752" v="36685" actId="478"/>
          <ac:spMkLst>
            <pc:docMk/>
            <pc:sldMk cId="4228864966" sldId="363"/>
            <ac:spMk id="91" creationId="{5022902D-92F6-7B53-75EF-622808CA36C4}"/>
          </ac:spMkLst>
        </pc:spChg>
        <pc:spChg chg="del">
          <ac:chgData name="Freda Shi" userId="e3bafef1-15f2-4eeb-acbe-fa674bab7991" providerId="ADAL" clId="{9555FC65-5A8C-4EE8-9D5B-8283D7A0923C}" dt="2026-01-14T07:18:14.752" v="36685" actId="478"/>
          <ac:spMkLst>
            <pc:docMk/>
            <pc:sldMk cId="4228864966" sldId="363"/>
            <ac:spMk id="94" creationId="{602CDB9D-A6EB-1096-4D90-0933482C728C}"/>
          </ac:spMkLst>
        </pc:spChg>
        <pc:spChg chg="del">
          <ac:chgData name="Freda Shi" userId="e3bafef1-15f2-4eeb-acbe-fa674bab7991" providerId="ADAL" clId="{9555FC65-5A8C-4EE8-9D5B-8283D7A0923C}" dt="2026-01-14T07:18:14.752" v="36685" actId="478"/>
          <ac:spMkLst>
            <pc:docMk/>
            <pc:sldMk cId="4228864966" sldId="363"/>
            <ac:spMk id="95" creationId="{AA176446-D84E-D180-F126-E3D78DC4E07F}"/>
          </ac:spMkLst>
        </pc:spChg>
        <pc:spChg chg="del">
          <ac:chgData name="Freda Shi" userId="e3bafef1-15f2-4eeb-acbe-fa674bab7991" providerId="ADAL" clId="{9555FC65-5A8C-4EE8-9D5B-8283D7A0923C}" dt="2026-01-14T07:18:14.752" v="36685" actId="478"/>
          <ac:spMkLst>
            <pc:docMk/>
            <pc:sldMk cId="4228864966" sldId="363"/>
            <ac:spMk id="96" creationId="{F9DF9E62-402B-4633-7C35-3343D3D71FFD}"/>
          </ac:spMkLst>
        </pc:spChg>
        <pc:spChg chg="del">
          <ac:chgData name="Freda Shi" userId="e3bafef1-15f2-4eeb-acbe-fa674bab7991" providerId="ADAL" clId="{9555FC65-5A8C-4EE8-9D5B-8283D7A0923C}" dt="2026-01-14T07:18:14.752" v="36685" actId="478"/>
          <ac:spMkLst>
            <pc:docMk/>
            <pc:sldMk cId="4228864966" sldId="363"/>
            <ac:spMk id="98" creationId="{47A7F20F-BDBF-8321-74CF-3CE90067192E}"/>
          </ac:spMkLst>
        </pc:spChg>
        <pc:spChg chg="del">
          <ac:chgData name="Freda Shi" userId="e3bafef1-15f2-4eeb-acbe-fa674bab7991" providerId="ADAL" clId="{9555FC65-5A8C-4EE8-9D5B-8283D7A0923C}" dt="2026-01-14T07:18:14.752" v="36685" actId="478"/>
          <ac:spMkLst>
            <pc:docMk/>
            <pc:sldMk cId="4228864966" sldId="363"/>
            <ac:spMk id="99" creationId="{79AD1149-938D-3F5B-DC65-228B6E9B5C0A}"/>
          </ac:spMkLst>
        </pc:spChg>
        <pc:spChg chg="mod">
          <ac:chgData name="Freda Shi" userId="e3bafef1-15f2-4eeb-acbe-fa674bab7991" providerId="ADAL" clId="{9555FC65-5A8C-4EE8-9D5B-8283D7A0923C}" dt="2026-01-14T07:18:27.820" v="36724" actId="164"/>
          <ac:spMkLst>
            <pc:docMk/>
            <pc:sldMk cId="4228864966" sldId="363"/>
            <ac:spMk id="100" creationId="{66CCB1C3-1810-51AB-D481-D6AE22AE5A25}"/>
          </ac:spMkLst>
        </pc:spChg>
        <pc:spChg chg="add mod topLvl">
          <ac:chgData name="Freda Shi" userId="e3bafef1-15f2-4eeb-acbe-fa674bab7991" providerId="ADAL" clId="{9555FC65-5A8C-4EE8-9D5B-8283D7A0923C}" dt="2026-01-14T07:18:11.398" v="36684" actId="165"/>
          <ac:spMkLst>
            <pc:docMk/>
            <pc:sldMk cId="4228864966" sldId="363"/>
            <ac:spMk id="101" creationId="{074566E8-23C4-3DDE-38B0-91B51DA4C595}"/>
          </ac:spMkLst>
        </pc:spChg>
        <pc:spChg chg="mod">
          <ac:chgData name="Freda Shi" userId="e3bafef1-15f2-4eeb-acbe-fa674bab7991" providerId="ADAL" clId="{9555FC65-5A8C-4EE8-9D5B-8283D7A0923C}" dt="2026-01-14T07:18:27.820" v="36724" actId="164"/>
          <ac:spMkLst>
            <pc:docMk/>
            <pc:sldMk cId="4228864966" sldId="363"/>
            <ac:spMk id="103" creationId="{7B5686FF-179D-B2DA-2272-CD92A1A0250C}"/>
          </ac:spMkLst>
        </pc:spChg>
        <pc:spChg chg="add mod topLvl">
          <ac:chgData name="Freda Shi" userId="e3bafef1-15f2-4eeb-acbe-fa674bab7991" providerId="ADAL" clId="{9555FC65-5A8C-4EE8-9D5B-8283D7A0923C}" dt="2026-01-14T07:18:11.398" v="36684" actId="165"/>
          <ac:spMkLst>
            <pc:docMk/>
            <pc:sldMk cId="4228864966" sldId="363"/>
            <ac:spMk id="104" creationId="{6C62525C-AEC0-07F2-5BC1-BD0288CFBA18}"/>
          </ac:spMkLst>
        </pc:spChg>
        <pc:spChg chg="mod">
          <ac:chgData name="Freda Shi" userId="e3bafef1-15f2-4eeb-acbe-fa674bab7991" providerId="ADAL" clId="{9555FC65-5A8C-4EE8-9D5B-8283D7A0923C}" dt="2026-01-14T07:18:27.820" v="36724" actId="164"/>
          <ac:spMkLst>
            <pc:docMk/>
            <pc:sldMk cId="4228864966" sldId="363"/>
            <ac:spMk id="105" creationId="{B5BBA80E-0F7B-6044-593B-2939B7A3B389}"/>
          </ac:spMkLst>
        </pc:spChg>
        <pc:spChg chg="add mod topLvl">
          <ac:chgData name="Freda Shi" userId="e3bafef1-15f2-4eeb-acbe-fa674bab7991" providerId="ADAL" clId="{9555FC65-5A8C-4EE8-9D5B-8283D7A0923C}" dt="2026-01-14T07:18:11.398" v="36684" actId="165"/>
          <ac:spMkLst>
            <pc:docMk/>
            <pc:sldMk cId="4228864966" sldId="363"/>
            <ac:spMk id="106" creationId="{5BB82F30-8EC4-75C2-773F-D8CB46A91FDE}"/>
          </ac:spMkLst>
        </pc:spChg>
        <pc:spChg chg="add mod topLvl">
          <ac:chgData name="Freda Shi" userId="e3bafef1-15f2-4eeb-acbe-fa674bab7991" providerId="ADAL" clId="{9555FC65-5A8C-4EE8-9D5B-8283D7A0923C}" dt="2026-01-14T07:18:27.820" v="36724" actId="164"/>
          <ac:spMkLst>
            <pc:docMk/>
            <pc:sldMk cId="4228864966" sldId="363"/>
            <ac:spMk id="109" creationId="{C8B3905A-C71B-A0AE-F1D6-641AD218489A}"/>
          </ac:spMkLst>
        </pc:spChg>
        <pc:spChg chg="add mod topLvl">
          <ac:chgData name="Freda Shi" userId="e3bafef1-15f2-4eeb-acbe-fa674bab7991" providerId="ADAL" clId="{9555FC65-5A8C-4EE8-9D5B-8283D7A0923C}" dt="2026-01-14T07:18:11.398" v="36684" actId="165"/>
          <ac:spMkLst>
            <pc:docMk/>
            <pc:sldMk cId="4228864966" sldId="363"/>
            <ac:spMk id="110" creationId="{B5A3328C-7FB2-D487-BDD3-5A8A93B84CC2}"/>
          </ac:spMkLst>
        </pc:spChg>
        <pc:spChg chg="mod">
          <ac:chgData name="Freda Shi" userId="e3bafef1-15f2-4eeb-acbe-fa674bab7991" providerId="ADAL" clId="{9555FC65-5A8C-4EE8-9D5B-8283D7A0923C}" dt="2026-01-14T07:18:27.820" v="36724" actId="164"/>
          <ac:spMkLst>
            <pc:docMk/>
            <pc:sldMk cId="4228864966" sldId="363"/>
            <ac:spMk id="114" creationId="{73FF9FA4-3779-E7AF-775D-E3FF02B52E60}"/>
          </ac:spMkLst>
        </pc:spChg>
        <pc:spChg chg="add mod topLvl">
          <ac:chgData name="Freda Shi" userId="e3bafef1-15f2-4eeb-acbe-fa674bab7991" providerId="ADAL" clId="{9555FC65-5A8C-4EE8-9D5B-8283D7A0923C}" dt="2026-01-14T07:18:11.398" v="36684" actId="165"/>
          <ac:spMkLst>
            <pc:docMk/>
            <pc:sldMk cId="4228864966" sldId="363"/>
            <ac:spMk id="115" creationId="{C2E595B0-B19B-3644-27D4-4F16EBB99067}"/>
          </ac:spMkLst>
        </pc:spChg>
        <pc:spChg chg="mod">
          <ac:chgData name="Freda Shi" userId="e3bafef1-15f2-4eeb-acbe-fa674bab7991" providerId="ADAL" clId="{9555FC65-5A8C-4EE8-9D5B-8283D7A0923C}" dt="2026-01-14T07:18:27.820" v="36724" actId="164"/>
          <ac:spMkLst>
            <pc:docMk/>
            <pc:sldMk cId="4228864966" sldId="363"/>
            <ac:spMk id="119" creationId="{66957F83-3236-4F1B-8332-BBFE657C61CF}"/>
          </ac:spMkLst>
        </pc:spChg>
        <pc:spChg chg="mod">
          <ac:chgData name="Freda Shi" userId="e3bafef1-15f2-4eeb-acbe-fa674bab7991" providerId="ADAL" clId="{9555FC65-5A8C-4EE8-9D5B-8283D7A0923C}" dt="2026-01-14T07:18:27.820" v="36724" actId="164"/>
          <ac:spMkLst>
            <pc:docMk/>
            <pc:sldMk cId="4228864966" sldId="363"/>
            <ac:spMk id="120" creationId="{BDB5102B-71E1-CB8E-21B4-7113BA6CFE7E}"/>
          </ac:spMkLst>
        </pc:spChg>
        <pc:spChg chg="add mod topLvl">
          <ac:chgData name="Freda Shi" userId="e3bafef1-15f2-4eeb-acbe-fa674bab7991" providerId="ADAL" clId="{9555FC65-5A8C-4EE8-9D5B-8283D7A0923C}" dt="2026-01-14T07:18:27.820" v="36724" actId="164"/>
          <ac:spMkLst>
            <pc:docMk/>
            <pc:sldMk cId="4228864966" sldId="363"/>
            <ac:spMk id="121" creationId="{8193FCEF-70A6-DBD3-0F64-4150A9F27A52}"/>
          </ac:spMkLst>
        </pc:spChg>
        <pc:spChg chg="mod">
          <ac:chgData name="Freda Shi" userId="e3bafef1-15f2-4eeb-acbe-fa674bab7991" providerId="ADAL" clId="{9555FC65-5A8C-4EE8-9D5B-8283D7A0923C}" dt="2026-01-14T07:18:27.820" v="36724" actId="164"/>
          <ac:spMkLst>
            <pc:docMk/>
            <pc:sldMk cId="4228864966" sldId="363"/>
            <ac:spMk id="122" creationId="{C66DDF9A-394D-DB29-3F15-2AED57402465}"/>
          </ac:spMkLst>
        </pc:spChg>
        <pc:spChg chg="mod">
          <ac:chgData name="Freda Shi" userId="e3bafef1-15f2-4eeb-acbe-fa674bab7991" providerId="ADAL" clId="{9555FC65-5A8C-4EE8-9D5B-8283D7A0923C}" dt="2026-01-14T07:18:27.820" v="36724" actId="164"/>
          <ac:spMkLst>
            <pc:docMk/>
            <pc:sldMk cId="4228864966" sldId="363"/>
            <ac:spMk id="123" creationId="{380066E1-14FE-D970-EAC0-A24E8DE9C1E9}"/>
          </ac:spMkLst>
        </pc:spChg>
        <pc:spChg chg="add mod">
          <ac:chgData name="Freda Shi" userId="e3bafef1-15f2-4eeb-acbe-fa674bab7991" providerId="ADAL" clId="{9555FC65-5A8C-4EE8-9D5B-8283D7A0923C}" dt="2026-01-14T07:19:53.570" v="36787" actId="404"/>
          <ac:spMkLst>
            <pc:docMk/>
            <pc:sldMk cId="4228864966" sldId="363"/>
            <ac:spMk id="125" creationId="{41A66BB3-E194-C5EE-A80E-0E1CB638B075}"/>
          </ac:spMkLst>
        </pc:spChg>
        <pc:grpChg chg="mod">
          <ac:chgData name="Freda Shi" userId="e3bafef1-15f2-4eeb-acbe-fa674bab7991" providerId="ADAL" clId="{9555FC65-5A8C-4EE8-9D5B-8283D7A0923C}" dt="2026-01-14T07:19:50.230" v="36786" actId="1035"/>
          <ac:grpSpMkLst>
            <pc:docMk/>
            <pc:sldMk cId="4228864966" sldId="363"/>
            <ac:grpSpMk id="7" creationId="{4316AA65-8ECE-39E7-AF5C-316BA8961329}"/>
          </ac:grpSpMkLst>
        </pc:grpChg>
        <pc:grpChg chg="mod">
          <ac:chgData name="Freda Shi" userId="e3bafef1-15f2-4eeb-acbe-fa674bab7991" providerId="ADAL" clId="{9555FC65-5A8C-4EE8-9D5B-8283D7A0923C}" dt="2026-01-14T07:19:59.254" v="36806" actId="1035"/>
          <ac:grpSpMkLst>
            <pc:docMk/>
            <pc:sldMk cId="4228864966" sldId="363"/>
            <ac:grpSpMk id="31" creationId="{25E3BF03-91EF-EA00-2B0B-0EB8CAE975C1}"/>
          </ac:grpSpMkLst>
        </pc:grpChg>
        <pc:grpChg chg="del">
          <ac:chgData name="Freda Shi" userId="e3bafef1-15f2-4eeb-acbe-fa674bab7991" providerId="ADAL" clId="{9555FC65-5A8C-4EE8-9D5B-8283D7A0923C}" dt="2026-01-14T07:16:06.801" v="36615" actId="478"/>
          <ac:grpSpMkLst>
            <pc:docMk/>
            <pc:sldMk cId="4228864966" sldId="363"/>
            <ac:grpSpMk id="66" creationId="{20DA07EC-F993-75AA-7B21-2B88D0E4586A}"/>
          </ac:grpSpMkLst>
        </pc:grpChg>
        <pc:grpChg chg="del">
          <ac:chgData name="Freda Shi" userId="e3bafef1-15f2-4eeb-acbe-fa674bab7991" providerId="ADAL" clId="{9555FC65-5A8C-4EE8-9D5B-8283D7A0923C}" dt="2026-01-14T07:16:06.801" v="36615" actId="478"/>
          <ac:grpSpMkLst>
            <pc:docMk/>
            <pc:sldMk cId="4228864966" sldId="363"/>
            <ac:grpSpMk id="69" creationId="{9AEAC459-9EA4-0E5B-32C8-3B653745A865}"/>
          </ac:grpSpMkLst>
        </pc:grpChg>
        <pc:grpChg chg="mod">
          <ac:chgData name="Freda Shi" userId="e3bafef1-15f2-4eeb-acbe-fa674bab7991" providerId="ADAL" clId="{9555FC65-5A8C-4EE8-9D5B-8283D7A0923C}" dt="2026-01-14T07:18:02.039" v="36683" actId="1076"/>
          <ac:grpSpMkLst>
            <pc:docMk/>
            <pc:sldMk cId="4228864966" sldId="363"/>
            <ac:grpSpMk id="80" creationId="{B3C06919-C16D-E3D1-F9ED-101C2C541347}"/>
          </ac:grpSpMkLst>
        </pc:grpChg>
        <pc:grpChg chg="mod">
          <ac:chgData name="Freda Shi" userId="e3bafef1-15f2-4eeb-acbe-fa674bab7991" providerId="ADAL" clId="{9555FC65-5A8C-4EE8-9D5B-8283D7A0923C}" dt="2026-01-14T07:19:50.230" v="36786" actId="1035"/>
          <ac:grpSpMkLst>
            <pc:docMk/>
            <pc:sldMk cId="4228864966" sldId="363"/>
            <ac:grpSpMk id="124" creationId="{CC5342FA-4A29-02E8-F187-95548232F606}"/>
          </ac:grpSpMkLst>
        </pc:grpChg>
        <pc:picChg chg="add mod">
          <ac:chgData name="Freda Shi" userId="e3bafef1-15f2-4eeb-acbe-fa674bab7991" providerId="ADAL" clId="{9555FC65-5A8C-4EE8-9D5B-8283D7A0923C}" dt="2026-01-14T07:16:02.703" v="36614"/>
          <ac:picMkLst>
            <pc:docMk/>
            <pc:sldMk cId="4228864966" sldId="363"/>
            <ac:picMk id="5" creationId="{5C776222-2B54-751F-EAFC-7060EB473533}"/>
          </ac:picMkLst>
        </pc:picChg>
        <pc:picChg chg="add del mod">
          <ac:chgData name="Freda Shi" userId="e3bafef1-15f2-4eeb-acbe-fa674bab7991" providerId="ADAL" clId="{9555FC65-5A8C-4EE8-9D5B-8283D7A0923C}" dt="2026-01-14T07:17:41.941" v="36679" actId="478"/>
          <ac:picMkLst>
            <pc:docMk/>
            <pc:sldMk cId="4228864966" sldId="363"/>
            <ac:picMk id="6" creationId="{C93417B5-29E7-18B7-DA1D-F7BB72E85F05}"/>
          </ac:picMkLst>
        </pc:picChg>
        <pc:cxnChg chg="mod">
          <ac:chgData name="Freda Shi" userId="e3bafef1-15f2-4eeb-acbe-fa674bab7991" providerId="ADAL" clId="{9555FC65-5A8C-4EE8-9D5B-8283D7A0923C}" dt="2026-01-14T07:19:50.230" v="36786" actId="1035"/>
          <ac:cxnSpMkLst>
            <pc:docMk/>
            <pc:sldMk cId="4228864966" sldId="363"/>
            <ac:cxnSpMk id="8" creationId="{86C7BE8F-BBF9-5C18-6C54-8C07364BBFE0}"/>
          </ac:cxnSpMkLst>
        </pc:cxnChg>
        <pc:cxnChg chg="mod">
          <ac:chgData name="Freda Shi" userId="e3bafef1-15f2-4eeb-acbe-fa674bab7991" providerId="ADAL" clId="{9555FC65-5A8C-4EE8-9D5B-8283D7A0923C}" dt="2026-01-14T07:19:50.230" v="36786" actId="1035"/>
          <ac:cxnSpMkLst>
            <pc:docMk/>
            <pc:sldMk cId="4228864966" sldId="363"/>
            <ac:cxnSpMk id="10" creationId="{80E040A6-B411-48F4-8DC0-C498834846E8}"/>
          </ac:cxnSpMkLst>
        </pc:cxnChg>
        <pc:cxnChg chg="mod">
          <ac:chgData name="Freda Shi" userId="e3bafef1-15f2-4eeb-acbe-fa674bab7991" providerId="ADAL" clId="{9555FC65-5A8C-4EE8-9D5B-8283D7A0923C}" dt="2026-01-14T07:19:50.230" v="36786" actId="1035"/>
          <ac:cxnSpMkLst>
            <pc:docMk/>
            <pc:sldMk cId="4228864966" sldId="363"/>
            <ac:cxnSpMk id="11" creationId="{EE688F1E-F41A-DE21-821C-6587B11D79F4}"/>
          </ac:cxnSpMkLst>
        </pc:cxnChg>
        <pc:cxnChg chg="mod">
          <ac:chgData name="Freda Shi" userId="e3bafef1-15f2-4eeb-acbe-fa674bab7991" providerId="ADAL" clId="{9555FC65-5A8C-4EE8-9D5B-8283D7A0923C}" dt="2026-01-14T07:16:06.801" v="36615" actId="478"/>
          <ac:cxnSpMkLst>
            <pc:docMk/>
            <pc:sldMk cId="4228864966" sldId="363"/>
            <ac:cxnSpMk id="70" creationId="{1077148C-9B51-DF04-02FC-BFE9CAAA025F}"/>
          </ac:cxnSpMkLst>
        </pc:cxnChg>
        <pc:cxnChg chg="del mod">
          <ac:chgData name="Freda Shi" userId="e3bafef1-15f2-4eeb-acbe-fa674bab7991" providerId="ADAL" clId="{9555FC65-5A8C-4EE8-9D5B-8283D7A0923C}" dt="2026-01-14T07:16:06.801" v="36615" actId="478"/>
          <ac:cxnSpMkLst>
            <pc:docMk/>
            <pc:sldMk cId="4228864966" sldId="363"/>
            <ac:cxnSpMk id="78" creationId="{70662FFA-E0DA-311B-566C-327C62906B91}"/>
          </ac:cxnSpMkLst>
        </pc:cxnChg>
        <pc:cxnChg chg="del mod">
          <ac:chgData name="Freda Shi" userId="e3bafef1-15f2-4eeb-acbe-fa674bab7991" providerId="ADAL" clId="{9555FC65-5A8C-4EE8-9D5B-8283D7A0923C}" dt="2026-01-14T07:16:06.801" v="36615" actId="478"/>
          <ac:cxnSpMkLst>
            <pc:docMk/>
            <pc:sldMk cId="4228864966" sldId="363"/>
            <ac:cxnSpMk id="81" creationId="{227CAE49-F6BE-1F5E-A724-5475293464A0}"/>
          </ac:cxnSpMkLst>
        </pc:cxnChg>
      </pc:sldChg>
      <pc:sldChg chg="addSp delSp modSp add mod delAnim modAnim">
        <pc:chgData name="Freda Shi" userId="e3bafef1-15f2-4eeb-acbe-fa674bab7991" providerId="ADAL" clId="{9555FC65-5A8C-4EE8-9D5B-8283D7A0923C}" dt="2026-01-14T07:21:36.710" v="36909"/>
        <pc:sldMkLst>
          <pc:docMk/>
          <pc:sldMk cId="3557754600" sldId="364"/>
        </pc:sldMkLst>
        <pc:spChg chg="mod">
          <ac:chgData name="Freda Shi" userId="e3bafef1-15f2-4eeb-acbe-fa674bab7991" providerId="ADAL" clId="{9555FC65-5A8C-4EE8-9D5B-8283D7A0923C}" dt="2026-01-14T07:21:36.710" v="36909"/>
          <ac:spMkLst>
            <pc:docMk/>
            <pc:sldMk cId="3557754600" sldId="364"/>
            <ac:spMk id="2" creationId="{CA249069-9FD1-2D7C-12EB-50701972A07A}"/>
          </ac:spMkLst>
        </pc:spChg>
        <pc:spChg chg="mod">
          <ac:chgData name="Freda Shi" userId="e3bafef1-15f2-4eeb-acbe-fa674bab7991" providerId="ADAL" clId="{9555FC65-5A8C-4EE8-9D5B-8283D7A0923C}" dt="2026-01-14T07:21:15.499" v="36881" actId="5793"/>
          <ac:spMkLst>
            <pc:docMk/>
            <pc:sldMk cId="3557754600" sldId="364"/>
            <ac:spMk id="3" creationId="{49F1B97D-77A3-7CC7-7CA5-AD73C97790F1}"/>
          </ac:spMkLst>
        </pc:spChg>
        <pc:spChg chg="del">
          <ac:chgData name="Freda Shi" userId="e3bafef1-15f2-4eeb-acbe-fa674bab7991" providerId="ADAL" clId="{9555FC65-5A8C-4EE8-9D5B-8283D7A0923C}" dt="2026-01-14T07:20:44.490" v="36829" actId="478"/>
          <ac:spMkLst>
            <pc:docMk/>
            <pc:sldMk cId="3557754600" sldId="364"/>
            <ac:spMk id="9" creationId="{A93A2365-1748-CF5E-6D10-4DB1F2DE5D65}"/>
          </ac:spMkLst>
        </pc:spChg>
        <pc:spChg chg="del">
          <ac:chgData name="Freda Shi" userId="e3bafef1-15f2-4eeb-acbe-fa674bab7991" providerId="ADAL" clId="{9555FC65-5A8C-4EE8-9D5B-8283D7A0923C}" dt="2026-01-14T07:20:44.490" v="36829" actId="478"/>
          <ac:spMkLst>
            <pc:docMk/>
            <pc:sldMk cId="3557754600" sldId="364"/>
            <ac:spMk id="12" creationId="{446FD7DC-BC57-1AB4-B9B3-42BFDFB11723}"/>
          </ac:spMkLst>
        </pc:spChg>
        <pc:spChg chg="add mod">
          <ac:chgData name="Freda Shi" userId="e3bafef1-15f2-4eeb-acbe-fa674bab7991" providerId="ADAL" clId="{9555FC65-5A8C-4EE8-9D5B-8283D7A0923C}" dt="2026-01-14T07:20:54.349" v="36832"/>
          <ac:spMkLst>
            <pc:docMk/>
            <pc:sldMk cId="3557754600" sldId="364"/>
            <ac:spMk id="65" creationId="{DC0DB7AA-1984-ED63-DE05-219E9AEBFAE1}"/>
          </ac:spMkLst>
        </pc:spChg>
        <pc:spChg chg="add mod">
          <ac:chgData name="Freda Shi" userId="e3bafef1-15f2-4eeb-acbe-fa674bab7991" providerId="ADAL" clId="{9555FC65-5A8C-4EE8-9D5B-8283D7A0923C}" dt="2026-01-14T07:20:54.349" v="36832"/>
          <ac:spMkLst>
            <pc:docMk/>
            <pc:sldMk cId="3557754600" sldId="364"/>
            <ac:spMk id="68" creationId="{FCBACE2D-81BA-8FCB-6233-8F76F9628E9E}"/>
          </ac:spMkLst>
        </pc:spChg>
        <pc:spChg chg="add mod">
          <ac:chgData name="Freda Shi" userId="e3bafef1-15f2-4eeb-acbe-fa674bab7991" providerId="ADAL" clId="{9555FC65-5A8C-4EE8-9D5B-8283D7A0923C}" dt="2026-01-14T07:20:54.349" v="36832"/>
          <ac:spMkLst>
            <pc:docMk/>
            <pc:sldMk cId="3557754600" sldId="364"/>
            <ac:spMk id="69" creationId="{E705416B-A22B-E9A9-A2D0-11FF12120B32}"/>
          </ac:spMkLst>
        </pc:spChg>
        <pc:spChg chg="add mod">
          <ac:chgData name="Freda Shi" userId="e3bafef1-15f2-4eeb-acbe-fa674bab7991" providerId="ADAL" clId="{9555FC65-5A8C-4EE8-9D5B-8283D7A0923C}" dt="2026-01-14T07:20:54.349" v="36832"/>
          <ac:spMkLst>
            <pc:docMk/>
            <pc:sldMk cId="3557754600" sldId="364"/>
            <ac:spMk id="70" creationId="{9252A598-1EB9-3454-FB6F-D12020B1E572}"/>
          </ac:spMkLst>
        </pc:spChg>
        <pc:spChg chg="add mod">
          <ac:chgData name="Freda Shi" userId="e3bafef1-15f2-4eeb-acbe-fa674bab7991" providerId="ADAL" clId="{9555FC65-5A8C-4EE8-9D5B-8283D7A0923C}" dt="2026-01-14T07:20:54.349" v="36832"/>
          <ac:spMkLst>
            <pc:docMk/>
            <pc:sldMk cId="3557754600" sldId="364"/>
            <ac:spMk id="80" creationId="{F6654623-B7BB-BD24-2622-693FFABCD3A1}"/>
          </ac:spMkLst>
        </pc:spChg>
        <pc:spChg chg="add mod">
          <ac:chgData name="Freda Shi" userId="e3bafef1-15f2-4eeb-acbe-fa674bab7991" providerId="ADAL" clId="{9555FC65-5A8C-4EE8-9D5B-8283D7A0923C}" dt="2026-01-14T07:20:54.349" v="36832"/>
          <ac:spMkLst>
            <pc:docMk/>
            <pc:sldMk cId="3557754600" sldId="364"/>
            <ac:spMk id="81" creationId="{E1637777-03BE-3CEC-9EBB-1220E3577F84}"/>
          </ac:spMkLst>
        </pc:spChg>
        <pc:spChg chg="add mod">
          <ac:chgData name="Freda Shi" userId="e3bafef1-15f2-4eeb-acbe-fa674bab7991" providerId="ADAL" clId="{9555FC65-5A8C-4EE8-9D5B-8283D7A0923C}" dt="2026-01-14T07:20:54.349" v="36832"/>
          <ac:spMkLst>
            <pc:docMk/>
            <pc:sldMk cId="3557754600" sldId="364"/>
            <ac:spMk id="82" creationId="{52F86D48-B9ED-A518-6291-304B0E02EDB4}"/>
          </ac:spMkLst>
        </pc:spChg>
        <pc:spChg chg="add mod">
          <ac:chgData name="Freda Shi" userId="e3bafef1-15f2-4eeb-acbe-fa674bab7991" providerId="ADAL" clId="{9555FC65-5A8C-4EE8-9D5B-8283D7A0923C}" dt="2026-01-14T07:20:54.349" v="36832"/>
          <ac:spMkLst>
            <pc:docMk/>
            <pc:sldMk cId="3557754600" sldId="364"/>
            <ac:spMk id="83" creationId="{EA55838F-705E-7FBB-C766-D3B1D6544912}"/>
          </ac:spMkLst>
        </pc:spChg>
        <pc:spChg chg="add mod">
          <ac:chgData name="Freda Shi" userId="e3bafef1-15f2-4eeb-acbe-fa674bab7991" providerId="ADAL" clId="{9555FC65-5A8C-4EE8-9D5B-8283D7A0923C}" dt="2026-01-14T07:20:54.349" v="36832"/>
          <ac:spMkLst>
            <pc:docMk/>
            <pc:sldMk cId="3557754600" sldId="364"/>
            <ac:spMk id="85" creationId="{AF192B5D-A491-3A78-7D63-0CC39786A604}"/>
          </ac:spMkLst>
        </pc:spChg>
        <pc:spChg chg="add mod">
          <ac:chgData name="Freda Shi" userId="e3bafef1-15f2-4eeb-acbe-fa674bab7991" providerId="ADAL" clId="{9555FC65-5A8C-4EE8-9D5B-8283D7A0923C}" dt="2026-01-14T07:20:54.349" v="36832"/>
          <ac:spMkLst>
            <pc:docMk/>
            <pc:sldMk cId="3557754600" sldId="364"/>
            <ac:spMk id="86" creationId="{52CCBAA3-8969-BA12-AF28-ADD79C589958}"/>
          </ac:spMkLst>
        </pc:spChg>
        <pc:spChg chg="del">
          <ac:chgData name="Freda Shi" userId="e3bafef1-15f2-4eeb-acbe-fa674bab7991" providerId="ADAL" clId="{9555FC65-5A8C-4EE8-9D5B-8283D7A0923C}" dt="2026-01-14T07:20:49.696" v="36831" actId="478"/>
          <ac:spMkLst>
            <pc:docMk/>
            <pc:sldMk cId="3557754600" sldId="364"/>
            <ac:spMk id="125" creationId="{FAFD1B83-878D-AEBB-A9F7-071C2C774A89}"/>
          </ac:spMkLst>
        </pc:spChg>
        <pc:grpChg chg="mod">
          <ac:chgData name="Freda Shi" userId="e3bafef1-15f2-4eeb-acbe-fa674bab7991" providerId="ADAL" clId="{9555FC65-5A8C-4EE8-9D5B-8283D7A0923C}" dt="2026-01-14T07:20:59.504" v="36875" actId="1035"/>
          <ac:grpSpMkLst>
            <pc:docMk/>
            <pc:sldMk cId="3557754600" sldId="364"/>
            <ac:grpSpMk id="5" creationId="{A68B4033-6E0C-543A-2353-FE7809F02DCC}"/>
          </ac:grpSpMkLst>
        </pc:grpChg>
        <pc:grpChg chg="del">
          <ac:chgData name="Freda Shi" userId="e3bafef1-15f2-4eeb-acbe-fa674bab7991" providerId="ADAL" clId="{9555FC65-5A8C-4EE8-9D5B-8283D7A0923C}" dt="2026-01-14T07:20:44.490" v="36829" actId="478"/>
          <ac:grpSpMkLst>
            <pc:docMk/>
            <pc:sldMk cId="3557754600" sldId="364"/>
            <ac:grpSpMk id="7" creationId="{4049EBDB-CC95-BB6E-4E71-69BAA15472CA}"/>
          </ac:grpSpMkLst>
        </pc:grpChg>
        <pc:grpChg chg="del">
          <ac:chgData name="Freda Shi" userId="e3bafef1-15f2-4eeb-acbe-fa674bab7991" providerId="ADAL" clId="{9555FC65-5A8C-4EE8-9D5B-8283D7A0923C}" dt="2026-01-14T07:20:40.241" v="36828" actId="478"/>
          <ac:grpSpMkLst>
            <pc:docMk/>
            <pc:sldMk cId="3557754600" sldId="364"/>
            <ac:grpSpMk id="31" creationId="{BC72D8BF-B5B4-1A02-F38A-272608DCECE9}"/>
          </ac:grpSpMkLst>
        </pc:grpChg>
        <pc:grpChg chg="del">
          <ac:chgData name="Freda Shi" userId="e3bafef1-15f2-4eeb-acbe-fa674bab7991" providerId="ADAL" clId="{9555FC65-5A8C-4EE8-9D5B-8283D7A0923C}" dt="2026-01-14T07:20:47.331" v="36830" actId="478"/>
          <ac:grpSpMkLst>
            <pc:docMk/>
            <pc:sldMk cId="3557754600" sldId="364"/>
            <ac:grpSpMk id="124" creationId="{5B6505A2-C1F5-F3BC-43A8-CDF8FD26E33B}"/>
          </ac:grpSpMkLst>
        </pc:grpChg>
        <pc:cxnChg chg="del">
          <ac:chgData name="Freda Shi" userId="e3bafef1-15f2-4eeb-acbe-fa674bab7991" providerId="ADAL" clId="{9555FC65-5A8C-4EE8-9D5B-8283D7A0923C}" dt="2026-01-14T07:20:44.490" v="36829" actId="478"/>
          <ac:cxnSpMkLst>
            <pc:docMk/>
            <pc:sldMk cId="3557754600" sldId="364"/>
            <ac:cxnSpMk id="8" creationId="{2909ED77-CD98-84A4-863B-E2205FDAD4A1}"/>
          </ac:cxnSpMkLst>
        </pc:cxnChg>
        <pc:cxnChg chg="del">
          <ac:chgData name="Freda Shi" userId="e3bafef1-15f2-4eeb-acbe-fa674bab7991" providerId="ADAL" clId="{9555FC65-5A8C-4EE8-9D5B-8283D7A0923C}" dt="2026-01-14T07:20:44.490" v="36829" actId="478"/>
          <ac:cxnSpMkLst>
            <pc:docMk/>
            <pc:sldMk cId="3557754600" sldId="364"/>
            <ac:cxnSpMk id="10" creationId="{20AB5989-DB69-583E-39BD-A4B3D765EB1C}"/>
          </ac:cxnSpMkLst>
        </pc:cxnChg>
        <pc:cxnChg chg="del">
          <ac:chgData name="Freda Shi" userId="e3bafef1-15f2-4eeb-acbe-fa674bab7991" providerId="ADAL" clId="{9555FC65-5A8C-4EE8-9D5B-8283D7A0923C}" dt="2026-01-14T07:20:44.490" v="36829" actId="478"/>
          <ac:cxnSpMkLst>
            <pc:docMk/>
            <pc:sldMk cId="3557754600" sldId="364"/>
            <ac:cxnSpMk id="11" creationId="{4B700DD0-0E88-D382-C185-8A29B97B06B3}"/>
          </ac:cxnSpMkLst>
        </pc:cxnChg>
      </pc:sldChg>
      <pc:sldChg chg="modSp add del mod ord">
        <pc:chgData name="Freda Shi" userId="e3bafef1-15f2-4eeb-acbe-fa674bab7991" providerId="ADAL" clId="{9555FC65-5A8C-4EE8-9D5B-8283D7A0923C}" dt="2026-01-14T04:07:22.491" v="30298" actId="47"/>
        <pc:sldMkLst>
          <pc:docMk/>
          <pc:sldMk cId="3963444497" sldId="364"/>
        </pc:sldMkLst>
      </pc:sldChg>
      <pc:sldChg chg="addSp delSp modSp new mod">
        <pc:chgData name="Freda Shi" userId="e3bafef1-15f2-4eeb-acbe-fa674bab7991" providerId="ADAL" clId="{9555FC65-5A8C-4EE8-9D5B-8283D7A0923C}" dt="2026-01-14T07:21:52.820" v="36913" actId="478"/>
        <pc:sldMkLst>
          <pc:docMk/>
          <pc:sldMk cId="1953230059" sldId="365"/>
        </pc:sldMkLst>
        <pc:spChg chg="mod">
          <ac:chgData name="Freda Shi" userId="e3bafef1-15f2-4eeb-acbe-fa674bab7991" providerId="ADAL" clId="{9555FC65-5A8C-4EE8-9D5B-8283D7A0923C}" dt="2026-01-14T07:21:43.832" v="36911"/>
          <ac:spMkLst>
            <pc:docMk/>
            <pc:sldMk cId="1953230059" sldId="365"/>
            <ac:spMk id="2" creationId="{88CD7C94-7487-D49E-54EA-CEAA1AF84422}"/>
          </ac:spMkLst>
        </pc:spChg>
        <pc:spChg chg="del">
          <ac:chgData name="Freda Shi" userId="e3bafef1-15f2-4eeb-acbe-fa674bab7991" providerId="ADAL" clId="{9555FC65-5A8C-4EE8-9D5B-8283D7A0923C}" dt="2026-01-14T07:21:52.820" v="36913" actId="478"/>
          <ac:spMkLst>
            <pc:docMk/>
            <pc:sldMk cId="1953230059" sldId="365"/>
            <ac:spMk id="3" creationId="{5005D782-A4AB-4513-CB99-07EE300D84A4}"/>
          </ac:spMkLst>
        </pc:spChg>
        <pc:spChg chg="add mod">
          <ac:chgData name="Freda Shi" userId="e3bafef1-15f2-4eeb-acbe-fa674bab7991" providerId="ADAL" clId="{9555FC65-5A8C-4EE8-9D5B-8283D7A0923C}" dt="2026-01-14T07:21:48.196" v="36912"/>
          <ac:spMkLst>
            <pc:docMk/>
            <pc:sldMk cId="1953230059" sldId="365"/>
            <ac:spMk id="8" creationId="{6C65C887-438D-786E-A6E2-11F9353CBDCE}"/>
          </ac:spMkLst>
        </pc:spChg>
        <pc:spChg chg="add mod">
          <ac:chgData name="Freda Shi" userId="e3bafef1-15f2-4eeb-acbe-fa674bab7991" providerId="ADAL" clId="{9555FC65-5A8C-4EE8-9D5B-8283D7A0923C}" dt="2026-01-14T07:21:48.196" v="36912"/>
          <ac:spMkLst>
            <pc:docMk/>
            <pc:sldMk cId="1953230059" sldId="365"/>
            <ac:spMk id="12" creationId="{B848EEBC-D65E-F8C1-B0B2-13679DE03C3B}"/>
          </ac:spMkLst>
        </pc:spChg>
        <pc:spChg chg="add mod">
          <ac:chgData name="Freda Shi" userId="e3bafef1-15f2-4eeb-acbe-fa674bab7991" providerId="ADAL" clId="{9555FC65-5A8C-4EE8-9D5B-8283D7A0923C}" dt="2026-01-14T07:21:48.196" v="36912"/>
          <ac:spMkLst>
            <pc:docMk/>
            <pc:sldMk cId="1953230059" sldId="365"/>
            <ac:spMk id="13" creationId="{C7C2E08C-7AA5-AD49-47DA-6F879528F595}"/>
          </ac:spMkLst>
        </pc:spChg>
        <pc:spChg chg="add mod">
          <ac:chgData name="Freda Shi" userId="e3bafef1-15f2-4eeb-acbe-fa674bab7991" providerId="ADAL" clId="{9555FC65-5A8C-4EE8-9D5B-8283D7A0923C}" dt="2026-01-14T07:21:48.196" v="36912"/>
          <ac:spMkLst>
            <pc:docMk/>
            <pc:sldMk cId="1953230059" sldId="365"/>
            <ac:spMk id="15" creationId="{3BB89EC8-085C-47F7-9D91-03958A91B783}"/>
          </ac:spMkLst>
        </pc:spChg>
        <pc:spChg chg="add mod">
          <ac:chgData name="Freda Shi" userId="e3bafef1-15f2-4eeb-acbe-fa674bab7991" providerId="ADAL" clId="{9555FC65-5A8C-4EE8-9D5B-8283D7A0923C}" dt="2026-01-14T07:21:48.196" v="36912"/>
          <ac:spMkLst>
            <pc:docMk/>
            <pc:sldMk cId="1953230059" sldId="365"/>
            <ac:spMk id="17" creationId="{D1AE9055-C0D9-B898-B294-877F649766E3}"/>
          </ac:spMkLst>
        </pc:spChg>
        <pc:spChg chg="add mod">
          <ac:chgData name="Freda Shi" userId="e3bafef1-15f2-4eeb-acbe-fa674bab7991" providerId="ADAL" clId="{9555FC65-5A8C-4EE8-9D5B-8283D7A0923C}" dt="2026-01-14T07:21:48.196" v="36912"/>
          <ac:spMkLst>
            <pc:docMk/>
            <pc:sldMk cId="1953230059" sldId="365"/>
            <ac:spMk id="20" creationId="{E9916AFC-AE9B-410B-503C-DDF48EDE33A3}"/>
          </ac:spMkLst>
        </pc:spChg>
        <pc:spChg chg="add mod">
          <ac:chgData name="Freda Shi" userId="e3bafef1-15f2-4eeb-acbe-fa674bab7991" providerId="ADAL" clId="{9555FC65-5A8C-4EE8-9D5B-8283D7A0923C}" dt="2026-01-14T07:21:48.196" v="36912"/>
          <ac:spMkLst>
            <pc:docMk/>
            <pc:sldMk cId="1953230059" sldId="365"/>
            <ac:spMk id="21" creationId="{1CA10C9B-1CAA-FAA8-DEFD-9A0AC644349F}"/>
          </ac:spMkLst>
        </pc:spChg>
        <pc:spChg chg="add mod">
          <ac:chgData name="Freda Shi" userId="e3bafef1-15f2-4eeb-acbe-fa674bab7991" providerId="ADAL" clId="{9555FC65-5A8C-4EE8-9D5B-8283D7A0923C}" dt="2026-01-14T07:21:48.196" v="36912"/>
          <ac:spMkLst>
            <pc:docMk/>
            <pc:sldMk cId="1953230059" sldId="365"/>
            <ac:spMk id="24" creationId="{5F7ACEB0-CE63-01FC-1D0C-4911711C9561}"/>
          </ac:spMkLst>
        </pc:spChg>
        <pc:spChg chg="add mod">
          <ac:chgData name="Freda Shi" userId="e3bafef1-15f2-4eeb-acbe-fa674bab7991" providerId="ADAL" clId="{9555FC65-5A8C-4EE8-9D5B-8283D7A0923C}" dt="2026-01-14T07:21:48.196" v="36912"/>
          <ac:spMkLst>
            <pc:docMk/>
            <pc:sldMk cId="1953230059" sldId="365"/>
            <ac:spMk id="28" creationId="{8D09C498-7E65-FF19-43A2-A2BFBD3000B9}"/>
          </ac:spMkLst>
        </pc:spChg>
        <pc:spChg chg="add mod">
          <ac:chgData name="Freda Shi" userId="e3bafef1-15f2-4eeb-acbe-fa674bab7991" providerId="ADAL" clId="{9555FC65-5A8C-4EE8-9D5B-8283D7A0923C}" dt="2026-01-14T07:21:48.196" v="36912"/>
          <ac:spMkLst>
            <pc:docMk/>
            <pc:sldMk cId="1953230059" sldId="365"/>
            <ac:spMk id="29" creationId="{F00875FB-9D9F-DEC2-B8F3-A58082F85E7A}"/>
          </ac:spMkLst>
        </pc:spChg>
      </pc:sldChg>
      <pc:sldChg chg="modSp new del mod modAnim">
        <pc:chgData name="Freda Shi" userId="e3bafef1-15f2-4eeb-acbe-fa674bab7991" providerId="ADAL" clId="{9555FC65-5A8C-4EE8-9D5B-8283D7A0923C}" dt="2026-01-14T04:07:22.491" v="30298" actId="47"/>
        <pc:sldMkLst>
          <pc:docMk/>
          <pc:sldMk cId="4195741165" sldId="365"/>
        </pc:sldMkLst>
      </pc:sldChg>
      <pc:sldChg chg="addSp delSp modSp new del mod">
        <pc:chgData name="Freda Shi" userId="e3bafef1-15f2-4eeb-acbe-fa674bab7991" providerId="ADAL" clId="{9555FC65-5A8C-4EE8-9D5B-8283D7A0923C}" dt="2026-01-14T04:07:22.491" v="30298" actId="47"/>
        <pc:sldMkLst>
          <pc:docMk/>
          <pc:sldMk cId="1851538926" sldId="366"/>
        </pc:sldMkLst>
      </pc:sldChg>
      <pc:sldChg chg="addSp delSp modSp add mod">
        <pc:chgData name="Freda Shi" userId="e3bafef1-15f2-4eeb-acbe-fa674bab7991" providerId="ADAL" clId="{9555FC65-5A8C-4EE8-9D5B-8283D7A0923C}" dt="2026-01-14T07:22:07.828" v="36923"/>
        <pc:sldMkLst>
          <pc:docMk/>
          <pc:sldMk cId="2202147080" sldId="366"/>
        </pc:sldMkLst>
        <pc:spChg chg="mod">
          <ac:chgData name="Freda Shi" userId="e3bafef1-15f2-4eeb-acbe-fa674bab7991" providerId="ADAL" clId="{9555FC65-5A8C-4EE8-9D5B-8283D7A0923C}" dt="2026-01-14T07:22:00.368" v="36921" actId="20577"/>
          <ac:spMkLst>
            <pc:docMk/>
            <pc:sldMk cId="2202147080" sldId="366"/>
            <ac:spMk id="2" creationId="{8A2081D2-63BB-44F8-7048-969B5A91E818}"/>
          </ac:spMkLst>
        </pc:spChg>
        <pc:spChg chg="add mod">
          <ac:chgData name="Freda Shi" userId="e3bafef1-15f2-4eeb-acbe-fa674bab7991" providerId="ADAL" clId="{9555FC65-5A8C-4EE8-9D5B-8283D7A0923C}" dt="2026-01-14T07:22:07.828" v="36923"/>
          <ac:spMkLst>
            <pc:docMk/>
            <pc:sldMk cId="2202147080" sldId="366"/>
            <ac:spMk id="31" creationId="{F5EF43B0-1224-A26E-4395-64795DA589A7}"/>
          </ac:spMkLst>
        </pc:spChg>
        <pc:spChg chg="add mod">
          <ac:chgData name="Freda Shi" userId="e3bafef1-15f2-4eeb-acbe-fa674bab7991" providerId="ADAL" clId="{9555FC65-5A8C-4EE8-9D5B-8283D7A0923C}" dt="2026-01-14T07:22:07.828" v="36923"/>
          <ac:spMkLst>
            <pc:docMk/>
            <pc:sldMk cId="2202147080" sldId="366"/>
            <ac:spMk id="33" creationId="{EFCEAE27-2764-333A-656C-F894C8839880}"/>
          </ac:spMkLst>
        </pc:spChg>
        <pc:spChg chg="add mod">
          <ac:chgData name="Freda Shi" userId="e3bafef1-15f2-4eeb-acbe-fa674bab7991" providerId="ADAL" clId="{9555FC65-5A8C-4EE8-9D5B-8283D7A0923C}" dt="2026-01-14T07:22:07.828" v="36923"/>
          <ac:spMkLst>
            <pc:docMk/>
            <pc:sldMk cId="2202147080" sldId="366"/>
            <ac:spMk id="34" creationId="{AF99B06D-1881-1756-E860-27AE7003B7F7}"/>
          </ac:spMkLst>
        </pc:spChg>
        <pc:spChg chg="add mod">
          <ac:chgData name="Freda Shi" userId="e3bafef1-15f2-4eeb-acbe-fa674bab7991" providerId="ADAL" clId="{9555FC65-5A8C-4EE8-9D5B-8283D7A0923C}" dt="2026-01-14T07:22:07.828" v="36923"/>
          <ac:spMkLst>
            <pc:docMk/>
            <pc:sldMk cId="2202147080" sldId="366"/>
            <ac:spMk id="36" creationId="{A5EC3344-D360-0899-5A7F-43408C9E5D93}"/>
          </ac:spMkLst>
        </pc:spChg>
        <pc:spChg chg="add mod">
          <ac:chgData name="Freda Shi" userId="e3bafef1-15f2-4eeb-acbe-fa674bab7991" providerId="ADAL" clId="{9555FC65-5A8C-4EE8-9D5B-8283D7A0923C}" dt="2026-01-14T07:22:07.828" v="36923"/>
          <ac:spMkLst>
            <pc:docMk/>
            <pc:sldMk cId="2202147080" sldId="366"/>
            <ac:spMk id="38" creationId="{99FDC7CB-4C99-67BF-89AE-29CA0F4FB87E}"/>
          </ac:spMkLst>
        </pc:spChg>
        <pc:spChg chg="add mod">
          <ac:chgData name="Freda Shi" userId="e3bafef1-15f2-4eeb-acbe-fa674bab7991" providerId="ADAL" clId="{9555FC65-5A8C-4EE8-9D5B-8283D7A0923C}" dt="2026-01-14T07:22:07.828" v="36923"/>
          <ac:spMkLst>
            <pc:docMk/>
            <pc:sldMk cId="2202147080" sldId="366"/>
            <ac:spMk id="39" creationId="{2AADB308-51A6-1344-ADD2-1C3727956CFC}"/>
          </ac:spMkLst>
        </pc:spChg>
        <pc:spChg chg="add mod">
          <ac:chgData name="Freda Shi" userId="e3bafef1-15f2-4eeb-acbe-fa674bab7991" providerId="ADAL" clId="{9555FC65-5A8C-4EE8-9D5B-8283D7A0923C}" dt="2026-01-14T07:22:07.828" v="36923"/>
          <ac:spMkLst>
            <pc:docMk/>
            <pc:sldMk cId="2202147080" sldId="366"/>
            <ac:spMk id="40" creationId="{FE837EBF-6E51-F5D6-25AC-C752E999C1A5}"/>
          </ac:spMkLst>
        </pc:spChg>
        <pc:spChg chg="add mod">
          <ac:chgData name="Freda Shi" userId="e3bafef1-15f2-4eeb-acbe-fa674bab7991" providerId="ADAL" clId="{9555FC65-5A8C-4EE8-9D5B-8283D7A0923C}" dt="2026-01-14T07:22:07.828" v="36923"/>
          <ac:spMkLst>
            <pc:docMk/>
            <pc:sldMk cId="2202147080" sldId="366"/>
            <ac:spMk id="42" creationId="{F718E01D-988F-CACD-539E-3C223EE485F1}"/>
          </ac:spMkLst>
        </pc:spChg>
        <pc:spChg chg="add mod">
          <ac:chgData name="Freda Shi" userId="e3bafef1-15f2-4eeb-acbe-fa674bab7991" providerId="ADAL" clId="{9555FC65-5A8C-4EE8-9D5B-8283D7A0923C}" dt="2026-01-14T07:22:07.828" v="36923"/>
          <ac:spMkLst>
            <pc:docMk/>
            <pc:sldMk cId="2202147080" sldId="366"/>
            <ac:spMk id="43" creationId="{9A18272D-2B63-EB1B-C204-E1D1542C12C9}"/>
          </ac:spMkLst>
        </pc:spChg>
        <pc:spChg chg="add mod">
          <ac:chgData name="Freda Shi" userId="e3bafef1-15f2-4eeb-acbe-fa674bab7991" providerId="ADAL" clId="{9555FC65-5A8C-4EE8-9D5B-8283D7A0923C}" dt="2026-01-14T07:22:07.828" v="36923"/>
          <ac:spMkLst>
            <pc:docMk/>
            <pc:sldMk cId="2202147080" sldId="366"/>
            <ac:spMk id="44" creationId="{DF2A97D3-5117-90F4-33BD-F8C1CF88E569}"/>
          </ac:spMkLst>
        </pc:spChg>
        <pc:grpChg chg="del">
          <ac:chgData name="Freda Shi" userId="e3bafef1-15f2-4eeb-acbe-fa674bab7991" providerId="ADAL" clId="{9555FC65-5A8C-4EE8-9D5B-8283D7A0923C}" dt="2026-01-14T07:22:07.478" v="36922" actId="478"/>
          <ac:grpSpMkLst>
            <pc:docMk/>
            <pc:sldMk cId="2202147080" sldId="366"/>
            <ac:grpSpMk id="6" creationId="{7AA84D74-3EB9-1C32-7029-3932692DA1D4}"/>
          </ac:grpSpMkLst>
        </pc:grpChg>
        <pc:picChg chg="del">
          <ac:chgData name="Freda Shi" userId="e3bafef1-15f2-4eeb-acbe-fa674bab7991" providerId="ADAL" clId="{9555FC65-5A8C-4EE8-9D5B-8283D7A0923C}" dt="2026-01-14T07:22:07.478" v="36922" actId="478"/>
          <ac:picMkLst>
            <pc:docMk/>
            <pc:sldMk cId="2202147080" sldId="366"/>
            <ac:picMk id="5" creationId="{80C95AD7-FA25-064E-754B-79AF477883A2}"/>
          </ac:picMkLst>
        </pc:picChg>
      </pc:sldChg>
      <pc:sldChg chg="addSp delSp modSp new mod">
        <pc:chgData name="Freda Shi" userId="e3bafef1-15f2-4eeb-acbe-fa674bab7991" providerId="ADAL" clId="{9555FC65-5A8C-4EE8-9D5B-8283D7A0923C}" dt="2026-01-14T07:23:11.849" v="36954" actId="1076"/>
        <pc:sldMkLst>
          <pc:docMk/>
          <pc:sldMk cId="2205426519" sldId="367"/>
        </pc:sldMkLst>
        <pc:spChg chg="mod">
          <ac:chgData name="Freda Shi" userId="e3bafef1-15f2-4eeb-acbe-fa674bab7991" providerId="ADAL" clId="{9555FC65-5A8C-4EE8-9D5B-8283D7A0923C}" dt="2026-01-14T07:22:25.760" v="36948" actId="20577"/>
          <ac:spMkLst>
            <pc:docMk/>
            <pc:sldMk cId="2205426519" sldId="367"/>
            <ac:spMk id="2" creationId="{3A341A0A-BE5B-87F4-A6DB-CE52073B5884}"/>
          </ac:spMkLst>
        </pc:spChg>
        <pc:spChg chg="del">
          <ac:chgData name="Freda Shi" userId="e3bafef1-15f2-4eeb-acbe-fa674bab7991" providerId="ADAL" clId="{9555FC65-5A8C-4EE8-9D5B-8283D7A0923C}" dt="2026-01-14T07:22:28.607" v="36949" actId="478"/>
          <ac:spMkLst>
            <pc:docMk/>
            <pc:sldMk cId="2205426519" sldId="367"/>
            <ac:spMk id="3" creationId="{387A4712-55A6-8712-842F-65DD33A7E457}"/>
          </ac:spMkLst>
        </pc:spChg>
        <pc:spChg chg="add mod">
          <ac:chgData name="Freda Shi" userId="e3bafef1-15f2-4eeb-acbe-fa674bab7991" providerId="ADAL" clId="{9555FC65-5A8C-4EE8-9D5B-8283D7A0923C}" dt="2026-01-14T07:23:11.849" v="36954" actId="1076"/>
          <ac:spMkLst>
            <pc:docMk/>
            <pc:sldMk cId="2205426519" sldId="367"/>
            <ac:spMk id="6" creationId="{1D733494-6A37-17D4-040B-6BEE06E7F5A3}"/>
          </ac:spMkLst>
        </pc:spChg>
        <pc:spChg chg="add mod">
          <ac:chgData name="Freda Shi" userId="e3bafef1-15f2-4eeb-acbe-fa674bab7991" providerId="ADAL" clId="{9555FC65-5A8C-4EE8-9D5B-8283D7A0923C}" dt="2026-01-14T07:22:28.952" v="36950"/>
          <ac:spMkLst>
            <pc:docMk/>
            <pc:sldMk cId="2205426519" sldId="367"/>
            <ac:spMk id="9" creationId="{4B2DC56E-E6E6-B83B-9A58-60D2131FF17D}"/>
          </ac:spMkLst>
        </pc:spChg>
        <pc:spChg chg="add mod">
          <ac:chgData name="Freda Shi" userId="e3bafef1-15f2-4eeb-acbe-fa674bab7991" providerId="ADAL" clId="{9555FC65-5A8C-4EE8-9D5B-8283D7A0923C}" dt="2026-01-14T07:22:28.952" v="36950"/>
          <ac:spMkLst>
            <pc:docMk/>
            <pc:sldMk cId="2205426519" sldId="367"/>
            <ac:spMk id="19" creationId="{E2FB38F4-65F5-4196-6400-358DE2754574}"/>
          </ac:spMkLst>
        </pc:spChg>
        <pc:spChg chg="add mod">
          <ac:chgData name="Freda Shi" userId="e3bafef1-15f2-4eeb-acbe-fa674bab7991" providerId="ADAL" clId="{9555FC65-5A8C-4EE8-9D5B-8283D7A0923C}" dt="2026-01-14T07:22:28.952" v="36950"/>
          <ac:spMkLst>
            <pc:docMk/>
            <pc:sldMk cId="2205426519" sldId="367"/>
            <ac:spMk id="28" creationId="{0CA417DC-E009-A59E-66A8-5533432F80D1}"/>
          </ac:spMkLst>
        </pc:spChg>
        <pc:spChg chg="add mod">
          <ac:chgData name="Freda Shi" userId="e3bafef1-15f2-4eeb-acbe-fa674bab7991" providerId="ADAL" clId="{9555FC65-5A8C-4EE8-9D5B-8283D7A0923C}" dt="2026-01-14T07:22:28.952" v="36950"/>
          <ac:spMkLst>
            <pc:docMk/>
            <pc:sldMk cId="2205426519" sldId="367"/>
            <ac:spMk id="33" creationId="{591D4D4E-7EFB-36FD-1B2F-48A056FD84BB}"/>
          </ac:spMkLst>
        </pc:spChg>
        <pc:spChg chg="add mod">
          <ac:chgData name="Freda Shi" userId="e3bafef1-15f2-4eeb-acbe-fa674bab7991" providerId="ADAL" clId="{9555FC65-5A8C-4EE8-9D5B-8283D7A0923C}" dt="2026-01-14T07:22:28.952" v="36950"/>
          <ac:spMkLst>
            <pc:docMk/>
            <pc:sldMk cId="2205426519" sldId="367"/>
            <ac:spMk id="34" creationId="{574805DC-4629-48C6-19EF-2EC5E4155C50}"/>
          </ac:spMkLst>
        </pc:spChg>
        <pc:spChg chg="add mod">
          <ac:chgData name="Freda Shi" userId="e3bafef1-15f2-4eeb-acbe-fa674bab7991" providerId="ADAL" clId="{9555FC65-5A8C-4EE8-9D5B-8283D7A0923C}" dt="2026-01-14T07:22:28.952" v="36950"/>
          <ac:spMkLst>
            <pc:docMk/>
            <pc:sldMk cId="2205426519" sldId="367"/>
            <ac:spMk id="38" creationId="{C00286DE-A39D-F5AD-3C50-D46EDE7210A9}"/>
          </ac:spMkLst>
        </pc:spChg>
        <pc:spChg chg="add mod">
          <ac:chgData name="Freda Shi" userId="e3bafef1-15f2-4eeb-acbe-fa674bab7991" providerId="ADAL" clId="{9555FC65-5A8C-4EE8-9D5B-8283D7A0923C}" dt="2026-01-14T07:22:28.952" v="36950"/>
          <ac:spMkLst>
            <pc:docMk/>
            <pc:sldMk cId="2205426519" sldId="367"/>
            <ac:spMk id="39" creationId="{3B00E753-C529-59AC-617D-02305AA9E537}"/>
          </ac:spMkLst>
        </pc:spChg>
        <pc:spChg chg="add mod">
          <ac:chgData name="Freda Shi" userId="e3bafef1-15f2-4eeb-acbe-fa674bab7991" providerId="ADAL" clId="{9555FC65-5A8C-4EE8-9D5B-8283D7A0923C}" dt="2026-01-14T07:22:28.952" v="36950"/>
          <ac:spMkLst>
            <pc:docMk/>
            <pc:sldMk cId="2205426519" sldId="367"/>
            <ac:spMk id="45" creationId="{7E179A67-ABEF-A342-4A6A-3CB02ED3AFFD}"/>
          </ac:spMkLst>
        </pc:spChg>
        <pc:spChg chg="add mod">
          <ac:chgData name="Freda Shi" userId="e3bafef1-15f2-4eeb-acbe-fa674bab7991" providerId="ADAL" clId="{9555FC65-5A8C-4EE8-9D5B-8283D7A0923C}" dt="2026-01-14T07:22:28.952" v="36950"/>
          <ac:spMkLst>
            <pc:docMk/>
            <pc:sldMk cId="2205426519" sldId="367"/>
            <ac:spMk id="50" creationId="{B327D091-282D-09D7-F272-B72BEE9682DB}"/>
          </ac:spMkLst>
        </pc:spChg>
        <pc:spChg chg="add mod">
          <ac:chgData name="Freda Shi" userId="e3bafef1-15f2-4eeb-acbe-fa674bab7991" providerId="ADAL" clId="{9555FC65-5A8C-4EE8-9D5B-8283D7A0923C}" dt="2026-01-14T07:23:03.272" v="36953"/>
          <ac:spMkLst>
            <pc:docMk/>
            <pc:sldMk cId="2205426519" sldId="367"/>
            <ac:spMk id="55" creationId="{C2F6C812-690B-F503-FCB1-BBE7914FF728}"/>
          </ac:spMkLst>
        </pc:spChg>
        <pc:spChg chg="add mod">
          <ac:chgData name="Freda Shi" userId="e3bafef1-15f2-4eeb-acbe-fa674bab7991" providerId="ADAL" clId="{9555FC65-5A8C-4EE8-9D5B-8283D7A0923C}" dt="2026-01-14T07:23:03.272" v="36953"/>
          <ac:spMkLst>
            <pc:docMk/>
            <pc:sldMk cId="2205426519" sldId="367"/>
            <ac:spMk id="58" creationId="{5A3E4CBB-610E-4E91-9C7E-48F154C30E72}"/>
          </ac:spMkLst>
        </pc:spChg>
        <pc:spChg chg="add mod">
          <ac:chgData name="Freda Shi" userId="e3bafef1-15f2-4eeb-acbe-fa674bab7991" providerId="ADAL" clId="{9555FC65-5A8C-4EE8-9D5B-8283D7A0923C}" dt="2026-01-14T07:23:03.272" v="36953"/>
          <ac:spMkLst>
            <pc:docMk/>
            <pc:sldMk cId="2205426519" sldId="367"/>
            <ac:spMk id="64" creationId="{A801182E-B196-7C62-9385-01488FD487C9}"/>
          </ac:spMkLst>
        </pc:spChg>
        <pc:spChg chg="add mod">
          <ac:chgData name="Freda Shi" userId="e3bafef1-15f2-4eeb-acbe-fa674bab7991" providerId="ADAL" clId="{9555FC65-5A8C-4EE8-9D5B-8283D7A0923C}" dt="2026-01-14T07:23:03.272" v="36953"/>
          <ac:spMkLst>
            <pc:docMk/>
            <pc:sldMk cId="2205426519" sldId="367"/>
            <ac:spMk id="68" creationId="{DA2E1D33-8EE8-CCE1-FFC7-9390E2AE2DE2}"/>
          </ac:spMkLst>
        </pc:spChg>
        <pc:spChg chg="add mod">
          <ac:chgData name="Freda Shi" userId="e3bafef1-15f2-4eeb-acbe-fa674bab7991" providerId="ADAL" clId="{9555FC65-5A8C-4EE8-9D5B-8283D7A0923C}" dt="2026-01-14T07:23:03.272" v="36953"/>
          <ac:spMkLst>
            <pc:docMk/>
            <pc:sldMk cId="2205426519" sldId="367"/>
            <ac:spMk id="75" creationId="{9A8CA2BA-A192-EB0C-CCF5-32EE68ADAE35}"/>
          </ac:spMkLst>
        </pc:spChg>
        <pc:spChg chg="add mod">
          <ac:chgData name="Freda Shi" userId="e3bafef1-15f2-4eeb-acbe-fa674bab7991" providerId="ADAL" clId="{9555FC65-5A8C-4EE8-9D5B-8283D7A0923C}" dt="2026-01-14T07:23:03.272" v="36953"/>
          <ac:spMkLst>
            <pc:docMk/>
            <pc:sldMk cId="2205426519" sldId="367"/>
            <ac:spMk id="79" creationId="{81C15715-0A14-EE1D-B320-2ECF55E2A5E8}"/>
          </ac:spMkLst>
        </pc:spChg>
        <pc:spChg chg="add mod">
          <ac:chgData name="Freda Shi" userId="e3bafef1-15f2-4eeb-acbe-fa674bab7991" providerId="ADAL" clId="{9555FC65-5A8C-4EE8-9D5B-8283D7A0923C}" dt="2026-01-14T07:23:03.272" v="36953"/>
          <ac:spMkLst>
            <pc:docMk/>
            <pc:sldMk cId="2205426519" sldId="367"/>
            <ac:spMk id="80" creationId="{37DFAFDB-BB49-1FE2-92AC-BE6D6D03F92B}"/>
          </ac:spMkLst>
        </pc:spChg>
        <pc:spChg chg="add mod">
          <ac:chgData name="Freda Shi" userId="e3bafef1-15f2-4eeb-acbe-fa674bab7991" providerId="ADAL" clId="{9555FC65-5A8C-4EE8-9D5B-8283D7A0923C}" dt="2026-01-14T07:23:03.272" v="36953"/>
          <ac:spMkLst>
            <pc:docMk/>
            <pc:sldMk cId="2205426519" sldId="367"/>
            <ac:spMk id="84" creationId="{655BD744-8CF9-3A40-E290-FF8DBB9F8A45}"/>
          </ac:spMkLst>
        </pc:spChg>
        <pc:spChg chg="add mod">
          <ac:chgData name="Freda Shi" userId="e3bafef1-15f2-4eeb-acbe-fa674bab7991" providerId="ADAL" clId="{9555FC65-5A8C-4EE8-9D5B-8283D7A0923C}" dt="2026-01-14T07:23:03.272" v="36953"/>
          <ac:spMkLst>
            <pc:docMk/>
            <pc:sldMk cId="2205426519" sldId="367"/>
            <ac:spMk id="88" creationId="{B3A6A604-87E8-B8FB-E36A-8087F6B62E0C}"/>
          </ac:spMkLst>
        </pc:spChg>
        <pc:spChg chg="add mod">
          <ac:chgData name="Freda Shi" userId="e3bafef1-15f2-4eeb-acbe-fa674bab7991" providerId="ADAL" clId="{9555FC65-5A8C-4EE8-9D5B-8283D7A0923C}" dt="2026-01-14T07:23:03.272" v="36953"/>
          <ac:spMkLst>
            <pc:docMk/>
            <pc:sldMk cId="2205426519" sldId="367"/>
            <ac:spMk id="117" creationId="{235F64F3-7C88-6988-5498-DC19FEA7C01C}"/>
          </ac:spMkLst>
        </pc:spChg>
        <pc:grpChg chg="del">
          <ac:chgData name="Freda Shi" userId="e3bafef1-15f2-4eeb-acbe-fa674bab7991" providerId="ADAL" clId="{9555FC65-5A8C-4EE8-9D5B-8283D7A0923C}" dt="2026-01-14T07:23:02.872" v="36952" actId="478"/>
          <ac:grpSpMkLst>
            <pc:docMk/>
            <pc:sldMk cId="2205426519" sldId="367"/>
            <ac:grpSpMk id="5" creationId="{8FF534EF-F4DE-0FA7-5BB5-7A2A8BE3373F}"/>
          </ac:grpSpMkLst>
        </pc:grpChg>
      </pc:sldChg>
      <pc:sldChg chg="addSp delSp modSp add del mod">
        <pc:chgData name="Freda Shi" userId="e3bafef1-15f2-4eeb-acbe-fa674bab7991" providerId="ADAL" clId="{9555FC65-5A8C-4EE8-9D5B-8283D7A0923C}" dt="2026-01-14T04:07:22.491" v="30298" actId="47"/>
        <pc:sldMkLst>
          <pc:docMk/>
          <pc:sldMk cId="365309081" sldId="368"/>
        </pc:sldMkLst>
      </pc:sldChg>
      <pc:sldChg chg="addSp delSp modSp new mod">
        <pc:chgData name="Freda Shi" userId="e3bafef1-15f2-4eeb-acbe-fa674bab7991" providerId="ADAL" clId="{9555FC65-5A8C-4EE8-9D5B-8283D7A0923C}" dt="2026-01-14T07:23:32.349" v="36958"/>
        <pc:sldMkLst>
          <pc:docMk/>
          <pc:sldMk cId="987703691" sldId="368"/>
        </pc:sldMkLst>
        <pc:spChg chg="mod">
          <ac:chgData name="Freda Shi" userId="e3bafef1-15f2-4eeb-acbe-fa674bab7991" providerId="ADAL" clId="{9555FC65-5A8C-4EE8-9D5B-8283D7A0923C}" dt="2026-01-14T07:23:25.051" v="36956"/>
          <ac:spMkLst>
            <pc:docMk/>
            <pc:sldMk cId="987703691" sldId="368"/>
            <ac:spMk id="2" creationId="{CAAA985A-CF91-0976-1BFC-6896FB8F2EE6}"/>
          </ac:spMkLst>
        </pc:spChg>
        <pc:spChg chg="del">
          <ac:chgData name="Freda Shi" userId="e3bafef1-15f2-4eeb-acbe-fa674bab7991" providerId="ADAL" clId="{9555FC65-5A8C-4EE8-9D5B-8283D7A0923C}" dt="2026-01-14T07:23:31.745" v="36957" actId="478"/>
          <ac:spMkLst>
            <pc:docMk/>
            <pc:sldMk cId="987703691" sldId="368"/>
            <ac:spMk id="3" creationId="{E879ED55-39A8-A913-14F3-C60C84AB8FC5}"/>
          </ac:spMkLst>
        </pc:spChg>
        <pc:spChg chg="add mod">
          <ac:chgData name="Freda Shi" userId="e3bafef1-15f2-4eeb-acbe-fa674bab7991" providerId="ADAL" clId="{9555FC65-5A8C-4EE8-9D5B-8283D7A0923C}" dt="2026-01-14T07:23:32.349" v="36958"/>
          <ac:spMkLst>
            <pc:docMk/>
            <pc:sldMk cId="987703691" sldId="368"/>
            <ac:spMk id="7" creationId="{DC8CA21F-E372-92CB-8B1C-5ECA93DA2356}"/>
          </ac:spMkLst>
        </pc:spChg>
        <pc:spChg chg="add mod">
          <ac:chgData name="Freda Shi" userId="e3bafef1-15f2-4eeb-acbe-fa674bab7991" providerId="ADAL" clId="{9555FC65-5A8C-4EE8-9D5B-8283D7A0923C}" dt="2026-01-14T07:23:32.349" v="36958"/>
          <ac:spMkLst>
            <pc:docMk/>
            <pc:sldMk cId="987703691" sldId="368"/>
            <ac:spMk id="8" creationId="{3049893C-4F02-2DC5-7C26-89473B1A0799}"/>
          </ac:spMkLst>
        </pc:spChg>
        <pc:spChg chg="add mod">
          <ac:chgData name="Freda Shi" userId="e3bafef1-15f2-4eeb-acbe-fa674bab7991" providerId="ADAL" clId="{9555FC65-5A8C-4EE8-9D5B-8283D7A0923C}" dt="2026-01-14T07:23:32.349" v="36958"/>
          <ac:spMkLst>
            <pc:docMk/>
            <pc:sldMk cId="987703691" sldId="368"/>
            <ac:spMk id="11" creationId="{590DC10D-5229-1659-8C02-9754FF76D2DF}"/>
          </ac:spMkLst>
        </pc:spChg>
        <pc:spChg chg="add mod">
          <ac:chgData name="Freda Shi" userId="e3bafef1-15f2-4eeb-acbe-fa674bab7991" providerId="ADAL" clId="{9555FC65-5A8C-4EE8-9D5B-8283D7A0923C}" dt="2026-01-14T07:23:32.349" v="36958"/>
          <ac:spMkLst>
            <pc:docMk/>
            <pc:sldMk cId="987703691" sldId="368"/>
            <ac:spMk id="14" creationId="{CB230F1C-2A31-689E-5E6E-3E3EDA273E2E}"/>
          </ac:spMkLst>
        </pc:spChg>
        <pc:spChg chg="add mod">
          <ac:chgData name="Freda Shi" userId="e3bafef1-15f2-4eeb-acbe-fa674bab7991" providerId="ADAL" clId="{9555FC65-5A8C-4EE8-9D5B-8283D7A0923C}" dt="2026-01-14T07:23:32.349" v="36958"/>
          <ac:spMkLst>
            <pc:docMk/>
            <pc:sldMk cId="987703691" sldId="368"/>
            <ac:spMk id="16" creationId="{41222CA9-D1DE-BAE4-1CF3-7617EBC9B11B}"/>
          </ac:spMkLst>
        </pc:spChg>
        <pc:spChg chg="add mod">
          <ac:chgData name="Freda Shi" userId="e3bafef1-15f2-4eeb-acbe-fa674bab7991" providerId="ADAL" clId="{9555FC65-5A8C-4EE8-9D5B-8283D7A0923C}" dt="2026-01-14T07:23:32.349" v="36958"/>
          <ac:spMkLst>
            <pc:docMk/>
            <pc:sldMk cId="987703691" sldId="368"/>
            <ac:spMk id="17" creationId="{5EE5A278-7AAF-6E20-BE08-DDEE9B52722B}"/>
          </ac:spMkLst>
        </pc:spChg>
        <pc:spChg chg="add mod">
          <ac:chgData name="Freda Shi" userId="e3bafef1-15f2-4eeb-acbe-fa674bab7991" providerId="ADAL" clId="{9555FC65-5A8C-4EE8-9D5B-8283D7A0923C}" dt="2026-01-14T07:23:32.349" v="36958"/>
          <ac:spMkLst>
            <pc:docMk/>
            <pc:sldMk cId="987703691" sldId="368"/>
            <ac:spMk id="19" creationId="{FDFCC365-8F6F-39C4-C18F-C964504BEF01}"/>
          </ac:spMkLst>
        </pc:spChg>
        <pc:spChg chg="add mod">
          <ac:chgData name="Freda Shi" userId="e3bafef1-15f2-4eeb-acbe-fa674bab7991" providerId="ADAL" clId="{9555FC65-5A8C-4EE8-9D5B-8283D7A0923C}" dt="2026-01-14T07:23:32.349" v="36958"/>
          <ac:spMkLst>
            <pc:docMk/>
            <pc:sldMk cId="987703691" sldId="368"/>
            <ac:spMk id="21" creationId="{4A2D7DC7-93C3-2F20-DD1A-A568207C7364}"/>
          </ac:spMkLst>
        </pc:spChg>
        <pc:spChg chg="add mod">
          <ac:chgData name="Freda Shi" userId="e3bafef1-15f2-4eeb-acbe-fa674bab7991" providerId="ADAL" clId="{9555FC65-5A8C-4EE8-9D5B-8283D7A0923C}" dt="2026-01-14T07:23:32.349" v="36958"/>
          <ac:spMkLst>
            <pc:docMk/>
            <pc:sldMk cId="987703691" sldId="368"/>
            <ac:spMk id="22" creationId="{511FDECB-2D70-3DC2-36A0-CB25F11920A4}"/>
          </ac:spMkLst>
        </pc:spChg>
        <pc:spChg chg="add mod">
          <ac:chgData name="Freda Shi" userId="e3bafef1-15f2-4eeb-acbe-fa674bab7991" providerId="ADAL" clId="{9555FC65-5A8C-4EE8-9D5B-8283D7A0923C}" dt="2026-01-14T07:23:32.349" v="36958"/>
          <ac:spMkLst>
            <pc:docMk/>
            <pc:sldMk cId="987703691" sldId="368"/>
            <ac:spMk id="24" creationId="{294AEEA0-663A-8711-072A-F68183D9B739}"/>
          </ac:spMkLst>
        </pc:spChg>
      </pc:sldChg>
      <pc:sldChg chg="addSp delSp modSp new mod ord modAnim">
        <pc:chgData name="Freda Shi" userId="e3bafef1-15f2-4eeb-acbe-fa674bab7991" providerId="ADAL" clId="{9555FC65-5A8C-4EE8-9D5B-8283D7A0923C}" dt="2026-01-14T07:25:24.436" v="37025"/>
        <pc:sldMkLst>
          <pc:docMk/>
          <pc:sldMk cId="633393056" sldId="369"/>
        </pc:sldMkLst>
        <pc:spChg chg="mod">
          <ac:chgData name="Freda Shi" userId="e3bafef1-15f2-4eeb-acbe-fa674bab7991" providerId="ADAL" clId="{9555FC65-5A8C-4EE8-9D5B-8283D7A0923C}" dt="2026-01-14T07:23:44.122" v="36962"/>
          <ac:spMkLst>
            <pc:docMk/>
            <pc:sldMk cId="633393056" sldId="369"/>
            <ac:spMk id="2" creationId="{D151606E-1CA4-B3B2-5CF6-2E04900730A3}"/>
          </ac:spMkLst>
        </pc:spChg>
        <pc:spChg chg="del">
          <ac:chgData name="Freda Shi" userId="e3bafef1-15f2-4eeb-acbe-fa674bab7991" providerId="ADAL" clId="{9555FC65-5A8C-4EE8-9D5B-8283D7A0923C}" dt="2026-01-14T07:23:51.483" v="36963" actId="478"/>
          <ac:spMkLst>
            <pc:docMk/>
            <pc:sldMk cId="633393056" sldId="369"/>
            <ac:spMk id="3" creationId="{18495141-8C7A-B8A8-3251-31573EC8AA30}"/>
          </ac:spMkLst>
        </pc:spChg>
        <pc:spChg chg="add mod">
          <ac:chgData name="Freda Shi" userId="e3bafef1-15f2-4eeb-acbe-fa674bab7991" providerId="ADAL" clId="{9555FC65-5A8C-4EE8-9D5B-8283D7A0923C}" dt="2026-01-14T07:23:51.950" v="36964"/>
          <ac:spMkLst>
            <pc:docMk/>
            <pc:sldMk cId="633393056" sldId="369"/>
            <ac:spMk id="8" creationId="{37FAC517-147B-B1B0-2B05-963A047B21BE}"/>
          </ac:spMkLst>
        </pc:spChg>
        <pc:spChg chg="add mod">
          <ac:chgData name="Freda Shi" userId="e3bafef1-15f2-4eeb-acbe-fa674bab7991" providerId="ADAL" clId="{9555FC65-5A8C-4EE8-9D5B-8283D7A0923C}" dt="2026-01-14T07:23:51.950" v="36964"/>
          <ac:spMkLst>
            <pc:docMk/>
            <pc:sldMk cId="633393056" sldId="369"/>
            <ac:spMk id="10" creationId="{B4EA5F8A-11BE-E35D-AF64-B15DDC7F4BD3}"/>
          </ac:spMkLst>
        </pc:spChg>
        <pc:spChg chg="add mod">
          <ac:chgData name="Freda Shi" userId="e3bafef1-15f2-4eeb-acbe-fa674bab7991" providerId="ADAL" clId="{9555FC65-5A8C-4EE8-9D5B-8283D7A0923C}" dt="2026-01-14T07:23:51.950" v="36964"/>
          <ac:spMkLst>
            <pc:docMk/>
            <pc:sldMk cId="633393056" sldId="369"/>
            <ac:spMk id="14" creationId="{D9709CE8-74DC-96E6-064E-1C5562DD1E5E}"/>
          </ac:spMkLst>
        </pc:spChg>
        <pc:spChg chg="add mod">
          <ac:chgData name="Freda Shi" userId="e3bafef1-15f2-4eeb-acbe-fa674bab7991" providerId="ADAL" clId="{9555FC65-5A8C-4EE8-9D5B-8283D7A0923C}" dt="2026-01-14T07:23:51.950" v="36964"/>
          <ac:spMkLst>
            <pc:docMk/>
            <pc:sldMk cId="633393056" sldId="369"/>
            <ac:spMk id="15" creationId="{EB59368D-4907-BF4F-81B8-FCAD2304D352}"/>
          </ac:spMkLst>
        </pc:spChg>
        <pc:spChg chg="add mod">
          <ac:chgData name="Freda Shi" userId="e3bafef1-15f2-4eeb-acbe-fa674bab7991" providerId="ADAL" clId="{9555FC65-5A8C-4EE8-9D5B-8283D7A0923C}" dt="2026-01-14T07:23:51.950" v="36964"/>
          <ac:spMkLst>
            <pc:docMk/>
            <pc:sldMk cId="633393056" sldId="369"/>
            <ac:spMk id="19" creationId="{5905914F-9B13-6D58-2E2F-162577EC9246}"/>
          </ac:spMkLst>
        </pc:spChg>
        <pc:spChg chg="add mod">
          <ac:chgData name="Freda Shi" userId="e3bafef1-15f2-4eeb-acbe-fa674bab7991" providerId="ADAL" clId="{9555FC65-5A8C-4EE8-9D5B-8283D7A0923C}" dt="2026-01-14T07:23:51.950" v="36964"/>
          <ac:spMkLst>
            <pc:docMk/>
            <pc:sldMk cId="633393056" sldId="369"/>
            <ac:spMk id="25" creationId="{58729D76-20CF-0B75-8146-0E757C8A9658}"/>
          </ac:spMkLst>
        </pc:spChg>
        <pc:spChg chg="add mod">
          <ac:chgData name="Freda Shi" userId="e3bafef1-15f2-4eeb-acbe-fa674bab7991" providerId="ADAL" clId="{9555FC65-5A8C-4EE8-9D5B-8283D7A0923C}" dt="2026-01-14T07:23:51.950" v="36964"/>
          <ac:spMkLst>
            <pc:docMk/>
            <pc:sldMk cId="633393056" sldId="369"/>
            <ac:spMk id="26" creationId="{4044F3E3-AFD3-D6E9-C282-64B7FF65AB78}"/>
          </ac:spMkLst>
        </pc:spChg>
        <pc:spChg chg="add mod">
          <ac:chgData name="Freda Shi" userId="e3bafef1-15f2-4eeb-acbe-fa674bab7991" providerId="ADAL" clId="{9555FC65-5A8C-4EE8-9D5B-8283D7A0923C}" dt="2026-01-14T07:23:51.950" v="36964"/>
          <ac:spMkLst>
            <pc:docMk/>
            <pc:sldMk cId="633393056" sldId="369"/>
            <ac:spMk id="31" creationId="{16E569A6-CC02-529B-55B6-98A19B021DD1}"/>
          </ac:spMkLst>
        </pc:spChg>
        <pc:spChg chg="add mod">
          <ac:chgData name="Freda Shi" userId="e3bafef1-15f2-4eeb-acbe-fa674bab7991" providerId="ADAL" clId="{9555FC65-5A8C-4EE8-9D5B-8283D7A0923C}" dt="2026-01-14T07:23:51.950" v="36964"/>
          <ac:spMkLst>
            <pc:docMk/>
            <pc:sldMk cId="633393056" sldId="369"/>
            <ac:spMk id="36" creationId="{E6B25405-1C5F-4BF0-D076-3E6291EDF98D}"/>
          </ac:spMkLst>
        </pc:spChg>
        <pc:spChg chg="add mod">
          <ac:chgData name="Freda Shi" userId="e3bafef1-15f2-4eeb-acbe-fa674bab7991" providerId="ADAL" clId="{9555FC65-5A8C-4EE8-9D5B-8283D7A0923C}" dt="2026-01-14T07:23:51.950" v="36964"/>
          <ac:spMkLst>
            <pc:docMk/>
            <pc:sldMk cId="633393056" sldId="369"/>
            <ac:spMk id="37" creationId="{1B80A7B8-38D5-719A-CE07-33FBB0E89723}"/>
          </ac:spMkLst>
        </pc:spChg>
        <pc:spChg chg="add del">
          <ac:chgData name="Freda Shi" userId="e3bafef1-15f2-4eeb-acbe-fa674bab7991" providerId="ADAL" clId="{9555FC65-5A8C-4EE8-9D5B-8283D7A0923C}" dt="2026-01-14T07:24:04.490" v="37008" actId="22"/>
          <ac:spMkLst>
            <pc:docMk/>
            <pc:sldMk cId="633393056" sldId="369"/>
            <ac:spMk id="40" creationId="{392A78C9-ADB1-00F9-C8D1-1CBB80D95C58}"/>
          </ac:spMkLst>
        </pc:spChg>
        <pc:spChg chg="add mod">
          <ac:chgData name="Freda Shi" userId="e3bafef1-15f2-4eeb-acbe-fa674bab7991" providerId="ADAL" clId="{9555FC65-5A8C-4EE8-9D5B-8283D7A0923C}" dt="2026-01-14T07:25:03.727" v="37021" actId="14100"/>
          <ac:spMkLst>
            <pc:docMk/>
            <pc:sldMk cId="633393056" sldId="369"/>
            <ac:spMk id="41" creationId="{23426EF1-143D-E4CC-5440-E0AAA7167DDA}"/>
          </ac:spMkLst>
        </pc:spChg>
        <pc:spChg chg="add mod">
          <ac:chgData name="Freda Shi" userId="e3bafef1-15f2-4eeb-acbe-fa674bab7991" providerId="ADAL" clId="{9555FC65-5A8C-4EE8-9D5B-8283D7A0923C}" dt="2026-01-14T07:25:24.436" v="37025"/>
          <ac:spMkLst>
            <pc:docMk/>
            <pc:sldMk cId="633393056" sldId="369"/>
            <ac:spMk id="74" creationId="{3FB39318-B737-5D22-91AD-491132EA6B47}"/>
          </ac:spMkLst>
        </pc:spChg>
        <pc:spChg chg="add mod">
          <ac:chgData name="Freda Shi" userId="e3bafef1-15f2-4eeb-acbe-fa674bab7991" providerId="ADAL" clId="{9555FC65-5A8C-4EE8-9D5B-8283D7A0923C}" dt="2026-01-14T07:25:24.436" v="37025"/>
          <ac:spMkLst>
            <pc:docMk/>
            <pc:sldMk cId="633393056" sldId="369"/>
            <ac:spMk id="77" creationId="{6B610893-98EE-50EC-4B39-18E4BF136EB5}"/>
          </ac:spMkLst>
        </pc:spChg>
        <pc:spChg chg="add mod">
          <ac:chgData name="Freda Shi" userId="e3bafef1-15f2-4eeb-acbe-fa674bab7991" providerId="ADAL" clId="{9555FC65-5A8C-4EE8-9D5B-8283D7A0923C}" dt="2026-01-14T07:25:24.436" v="37025"/>
          <ac:spMkLst>
            <pc:docMk/>
            <pc:sldMk cId="633393056" sldId="369"/>
            <ac:spMk id="78" creationId="{37D264FE-1D2D-C257-113F-A449045BBC17}"/>
          </ac:spMkLst>
        </pc:spChg>
        <pc:spChg chg="add mod">
          <ac:chgData name="Freda Shi" userId="e3bafef1-15f2-4eeb-acbe-fa674bab7991" providerId="ADAL" clId="{9555FC65-5A8C-4EE8-9D5B-8283D7A0923C}" dt="2026-01-14T07:25:24.436" v="37025"/>
          <ac:spMkLst>
            <pc:docMk/>
            <pc:sldMk cId="633393056" sldId="369"/>
            <ac:spMk id="85" creationId="{DAB4255F-7E05-63E0-B9F5-C9F03D92250A}"/>
          </ac:spMkLst>
        </pc:spChg>
        <pc:spChg chg="add mod">
          <ac:chgData name="Freda Shi" userId="e3bafef1-15f2-4eeb-acbe-fa674bab7991" providerId="ADAL" clId="{9555FC65-5A8C-4EE8-9D5B-8283D7A0923C}" dt="2026-01-14T07:25:24.436" v="37025"/>
          <ac:spMkLst>
            <pc:docMk/>
            <pc:sldMk cId="633393056" sldId="369"/>
            <ac:spMk id="91" creationId="{6BB4CE04-BF88-0B51-2A4C-6C2A1C56FEC9}"/>
          </ac:spMkLst>
        </pc:spChg>
        <pc:spChg chg="add mod">
          <ac:chgData name="Freda Shi" userId="e3bafef1-15f2-4eeb-acbe-fa674bab7991" providerId="ADAL" clId="{9555FC65-5A8C-4EE8-9D5B-8283D7A0923C}" dt="2026-01-14T07:25:24.436" v="37025"/>
          <ac:spMkLst>
            <pc:docMk/>
            <pc:sldMk cId="633393056" sldId="369"/>
            <ac:spMk id="96" creationId="{56DA2416-BE86-BE64-3ACF-D12D63D4D9CB}"/>
          </ac:spMkLst>
        </pc:spChg>
        <pc:spChg chg="add mod">
          <ac:chgData name="Freda Shi" userId="e3bafef1-15f2-4eeb-acbe-fa674bab7991" providerId="ADAL" clId="{9555FC65-5A8C-4EE8-9D5B-8283D7A0923C}" dt="2026-01-14T07:25:24.436" v="37025"/>
          <ac:spMkLst>
            <pc:docMk/>
            <pc:sldMk cId="633393056" sldId="369"/>
            <ac:spMk id="117" creationId="{503EBA5B-75F6-E1BB-417A-57E7B7C71738}"/>
          </ac:spMkLst>
        </pc:spChg>
        <pc:spChg chg="add mod">
          <ac:chgData name="Freda Shi" userId="e3bafef1-15f2-4eeb-acbe-fa674bab7991" providerId="ADAL" clId="{9555FC65-5A8C-4EE8-9D5B-8283D7A0923C}" dt="2026-01-14T07:25:24.436" v="37025"/>
          <ac:spMkLst>
            <pc:docMk/>
            <pc:sldMk cId="633393056" sldId="369"/>
            <ac:spMk id="126" creationId="{386FFD52-A0F1-7A4D-7F93-1A8B0CACA91C}"/>
          </ac:spMkLst>
        </pc:spChg>
        <pc:spChg chg="add mod">
          <ac:chgData name="Freda Shi" userId="e3bafef1-15f2-4eeb-acbe-fa674bab7991" providerId="ADAL" clId="{9555FC65-5A8C-4EE8-9D5B-8283D7A0923C}" dt="2026-01-14T07:25:24.436" v="37025"/>
          <ac:spMkLst>
            <pc:docMk/>
            <pc:sldMk cId="633393056" sldId="369"/>
            <ac:spMk id="131" creationId="{055F125D-26DE-F933-BEFC-EA2F080E5548}"/>
          </ac:spMkLst>
        </pc:spChg>
        <pc:spChg chg="add mod">
          <ac:chgData name="Freda Shi" userId="e3bafef1-15f2-4eeb-acbe-fa674bab7991" providerId="ADAL" clId="{9555FC65-5A8C-4EE8-9D5B-8283D7A0923C}" dt="2026-01-14T07:25:24.436" v="37025"/>
          <ac:spMkLst>
            <pc:docMk/>
            <pc:sldMk cId="633393056" sldId="369"/>
            <ac:spMk id="136" creationId="{A0317FA3-3CE6-A850-E8CB-BCB05B3E40A8}"/>
          </ac:spMkLst>
        </pc:spChg>
        <pc:grpChg chg="mod">
          <ac:chgData name="Freda Shi" userId="e3bafef1-15f2-4eeb-acbe-fa674bab7991" providerId="ADAL" clId="{9555FC65-5A8C-4EE8-9D5B-8283D7A0923C}" dt="2026-01-14T07:23:55.742" v="37006" actId="1035"/>
          <ac:grpSpMkLst>
            <pc:docMk/>
            <pc:sldMk cId="633393056" sldId="369"/>
            <ac:grpSpMk id="5" creationId="{7AA3B2EC-D3E4-A419-EFAB-72C551F7C926}"/>
          </ac:grpSpMkLst>
        </pc:grpChg>
      </pc:sldChg>
      <pc:sldChg chg="addSp delSp modSp add del mod ord delAnim modAnim">
        <pc:chgData name="Freda Shi" userId="e3bafef1-15f2-4eeb-acbe-fa674bab7991" providerId="ADAL" clId="{9555FC65-5A8C-4EE8-9D5B-8283D7A0923C}" dt="2026-01-14T04:07:22.491" v="30298" actId="47"/>
        <pc:sldMkLst>
          <pc:docMk/>
          <pc:sldMk cId="1378132909" sldId="369"/>
        </pc:sldMkLst>
      </pc:sldChg>
      <pc:sldChg chg="addSp delSp modSp new mod modAnim">
        <pc:chgData name="Freda Shi" userId="e3bafef1-15f2-4eeb-acbe-fa674bab7991" providerId="ADAL" clId="{9555FC65-5A8C-4EE8-9D5B-8283D7A0923C}" dt="2026-01-14T07:28:20.275" v="37322"/>
        <pc:sldMkLst>
          <pc:docMk/>
          <pc:sldMk cId="326207094" sldId="370"/>
        </pc:sldMkLst>
        <pc:spChg chg="mod">
          <ac:chgData name="Freda Shi" userId="e3bafef1-15f2-4eeb-acbe-fa674bab7991" providerId="ADAL" clId="{9555FC65-5A8C-4EE8-9D5B-8283D7A0923C}" dt="2026-01-14T07:25:33.975" v="37054" actId="20577"/>
          <ac:spMkLst>
            <pc:docMk/>
            <pc:sldMk cId="326207094" sldId="370"/>
            <ac:spMk id="2" creationId="{DC2E2BBF-9B45-613C-5742-B9822C5EA1BF}"/>
          </ac:spMkLst>
        </pc:spChg>
        <pc:spChg chg="del">
          <ac:chgData name="Freda Shi" userId="e3bafef1-15f2-4eeb-acbe-fa674bab7991" providerId="ADAL" clId="{9555FC65-5A8C-4EE8-9D5B-8283D7A0923C}" dt="2026-01-14T07:25:36.645" v="37055" actId="478"/>
          <ac:spMkLst>
            <pc:docMk/>
            <pc:sldMk cId="326207094" sldId="370"/>
            <ac:spMk id="3" creationId="{380663A6-DE13-1B66-8DFB-5211955AA13F}"/>
          </ac:spMkLst>
        </pc:spChg>
        <pc:spChg chg="add mod">
          <ac:chgData name="Freda Shi" userId="e3bafef1-15f2-4eeb-acbe-fa674bab7991" providerId="ADAL" clId="{9555FC65-5A8C-4EE8-9D5B-8283D7A0923C}" dt="2026-01-14T07:25:37.263" v="37056"/>
          <ac:spMkLst>
            <pc:docMk/>
            <pc:sldMk cId="326207094" sldId="370"/>
            <ac:spMk id="28" creationId="{F03548BE-0EE1-0596-6349-EDC50964D0F7}"/>
          </ac:spMkLst>
        </pc:spChg>
        <pc:spChg chg="add mod">
          <ac:chgData name="Freda Shi" userId="e3bafef1-15f2-4eeb-acbe-fa674bab7991" providerId="ADAL" clId="{9555FC65-5A8C-4EE8-9D5B-8283D7A0923C}" dt="2026-01-14T07:25:37.263" v="37056"/>
          <ac:spMkLst>
            <pc:docMk/>
            <pc:sldMk cId="326207094" sldId="370"/>
            <ac:spMk id="38" creationId="{3F881A6C-308E-7D46-1B38-303F5F3D04A2}"/>
          </ac:spMkLst>
        </pc:spChg>
        <pc:spChg chg="add mod">
          <ac:chgData name="Freda Shi" userId="e3bafef1-15f2-4eeb-acbe-fa674bab7991" providerId="ADAL" clId="{9555FC65-5A8C-4EE8-9D5B-8283D7A0923C}" dt="2026-01-14T07:25:37.263" v="37056"/>
          <ac:spMkLst>
            <pc:docMk/>
            <pc:sldMk cId="326207094" sldId="370"/>
            <ac:spMk id="39" creationId="{7A3A3DB9-6394-D066-4A35-8AAF45ED0D3A}"/>
          </ac:spMkLst>
        </pc:spChg>
        <pc:spChg chg="add mod">
          <ac:chgData name="Freda Shi" userId="e3bafef1-15f2-4eeb-acbe-fa674bab7991" providerId="ADAL" clId="{9555FC65-5A8C-4EE8-9D5B-8283D7A0923C}" dt="2026-01-14T07:25:37.263" v="37056"/>
          <ac:spMkLst>
            <pc:docMk/>
            <pc:sldMk cId="326207094" sldId="370"/>
            <ac:spMk id="40" creationId="{6B610893-98EE-50EC-4B39-18E4BF136EB5}"/>
          </ac:spMkLst>
        </pc:spChg>
        <pc:spChg chg="add mod">
          <ac:chgData name="Freda Shi" userId="e3bafef1-15f2-4eeb-acbe-fa674bab7991" providerId="ADAL" clId="{9555FC65-5A8C-4EE8-9D5B-8283D7A0923C}" dt="2026-01-14T07:25:37.263" v="37056"/>
          <ac:spMkLst>
            <pc:docMk/>
            <pc:sldMk cId="326207094" sldId="370"/>
            <ac:spMk id="43" creationId="{CC29365E-D68B-510E-ECE7-EAEDE0B73CCA}"/>
          </ac:spMkLst>
        </pc:spChg>
        <pc:spChg chg="add mod">
          <ac:chgData name="Freda Shi" userId="e3bafef1-15f2-4eeb-acbe-fa674bab7991" providerId="ADAL" clId="{9555FC65-5A8C-4EE8-9D5B-8283D7A0923C}" dt="2026-01-14T07:25:37.263" v="37056"/>
          <ac:spMkLst>
            <pc:docMk/>
            <pc:sldMk cId="326207094" sldId="370"/>
            <ac:spMk id="50" creationId="{6B5DCF90-56E8-C34D-D000-11605B698355}"/>
          </ac:spMkLst>
        </pc:spChg>
        <pc:spChg chg="add mod">
          <ac:chgData name="Freda Shi" userId="e3bafef1-15f2-4eeb-acbe-fa674bab7991" providerId="ADAL" clId="{9555FC65-5A8C-4EE8-9D5B-8283D7A0923C}" dt="2026-01-14T07:25:37.263" v="37056"/>
          <ac:spMkLst>
            <pc:docMk/>
            <pc:sldMk cId="326207094" sldId="370"/>
            <ac:spMk id="58" creationId="{441F42DF-EE87-104C-24DF-4ABE99BB8097}"/>
          </ac:spMkLst>
        </pc:spChg>
        <pc:spChg chg="add mod">
          <ac:chgData name="Freda Shi" userId="e3bafef1-15f2-4eeb-acbe-fa674bab7991" providerId="ADAL" clId="{9555FC65-5A8C-4EE8-9D5B-8283D7A0923C}" dt="2026-01-14T07:25:37.263" v="37056"/>
          <ac:spMkLst>
            <pc:docMk/>
            <pc:sldMk cId="326207094" sldId="370"/>
            <ac:spMk id="59" creationId="{56DA2416-BE86-BE64-3ACF-D12D63D4D9CB}"/>
          </ac:spMkLst>
        </pc:spChg>
        <pc:spChg chg="add mod">
          <ac:chgData name="Freda Shi" userId="e3bafef1-15f2-4eeb-acbe-fa674bab7991" providerId="ADAL" clId="{9555FC65-5A8C-4EE8-9D5B-8283D7A0923C}" dt="2026-01-14T07:25:37.263" v="37056"/>
          <ac:spMkLst>
            <pc:docMk/>
            <pc:sldMk cId="326207094" sldId="370"/>
            <ac:spMk id="92" creationId="{8F173695-3A1E-3A93-AE64-7A38E134C621}"/>
          </ac:spMkLst>
        </pc:spChg>
        <pc:spChg chg="add mod">
          <ac:chgData name="Freda Shi" userId="e3bafef1-15f2-4eeb-acbe-fa674bab7991" providerId="ADAL" clId="{9555FC65-5A8C-4EE8-9D5B-8283D7A0923C}" dt="2026-01-14T07:25:37.263" v="37056"/>
          <ac:spMkLst>
            <pc:docMk/>
            <pc:sldMk cId="326207094" sldId="370"/>
            <ac:spMk id="106" creationId="{A37E62EA-A306-EF68-2163-9170C04471B5}"/>
          </ac:spMkLst>
        </pc:spChg>
        <pc:spChg chg="add mod">
          <ac:chgData name="Freda Shi" userId="e3bafef1-15f2-4eeb-acbe-fa674bab7991" providerId="ADAL" clId="{9555FC65-5A8C-4EE8-9D5B-8283D7A0923C}" dt="2026-01-14T07:26:01.392" v="37076"/>
          <ac:spMkLst>
            <pc:docMk/>
            <pc:sldMk cId="326207094" sldId="370"/>
            <ac:spMk id="119" creationId="{10FFF37D-9878-543B-574A-4B4D10420FD0}"/>
          </ac:spMkLst>
        </pc:spChg>
        <pc:spChg chg="add mod">
          <ac:chgData name="Freda Shi" userId="e3bafef1-15f2-4eeb-acbe-fa674bab7991" providerId="ADAL" clId="{9555FC65-5A8C-4EE8-9D5B-8283D7A0923C}" dt="2026-01-14T07:26:01.392" v="37076"/>
          <ac:spMkLst>
            <pc:docMk/>
            <pc:sldMk cId="326207094" sldId="370"/>
            <ac:spMk id="120" creationId="{2622BF62-43EF-94F9-F069-B44BDEEED4D7}"/>
          </ac:spMkLst>
        </pc:spChg>
        <pc:spChg chg="add mod">
          <ac:chgData name="Freda Shi" userId="e3bafef1-15f2-4eeb-acbe-fa674bab7991" providerId="ADAL" clId="{9555FC65-5A8C-4EE8-9D5B-8283D7A0923C}" dt="2026-01-14T07:26:01.392" v="37076"/>
          <ac:spMkLst>
            <pc:docMk/>
            <pc:sldMk cId="326207094" sldId="370"/>
            <ac:spMk id="123" creationId="{C05C0910-189D-882C-2C84-6841BEDDBA86}"/>
          </ac:spMkLst>
        </pc:spChg>
        <pc:spChg chg="add mod">
          <ac:chgData name="Freda Shi" userId="e3bafef1-15f2-4eeb-acbe-fa674bab7991" providerId="ADAL" clId="{9555FC65-5A8C-4EE8-9D5B-8283D7A0923C}" dt="2026-01-14T07:26:01.392" v="37076"/>
          <ac:spMkLst>
            <pc:docMk/>
            <pc:sldMk cId="326207094" sldId="370"/>
            <ac:spMk id="125" creationId="{192DD503-AD15-74D4-1724-C4AC39875747}"/>
          </ac:spMkLst>
        </pc:spChg>
        <pc:spChg chg="add mod">
          <ac:chgData name="Freda Shi" userId="e3bafef1-15f2-4eeb-acbe-fa674bab7991" providerId="ADAL" clId="{9555FC65-5A8C-4EE8-9D5B-8283D7A0923C}" dt="2026-01-14T07:26:01.392" v="37076"/>
          <ac:spMkLst>
            <pc:docMk/>
            <pc:sldMk cId="326207094" sldId="370"/>
            <ac:spMk id="126" creationId="{24785A4B-9951-C75D-00E9-D6253D4DFE7D}"/>
          </ac:spMkLst>
        </pc:spChg>
        <pc:spChg chg="add mod">
          <ac:chgData name="Freda Shi" userId="e3bafef1-15f2-4eeb-acbe-fa674bab7991" providerId="ADAL" clId="{9555FC65-5A8C-4EE8-9D5B-8283D7A0923C}" dt="2026-01-14T07:26:01.392" v="37076"/>
          <ac:spMkLst>
            <pc:docMk/>
            <pc:sldMk cId="326207094" sldId="370"/>
            <ac:spMk id="127" creationId="{2932F032-D466-BFD0-B818-FBB01C0FE71E}"/>
          </ac:spMkLst>
        </pc:spChg>
        <pc:spChg chg="add mod">
          <ac:chgData name="Freda Shi" userId="e3bafef1-15f2-4eeb-acbe-fa674bab7991" providerId="ADAL" clId="{9555FC65-5A8C-4EE8-9D5B-8283D7A0923C}" dt="2026-01-14T07:26:01.392" v="37076"/>
          <ac:spMkLst>
            <pc:docMk/>
            <pc:sldMk cId="326207094" sldId="370"/>
            <ac:spMk id="128" creationId="{A8BA30F3-0833-8000-7C84-FFB561FAC4B1}"/>
          </ac:spMkLst>
        </pc:spChg>
        <pc:spChg chg="add mod">
          <ac:chgData name="Freda Shi" userId="e3bafef1-15f2-4eeb-acbe-fa674bab7991" providerId="ADAL" clId="{9555FC65-5A8C-4EE8-9D5B-8283D7A0923C}" dt="2026-01-14T07:26:01.392" v="37076"/>
          <ac:spMkLst>
            <pc:docMk/>
            <pc:sldMk cId="326207094" sldId="370"/>
            <ac:spMk id="129" creationId="{0AF6D090-02F6-FD13-A0C6-F5918CDCC4BB}"/>
          </ac:spMkLst>
        </pc:spChg>
        <pc:spChg chg="add mod">
          <ac:chgData name="Freda Shi" userId="e3bafef1-15f2-4eeb-acbe-fa674bab7991" providerId="ADAL" clId="{9555FC65-5A8C-4EE8-9D5B-8283D7A0923C}" dt="2026-01-14T07:26:01.392" v="37076"/>
          <ac:spMkLst>
            <pc:docMk/>
            <pc:sldMk cId="326207094" sldId="370"/>
            <ac:spMk id="131" creationId="{12F2A6F3-3C6B-7495-66E3-B81DA77A8FFE}"/>
          </ac:spMkLst>
        </pc:spChg>
        <pc:spChg chg="add mod">
          <ac:chgData name="Freda Shi" userId="e3bafef1-15f2-4eeb-acbe-fa674bab7991" providerId="ADAL" clId="{9555FC65-5A8C-4EE8-9D5B-8283D7A0923C}" dt="2026-01-14T07:26:01.392" v="37076"/>
          <ac:spMkLst>
            <pc:docMk/>
            <pc:sldMk cId="326207094" sldId="370"/>
            <ac:spMk id="148" creationId="{ED754F8D-09D8-D34F-50C3-66FACEFDFF3C}"/>
          </ac:spMkLst>
        </pc:spChg>
        <pc:spChg chg="add mod">
          <ac:chgData name="Freda Shi" userId="e3bafef1-15f2-4eeb-acbe-fa674bab7991" providerId="ADAL" clId="{9555FC65-5A8C-4EE8-9D5B-8283D7A0923C}" dt="2026-01-14T07:27:46.031" v="37309" actId="27636"/>
          <ac:spMkLst>
            <pc:docMk/>
            <pc:sldMk cId="326207094" sldId="370"/>
            <ac:spMk id="150" creationId="{23426EF1-143D-E4CC-5440-E0AAA7167DDA}"/>
          </ac:spMkLst>
        </pc:spChg>
        <pc:grpChg chg="mod">
          <ac:chgData name="Freda Shi" userId="e3bafef1-15f2-4eeb-acbe-fa674bab7991" providerId="ADAL" clId="{9555FC65-5A8C-4EE8-9D5B-8283D7A0923C}" dt="2026-01-14T07:26:45.296" v="37180" actId="1035"/>
          <ac:grpSpMkLst>
            <pc:docMk/>
            <pc:sldMk cId="326207094" sldId="370"/>
            <ac:grpSpMk id="5" creationId="{8722CDB4-5CAA-10F2-5266-76AEF485F816}"/>
          </ac:grpSpMkLst>
        </pc:grpChg>
        <pc:grpChg chg="mod">
          <ac:chgData name="Freda Shi" userId="e3bafef1-15f2-4eeb-acbe-fa674bab7991" providerId="ADAL" clId="{9555FC65-5A8C-4EE8-9D5B-8283D7A0923C}" dt="2026-01-14T07:26:54.642" v="37206" actId="1035"/>
          <ac:grpSpMkLst>
            <pc:docMk/>
            <pc:sldMk cId="326207094" sldId="370"/>
            <ac:grpSpMk id="6" creationId="{4CDD1903-3154-B792-5096-D8115BEACD48}"/>
          </ac:grpSpMkLst>
        </pc:grpChg>
        <pc:grpChg chg="mod">
          <ac:chgData name="Freda Shi" userId="e3bafef1-15f2-4eeb-acbe-fa674bab7991" providerId="ADAL" clId="{9555FC65-5A8C-4EE8-9D5B-8283D7A0923C}" dt="2026-01-14T07:27:52.363" v="37319" actId="1036"/>
          <ac:grpSpMkLst>
            <pc:docMk/>
            <pc:sldMk cId="326207094" sldId="370"/>
            <ac:grpSpMk id="112" creationId="{D749AF88-79F3-3817-ED6F-FF71BCD951AE}"/>
          </ac:grpSpMkLst>
        </pc:grpChg>
      </pc:sldChg>
      <pc:sldChg chg="addSp delSp modSp new del mod modAnim">
        <pc:chgData name="Freda Shi" userId="e3bafef1-15f2-4eeb-acbe-fa674bab7991" providerId="ADAL" clId="{9555FC65-5A8C-4EE8-9D5B-8283D7A0923C}" dt="2026-01-14T04:07:22.491" v="30298" actId="47"/>
        <pc:sldMkLst>
          <pc:docMk/>
          <pc:sldMk cId="3229838589" sldId="370"/>
        </pc:sldMkLst>
      </pc:sldChg>
      <pc:sldChg chg="addSp delSp modSp new mod addAnim delAnim modAnim">
        <pc:chgData name="Freda Shi" userId="e3bafef1-15f2-4eeb-acbe-fa674bab7991" providerId="ADAL" clId="{9555FC65-5A8C-4EE8-9D5B-8283D7A0923C}" dt="2026-01-14T07:31:46.226" v="37505"/>
        <pc:sldMkLst>
          <pc:docMk/>
          <pc:sldMk cId="1265472779" sldId="371"/>
        </pc:sldMkLst>
        <pc:spChg chg="mod">
          <ac:chgData name="Freda Shi" userId="e3bafef1-15f2-4eeb-acbe-fa674bab7991" providerId="ADAL" clId="{9555FC65-5A8C-4EE8-9D5B-8283D7A0923C}" dt="2026-01-14T07:29:49.081" v="37430" actId="1076"/>
          <ac:spMkLst>
            <pc:docMk/>
            <pc:sldMk cId="1265472779" sldId="371"/>
            <ac:spMk id="2" creationId="{E8CF0BE3-CFB9-9CA8-9960-0D4D105748BE}"/>
          </ac:spMkLst>
        </pc:spChg>
        <pc:spChg chg="del mod">
          <ac:chgData name="Freda Shi" userId="e3bafef1-15f2-4eeb-acbe-fa674bab7991" providerId="ADAL" clId="{9555FC65-5A8C-4EE8-9D5B-8283D7A0923C}" dt="2026-01-14T07:28:57.248" v="37343"/>
          <ac:spMkLst>
            <pc:docMk/>
            <pc:sldMk cId="1265472779" sldId="371"/>
            <ac:spMk id="3" creationId="{C00A9DA1-44B1-9553-238E-3318C70B5515}"/>
          </ac:spMkLst>
        </pc:spChg>
        <pc:spChg chg="add mod ord">
          <ac:chgData name="Freda Shi" userId="e3bafef1-15f2-4eeb-acbe-fa674bab7991" providerId="ADAL" clId="{9555FC65-5A8C-4EE8-9D5B-8283D7A0923C}" dt="2026-01-14T07:29:53.552" v="37433" actId="20577"/>
          <ac:spMkLst>
            <pc:docMk/>
            <pc:sldMk cId="1265472779" sldId="371"/>
            <ac:spMk id="5" creationId="{23426EF1-143D-E4CC-5440-E0AAA7167DDA}"/>
          </ac:spMkLst>
        </pc:spChg>
        <pc:spChg chg="add mod">
          <ac:chgData name="Freda Shi" userId="e3bafef1-15f2-4eeb-acbe-fa674bab7991" providerId="ADAL" clId="{9555FC65-5A8C-4EE8-9D5B-8283D7A0923C}" dt="2026-01-14T07:29:13.844" v="37345"/>
          <ac:spMkLst>
            <pc:docMk/>
            <pc:sldMk cId="1265472779" sldId="371"/>
            <ac:spMk id="30" creationId="{BEA65AA9-5C8C-22FD-CDBE-460EBAD1A603}"/>
          </ac:spMkLst>
        </pc:spChg>
        <pc:spChg chg="add mod">
          <ac:chgData name="Freda Shi" userId="e3bafef1-15f2-4eeb-acbe-fa674bab7991" providerId="ADAL" clId="{9555FC65-5A8C-4EE8-9D5B-8283D7A0923C}" dt="2026-01-14T07:29:13.844" v="37345"/>
          <ac:spMkLst>
            <pc:docMk/>
            <pc:sldMk cId="1265472779" sldId="371"/>
            <ac:spMk id="40" creationId="{6D7F8CED-8CEB-0338-655F-073E6A935EF8}"/>
          </ac:spMkLst>
        </pc:spChg>
        <pc:spChg chg="add mod">
          <ac:chgData name="Freda Shi" userId="e3bafef1-15f2-4eeb-acbe-fa674bab7991" providerId="ADAL" clId="{9555FC65-5A8C-4EE8-9D5B-8283D7A0923C}" dt="2026-01-14T07:29:13.844" v="37345"/>
          <ac:spMkLst>
            <pc:docMk/>
            <pc:sldMk cId="1265472779" sldId="371"/>
            <ac:spMk id="47" creationId="{FDB09F8E-F298-E438-4901-F5976BDE470C}"/>
          </ac:spMkLst>
        </pc:spChg>
        <pc:spChg chg="add mod">
          <ac:chgData name="Freda Shi" userId="e3bafef1-15f2-4eeb-acbe-fa674bab7991" providerId="ADAL" clId="{9555FC65-5A8C-4EE8-9D5B-8283D7A0923C}" dt="2026-01-14T07:29:13.844" v="37345"/>
          <ac:spMkLst>
            <pc:docMk/>
            <pc:sldMk cId="1265472779" sldId="371"/>
            <ac:spMk id="55" creationId="{0E33751C-C646-8815-DCD9-1B8A5E5648A6}"/>
          </ac:spMkLst>
        </pc:spChg>
        <pc:spChg chg="add mod">
          <ac:chgData name="Freda Shi" userId="e3bafef1-15f2-4eeb-acbe-fa674bab7991" providerId="ADAL" clId="{9555FC65-5A8C-4EE8-9D5B-8283D7A0923C}" dt="2026-01-14T07:29:13.844" v="37345"/>
          <ac:spMkLst>
            <pc:docMk/>
            <pc:sldMk cId="1265472779" sldId="371"/>
            <ac:spMk id="66" creationId="{D2658D1E-E007-8CA8-A39C-37ABBA724123}"/>
          </ac:spMkLst>
        </pc:spChg>
        <pc:spChg chg="add mod">
          <ac:chgData name="Freda Shi" userId="e3bafef1-15f2-4eeb-acbe-fa674bab7991" providerId="ADAL" clId="{9555FC65-5A8C-4EE8-9D5B-8283D7A0923C}" dt="2026-01-14T07:29:13.844" v="37345"/>
          <ac:spMkLst>
            <pc:docMk/>
            <pc:sldMk cId="1265472779" sldId="371"/>
            <ac:spMk id="72" creationId="{F83A18F2-7705-3848-BA3B-D66F22EE067A}"/>
          </ac:spMkLst>
        </pc:spChg>
        <pc:spChg chg="add mod">
          <ac:chgData name="Freda Shi" userId="e3bafef1-15f2-4eeb-acbe-fa674bab7991" providerId="ADAL" clId="{9555FC65-5A8C-4EE8-9D5B-8283D7A0923C}" dt="2026-01-14T07:29:13.844" v="37345"/>
          <ac:spMkLst>
            <pc:docMk/>
            <pc:sldMk cId="1265472779" sldId="371"/>
            <ac:spMk id="105" creationId="{A9849EE5-794D-24CD-B593-09A82BD1F48D}"/>
          </ac:spMkLst>
        </pc:spChg>
        <pc:spChg chg="add mod">
          <ac:chgData name="Freda Shi" userId="e3bafef1-15f2-4eeb-acbe-fa674bab7991" providerId="ADAL" clId="{9555FC65-5A8C-4EE8-9D5B-8283D7A0923C}" dt="2026-01-14T07:29:13.844" v="37345"/>
          <ac:spMkLst>
            <pc:docMk/>
            <pc:sldMk cId="1265472779" sldId="371"/>
            <ac:spMk id="109" creationId="{6CFC4AE3-FBE5-5F0A-AA16-91B2E13CBAFE}"/>
          </ac:spMkLst>
        </pc:spChg>
        <pc:spChg chg="add mod">
          <ac:chgData name="Freda Shi" userId="e3bafef1-15f2-4eeb-acbe-fa674bab7991" providerId="ADAL" clId="{9555FC65-5A8C-4EE8-9D5B-8283D7A0923C}" dt="2026-01-14T07:29:13.844" v="37345"/>
          <ac:spMkLst>
            <pc:docMk/>
            <pc:sldMk cId="1265472779" sldId="371"/>
            <ac:spMk id="117" creationId="{1DCD8B12-045F-FD25-0839-9E75018F4819}"/>
          </ac:spMkLst>
        </pc:spChg>
        <pc:spChg chg="add mod">
          <ac:chgData name="Freda Shi" userId="e3bafef1-15f2-4eeb-acbe-fa674bab7991" providerId="ADAL" clId="{9555FC65-5A8C-4EE8-9D5B-8283D7A0923C}" dt="2026-01-14T07:29:13.844" v="37345"/>
          <ac:spMkLst>
            <pc:docMk/>
            <pc:sldMk cId="1265472779" sldId="371"/>
            <ac:spMk id="121" creationId="{5972868D-E22B-9278-3BBE-324B05E90CC5}"/>
          </ac:spMkLst>
        </pc:spChg>
        <pc:grpChg chg="mod">
          <ac:chgData name="Freda Shi" userId="e3bafef1-15f2-4eeb-acbe-fa674bab7991" providerId="ADAL" clId="{9555FC65-5A8C-4EE8-9D5B-8283D7A0923C}" dt="2026-01-14T07:29:18.692" v="37379" actId="1037"/>
          <ac:grpSpMkLst>
            <pc:docMk/>
            <pc:sldMk cId="1265472779" sldId="371"/>
            <ac:grpSpMk id="6" creationId="{AEEB5D68-E719-179A-5090-6D28DB3C5E6C}"/>
          </ac:grpSpMkLst>
        </pc:grpChg>
        <pc:grpChg chg="mod">
          <ac:chgData name="Freda Shi" userId="e3bafef1-15f2-4eeb-acbe-fa674bab7991" providerId="ADAL" clId="{9555FC65-5A8C-4EE8-9D5B-8283D7A0923C}" dt="2026-01-14T07:30:02.095" v="37453" actId="1037"/>
          <ac:grpSpMkLst>
            <pc:docMk/>
            <pc:sldMk cId="1265472779" sldId="371"/>
            <ac:grpSpMk id="7" creationId="{562FEA99-669C-96AF-45FD-7FC8F1E69B85}"/>
          </ac:grpSpMkLst>
        </pc:grpChg>
        <pc:grpChg chg="mod">
          <ac:chgData name="Freda Shi" userId="e3bafef1-15f2-4eeb-acbe-fa674bab7991" providerId="ADAL" clId="{9555FC65-5A8C-4EE8-9D5B-8283D7A0923C}" dt="2026-01-14T07:29:18.692" v="37379" actId="1037"/>
          <ac:grpSpMkLst>
            <pc:docMk/>
            <pc:sldMk cId="1265472779" sldId="371"/>
            <ac:grpSpMk id="8" creationId="{D9F49B09-1CB1-BA91-CC25-FBB931EEB179}"/>
          </ac:grpSpMkLst>
        </pc:grpChg>
        <pc:grpChg chg="mod">
          <ac:chgData name="Freda Shi" userId="e3bafef1-15f2-4eeb-acbe-fa674bab7991" providerId="ADAL" clId="{9555FC65-5A8C-4EE8-9D5B-8283D7A0923C}" dt="2026-01-14T07:29:40.305" v="37404" actId="1037"/>
          <ac:grpSpMkLst>
            <pc:docMk/>
            <pc:sldMk cId="1265472779" sldId="371"/>
            <ac:grpSpMk id="9" creationId="{8FD6AA31-6662-B305-AE8A-B0E8253EB94A}"/>
          </ac:grpSpMkLst>
        </pc:grpChg>
        <pc:grpChg chg="mod">
          <ac:chgData name="Freda Shi" userId="e3bafef1-15f2-4eeb-acbe-fa674bab7991" providerId="ADAL" clId="{9555FC65-5A8C-4EE8-9D5B-8283D7A0923C}" dt="2026-01-14T07:30:46.302" v="37497" actId="1038"/>
          <ac:grpSpMkLst>
            <pc:docMk/>
            <pc:sldMk cId="1265472779" sldId="371"/>
            <ac:grpSpMk id="10" creationId="{D6AA7059-C65C-C3A0-B6AD-B259BD7E5871}"/>
          </ac:grpSpMkLst>
        </pc:grpChg>
        <pc:grpChg chg="mod">
          <ac:chgData name="Freda Shi" userId="e3bafef1-15f2-4eeb-acbe-fa674bab7991" providerId="ADAL" clId="{9555FC65-5A8C-4EE8-9D5B-8283D7A0923C}" dt="2026-01-14T07:29:46.276" v="37428" actId="1036"/>
          <ac:grpSpMkLst>
            <pc:docMk/>
            <pc:sldMk cId="1265472779" sldId="371"/>
            <ac:grpSpMk id="11" creationId="{C1B3FDD4-A547-B7A9-BF86-963E1438C26E}"/>
          </ac:grpSpMkLst>
        </pc:grpChg>
      </pc:sldChg>
      <pc:sldChg chg="addSp delSp modSp new del mod modAnim">
        <pc:chgData name="Freda Shi" userId="e3bafef1-15f2-4eeb-acbe-fa674bab7991" providerId="ADAL" clId="{9555FC65-5A8C-4EE8-9D5B-8283D7A0923C}" dt="2026-01-14T04:07:22.491" v="30298" actId="47"/>
        <pc:sldMkLst>
          <pc:docMk/>
          <pc:sldMk cId="3928957000" sldId="371"/>
        </pc:sldMkLst>
      </pc:sldChg>
      <pc:sldChg chg="modSp new del mod">
        <pc:chgData name="Freda Shi" userId="e3bafef1-15f2-4eeb-acbe-fa674bab7991" providerId="ADAL" clId="{9555FC65-5A8C-4EE8-9D5B-8283D7A0923C}" dt="2026-01-14T04:07:22.491" v="30298" actId="47"/>
        <pc:sldMkLst>
          <pc:docMk/>
          <pc:sldMk cId="1772858386" sldId="372"/>
        </pc:sldMkLst>
      </pc:sldChg>
      <pc:sldChg chg="addSp delSp modSp new mod">
        <pc:chgData name="Freda Shi" userId="e3bafef1-15f2-4eeb-acbe-fa674bab7991" providerId="ADAL" clId="{9555FC65-5A8C-4EE8-9D5B-8283D7A0923C}" dt="2026-01-14T07:32:39.500" v="37594" actId="1036"/>
        <pc:sldMkLst>
          <pc:docMk/>
          <pc:sldMk cId="4035455106" sldId="372"/>
        </pc:sldMkLst>
        <pc:spChg chg="mod">
          <ac:chgData name="Freda Shi" userId="e3bafef1-15f2-4eeb-acbe-fa674bab7991" providerId="ADAL" clId="{9555FC65-5A8C-4EE8-9D5B-8283D7A0923C}" dt="2026-01-14T07:32:28.385" v="37571" actId="20577"/>
          <ac:spMkLst>
            <pc:docMk/>
            <pc:sldMk cId="4035455106" sldId="372"/>
            <ac:spMk id="2" creationId="{3F750A07-7122-22D6-568E-A2E31C7146A7}"/>
          </ac:spMkLst>
        </pc:spChg>
        <pc:spChg chg="del">
          <ac:chgData name="Freda Shi" userId="e3bafef1-15f2-4eeb-acbe-fa674bab7991" providerId="ADAL" clId="{9555FC65-5A8C-4EE8-9D5B-8283D7A0923C}" dt="2026-01-14T07:32:32.151" v="37572" actId="478"/>
          <ac:spMkLst>
            <pc:docMk/>
            <pc:sldMk cId="4035455106" sldId="372"/>
            <ac:spMk id="3" creationId="{E520C309-15D2-DF51-4D12-2E3038F0A71F}"/>
          </ac:spMkLst>
        </pc:spChg>
        <pc:spChg chg="mod">
          <ac:chgData name="Freda Shi" userId="e3bafef1-15f2-4eeb-acbe-fa674bab7991" providerId="ADAL" clId="{9555FC65-5A8C-4EE8-9D5B-8283D7A0923C}" dt="2026-01-14T07:32:39.500" v="37594" actId="1036"/>
          <ac:spMkLst>
            <pc:docMk/>
            <pc:sldMk cId="4035455106" sldId="372"/>
            <ac:spMk id="30" creationId="{568702C7-CC73-62D4-389A-0A5E6518B8E3}"/>
          </ac:spMkLst>
        </pc:spChg>
        <pc:spChg chg="add mod">
          <ac:chgData name="Freda Shi" userId="e3bafef1-15f2-4eeb-acbe-fa674bab7991" providerId="ADAL" clId="{9555FC65-5A8C-4EE8-9D5B-8283D7A0923C}" dt="2026-01-14T07:32:32.775" v="37573"/>
          <ac:spMkLst>
            <pc:docMk/>
            <pc:sldMk cId="4035455106" sldId="372"/>
            <ac:spMk id="33" creationId="{E054C50F-CCD1-2E4D-61F1-A1D48736F2FB}"/>
          </ac:spMkLst>
        </pc:spChg>
        <pc:spChg chg="mod">
          <ac:chgData name="Freda Shi" userId="e3bafef1-15f2-4eeb-acbe-fa674bab7991" providerId="ADAL" clId="{9555FC65-5A8C-4EE8-9D5B-8283D7A0923C}" dt="2026-01-14T07:32:39.500" v="37594" actId="1036"/>
          <ac:spMkLst>
            <pc:docMk/>
            <pc:sldMk cId="4035455106" sldId="372"/>
            <ac:spMk id="36" creationId="{2A12BE33-21E3-9DA8-F99F-E40E08A54C05}"/>
          </ac:spMkLst>
        </pc:spChg>
        <pc:spChg chg="add mod">
          <ac:chgData name="Freda Shi" userId="e3bafef1-15f2-4eeb-acbe-fa674bab7991" providerId="ADAL" clId="{9555FC65-5A8C-4EE8-9D5B-8283D7A0923C}" dt="2026-01-14T07:32:39.500" v="37594" actId="1036"/>
          <ac:spMkLst>
            <pc:docMk/>
            <pc:sldMk cId="4035455106" sldId="372"/>
            <ac:spMk id="37" creationId="{5A9E4812-EBC3-0B6B-D44E-E298B334B30A}"/>
          </ac:spMkLst>
        </pc:spChg>
        <pc:spChg chg="mod">
          <ac:chgData name="Freda Shi" userId="e3bafef1-15f2-4eeb-acbe-fa674bab7991" providerId="ADAL" clId="{9555FC65-5A8C-4EE8-9D5B-8283D7A0923C}" dt="2026-01-14T07:32:39.500" v="37594" actId="1036"/>
          <ac:spMkLst>
            <pc:docMk/>
            <pc:sldMk cId="4035455106" sldId="372"/>
            <ac:spMk id="39" creationId="{B0EB1E91-DD6E-8447-3727-B2E9200AB261}"/>
          </ac:spMkLst>
        </pc:spChg>
        <pc:spChg chg="mod">
          <ac:chgData name="Freda Shi" userId="e3bafef1-15f2-4eeb-acbe-fa674bab7991" providerId="ADAL" clId="{9555FC65-5A8C-4EE8-9D5B-8283D7A0923C}" dt="2026-01-14T07:32:39.500" v="37594" actId="1036"/>
          <ac:spMkLst>
            <pc:docMk/>
            <pc:sldMk cId="4035455106" sldId="372"/>
            <ac:spMk id="42" creationId="{2CFBB3F1-83EE-38E9-AEDC-6306B2087B19}"/>
          </ac:spMkLst>
        </pc:spChg>
        <pc:spChg chg="add mod">
          <ac:chgData name="Freda Shi" userId="e3bafef1-15f2-4eeb-acbe-fa674bab7991" providerId="ADAL" clId="{9555FC65-5A8C-4EE8-9D5B-8283D7A0923C}" dt="2026-01-14T07:32:32.775" v="37573"/>
          <ac:spMkLst>
            <pc:docMk/>
            <pc:sldMk cId="4035455106" sldId="372"/>
            <ac:spMk id="43" creationId="{191A6641-E1A4-BDB4-C7BE-961FAAC4D99B}"/>
          </ac:spMkLst>
        </pc:spChg>
        <pc:spChg chg="mod">
          <ac:chgData name="Freda Shi" userId="e3bafef1-15f2-4eeb-acbe-fa674bab7991" providerId="ADAL" clId="{9555FC65-5A8C-4EE8-9D5B-8283D7A0923C}" dt="2026-01-14T07:32:39.500" v="37594" actId="1036"/>
          <ac:spMkLst>
            <pc:docMk/>
            <pc:sldMk cId="4035455106" sldId="372"/>
            <ac:spMk id="45" creationId="{3868057D-AEC7-E35B-D9FE-88BCEB9FA185}"/>
          </ac:spMkLst>
        </pc:spChg>
        <pc:spChg chg="mod">
          <ac:chgData name="Freda Shi" userId="e3bafef1-15f2-4eeb-acbe-fa674bab7991" providerId="ADAL" clId="{9555FC65-5A8C-4EE8-9D5B-8283D7A0923C}" dt="2026-01-14T07:32:39.500" v="37594" actId="1036"/>
          <ac:spMkLst>
            <pc:docMk/>
            <pc:sldMk cId="4035455106" sldId="372"/>
            <ac:spMk id="49" creationId="{338DF192-4C15-A4E2-FC1E-FEFC3ABAF32A}"/>
          </ac:spMkLst>
        </pc:spChg>
        <pc:spChg chg="mod">
          <ac:chgData name="Freda Shi" userId="e3bafef1-15f2-4eeb-acbe-fa674bab7991" providerId="ADAL" clId="{9555FC65-5A8C-4EE8-9D5B-8283D7A0923C}" dt="2026-01-14T07:32:39.500" v="37594" actId="1036"/>
          <ac:spMkLst>
            <pc:docMk/>
            <pc:sldMk cId="4035455106" sldId="372"/>
            <ac:spMk id="50" creationId="{C5B5A687-D35E-B765-CBDE-018EA40B4420}"/>
          </ac:spMkLst>
        </pc:spChg>
        <pc:spChg chg="mod">
          <ac:chgData name="Freda Shi" userId="e3bafef1-15f2-4eeb-acbe-fa674bab7991" providerId="ADAL" clId="{9555FC65-5A8C-4EE8-9D5B-8283D7A0923C}" dt="2026-01-14T07:32:39.500" v="37594" actId="1036"/>
          <ac:spMkLst>
            <pc:docMk/>
            <pc:sldMk cId="4035455106" sldId="372"/>
            <ac:spMk id="54" creationId="{3108D414-9070-234E-46D9-70904FCC5BB5}"/>
          </ac:spMkLst>
        </pc:spChg>
        <pc:spChg chg="mod">
          <ac:chgData name="Freda Shi" userId="e3bafef1-15f2-4eeb-acbe-fa674bab7991" providerId="ADAL" clId="{9555FC65-5A8C-4EE8-9D5B-8283D7A0923C}" dt="2026-01-14T07:32:39.500" v="37594" actId="1036"/>
          <ac:spMkLst>
            <pc:docMk/>
            <pc:sldMk cId="4035455106" sldId="372"/>
            <ac:spMk id="56" creationId="{FECCF4C7-D5E8-CE0D-23A8-9AD970217E81}"/>
          </ac:spMkLst>
        </pc:spChg>
        <pc:spChg chg="add mod">
          <ac:chgData name="Freda Shi" userId="e3bafef1-15f2-4eeb-acbe-fa674bab7991" providerId="ADAL" clId="{9555FC65-5A8C-4EE8-9D5B-8283D7A0923C}" dt="2026-01-14T07:32:32.775" v="37573"/>
          <ac:spMkLst>
            <pc:docMk/>
            <pc:sldMk cId="4035455106" sldId="372"/>
            <ac:spMk id="78" creationId="{18C789AD-5C8A-4A62-ED5D-510D10F94787}"/>
          </ac:spMkLst>
        </pc:spChg>
        <pc:spChg chg="add mod">
          <ac:chgData name="Freda Shi" userId="e3bafef1-15f2-4eeb-acbe-fa674bab7991" providerId="ADAL" clId="{9555FC65-5A8C-4EE8-9D5B-8283D7A0923C}" dt="2026-01-14T07:32:32.775" v="37573"/>
          <ac:spMkLst>
            <pc:docMk/>
            <pc:sldMk cId="4035455106" sldId="372"/>
            <ac:spMk id="95" creationId="{6CCD9181-A459-02F2-1219-0146515944F4}"/>
          </ac:spMkLst>
        </pc:spChg>
        <pc:spChg chg="add mod">
          <ac:chgData name="Freda Shi" userId="e3bafef1-15f2-4eeb-acbe-fa674bab7991" providerId="ADAL" clId="{9555FC65-5A8C-4EE8-9D5B-8283D7A0923C}" dt="2026-01-14T07:32:32.775" v="37573"/>
          <ac:spMkLst>
            <pc:docMk/>
            <pc:sldMk cId="4035455106" sldId="372"/>
            <ac:spMk id="107" creationId="{D5171AED-6930-C510-4F37-DDB9CB0AD8FB}"/>
          </ac:spMkLst>
        </pc:spChg>
        <pc:spChg chg="add mod">
          <ac:chgData name="Freda Shi" userId="e3bafef1-15f2-4eeb-acbe-fa674bab7991" providerId="ADAL" clId="{9555FC65-5A8C-4EE8-9D5B-8283D7A0923C}" dt="2026-01-14T07:32:32.775" v="37573"/>
          <ac:spMkLst>
            <pc:docMk/>
            <pc:sldMk cId="4035455106" sldId="372"/>
            <ac:spMk id="118" creationId="{AF06D69E-E38C-BBC8-C54F-7929A390CDD5}"/>
          </ac:spMkLst>
        </pc:spChg>
        <pc:spChg chg="add mod">
          <ac:chgData name="Freda Shi" userId="e3bafef1-15f2-4eeb-acbe-fa674bab7991" providerId="ADAL" clId="{9555FC65-5A8C-4EE8-9D5B-8283D7A0923C}" dt="2026-01-14T07:32:32.775" v="37573"/>
          <ac:spMkLst>
            <pc:docMk/>
            <pc:sldMk cId="4035455106" sldId="372"/>
            <ac:spMk id="119" creationId="{87241025-B250-DA4A-A700-3B93B8384CE0}"/>
          </ac:spMkLst>
        </pc:spChg>
        <pc:spChg chg="add mod">
          <ac:chgData name="Freda Shi" userId="e3bafef1-15f2-4eeb-acbe-fa674bab7991" providerId="ADAL" clId="{9555FC65-5A8C-4EE8-9D5B-8283D7A0923C}" dt="2026-01-14T07:32:32.775" v="37573"/>
          <ac:spMkLst>
            <pc:docMk/>
            <pc:sldMk cId="4035455106" sldId="372"/>
            <ac:spMk id="126" creationId="{AD3AF300-C892-B8F5-C656-4B02025FA9F6}"/>
          </ac:spMkLst>
        </pc:spChg>
        <pc:spChg chg="add mod">
          <ac:chgData name="Freda Shi" userId="e3bafef1-15f2-4eeb-acbe-fa674bab7991" providerId="ADAL" clId="{9555FC65-5A8C-4EE8-9D5B-8283D7A0923C}" dt="2026-01-14T07:32:32.775" v="37573"/>
          <ac:spMkLst>
            <pc:docMk/>
            <pc:sldMk cId="4035455106" sldId="372"/>
            <ac:spMk id="127" creationId="{C7294102-56F8-CF42-6C6B-2FAB926C6211}"/>
          </ac:spMkLst>
        </pc:spChg>
      </pc:sldChg>
      <pc:sldChg chg="addSp delSp modSp new del mod addAnim delAnim modAnim modNotesTx">
        <pc:chgData name="Freda Shi" userId="e3bafef1-15f2-4eeb-acbe-fa674bab7991" providerId="ADAL" clId="{9555FC65-5A8C-4EE8-9D5B-8283D7A0923C}" dt="2026-01-14T04:07:22.491" v="30298" actId="47"/>
        <pc:sldMkLst>
          <pc:docMk/>
          <pc:sldMk cId="1032567979" sldId="373"/>
        </pc:sldMkLst>
      </pc:sldChg>
      <pc:sldChg chg="addSp modSp new del mod">
        <pc:chgData name="Freda Shi" userId="e3bafef1-15f2-4eeb-acbe-fa674bab7991" providerId="ADAL" clId="{9555FC65-5A8C-4EE8-9D5B-8283D7A0923C}" dt="2026-01-14T04:07:22.491" v="30298" actId="47"/>
        <pc:sldMkLst>
          <pc:docMk/>
          <pc:sldMk cId="2351957032" sldId="374"/>
        </pc:sldMkLst>
      </pc:sldChg>
      <pc:sldChg chg="addSp modSp add del mod modAnim">
        <pc:chgData name="Freda Shi" userId="e3bafef1-15f2-4eeb-acbe-fa674bab7991" providerId="ADAL" clId="{9555FC65-5A8C-4EE8-9D5B-8283D7A0923C}" dt="2026-01-14T04:07:22.491" v="30298" actId="47"/>
        <pc:sldMkLst>
          <pc:docMk/>
          <pc:sldMk cId="729812010" sldId="375"/>
        </pc:sldMkLst>
      </pc:sldChg>
      <pc:sldChg chg="addSp delSp modSp new del mod modAnim">
        <pc:chgData name="Freda Shi" userId="e3bafef1-15f2-4eeb-acbe-fa674bab7991" providerId="ADAL" clId="{9555FC65-5A8C-4EE8-9D5B-8283D7A0923C}" dt="2026-01-14T04:07:22.491" v="30298" actId="47"/>
        <pc:sldMkLst>
          <pc:docMk/>
          <pc:sldMk cId="488850683" sldId="376"/>
        </pc:sldMkLst>
      </pc:sldChg>
      <pc:sldChg chg="addSp delSp modSp add del mod delAnim modAnim">
        <pc:chgData name="Freda Shi" userId="e3bafef1-15f2-4eeb-acbe-fa674bab7991" providerId="ADAL" clId="{9555FC65-5A8C-4EE8-9D5B-8283D7A0923C}" dt="2026-01-14T04:07:22.491" v="30298" actId="47"/>
        <pc:sldMkLst>
          <pc:docMk/>
          <pc:sldMk cId="368990845" sldId="377"/>
        </pc:sldMkLst>
      </pc:sldChg>
      <pc:sldChg chg="modSp new del mod">
        <pc:chgData name="Freda Shi" userId="e3bafef1-15f2-4eeb-acbe-fa674bab7991" providerId="ADAL" clId="{9555FC65-5A8C-4EE8-9D5B-8283D7A0923C}" dt="2026-01-14T04:07:22.491" v="30298" actId="47"/>
        <pc:sldMkLst>
          <pc:docMk/>
          <pc:sldMk cId="1483568792" sldId="378"/>
        </pc:sldMkLst>
      </pc:sldChg>
      <pc:sldChg chg="addSp delSp modSp new del mod modAnim">
        <pc:chgData name="Freda Shi" userId="e3bafef1-15f2-4eeb-acbe-fa674bab7991" providerId="ADAL" clId="{9555FC65-5A8C-4EE8-9D5B-8283D7A0923C}" dt="2026-01-14T04:07:22.491" v="30298" actId="47"/>
        <pc:sldMkLst>
          <pc:docMk/>
          <pc:sldMk cId="849719836" sldId="379"/>
        </pc:sldMkLst>
      </pc:sldChg>
      <pc:sldChg chg="addSp delSp modSp new del mod modAnim">
        <pc:chgData name="Freda Shi" userId="e3bafef1-15f2-4eeb-acbe-fa674bab7991" providerId="ADAL" clId="{9555FC65-5A8C-4EE8-9D5B-8283D7A0923C}" dt="2026-01-14T04:07:22.491" v="30298" actId="47"/>
        <pc:sldMkLst>
          <pc:docMk/>
          <pc:sldMk cId="2054264780" sldId="380"/>
        </pc:sldMkLst>
      </pc:sldChg>
      <pc:sldChg chg="addSp modSp add del mod">
        <pc:chgData name="Freda Shi" userId="e3bafef1-15f2-4eeb-acbe-fa674bab7991" providerId="ADAL" clId="{9555FC65-5A8C-4EE8-9D5B-8283D7A0923C}" dt="2026-01-14T04:07:22.491" v="30298" actId="47"/>
        <pc:sldMkLst>
          <pc:docMk/>
          <pc:sldMk cId="942046853" sldId="381"/>
        </pc:sldMkLst>
      </pc:sldChg>
      <pc:sldChg chg="modSp add del">
        <pc:chgData name="Freda Shi" userId="e3bafef1-15f2-4eeb-acbe-fa674bab7991" providerId="ADAL" clId="{9555FC65-5A8C-4EE8-9D5B-8283D7A0923C}" dt="2026-01-14T04:07:22.491" v="30298" actId="47"/>
        <pc:sldMkLst>
          <pc:docMk/>
          <pc:sldMk cId="2188730900" sldId="382"/>
        </pc:sldMkLst>
      </pc:sldChg>
      <pc:sldChg chg="addSp modSp add del mod">
        <pc:chgData name="Freda Shi" userId="e3bafef1-15f2-4eeb-acbe-fa674bab7991" providerId="ADAL" clId="{9555FC65-5A8C-4EE8-9D5B-8283D7A0923C}" dt="2026-01-14T04:07:22.491" v="30298" actId="47"/>
        <pc:sldMkLst>
          <pc:docMk/>
          <pc:sldMk cId="3776722518" sldId="383"/>
        </pc:sldMkLst>
      </pc:sldChg>
      <pc:sldChg chg="modSp new del mod addAnim delAnim modAnim">
        <pc:chgData name="Freda Shi" userId="e3bafef1-15f2-4eeb-acbe-fa674bab7991" providerId="ADAL" clId="{9555FC65-5A8C-4EE8-9D5B-8283D7A0923C}" dt="2026-01-14T04:07:22.491" v="30298" actId="47"/>
        <pc:sldMkLst>
          <pc:docMk/>
          <pc:sldMk cId="2366084474" sldId="384"/>
        </pc:sldMkLst>
      </pc:sldChg>
      <pc:sldChg chg="modSp new del mod modAnim">
        <pc:chgData name="Freda Shi" userId="e3bafef1-15f2-4eeb-acbe-fa674bab7991" providerId="ADAL" clId="{9555FC65-5A8C-4EE8-9D5B-8283D7A0923C}" dt="2026-01-14T04:07:22.491" v="30298" actId="47"/>
        <pc:sldMkLst>
          <pc:docMk/>
          <pc:sldMk cId="2140240795" sldId="385"/>
        </pc:sldMkLst>
      </pc:sldChg>
      <pc:sldChg chg="addSp modSp add del mod">
        <pc:chgData name="Freda Shi" userId="e3bafef1-15f2-4eeb-acbe-fa674bab7991" providerId="ADAL" clId="{9555FC65-5A8C-4EE8-9D5B-8283D7A0923C}" dt="2026-01-14T04:07:22.491" v="30298" actId="47"/>
        <pc:sldMkLst>
          <pc:docMk/>
          <pc:sldMk cId="3079275877" sldId="1005"/>
        </pc:sldMkLst>
      </pc:sldChg>
      <pc:sldChg chg="add del">
        <pc:chgData name="Freda Shi" userId="e3bafef1-15f2-4eeb-acbe-fa674bab7991" providerId="ADAL" clId="{9555FC65-5A8C-4EE8-9D5B-8283D7A0923C}" dt="2026-01-14T04:07:22.491" v="30298" actId="47"/>
        <pc:sldMkLst>
          <pc:docMk/>
          <pc:sldMk cId="3122853545" sldId="1006"/>
        </pc:sldMkLst>
      </pc:sldChg>
      <pc:sldChg chg="addSp delSp modSp add del mod modAnim">
        <pc:chgData name="Freda Shi" userId="e3bafef1-15f2-4eeb-acbe-fa674bab7991" providerId="ADAL" clId="{9555FC65-5A8C-4EE8-9D5B-8283D7A0923C}" dt="2026-01-14T04:07:22.491" v="30298" actId="47"/>
        <pc:sldMkLst>
          <pc:docMk/>
          <pc:sldMk cId="321591306" sldId="1007"/>
        </pc:sldMkLst>
      </pc:sldChg>
      <pc:sldChg chg="modSp new del mod">
        <pc:chgData name="Freda Shi" userId="e3bafef1-15f2-4eeb-acbe-fa674bab7991" providerId="ADAL" clId="{9555FC65-5A8C-4EE8-9D5B-8283D7A0923C}" dt="2026-01-14T04:07:22.491" v="30298" actId="47"/>
        <pc:sldMkLst>
          <pc:docMk/>
          <pc:sldMk cId="2209895665" sldId="1008"/>
        </pc:sldMkLst>
      </pc:sldChg>
      <pc:sldChg chg="addSp modSp new del mod modAnim">
        <pc:chgData name="Freda Shi" userId="e3bafef1-15f2-4eeb-acbe-fa674bab7991" providerId="ADAL" clId="{9555FC65-5A8C-4EE8-9D5B-8283D7A0923C}" dt="2026-01-14T04:07:22.491" v="30298" actId="47"/>
        <pc:sldMkLst>
          <pc:docMk/>
          <pc:sldMk cId="705778452" sldId="1009"/>
        </pc:sldMkLst>
      </pc:sldChg>
      <pc:sldChg chg="addSp delSp modSp new del mod modAnim">
        <pc:chgData name="Freda Shi" userId="e3bafef1-15f2-4eeb-acbe-fa674bab7991" providerId="ADAL" clId="{9555FC65-5A8C-4EE8-9D5B-8283D7A0923C}" dt="2026-01-14T04:07:22.491" v="30298" actId="47"/>
        <pc:sldMkLst>
          <pc:docMk/>
          <pc:sldMk cId="2775529565" sldId="1010"/>
        </pc:sldMkLst>
      </pc:sldChg>
      <pc:sldChg chg="addSp modSp new del mod modAnim">
        <pc:chgData name="Freda Shi" userId="e3bafef1-15f2-4eeb-acbe-fa674bab7991" providerId="ADAL" clId="{9555FC65-5A8C-4EE8-9D5B-8283D7A0923C}" dt="2026-01-14T04:07:22.491" v="30298" actId="47"/>
        <pc:sldMkLst>
          <pc:docMk/>
          <pc:sldMk cId="1233177561" sldId="1011"/>
        </pc:sldMkLst>
      </pc:sldChg>
      <pc:sldChg chg="addSp delSp modSp add del mod delAnim">
        <pc:chgData name="Freda Shi" userId="e3bafef1-15f2-4eeb-acbe-fa674bab7991" providerId="ADAL" clId="{9555FC65-5A8C-4EE8-9D5B-8283D7A0923C}" dt="2026-01-14T04:07:22.491" v="30298" actId="47"/>
        <pc:sldMkLst>
          <pc:docMk/>
          <pc:sldMk cId="1716651712" sldId="1012"/>
        </pc:sldMkLst>
      </pc:sldChg>
      <pc:sldChg chg="modSp new del mod modAnim">
        <pc:chgData name="Freda Shi" userId="e3bafef1-15f2-4eeb-acbe-fa674bab7991" providerId="ADAL" clId="{9555FC65-5A8C-4EE8-9D5B-8283D7A0923C}" dt="2026-01-14T04:07:22.491" v="30298" actId="47"/>
        <pc:sldMkLst>
          <pc:docMk/>
          <pc:sldMk cId="4218731724" sldId="1013"/>
        </pc:sldMkLst>
      </pc:sldChg>
      <pc:sldChg chg="modSp new del mod">
        <pc:chgData name="Freda Shi" userId="e3bafef1-15f2-4eeb-acbe-fa674bab7991" providerId="ADAL" clId="{9555FC65-5A8C-4EE8-9D5B-8283D7A0923C}" dt="2026-01-14T04:07:22.491" v="30298" actId="47"/>
        <pc:sldMkLst>
          <pc:docMk/>
          <pc:sldMk cId="315105332" sldId="1014"/>
        </pc:sldMkLst>
      </pc:sldChg>
      <pc:sldChg chg="addSp delSp modSp new del mod modAnim">
        <pc:chgData name="Freda Shi" userId="e3bafef1-15f2-4eeb-acbe-fa674bab7991" providerId="ADAL" clId="{9555FC65-5A8C-4EE8-9D5B-8283D7A0923C}" dt="2026-01-14T04:07:22.491" v="30298" actId="47"/>
        <pc:sldMkLst>
          <pc:docMk/>
          <pc:sldMk cId="757415508" sldId="1015"/>
        </pc:sldMkLst>
      </pc:sldChg>
      <pc:sldChg chg="addSp delSp modSp add del mod modAnim">
        <pc:chgData name="Freda Shi" userId="e3bafef1-15f2-4eeb-acbe-fa674bab7991" providerId="ADAL" clId="{9555FC65-5A8C-4EE8-9D5B-8283D7A0923C}" dt="2026-01-14T04:07:22.491" v="30298" actId="47"/>
        <pc:sldMkLst>
          <pc:docMk/>
          <pc:sldMk cId="2306522481" sldId="1016"/>
        </pc:sldMkLst>
      </pc:sldChg>
      <pc:sldChg chg="modSp new del mod modAnim">
        <pc:chgData name="Freda Shi" userId="e3bafef1-15f2-4eeb-acbe-fa674bab7991" providerId="ADAL" clId="{9555FC65-5A8C-4EE8-9D5B-8283D7A0923C}" dt="2026-01-14T04:07:22.491" v="30298" actId="47"/>
        <pc:sldMkLst>
          <pc:docMk/>
          <pc:sldMk cId="799472306" sldId="1017"/>
        </pc:sldMkLst>
      </pc:sldChg>
      <pc:sldChg chg="addSp delSp modSp add del mod modNotesTx">
        <pc:chgData name="Freda Shi" userId="e3bafef1-15f2-4eeb-acbe-fa674bab7991" providerId="ADAL" clId="{9555FC65-5A8C-4EE8-9D5B-8283D7A0923C}" dt="2026-01-14T04:07:22.491" v="30298" actId="47"/>
        <pc:sldMkLst>
          <pc:docMk/>
          <pc:sldMk cId="1621742888" sldId="1027"/>
        </pc:sldMkLst>
      </pc:sldChg>
      <pc:sldChg chg="addSp modSp new del mod">
        <pc:chgData name="Freda Shi" userId="e3bafef1-15f2-4eeb-acbe-fa674bab7991" providerId="ADAL" clId="{9555FC65-5A8C-4EE8-9D5B-8283D7A0923C}" dt="2026-01-14T04:07:22.491" v="30298" actId="47"/>
        <pc:sldMkLst>
          <pc:docMk/>
          <pc:sldMk cId="3910863948" sldId="1029"/>
        </pc:sldMkLst>
      </pc:sldChg>
      <pc:sldChg chg="modSp new del mod">
        <pc:chgData name="Freda Shi" userId="e3bafef1-15f2-4eeb-acbe-fa674bab7991" providerId="ADAL" clId="{9555FC65-5A8C-4EE8-9D5B-8283D7A0923C}" dt="2026-01-14T04:07:22.491" v="30298" actId="47"/>
        <pc:sldMkLst>
          <pc:docMk/>
          <pc:sldMk cId="2897069027" sldId="1030"/>
        </pc:sldMkLst>
      </pc:sldChg>
      <pc:sldChg chg="addSp modSp add del mod modAnim">
        <pc:chgData name="Freda Shi" userId="e3bafef1-15f2-4eeb-acbe-fa674bab7991" providerId="ADAL" clId="{9555FC65-5A8C-4EE8-9D5B-8283D7A0923C}" dt="2026-01-14T04:07:22.491" v="30298" actId="47"/>
        <pc:sldMkLst>
          <pc:docMk/>
          <pc:sldMk cId="3092300544" sldId="1031"/>
        </pc:sldMkLst>
      </pc:sldChg>
      <pc:sldChg chg="addSp modSp new del mod modAnim">
        <pc:chgData name="Freda Shi" userId="e3bafef1-15f2-4eeb-acbe-fa674bab7991" providerId="ADAL" clId="{9555FC65-5A8C-4EE8-9D5B-8283D7A0923C}" dt="2026-01-14T04:07:22.491" v="30298" actId="47"/>
        <pc:sldMkLst>
          <pc:docMk/>
          <pc:sldMk cId="1447328382" sldId="1032"/>
        </pc:sldMkLst>
      </pc:sldChg>
      <pc:sldChg chg="addSp delSp modSp new del mod">
        <pc:chgData name="Freda Shi" userId="e3bafef1-15f2-4eeb-acbe-fa674bab7991" providerId="ADAL" clId="{9555FC65-5A8C-4EE8-9D5B-8283D7A0923C}" dt="2026-01-14T04:07:22.491" v="30298" actId="47"/>
        <pc:sldMkLst>
          <pc:docMk/>
          <pc:sldMk cId="3391740877" sldId="1033"/>
        </pc:sldMkLst>
      </pc:sldChg>
      <pc:sldChg chg="modSp add del mod">
        <pc:chgData name="Freda Shi" userId="e3bafef1-15f2-4eeb-acbe-fa674bab7991" providerId="ADAL" clId="{9555FC65-5A8C-4EE8-9D5B-8283D7A0923C}" dt="2026-01-14T04:07:22.491" v="30298" actId="47"/>
        <pc:sldMkLst>
          <pc:docMk/>
          <pc:sldMk cId="2522300034" sldId="1034"/>
        </pc:sldMkLst>
      </pc:sldChg>
      <pc:sldChg chg="modSp add del mod">
        <pc:chgData name="Freda Shi" userId="e3bafef1-15f2-4eeb-acbe-fa674bab7991" providerId="ADAL" clId="{9555FC65-5A8C-4EE8-9D5B-8283D7A0923C}" dt="2026-01-14T04:07:22.491" v="30298" actId="47"/>
        <pc:sldMkLst>
          <pc:docMk/>
          <pc:sldMk cId="3565487775" sldId="1035"/>
        </pc:sldMkLst>
      </pc:sldChg>
      <pc:sldChg chg="addSp delSp modSp new del mod modAnim">
        <pc:chgData name="Freda Shi" userId="e3bafef1-15f2-4eeb-acbe-fa674bab7991" providerId="ADAL" clId="{9555FC65-5A8C-4EE8-9D5B-8283D7A0923C}" dt="2026-01-14T04:07:22.491" v="30298" actId="47"/>
        <pc:sldMkLst>
          <pc:docMk/>
          <pc:sldMk cId="2307703008" sldId="1036"/>
        </pc:sldMkLst>
      </pc:sldChg>
      <pc:sldChg chg="addSp delSp modSp add del mod modAnim">
        <pc:chgData name="Freda Shi" userId="e3bafef1-15f2-4eeb-acbe-fa674bab7991" providerId="ADAL" clId="{9555FC65-5A8C-4EE8-9D5B-8283D7A0923C}" dt="2026-01-14T04:07:22.491" v="30298" actId="47"/>
        <pc:sldMkLst>
          <pc:docMk/>
          <pc:sldMk cId="4286402985" sldId="1037"/>
        </pc:sldMkLst>
      </pc:sldChg>
      <pc:sldChg chg="addSp delSp modSp new del mod modAnim">
        <pc:chgData name="Freda Shi" userId="e3bafef1-15f2-4eeb-acbe-fa674bab7991" providerId="ADAL" clId="{9555FC65-5A8C-4EE8-9D5B-8283D7A0923C}" dt="2026-01-14T04:07:22.491" v="30298" actId="47"/>
        <pc:sldMkLst>
          <pc:docMk/>
          <pc:sldMk cId="1745920647" sldId="1038"/>
        </pc:sldMkLst>
      </pc:sldChg>
      <pc:sldChg chg="addSp delSp modSp new del mod delAnim modAnim">
        <pc:chgData name="Freda Shi" userId="e3bafef1-15f2-4eeb-acbe-fa674bab7991" providerId="ADAL" clId="{9555FC65-5A8C-4EE8-9D5B-8283D7A0923C}" dt="2026-01-14T04:07:22.491" v="30298" actId="47"/>
        <pc:sldMkLst>
          <pc:docMk/>
          <pc:sldMk cId="3325228432" sldId="1039"/>
        </pc:sldMkLst>
      </pc:sldChg>
      <pc:sldChg chg="modSp add del mod">
        <pc:chgData name="Freda Shi" userId="e3bafef1-15f2-4eeb-acbe-fa674bab7991" providerId="ADAL" clId="{9555FC65-5A8C-4EE8-9D5B-8283D7A0923C}" dt="2026-01-14T04:07:22.491" v="30298" actId="47"/>
        <pc:sldMkLst>
          <pc:docMk/>
          <pc:sldMk cId="3931712665" sldId="1045"/>
        </pc:sldMkLst>
      </pc:sldChg>
      <pc:sldChg chg="addSp delSp modSp new del mod modAnim">
        <pc:chgData name="Freda Shi" userId="e3bafef1-15f2-4eeb-acbe-fa674bab7991" providerId="ADAL" clId="{9555FC65-5A8C-4EE8-9D5B-8283D7A0923C}" dt="2026-01-14T04:07:22.491" v="30298" actId="47"/>
        <pc:sldMkLst>
          <pc:docMk/>
          <pc:sldMk cId="177933308" sldId="1046"/>
        </pc:sldMkLst>
      </pc:sldChg>
      <pc:sldMasterChg chg="delSldLayout modSldLayout">
        <pc:chgData name="Freda Shi" userId="e3bafef1-15f2-4eeb-acbe-fa674bab7991" providerId="ADAL" clId="{9555FC65-5A8C-4EE8-9D5B-8283D7A0923C}" dt="2026-01-14T04:07:22.491" v="30298" actId="47"/>
        <pc:sldMasterMkLst>
          <pc:docMk/>
          <pc:sldMasterMk cId="1118528081" sldId="2147483648"/>
        </pc:sldMasterMkLst>
        <pc:sldLayoutChg chg="modSp mod">
          <pc:chgData name="Freda Shi" userId="e3bafef1-15f2-4eeb-acbe-fa674bab7991" providerId="ADAL" clId="{9555FC65-5A8C-4EE8-9D5B-8283D7A0923C}" dt="2025-12-21T09:18:26.531" v="4671" actId="14100"/>
          <pc:sldLayoutMkLst>
            <pc:docMk/>
            <pc:sldMasterMk cId="1118528081" sldId="2147483648"/>
            <pc:sldLayoutMk cId="826985054" sldId="2147483650"/>
          </pc:sldLayoutMkLst>
          <pc:spChg chg="mod">
            <ac:chgData name="Freda Shi" userId="e3bafef1-15f2-4eeb-acbe-fa674bab7991" providerId="ADAL" clId="{9555FC65-5A8C-4EE8-9D5B-8283D7A0923C}" dt="2025-12-17T19:22:31.316" v="1598" actId="554"/>
            <ac:spMkLst>
              <pc:docMk/>
              <pc:sldMasterMk cId="1118528081" sldId="2147483648"/>
              <pc:sldLayoutMk cId="826985054" sldId="2147483650"/>
              <ac:spMk id="2" creationId="{05A7E1F2-4C84-385C-A58A-13FDFBF1608E}"/>
            </ac:spMkLst>
          </pc:spChg>
          <pc:spChg chg="mod">
            <ac:chgData name="Freda Shi" userId="e3bafef1-15f2-4eeb-acbe-fa674bab7991" providerId="ADAL" clId="{9555FC65-5A8C-4EE8-9D5B-8283D7A0923C}" dt="2025-12-21T09:18:26.531" v="4671" actId="14100"/>
            <ac:spMkLst>
              <pc:docMk/>
              <pc:sldMasterMk cId="1118528081" sldId="2147483648"/>
              <pc:sldLayoutMk cId="826985054" sldId="2147483650"/>
              <ac:spMk id="3" creationId="{8DD19F1E-8F25-C9E0-1195-1CD303EA5B0B}"/>
            </ac:spMkLst>
          </pc:spChg>
        </pc:sldLayoutChg>
        <pc:sldLayoutChg chg="modSp mod">
          <pc:chgData name="Freda Shi" userId="e3bafef1-15f2-4eeb-acbe-fa674bab7991" providerId="ADAL" clId="{9555FC65-5A8C-4EE8-9D5B-8283D7A0923C}" dt="2025-12-21T09:18:38.263" v="4673" actId="14100"/>
          <pc:sldLayoutMkLst>
            <pc:docMk/>
            <pc:sldMasterMk cId="1118528081" sldId="2147483648"/>
            <pc:sldLayoutMk cId="2489905552" sldId="2147483652"/>
          </pc:sldLayoutMkLst>
          <pc:spChg chg="mod">
            <ac:chgData name="Freda Shi" userId="e3bafef1-15f2-4eeb-acbe-fa674bab7991" providerId="ADAL" clId="{9555FC65-5A8C-4EE8-9D5B-8283D7A0923C}" dt="2025-12-17T19:22:48.804" v="1600" actId="554"/>
            <ac:spMkLst>
              <pc:docMk/>
              <pc:sldMasterMk cId="1118528081" sldId="2147483648"/>
              <pc:sldLayoutMk cId="2489905552" sldId="2147483652"/>
              <ac:spMk id="2" creationId="{D451A536-D24D-052D-890A-E0B5456BBD34}"/>
            </ac:spMkLst>
          </pc:spChg>
          <pc:spChg chg="mod">
            <ac:chgData name="Freda Shi" userId="e3bafef1-15f2-4eeb-acbe-fa674bab7991" providerId="ADAL" clId="{9555FC65-5A8C-4EE8-9D5B-8283D7A0923C}" dt="2025-12-21T09:18:35.877" v="4672" actId="14100"/>
            <ac:spMkLst>
              <pc:docMk/>
              <pc:sldMasterMk cId="1118528081" sldId="2147483648"/>
              <pc:sldLayoutMk cId="2489905552" sldId="2147483652"/>
              <ac:spMk id="3" creationId="{F2521A84-A51B-FB50-9FE9-82902A23163B}"/>
            </ac:spMkLst>
          </pc:spChg>
          <pc:spChg chg="mod">
            <ac:chgData name="Freda Shi" userId="e3bafef1-15f2-4eeb-acbe-fa674bab7991" providerId="ADAL" clId="{9555FC65-5A8C-4EE8-9D5B-8283D7A0923C}" dt="2025-12-21T09:18:38.263" v="4673" actId="14100"/>
            <ac:spMkLst>
              <pc:docMk/>
              <pc:sldMasterMk cId="1118528081" sldId="2147483648"/>
              <pc:sldLayoutMk cId="2489905552" sldId="2147483652"/>
              <ac:spMk id="4" creationId="{0A5A5771-7497-4EA1-71BA-D8EF276E3E25}"/>
            </ac:spMkLst>
          </pc:spChg>
        </pc:sldLayoutChg>
        <pc:sldLayoutChg chg="del">
          <pc:chgData name="Freda Shi" userId="e3bafef1-15f2-4eeb-acbe-fa674bab7991" providerId="ADAL" clId="{9555FC65-5A8C-4EE8-9D5B-8283D7A0923C}" dt="2026-01-14T04:07:22.491" v="30298" actId="47"/>
          <pc:sldLayoutMkLst>
            <pc:docMk/>
            <pc:sldMasterMk cId="1118528081" sldId="2147483648"/>
            <pc:sldLayoutMk cId="4110485426" sldId="2147483653"/>
          </pc:sldLayoutMkLst>
        </pc:sldLayoutChg>
      </pc:sldMasterChg>
    </pc:docChg>
  </pc:docChgLst>
  <pc:docChgLst>
    <pc:chgData name="Freda Shi" userId="e3bafef1-15f2-4eeb-acbe-fa674bab7991" providerId="ADAL" clId="{F7E09A7F-F1A3-4C6E-A9E7-CA601CD0AD84}"/>
    <pc:docChg chg="custSel delSld modSld sldOrd modSection">
      <pc:chgData name="Freda Shi" userId="e3bafef1-15f2-4eeb-acbe-fa674bab7991" providerId="ADAL" clId="{F7E09A7F-F1A3-4C6E-A9E7-CA601CD0AD84}" dt="2026-01-12T20:52:40.175" v="165" actId="478"/>
      <pc:docMkLst>
        <pc:docMk/>
      </pc:docMkLst>
      <pc:sldChg chg="modSp mod">
        <pc:chgData name="Freda Shi" userId="e3bafef1-15f2-4eeb-acbe-fa674bab7991" providerId="ADAL" clId="{F7E09A7F-F1A3-4C6E-A9E7-CA601CD0AD84}" dt="2026-01-07T22:24:14.642" v="48" actId="20577"/>
        <pc:sldMkLst>
          <pc:docMk/>
          <pc:sldMk cId="228913878" sldId="256"/>
        </pc:sldMkLst>
        <pc:spChg chg="mod">
          <ac:chgData name="Freda Shi" userId="e3bafef1-15f2-4eeb-acbe-fa674bab7991" providerId="ADAL" clId="{F7E09A7F-F1A3-4C6E-A9E7-CA601CD0AD84}" dt="2026-01-07T22:24:14.642" v="48" actId="20577"/>
          <ac:spMkLst>
            <pc:docMk/>
            <pc:sldMk cId="228913878" sldId="256"/>
            <ac:spMk id="4" creationId="{DA47CF05-BE52-90FA-5147-DA56FCE560BA}"/>
          </ac:spMkLst>
        </pc:spChg>
      </pc:sldChg>
      <pc:sldChg chg="addSp modSp mod ord modAnim">
        <pc:chgData name="Freda Shi" userId="e3bafef1-15f2-4eeb-acbe-fa674bab7991" providerId="ADAL" clId="{F7E09A7F-F1A3-4C6E-A9E7-CA601CD0AD84}" dt="2026-01-07T22:34:26.327" v="153" actId="1036"/>
        <pc:sldMkLst>
          <pc:docMk/>
          <pc:sldMk cId="1377964124" sldId="32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BF14591-F67C-BB40-CBEA-594509238A5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2AAC0E14-87F2-B254-51B1-B8AC2F64E0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168D9A-29E5-4846-BB23-DBAC39FAAE65}" type="datetimeFigureOut">
              <a:rPr lang="en-CA" smtClean="0"/>
              <a:t>2026-01-13</a:t>
            </a:fld>
            <a:endParaRPr lang="en-CA"/>
          </a:p>
        </p:txBody>
      </p:sp>
      <p:sp>
        <p:nvSpPr>
          <p:cNvPr id="4" name="Footer Placeholder 3">
            <a:extLst>
              <a:ext uri="{FF2B5EF4-FFF2-40B4-BE49-F238E27FC236}">
                <a16:creationId xmlns:a16="http://schemas.microsoft.com/office/drawing/2014/main" id="{72CB69ED-85D8-1CE2-FD53-9AC6B149BC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96525E9E-8D74-A434-CC6A-221BA33515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78EB59-9011-4E29-9A14-88257365A9C5}" type="slidenum">
              <a:rPr lang="en-CA" smtClean="0"/>
              <a:t>‹#›</a:t>
            </a:fld>
            <a:endParaRPr lang="en-CA"/>
          </a:p>
        </p:txBody>
      </p:sp>
    </p:spTree>
    <p:extLst>
      <p:ext uri="{BB962C8B-B14F-4D97-AF65-F5344CB8AC3E}">
        <p14:creationId xmlns:p14="http://schemas.microsoft.com/office/powerpoint/2010/main" val="35936918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A8D97B-9B66-446E-9E81-F5FF4B6B06C9}" type="datetimeFigureOut">
              <a:rPr lang="en-CA" smtClean="0"/>
              <a:t>2026-01-13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28F659-E204-4DAB-9308-784DA0D833B0}" type="slidenum">
              <a:rPr lang="en-CA" smtClean="0"/>
              <a:t>‹#›</a:t>
            </a:fld>
            <a:endParaRPr lang="en-CA"/>
          </a:p>
        </p:txBody>
      </p:sp>
    </p:spTree>
    <p:extLst>
      <p:ext uri="{BB962C8B-B14F-4D97-AF65-F5344CB8AC3E}">
        <p14:creationId xmlns:p14="http://schemas.microsoft.com/office/powerpoint/2010/main" val="3004831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1</a:t>
            </a:fld>
            <a:endParaRPr lang="en-CA"/>
          </a:p>
        </p:txBody>
      </p:sp>
    </p:spTree>
    <p:extLst>
      <p:ext uri="{BB962C8B-B14F-4D97-AF65-F5344CB8AC3E}">
        <p14:creationId xmlns:p14="http://schemas.microsoft.com/office/powerpoint/2010/main" val="362370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Nominal integers</a:t>
            </a:r>
          </a:p>
        </p:txBody>
      </p:sp>
      <p:sp>
        <p:nvSpPr>
          <p:cNvPr id="4" name="Slide Number Placeholder 3"/>
          <p:cNvSpPr>
            <a:spLocks noGrp="1"/>
          </p:cNvSpPr>
          <p:nvPr>
            <p:ph type="sldNum" sz="quarter" idx="5"/>
          </p:nvPr>
        </p:nvSpPr>
        <p:spPr/>
        <p:txBody>
          <a:bodyPr/>
          <a:lstStyle/>
          <a:p>
            <a:fld id="{1328F659-E204-4DAB-9308-784DA0D833B0}" type="slidenum">
              <a:rPr lang="en-CA" smtClean="0"/>
              <a:t>6</a:t>
            </a:fld>
            <a:endParaRPr lang="en-CA"/>
          </a:p>
        </p:txBody>
      </p:sp>
    </p:spTree>
    <p:extLst>
      <p:ext uri="{BB962C8B-B14F-4D97-AF65-F5344CB8AC3E}">
        <p14:creationId xmlns:p14="http://schemas.microsoft.com/office/powerpoint/2010/main" val="658580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B15C415-963F-4589-9821-54EC9E819ECD}" type="slidenum">
              <a:rPr lang="en-CA" smtClean="0"/>
              <a:t>10</a:t>
            </a:fld>
            <a:endParaRPr lang="en-CA"/>
          </a:p>
        </p:txBody>
      </p:sp>
    </p:spTree>
    <p:extLst>
      <p:ext uri="{BB962C8B-B14F-4D97-AF65-F5344CB8AC3E}">
        <p14:creationId xmlns:p14="http://schemas.microsoft.com/office/powerpoint/2010/main" val="299586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328F659-E204-4DAB-9308-784DA0D833B0}" type="slidenum">
              <a:rPr lang="en-CA" smtClean="0"/>
              <a:t>25</a:t>
            </a:fld>
            <a:endParaRPr lang="en-CA"/>
          </a:p>
        </p:txBody>
      </p:sp>
    </p:spTree>
    <p:extLst>
      <p:ext uri="{BB962C8B-B14F-4D97-AF65-F5344CB8AC3E}">
        <p14:creationId xmlns:p14="http://schemas.microsoft.com/office/powerpoint/2010/main" val="982646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EDFFE-9B0C-DD66-7066-C84A466B2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40FE07-1421-5F1F-4E4A-E08DB8162E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70F60-B33E-3D8B-EB1A-EC48E7C80D0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36C5BC2-DB13-F154-F627-9AEECA5970B3}"/>
              </a:ext>
            </a:extLst>
          </p:cNvPr>
          <p:cNvSpPr>
            <a:spLocks noGrp="1"/>
          </p:cNvSpPr>
          <p:nvPr>
            <p:ph type="sldNum" sz="quarter" idx="5"/>
          </p:nvPr>
        </p:nvSpPr>
        <p:spPr/>
        <p:txBody>
          <a:bodyPr/>
          <a:lstStyle/>
          <a:p>
            <a:fld id="{1328F659-E204-4DAB-9308-784DA0D833B0}" type="slidenum">
              <a:rPr lang="en-CA" smtClean="0"/>
              <a:t>26</a:t>
            </a:fld>
            <a:endParaRPr lang="en-CA"/>
          </a:p>
        </p:txBody>
      </p:sp>
    </p:spTree>
    <p:extLst>
      <p:ext uri="{BB962C8B-B14F-4D97-AF65-F5344CB8AC3E}">
        <p14:creationId xmlns:p14="http://schemas.microsoft.com/office/powerpoint/2010/main" val="895404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B39E5-367A-33C1-3DBD-E52190594F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2A7D1-028D-332C-B3B1-C98DE44D99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78152-DB88-7B25-53CC-1D35440110D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C554A5B-A2B6-EE97-CCEE-2B607FD7A331}"/>
              </a:ext>
            </a:extLst>
          </p:cNvPr>
          <p:cNvSpPr>
            <a:spLocks noGrp="1"/>
          </p:cNvSpPr>
          <p:nvPr>
            <p:ph type="sldNum" sz="quarter" idx="5"/>
          </p:nvPr>
        </p:nvSpPr>
        <p:spPr/>
        <p:txBody>
          <a:bodyPr/>
          <a:lstStyle/>
          <a:p>
            <a:fld id="{1328F659-E204-4DAB-9308-784DA0D833B0}" type="slidenum">
              <a:rPr lang="en-CA" smtClean="0"/>
              <a:t>27</a:t>
            </a:fld>
            <a:endParaRPr lang="en-CA"/>
          </a:p>
        </p:txBody>
      </p:sp>
    </p:spTree>
    <p:extLst>
      <p:ext uri="{BB962C8B-B14F-4D97-AF65-F5344CB8AC3E}">
        <p14:creationId xmlns:p14="http://schemas.microsoft.com/office/powerpoint/2010/main" val="1618972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D81C-C0FB-D832-3BCF-FEA9913D6BF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3C9B338F-1C9E-8F52-F9A4-E761E10846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DA8B4FD-FA43-ED01-B598-2DD3B4DD922A}"/>
              </a:ext>
            </a:extLst>
          </p:cNvPr>
          <p:cNvSpPr>
            <a:spLocks noGrp="1"/>
          </p:cNvSpPr>
          <p:nvPr>
            <p:ph type="dt" sz="half" idx="10"/>
          </p:nvPr>
        </p:nvSpPr>
        <p:spPr/>
        <p:txBody>
          <a:bodyPr/>
          <a:lstStyle/>
          <a:p>
            <a:fld id="{C9067905-A51C-421C-8B94-09310336B0A2}" type="datetime1">
              <a:rPr lang="en-CA" smtClean="0"/>
              <a:t>2026-01-13</a:t>
            </a:fld>
            <a:endParaRPr lang="en-CA"/>
          </a:p>
        </p:txBody>
      </p:sp>
      <p:sp>
        <p:nvSpPr>
          <p:cNvPr id="5" name="Footer Placeholder 4">
            <a:extLst>
              <a:ext uri="{FF2B5EF4-FFF2-40B4-BE49-F238E27FC236}">
                <a16:creationId xmlns:a16="http://schemas.microsoft.com/office/drawing/2014/main" id="{9A47A58B-BF2B-F261-F4BF-92803EEE2C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8920CB0-E893-4FAE-C932-C15080A41B46}"/>
              </a:ext>
            </a:extLst>
          </p:cNvPr>
          <p:cNvSpPr>
            <a:spLocks noGrp="1"/>
          </p:cNvSpPr>
          <p:nvPr>
            <p:ph type="sldNum" sz="quarter" idx="12"/>
          </p:nvPr>
        </p:nvSpPr>
        <p:spPr/>
        <p:txBody>
          <a:bodyPr/>
          <a:lstStyle/>
          <a:p>
            <a:fld id="{A36FF760-4833-4FC2-9C74-46CD274694B2}" type="slidenum">
              <a:rPr lang="en-CA" smtClean="0"/>
              <a:t>‹#›</a:t>
            </a:fld>
            <a:endParaRPr lang="en-CA"/>
          </a:p>
        </p:txBody>
      </p:sp>
    </p:spTree>
    <p:extLst>
      <p:ext uri="{BB962C8B-B14F-4D97-AF65-F5344CB8AC3E}">
        <p14:creationId xmlns:p14="http://schemas.microsoft.com/office/powerpoint/2010/main" val="3898385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7E1F2-4C84-385C-A58A-13FDFBF1608E}"/>
              </a:ext>
            </a:extLst>
          </p:cNvPr>
          <p:cNvSpPr>
            <a:spLocks noGrp="1"/>
          </p:cNvSpPr>
          <p:nvPr>
            <p:ph type="title"/>
          </p:nvPr>
        </p:nvSpPr>
        <p:spPr>
          <a:xfrm>
            <a:off x="404751" y="0"/>
            <a:ext cx="11382498" cy="1325563"/>
          </a:xfrm>
          <a:prstGeom prst="rect">
            <a:avLst/>
          </a:prstGeom>
        </p:spPr>
        <p:txBody>
          <a:bodyPr/>
          <a:lstStyle>
            <a:lvl1pPr>
              <a:defRPr>
                <a:latin typeface="Nunito" pitchFamily="2" charset="0"/>
              </a:defRPr>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8DD19F1E-8F25-C9E0-1195-1CD303EA5B0B}"/>
              </a:ext>
            </a:extLst>
          </p:cNvPr>
          <p:cNvSpPr>
            <a:spLocks noGrp="1"/>
          </p:cNvSpPr>
          <p:nvPr>
            <p:ph idx="1"/>
          </p:nvPr>
        </p:nvSpPr>
        <p:spPr>
          <a:xfrm>
            <a:off x="404751" y="1325562"/>
            <a:ext cx="11382498" cy="5030787"/>
          </a:xfrm>
        </p:spPr>
        <p:txBody>
          <a:bodyPr/>
          <a:lstStyle>
            <a:lvl1pPr>
              <a:lnSpc>
                <a:spcPct val="100000"/>
              </a:lnSpc>
              <a:defRPr>
                <a:latin typeface="Nunito" pitchFamily="2" charset="0"/>
              </a:defRPr>
            </a:lvl1pPr>
            <a:lvl2pPr>
              <a:lnSpc>
                <a:spcPct val="100000"/>
              </a:lnSpc>
              <a:defRPr>
                <a:latin typeface="Nunito" pitchFamily="2" charset="0"/>
              </a:defRPr>
            </a:lvl2pPr>
            <a:lvl3pPr>
              <a:lnSpc>
                <a:spcPct val="100000"/>
              </a:lnSpc>
              <a:defRPr>
                <a:latin typeface="Nunito" pitchFamily="2" charset="0"/>
              </a:defRPr>
            </a:lvl3pPr>
            <a:lvl4pPr>
              <a:lnSpc>
                <a:spcPct val="100000"/>
              </a:lnSpc>
              <a:defRPr>
                <a:latin typeface="Nunito" pitchFamily="2" charset="0"/>
              </a:defRPr>
            </a:lvl4pPr>
            <a:lvl5pPr>
              <a:lnSpc>
                <a:spcPct val="100000"/>
              </a:lnSpc>
              <a:defRPr>
                <a:latin typeface="Nunito"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a:extLst>
              <a:ext uri="{FF2B5EF4-FFF2-40B4-BE49-F238E27FC236}">
                <a16:creationId xmlns:a16="http://schemas.microsoft.com/office/drawing/2014/main" id="{EE4B4D42-F908-5E01-B590-10E1A39936B0}"/>
              </a:ext>
            </a:extLst>
          </p:cNvPr>
          <p:cNvSpPr>
            <a:spLocks noGrp="1"/>
          </p:cNvSpPr>
          <p:nvPr>
            <p:ph type="dt" sz="half" idx="10"/>
          </p:nvPr>
        </p:nvSpPr>
        <p:spPr>
          <a:xfrm>
            <a:off x="404751" y="6356350"/>
            <a:ext cx="2743200" cy="365125"/>
          </a:xfrm>
        </p:spPr>
        <p:txBody>
          <a:bodyPr/>
          <a:lstStyle>
            <a:lvl1pPr>
              <a:defRPr>
                <a:latin typeface="Nunito" pitchFamily="2" charset="0"/>
              </a:defRPr>
            </a:lvl1pPr>
          </a:lstStyle>
          <a:p>
            <a:fld id="{83C35BBC-156D-41FD-9ADF-716B2914A275}" type="datetime1">
              <a:rPr lang="en-CA" smtClean="0"/>
              <a:t>2026-01-13</a:t>
            </a:fld>
            <a:endParaRPr lang="en-CA"/>
          </a:p>
        </p:txBody>
      </p:sp>
      <p:sp>
        <p:nvSpPr>
          <p:cNvPr id="5" name="Footer Placeholder 4">
            <a:extLst>
              <a:ext uri="{FF2B5EF4-FFF2-40B4-BE49-F238E27FC236}">
                <a16:creationId xmlns:a16="http://schemas.microsoft.com/office/drawing/2014/main" id="{2AF79C89-C314-DDEA-2C67-83BAC906B2B8}"/>
              </a:ext>
            </a:extLst>
          </p:cNvPr>
          <p:cNvSpPr>
            <a:spLocks noGrp="1"/>
          </p:cNvSpPr>
          <p:nvPr>
            <p:ph type="ftr" sz="quarter" idx="11"/>
          </p:nvPr>
        </p:nvSpPr>
        <p:spPr/>
        <p:txBody>
          <a:bodyPr/>
          <a:lstStyle>
            <a:lvl1pPr>
              <a:defRPr>
                <a:latin typeface="Nunito" pitchFamily="2" charset="0"/>
              </a:defRPr>
            </a:lvl1pPr>
          </a:lstStyle>
          <a:p>
            <a:endParaRPr lang="en-CA"/>
          </a:p>
        </p:txBody>
      </p:sp>
      <p:sp>
        <p:nvSpPr>
          <p:cNvPr id="6" name="Slide Number Placeholder 5">
            <a:extLst>
              <a:ext uri="{FF2B5EF4-FFF2-40B4-BE49-F238E27FC236}">
                <a16:creationId xmlns:a16="http://schemas.microsoft.com/office/drawing/2014/main" id="{44D79454-EAA8-CA79-DF21-ACA68276AB3A}"/>
              </a:ext>
            </a:extLst>
          </p:cNvPr>
          <p:cNvSpPr>
            <a:spLocks noGrp="1"/>
          </p:cNvSpPr>
          <p:nvPr>
            <p:ph type="sldNum" sz="quarter" idx="12"/>
          </p:nvPr>
        </p:nvSpPr>
        <p:spPr>
          <a:xfrm>
            <a:off x="9044049" y="6356350"/>
            <a:ext cx="2743200" cy="365125"/>
          </a:xfrm>
        </p:spPr>
        <p:txBody>
          <a:bodyPr/>
          <a:lstStyle>
            <a:lvl1pPr>
              <a:defRPr>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826985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AA206-0109-0A71-8D88-FDBEE73349A3}"/>
              </a:ext>
            </a:extLst>
          </p:cNvPr>
          <p:cNvSpPr>
            <a:spLocks noGrp="1"/>
          </p:cNvSpPr>
          <p:nvPr>
            <p:ph type="title"/>
          </p:nvPr>
        </p:nvSpPr>
        <p:spPr>
          <a:xfrm>
            <a:off x="831850" y="678106"/>
            <a:ext cx="10515600" cy="2852737"/>
          </a:xfrm>
          <a:prstGeom prst="rect">
            <a:avLst/>
          </a:prstGeom>
        </p:spPr>
        <p:txBody>
          <a:bodyPr anchor="b"/>
          <a:lstStyle>
            <a:lvl1pPr>
              <a:defRPr sz="6000">
                <a:latin typeface="Nunito" pitchFamily="2" charset="0"/>
              </a:defRPr>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680E311-A575-C976-8612-0AAE40A722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Nunito"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4F3AF7-1AE8-C53C-A886-BCA359B91ABF}"/>
              </a:ext>
            </a:extLst>
          </p:cNvPr>
          <p:cNvSpPr>
            <a:spLocks noGrp="1"/>
          </p:cNvSpPr>
          <p:nvPr>
            <p:ph type="dt" sz="half" idx="10"/>
          </p:nvPr>
        </p:nvSpPr>
        <p:spPr/>
        <p:txBody>
          <a:bodyPr/>
          <a:lstStyle>
            <a:lvl1pPr>
              <a:defRPr>
                <a:latin typeface="Nunito" pitchFamily="2" charset="0"/>
              </a:defRPr>
            </a:lvl1pPr>
          </a:lstStyle>
          <a:p>
            <a:fld id="{FF283ED9-7CF3-4A16-AD68-CCED7B0C68A9}" type="datetime1">
              <a:rPr lang="en-CA" smtClean="0"/>
              <a:t>2026-01-13</a:t>
            </a:fld>
            <a:endParaRPr lang="en-CA"/>
          </a:p>
        </p:txBody>
      </p:sp>
      <p:sp>
        <p:nvSpPr>
          <p:cNvPr id="5" name="Footer Placeholder 4">
            <a:extLst>
              <a:ext uri="{FF2B5EF4-FFF2-40B4-BE49-F238E27FC236}">
                <a16:creationId xmlns:a16="http://schemas.microsoft.com/office/drawing/2014/main" id="{00B96467-644E-846D-3020-E63D41BA5EA8}"/>
              </a:ext>
            </a:extLst>
          </p:cNvPr>
          <p:cNvSpPr>
            <a:spLocks noGrp="1"/>
          </p:cNvSpPr>
          <p:nvPr>
            <p:ph type="ftr" sz="quarter" idx="11"/>
          </p:nvPr>
        </p:nvSpPr>
        <p:spPr/>
        <p:txBody>
          <a:bodyPr/>
          <a:lstStyle>
            <a:lvl1pPr>
              <a:defRPr>
                <a:latin typeface="Nunito" pitchFamily="2" charset="0"/>
              </a:defRPr>
            </a:lvl1pPr>
          </a:lstStyle>
          <a:p>
            <a:endParaRPr lang="en-CA"/>
          </a:p>
        </p:txBody>
      </p:sp>
      <p:sp>
        <p:nvSpPr>
          <p:cNvPr id="6" name="Slide Number Placeholder 5">
            <a:extLst>
              <a:ext uri="{FF2B5EF4-FFF2-40B4-BE49-F238E27FC236}">
                <a16:creationId xmlns:a16="http://schemas.microsoft.com/office/drawing/2014/main" id="{1ECBBBB6-1087-2307-E934-62264519FFA6}"/>
              </a:ext>
            </a:extLst>
          </p:cNvPr>
          <p:cNvSpPr>
            <a:spLocks noGrp="1"/>
          </p:cNvSpPr>
          <p:nvPr>
            <p:ph type="sldNum" sz="quarter" idx="12"/>
          </p:nvPr>
        </p:nvSpPr>
        <p:spPr/>
        <p:txBody>
          <a:bodyPr/>
          <a:lstStyle>
            <a:lvl1pPr>
              <a:defRPr>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60665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1A536-D24D-052D-890A-E0B5456BBD34}"/>
              </a:ext>
            </a:extLst>
          </p:cNvPr>
          <p:cNvSpPr>
            <a:spLocks noGrp="1"/>
          </p:cNvSpPr>
          <p:nvPr>
            <p:ph type="title"/>
          </p:nvPr>
        </p:nvSpPr>
        <p:spPr>
          <a:xfrm>
            <a:off x="404751" y="0"/>
            <a:ext cx="11382498" cy="1325563"/>
          </a:xfrm>
          <a:prstGeom prst="rect">
            <a:avLst/>
          </a:prstGeom>
        </p:spPr>
        <p:txBody>
          <a:bodyPr/>
          <a:lstStyle>
            <a:lvl1pPr>
              <a:defRPr>
                <a:latin typeface="Nunito" pitchFamily="2" charset="0"/>
              </a:defRPr>
            </a:lvl1pPr>
          </a:lstStyle>
          <a:p>
            <a:r>
              <a:rPr lang="en-US" dirty="0"/>
              <a:t>Click to edit Master title style</a:t>
            </a:r>
            <a:endParaRPr lang="en-CA" dirty="0"/>
          </a:p>
        </p:txBody>
      </p:sp>
      <p:sp>
        <p:nvSpPr>
          <p:cNvPr id="3" name="Content Placeholder 2">
            <a:extLst>
              <a:ext uri="{FF2B5EF4-FFF2-40B4-BE49-F238E27FC236}">
                <a16:creationId xmlns:a16="http://schemas.microsoft.com/office/drawing/2014/main" id="{F2521A84-A51B-FB50-9FE9-82902A23163B}"/>
              </a:ext>
            </a:extLst>
          </p:cNvPr>
          <p:cNvSpPr>
            <a:spLocks noGrp="1"/>
          </p:cNvSpPr>
          <p:nvPr>
            <p:ph sz="half" idx="1"/>
          </p:nvPr>
        </p:nvSpPr>
        <p:spPr>
          <a:xfrm>
            <a:off x="404751" y="1325562"/>
            <a:ext cx="5615049" cy="5030787"/>
          </a:xfrm>
        </p:spPr>
        <p:txBody>
          <a:bodyPr/>
          <a:lstStyle>
            <a:lvl1pPr>
              <a:spcAft>
                <a:spcPts val="300"/>
              </a:spcAft>
              <a:defRPr>
                <a:latin typeface="Nunito" pitchFamily="2" charset="0"/>
              </a:defRPr>
            </a:lvl1pPr>
            <a:lvl2pPr>
              <a:spcAft>
                <a:spcPts val="300"/>
              </a:spcAft>
              <a:defRPr>
                <a:latin typeface="Nunito" pitchFamily="2" charset="0"/>
              </a:defRPr>
            </a:lvl2pPr>
            <a:lvl3pPr>
              <a:spcAft>
                <a:spcPts val="300"/>
              </a:spcAft>
              <a:defRPr>
                <a:latin typeface="Nunito" pitchFamily="2" charset="0"/>
              </a:defRPr>
            </a:lvl3pPr>
            <a:lvl4pPr>
              <a:spcAft>
                <a:spcPts val="300"/>
              </a:spcAft>
              <a:defRPr>
                <a:latin typeface="Nunito" pitchFamily="2" charset="0"/>
              </a:defRPr>
            </a:lvl4pPr>
            <a:lvl5pPr>
              <a:spcAft>
                <a:spcPts val="300"/>
              </a:spcAft>
              <a:defRPr>
                <a:latin typeface="Nunito"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Content Placeholder 3">
            <a:extLst>
              <a:ext uri="{FF2B5EF4-FFF2-40B4-BE49-F238E27FC236}">
                <a16:creationId xmlns:a16="http://schemas.microsoft.com/office/drawing/2014/main" id="{0A5A5771-7497-4EA1-71BA-D8EF276E3E25}"/>
              </a:ext>
            </a:extLst>
          </p:cNvPr>
          <p:cNvSpPr>
            <a:spLocks noGrp="1"/>
          </p:cNvSpPr>
          <p:nvPr>
            <p:ph sz="half" idx="2"/>
          </p:nvPr>
        </p:nvSpPr>
        <p:spPr>
          <a:xfrm>
            <a:off x="6172200" y="1325563"/>
            <a:ext cx="5615048" cy="5030786"/>
          </a:xfrm>
        </p:spPr>
        <p:txBody>
          <a:bodyPr/>
          <a:lstStyle>
            <a:lvl1pPr>
              <a:spcAft>
                <a:spcPts val="300"/>
              </a:spcAft>
              <a:defRPr>
                <a:latin typeface="Nunito" pitchFamily="2" charset="0"/>
              </a:defRPr>
            </a:lvl1pPr>
            <a:lvl2pPr>
              <a:spcAft>
                <a:spcPts val="300"/>
              </a:spcAft>
              <a:defRPr>
                <a:latin typeface="Nunito" pitchFamily="2" charset="0"/>
              </a:defRPr>
            </a:lvl2pPr>
            <a:lvl3pPr>
              <a:spcAft>
                <a:spcPts val="300"/>
              </a:spcAft>
              <a:defRPr>
                <a:latin typeface="Nunito" pitchFamily="2" charset="0"/>
              </a:defRPr>
            </a:lvl3pPr>
            <a:lvl4pPr>
              <a:spcAft>
                <a:spcPts val="300"/>
              </a:spcAft>
              <a:defRPr>
                <a:latin typeface="Nunito" pitchFamily="2" charset="0"/>
              </a:defRPr>
            </a:lvl4pPr>
            <a:lvl5pPr>
              <a:spcAft>
                <a:spcPts val="300"/>
              </a:spcAft>
              <a:defRPr>
                <a:latin typeface="Nunito"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5" name="Date Placeholder 4">
            <a:extLst>
              <a:ext uri="{FF2B5EF4-FFF2-40B4-BE49-F238E27FC236}">
                <a16:creationId xmlns:a16="http://schemas.microsoft.com/office/drawing/2014/main" id="{345996EB-B53E-50CA-0C2E-79F93FF54B2E}"/>
              </a:ext>
            </a:extLst>
          </p:cNvPr>
          <p:cNvSpPr>
            <a:spLocks noGrp="1"/>
          </p:cNvSpPr>
          <p:nvPr>
            <p:ph type="dt" sz="half" idx="10"/>
          </p:nvPr>
        </p:nvSpPr>
        <p:spPr>
          <a:xfrm>
            <a:off x="404751" y="6356350"/>
            <a:ext cx="2743200" cy="365125"/>
          </a:xfrm>
        </p:spPr>
        <p:txBody>
          <a:bodyPr/>
          <a:lstStyle>
            <a:lvl1pPr>
              <a:defRPr>
                <a:latin typeface="Nunito" pitchFamily="2" charset="0"/>
              </a:defRPr>
            </a:lvl1pPr>
          </a:lstStyle>
          <a:p>
            <a:fld id="{7A9C5AE8-81DF-43BD-B0FE-D622180FEED6}" type="datetime1">
              <a:rPr lang="en-CA" smtClean="0"/>
              <a:t>2026-01-13</a:t>
            </a:fld>
            <a:endParaRPr lang="en-CA"/>
          </a:p>
        </p:txBody>
      </p:sp>
      <p:sp>
        <p:nvSpPr>
          <p:cNvPr id="6" name="Footer Placeholder 5">
            <a:extLst>
              <a:ext uri="{FF2B5EF4-FFF2-40B4-BE49-F238E27FC236}">
                <a16:creationId xmlns:a16="http://schemas.microsoft.com/office/drawing/2014/main" id="{20FBA3BA-3C8C-8414-D264-DFE2469B9CFB}"/>
              </a:ext>
            </a:extLst>
          </p:cNvPr>
          <p:cNvSpPr>
            <a:spLocks noGrp="1"/>
          </p:cNvSpPr>
          <p:nvPr>
            <p:ph type="ftr" sz="quarter" idx="11"/>
          </p:nvPr>
        </p:nvSpPr>
        <p:spPr/>
        <p:txBody>
          <a:bodyPr/>
          <a:lstStyle>
            <a:lvl1pPr>
              <a:defRPr>
                <a:latin typeface="Nunito" pitchFamily="2" charset="0"/>
              </a:defRPr>
            </a:lvl1pPr>
          </a:lstStyle>
          <a:p>
            <a:endParaRPr lang="en-CA"/>
          </a:p>
        </p:txBody>
      </p:sp>
      <p:sp>
        <p:nvSpPr>
          <p:cNvPr id="7" name="Slide Number Placeholder 6">
            <a:extLst>
              <a:ext uri="{FF2B5EF4-FFF2-40B4-BE49-F238E27FC236}">
                <a16:creationId xmlns:a16="http://schemas.microsoft.com/office/drawing/2014/main" id="{DB2EFE18-BED3-97F6-752B-D8CA6FB20479}"/>
              </a:ext>
            </a:extLst>
          </p:cNvPr>
          <p:cNvSpPr>
            <a:spLocks noGrp="1"/>
          </p:cNvSpPr>
          <p:nvPr>
            <p:ph type="sldNum" sz="quarter" idx="12"/>
          </p:nvPr>
        </p:nvSpPr>
        <p:spPr>
          <a:xfrm>
            <a:off x="9044048" y="6356349"/>
            <a:ext cx="2743200" cy="365125"/>
          </a:xfrm>
        </p:spPr>
        <p:txBody>
          <a:bodyPr/>
          <a:lstStyle>
            <a:lvl1pPr>
              <a:defRPr>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248990555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4D164D-A971-FFAC-2B99-B33123B4B9E7}"/>
              </a:ext>
            </a:extLst>
          </p:cNvPr>
          <p:cNvSpPr>
            <a:spLocks noGrp="1"/>
          </p:cNvSpPr>
          <p:nvPr>
            <p:ph type="title"/>
          </p:nvPr>
        </p:nvSpPr>
        <p:spPr>
          <a:xfrm>
            <a:off x="404751" y="365125"/>
            <a:ext cx="11382498"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4BBC787C-DEE0-2018-EEBF-D0C6CE2174B1}"/>
              </a:ext>
            </a:extLst>
          </p:cNvPr>
          <p:cNvSpPr>
            <a:spLocks noGrp="1"/>
          </p:cNvSpPr>
          <p:nvPr>
            <p:ph type="body" idx="1"/>
          </p:nvPr>
        </p:nvSpPr>
        <p:spPr>
          <a:xfrm>
            <a:off x="404751" y="1825625"/>
            <a:ext cx="11382498"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4" name="Date Placeholder 3">
            <a:extLst>
              <a:ext uri="{FF2B5EF4-FFF2-40B4-BE49-F238E27FC236}">
                <a16:creationId xmlns:a16="http://schemas.microsoft.com/office/drawing/2014/main" id="{BC7BF790-F8A0-E94B-A547-FFA5EBD11B99}"/>
              </a:ext>
            </a:extLst>
          </p:cNvPr>
          <p:cNvSpPr>
            <a:spLocks noGrp="1"/>
          </p:cNvSpPr>
          <p:nvPr>
            <p:ph type="dt" sz="half" idx="2"/>
          </p:nvPr>
        </p:nvSpPr>
        <p:spPr>
          <a:xfrm>
            <a:off x="404751"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Nunito" pitchFamily="2" charset="0"/>
              </a:defRPr>
            </a:lvl1pPr>
          </a:lstStyle>
          <a:p>
            <a:fld id="{6575A376-CF90-463F-B5BF-5AB20A7CAF2F}" type="datetime1">
              <a:rPr lang="en-CA" smtClean="0"/>
              <a:t>2026-01-13</a:t>
            </a:fld>
            <a:endParaRPr lang="en-CA"/>
          </a:p>
        </p:txBody>
      </p:sp>
      <p:sp>
        <p:nvSpPr>
          <p:cNvPr id="5" name="Footer Placeholder 4">
            <a:extLst>
              <a:ext uri="{FF2B5EF4-FFF2-40B4-BE49-F238E27FC236}">
                <a16:creationId xmlns:a16="http://schemas.microsoft.com/office/drawing/2014/main" id="{7B9B0501-175E-8C38-D79A-42B4B1ACD3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Nunito" pitchFamily="2" charset="0"/>
              </a:defRPr>
            </a:lvl1pPr>
          </a:lstStyle>
          <a:p>
            <a:endParaRPr lang="en-CA"/>
          </a:p>
        </p:txBody>
      </p:sp>
      <p:sp>
        <p:nvSpPr>
          <p:cNvPr id="6" name="Slide Number Placeholder 5">
            <a:extLst>
              <a:ext uri="{FF2B5EF4-FFF2-40B4-BE49-F238E27FC236}">
                <a16:creationId xmlns:a16="http://schemas.microsoft.com/office/drawing/2014/main" id="{1C781883-179C-670B-795E-1399264CA2C2}"/>
              </a:ext>
            </a:extLst>
          </p:cNvPr>
          <p:cNvSpPr>
            <a:spLocks noGrp="1"/>
          </p:cNvSpPr>
          <p:nvPr>
            <p:ph type="sldNum" sz="quarter" idx="4"/>
          </p:nvPr>
        </p:nvSpPr>
        <p:spPr>
          <a:xfrm>
            <a:off x="9044049"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Nunito" pitchFamily="2" charset="0"/>
              </a:defRPr>
            </a:lvl1pPr>
          </a:lstStyle>
          <a:p>
            <a:fld id="{A36FF760-4833-4FC2-9C74-46CD274694B2}" type="slidenum">
              <a:rPr lang="en-CA" smtClean="0"/>
              <a:pPr/>
              <a:t>‹#›</a:t>
            </a:fld>
            <a:endParaRPr lang="en-CA"/>
          </a:p>
        </p:txBody>
      </p:sp>
    </p:spTree>
    <p:extLst>
      <p:ext uri="{BB962C8B-B14F-4D97-AF65-F5344CB8AC3E}">
        <p14:creationId xmlns:p14="http://schemas.microsoft.com/office/powerpoint/2010/main" val="1118528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p:titleStyle>
    <p:bodyStyle>
      <a:lvl1pPr marL="228600" indent="-228600" algn="l" defTabSz="914400" rtl="0" eaLnBrk="1" latinLnBrk="0" hangingPunct="1">
        <a:lnSpc>
          <a:spcPct val="100000"/>
        </a:lnSpc>
        <a:spcBef>
          <a:spcPts val="1000"/>
        </a:spcBef>
        <a:spcAft>
          <a:spcPts val="300"/>
        </a:spcAft>
        <a:buFont typeface="Arial" panose="020B0604020202020204" pitchFamily="34" charset="0"/>
        <a:buChar char="•"/>
        <a:defRPr sz="2400" kern="1200">
          <a:solidFill>
            <a:schemeClr val="tx1"/>
          </a:solidFill>
          <a:latin typeface="Nunito" pitchFamily="2" charset="0"/>
          <a:ea typeface="+mn-ea"/>
          <a:cs typeface="+mn-cs"/>
        </a:defRPr>
      </a:lvl1pPr>
      <a:lvl2pPr marL="685800" indent="-228600" algn="l" defTabSz="914400" rtl="0" eaLnBrk="1" latinLnBrk="0" hangingPunct="1">
        <a:lnSpc>
          <a:spcPct val="100000"/>
        </a:lnSpc>
        <a:spcBef>
          <a:spcPts val="500"/>
        </a:spcBef>
        <a:spcAft>
          <a:spcPts val="300"/>
        </a:spcAft>
        <a:buFont typeface="Arial" panose="020B0604020202020204" pitchFamily="34" charset="0"/>
        <a:buChar char="•"/>
        <a:defRPr sz="2000" kern="1200">
          <a:solidFill>
            <a:schemeClr val="tx1"/>
          </a:solidFill>
          <a:latin typeface="Nunito" pitchFamily="2" charset="0"/>
          <a:ea typeface="+mn-ea"/>
          <a:cs typeface="+mn-cs"/>
        </a:defRPr>
      </a:lvl2pPr>
      <a:lvl3pPr marL="1143000" indent="-228600" algn="l" defTabSz="914400" rtl="0" eaLnBrk="1" latinLnBrk="0" hangingPunct="1">
        <a:lnSpc>
          <a:spcPct val="100000"/>
        </a:lnSpc>
        <a:spcBef>
          <a:spcPts val="500"/>
        </a:spcBef>
        <a:spcAft>
          <a:spcPts val="300"/>
        </a:spcAft>
        <a:buFont typeface="Arial" panose="020B0604020202020204" pitchFamily="34" charset="0"/>
        <a:buChar char="•"/>
        <a:defRPr sz="1800" kern="1200">
          <a:solidFill>
            <a:schemeClr val="tx1"/>
          </a:solidFill>
          <a:latin typeface="Nunito" pitchFamily="2" charset="0"/>
          <a:ea typeface="+mn-ea"/>
          <a:cs typeface="+mn-cs"/>
        </a:defRPr>
      </a:lvl3pPr>
      <a:lvl4pPr marL="16002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4pPr>
      <a:lvl5pPr marL="2057400" indent="-228600" algn="l" defTabSz="914400" rtl="0" eaLnBrk="1" latinLnBrk="0" hangingPunct="1">
        <a:lnSpc>
          <a:spcPct val="100000"/>
        </a:lnSpc>
        <a:spcBef>
          <a:spcPts val="500"/>
        </a:spcBef>
        <a:spcAft>
          <a:spcPts val="300"/>
        </a:spcAft>
        <a:buFont typeface="Arial" panose="020B0604020202020204" pitchFamily="34" charset="0"/>
        <a:buChar char="•"/>
        <a:defRPr sz="1600" kern="1200">
          <a:solidFill>
            <a:schemeClr val="tx1"/>
          </a:solidFill>
          <a:latin typeface="Nunito"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fhs@uwaterloo.ca"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1.emf"/><Relationship Id="rId4" Type="http://schemas.openxmlformats.org/officeDocument/2006/relationships/image" Target="../media/image40.emf"/></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DA47CF05-BE52-90FA-5147-DA56FCE560BA}"/>
              </a:ext>
            </a:extLst>
          </p:cNvPr>
          <p:cNvSpPr>
            <a:spLocks noGrp="1"/>
          </p:cNvSpPr>
          <p:nvPr>
            <p:ph type="ctrTitle"/>
          </p:nvPr>
        </p:nvSpPr>
        <p:spPr>
          <a:xfrm>
            <a:off x="417615" y="852285"/>
            <a:ext cx="11356770" cy="2576715"/>
          </a:xfrm>
        </p:spPr>
        <p:txBody>
          <a:bodyPr>
            <a:noAutofit/>
          </a:bodyPr>
          <a:lstStyle/>
          <a:p>
            <a:pPr>
              <a:lnSpc>
                <a:spcPct val="120000"/>
              </a:lnSpc>
            </a:pPr>
            <a:r>
              <a:rPr lang="en-US" sz="3200" dirty="0">
                <a:latin typeface="Nunito" pitchFamily="2" charset="0"/>
              </a:rPr>
              <a:t>CS 489/698</a:t>
            </a:r>
            <a:r>
              <a:rPr lang="en-CA" sz="3200" dirty="0"/>
              <a:t>:</a:t>
            </a:r>
            <a:r>
              <a:rPr lang="zh-CN" altLang="en-US" sz="3200" dirty="0"/>
              <a:t> </a:t>
            </a:r>
            <a:r>
              <a:rPr lang="en-CA" altLang="zh-CN" sz="3200" dirty="0"/>
              <a:t>Introduction</a:t>
            </a:r>
            <a:r>
              <a:rPr lang="zh-CN" altLang="en-US" sz="3200" dirty="0"/>
              <a:t> </a:t>
            </a:r>
            <a:r>
              <a:rPr lang="en-CA" altLang="zh-CN" sz="3200" dirty="0"/>
              <a:t>to</a:t>
            </a:r>
            <a:r>
              <a:rPr lang="zh-CN" altLang="en-US" sz="3200" dirty="0"/>
              <a:t> </a:t>
            </a:r>
            <a:r>
              <a:rPr lang="en-CA" altLang="zh-CN" sz="3200" dirty="0"/>
              <a:t>Natural</a:t>
            </a:r>
            <a:r>
              <a:rPr lang="zh-CN" altLang="en-US" sz="3200" dirty="0"/>
              <a:t> </a:t>
            </a:r>
            <a:r>
              <a:rPr lang="en-CA" altLang="zh-CN" sz="3200" dirty="0"/>
              <a:t>Language</a:t>
            </a:r>
            <a:r>
              <a:rPr lang="zh-CN" altLang="en-US" sz="3200" dirty="0"/>
              <a:t> </a:t>
            </a:r>
            <a:r>
              <a:rPr lang="en-CA" altLang="zh-CN" sz="3200" dirty="0"/>
              <a:t>Processing</a:t>
            </a:r>
            <a:br>
              <a:rPr lang="en-CA" altLang="zh-CN" sz="3200" dirty="0"/>
            </a:br>
            <a:br>
              <a:rPr lang="en-CA" altLang="zh-CN" sz="3200" dirty="0"/>
            </a:br>
            <a:r>
              <a:rPr lang="en-CA" altLang="zh-CN" sz="3200" dirty="0"/>
              <a:t>Lecture </a:t>
            </a:r>
            <a:r>
              <a:rPr lang="en-US" altLang="zh-CN" sz="3200" dirty="0"/>
              <a:t>4: Classification</a:t>
            </a:r>
            <a:endParaRPr kumimoji="1" lang="zh-CN" altLang="en-US" sz="3200" dirty="0">
              <a:solidFill>
                <a:srgbClr val="5F86A3"/>
              </a:solidFill>
              <a:latin typeface="Nunito" pitchFamily="2" charset="0"/>
            </a:endParaRPr>
          </a:p>
        </p:txBody>
      </p:sp>
      <p:sp>
        <p:nvSpPr>
          <p:cNvPr id="9" name="Content Placeholder 2">
            <a:extLst>
              <a:ext uri="{FF2B5EF4-FFF2-40B4-BE49-F238E27FC236}">
                <a16:creationId xmlns:a16="http://schemas.microsoft.com/office/drawing/2014/main" id="{28B5EE4A-907F-5295-FED3-0CC20CF8B67E}"/>
              </a:ext>
            </a:extLst>
          </p:cNvPr>
          <p:cNvSpPr txBox="1">
            <a:spLocks/>
          </p:cNvSpPr>
          <p:nvPr/>
        </p:nvSpPr>
        <p:spPr>
          <a:xfrm>
            <a:off x="417615" y="4014439"/>
            <a:ext cx="11356770" cy="230458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271463">
              <a:lnSpc>
                <a:spcPct val="110000"/>
              </a:lnSpc>
            </a:pPr>
            <a:r>
              <a:rPr lang="en-US" altLang="zh-CN" dirty="0">
                <a:latin typeface="Nunito" pitchFamily="2" charset="0"/>
              </a:rPr>
              <a:t>Instructor: </a:t>
            </a:r>
            <a:r>
              <a:rPr lang="en-CA" dirty="0">
                <a:latin typeface="Nunito" pitchFamily="2" charset="0"/>
              </a:rPr>
              <a:t>Freda Shi</a:t>
            </a:r>
          </a:p>
          <a:p>
            <a:pPr defTabSz="271463">
              <a:lnSpc>
                <a:spcPct val="110000"/>
              </a:lnSpc>
            </a:pPr>
            <a:r>
              <a:rPr lang="en-CA" sz="2000" i="1" dirty="0">
                <a:latin typeface="Nunito" pitchFamily="2" charset="0"/>
                <a:hlinkClick r:id="rId3"/>
              </a:rPr>
              <a:t>fhs@uwaterloo.ca</a:t>
            </a:r>
            <a:endParaRPr lang="en-CA" sz="2000" i="1" dirty="0">
              <a:latin typeface="Nunito" pitchFamily="2" charset="0"/>
            </a:endParaRPr>
          </a:p>
          <a:p>
            <a:pPr defTabSz="271463">
              <a:lnSpc>
                <a:spcPct val="110000"/>
              </a:lnSpc>
            </a:pPr>
            <a:r>
              <a:rPr lang="en-CA" sz="2000" i="1">
                <a:latin typeface="Nunito" pitchFamily="2" charset="0"/>
              </a:rPr>
              <a:t>January 14</a:t>
            </a:r>
            <a:r>
              <a:rPr lang="en-CA" sz="2000" i="1" baseline="30000">
                <a:latin typeface="Nunito" pitchFamily="2" charset="0"/>
              </a:rPr>
              <a:t>th</a:t>
            </a:r>
            <a:r>
              <a:rPr lang="en-CA" sz="2000" i="1" dirty="0">
                <a:latin typeface="Nunito" pitchFamily="2" charset="0"/>
              </a:rPr>
              <a:t>, 2026</a:t>
            </a:r>
          </a:p>
        </p:txBody>
      </p:sp>
      <p:pic>
        <p:nvPicPr>
          <p:cNvPr id="6" name="Picture 5">
            <a:extLst>
              <a:ext uri="{FF2B5EF4-FFF2-40B4-BE49-F238E27FC236}">
                <a16:creationId xmlns:a16="http://schemas.microsoft.com/office/drawing/2014/main" id="{B9D75A6F-5017-1386-DB7C-FF6230794E65}"/>
              </a:ext>
            </a:extLst>
          </p:cNvPr>
          <p:cNvPicPr>
            <a:picLocks noChangeAspect="1"/>
          </p:cNvPicPr>
          <p:nvPr/>
        </p:nvPicPr>
        <p:blipFill>
          <a:blip r:embed="rId4"/>
          <a:srcRect t="7759" b="5871"/>
          <a:stretch>
            <a:fillRect/>
          </a:stretch>
        </p:blipFill>
        <p:spPr>
          <a:xfrm>
            <a:off x="9053559" y="6128089"/>
            <a:ext cx="3019497" cy="670757"/>
          </a:xfrm>
          <a:prstGeom prst="rect">
            <a:avLst/>
          </a:prstGeom>
        </p:spPr>
      </p:pic>
    </p:spTree>
    <p:extLst>
      <p:ext uri="{BB962C8B-B14F-4D97-AF65-F5344CB8AC3E}">
        <p14:creationId xmlns:p14="http://schemas.microsoft.com/office/powerpoint/2010/main" val="228913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81EA2-5EFB-3751-EBD2-228BC9A47348}"/>
              </a:ext>
            </a:extLst>
          </p:cNvPr>
          <p:cNvSpPr>
            <a:spLocks noGrp="1"/>
          </p:cNvSpPr>
          <p:nvPr>
            <p:ph type="title"/>
          </p:nvPr>
        </p:nvSpPr>
        <p:spPr/>
        <p:txBody>
          <a:bodyPr/>
          <a:lstStyle/>
          <a:p>
            <a:r>
              <a:rPr lang="en-CA" dirty="0"/>
              <a:t>Classification</a:t>
            </a:r>
          </a:p>
        </p:txBody>
      </p:sp>
      <p:sp>
        <p:nvSpPr>
          <p:cNvPr id="4" name="Slide Number Placeholder 3">
            <a:extLst>
              <a:ext uri="{FF2B5EF4-FFF2-40B4-BE49-F238E27FC236}">
                <a16:creationId xmlns:a16="http://schemas.microsoft.com/office/drawing/2014/main" id="{F684E1F5-34F6-FCA4-E9B4-721CD2AB0BB9}"/>
              </a:ext>
            </a:extLst>
          </p:cNvPr>
          <p:cNvSpPr>
            <a:spLocks noGrp="1"/>
          </p:cNvSpPr>
          <p:nvPr>
            <p:ph type="sldNum" sz="quarter" idx="12"/>
          </p:nvPr>
        </p:nvSpPr>
        <p:spPr/>
        <p:txBody>
          <a:bodyPr/>
          <a:lstStyle/>
          <a:p>
            <a:fld id="{A36FF760-4833-4FC2-9C74-46CD274694B2}" type="slidenum">
              <a:rPr lang="en-CA" smtClean="0"/>
              <a:pPr/>
              <a:t>2</a:t>
            </a:fld>
            <a:endParaRPr lang="en-CA"/>
          </a:p>
        </p:txBody>
      </p:sp>
      <p:sp>
        <p:nvSpPr>
          <p:cNvPr id="18" name="Content Placeholder 17">
            <a:extLst>
              <a:ext uri="{FF2B5EF4-FFF2-40B4-BE49-F238E27FC236}">
                <a16:creationId xmlns:a16="http://schemas.microsoft.com/office/drawing/2014/main" id="{75BD4E0C-71AC-7D2C-F7F4-8DD8C2BB5470}"/>
              </a:ext>
            </a:extLst>
          </p:cNvPr>
          <p:cNvSpPr>
            <a:spLocks noGrp="1"/>
          </p:cNvSpPr>
          <p:nvPr>
            <p:ph idx="1"/>
          </p:nvPr>
        </p:nvSpPr>
        <p:spPr/>
        <p:txBody>
          <a:bodyPr/>
          <a:lstStyle/>
          <a:p>
            <a:pPr marL="0" indent="0">
              <a:buNone/>
            </a:pPr>
            <a:r>
              <a:rPr lang="en-CA" dirty="0"/>
              <a:t>Simplest user facing NLP application</a:t>
            </a:r>
          </a:p>
        </p:txBody>
      </p:sp>
      <p:sp>
        <p:nvSpPr>
          <p:cNvPr id="7" name="TextBox 6">
            <a:extLst>
              <a:ext uri="{FF2B5EF4-FFF2-40B4-BE49-F238E27FC236}">
                <a16:creationId xmlns:a16="http://schemas.microsoft.com/office/drawing/2014/main" id="{70476E52-482C-6335-CA45-A26779472888}"/>
              </a:ext>
            </a:extLst>
          </p:cNvPr>
          <p:cNvSpPr txBox="1"/>
          <p:nvPr/>
        </p:nvSpPr>
        <p:spPr>
          <a:xfrm>
            <a:off x="2326166" y="2275195"/>
            <a:ext cx="1824296" cy="461665"/>
          </a:xfrm>
          <a:prstGeom prst="rect">
            <a:avLst/>
          </a:prstGeom>
          <a:ln cap="sq">
            <a:beve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2400" dirty="0">
                <a:latin typeface="Nunito" pitchFamily="2" charset="0"/>
              </a:rPr>
              <a:t>Text</a:t>
            </a:r>
            <a:endParaRPr lang="en-CA" sz="2400" dirty="0">
              <a:latin typeface="Nunito" pitchFamily="2" charset="0"/>
            </a:endParaRPr>
          </a:p>
        </p:txBody>
      </p:sp>
      <p:cxnSp>
        <p:nvCxnSpPr>
          <p:cNvPr id="8" name="Straight Arrow Connector 7">
            <a:extLst>
              <a:ext uri="{FF2B5EF4-FFF2-40B4-BE49-F238E27FC236}">
                <a16:creationId xmlns:a16="http://schemas.microsoft.com/office/drawing/2014/main" id="{DEA4366C-E589-1DF5-6788-C956D2BCD14A}"/>
              </a:ext>
            </a:extLst>
          </p:cNvPr>
          <p:cNvCxnSpPr>
            <a:cxnSpLocks/>
            <a:stCxn id="7" idx="3"/>
            <a:endCxn id="9" idx="1"/>
          </p:cNvCxnSpPr>
          <p:nvPr/>
        </p:nvCxnSpPr>
        <p:spPr>
          <a:xfrm flipV="1">
            <a:off x="4150462" y="2504842"/>
            <a:ext cx="1040147" cy="118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AEED6CA-B2CC-16E3-1B74-CF35212A33D5}"/>
              </a:ext>
            </a:extLst>
          </p:cNvPr>
          <p:cNvSpPr txBox="1"/>
          <p:nvPr/>
        </p:nvSpPr>
        <p:spPr>
          <a:xfrm>
            <a:off x="5190609" y="2274009"/>
            <a:ext cx="1824296" cy="461665"/>
          </a:xfrm>
          <a:prstGeom prst="rect">
            <a:avLst/>
          </a:prstGeom>
          <a:ln cap="sq">
            <a:beve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2400" b="1" dirty="0">
                <a:latin typeface="Nunito" pitchFamily="2" charset="0"/>
              </a:rPr>
              <a:t>Model</a:t>
            </a:r>
            <a:endParaRPr lang="en-CA" sz="2400" b="1" dirty="0">
              <a:latin typeface="Nunito" pitchFamily="2" charset="0"/>
            </a:endParaRPr>
          </a:p>
        </p:txBody>
      </p:sp>
      <p:cxnSp>
        <p:nvCxnSpPr>
          <p:cNvPr id="10" name="Straight Arrow Connector 9">
            <a:extLst>
              <a:ext uri="{FF2B5EF4-FFF2-40B4-BE49-F238E27FC236}">
                <a16:creationId xmlns:a16="http://schemas.microsoft.com/office/drawing/2014/main" id="{3649BAF3-6B5F-59CF-F138-6AD892DDE352}"/>
              </a:ext>
            </a:extLst>
          </p:cNvPr>
          <p:cNvCxnSpPr>
            <a:cxnSpLocks/>
            <a:stCxn id="9" idx="3"/>
            <a:endCxn id="11" idx="1"/>
          </p:cNvCxnSpPr>
          <p:nvPr/>
        </p:nvCxnSpPr>
        <p:spPr>
          <a:xfrm>
            <a:off x="7014905" y="2504842"/>
            <a:ext cx="1040148" cy="1186"/>
          </a:xfrm>
          <a:prstGeom prst="straightConnector1">
            <a:avLst/>
          </a:prstGeom>
          <a:ln w="222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36747FA-E1E5-DE71-D0E7-250435194C78}"/>
              </a:ext>
            </a:extLst>
          </p:cNvPr>
          <p:cNvSpPr txBox="1"/>
          <p:nvPr/>
        </p:nvSpPr>
        <p:spPr>
          <a:xfrm>
            <a:off x="8055053" y="2275195"/>
            <a:ext cx="1824296" cy="461665"/>
          </a:xfrm>
          <a:prstGeom prst="rect">
            <a:avLst/>
          </a:prstGeom>
          <a:ln cap="sq">
            <a:beve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altLang="zh-CN" sz="2400" dirty="0">
                <a:latin typeface="Nunito" pitchFamily="2" charset="0"/>
              </a:rPr>
              <a:t>category</a:t>
            </a:r>
            <a:endParaRPr lang="en-CA" sz="2400" dirty="0">
              <a:latin typeface="Nunito" pitchFamily="2" charset="0"/>
            </a:endParaRPr>
          </a:p>
        </p:txBody>
      </p:sp>
      <p:pic>
        <p:nvPicPr>
          <p:cNvPr id="12" name="Picture 2" descr="How to conduct social media sentiment analysis">
            <a:extLst>
              <a:ext uri="{FF2B5EF4-FFF2-40B4-BE49-F238E27FC236}">
                <a16:creationId xmlns:a16="http://schemas.microsoft.com/office/drawing/2014/main" id="{687779D6-C495-4288-057F-3E47E888D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531309"/>
            <a:ext cx="5400000" cy="211711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Organise Gmail with these labels and categories features">
            <a:extLst>
              <a:ext uri="{FF2B5EF4-FFF2-40B4-BE49-F238E27FC236}">
                <a16:creationId xmlns:a16="http://schemas.microsoft.com/office/drawing/2014/main" id="{85BE0C19-EEFB-2177-A38D-2FE7BC8C1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6000" y="3429000"/>
            <a:ext cx="4949420" cy="2321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7964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838D4-5E27-7CCD-1338-CB59AA83CE54}"/>
              </a:ext>
            </a:extLst>
          </p:cNvPr>
          <p:cNvSpPr>
            <a:spLocks noGrp="1"/>
          </p:cNvSpPr>
          <p:nvPr>
            <p:ph type="title"/>
          </p:nvPr>
        </p:nvSpPr>
        <p:spPr/>
        <p:txBody>
          <a:bodyPr/>
          <a:lstStyle/>
          <a:p>
            <a:r>
              <a:rPr lang="en-CA" dirty="0"/>
              <a:t>Outline of Today’s Lecture</a:t>
            </a:r>
          </a:p>
        </p:txBody>
      </p:sp>
      <p:sp>
        <p:nvSpPr>
          <p:cNvPr id="3" name="Content Placeholder 2">
            <a:extLst>
              <a:ext uri="{FF2B5EF4-FFF2-40B4-BE49-F238E27FC236}">
                <a16:creationId xmlns:a16="http://schemas.microsoft.com/office/drawing/2014/main" id="{A17BFF6F-389B-01BF-8533-712EFD660348}"/>
              </a:ext>
            </a:extLst>
          </p:cNvPr>
          <p:cNvSpPr>
            <a:spLocks noGrp="1"/>
          </p:cNvSpPr>
          <p:nvPr>
            <p:ph idx="1"/>
          </p:nvPr>
        </p:nvSpPr>
        <p:spPr/>
        <p:txBody>
          <a:bodyPr/>
          <a:lstStyle/>
          <a:p>
            <a:pPr marL="0" indent="0">
              <a:buNone/>
            </a:pPr>
            <a:r>
              <a:rPr lang="en-CA" dirty="0"/>
              <a:t>Modeling approaches for classification</a:t>
            </a:r>
          </a:p>
          <a:p>
            <a:r>
              <a:rPr lang="en-CA" dirty="0"/>
              <a:t>Rule-based classification</a:t>
            </a:r>
          </a:p>
          <a:p>
            <a:r>
              <a:rPr lang="en-CA" dirty="0"/>
              <a:t>Naïve Bayes</a:t>
            </a:r>
          </a:p>
          <a:p>
            <a:r>
              <a:rPr lang="en-CA" dirty="0"/>
              <a:t>Logistic regression </a:t>
            </a:r>
          </a:p>
          <a:p>
            <a:r>
              <a:rPr lang="en-CA" dirty="0"/>
              <a:t>Neural networks</a:t>
            </a:r>
          </a:p>
        </p:txBody>
      </p:sp>
      <p:sp>
        <p:nvSpPr>
          <p:cNvPr id="4" name="Slide Number Placeholder 3">
            <a:extLst>
              <a:ext uri="{FF2B5EF4-FFF2-40B4-BE49-F238E27FC236}">
                <a16:creationId xmlns:a16="http://schemas.microsoft.com/office/drawing/2014/main" id="{2F65AB9B-65FE-4733-2E76-802CC361FDD8}"/>
              </a:ext>
            </a:extLst>
          </p:cNvPr>
          <p:cNvSpPr>
            <a:spLocks noGrp="1"/>
          </p:cNvSpPr>
          <p:nvPr>
            <p:ph type="sldNum" sz="quarter" idx="12"/>
          </p:nvPr>
        </p:nvSpPr>
        <p:spPr/>
        <p:txBody>
          <a:bodyPr/>
          <a:lstStyle/>
          <a:p>
            <a:fld id="{A36FF760-4833-4FC2-9C74-46CD274694B2}" type="slidenum">
              <a:rPr lang="en-CA" smtClean="0"/>
              <a:pPr/>
              <a:t>3</a:t>
            </a:fld>
            <a:endParaRPr lang="en-CA"/>
          </a:p>
        </p:txBody>
      </p:sp>
    </p:spTree>
    <p:extLst>
      <p:ext uri="{BB962C8B-B14F-4D97-AF65-F5344CB8AC3E}">
        <p14:creationId xmlns:p14="http://schemas.microsoft.com/office/powerpoint/2010/main" val="2173740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16BA-2D0C-E034-FC8F-490ADEBED973}"/>
              </a:ext>
            </a:extLst>
          </p:cNvPr>
          <p:cNvSpPr>
            <a:spLocks noGrp="1"/>
          </p:cNvSpPr>
          <p:nvPr>
            <p:ph type="title"/>
          </p:nvPr>
        </p:nvSpPr>
        <p:spPr/>
        <p:txBody>
          <a:bodyPr/>
          <a:lstStyle/>
          <a:p>
            <a:r>
              <a:rPr lang="en-CA" dirty="0"/>
              <a:t>Rule-Based Classifier</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0C23BD-5FD9-41C5-98BC-17FCE7845B53}"/>
                  </a:ext>
                </a:extLst>
              </p:cNvPr>
              <p:cNvSpPr>
                <a:spLocks noGrp="1"/>
              </p:cNvSpPr>
              <p:nvPr>
                <p:ph idx="1"/>
              </p:nvPr>
            </p:nvSpPr>
            <p:spPr/>
            <p:txBody>
              <a:bodyPr/>
              <a:lstStyle/>
              <a:p>
                <a:pPr marL="0" indent="0">
                  <a:buNone/>
                </a:pPr>
                <a:r>
                  <a:rPr lang="en-CA" dirty="0"/>
                  <a:t>Sentiment classification of sentence </a:t>
                </a:r>
                <a14:m>
                  <m:oMath xmlns:m="http://schemas.openxmlformats.org/officeDocument/2006/math">
                    <m:r>
                      <a:rPr lang="en-US" i="1">
                        <a:latin typeface="Cambria Math" panose="02040503050406030204" pitchFamily="18" charset="0"/>
                      </a:rPr>
                      <m:t>𝑠</m:t>
                    </m:r>
                  </m:oMath>
                </a14:m>
                <a:r>
                  <a:rPr lang="en-CA" dirty="0"/>
                  <a:t> (classes: positive, negative)</a:t>
                </a:r>
              </a:p>
              <a:p>
                <a:r>
                  <a:rPr lang="en-US" dirty="0"/>
                  <a:t>If </a:t>
                </a:r>
                <a14:m>
                  <m:oMath xmlns:m="http://schemas.openxmlformats.org/officeDocument/2006/math">
                    <m:r>
                      <a:rPr lang="en-US" i="1">
                        <a:latin typeface="Cambria Math" panose="02040503050406030204" pitchFamily="18" charset="0"/>
                      </a:rPr>
                      <m:t>𝑠</m:t>
                    </m:r>
                  </m:oMath>
                </a14:m>
                <a:r>
                  <a:rPr lang="en-US" dirty="0"/>
                  <a:t> contains words in [</a:t>
                </a:r>
                <a:r>
                  <a:rPr lang="en-US" i="1" dirty="0"/>
                  <a:t>good, excellent, extraordinary, …</a:t>
                </a:r>
                <a:r>
                  <a:rPr lang="en-US" dirty="0"/>
                  <a:t>] return positive</a:t>
                </a:r>
              </a:p>
              <a:p>
                <a:r>
                  <a:rPr lang="en-US" dirty="0"/>
                  <a:t>If </a:t>
                </a:r>
                <a14:m>
                  <m:oMath xmlns:m="http://schemas.openxmlformats.org/officeDocument/2006/math">
                    <m:r>
                      <a:rPr lang="en-US" i="1">
                        <a:latin typeface="Cambria Math" panose="02040503050406030204" pitchFamily="18" charset="0"/>
                      </a:rPr>
                      <m:t>𝑠</m:t>
                    </m:r>
                  </m:oMath>
                </a14:m>
                <a:r>
                  <a:rPr lang="en-US" dirty="0"/>
                  <a:t> contains words in [</a:t>
                </a:r>
                <a:r>
                  <a:rPr lang="en-US" i="1" dirty="0"/>
                  <a:t>bad, terrible, awful, …</a:t>
                </a:r>
                <a:r>
                  <a:rPr lang="en-US" dirty="0"/>
                  <a:t>]  return negative </a:t>
                </a:r>
              </a:p>
              <a:p>
                <a:pPr marL="0" indent="0">
                  <a:buNone/>
                </a:pPr>
                <a:endParaRPr lang="en-US" dirty="0"/>
              </a:p>
              <a:p>
                <a:pPr marL="0" indent="0">
                  <a:buNone/>
                </a:pPr>
                <a:endParaRPr lang="en-US" dirty="0"/>
              </a:p>
              <a:p>
                <a:endParaRPr lang="en-CA" dirty="0"/>
              </a:p>
            </p:txBody>
          </p:sp>
        </mc:Choice>
        <mc:Fallback>
          <p:sp>
            <p:nvSpPr>
              <p:cNvPr id="3" name="Content Placeholder 2">
                <a:extLst>
                  <a:ext uri="{FF2B5EF4-FFF2-40B4-BE49-F238E27FC236}">
                    <a16:creationId xmlns:a16="http://schemas.microsoft.com/office/drawing/2014/main" id="{070C23BD-5FD9-41C5-98BC-17FCE7845B53}"/>
                  </a:ext>
                </a:extLst>
              </p:cNvPr>
              <p:cNvSpPr>
                <a:spLocks noGrp="1" noRot="1" noChangeAspect="1" noMove="1" noResize="1" noEditPoints="1" noAdjustHandles="1" noChangeArrowheads="1" noChangeShapeType="1" noTextEdit="1"/>
              </p:cNvSpPr>
              <p:nvPr>
                <p:ph idx="1"/>
              </p:nvPr>
            </p:nvSpPr>
            <p:spPr>
              <a:blipFill>
                <a:blip r:embed="rId2"/>
                <a:stretch>
                  <a:fillRect l="-803" t="-847"/>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5EA487CE-94A8-B963-4CAB-440CEC07F193}"/>
              </a:ext>
            </a:extLst>
          </p:cNvPr>
          <p:cNvSpPr>
            <a:spLocks noGrp="1"/>
          </p:cNvSpPr>
          <p:nvPr>
            <p:ph type="sldNum" sz="quarter" idx="12"/>
          </p:nvPr>
        </p:nvSpPr>
        <p:spPr/>
        <p:txBody>
          <a:bodyPr/>
          <a:lstStyle/>
          <a:p>
            <a:fld id="{A36FF760-4833-4FC2-9C74-46CD274694B2}" type="slidenum">
              <a:rPr lang="en-CA" smtClean="0"/>
              <a:pPr/>
              <a:t>4</a:t>
            </a:fld>
            <a:endParaRPr lang="en-CA"/>
          </a:p>
        </p:txBody>
      </p:sp>
      <p:grpSp>
        <p:nvGrpSpPr>
          <p:cNvPr id="5" name="Group 4">
            <a:extLst>
              <a:ext uri="{FF2B5EF4-FFF2-40B4-BE49-F238E27FC236}">
                <a16:creationId xmlns:a16="http://schemas.microsoft.com/office/drawing/2014/main" id="{3E36D6EE-A8C1-944A-86B7-10B4F36761F2}"/>
              </a:ext>
            </a:extLst>
          </p:cNvPr>
          <p:cNvGrpSpPr/>
          <p:nvPr/>
        </p:nvGrpSpPr>
        <p:grpSpPr>
          <a:xfrm>
            <a:off x="852489" y="3786174"/>
            <a:ext cx="8596312" cy="523220"/>
            <a:chOff x="842963" y="3786174"/>
            <a:chExt cx="8596312" cy="523220"/>
          </a:xfrm>
        </p:grpSpPr>
        <p:pic>
          <p:nvPicPr>
            <p:cNvPr id="6" name="Picture 5">
              <a:extLst>
                <a:ext uri="{FF2B5EF4-FFF2-40B4-BE49-F238E27FC236}">
                  <a16:creationId xmlns:a16="http://schemas.microsoft.com/office/drawing/2014/main" id="{E35EB191-C0C7-8643-3F32-FCA7078B9A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963" y="3789033"/>
              <a:ext cx="520361" cy="52036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A4D74C9-A37D-C6E6-B0E6-F79B69961650}"/>
                </a:ext>
              </a:extLst>
            </p:cNvPr>
            <p:cNvSpPr txBox="1"/>
            <p:nvPr/>
          </p:nvSpPr>
          <p:spPr>
            <a:xfrm>
              <a:off x="1363324" y="3786174"/>
              <a:ext cx="8075951" cy="461665"/>
            </a:xfrm>
            <a:prstGeom prst="rect">
              <a:avLst/>
            </a:prstGeom>
            <a:noFill/>
          </p:spPr>
          <p:txBody>
            <a:bodyPr wrap="square" rtlCol="0">
              <a:spAutoFit/>
            </a:bodyPr>
            <a:lstStyle/>
            <a:p>
              <a:r>
                <a:rPr lang="en-US" sz="2400" dirty="0">
                  <a:latin typeface="Nunito" pitchFamily="2" charset="0"/>
                </a:rPr>
                <a:t>Can be very accurate (with carefully refined rules)</a:t>
              </a:r>
              <a:endParaRPr lang="en-CA" sz="2400" dirty="0">
                <a:latin typeface="Nunito" pitchFamily="2" charset="0"/>
              </a:endParaRPr>
            </a:p>
          </p:txBody>
        </p:sp>
      </p:grpSp>
      <p:grpSp>
        <p:nvGrpSpPr>
          <p:cNvPr id="8" name="Group 7">
            <a:extLst>
              <a:ext uri="{FF2B5EF4-FFF2-40B4-BE49-F238E27FC236}">
                <a16:creationId xmlns:a16="http://schemas.microsoft.com/office/drawing/2014/main" id="{78F250A3-45E7-7FDD-405B-002CA898E575}"/>
              </a:ext>
            </a:extLst>
          </p:cNvPr>
          <p:cNvGrpSpPr/>
          <p:nvPr/>
        </p:nvGrpSpPr>
        <p:grpSpPr>
          <a:xfrm>
            <a:off x="851935" y="4501023"/>
            <a:ext cx="10373279" cy="523220"/>
            <a:chOff x="842409" y="4557699"/>
            <a:chExt cx="10373279" cy="523220"/>
          </a:xfrm>
        </p:grpSpPr>
        <p:pic>
          <p:nvPicPr>
            <p:cNvPr id="9" name="Picture 8">
              <a:extLst>
                <a:ext uri="{FF2B5EF4-FFF2-40B4-BE49-F238E27FC236}">
                  <a16:creationId xmlns:a16="http://schemas.microsoft.com/office/drawing/2014/main" id="{9DCDD7B8-7743-EBDE-3EC0-05F22BCD32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842409" y="4560558"/>
              <a:ext cx="502417" cy="5203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0EAEC3F-731D-451B-A9C1-ED9B68ACD484}"/>
                </a:ext>
              </a:extLst>
            </p:cNvPr>
            <p:cNvSpPr txBox="1"/>
            <p:nvPr/>
          </p:nvSpPr>
          <p:spPr>
            <a:xfrm>
              <a:off x="1353798" y="4557699"/>
              <a:ext cx="9861890" cy="461665"/>
            </a:xfrm>
            <a:prstGeom prst="rect">
              <a:avLst/>
            </a:prstGeom>
            <a:noFill/>
          </p:spPr>
          <p:txBody>
            <a:bodyPr wrap="square" rtlCol="0">
              <a:spAutoFit/>
            </a:bodyPr>
            <a:lstStyle/>
            <a:p>
              <a:r>
                <a:rPr lang="en-US" sz="2400" dirty="0">
                  <a:latin typeface="Nunito" pitchFamily="2" charset="0"/>
                </a:rPr>
                <a:t>Rules are difficult to define </a:t>
              </a:r>
              <a:endParaRPr lang="en-CA" sz="2400" dirty="0">
                <a:latin typeface="Nunito" pitchFamily="2" charset="0"/>
              </a:endParaRPr>
            </a:p>
          </p:txBody>
        </p:sp>
      </p:grpSp>
      <p:grpSp>
        <p:nvGrpSpPr>
          <p:cNvPr id="11" name="Group 10">
            <a:extLst>
              <a:ext uri="{FF2B5EF4-FFF2-40B4-BE49-F238E27FC236}">
                <a16:creationId xmlns:a16="http://schemas.microsoft.com/office/drawing/2014/main" id="{153B801B-90F4-170E-09C8-866647C3FA7E}"/>
              </a:ext>
            </a:extLst>
          </p:cNvPr>
          <p:cNvGrpSpPr/>
          <p:nvPr/>
        </p:nvGrpSpPr>
        <p:grpSpPr>
          <a:xfrm>
            <a:off x="842963" y="5215872"/>
            <a:ext cx="8587340" cy="523220"/>
            <a:chOff x="833437" y="5215872"/>
            <a:chExt cx="8587340" cy="523220"/>
          </a:xfrm>
        </p:grpSpPr>
        <p:pic>
          <p:nvPicPr>
            <p:cNvPr id="12" name="Picture 11">
              <a:extLst>
                <a:ext uri="{FF2B5EF4-FFF2-40B4-BE49-F238E27FC236}">
                  <a16:creationId xmlns:a16="http://schemas.microsoft.com/office/drawing/2014/main" id="{A858ED7A-4824-69CC-6A65-0E54607DDB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833437" y="5218731"/>
              <a:ext cx="502417" cy="52036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F2FC357-9EE9-C879-805E-BC508888F0F3}"/>
                </a:ext>
              </a:extLst>
            </p:cNvPr>
            <p:cNvSpPr txBox="1"/>
            <p:nvPr/>
          </p:nvSpPr>
          <p:spPr>
            <a:xfrm>
              <a:off x="1344826" y="5215872"/>
              <a:ext cx="8075951" cy="461665"/>
            </a:xfrm>
            <a:prstGeom prst="rect">
              <a:avLst/>
            </a:prstGeom>
            <a:noFill/>
          </p:spPr>
          <p:txBody>
            <a:bodyPr wrap="square" rtlCol="0">
              <a:spAutoFit/>
            </a:bodyPr>
            <a:lstStyle/>
            <a:p>
              <a:r>
                <a:rPr lang="en-US" sz="2400" dirty="0">
                  <a:latin typeface="Nunito" pitchFamily="2" charset="0"/>
                </a:rPr>
                <a:t>System can be very complicated</a:t>
              </a:r>
              <a:endParaRPr lang="en-CA" sz="2400" dirty="0">
                <a:latin typeface="Nunito" pitchFamily="2" charset="0"/>
              </a:endParaRPr>
            </a:p>
          </p:txBody>
        </p:sp>
      </p:grpSp>
      <p:pic>
        <p:nvPicPr>
          <p:cNvPr id="14" name="Picture 13">
            <a:extLst>
              <a:ext uri="{FF2B5EF4-FFF2-40B4-BE49-F238E27FC236}">
                <a16:creationId xmlns:a16="http://schemas.microsoft.com/office/drawing/2014/main" id="{12E14CF0-989B-A0BE-A787-154B7E14F73B}"/>
              </a:ext>
            </a:extLst>
          </p:cNvPr>
          <p:cNvPicPr>
            <a:picLocks noChangeAspect="1"/>
          </p:cNvPicPr>
          <p:nvPr/>
        </p:nvPicPr>
        <p:blipFill>
          <a:blip r:embed="rId5"/>
          <a:stretch>
            <a:fillRect/>
          </a:stretch>
        </p:blipFill>
        <p:spPr>
          <a:xfrm>
            <a:off x="7698505" y="4440787"/>
            <a:ext cx="3797495" cy="1720938"/>
          </a:xfrm>
          <a:prstGeom prst="rect">
            <a:avLst/>
          </a:prstGeom>
        </p:spPr>
      </p:pic>
      <p:grpSp>
        <p:nvGrpSpPr>
          <p:cNvPr id="15" name="Group 14">
            <a:extLst>
              <a:ext uri="{FF2B5EF4-FFF2-40B4-BE49-F238E27FC236}">
                <a16:creationId xmlns:a16="http://schemas.microsoft.com/office/drawing/2014/main" id="{B58CBAE6-2F18-72F8-AAEE-634AB97ADB97}"/>
              </a:ext>
            </a:extLst>
          </p:cNvPr>
          <p:cNvGrpSpPr/>
          <p:nvPr/>
        </p:nvGrpSpPr>
        <p:grpSpPr>
          <a:xfrm>
            <a:off x="833437" y="5930721"/>
            <a:ext cx="8587340" cy="523220"/>
            <a:chOff x="833437" y="5930721"/>
            <a:chExt cx="8587340" cy="523220"/>
          </a:xfrm>
        </p:grpSpPr>
        <p:pic>
          <p:nvPicPr>
            <p:cNvPr id="16" name="Picture 15">
              <a:extLst>
                <a:ext uri="{FF2B5EF4-FFF2-40B4-BE49-F238E27FC236}">
                  <a16:creationId xmlns:a16="http://schemas.microsoft.com/office/drawing/2014/main" id="{7E1F248B-C46F-6918-12C6-AA3A5817F2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833437" y="5933580"/>
              <a:ext cx="502417" cy="520361"/>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7623C3E9-AEE8-5460-FC11-C12125092C62}"/>
                </a:ext>
              </a:extLst>
            </p:cNvPr>
            <p:cNvSpPr txBox="1"/>
            <p:nvPr/>
          </p:nvSpPr>
          <p:spPr>
            <a:xfrm>
              <a:off x="1344826" y="5930721"/>
              <a:ext cx="8075951" cy="461665"/>
            </a:xfrm>
            <a:prstGeom prst="rect">
              <a:avLst/>
            </a:prstGeom>
            <a:noFill/>
          </p:spPr>
          <p:txBody>
            <a:bodyPr wrap="square" rtlCol="0">
              <a:spAutoFit/>
            </a:bodyPr>
            <a:lstStyle/>
            <a:p>
              <a:r>
                <a:rPr lang="en-US" sz="2400" dirty="0">
                  <a:latin typeface="Nunito" pitchFamily="2" charset="0"/>
                </a:rPr>
                <a:t>Hardly generalizable</a:t>
              </a:r>
              <a:endParaRPr lang="en-CA" sz="2400" dirty="0">
                <a:latin typeface="Nunito" pitchFamily="2" charset="0"/>
              </a:endParaRPr>
            </a:p>
          </p:txBody>
        </p:sp>
      </p:grpSp>
      <p:grpSp>
        <p:nvGrpSpPr>
          <p:cNvPr id="18" name="Group 17">
            <a:extLst>
              <a:ext uri="{FF2B5EF4-FFF2-40B4-BE49-F238E27FC236}">
                <a16:creationId xmlns:a16="http://schemas.microsoft.com/office/drawing/2014/main" id="{BE6AA2F5-9794-80C1-9FD1-FA7D68383366}"/>
              </a:ext>
            </a:extLst>
          </p:cNvPr>
          <p:cNvGrpSpPr/>
          <p:nvPr/>
        </p:nvGrpSpPr>
        <p:grpSpPr>
          <a:xfrm>
            <a:off x="833437" y="3078454"/>
            <a:ext cx="8596312" cy="523220"/>
            <a:chOff x="842963" y="3786174"/>
            <a:chExt cx="8596312" cy="523220"/>
          </a:xfrm>
        </p:grpSpPr>
        <p:pic>
          <p:nvPicPr>
            <p:cNvPr id="19" name="Picture 18">
              <a:extLst>
                <a:ext uri="{FF2B5EF4-FFF2-40B4-BE49-F238E27FC236}">
                  <a16:creationId xmlns:a16="http://schemas.microsoft.com/office/drawing/2014/main" id="{53213EC4-CA99-7318-36DB-8234EF6022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963" y="3789033"/>
              <a:ext cx="520361" cy="520361"/>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0E86BB26-C5FD-EA23-FC3A-DB53F783A889}"/>
                </a:ext>
              </a:extLst>
            </p:cNvPr>
            <p:cNvSpPr txBox="1"/>
            <p:nvPr/>
          </p:nvSpPr>
          <p:spPr>
            <a:xfrm>
              <a:off x="1363324" y="3786174"/>
              <a:ext cx="8075951" cy="461665"/>
            </a:xfrm>
            <a:prstGeom prst="rect">
              <a:avLst/>
            </a:prstGeom>
            <a:noFill/>
          </p:spPr>
          <p:txBody>
            <a:bodyPr wrap="square" rtlCol="0">
              <a:spAutoFit/>
            </a:bodyPr>
            <a:lstStyle/>
            <a:p>
              <a:r>
                <a:rPr lang="en-US" sz="2400" dirty="0">
                  <a:latin typeface="Nunito" pitchFamily="2" charset="0"/>
                </a:rPr>
                <a:t>Nice interpretability</a:t>
              </a:r>
              <a:endParaRPr lang="en-CA" sz="2400" dirty="0">
                <a:latin typeface="Nunito" pitchFamily="2" charset="0"/>
              </a:endParaRPr>
            </a:p>
          </p:txBody>
        </p:sp>
      </p:grpSp>
    </p:spTree>
    <p:extLst>
      <p:ext uri="{BB962C8B-B14F-4D97-AF65-F5344CB8AC3E}">
        <p14:creationId xmlns:p14="http://schemas.microsoft.com/office/powerpoint/2010/main" val="191915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CC858-8208-D145-3EB6-8AA9DEC1E6C5}"/>
              </a:ext>
            </a:extLst>
          </p:cNvPr>
          <p:cNvSpPr>
            <a:spLocks noGrp="1"/>
          </p:cNvSpPr>
          <p:nvPr>
            <p:ph type="title"/>
          </p:nvPr>
        </p:nvSpPr>
        <p:spPr/>
        <p:txBody>
          <a:bodyPr/>
          <a:lstStyle/>
          <a:p>
            <a:r>
              <a:rPr lang="en-CA" dirty="0"/>
              <a:t>Statistical Classifiers</a:t>
            </a:r>
          </a:p>
        </p:txBody>
      </p:sp>
      <p:sp>
        <p:nvSpPr>
          <p:cNvPr id="4" name="Slide Number Placeholder 3">
            <a:extLst>
              <a:ext uri="{FF2B5EF4-FFF2-40B4-BE49-F238E27FC236}">
                <a16:creationId xmlns:a16="http://schemas.microsoft.com/office/drawing/2014/main" id="{A82D9071-C13E-F24A-786E-16ADDB0CA920}"/>
              </a:ext>
            </a:extLst>
          </p:cNvPr>
          <p:cNvSpPr>
            <a:spLocks noGrp="1"/>
          </p:cNvSpPr>
          <p:nvPr>
            <p:ph type="sldNum" sz="quarter" idx="12"/>
          </p:nvPr>
        </p:nvSpPr>
        <p:spPr/>
        <p:txBody>
          <a:bodyPr/>
          <a:lstStyle/>
          <a:p>
            <a:fld id="{A36FF760-4833-4FC2-9C74-46CD274694B2}" type="slidenum">
              <a:rPr lang="en-CA" smtClean="0"/>
              <a:pPr/>
              <a:t>5</a:t>
            </a:fld>
            <a:endParaRPr lang="en-CA"/>
          </a:p>
        </p:txBody>
      </p:sp>
      <p:pic>
        <p:nvPicPr>
          <p:cNvPr id="6" name="Content Placeholder 7">
            <a:extLst>
              <a:ext uri="{FF2B5EF4-FFF2-40B4-BE49-F238E27FC236}">
                <a16:creationId xmlns:a16="http://schemas.microsoft.com/office/drawing/2014/main" id="{AFB14700-4247-738A-B73B-FC03EB2C7E47}"/>
              </a:ext>
            </a:extLst>
          </p:cNvPr>
          <p:cNvPicPr>
            <a:picLocks noChangeAspect="1"/>
          </p:cNvPicPr>
          <p:nvPr/>
        </p:nvPicPr>
        <p:blipFill rotWithShape="1">
          <a:blip r:embed="rId2"/>
          <a:srcRect r="331" b="58555"/>
          <a:stretch/>
        </p:blipFill>
        <p:spPr>
          <a:xfrm>
            <a:off x="2526439" y="1223460"/>
            <a:ext cx="7215321" cy="1803400"/>
          </a:xfrm>
          <a:prstGeom prst="rect">
            <a:avLst/>
          </a:prstGeom>
        </p:spPr>
      </p:pic>
      <p:sp>
        <p:nvSpPr>
          <p:cNvPr id="7" name="TextBox 6">
            <a:extLst>
              <a:ext uri="{FF2B5EF4-FFF2-40B4-BE49-F238E27FC236}">
                <a16:creationId xmlns:a16="http://schemas.microsoft.com/office/drawing/2014/main" id="{2C2B6CA9-E142-4F12-8FDB-07E8D520D102}"/>
              </a:ext>
            </a:extLst>
          </p:cNvPr>
          <p:cNvSpPr txBox="1"/>
          <p:nvPr/>
        </p:nvSpPr>
        <p:spPr>
          <a:xfrm>
            <a:off x="3176588" y="3026860"/>
            <a:ext cx="2043112" cy="461665"/>
          </a:xfrm>
          <a:prstGeom prst="rect">
            <a:avLst/>
          </a:prstGeom>
          <a:noFill/>
        </p:spPr>
        <p:txBody>
          <a:bodyPr wrap="square" rtlCol="0">
            <a:spAutoFit/>
          </a:bodyPr>
          <a:lstStyle/>
          <a:p>
            <a:pPr algn="ctr"/>
            <a:r>
              <a:rPr lang="en-US" sz="2400" dirty="0">
                <a:latin typeface="Nunito" pitchFamily="2" charset="0"/>
              </a:rPr>
              <a:t>Naïve Bayes</a:t>
            </a:r>
            <a:endParaRPr lang="en-CA" sz="2400" dirty="0">
              <a:latin typeface="Nunito" pitchFamily="2" charset="0"/>
            </a:endParaRPr>
          </a:p>
        </p:txBody>
      </p:sp>
      <p:sp>
        <p:nvSpPr>
          <p:cNvPr id="8" name="TextBox 7">
            <a:extLst>
              <a:ext uri="{FF2B5EF4-FFF2-40B4-BE49-F238E27FC236}">
                <a16:creationId xmlns:a16="http://schemas.microsoft.com/office/drawing/2014/main" id="{CA3F91A3-71BA-20C1-6DFF-87736A281441}"/>
              </a:ext>
            </a:extLst>
          </p:cNvPr>
          <p:cNvSpPr txBox="1"/>
          <p:nvPr/>
        </p:nvSpPr>
        <p:spPr>
          <a:xfrm>
            <a:off x="6107944" y="3026860"/>
            <a:ext cx="2888450" cy="461665"/>
          </a:xfrm>
          <a:prstGeom prst="rect">
            <a:avLst/>
          </a:prstGeom>
          <a:noFill/>
        </p:spPr>
        <p:txBody>
          <a:bodyPr wrap="square" rtlCol="0">
            <a:spAutoFit/>
          </a:bodyPr>
          <a:lstStyle/>
          <a:p>
            <a:pPr algn="ctr"/>
            <a:r>
              <a:rPr lang="en-US" sz="2400" dirty="0">
                <a:latin typeface="Nunito" pitchFamily="2" charset="0"/>
              </a:rPr>
              <a:t>Logistic Regression</a:t>
            </a:r>
            <a:endParaRPr lang="en-CA" sz="2400" dirty="0">
              <a:latin typeface="Nunito" pitchFamily="2" charset="0"/>
            </a:endParaRPr>
          </a:p>
        </p:txBody>
      </p:sp>
      <p:sp>
        <p:nvSpPr>
          <p:cNvPr id="10" name="TextBox 9">
            <a:extLst>
              <a:ext uri="{FF2B5EF4-FFF2-40B4-BE49-F238E27FC236}">
                <a16:creationId xmlns:a16="http://schemas.microsoft.com/office/drawing/2014/main" id="{BA3675D3-013F-42A7-7E52-12BCB042D2FC}"/>
              </a:ext>
            </a:extLst>
          </p:cNvPr>
          <p:cNvSpPr txBox="1"/>
          <p:nvPr/>
        </p:nvSpPr>
        <p:spPr>
          <a:xfrm>
            <a:off x="4646812" y="5668950"/>
            <a:ext cx="2628900" cy="461665"/>
          </a:xfrm>
          <a:prstGeom prst="rect">
            <a:avLst/>
          </a:prstGeom>
          <a:noFill/>
        </p:spPr>
        <p:txBody>
          <a:bodyPr wrap="square" rtlCol="0">
            <a:spAutoFit/>
          </a:bodyPr>
          <a:lstStyle/>
          <a:p>
            <a:pPr algn="ctr"/>
            <a:r>
              <a:rPr lang="en-US" sz="2400" dirty="0">
                <a:latin typeface="Nunito" pitchFamily="2" charset="0"/>
              </a:rPr>
              <a:t>Neural Networks</a:t>
            </a:r>
            <a:endParaRPr lang="en-CA" sz="2400" dirty="0">
              <a:latin typeface="Nunito" pitchFamily="2" charset="0"/>
            </a:endParaRPr>
          </a:p>
        </p:txBody>
      </p:sp>
      <p:pic>
        <p:nvPicPr>
          <p:cNvPr id="11" name="Content Placeholder 7">
            <a:extLst>
              <a:ext uri="{FF2B5EF4-FFF2-40B4-BE49-F238E27FC236}">
                <a16:creationId xmlns:a16="http://schemas.microsoft.com/office/drawing/2014/main" id="{281999A1-5E5E-E215-5514-27D484C3841A}"/>
              </a:ext>
            </a:extLst>
          </p:cNvPr>
          <p:cNvPicPr>
            <a:picLocks noChangeAspect="1"/>
          </p:cNvPicPr>
          <p:nvPr/>
        </p:nvPicPr>
        <p:blipFill rotWithShape="1">
          <a:blip r:embed="rId2"/>
          <a:srcRect l="50279" t="50529" b="10398"/>
          <a:stretch/>
        </p:blipFill>
        <p:spPr>
          <a:xfrm>
            <a:off x="4575373" y="3831141"/>
            <a:ext cx="3599424" cy="1700214"/>
          </a:xfrm>
          <a:prstGeom prst="rect">
            <a:avLst/>
          </a:prstGeom>
        </p:spPr>
      </p:pic>
    </p:spTree>
    <p:extLst>
      <p:ext uri="{BB962C8B-B14F-4D97-AF65-F5344CB8AC3E}">
        <p14:creationId xmlns:p14="http://schemas.microsoft.com/office/powerpoint/2010/main" val="1079888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814E1-B04E-2C0A-5396-6C3B89FEC79D}"/>
              </a:ext>
            </a:extLst>
          </p:cNvPr>
          <p:cNvSpPr>
            <a:spLocks noGrp="1"/>
          </p:cNvSpPr>
          <p:nvPr>
            <p:ph type="title"/>
          </p:nvPr>
        </p:nvSpPr>
        <p:spPr/>
        <p:txBody>
          <a:bodyPr/>
          <a:lstStyle/>
          <a:p>
            <a:r>
              <a:rPr lang="en-CA" dirty="0"/>
              <a:t>Statistical Classifiers: General Formulation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EDEBC1A-A047-E0AD-EB0E-59E7500B807A}"/>
                  </a:ext>
                </a:extLst>
              </p:cNvPr>
              <p:cNvSpPr>
                <a:spLocks noGrp="1"/>
              </p:cNvSpPr>
              <p:nvPr>
                <p:ph idx="1"/>
              </p:nvPr>
            </p:nvSpPr>
            <p:spPr/>
            <p:txBody>
              <a:bodyPr/>
              <a:lstStyle/>
              <a:p>
                <a:pPr marL="0" indent="0">
                  <a:buNone/>
                </a:pPr>
                <a:r>
                  <a:rPr lang="en-US" dirty="0"/>
                  <a:t>Data: A set of labeled sentences </a:t>
                </a:r>
                <a14:m>
                  <m:oMath xmlns:m="http://schemas.openxmlformats.org/officeDocument/2006/math">
                    <m:r>
                      <a:rPr lang="en-US" i="1">
                        <a:solidFill>
                          <a:srgbClr val="2683C6"/>
                        </a:solidFill>
                        <a:latin typeface="Cambria Math" panose="02040503050406030204" pitchFamily="18" charset="0"/>
                      </a:rPr>
                      <m:t>𝒟</m:t>
                    </m:r>
                    <m:r>
                      <a:rPr lang="en-US" i="1">
                        <a:solidFill>
                          <a:srgbClr val="2683C6"/>
                        </a:solidFill>
                        <a:latin typeface="Cambria Math" panose="02040503050406030204" pitchFamily="18" charset="0"/>
                      </a:rPr>
                      <m:t>=</m:t>
                    </m:r>
                    <m:d>
                      <m:dPr>
                        <m:begChr m:val="{"/>
                        <m:endChr m:val="}"/>
                        <m:ctrlPr>
                          <a:rPr lang="en-US" i="1">
                            <a:solidFill>
                              <a:srgbClr val="2683C6"/>
                            </a:solidFill>
                            <a:latin typeface="Cambria Math" panose="02040503050406030204" pitchFamily="18" charset="0"/>
                          </a:rPr>
                        </m:ctrlPr>
                      </m:dPr>
                      <m:e>
                        <m:d>
                          <m:dPr>
                            <m:ctrlPr>
                              <a:rPr lang="en-US" i="1">
                                <a:solidFill>
                                  <a:srgbClr val="2683C6"/>
                                </a:solidFill>
                                <a:latin typeface="Cambria Math" panose="02040503050406030204" pitchFamily="18" charset="0"/>
                              </a:rPr>
                            </m:ctrlPr>
                          </m:dPr>
                          <m:e>
                            <m:sSub>
                              <m:sSubPr>
                                <m:ctrlPr>
                                  <a:rPr lang="en-US" i="1">
                                    <a:solidFill>
                                      <a:srgbClr val="2683C6"/>
                                    </a:solidFill>
                                    <a:latin typeface="Cambria Math" panose="02040503050406030204" pitchFamily="18" charset="0"/>
                                  </a:rPr>
                                </m:ctrlPr>
                              </m:sSubPr>
                              <m:e>
                                <m:r>
                                  <a:rPr lang="en-US" i="1">
                                    <a:solidFill>
                                      <a:srgbClr val="2683C6"/>
                                    </a:solidFill>
                                    <a:latin typeface="Cambria Math" panose="02040503050406030204" pitchFamily="18" charset="0"/>
                                  </a:rPr>
                                  <m:t>𝑠</m:t>
                                </m:r>
                              </m:e>
                              <m:sub>
                                <m:r>
                                  <a:rPr lang="en-US" i="1">
                                    <a:solidFill>
                                      <a:srgbClr val="2683C6"/>
                                    </a:solidFill>
                                    <a:latin typeface="Cambria Math" panose="02040503050406030204" pitchFamily="18" charset="0"/>
                                  </a:rPr>
                                  <m:t>1</m:t>
                                </m:r>
                              </m:sub>
                            </m:sSub>
                            <m:r>
                              <a:rPr lang="en-US" i="1">
                                <a:solidFill>
                                  <a:srgbClr val="2683C6"/>
                                </a:solidFill>
                                <a:latin typeface="Cambria Math" panose="02040503050406030204" pitchFamily="18" charset="0"/>
                              </a:rPr>
                              <m:t>,</m:t>
                            </m:r>
                            <m:sSub>
                              <m:sSubPr>
                                <m:ctrlPr>
                                  <a:rPr lang="en-US" i="1">
                                    <a:solidFill>
                                      <a:srgbClr val="2683C6"/>
                                    </a:solidFill>
                                    <a:latin typeface="Cambria Math" panose="02040503050406030204" pitchFamily="18" charset="0"/>
                                  </a:rPr>
                                </m:ctrlPr>
                              </m:sSubPr>
                              <m:e>
                                <m:r>
                                  <a:rPr lang="en-US" i="1">
                                    <a:solidFill>
                                      <a:srgbClr val="2683C6"/>
                                    </a:solidFill>
                                    <a:latin typeface="Cambria Math" panose="02040503050406030204" pitchFamily="18" charset="0"/>
                                  </a:rPr>
                                  <m:t>𝑦</m:t>
                                </m:r>
                              </m:e>
                              <m:sub>
                                <m:r>
                                  <a:rPr lang="en-US" i="1">
                                    <a:solidFill>
                                      <a:srgbClr val="2683C6"/>
                                    </a:solidFill>
                                    <a:latin typeface="Cambria Math" panose="02040503050406030204" pitchFamily="18" charset="0"/>
                                  </a:rPr>
                                  <m:t>1</m:t>
                                </m:r>
                              </m:sub>
                            </m:sSub>
                          </m:e>
                        </m:d>
                        <m:r>
                          <a:rPr lang="en-US" i="1">
                            <a:solidFill>
                              <a:srgbClr val="2683C6"/>
                            </a:solidFill>
                            <a:latin typeface="Cambria Math" panose="02040503050406030204" pitchFamily="18" charset="0"/>
                          </a:rPr>
                          <m:t>, </m:t>
                        </m:r>
                        <m:d>
                          <m:dPr>
                            <m:ctrlPr>
                              <a:rPr lang="en-US" i="1">
                                <a:solidFill>
                                  <a:srgbClr val="2683C6"/>
                                </a:solidFill>
                                <a:latin typeface="Cambria Math" panose="02040503050406030204" pitchFamily="18" charset="0"/>
                              </a:rPr>
                            </m:ctrlPr>
                          </m:dPr>
                          <m:e>
                            <m:sSub>
                              <m:sSubPr>
                                <m:ctrlPr>
                                  <a:rPr lang="en-US" i="1">
                                    <a:solidFill>
                                      <a:srgbClr val="2683C6"/>
                                    </a:solidFill>
                                    <a:latin typeface="Cambria Math" panose="02040503050406030204" pitchFamily="18" charset="0"/>
                                  </a:rPr>
                                </m:ctrlPr>
                              </m:sSubPr>
                              <m:e>
                                <m:r>
                                  <a:rPr lang="en-US" i="1">
                                    <a:solidFill>
                                      <a:srgbClr val="2683C6"/>
                                    </a:solidFill>
                                    <a:latin typeface="Cambria Math" panose="02040503050406030204" pitchFamily="18" charset="0"/>
                                  </a:rPr>
                                  <m:t>𝑠</m:t>
                                </m:r>
                              </m:e>
                              <m:sub>
                                <m:r>
                                  <a:rPr lang="en-US" i="1">
                                    <a:solidFill>
                                      <a:srgbClr val="2683C6"/>
                                    </a:solidFill>
                                    <a:latin typeface="Cambria Math" panose="02040503050406030204" pitchFamily="18" charset="0"/>
                                  </a:rPr>
                                  <m:t>2</m:t>
                                </m:r>
                              </m:sub>
                            </m:sSub>
                            <m:r>
                              <a:rPr lang="en-US" i="1">
                                <a:solidFill>
                                  <a:srgbClr val="2683C6"/>
                                </a:solidFill>
                                <a:latin typeface="Cambria Math" panose="02040503050406030204" pitchFamily="18" charset="0"/>
                              </a:rPr>
                              <m:t>,</m:t>
                            </m:r>
                            <m:sSub>
                              <m:sSubPr>
                                <m:ctrlPr>
                                  <a:rPr lang="en-US" i="1">
                                    <a:solidFill>
                                      <a:srgbClr val="2683C6"/>
                                    </a:solidFill>
                                    <a:latin typeface="Cambria Math" panose="02040503050406030204" pitchFamily="18" charset="0"/>
                                  </a:rPr>
                                </m:ctrlPr>
                              </m:sSubPr>
                              <m:e>
                                <m:r>
                                  <a:rPr lang="en-US" i="1">
                                    <a:solidFill>
                                      <a:srgbClr val="2683C6"/>
                                    </a:solidFill>
                                    <a:latin typeface="Cambria Math" panose="02040503050406030204" pitchFamily="18" charset="0"/>
                                  </a:rPr>
                                  <m:t>𝑦</m:t>
                                </m:r>
                              </m:e>
                              <m:sub>
                                <m:r>
                                  <a:rPr lang="en-US" i="1">
                                    <a:solidFill>
                                      <a:srgbClr val="2683C6"/>
                                    </a:solidFill>
                                    <a:latin typeface="Cambria Math" panose="02040503050406030204" pitchFamily="18" charset="0"/>
                                  </a:rPr>
                                  <m:t>2</m:t>
                                </m:r>
                              </m:sub>
                            </m:sSub>
                          </m:e>
                        </m:d>
                        <m:r>
                          <a:rPr lang="en-US" i="1">
                            <a:solidFill>
                              <a:srgbClr val="2683C6"/>
                            </a:solidFill>
                            <a:latin typeface="Cambria Math" panose="02040503050406030204" pitchFamily="18" charset="0"/>
                          </a:rPr>
                          <m:t>, …</m:t>
                        </m:r>
                        <m:r>
                          <a:rPr lang="en-CA" b="0" i="1" smtClean="0">
                            <a:solidFill>
                              <a:srgbClr val="2683C6"/>
                            </a:solidFill>
                            <a:latin typeface="Cambria Math" panose="02040503050406030204" pitchFamily="18" charset="0"/>
                          </a:rPr>
                          <m:t>,</m:t>
                        </m:r>
                        <m:d>
                          <m:dPr>
                            <m:ctrlPr>
                              <a:rPr lang="en-US" i="1">
                                <a:solidFill>
                                  <a:srgbClr val="2683C6"/>
                                </a:solidFill>
                                <a:latin typeface="Cambria Math" panose="02040503050406030204" pitchFamily="18" charset="0"/>
                              </a:rPr>
                            </m:ctrlPr>
                          </m:dPr>
                          <m:e>
                            <m:sSub>
                              <m:sSubPr>
                                <m:ctrlPr>
                                  <a:rPr lang="en-US" i="1">
                                    <a:solidFill>
                                      <a:srgbClr val="2683C6"/>
                                    </a:solidFill>
                                    <a:latin typeface="Cambria Math" panose="02040503050406030204" pitchFamily="18" charset="0"/>
                                  </a:rPr>
                                </m:ctrlPr>
                              </m:sSubPr>
                              <m:e>
                                <m:r>
                                  <a:rPr lang="en-US" i="1">
                                    <a:solidFill>
                                      <a:srgbClr val="2683C6"/>
                                    </a:solidFill>
                                    <a:latin typeface="Cambria Math" panose="02040503050406030204" pitchFamily="18" charset="0"/>
                                  </a:rPr>
                                  <m:t>𝑠</m:t>
                                </m:r>
                              </m:e>
                              <m:sub>
                                <m:r>
                                  <a:rPr lang="en-US" i="1">
                                    <a:solidFill>
                                      <a:srgbClr val="2683C6"/>
                                    </a:solidFill>
                                    <a:latin typeface="Cambria Math" panose="02040503050406030204" pitchFamily="18" charset="0"/>
                                  </a:rPr>
                                  <m:t>𝑛</m:t>
                                </m:r>
                              </m:sub>
                            </m:sSub>
                            <m:r>
                              <a:rPr lang="en-US" i="1">
                                <a:solidFill>
                                  <a:srgbClr val="2683C6"/>
                                </a:solidFill>
                                <a:latin typeface="Cambria Math" panose="02040503050406030204" pitchFamily="18" charset="0"/>
                              </a:rPr>
                              <m:t>, </m:t>
                            </m:r>
                            <m:sSub>
                              <m:sSubPr>
                                <m:ctrlPr>
                                  <a:rPr lang="en-US" i="1">
                                    <a:solidFill>
                                      <a:srgbClr val="2683C6"/>
                                    </a:solidFill>
                                    <a:latin typeface="Cambria Math" panose="02040503050406030204" pitchFamily="18" charset="0"/>
                                  </a:rPr>
                                </m:ctrlPr>
                              </m:sSubPr>
                              <m:e>
                                <m:r>
                                  <a:rPr lang="en-US" i="1">
                                    <a:solidFill>
                                      <a:srgbClr val="2683C6"/>
                                    </a:solidFill>
                                    <a:latin typeface="Cambria Math" panose="02040503050406030204" pitchFamily="18" charset="0"/>
                                  </a:rPr>
                                  <m:t>𝑦</m:t>
                                </m:r>
                              </m:e>
                              <m:sub>
                                <m:r>
                                  <a:rPr lang="en-US" i="1">
                                    <a:solidFill>
                                      <a:srgbClr val="2683C6"/>
                                    </a:solidFill>
                                    <a:latin typeface="Cambria Math" panose="02040503050406030204" pitchFamily="18" charset="0"/>
                                  </a:rPr>
                                  <m:t>𝑛</m:t>
                                </m:r>
                              </m:sub>
                            </m:sSub>
                          </m:e>
                        </m:d>
                      </m:e>
                    </m:d>
                    <m:r>
                      <a:rPr lang="en-CA" b="0" i="1" smtClean="0">
                        <a:solidFill>
                          <a:srgbClr val="2683C6"/>
                        </a:solidFill>
                        <a:latin typeface="Cambria Math" panose="02040503050406030204" pitchFamily="18" charset="0"/>
                      </a:rPr>
                      <m:t>.</m:t>
                    </m:r>
                  </m:oMath>
                </a14:m>
                <a:endParaRPr lang="en-US" dirty="0">
                  <a:solidFill>
                    <a:srgbClr val="2683C6"/>
                  </a:solidFill>
                </a:endParaRPr>
              </a:p>
              <a:p>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𝑖</m:t>
                        </m:r>
                      </m:sub>
                    </m:sSub>
                    <m:r>
                      <a:rPr lang="en-CA" b="0" i="0" smtClean="0">
                        <a:latin typeface="Cambria Math" panose="02040503050406030204" pitchFamily="18" charset="0"/>
                      </a:rPr>
                      <m:t>:</m:t>
                    </m:r>
                  </m:oMath>
                </a14:m>
                <a:r>
                  <a:rPr lang="en-US" dirty="0"/>
                  <a:t> a sentence (or a piece of text). </a:t>
                </a:r>
                <a:endParaRPr lang="en-CA" dirty="0"/>
              </a:p>
              <a:p>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𝑦</m:t>
                        </m:r>
                      </m:e>
                      <m:sub>
                        <m:r>
                          <a:rPr lang="en-CA" b="0" i="1" smtClean="0">
                            <a:latin typeface="Cambria Math" panose="02040503050406030204" pitchFamily="18" charset="0"/>
                          </a:rPr>
                          <m:t>𝑖</m:t>
                        </m:r>
                      </m:sub>
                    </m:sSub>
                    <m:r>
                      <a:rPr lang="en-CA" b="0" i="1" smtClean="0">
                        <a:latin typeface="Cambria Math" panose="02040503050406030204" pitchFamily="18" charset="0"/>
                      </a:rPr>
                      <m:t>: </m:t>
                    </m:r>
                  </m:oMath>
                </a14:m>
                <a:r>
                  <a:rPr lang="en-US" dirty="0"/>
                  <a:t>label, usually represented as an integer.</a:t>
                </a:r>
              </a:p>
              <a:p>
                <a:endParaRPr lang="en-US" dirty="0"/>
              </a:p>
              <a:p>
                <a:pPr marL="0" indent="0">
                  <a:buNone/>
                </a:pPr>
                <a:r>
                  <a:rPr lang="en-US" dirty="0"/>
                  <a:t>Deliverable: A classifier that takes an arbitrary sentence </a:t>
                </a:r>
                <a14:m>
                  <m:oMath xmlns:m="http://schemas.openxmlformats.org/officeDocument/2006/math">
                    <m:r>
                      <a:rPr lang="en-CA" b="0" i="1" smtClean="0">
                        <a:latin typeface="Cambria Math" panose="02040503050406030204" pitchFamily="18" charset="0"/>
                      </a:rPr>
                      <m:t>𝑠</m:t>
                    </m:r>
                  </m:oMath>
                </a14:m>
                <a:r>
                  <a:rPr lang="en-US" dirty="0"/>
                  <a:t> as input, and predicts the label </a:t>
                </a:r>
                <a14:m>
                  <m:oMath xmlns:m="http://schemas.openxmlformats.org/officeDocument/2006/math">
                    <m:r>
                      <a:rPr lang="en-CA" b="0" i="1" smtClean="0">
                        <a:latin typeface="Cambria Math" panose="02040503050406030204" pitchFamily="18" charset="0"/>
                      </a:rPr>
                      <m:t>𝑦</m:t>
                    </m:r>
                  </m:oMath>
                </a14:m>
                <a:r>
                  <a:rPr lang="en-US" dirty="0"/>
                  <a:t>.</a:t>
                </a:r>
              </a:p>
              <a:p>
                <a:pPr marL="0" indent="0">
                  <a:buNone/>
                </a:pPr>
                <a:endParaRPr lang="en-US" sz="1600" dirty="0"/>
              </a:p>
              <a:p>
                <a:pPr marL="0" indent="0">
                  <a:buNone/>
                </a:pPr>
                <a14:m>
                  <m:oMathPara xmlns:m="http://schemas.openxmlformats.org/officeDocument/2006/math">
                    <m:oMathParaPr>
                      <m:jc m:val="centerGroup"/>
                    </m:oMathParaPr>
                    <m:oMath xmlns:m="http://schemas.openxmlformats.org/officeDocument/2006/math">
                      <m:r>
                        <m:rPr>
                          <m:sty m:val="p"/>
                        </m:rPr>
                        <a:rPr lang="en-CA" sz="3200" b="0" i="0" smtClean="0">
                          <a:latin typeface="Cambria Math" panose="02040503050406030204" pitchFamily="18" charset="0"/>
                        </a:rPr>
                        <m:t>classify</m:t>
                      </m:r>
                      <m:d>
                        <m:dPr>
                          <m:ctrlPr>
                            <a:rPr lang="en-CA" sz="3200" b="0" i="0" smtClean="0">
                              <a:latin typeface="Cambria Math" panose="02040503050406030204" pitchFamily="18" charset="0"/>
                            </a:rPr>
                          </m:ctrlPr>
                        </m:dPr>
                        <m:e>
                          <m:r>
                            <a:rPr lang="en-CA" sz="3200" b="0" i="1" smtClean="0">
                              <a:latin typeface="Cambria Math" panose="02040503050406030204" pitchFamily="18" charset="0"/>
                            </a:rPr>
                            <m:t>𝑠</m:t>
                          </m:r>
                        </m:e>
                      </m:d>
                      <m:r>
                        <a:rPr lang="en-CA" sz="3200" b="0" i="0" smtClean="0">
                          <a:latin typeface="Cambria Math" panose="02040503050406030204" pitchFamily="18" charset="0"/>
                        </a:rPr>
                        <m:t>=</m:t>
                      </m:r>
                      <m:r>
                        <m:rPr>
                          <m:sty m:val="p"/>
                        </m:rPr>
                        <a:rPr lang="en-CA" sz="3200" b="0" i="0" smtClean="0">
                          <a:latin typeface="Cambria Math" panose="02040503050406030204" pitchFamily="18" charset="0"/>
                        </a:rPr>
                        <m:t>arg</m:t>
                      </m:r>
                      <m:limLow>
                        <m:limLowPr>
                          <m:ctrlPr>
                            <a:rPr lang="en-CA" sz="3200" b="0" i="0" smtClean="0">
                              <a:latin typeface="Cambria Math" panose="02040503050406030204" pitchFamily="18" charset="0"/>
                            </a:rPr>
                          </m:ctrlPr>
                        </m:limLowPr>
                        <m:e>
                          <m:r>
                            <m:rPr>
                              <m:sty m:val="p"/>
                            </m:rPr>
                            <a:rPr lang="en-CA" sz="3200" b="0" i="0" smtClean="0">
                              <a:latin typeface="Cambria Math" panose="02040503050406030204" pitchFamily="18" charset="0"/>
                            </a:rPr>
                            <m:t>max</m:t>
                          </m:r>
                        </m:e>
                        <m:lim>
                          <m:r>
                            <m:rPr>
                              <m:sty m:val="p"/>
                            </m:rPr>
                            <a:rPr lang="en-CA" sz="3200" b="0" i="0" smtClean="0">
                              <a:latin typeface="Cambria Math" panose="02040503050406030204" pitchFamily="18" charset="0"/>
                            </a:rPr>
                            <m:t>y</m:t>
                          </m:r>
                        </m:lim>
                      </m:limLow>
                      <m:r>
                        <a:rPr lang="en-CA" sz="3200" b="0" i="0" smtClean="0">
                          <a:latin typeface="Cambria Math" panose="02040503050406030204" pitchFamily="18" charset="0"/>
                        </a:rPr>
                        <m:t>  </m:t>
                      </m:r>
                      <m:r>
                        <m:rPr>
                          <m:sty m:val="p"/>
                        </m:rPr>
                        <a:rPr lang="en-CA" sz="3200" b="0" i="0" smtClean="0">
                          <a:latin typeface="Cambria Math" panose="02040503050406030204" pitchFamily="18" charset="0"/>
                        </a:rPr>
                        <m:t>score</m:t>
                      </m:r>
                      <m:r>
                        <a:rPr lang="en-CA" sz="3200" b="0" i="0" smtClean="0">
                          <a:latin typeface="Cambria Math" panose="02040503050406030204" pitchFamily="18" charset="0"/>
                        </a:rPr>
                        <m:t>(</m:t>
                      </m:r>
                      <m:r>
                        <m:rPr>
                          <m:sty m:val="p"/>
                        </m:rPr>
                        <a:rPr lang="en-CA" sz="3200" b="0" i="0" smtClean="0">
                          <a:latin typeface="Cambria Math" panose="02040503050406030204" pitchFamily="18" charset="0"/>
                        </a:rPr>
                        <m:t>s</m:t>
                      </m:r>
                      <m:r>
                        <a:rPr lang="en-CA" sz="3200" b="0" i="0" smtClean="0">
                          <a:latin typeface="Cambria Math" panose="02040503050406030204" pitchFamily="18" charset="0"/>
                        </a:rPr>
                        <m:t>, </m:t>
                      </m:r>
                      <m:r>
                        <m:rPr>
                          <m:sty m:val="p"/>
                        </m:rPr>
                        <a:rPr lang="en-CA" sz="3200" b="0" i="0" smtClean="0">
                          <a:latin typeface="Cambria Math" panose="02040503050406030204" pitchFamily="18" charset="0"/>
                        </a:rPr>
                        <m:t>y</m:t>
                      </m:r>
                      <m:r>
                        <a:rPr lang="en-CA" sz="3200" b="0" i="0" smtClean="0">
                          <a:latin typeface="Cambria Math" panose="02040503050406030204" pitchFamily="18" charset="0"/>
                        </a:rPr>
                        <m:t>;</m:t>
                      </m:r>
                      <m:r>
                        <m:rPr>
                          <m:sty m:val="p"/>
                        </m:rPr>
                        <a:rPr lang="en-CA" sz="3200" b="0" i="0" smtClean="0">
                          <a:latin typeface="Cambria Math" panose="02040503050406030204" pitchFamily="18" charset="0"/>
                        </a:rPr>
                        <m:t>Θ</m:t>
                      </m:r>
                      <m:r>
                        <a:rPr lang="en-CA" sz="3200" b="0" i="1" smtClean="0">
                          <a:latin typeface="Cambria Math" panose="02040503050406030204" pitchFamily="18" charset="0"/>
                        </a:rPr>
                        <m:t>)</m:t>
                      </m:r>
                      <m:r>
                        <a:rPr lang="en-CA" sz="3200" b="0" i="0" smtClean="0">
                          <a:latin typeface="Cambria Math" panose="02040503050406030204" pitchFamily="18" charset="0"/>
                        </a:rPr>
                        <m:t> </m:t>
                      </m:r>
                    </m:oMath>
                  </m:oMathPara>
                </a14:m>
                <a:endParaRPr lang="en-US" sz="3200" dirty="0"/>
              </a:p>
            </p:txBody>
          </p:sp>
        </mc:Choice>
        <mc:Fallback>
          <p:sp>
            <p:nvSpPr>
              <p:cNvPr id="3" name="Content Placeholder 2">
                <a:extLst>
                  <a:ext uri="{FF2B5EF4-FFF2-40B4-BE49-F238E27FC236}">
                    <a16:creationId xmlns:a16="http://schemas.microsoft.com/office/drawing/2014/main" id="{BEDEBC1A-A047-E0AD-EB0E-59E7500B807A}"/>
                  </a:ext>
                </a:extLst>
              </p:cNvPr>
              <p:cNvSpPr>
                <a:spLocks noGrp="1" noRot="1" noChangeAspect="1" noMove="1" noResize="1" noEditPoints="1" noAdjustHandles="1" noChangeArrowheads="1" noChangeShapeType="1" noTextEdit="1"/>
              </p:cNvSpPr>
              <p:nvPr>
                <p:ph idx="1"/>
              </p:nvPr>
            </p:nvSpPr>
            <p:spPr>
              <a:blipFill>
                <a:blip r:embed="rId3"/>
                <a:stretch>
                  <a:fillRect l="-803" t="-847"/>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622141F4-4A30-3445-0134-B644FD9E059B}"/>
              </a:ext>
            </a:extLst>
          </p:cNvPr>
          <p:cNvSpPr>
            <a:spLocks noGrp="1"/>
          </p:cNvSpPr>
          <p:nvPr>
            <p:ph type="sldNum" sz="quarter" idx="12"/>
          </p:nvPr>
        </p:nvSpPr>
        <p:spPr/>
        <p:txBody>
          <a:bodyPr/>
          <a:lstStyle/>
          <a:p>
            <a:fld id="{A36FF760-4833-4FC2-9C74-46CD274694B2}" type="slidenum">
              <a:rPr lang="en-CA" smtClean="0"/>
              <a:pPr/>
              <a:t>6</a:t>
            </a:fld>
            <a:endParaRPr lang="en-CA"/>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DCED8ED-7499-1B75-2ADF-AEC17C5557A8}"/>
                  </a:ext>
                </a:extLst>
              </p:cNvPr>
              <p:cNvSpPr txBox="1"/>
              <p:nvPr/>
            </p:nvSpPr>
            <p:spPr>
              <a:xfrm>
                <a:off x="8779728" y="5382324"/>
                <a:ext cx="3077736" cy="830997"/>
              </a:xfrm>
              <a:prstGeom prst="rect">
                <a:avLst/>
              </a:prstGeom>
              <a:noFill/>
            </p:spPr>
            <p:txBody>
              <a:bodyPr wrap="square" rtlCol="0">
                <a:spAutoFit/>
              </a:bodyPr>
              <a:lstStyle/>
              <a:p>
                <a14:m>
                  <m:oMath xmlns:m="http://schemas.openxmlformats.org/officeDocument/2006/math">
                    <m:r>
                      <m:rPr>
                        <m:sty m:val="p"/>
                      </m:rPr>
                      <a:rPr lang="en-CA" sz="2400" b="0" i="0" smtClean="0">
                        <a:latin typeface="Cambria Math" panose="02040503050406030204" pitchFamily="18" charset="0"/>
                      </a:rPr>
                      <m:t>Θ</m:t>
                    </m:r>
                    <m:r>
                      <a:rPr lang="en-CA" sz="2400" b="0" i="1" smtClean="0">
                        <a:latin typeface="Cambria Math" panose="02040503050406030204" pitchFamily="18" charset="0"/>
                      </a:rPr>
                      <m:t>: </m:t>
                    </m:r>
                  </m:oMath>
                </a14:m>
                <a:r>
                  <a:rPr lang="en-CA" sz="2400" dirty="0">
                    <a:latin typeface="Nunito" pitchFamily="2" charset="0"/>
                  </a:rPr>
                  <a:t>parameters of </a:t>
                </a:r>
                <a14:m>
                  <m:oMath xmlns:m="http://schemas.openxmlformats.org/officeDocument/2006/math">
                    <m:r>
                      <m:rPr>
                        <m:sty m:val="p"/>
                      </m:rPr>
                      <a:rPr lang="en-CA" sz="2400" b="0" i="0" smtClean="0">
                        <a:latin typeface="Cambria Math" panose="02040503050406030204" pitchFamily="18" charset="0"/>
                      </a:rPr>
                      <m:t>score</m:t>
                    </m:r>
                  </m:oMath>
                </a14:m>
                <a:r>
                  <a:rPr lang="en-CA" sz="2400" dirty="0">
                    <a:latin typeface="Nunito" pitchFamily="2" charset="0"/>
                  </a:rPr>
                  <a:t> function </a:t>
                </a:r>
              </a:p>
            </p:txBody>
          </p:sp>
        </mc:Choice>
        <mc:Fallback>
          <p:sp>
            <p:nvSpPr>
              <p:cNvPr id="6" name="TextBox 5">
                <a:extLst>
                  <a:ext uri="{FF2B5EF4-FFF2-40B4-BE49-F238E27FC236}">
                    <a16:creationId xmlns:a16="http://schemas.microsoft.com/office/drawing/2014/main" id="{EDCED8ED-7499-1B75-2ADF-AEC17C5557A8}"/>
                  </a:ext>
                </a:extLst>
              </p:cNvPr>
              <p:cNvSpPr txBox="1">
                <a:spLocks noRot="1" noChangeAspect="1" noMove="1" noResize="1" noEditPoints="1" noAdjustHandles="1" noChangeArrowheads="1" noChangeShapeType="1" noTextEdit="1"/>
              </p:cNvSpPr>
              <p:nvPr/>
            </p:nvSpPr>
            <p:spPr>
              <a:xfrm>
                <a:off x="8779728" y="5382324"/>
                <a:ext cx="3077736" cy="830997"/>
              </a:xfrm>
              <a:prstGeom prst="rect">
                <a:avLst/>
              </a:prstGeom>
              <a:blipFill>
                <a:blip r:embed="rId4"/>
                <a:stretch>
                  <a:fillRect l="-396" t="-5147" b="-16912"/>
                </a:stretch>
              </a:blipFill>
            </p:spPr>
            <p:txBody>
              <a:bodyPr/>
              <a:lstStyle/>
              <a:p>
                <a:r>
                  <a:rPr lang="en-CA">
                    <a:noFill/>
                  </a:rPr>
                  <a:t> </a:t>
                </a:r>
              </a:p>
            </p:txBody>
          </p:sp>
        </mc:Fallback>
      </mc:AlternateContent>
    </p:spTree>
    <p:extLst>
      <p:ext uri="{BB962C8B-B14F-4D97-AF65-F5344CB8AC3E}">
        <p14:creationId xmlns:p14="http://schemas.microsoft.com/office/powerpoint/2010/main" val="353415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AF871-E795-486D-C480-41DA8EA8BB81}"/>
              </a:ext>
            </a:extLst>
          </p:cNvPr>
          <p:cNvSpPr>
            <a:spLocks noGrp="1"/>
          </p:cNvSpPr>
          <p:nvPr>
            <p:ph type="title"/>
          </p:nvPr>
        </p:nvSpPr>
        <p:spPr/>
        <p:txBody>
          <a:bodyPr/>
          <a:lstStyle/>
          <a:p>
            <a:r>
              <a:rPr lang="en-CA" dirty="0"/>
              <a:t>Modeling, Learning, and Inference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5ED6182-FFD9-963F-E65B-13B2C004E778}"/>
                  </a:ext>
                </a:extLst>
              </p:cNvPr>
              <p:cNvSpPr>
                <a:spLocks noGrp="1"/>
              </p:cNvSpPr>
              <p:nvPr>
                <p:ph idx="1"/>
              </p:nvPr>
            </p:nvSpPr>
            <p:spPr/>
            <p:txBody>
              <a:bodyPr>
                <a:normAutofit/>
              </a:bodyPr>
              <a:lstStyle/>
              <a:p>
                <a:pPr marL="0" indent="0">
                  <a:buNone/>
                </a:pPr>
                <a:endParaRPr lang="en-CA" sz="4400" dirty="0"/>
              </a:p>
              <a:p>
                <a:pPr marL="0" indent="0">
                  <a:buNone/>
                </a:pPr>
                <a:endParaRPr lang="en-CA" sz="4400" dirty="0"/>
              </a:p>
              <a:p>
                <a:pPr marL="0" indent="0">
                  <a:buNone/>
                </a:pPr>
                <a14:m>
                  <m:oMathPara xmlns:m="http://schemas.openxmlformats.org/officeDocument/2006/math">
                    <m:oMathParaPr>
                      <m:jc m:val="centerGroup"/>
                    </m:oMathParaPr>
                    <m:oMath xmlns:m="http://schemas.openxmlformats.org/officeDocument/2006/math">
                      <m:r>
                        <m:rPr>
                          <m:sty m:val="p"/>
                        </m:rPr>
                        <a:rPr lang="en-CA" sz="4400">
                          <a:latin typeface="Cambria Math" panose="02040503050406030204" pitchFamily="18" charset="0"/>
                        </a:rPr>
                        <m:t>classify</m:t>
                      </m:r>
                      <m:d>
                        <m:dPr>
                          <m:ctrlPr>
                            <a:rPr lang="en-CA" sz="4400" i="1">
                              <a:latin typeface="Cambria Math" panose="02040503050406030204" pitchFamily="18" charset="0"/>
                            </a:rPr>
                          </m:ctrlPr>
                        </m:dPr>
                        <m:e>
                          <m:r>
                            <a:rPr lang="en-CA" sz="4400" i="1">
                              <a:latin typeface="Cambria Math" panose="02040503050406030204" pitchFamily="18" charset="0"/>
                            </a:rPr>
                            <m:t>𝑠</m:t>
                          </m:r>
                        </m:e>
                      </m:d>
                      <m:r>
                        <a:rPr lang="en-CA" sz="4400">
                          <a:latin typeface="Cambria Math" panose="02040503050406030204" pitchFamily="18" charset="0"/>
                        </a:rPr>
                        <m:t>=</m:t>
                      </m:r>
                      <m:r>
                        <m:rPr>
                          <m:sty m:val="p"/>
                        </m:rPr>
                        <a:rPr lang="en-CA" sz="4400">
                          <a:latin typeface="Cambria Math" panose="02040503050406030204" pitchFamily="18" charset="0"/>
                        </a:rPr>
                        <m:t>arg</m:t>
                      </m:r>
                      <m:limLow>
                        <m:limLowPr>
                          <m:ctrlPr>
                            <a:rPr lang="en-CA" sz="4400" i="1">
                              <a:latin typeface="Cambria Math" panose="02040503050406030204" pitchFamily="18" charset="0"/>
                            </a:rPr>
                          </m:ctrlPr>
                        </m:limLowPr>
                        <m:e>
                          <m:r>
                            <m:rPr>
                              <m:sty m:val="p"/>
                            </m:rPr>
                            <a:rPr lang="en-CA" sz="4400">
                              <a:latin typeface="Cambria Math" panose="02040503050406030204" pitchFamily="18" charset="0"/>
                            </a:rPr>
                            <m:t>max</m:t>
                          </m:r>
                        </m:e>
                        <m:lim>
                          <m:r>
                            <m:rPr>
                              <m:sty m:val="p"/>
                            </m:rPr>
                            <a:rPr lang="en-CA" sz="4400">
                              <a:latin typeface="Cambria Math" panose="02040503050406030204" pitchFamily="18" charset="0"/>
                            </a:rPr>
                            <m:t>y</m:t>
                          </m:r>
                        </m:lim>
                      </m:limLow>
                      <m:r>
                        <a:rPr lang="en-CA" sz="4400">
                          <a:latin typeface="Cambria Math" panose="02040503050406030204" pitchFamily="18" charset="0"/>
                        </a:rPr>
                        <m:t>  </m:t>
                      </m:r>
                      <m:r>
                        <m:rPr>
                          <m:sty m:val="p"/>
                        </m:rPr>
                        <a:rPr lang="en-CA" sz="4400">
                          <a:latin typeface="Cambria Math" panose="02040503050406030204" pitchFamily="18" charset="0"/>
                        </a:rPr>
                        <m:t>score</m:t>
                      </m:r>
                      <m:r>
                        <a:rPr lang="en-CA" sz="4400">
                          <a:latin typeface="Cambria Math" panose="02040503050406030204" pitchFamily="18" charset="0"/>
                        </a:rPr>
                        <m:t>(</m:t>
                      </m:r>
                      <m:r>
                        <m:rPr>
                          <m:sty m:val="p"/>
                        </m:rPr>
                        <a:rPr lang="en-CA" sz="4400">
                          <a:latin typeface="Cambria Math" panose="02040503050406030204" pitchFamily="18" charset="0"/>
                        </a:rPr>
                        <m:t>s</m:t>
                      </m:r>
                      <m:r>
                        <a:rPr lang="en-CA" sz="4400">
                          <a:latin typeface="Cambria Math" panose="02040503050406030204" pitchFamily="18" charset="0"/>
                        </a:rPr>
                        <m:t>, </m:t>
                      </m:r>
                      <m:r>
                        <m:rPr>
                          <m:sty m:val="p"/>
                        </m:rPr>
                        <a:rPr lang="en-CA" sz="4400">
                          <a:latin typeface="Cambria Math" panose="02040503050406030204" pitchFamily="18" charset="0"/>
                        </a:rPr>
                        <m:t>y</m:t>
                      </m:r>
                      <m:r>
                        <a:rPr lang="en-CA" sz="4400">
                          <a:latin typeface="Cambria Math" panose="02040503050406030204" pitchFamily="18" charset="0"/>
                        </a:rPr>
                        <m:t>;</m:t>
                      </m:r>
                      <m:r>
                        <m:rPr>
                          <m:sty m:val="p"/>
                        </m:rPr>
                        <a:rPr lang="en-CA" sz="4400">
                          <a:latin typeface="Cambria Math" panose="02040503050406030204" pitchFamily="18" charset="0"/>
                        </a:rPr>
                        <m:t>Θ</m:t>
                      </m:r>
                      <m:r>
                        <a:rPr lang="en-CA" sz="4400" i="1">
                          <a:latin typeface="Cambria Math" panose="02040503050406030204" pitchFamily="18" charset="0"/>
                        </a:rPr>
                        <m:t>)</m:t>
                      </m:r>
                      <m:r>
                        <a:rPr lang="en-CA" sz="4400">
                          <a:latin typeface="Cambria Math" panose="02040503050406030204" pitchFamily="18" charset="0"/>
                        </a:rPr>
                        <m:t> </m:t>
                      </m:r>
                    </m:oMath>
                  </m:oMathPara>
                </a14:m>
                <a:endParaRPr lang="en-US" sz="4400" dirty="0"/>
              </a:p>
              <a:p>
                <a:pPr marL="0" indent="0">
                  <a:buNone/>
                </a:pPr>
                <a:endParaRPr lang="en-CA" sz="4400" dirty="0"/>
              </a:p>
            </p:txBody>
          </p:sp>
        </mc:Choice>
        <mc:Fallback>
          <p:sp>
            <p:nvSpPr>
              <p:cNvPr id="3" name="Content Placeholder 2">
                <a:extLst>
                  <a:ext uri="{FF2B5EF4-FFF2-40B4-BE49-F238E27FC236}">
                    <a16:creationId xmlns:a16="http://schemas.microsoft.com/office/drawing/2014/main" id="{25ED6182-FFD9-963F-E65B-13B2C004E77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2BC81234-0557-E50E-FD5E-4E37B08B8B35}"/>
              </a:ext>
            </a:extLst>
          </p:cNvPr>
          <p:cNvSpPr>
            <a:spLocks noGrp="1"/>
          </p:cNvSpPr>
          <p:nvPr>
            <p:ph type="sldNum" sz="quarter" idx="12"/>
          </p:nvPr>
        </p:nvSpPr>
        <p:spPr/>
        <p:txBody>
          <a:bodyPr/>
          <a:lstStyle/>
          <a:p>
            <a:fld id="{A36FF760-4833-4FC2-9C74-46CD274694B2}" type="slidenum">
              <a:rPr lang="en-CA" smtClean="0"/>
              <a:pPr/>
              <a:t>7</a:t>
            </a:fld>
            <a:endParaRPr lang="en-CA"/>
          </a:p>
        </p:txBody>
      </p:sp>
      <mc:AlternateContent xmlns:mc="http://schemas.openxmlformats.org/markup-compatibility/2006">
        <mc:Choice xmlns:a14="http://schemas.microsoft.com/office/drawing/2010/main" Requires="a14">
          <p:sp>
            <p:nvSpPr>
              <p:cNvPr id="5" name="Speech Bubble: Rectangle with Corners Rounded 4">
                <a:extLst>
                  <a:ext uri="{FF2B5EF4-FFF2-40B4-BE49-F238E27FC236}">
                    <a16:creationId xmlns:a16="http://schemas.microsoft.com/office/drawing/2014/main" id="{CCA5BFFF-D35A-16B4-F542-E8DE29CA65ED}"/>
                  </a:ext>
                </a:extLst>
              </p:cNvPr>
              <p:cNvSpPr/>
              <p:nvPr/>
            </p:nvSpPr>
            <p:spPr>
              <a:xfrm>
                <a:off x="6017578" y="1914698"/>
                <a:ext cx="4976136" cy="652462"/>
              </a:xfrm>
              <a:prstGeom prst="wedgeRoundRectCallout">
                <a:avLst>
                  <a:gd name="adj1" fmla="val -16477"/>
                  <a:gd name="adj2" fmla="val 1258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Modeling: define </a:t>
                </a:r>
                <a14:m>
                  <m:oMath xmlns:m="http://schemas.openxmlformats.org/officeDocument/2006/math">
                    <m:r>
                      <m:rPr>
                        <m:sty m:val="p"/>
                      </m:rPr>
                      <a:rPr lang="en-CA" sz="2400" b="0" i="0" smtClean="0">
                        <a:latin typeface="Cambria Math" panose="02040503050406030204" pitchFamily="18" charset="0"/>
                      </a:rPr>
                      <m:t>score</m:t>
                    </m:r>
                  </m:oMath>
                </a14:m>
                <a:r>
                  <a:rPr lang="en-CA" sz="2400" dirty="0">
                    <a:latin typeface="Nunito" pitchFamily="2" charset="0"/>
                  </a:rPr>
                  <a:t> function</a:t>
                </a:r>
              </a:p>
            </p:txBody>
          </p:sp>
        </mc:Choice>
        <mc:Fallback>
          <p:sp>
            <p:nvSpPr>
              <p:cNvPr id="5" name="Speech Bubble: Rectangle with Corners Rounded 4">
                <a:extLst>
                  <a:ext uri="{FF2B5EF4-FFF2-40B4-BE49-F238E27FC236}">
                    <a16:creationId xmlns:a16="http://schemas.microsoft.com/office/drawing/2014/main" id="{CCA5BFFF-D35A-16B4-F542-E8DE29CA65ED}"/>
                  </a:ext>
                </a:extLst>
              </p:cNvPr>
              <p:cNvSpPr>
                <a:spLocks noRot="1" noChangeAspect="1" noMove="1" noResize="1" noEditPoints="1" noAdjustHandles="1" noChangeArrowheads="1" noChangeShapeType="1" noTextEdit="1"/>
              </p:cNvSpPr>
              <p:nvPr/>
            </p:nvSpPr>
            <p:spPr>
              <a:xfrm>
                <a:off x="6017578" y="1914698"/>
                <a:ext cx="4976136" cy="652462"/>
              </a:xfrm>
              <a:prstGeom prst="wedgeRoundRectCallout">
                <a:avLst>
                  <a:gd name="adj1" fmla="val -16477"/>
                  <a:gd name="adj2" fmla="val 125871"/>
                  <a:gd name="adj3" fmla="val 16667"/>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6" name="Speech Bubble: Rectangle with Corners Rounded 5">
                <a:extLst>
                  <a:ext uri="{FF2B5EF4-FFF2-40B4-BE49-F238E27FC236}">
                    <a16:creationId xmlns:a16="http://schemas.microsoft.com/office/drawing/2014/main" id="{EADA0A10-1B41-CDE7-0E34-097D0C9C0EB1}"/>
                  </a:ext>
                </a:extLst>
              </p:cNvPr>
              <p:cNvSpPr/>
              <p:nvPr/>
            </p:nvSpPr>
            <p:spPr>
              <a:xfrm>
                <a:off x="1198286" y="1941680"/>
                <a:ext cx="4299862" cy="652462"/>
              </a:xfrm>
              <a:prstGeom prst="wedgeRoundRectCallout">
                <a:avLst>
                  <a:gd name="adj1" fmla="val 58528"/>
                  <a:gd name="adj2" fmla="val 125606"/>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Inference: solve </a:t>
                </a:r>
                <a14:m>
                  <m:oMath xmlns:m="http://schemas.openxmlformats.org/officeDocument/2006/math">
                    <m:func>
                      <m:funcPr>
                        <m:ctrlPr>
                          <a:rPr lang="en-CA" sz="2400" b="0" i="1" smtClean="0">
                            <a:latin typeface="Cambria Math" panose="02040503050406030204" pitchFamily="18" charset="0"/>
                          </a:rPr>
                        </m:ctrlPr>
                      </m:funcPr>
                      <m:fName>
                        <m:r>
                          <m:rPr>
                            <m:sty m:val="p"/>
                          </m:rPr>
                          <a:rPr lang="en-CA" sz="2400" b="0" i="0" smtClean="0">
                            <a:latin typeface="Cambria Math" panose="02040503050406030204" pitchFamily="18" charset="0"/>
                          </a:rPr>
                          <m:t>arg</m:t>
                        </m:r>
                      </m:fName>
                      <m:e>
                        <m:r>
                          <m:rPr>
                            <m:sty m:val="p"/>
                          </m:rPr>
                          <a:rPr lang="en-CA" sz="2400" b="0" i="0" smtClean="0">
                            <a:latin typeface="Cambria Math" panose="02040503050406030204" pitchFamily="18" charset="0"/>
                          </a:rPr>
                          <m:t>max</m:t>
                        </m:r>
                      </m:e>
                    </m:func>
                  </m:oMath>
                </a14:m>
                <a:endParaRPr lang="en-CA" sz="2400" dirty="0">
                  <a:latin typeface="Nunito" pitchFamily="2" charset="0"/>
                </a:endParaRPr>
              </a:p>
            </p:txBody>
          </p:sp>
        </mc:Choice>
        <mc:Fallback>
          <p:sp>
            <p:nvSpPr>
              <p:cNvPr id="6" name="Speech Bubble: Rectangle with Corners Rounded 5">
                <a:extLst>
                  <a:ext uri="{FF2B5EF4-FFF2-40B4-BE49-F238E27FC236}">
                    <a16:creationId xmlns:a16="http://schemas.microsoft.com/office/drawing/2014/main" id="{EADA0A10-1B41-CDE7-0E34-097D0C9C0EB1}"/>
                  </a:ext>
                </a:extLst>
              </p:cNvPr>
              <p:cNvSpPr>
                <a:spLocks noRot="1" noChangeAspect="1" noMove="1" noResize="1" noEditPoints="1" noAdjustHandles="1" noChangeArrowheads="1" noChangeShapeType="1" noTextEdit="1"/>
              </p:cNvSpPr>
              <p:nvPr/>
            </p:nvSpPr>
            <p:spPr>
              <a:xfrm>
                <a:off x="1198286" y="1941680"/>
                <a:ext cx="4299862" cy="652462"/>
              </a:xfrm>
              <a:prstGeom prst="wedgeRoundRectCallout">
                <a:avLst>
                  <a:gd name="adj1" fmla="val 58528"/>
                  <a:gd name="adj2" fmla="val 125606"/>
                  <a:gd name="adj3" fmla="val 16667"/>
                </a:avLst>
              </a:prstGeom>
              <a:blipFill>
                <a:blip r:embed="rId4"/>
                <a:stretch>
                  <a:fillRect/>
                </a:stretch>
              </a:blipFill>
            </p:spPr>
            <p:txBody>
              <a:bodyPr/>
              <a:lstStyle/>
              <a:p>
                <a:r>
                  <a:rPr lang="en-CA">
                    <a:noFill/>
                  </a:rPr>
                  <a:t> </a:t>
                </a:r>
              </a:p>
            </p:txBody>
          </p:sp>
        </mc:Fallback>
      </mc:AlternateContent>
      <p:sp>
        <p:nvSpPr>
          <p:cNvPr id="7" name="Speech Bubble: Rectangle with Corners Rounded 6">
            <a:extLst>
              <a:ext uri="{FF2B5EF4-FFF2-40B4-BE49-F238E27FC236}">
                <a16:creationId xmlns:a16="http://schemas.microsoft.com/office/drawing/2014/main" id="{CB54DF54-14DB-6895-A780-CC914616AE2F}"/>
              </a:ext>
            </a:extLst>
          </p:cNvPr>
          <p:cNvSpPr/>
          <p:nvPr/>
        </p:nvSpPr>
        <p:spPr>
          <a:xfrm>
            <a:off x="5920409" y="4290840"/>
            <a:ext cx="4299862" cy="652462"/>
          </a:xfrm>
          <a:prstGeom prst="wedgeRoundRectCallout">
            <a:avLst>
              <a:gd name="adj1" fmla="val 39408"/>
              <a:gd name="adj2" fmla="val -128322"/>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Learning: choose parameter</a:t>
            </a:r>
            <a:endParaRPr lang="en-CA" sz="2400" b="1" dirty="0">
              <a:latin typeface="Nunito" pitchFamily="2" charset="0"/>
            </a:endParaRPr>
          </a:p>
        </p:txBody>
      </p:sp>
    </p:spTree>
    <p:extLst>
      <p:ext uri="{BB962C8B-B14F-4D97-AF65-F5344CB8AC3E}">
        <p14:creationId xmlns:p14="http://schemas.microsoft.com/office/powerpoint/2010/main" val="406511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98389-3FD0-DF9B-FECC-286757809AED}"/>
              </a:ext>
            </a:extLst>
          </p:cNvPr>
          <p:cNvSpPr>
            <a:spLocks noGrp="1"/>
          </p:cNvSpPr>
          <p:nvPr>
            <p:ph type="title"/>
          </p:nvPr>
        </p:nvSpPr>
        <p:spPr/>
        <p:txBody>
          <a:bodyPr/>
          <a:lstStyle/>
          <a:p>
            <a:r>
              <a:rPr lang="en-CA" dirty="0"/>
              <a:t>Naïve Bayes: Modeling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F348B08-741F-83D1-7228-2785DEAA8C58}"/>
                  </a:ext>
                </a:extLst>
              </p:cNvPr>
              <p:cNvSpPr>
                <a:spLocks noGrp="1"/>
              </p:cNvSpPr>
              <p:nvPr>
                <p:ph idx="1"/>
              </p:nvPr>
            </p:nvSpPr>
            <p:spPr/>
            <p:txBody>
              <a:bodyPr/>
              <a:lstStyle/>
              <a:p>
                <a:pPr marL="0" indent="0">
                  <a:buNone/>
                </a:pPr>
                <a:r>
                  <a:rPr lang="en-CA" dirty="0"/>
                  <a:t>Probabilistic model: </a:t>
                </a:r>
                <a14:m>
                  <m:oMath xmlns:m="http://schemas.openxmlformats.org/officeDocument/2006/math">
                    <m:r>
                      <m:rPr>
                        <m:sty m:val="p"/>
                      </m:rPr>
                      <a:rPr lang="en-CA" smtClean="0">
                        <a:latin typeface="Cambria Math" panose="02040503050406030204" pitchFamily="18" charset="0"/>
                      </a:rPr>
                      <m:t>score</m:t>
                    </m:r>
                    <m:d>
                      <m:dPr>
                        <m:ctrlPr>
                          <a:rPr lang="en-CA" i="1">
                            <a:latin typeface="Cambria Math" panose="02040503050406030204" pitchFamily="18" charset="0"/>
                          </a:rPr>
                        </m:ctrlPr>
                      </m:dPr>
                      <m:e>
                        <m:r>
                          <m:rPr>
                            <m:sty m:val="p"/>
                          </m:rPr>
                          <a:rPr lang="en-CA">
                            <a:latin typeface="Cambria Math" panose="02040503050406030204" pitchFamily="18" charset="0"/>
                          </a:rPr>
                          <m:t>s</m:t>
                        </m:r>
                        <m:r>
                          <a:rPr lang="en-CA">
                            <a:latin typeface="Cambria Math" panose="02040503050406030204" pitchFamily="18" charset="0"/>
                          </a:rPr>
                          <m:t>, </m:t>
                        </m:r>
                        <m:r>
                          <m:rPr>
                            <m:sty m:val="p"/>
                          </m:rPr>
                          <a:rPr lang="en-CA">
                            <a:latin typeface="Cambria Math" panose="02040503050406030204" pitchFamily="18" charset="0"/>
                          </a:rPr>
                          <m:t>y</m:t>
                        </m:r>
                        <m:r>
                          <a:rPr lang="en-CA">
                            <a:latin typeface="Cambria Math" panose="02040503050406030204" pitchFamily="18" charset="0"/>
                          </a:rPr>
                          <m:t>;</m:t>
                        </m:r>
                        <m:r>
                          <m:rPr>
                            <m:sty m:val="p"/>
                          </m:rPr>
                          <a:rPr lang="en-CA">
                            <a:latin typeface="Cambria Math" panose="02040503050406030204" pitchFamily="18" charset="0"/>
                          </a:rPr>
                          <m:t>Θ</m:t>
                        </m:r>
                      </m:e>
                    </m:d>
                    <m:r>
                      <a:rPr lang="en-CA" b="0" i="1" smtClean="0">
                        <a:latin typeface="Cambria Math" panose="02040503050406030204" pitchFamily="18" charset="0"/>
                      </a:rPr>
                      <m:t>≔</m:t>
                    </m:r>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oMath>
                </a14:m>
                <a:r>
                  <a:rPr lang="en-CA" dirty="0"/>
                  <a:t> estimated from the data.</a:t>
                </a:r>
              </a:p>
              <a:p>
                <a:pPr marL="0" indent="0">
                  <a:buNone/>
                </a:pPr>
                <a:r>
                  <a:rPr lang="en-CA" dirty="0"/>
                  <a:t>How to estimate </a:t>
                </a:r>
                <a14:m>
                  <m:oMath xmlns:m="http://schemas.openxmlformats.org/officeDocument/2006/math">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𝑦</m:t>
                        </m:r>
                      </m:e>
                      <m:e>
                        <m:r>
                          <a:rPr lang="en-CA" b="0" i="1" smtClean="0">
                            <a:latin typeface="Cambria Math" panose="02040503050406030204" pitchFamily="18" charset="0"/>
                          </a:rPr>
                          <m:t>𝑠</m:t>
                        </m:r>
                      </m:e>
                    </m:d>
                  </m:oMath>
                </a14:m>
                <a:r>
                  <a:rPr lang="en-CA" dirty="0"/>
                  <a:t> to ensure sufficient generalizability?</a:t>
                </a:r>
              </a:p>
              <a:p>
                <a:pPr marL="0" indent="0">
                  <a:buNone/>
                </a:pPr>
                <a:endParaRPr lang="en-CA" sz="1200" dirty="0"/>
              </a:p>
              <a:p>
                <a:pPr marL="0" indent="0">
                  <a:buNone/>
                </a:pPr>
                <a:r>
                  <a:rPr lang="en-CA" dirty="0"/>
                  <a:t>The Bayes rule: </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𝑦</m:t>
                          </m:r>
                        </m:e>
                        <m:e>
                          <m:r>
                            <a:rPr lang="en-CA" b="0" i="1" smtClean="0">
                              <a:latin typeface="Cambria Math" panose="02040503050406030204" pitchFamily="18" charset="0"/>
                            </a:rPr>
                            <m:t>𝑠</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𝑠</m:t>
                              </m:r>
                            </m:e>
                            <m:e>
                              <m:r>
                                <a:rPr lang="en-CA" b="0" i="1" smtClean="0">
                                  <a:latin typeface="Cambria Math" panose="02040503050406030204" pitchFamily="18" charset="0"/>
                                </a:rPr>
                                <m:t>𝑦</m:t>
                              </m:r>
                            </m:e>
                          </m:d>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num>
                        <m:den>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den>
                      </m:f>
                      <m:r>
                        <a:rPr lang="en-CA" b="0" i="1" smtClean="0">
                          <a:latin typeface="Cambria Math" panose="02040503050406030204" pitchFamily="18" charset="0"/>
                        </a:rPr>
                        <m:t>∝</m:t>
                      </m:r>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𝑠</m:t>
                          </m:r>
                        </m:e>
                        <m:e>
                          <m:r>
                            <a:rPr lang="en-CA" b="0" i="1" smtClean="0">
                              <a:latin typeface="Cambria Math" panose="02040503050406030204" pitchFamily="18" charset="0"/>
                            </a:rPr>
                            <m:t>𝑦</m:t>
                          </m:r>
                        </m:e>
                      </m:d>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e>
                      </m:d>
                    </m:oMath>
                  </m:oMathPara>
                </a14:m>
                <a:endParaRPr lang="en-CA" dirty="0"/>
              </a:p>
              <a:p>
                <a:pPr marL="0" indent="0">
                  <a:buNone/>
                </a:pPr>
                <a:r>
                  <a:rPr lang="en-CA" dirty="0"/>
                  <a:t>Unigram assumption: </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𝑠</m:t>
                          </m:r>
                        </m:e>
                        <m:e>
                          <m:r>
                            <a:rPr lang="en-CA" b="0" i="1" smtClean="0">
                              <a:latin typeface="Cambria Math" panose="02040503050406030204" pitchFamily="18" charset="0"/>
                            </a:rPr>
                            <m:t>𝑦</m:t>
                          </m:r>
                        </m:e>
                      </m:d>
                      <m:r>
                        <a:rPr lang="en-CA" b="0" i="1" smtClean="0">
                          <a:latin typeface="Cambria Math" panose="02040503050406030204" pitchFamily="18" charset="0"/>
                        </a:rPr>
                        <m:t>=</m:t>
                      </m:r>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1</m:t>
                              </m:r>
                            </m:sub>
                          </m:sSub>
                        </m:e>
                        <m:e>
                          <m:r>
                            <a:rPr lang="en-CA" b="0" i="1" smtClean="0">
                              <a:latin typeface="Cambria Math" panose="02040503050406030204" pitchFamily="18" charset="0"/>
                            </a:rPr>
                            <m:t>𝑦</m:t>
                          </m:r>
                        </m:e>
                      </m:d>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2</m:t>
                              </m:r>
                            </m:sub>
                          </m:sSub>
                        </m:e>
                        <m:e>
                          <m:r>
                            <a:rPr lang="en-CA" b="0" i="1" smtClean="0">
                              <a:latin typeface="Cambria Math" panose="02040503050406030204" pitchFamily="18" charset="0"/>
                            </a:rPr>
                            <m:t>𝑦</m:t>
                          </m:r>
                        </m:e>
                      </m:d>
                      <m:r>
                        <a:rPr lang="en-CA" b="0" i="1" smtClean="0">
                          <a:latin typeface="Cambria Math" panose="02040503050406030204" pitchFamily="18" charset="0"/>
                        </a:rPr>
                        <m:t>…</m:t>
                      </m:r>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𝑘</m:t>
                              </m:r>
                            </m:sub>
                          </m:sSub>
                        </m:e>
                        <m:e>
                          <m:r>
                            <a:rPr lang="en-CA" b="0" i="1" smtClean="0">
                              <a:latin typeface="Cambria Math" panose="02040503050406030204" pitchFamily="18" charset="0"/>
                            </a:rPr>
                            <m:t>𝑦</m:t>
                          </m:r>
                        </m:e>
                      </m:d>
                      <m:r>
                        <a:rPr lang="en-CA" b="0" i="1" smtClean="0">
                          <a:latin typeface="Cambria Math" panose="02040503050406030204" pitchFamily="18" charset="0"/>
                        </a:rPr>
                        <m:t>    </m:t>
                      </m:r>
                      <m:r>
                        <m:rPr>
                          <m:sty m:val="p"/>
                        </m:rPr>
                        <a:rPr lang="en-CA" b="0" i="0" smtClean="0">
                          <a:latin typeface="Cambria Math" panose="02040503050406030204" pitchFamily="18" charset="0"/>
                        </a:rPr>
                        <m:t>if</m:t>
                      </m:r>
                      <m:r>
                        <a:rPr lang="en-CA" b="0" i="0" smtClean="0">
                          <a:latin typeface="Cambria Math" panose="02040503050406030204" pitchFamily="18" charset="0"/>
                        </a:rPr>
                        <m:t>  </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𝑘</m:t>
                          </m:r>
                        </m:sub>
                      </m:sSub>
                    </m:oMath>
                  </m:oMathPara>
                </a14:m>
                <a:endParaRPr lang="en-CA" dirty="0"/>
              </a:p>
              <a:p>
                <a:pPr marL="0" indent="0">
                  <a:buNone/>
                </a:pPr>
                <a:endParaRPr lang="en-CA" dirty="0">
                  <a:latin typeface="Cambria Math" panose="02040503050406030204" pitchFamily="18" charset="0"/>
                </a:endParaRPr>
              </a:p>
              <a:p>
                <a:pPr marL="0" indent="0">
                  <a:buNone/>
                </a:pPr>
                <a14:m>
                  <m:oMath xmlns:m="http://schemas.openxmlformats.org/officeDocument/2006/math">
                    <m:r>
                      <m:rPr>
                        <m:sty m:val="p"/>
                      </m:rPr>
                      <a:rPr lang="en-CA">
                        <a:latin typeface="Cambria Math" panose="02040503050406030204" pitchFamily="18" charset="0"/>
                      </a:rPr>
                      <m:t>Θ</m:t>
                    </m:r>
                  </m:oMath>
                </a14:m>
                <a:r>
                  <a:rPr lang="en-CA" dirty="0"/>
                  <a:t> in </a:t>
                </a:r>
                <a14:m>
                  <m:oMath xmlns:m="http://schemas.openxmlformats.org/officeDocument/2006/math">
                    <m:r>
                      <m:rPr>
                        <m:sty m:val="p"/>
                      </m:rPr>
                      <a:rPr lang="en-CA">
                        <a:latin typeface="Cambria Math" panose="02040503050406030204" pitchFamily="18" charset="0"/>
                      </a:rPr>
                      <m:t>score</m:t>
                    </m:r>
                    <m:d>
                      <m:dPr>
                        <m:ctrlPr>
                          <a:rPr lang="en-CA" i="1">
                            <a:latin typeface="Cambria Math" panose="02040503050406030204" pitchFamily="18" charset="0"/>
                          </a:rPr>
                        </m:ctrlPr>
                      </m:dPr>
                      <m:e>
                        <m:r>
                          <m:rPr>
                            <m:sty m:val="p"/>
                          </m:rPr>
                          <a:rPr lang="en-CA">
                            <a:latin typeface="Cambria Math" panose="02040503050406030204" pitchFamily="18" charset="0"/>
                          </a:rPr>
                          <m:t>s</m:t>
                        </m:r>
                        <m:r>
                          <a:rPr lang="en-CA">
                            <a:latin typeface="Cambria Math" panose="02040503050406030204" pitchFamily="18" charset="0"/>
                          </a:rPr>
                          <m:t>, </m:t>
                        </m:r>
                        <m:r>
                          <m:rPr>
                            <m:sty m:val="p"/>
                          </m:rPr>
                          <a:rPr lang="en-CA">
                            <a:latin typeface="Cambria Math" panose="02040503050406030204" pitchFamily="18" charset="0"/>
                          </a:rPr>
                          <m:t>y</m:t>
                        </m:r>
                        <m:r>
                          <a:rPr lang="en-CA">
                            <a:latin typeface="Cambria Math" panose="02040503050406030204" pitchFamily="18" charset="0"/>
                          </a:rPr>
                          <m:t>;</m:t>
                        </m:r>
                        <m:r>
                          <m:rPr>
                            <m:sty m:val="p"/>
                          </m:rPr>
                          <a:rPr lang="en-CA">
                            <a:latin typeface="Cambria Math" panose="02040503050406030204" pitchFamily="18" charset="0"/>
                          </a:rPr>
                          <m:t>Θ</m:t>
                        </m:r>
                      </m:e>
                    </m:d>
                    <m:r>
                      <a:rPr lang="en-CA" i="1">
                        <a:latin typeface="Cambria Math" panose="02040503050406030204" pitchFamily="18" charset="0"/>
                      </a:rPr>
                      <m:t>:</m:t>
                    </m:r>
                  </m:oMath>
                </a14:m>
                <a:r>
                  <a:rPr lang="en-CA" dirty="0"/>
                  <a:t> look-up table that stores </a:t>
                </a:r>
                <a14:m>
                  <m:oMath xmlns:m="http://schemas.openxmlformats.org/officeDocument/2006/math">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𝑤</m:t>
                        </m:r>
                        <m:r>
                          <a:rPr lang="en-CA" b="0" i="1" smtClean="0">
                            <a:latin typeface="Cambria Math" panose="02040503050406030204" pitchFamily="18" charset="0"/>
                          </a:rPr>
                          <m:t>∣</m:t>
                        </m:r>
                        <m:r>
                          <a:rPr lang="en-CA" b="0" i="1" smtClean="0">
                            <a:latin typeface="Cambria Math" panose="02040503050406030204" pitchFamily="18" charset="0"/>
                          </a:rPr>
                          <m:t>𝑦</m:t>
                        </m:r>
                      </m:e>
                    </m:d>
                  </m:oMath>
                </a14:m>
                <a:r>
                  <a:rPr lang="en-CA" dirty="0"/>
                  <a:t> and </a:t>
                </a:r>
                <a14:m>
                  <m:oMath xmlns:m="http://schemas.openxmlformats.org/officeDocument/2006/math">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e>
                    </m:d>
                    <m:r>
                      <a:rPr lang="en-CA" b="0" i="1" smtClean="0">
                        <a:latin typeface="Cambria Math" panose="02040503050406030204" pitchFamily="18" charset="0"/>
                      </a:rPr>
                      <m:t>.</m:t>
                    </m:r>
                  </m:oMath>
                </a14:m>
                <a:endParaRPr lang="en-CA" dirty="0"/>
              </a:p>
              <a:p>
                <a:pPr marL="0" indent="0">
                  <a:buNone/>
                </a:pPr>
                <a:endParaRPr lang="en-CA" dirty="0"/>
              </a:p>
            </p:txBody>
          </p:sp>
        </mc:Choice>
        <mc:Fallback>
          <p:sp>
            <p:nvSpPr>
              <p:cNvPr id="3" name="Content Placeholder 2">
                <a:extLst>
                  <a:ext uri="{FF2B5EF4-FFF2-40B4-BE49-F238E27FC236}">
                    <a16:creationId xmlns:a16="http://schemas.microsoft.com/office/drawing/2014/main" id="{FF348B08-741F-83D1-7228-2785DEAA8C58}"/>
                  </a:ext>
                </a:extLst>
              </p:cNvPr>
              <p:cNvSpPr>
                <a:spLocks noGrp="1" noRot="1" noChangeAspect="1" noMove="1" noResize="1" noEditPoints="1" noAdjustHandles="1" noChangeArrowheads="1" noChangeShapeType="1" noTextEdit="1"/>
              </p:cNvSpPr>
              <p:nvPr>
                <p:ph idx="1"/>
              </p:nvPr>
            </p:nvSpPr>
            <p:spPr>
              <a:blipFill>
                <a:blip r:embed="rId2"/>
                <a:stretch>
                  <a:fillRect l="-803" t="-847"/>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30B588C5-09DB-9D18-3F7F-DBCB9ADCDE04}"/>
              </a:ext>
            </a:extLst>
          </p:cNvPr>
          <p:cNvSpPr>
            <a:spLocks noGrp="1"/>
          </p:cNvSpPr>
          <p:nvPr>
            <p:ph type="sldNum" sz="quarter" idx="12"/>
          </p:nvPr>
        </p:nvSpPr>
        <p:spPr/>
        <p:txBody>
          <a:bodyPr/>
          <a:lstStyle/>
          <a:p>
            <a:fld id="{A36FF760-4833-4FC2-9C74-46CD274694B2}" type="slidenum">
              <a:rPr lang="en-CA" smtClean="0"/>
              <a:pPr/>
              <a:t>8</a:t>
            </a:fld>
            <a:endParaRPr lang="en-CA"/>
          </a:p>
        </p:txBody>
      </p:sp>
    </p:spTree>
    <p:extLst>
      <p:ext uri="{BB962C8B-B14F-4D97-AF65-F5344CB8AC3E}">
        <p14:creationId xmlns:p14="http://schemas.microsoft.com/office/powerpoint/2010/main" val="179343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2A5BA-2443-61C3-A384-CD3720D28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3ED331-5CE3-2F99-F875-49ACAD191553}"/>
              </a:ext>
            </a:extLst>
          </p:cNvPr>
          <p:cNvSpPr>
            <a:spLocks noGrp="1"/>
          </p:cNvSpPr>
          <p:nvPr>
            <p:ph type="title"/>
          </p:nvPr>
        </p:nvSpPr>
        <p:spPr/>
        <p:txBody>
          <a:bodyPr/>
          <a:lstStyle/>
          <a:p>
            <a:r>
              <a:rPr lang="en-CA" dirty="0"/>
              <a:t>Naïve Bayes: Learning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5A02E44-6F8A-AF0E-B7C4-4565296D9717}"/>
                  </a:ext>
                </a:extLst>
              </p:cNvPr>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𝑠</m:t>
                          </m:r>
                        </m:e>
                        <m:e>
                          <m:r>
                            <a:rPr lang="en-CA" b="0" i="1" smtClean="0">
                              <a:latin typeface="Cambria Math" panose="02040503050406030204" pitchFamily="18" charset="0"/>
                            </a:rPr>
                            <m:t>𝑦</m:t>
                          </m:r>
                        </m:e>
                      </m:d>
                      <m:r>
                        <a:rPr lang="en-CA" b="0" i="1" smtClean="0">
                          <a:latin typeface="Cambria Math" panose="02040503050406030204" pitchFamily="18" charset="0"/>
                        </a:rPr>
                        <m:t>=</m:t>
                      </m:r>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1</m:t>
                              </m:r>
                            </m:sub>
                          </m:sSub>
                        </m:e>
                        <m:e>
                          <m:r>
                            <a:rPr lang="en-CA" b="0" i="1" smtClean="0">
                              <a:latin typeface="Cambria Math" panose="02040503050406030204" pitchFamily="18" charset="0"/>
                            </a:rPr>
                            <m:t>𝑦</m:t>
                          </m:r>
                        </m:e>
                      </m:d>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2</m:t>
                              </m:r>
                            </m:sub>
                          </m:sSub>
                        </m:e>
                        <m:e>
                          <m:r>
                            <a:rPr lang="en-CA" b="0" i="1" smtClean="0">
                              <a:latin typeface="Cambria Math" panose="02040503050406030204" pitchFamily="18" charset="0"/>
                            </a:rPr>
                            <m:t>𝑦</m:t>
                          </m:r>
                        </m:e>
                      </m:d>
                      <m:r>
                        <a:rPr lang="en-CA" b="0" i="1" smtClean="0">
                          <a:latin typeface="Cambria Math" panose="02040503050406030204" pitchFamily="18" charset="0"/>
                        </a:rPr>
                        <m:t>…</m:t>
                      </m:r>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𝑘</m:t>
                              </m:r>
                            </m:sub>
                          </m:sSub>
                        </m:e>
                        <m:e>
                          <m:r>
                            <a:rPr lang="en-CA" b="0" i="1" smtClean="0">
                              <a:latin typeface="Cambria Math" panose="02040503050406030204" pitchFamily="18" charset="0"/>
                            </a:rPr>
                            <m:t>𝑦</m:t>
                          </m:r>
                        </m:e>
                      </m:d>
                      <m:r>
                        <a:rPr lang="en-CA" b="0" i="1" smtClean="0">
                          <a:latin typeface="Cambria Math" panose="02040503050406030204" pitchFamily="18" charset="0"/>
                        </a:rPr>
                        <m:t>    </m:t>
                      </m:r>
                      <m:r>
                        <m:rPr>
                          <m:sty m:val="p"/>
                        </m:rPr>
                        <a:rPr lang="en-CA" b="0" i="0" smtClean="0">
                          <a:latin typeface="Cambria Math" panose="02040503050406030204" pitchFamily="18" charset="0"/>
                        </a:rPr>
                        <m:t>if</m:t>
                      </m:r>
                      <m:r>
                        <a:rPr lang="en-CA" b="0" i="0" smtClean="0">
                          <a:latin typeface="Cambria Math" panose="02040503050406030204" pitchFamily="18" charset="0"/>
                        </a:rPr>
                        <m:t>  </m:t>
                      </m:r>
                      <m:r>
                        <a:rPr lang="en-CA" b="0" i="1" smtClean="0">
                          <a:latin typeface="Cambria Math" panose="02040503050406030204" pitchFamily="18" charset="0"/>
                        </a:rPr>
                        <m:t>𝑠</m:t>
                      </m:r>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1</m:t>
                          </m:r>
                        </m:sub>
                      </m:sSub>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2</m:t>
                          </m:r>
                        </m:sub>
                      </m:sSub>
                      <m:r>
                        <a:rPr lang="en-CA" b="0" i="1" smtClean="0">
                          <a:latin typeface="Cambria Math" panose="02040503050406030204" pitchFamily="18" charset="0"/>
                        </a:rPr>
                        <m:t>…</m:t>
                      </m:r>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𝑘</m:t>
                          </m:r>
                        </m:sub>
                      </m:sSub>
                    </m:oMath>
                  </m:oMathPara>
                </a14:m>
                <a:endParaRPr lang="en-CA" b="0" dirty="0"/>
              </a:p>
              <a:p>
                <a:pPr marL="0" indent="0">
                  <a:buNone/>
                </a:pPr>
                <a:endParaRPr lang="en-CA" sz="700" dirty="0"/>
              </a:p>
              <a:p>
                <a:pPr marL="0" indent="0">
                  <a:buNone/>
                </a:pPr>
                <a:r>
                  <a:rPr lang="en-CA" b="0" dirty="0"/>
                  <a:t>Each </a:t>
                </a:r>
                <a14:m>
                  <m:oMath xmlns:m="http://schemas.openxmlformats.org/officeDocument/2006/math">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𝑤</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oMath>
                </a14:m>
                <a:r>
                  <a:rPr lang="en-CA" b="0" dirty="0"/>
                  <a:t> and </a:t>
                </a:r>
                <a14:m>
                  <m:oMath xmlns:m="http://schemas.openxmlformats.org/officeDocument/2006/math">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e>
                    </m:d>
                  </m:oMath>
                </a14:m>
                <a:r>
                  <a:rPr lang="en-CA" b="0" dirty="0"/>
                  <a:t> can be estimated by counting from th</a:t>
                </a:r>
                <a:r>
                  <a:rPr lang="en-CA" dirty="0"/>
                  <a:t>e corpora.</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𝑤</m:t>
                          </m:r>
                        </m:e>
                        <m:e>
                          <m:r>
                            <a:rPr lang="en-CA" b="0" i="1" smtClean="0">
                              <a:latin typeface="Cambria Math" panose="02040503050406030204" pitchFamily="18" charset="0"/>
                            </a:rPr>
                            <m:t>𝑦</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m:rPr>
                              <m:sty m:val="p"/>
                            </m:rPr>
                            <a:rPr lang="en-CA" b="0" i="0" smtClean="0">
                              <a:latin typeface="Cambria Math" panose="02040503050406030204" pitchFamily="18" charset="0"/>
                            </a:rPr>
                            <m:t>count</m:t>
                          </m:r>
                          <m:r>
                            <a:rPr lang="en-CA" b="0" i="0" smtClean="0">
                              <a:latin typeface="Cambria Math" panose="02040503050406030204" pitchFamily="18" charset="0"/>
                            </a:rPr>
                            <m:t>(</m:t>
                          </m:r>
                          <m:r>
                            <a:rPr lang="en-CA" b="0" i="1" smtClean="0">
                              <a:latin typeface="Cambria Math" panose="02040503050406030204" pitchFamily="18" charset="0"/>
                            </a:rPr>
                            <m:t>𝑤</m:t>
                          </m:r>
                          <m:r>
                            <a:rPr lang="en-CA" b="0" i="1" smtClean="0">
                              <a:latin typeface="Cambria Math" panose="02040503050406030204" pitchFamily="18" charset="0"/>
                            </a:rPr>
                            <m:t>, </m:t>
                          </m:r>
                          <m:r>
                            <a:rPr lang="en-CA" b="0" i="1" smtClean="0">
                              <a:latin typeface="Cambria Math" panose="02040503050406030204" pitchFamily="18" charset="0"/>
                            </a:rPr>
                            <m:t>𝑦</m:t>
                          </m:r>
                          <m:r>
                            <a:rPr lang="en-CA" b="0" i="1" smtClean="0">
                              <a:latin typeface="Cambria Math" panose="02040503050406030204" pitchFamily="18" charset="0"/>
                            </a:rPr>
                            <m:t>)</m:t>
                          </m:r>
                        </m:num>
                        <m:den>
                          <m:nary>
                            <m:naryPr>
                              <m:chr m:val="∑"/>
                              <m:supHide m:val="on"/>
                              <m:ctrlPr>
                                <a:rPr lang="en-CA" b="0" i="1" smtClean="0">
                                  <a:latin typeface="Cambria Math" panose="02040503050406030204" pitchFamily="18" charset="0"/>
                                </a:rPr>
                              </m:ctrlPr>
                            </m:naryPr>
                            <m:sub>
                              <m:sSup>
                                <m:sSupPr>
                                  <m:ctrlPr>
                                    <a:rPr lang="en-CA" b="0" i="1" smtClean="0">
                                      <a:latin typeface="Cambria Math" panose="02040503050406030204" pitchFamily="18" charset="0"/>
                                    </a:rPr>
                                  </m:ctrlPr>
                                </m:sSupPr>
                                <m:e>
                                  <m:r>
                                    <a:rPr lang="en-CA" b="0" i="1" smtClean="0">
                                      <a:latin typeface="Cambria Math" panose="02040503050406030204" pitchFamily="18" charset="0"/>
                                    </a:rPr>
                                    <m:t>𝑤</m:t>
                                  </m:r>
                                </m:e>
                                <m:sup>
                                  <m:r>
                                    <a:rPr lang="en-CA" b="0" i="1" smtClean="0">
                                      <a:latin typeface="Cambria Math" panose="02040503050406030204" pitchFamily="18" charset="0"/>
                                    </a:rPr>
                                    <m:t>′</m:t>
                                  </m:r>
                                </m:sup>
                              </m:sSup>
                              <m:r>
                                <a:rPr lang="en-CA" b="0" i="1" smtClean="0">
                                  <a:latin typeface="Cambria Math" panose="02040503050406030204" pitchFamily="18" charset="0"/>
                                </a:rPr>
                                <m:t>∈</m:t>
                              </m:r>
                              <m:r>
                                <a:rPr lang="en-CA" b="0" i="1" smtClean="0">
                                  <a:latin typeface="Cambria Math" panose="02040503050406030204" pitchFamily="18" charset="0"/>
                                </a:rPr>
                                <m:t>𝑉</m:t>
                              </m:r>
                            </m:sub>
                            <m:sup/>
                            <m:e>
                              <m:r>
                                <m:rPr>
                                  <m:sty m:val="p"/>
                                </m:rPr>
                                <a:rPr lang="en-CA" b="0" i="0" smtClean="0">
                                  <a:latin typeface="Cambria Math" panose="02040503050406030204" pitchFamily="18" charset="0"/>
                                </a:rPr>
                                <m:t>count</m:t>
                              </m:r>
                              <m:d>
                                <m:dPr>
                                  <m:ctrlPr>
                                    <a:rPr lang="en-CA" b="0" i="0" smtClean="0">
                                      <a:latin typeface="Cambria Math" panose="02040503050406030204" pitchFamily="18" charset="0"/>
                                    </a:rPr>
                                  </m:ctrlPr>
                                </m:dPr>
                                <m:e>
                                  <m:sSup>
                                    <m:sSupPr>
                                      <m:ctrlPr>
                                        <a:rPr lang="en-CA" b="0" i="1" smtClean="0">
                                          <a:latin typeface="Cambria Math" panose="02040503050406030204" pitchFamily="18" charset="0"/>
                                        </a:rPr>
                                      </m:ctrlPr>
                                    </m:sSupPr>
                                    <m:e>
                                      <m:r>
                                        <a:rPr lang="en-CA" b="0" i="1" smtClean="0">
                                          <a:latin typeface="Cambria Math" panose="02040503050406030204" pitchFamily="18" charset="0"/>
                                        </a:rPr>
                                        <m:t>𝑤</m:t>
                                      </m:r>
                                    </m:e>
                                    <m:sup>
                                      <m:r>
                                        <a:rPr lang="en-CA" b="0" i="1" smtClean="0">
                                          <a:latin typeface="Cambria Math" panose="02040503050406030204" pitchFamily="18" charset="0"/>
                                        </a:rPr>
                                        <m:t>′</m:t>
                                      </m:r>
                                    </m:sup>
                                  </m:sSup>
                                  <m:r>
                                    <a:rPr lang="en-CA" b="0" i="1" smtClean="0">
                                      <a:latin typeface="Cambria Math" panose="02040503050406030204" pitchFamily="18" charset="0"/>
                                    </a:rPr>
                                    <m:t>, </m:t>
                                  </m:r>
                                  <m:r>
                                    <a:rPr lang="en-CA" b="0" i="1" smtClean="0">
                                      <a:latin typeface="Cambria Math" panose="02040503050406030204" pitchFamily="18" charset="0"/>
                                    </a:rPr>
                                    <m:t>𝑦</m:t>
                                  </m:r>
                                </m:e>
                              </m:d>
                            </m:e>
                          </m:nary>
                        </m:den>
                      </m:f>
                      <m:r>
                        <a:rPr lang="en-CA" b="0" i="1" smtClean="0">
                          <a:latin typeface="Cambria Math" panose="02040503050406030204" pitchFamily="18" charset="0"/>
                        </a:rPr>
                        <m:t>            </m:t>
                      </m:r>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m:rPr>
                              <m:sty m:val="p"/>
                            </m:rPr>
                            <a:rPr lang="en-CA" b="0" i="0" smtClean="0">
                              <a:latin typeface="Cambria Math" panose="02040503050406030204" pitchFamily="18" charset="0"/>
                            </a:rPr>
                            <m:t>count</m:t>
                          </m:r>
                          <m:d>
                            <m:dPr>
                              <m:ctrlPr>
                                <a:rPr lang="en-CA" b="0" i="0" smtClean="0">
                                  <a:latin typeface="Cambria Math" panose="02040503050406030204" pitchFamily="18" charset="0"/>
                                </a:rPr>
                              </m:ctrlPr>
                            </m:dPr>
                            <m:e>
                              <m:r>
                                <m:rPr>
                                  <m:sty m:val="p"/>
                                </m:rPr>
                                <a:rPr lang="en-CA" b="0" i="0" smtClean="0">
                                  <a:latin typeface="Cambria Math" panose="02040503050406030204" pitchFamily="18" charset="0"/>
                                </a:rPr>
                                <m:t>y</m:t>
                              </m:r>
                            </m:e>
                          </m:d>
                        </m:num>
                        <m:den>
                          <m:r>
                            <a:rPr lang="en-CA" b="0" i="1" smtClean="0">
                              <a:latin typeface="Cambria Math" panose="02040503050406030204" pitchFamily="18" charset="0"/>
                            </a:rPr>
                            <m:t>𝑛</m:t>
                          </m:r>
                        </m:den>
                      </m:f>
                    </m:oMath>
                  </m:oMathPara>
                </a14:m>
                <a:endParaRPr lang="en-CA" b="0" dirty="0"/>
              </a:p>
              <a:p>
                <a:pPr marL="0" indent="0">
                  <a:buNone/>
                </a:pPr>
                <a:r>
                  <a:rPr lang="en-CA" b="0" dirty="0"/>
                  <a:t>This is the estimation that maximizes dataset probability.</a:t>
                </a:r>
              </a:p>
              <a:p>
                <a:pPr marL="0" indent="0">
                  <a:buNone/>
                </a:pPr>
                <a:endParaRPr lang="en-CA" sz="900" dirty="0"/>
              </a:p>
              <a:p>
                <a:pPr marL="0" indent="0">
                  <a:buNone/>
                </a:pPr>
                <a:r>
                  <a:rPr lang="en-CA" b="0" dirty="0"/>
                  <a:t>Issue: an unseen word in certain class will lead to a zero probability!</a:t>
                </a:r>
              </a:p>
              <a:p>
                <a:pPr marL="0" indent="0">
                  <a:buNone/>
                </a:pPr>
                <a:r>
                  <a:rPr lang="en-CA" dirty="0"/>
                  <a:t>Solution: smoothing.</a:t>
                </a:r>
              </a:p>
              <a:p>
                <a:pPr marL="0" indent="0">
                  <a:buNone/>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𝑃</m:t>
                      </m:r>
                      <m:d>
                        <m:dPr>
                          <m:sepChr m:val="∣"/>
                          <m:ctrlPr>
                            <a:rPr lang="en-CA" i="1">
                              <a:latin typeface="Cambria Math" panose="02040503050406030204" pitchFamily="18" charset="0"/>
                            </a:rPr>
                          </m:ctrlPr>
                        </m:dPr>
                        <m:e>
                          <m:r>
                            <a:rPr lang="en-CA" i="1">
                              <a:latin typeface="Cambria Math" panose="02040503050406030204" pitchFamily="18" charset="0"/>
                            </a:rPr>
                            <m:t>𝑤</m:t>
                          </m:r>
                        </m:e>
                        <m:e>
                          <m:r>
                            <a:rPr lang="en-CA" i="1">
                              <a:latin typeface="Cambria Math" panose="02040503050406030204" pitchFamily="18" charset="0"/>
                            </a:rPr>
                            <m:t>𝑦</m:t>
                          </m:r>
                        </m:e>
                      </m:d>
                      <m:r>
                        <a:rPr lang="en-CA" i="1">
                          <a:latin typeface="Cambria Math" panose="02040503050406030204" pitchFamily="18" charset="0"/>
                        </a:rPr>
                        <m:t>=</m:t>
                      </m:r>
                      <m:f>
                        <m:fPr>
                          <m:ctrlPr>
                            <a:rPr lang="en-CA" i="1">
                              <a:latin typeface="Cambria Math" panose="02040503050406030204" pitchFamily="18" charset="0"/>
                            </a:rPr>
                          </m:ctrlPr>
                        </m:fPr>
                        <m:num>
                          <m:r>
                            <m:rPr>
                              <m:sty m:val="p"/>
                            </m:rPr>
                            <a:rPr lang="en-CA">
                              <a:latin typeface="Cambria Math" panose="02040503050406030204" pitchFamily="18" charset="0"/>
                            </a:rPr>
                            <m:t>count</m:t>
                          </m:r>
                          <m:d>
                            <m:dPr>
                              <m:ctrlPr>
                                <a:rPr lang="en-CA" i="1">
                                  <a:latin typeface="Cambria Math" panose="02040503050406030204" pitchFamily="18" charset="0"/>
                                </a:rPr>
                              </m:ctrlPr>
                            </m:dPr>
                            <m:e>
                              <m:r>
                                <a:rPr lang="en-CA" i="1">
                                  <a:latin typeface="Cambria Math" panose="02040503050406030204" pitchFamily="18" charset="0"/>
                                </a:rPr>
                                <m:t>𝑤</m:t>
                              </m:r>
                              <m:r>
                                <a:rPr lang="en-CA" i="1">
                                  <a:latin typeface="Cambria Math" panose="02040503050406030204" pitchFamily="18" charset="0"/>
                                </a:rPr>
                                <m:t>, </m:t>
                              </m:r>
                              <m:r>
                                <a:rPr lang="en-CA" i="1">
                                  <a:latin typeface="Cambria Math" panose="02040503050406030204" pitchFamily="18" charset="0"/>
                                </a:rPr>
                                <m:t>𝑦</m:t>
                              </m:r>
                            </m:e>
                          </m:d>
                          <m:r>
                            <a:rPr lang="en-CA" b="0" i="1" smtClean="0">
                              <a:latin typeface="Cambria Math" panose="02040503050406030204" pitchFamily="18" charset="0"/>
                            </a:rPr>
                            <m:t>+</m:t>
                          </m:r>
                          <m:r>
                            <a:rPr lang="en-CA" b="0" i="1" smtClean="0">
                              <a:latin typeface="Cambria Math" panose="02040503050406030204" pitchFamily="18" charset="0"/>
                            </a:rPr>
                            <m:t>𝛼</m:t>
                          </m:r>
                        </m:num>
                        <m:den>
                          <m:nary>
                            <m:naryPr>
                              <m:chr m:val="∑"/>
                              <m:supHide m:val="on"/>
                              <m:ctrlPr>
                                <a:rPr lang="en-CA" i="1">
                                  <a:latin typeface="Cambria Math" panose="02040503050406030204" pitchFamily="18" charset="0"/>
                                </a:rPr>
                              </m:ctrlPr>
                            </m:naryPr>
                            <m:sub>
                              <m:sSup>
                                <m:sSupPr>
                                  <m:ctrlPr>
                                    <a:rPr lang="en-CA" i="1">
                                      <a:latin typeface="Cambria Math" panose="02040503050406030204" pitchFamily="18" charset="0"/>
                                    </a:rPr>
                                  </m:ctrlPr>
                                </m:sSupPr>
                                <m:e>
                                  <m:r>
                                    <a:rPr lang="en-CA" i="1">
                                      <a:latin typeface="Cambria Math" panose="02040503050406030204" pitchFamily="18" charset="0"/>
                                    </a:rPr>
                                    <m:t>𝑤</m:t>
                                  </m:r>
                                </m:e>
                                <m:sup>
                                  <m:r>
                                    <a:rPr lang="en-CA" i="1">
                                      <a:latin typeface="Cambria Math" panose="02040503050406030204" pitchFamily="18" charset="0"/>
                                    </a:rPr>
                                    <m:t>′</m:t>
                                  </m:r>
                                </m:sup>
                              </m:sSup>
                              <m:r>
                                <a:rPr lang="en-CA" b="0" i="1" smtClean="0">
                                  <a:latin typeface="Cambria Math" panose="02040503050406030204" pitchFamily="18" charset="0"/>
                                </a:rPr>
                                <m:t>∈</m:t>
                              </m:r>
                              <m:r>
                                <a:rPr lang="en-CA" b="0" i="1" smtClean="0">
                                  <a:latin typeface="Cambria Math" panose="02040503050406030204" pitchFamily="18" charset="0"/>
                                </a:rPr>
                                <m:t>𝑉</m:t>
                              </m:r>
                            </m:sub>
                            <m:sup/>
                            <m:e>
                              <m:r>
                                <m:rPr>
                                  <m:sty m:val="p"/>
                                </m:rPr>
                                <a:rPr lang="en-CA">
                                  <a:latin typeface="Cambria Math" panose="02040503050406030204" pitchFamily="18" charset="0"/>
                                </a:rPr>
                                <m:t>count</m:t>
                              </m:r>
                              <m:d>
                                <m:dPr>
                                  <m:ctrlPr>
                                    <a:rPr lang="en-CA" i="1">
                                      <a:latin typeface="Cambria Math" panose="02040503050406030204" pitchFamily="18" charset="0"/>
                                    </a:rPr>
                                  </m:ctrlPr>
                                </m:dPr>
                                <m:e>
                                  <m:sSup>
                                    <m:sSupPr>
                                      <m:ctrlPr>
                                        <a:rPr lang="en-CA" i="1">
                                          <a:latin typeface="Cambria Math" panose="02040503050406030204" pitchFamily="18" charset="0"/>
                                        </a:rPr>
                                      </m:ctrlPr>
                                    </m:sSupPr>
                                    <m:e>
                                      <m:r>
                                        <a:rPr lang="en-CA" i="1">
                                          <a:latin typeface="Cambria Math" panose="02040503050406030204" pitchFamily="18" charset="0"/>
                                        </a:rPr>
                                        <m:t>𝑤</m:t>
                                      </m:r>
                                    </m:e>
                                    <m:sup>
                                      <m:r>
                                        <a:rPr lang="en-CA" i="1">
                                          <a:latin typeface="Cambria Math" panose="02040503050406030204" pitchFamily="18" charset="0"/>
                                        </a:rPr>
                                        <m:t>′</m:t>
                                      </m:r>
                                    </m:sup>
                                  </m:sSup>
                                  <m:r>
                                    <a:rPr lang="en-CA" i="1">
                                      <a:latin typeface="Cambria Math" panose="02040503050406030204" pitchFamily="18" charset="0"/>
                                    </a:rPr>
                                    <m:t>, </m:t>
                                  </m:r>
                                  <m:r>
                                    <a:rPr lang="en-CA" i="1">
                                      <a:latin typeface="Cambria Math" panose="02040503050406030204" pitchFamily="18" charset="0"/>
                                    </a:rPr>
                                    <m:t>𝑦</m:t>
                                  </m:r>
                                </m:e>
                              </m:d>
                            </m:e>
                          </m:nary>
                          <m:r>
                            <a:rPr lang="en-CA" b="0" i="1" smtClean="0">
                              <a:latin typeface="Cambria Math" panose="02040503050406030204" pitchFamily="18" charset="0"/>
                            </a:rPr>
                            <m:t>+</m:t>
                          </m:r>
                          <m:r>
                            <a:rPr lang="en-CA" b="0" i="1" smtClean="0">
                              <a:latin typeface="Cambria Math" panose="02040503050406030204" pitchFamily="18" charset="0"/>
                            </a:rPr>
                            <m:t>𝛼</m:t>
                          </m:r>
                          <m:r>
                            <a:rPr lang="en-CA" b="0" i="1" smtClean="0">
                              <a:latin typeface="Cambria Math" panose="02040503050406030204" pitchFamily="18" charset="0"/>
                            </a:rPr>
                            <m:t>|</m:t>
                          </m:r>
                          <m:r>
                            <a:rPr lang="en-CA" b="0" i="1" smtClean="0">
                              <a:latin typeface="Cambria Math" panose="02040503050406030204" pitchFamily="18" charset="0"/>
                            </a:rPr>
                            <m:t>𝑉</m:t>
                          </m:r>
                          <m:r>
                            <a:rPr lang="en-CA" b="0" i="1" smtClean="0">
                              <a:latin typeface="Cambria Math" panose="02040503050406030204" pitchFamily="18" charset="0"/>
                            </a:rPr>
                            <m:t>|</m:t>
                          </m:r>
                        </m:den>
                      </m:f>
                    </m:oMath>
                  </m:oMathPara>
                </a14:m>
                <a:endParaRPr lang="en-CA" b="0" dirty="0"/>
              </a:p>
              <a:p>
                <a:pPr marL="0" indent="0">
                  <a:buNone/>
                </a:pPr>
                <a:endParaRPr lang="en-CA" dirty="0"/>
              </a:p>
            </p:txBody>
          </p:sp>
        </mc:Choice>
        <mc:Fallback>
          <p:sp>
            <p:nvSpPr>
              <p:cNvPr id="3" name="Content Placeholder 2">
                <a:extLst>
                  <a:ext uri="{FF2B5EF4-FFF2-40B4-BE49-F238E27FC236}">
                    <a16:creationId xmlns:a16="http://schemas.microsoft.com/office/drawing/2014/main" id="{25A02E44-6F8A-AF0E-B7C4-4565296D9717}"/>
                  </a:ext>
                </a:extLst>
              </p:cNvPr>
              <p:cNvSpPr>
                <a:spLocks noGrp="1" noRot="1" noChangeAspect="1" noMove="1" noResize="1" noEditPoints="1" noAdjustHandles="1" noChangeArrowheads="1" noChangeShapeType="1" noTextEdit="1"/>
              </p:cNvSpPr>
              <p:nvPr>
                <p:ph idx="1"/>
              </p:nvPr>
            </p:nvSpPr>
            <p:spPr>
              <a:blipFill>
                <a:blip r:embed="rId2"/>
                <a:stretch>
                  <a:fillRect l="-803"/>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82D97220-F75A-7740-09AB-103A1C7F2E83}"/>
              </a:ext>
            </a:extLst>
          </p:cNvPr>
          <p:cNvSpPr>
            <a:spLocks noGrp="1"/>
          </p:cNvSpPr>
          <p:nvPr>
            <p:ph type="sldNum" sz="quarter" idx="12"/>
          </p:nvPr>
        </p:nvSpPr>
        <p:spPr/>
        <p:txBody>
          <a:bodyPr/>
          <a:lstStyle/>
          <a:p>
            <a:fld id="{A36FF760-4833-4FC2-9C74-46CD274694B2}" type="slidenum">
              <a:rPr lang="en-CA" smtClean="0"/>
              <a:pPr/>
              <a:t>9</a:t>
            </a:fld>
            <a:endParaRPr lang="en-CA"/>
          </a:p>
        </p:txBody>
      </p:sp>
    </p:spTree>
    <p:extLst>
      <p:ext uri="{BB962C8B-B14F-4D97-AF65-F5344CB8AC3E}">
        <p14:creationId xmlns:p14="http://schemas.microsoft.com/office/powerpoint/2010/main" val="679039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EA3A1E2-D5A2-8E22-ADB2-E66F21E30556}"/>
              </a:ext>
            </a:extLst>
          </p:cNvPr>
          <p:cNvSpPr>
            <a:spLocks noGrp="1"/>
          </p:cNvSpPr>
          <p:nvPr>
            <p:ph idx="1"/>
          </p:nvPr>
        </p:nvSpPr>
        <p:spPr>
          <a:xfrm>
            <a:off x="838200" y="1873903"/>
            <a:ext cx="3352800" cy="3867150"/>
          </a:xfrm>
        </p:spPr>
        <p:txBody>
          <a:bodyPr>
            <a:normAutofit fontScale="92500" lnSpcReduction="10000"/>
          </a:bodyPr>
          <a:lstStyle/>
          <a:p>
            <a:pPr marL="0" indent="0">
              <a:buNone/>
            </a:pPr>
            <a:r>
              <a:rPr lang="en-US" sz="2000" dirty="0"/>
              <a:t>I love this movie! It's sweet, but with satirical humor. The dialogue is great and the adventure scenes are fun... It manages to be whimsical and romantic while laughing at the conventions of the fairy tale genre. I would recommend it to just about anyone. I've seen it several times, and I'm always happy to see it again whenever I have a friend who hasn't seen it yet!</a:t>
            </a:r>
            <a:endParaRPr lang="en-CA" sz="2000" dirty="0"/>
          </a:p>
        </p:txBody>
      </p:sp>
      <p:pic>
        <p:nvPicPr>
          <p:cNvPr id="1026" name="Picture 2">
            <a:extLst>
              <a:ext uri="{FF2B5EF4-FFF2-40B4-BE49-F238E27FC236}">
                <a16:creationId xmlns:a16="http://schemas.microsoft.com/office/drawing/2014/main" id="{D0B142D6-2433-305F-8E72-9F49E0F68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127" y="1611965"/>
            <a:ext cx="2438400" cy="4303059"/>
          </a:xfrm>
          <a:prstGeom prst="rect">
            <a:avLst/>
          </a:prstGeom>
          <a:noFill/>
          <a:extLst>
            <a:ext uri="{909E8E84-426E-40DD-AFC4-6F175D3DCCD1}">
              <a14:hiddenFill xmlns:a14="http://schemas.microsoft.com/office/drawing/2010/main">
                <a:solidFill>
                  <a:srgbClr val="FFFFFF"/>
                </a:solidFill>
              </a14:hiddenFill>
            </a:ext>
          </a:extLst>
        </p:spPr>
      </p:pic>
      <p:sp>
        <p:nvSpPr>
          <p:cNvPr id="7" name="Arrow: Right 6">
            <a:extLst>
              <a:ext uri="{FF2B5EF4-FFF2-40B4-BE49-F238E27FC236}">
                <a16:creationId xmlns:a16="http://schemas.microsoft.com/office/drawing/2014/main" id="{464C09B7-9908-9F84-44ED-423FE0D929DA}"/>
              </a:ext>
            </a:extLst>
          </p:cNvPr>
          <p:cNvSpPr/>
          <p:nvPr/>
        </p:nvSpPr>
        <p:spPr>
          <a:xfrm>
            <a:off x="4491038" y="3490912"/>
            <a:ext cx="833437" cy="561975"/>
          </a:xfrm>
          <a:prstGeom prst="rightArrow">
            <a:avLst/>
          </a:prstGeom>
          <a:solidFill>
            <a:srgbClr val="2683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a:extLst>
              <a:ext uri="{FF2B5EF4-FFF2-40B4-BE49-F238E27FC236}">
                <a16:creationId xmlns:a16="http://schemas.microsoft.com/office/drawing/2014/main" id="{0A441255-7351-07C1-4C8A-AE10F2E9ABC8}"/>
              </a:ext>
            </a:extLst>
          </p:cNvPr>
          <p:cNvSpPr txBox="1"/>
          <p:nvPr/>
        </p:nvSpPr>
        <p:spPr>
          <a:xfrm>
            <a:off x="5724525" y="2867020"/>
            <a:ext cx="2138363" cy="2585323"/>
          </a:xfrm>
          <a:prstGeom prst="rect">
            <a:avLst/>
          </a:prstGeom>
          <a:noFill/>
        </p:spPr>
        <p:txBody>
          <a:bodyPr wrap="square" rtlCol="0">
            <a:spAutoFit/>
          </a:bodyPr>
          <a:lstStyle/>
          <a:p>
            <a:r>
              <a:rPr lang="en-US" dirty="0"/>
              <a:t>love sweet humor</a:t>
            </a:r>
          </a:p>
          <a:p>
            <a:r>
              <a:rPr lang="en-CA" dirty="0"/>
              <a:t>it  are  be  it seen</a:t>
            </a:r>
          </a:p>
          <a:p>
            <a:r>
              <a:rPr lang="en-CA" dirty="0"/>
              <a:t>and tale whimsical</a:t>
            </a:r>
          </a:p>
          <a:p>
            <a:r>
              <a:rPr lang="en-CA" dirty="0"/>
              <a:t>and I’m I’ve it see </a:t>
            </a:r>
          </a:p>
          <a:p>
            <a:r>
              <a:rPr lang="en-CA" dirty="0"/>
              <a:t>again friend it seen</a:t>
            </a:r>
            <a:br>
              <a:rPr lang="en-CA" dirty="0"/>
            </a:br>
            <a:r>
              <a:rPr lang="en-CA" dirty="0"/>
              <a:t>recommend fairy to</a:t>
            </a:r>
            <a:br>
              <a:rPr lang="en-CA" dirty="0"/>
            </a:br>
            <a:r>
              <a:rPr lang="en-CA" dirty="0"/>
              <a:t>anyone always have</a:t>
            </a:r>
            <a:br>
              <a:rPr lang="en-CA" dirty="0"/>
            </a:br>
            <a:r>
              <a:rPr lang="en-CA" dirty="0"/>
              <a:t>hasn’t genre humor…</a:t>
            </a:r>
          </a:p>
        </p:txBody>
      </p:sp>
      <p:sp>
        <p:nvSpPr>
          <p:cNvPr id="10" name="Arrow: Right 9">
            <a:extLst>
              <a:ext uri="{FF2B5EF4-FFF2-40B4-BE49-F238E27FC236}">
                <a16:creationId xmlns:a16="http://schemas.microsoft.com/office/drawing/2014/main" id="{6FB502D7-E125-8EE2-22E5-807528479630}"/>
              </a:ext>
            </a:extLst>
          </p:cNvPr>
          <p:cNvSpPr/>
          <p:nvPr/>
        </p:nvSpPr>
        <p:spPr>
          <a:xfrm>
            <a:off x="8258179" y="3526490"/>
            <a:ext cx="833437" cy="561975"/>
          </a:xfrm>
          <a:prstGeom prst="rightArrow">
            <a:avLst/>
          </a:prstGeom>
          <a:solidFill>
            <a:srgbClr val="2683C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Content Placeholder 8">
            <a:extLst>
              <a:ext uri="{FF2B5EF4-FFF2-40B4-BE49-F238E27FC236}">
                <a16:creationId xmlns:a16="http://schemas.microsoft.com/office/drawing/2014/main" id="{0D0F1AB8-06F2-DF4D-C07A-C699E3FBEFD5}"/>
              </a:ext>
            </a:extLst>
          </p:cNvPr>
          <p:cNvSpPr txBox="1">
            <a:spLocks/>
          </p:cNvSpPr>
          <p:nvPr/>
        </p:nvSpPr>
        <p:spPr>
          <a:xfrm>
            <a:off x="9358321" y="1873902"/>
            <a:ext cx="2205029" cy="44268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t>it	6</a:t>
            </a:r>
            <a:br>
              <a:rPr lang="en-US" sz="2000" dirty="0"/>
            </a:br>
            <a:r>
              <a:rPr lang="en-US" sz="2000" dirty="0"/>
              <a:t>I	5</a:t>
            </a:r>
            <a:br>
              <a:rPr lang="en-US" sz="2000" dirty="0"/>
            </a:br>
            <a:r>
              <a:rPr lang="en-CA" sz="2000" dirty="0"/>
              <a:t>the 	4</a:t>
            </a:r>
            <a:br>
              <a:rPr lang="en-CA" sz="2000" dirty="0"/>
            </a:br>
            <a:r>
              <a:rPr lang="en-CA" sz="2000" dirty="0"/>
              <a:t>to	3</a:t>
            </a:r>
            <a:br>
              <a:rPr lang="en-CA" sz="2000" dirty="0"/>
            </a:br>
            <a:r>
              <a:rPr lang="en-CA" sz="2000" dirty="0"/>
              <a:t>and	3</a:t>
            </a:r>
            <a:br>
              <a:rPr lang="en-CA" sz="2000" dirty="0"/>
            </a:br>
            <a:r>
              <a:rPr lang="en-CA" sz="2000" dirty="0"/>
              <a:t>seen	2</a:t>
            </a:r>
            <a:br>
              <a:rPr lang="en-CA" sz="2000" dirty="0"/>
            </a:br>
            <a:r>
              <a:rPr lang="en-CA" sz="2000" dirty="0"/>
              <a:t>yet	1</a:t>
            </a:r>
            <a:br>
              <a:rPr lang="en-CA" sz="2000" dirty="0"/>
            </a:br>
            <a:r>
              <a:rPr lang="en-CA" sz="2000" dirty="0"/>
              <a:t>would	1</a:t>
            </a:r>
            <a:br>
              <a:rPr lang="en-CA" sz="2000" dirty="0"/>
            </a:br>
            <a:r>
              <a:rPr lang="en-CA" sz="2000" dirty="0"/>
              <a:t>sweet	1</a:t>
            </a:r>
            <a:br>
              <a:rPr lang="en-CA" sz="2000" dirty="0"/>
            </a:br>
            <a:r>
              <a:rPr lang="en-CA" sz="2000" dirty="0"/>
              <a:t>genre	1</a:t>
            </a:r>
            <a:br>
              <a:rPr lang="en-CA" sz="2000" dirty="0"/>
            </a:br>
            <a:r>
              <a:rPr lang="en-CA" sz="2000" dirty="0"/>
              <a:t>fairy	1</a:t>
            </a:r>
            <a:br>
              <a:rPr lang="en-CA" sz="2000" dirty="0"/>
            </a:br>
            <a:r>
              <a:rPr lang="en-CA" sz="2000" dirty="0"/>
              <a:t>humor	1</a:t>
            </a:r>
            <a:br>
              <a:rPr lang="en-CA" sz="2000" dirty="0"/>
            </a:br>
            <a:r>
              <a:rPr lang="en-CA" sz="2000" dirty="0"/>
              <a:t>have	1</a:t>
            </a:r>
            <a:br>
              <a:rPr lang="en-CA" sz="2000" dirty="0"/>
            </a:br>
            <a:r>
              <a:rPr lang="en-CA" sz="2000" dirty="0"/>
              <a:t>great	1</a:t>
            </a:r>
          </a:p>
          <a:p>
            <a:pPr marL="0" indent="0">
              <a:buFont typeface="Arial" panose="020B0604020202020204" pitchFamily="34" charset="0"/>
              <a:buNone/>
            </a:pPr>
            <a:r>
              <a:rPr lang="en-CA" sz="2000" dirty="0"/>
              <a:t>…</a:t>
            </a:r>
          </a:p>
        </p:txBody>
      </p:sp>
      <p:sp>
        <p:nvSpPr>
          <p:cNvPr id="4" name="Title 3">
            <a:extLst>
              <a:ext uri="{FF2B5EF4-FFF2-40B4-BE49-F238E27FC236}">
                <a16:creationId xmlns:a16="http://schemas.microsoft.com/office/drawing/2014/main" id="{8DD61742-0615-C82A-0350-8B14470DA987}"/>
              </a:ext>
            </a:extLst>
          </p:cNvPr>
          <p:cNvSpPr>
            <a:spLocks noGrp="1"/>
          </p:cNvSpPr>
          <p:nvPr>
            <p:ph type="title"/>
          </p:nvPr>
        </p:nvSpPr>
        <p:spPr/>
        <p:txBody>
          <a:bodyPr/>
          <a:lstStyle/>
          <a:p>
            <a:r>
              <a:rPr lang="en-CA" dirty="0"/>
              <a:t>“Bag-of-words” Features</a:t>
            </a:r>
          </a:p>
        </p:txBody>
      </p:sp>
    </p:spTree>
    <p:extLst>
      <p:ext uri="{BB962C8B-B14F-4D97-AF65-F5344CB8AC3E}">
        <p14:creationId xmlns:p14="http://schemas.microsoft.com/office/powerpoint/2010/main" val="226826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0" grpId="0" animBg="1"/>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F3F79-19F0-1CF9-49E4-15E50B3A8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EF6DB-717F-82AD-9848-DFFA0B041316}"/>
              </a:ext>
            </a:extLst>
          </p:cNvPr>
          <p:cNvSpPr>
            <a:spLocks noGrp="1"/>
          </p:cNvSpPr>
          <p:nvPr>
            <p:ph type="title"/>
          </p:nvPr>
        </p:nvSpPr>
        <p:spPr/>
        <p:txBody>
          <a:bodyPr/>
          <a:lstStyle/>
          <a:p>
            <a:r>
              <a:rPr lang="en-CA" dirty="0"/>
              <a:t>Naïve Bayes: Inference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80FA521E-89C1-4D37-CFDC-9F1DDB57D80D}"/>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m:rPr>
                          <m:sty m:val="p"/>
                        </m:rPr>
                        <a:rPr lang="en-CA" smtClean="0">
                          <a:latin typeface="Cambria Math" panose="02040503050406030204" pitchFamily="18" charset="0"/>
                        </a:rPr>
                        <m:t>classify</m:t>
                      </m:r>
                      <m:d>
                        <m:dPr>
                          <m:ctrlPr>
                            <a:rPr lang="en-CA" i="1">
                              <a:latin typeface="Cambria Math" panose="02040503050406030204" pitchFamily="18" charset="0"/>
                            </a:rPr>
                          </m:ctrlPr>
                        </m:dPr>
                        <m:e>
                          <m:r>
                            <a:rPr lang="en-CA" i="1">
                              <a:latin typeface="Cambria Math" panose="02040503050406030204" pitchFamily="18" charset="0"/>
                            </a:rPr>
                            <m:t>𝑠</m:t>
                          </m:r>
                        </m:e>
                      </m:d>
                      <m:r>
                        <a:rPr lang="en-CA">
                          <a:latin typeface="Cambria Math" panose="02040503050406030204" pitchFamily="18" charset="0"/>
                        </a:rPr>
                        <m:t>=</m:t>
                      </m:r>
                      <m:r>
                        <m:rPr>
                          <m:sty m:val="p"/>
                        </m:rPr>
                        <a:rPr lang="en-CA">
                          <a:latin typeface="Cambria Math" panose="02040503050406030204" pitchFamily="18" charset="0"/>
                        </a:rPr>
                        <m:t>arg</m:t>
                      </m:r>
                      <m:limLow>
                        <m:limLowPr>
                          <m:ctrlPr>
                            <a:rPr lang="en-CA" i="1">
                              <a:latin typeface="Cambria Math" panose="02040503050406030204" pitchFamily="18" charset="0"/>
                            </a:rPr>
                          </m:ctrlPr>
                        </m:limLowPr>
                        <m:e>
                          <m:r>
                            <m:rPr>
                              <m:sty m:val="p"/>
                            </m:rPr>
                            <a:rPr lang="en-CA">
                              <a:latin typeface="Cambria Math" panose="02040503050406030204" pitchFamily="18" charset="0"/>
                            </a:rPr>
                            <m:t>max</m:t>
                          </m:r>
                        </m:e>
                        <m:lim>
                          <m:r>
                            <m:rPr>
                              <m:sty m:val="p"/>
                            </m:rPr>
                            <a:rPr lang="en-CA">
                              <a:latin typeface="Cambria Math" panose="02040503050406030204" pitchFamily="18" charset="0"/>
                            </a:rPr>
                            <m:t>y</m:t>
                          </m:r>
                        </m:lim>
                      </m:limLow>
                      <m:r>
                        <a:rPr lang="en-CA">
                          <a:latin typeface="Cambria Math" panose="02040503050406030204" pitchFamily="18" charset="0"/>
                        </a:rPr>
                        <m:t>  </m:t>
                      </m:r>
                      <m:r>
                        <m:rPr>
                          <m:sty m:val="p"/>
                        </m:rPr>
                        <a:rPr lang="en-CA">
                          <a:latin typeface="Cambria Math" panose="02040503050406030204" pitchFamily="18" charset="0"/>
                        </a:rPr>
                        <m:t>score</m:t>
                      </m:r>
                      <m:d>
                        <m:dPr>
                          <m:ctrlPr>
                            <a:rPr lang="en-CA" i="1">
                              <a:latin typeface="Cambria Math" panose="02040503050406030204" pitchFamily="18" charset="0"/>
                            </a:rPr>
                          </m:ctrlPr>
                        </m:dPr>
                        <m:e>
                          <m:r>
                            <m:rPr>
                              <m:sty m:val="p"/>
                            </m:rPr>
                            <a:rPr lang="en-CA">
                              <a:latin typeface="Cambria Math" panose="02040503050406030204" pitchFamily="18" charset="0"/>
                            </a:rPr>
                            <m:t>s</m:t>
                          </m:r>
                          <m:r>
                            <a:rPr lang="en-CA">
                              <a:latin typeface="Cambria Math" panose="02040503050406030204" pitchFamily="18" charset="0"/>
                            </a:rPr>
                            <m:t>, </m:t>
                          </m:r>
                          <m:r>
                            <m:rPr>
                              <m:sty m:val="p"/>
                            </m:rPr>
                            <a:rPr lang="en-CA">
                              <a:latin typeface="Cambria Math" panose="02040503050406030204" pitchFamily="18" charset="0"/>
                            </a:rPr>
                            <m:t>y</m:t>
                          </m:r>
                          <m:r>
                            <a:rPr lang="en-CA">
                              <a:latin typeface="Cambria Math" panose="02040503050406030204" pitchFamily="18" charset="0"/>
                            </a:rPr>
                            <m:t>;</m:t>
                          </m:r>
                          <m:r>
                            <m:rPr>
                              <m:sty m:val="p"/>
                            </m:rPr>
                            <a:rPr lang="en-CA">
                              <a:latin typeface="Cambria Math" panose="02040503050406030204" pitchFamily="18" charset="0"/>
                            </a:rPr>
                            <m:t>Θ</m:t>
                          </m:r>
                        </m:e>
                      </m:d>
                      <m:r>
                        <a:rPr lang="en-CA" b="0" i="0" smtClean="0">
                          <a:latin typeface="Cambria Math" panose="02040503050406030204" pitchFamily="18" charset="0"/>
                        </a:rPr>
                        <m:t>=</m:t>
                      </m:r>
                      <m:r>
                        <m:rPr>
                          <m:sty m:val="p"/>
                        </m:rPr>
                        <a:rPr lang="en-CA">
                          <a:latin typeface="Cambria Math" panose="02040503050406030204" pitchFamily="18" charset="0"/>
                        </a:rPr>
                        <m:t>arg</m:t>
                      </m:r>
                      <m:limLow>
                        <m:limLowPr>
                          <m:ctrlPr>
                            <a:rPr lang="en-CA" i="1">
                              <a:latin typeface="Cambria Math" panose="02040503050406030204" pitchFamily="18" charset="0"/>
                            </a:rPr>
                          </m:ctrlPr>
                        </m:limLowPr>
                        <m:e>
                          <m:r>
                            <m:rPr>
                              <m:sty m:val="p"/>
                            </m:rPr>
                            <a:rPr lang="en-CA">
                              <a:latin typeface="Cambria Math" panose="02040503050406030204" pitchFamily="18" charset="0"/>
                            </a:rPr>
                            <m:t>max</m:t>
                          </m:r>
                        </m:e>
                        <m:lim>
                          <m:r>
                            <m:rPr>
                              <m:sty m:val="p"/>
                            </m:rPr>
                            <a:rPr lang="en-CA">
                              <a:latin typeface="Cambria Math" panose="02040503050406030204" pitchFamily="18" charset="0"/>
                            </a:rPr>
                            <m:t>y</m:t>
                          </m:r>
                        </m:lim>
                      </m:limLow>
                      <m:r>
                        <a:rPr lang="en-CA" b="0" i="1" smtClean="0">
                          <a:latin typeface="Cambria Math" panose="02040503050406030204" pitchFamily="18" charset="0"/>
                        </a:rPr>
                        <m:t> </m:t>
                      </m:r>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oMath>
                  </m:oMathPara>
                </a14:m>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CA" i="1">
                          <a:latin typeface="Cambria Math" panose="02040503050406030204" pitchFamily="18" charset="0"/>
                        </a:rPr>
                        <m:t>𝑃</m:t>
                      </m:r>
                      <m:d>
                        <m:dPr>
                          <m:sepChr m:val="∣"/>
                          <m:ctrlPr>
                            <a:rPr lang="en-CA" i="1">
                              <a:latin typeface="Cambria Math" panose="02040503050406030204" pitchFamily="18" charset="0"/>
                            </a:rPr>
                          </m:ctrlPr>
                        </m:dPr>
                        <m:e>
                          <m:r>
                            <a:rPr lang="en-CA" i="1">
                              <a:latin typeface="Cambria Math" panose="02040503050406030204" pitchFamily="18" charset="0"/>
                            </a:rPr>
                            <m:t>𝑦</m:t>
                          </m:r>
                        </m:e>
                        <m:e>
                          <m:r>
                            <a:rPr lang="en-CA" i="1">
                              <a:latin typeface="Cambria Math" panose="02040503050406030204" pitchFamily="18" charset="0"/>
                            </a:rPr>
                            <m:t>𝑠</m:t>
                          </m:r>
                        </m:e>
                      </m:d>
                      <m:r>
                        <a:rPr lang="en-CA" b="0" i="1" smtClean="0">
                          <a:latin typeface="Cambria Math" panose="02040503050406030204" pitchFamily="18" charset="0"/>
                        </a:rPr>
                        <m:t>∝</m:t>
                      </m:r>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e>
                      </m:d>
                      <m:r>
                        <a:rPr lang="en-CA" b="0" i="1" smtClean="0">
                          <a:latin typeface="Cambria Math" panose="02040503050406030204" pitchFamily="18" charset="0"/>
                        </a:rPr>
                        <m:t> </m:t>
                      </m:r>
                      <m:r>
                        <a:rPr lang="en-CA" i="1" smtClean="0">
                          <a:latin typeface="Cambria Math" panose="02040503050406030204" pitchFamily="18" charset="0"/>
                        </a:rPr>
                        <m:t>𝑃</m:t>
                      </m:r>
                      <m:d>
                        <m:dPr>
                          <m:sepChr m:val="∣"/>
                          <m:ctrlPr>
                            <a:rPr lang="en-CA" i="1">
                              <a:latin typeface="Cambria Math" panose="02040503050406030204" pitchFamily="18" charset="0"/>
                            </a:rPr>
                          </m:ctrlPr>
                        </m:dPr>
                        <m:e>
                          <m:r>
                            <a:rPr lang="en-CA" i="1">
                              <a:latin typeface="Cambria Math" panose="02040503050406030204" pitchFamily="18" charset="0"/>
                            </a:rPr>
                            <m:t>𝑠</m:t>
                          </m:r>
                        </m:e>
                        <m:e>
                          <m:r>
                            <a:rPr lang="en-CA" i="1">
                              <a:latin typeface="Cambria Math" panose="02040503050406030204" pitchFamily="18" charset="0"/>
                            </a:rPr>
                            <m:t>𝑦</m:t>
                          </m:r>
                        </m:e>
                      </m:d>
                      <m:r>
                        <a:rPr lang="en-CA" i="1">
                          <a:latin typeface="Cambria Math" panose="02040503050406030204" pitchFamily="18" charset="0"/>
                        </a:rPr>
                        <m:t>=</m:t>
                      </m:r>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e>
                      </m:d>
                      <m:r>
                        <a:rPr lang="en-CA" i="1">
                          <a:latin typeface="Cambria Math" panose="02040503050406030204" pitchFamily="18" charset="0"/>
                        </a:rPr>
                        <m:t>𝑃</m:t>
                      </m:r>
                      <m:d>
                        <m:dPr>
                          <m:sep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𝑤</m:t>
                              </m:r>
                            </m:e>
                            <m:sub>
                              <m:r>
                                <a:rPr lang="en-CA" i="1">
                                  <a:latin typeface="Cambria Math" panose="02040503050406030204" pitchFamily="18" charset="0"/>
                                </a:rPr>
                                <m:t>1</m:t>
                              </m:r>
                            </m:sub>
                          </m:sSub>
                        </m:e>
                        <m:e>
                          <m:r>
                            <a:rPr lang="en-CA" i="1">
                              <a:latin typeface="Cambria Math" panose="02040503050406030204" pitchFamily="18" charset="0"/>
                            </a:rPr>
                            <m:t>𝑦</m:t>
                          </m:r>
                        </m:e>
                      </m:d>
                      <m:r>
                        <a:rPr lang="en-CA" i="1">
                          <a:latin typeface="Cambria Math" panose="02040503050406030204" pitchFamily="18" charset="0"/>
                        </a:rPr>
                        <m:t>𝑃</m:t>
                      </m:r>
                      <m:d>
                        <m:dPr>
                          <m:sep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𝑤</m:t>
                              </m:r>
                            </m:e>
                            <m:sub>
                              <m:r>
                                <a:rPr lang="en-CA" i="1">
                                  <a:latin typeface="Cambria Math" panose="02040503050406030204" pitchFamily="18" charset="0"/>
                                </a:rPr>
                                <m:t>2</m:t>
                              </m:r>
                            </m:sub>
                          </m:sSub>
                        </m:e>
                        <m:e>
                          <m:r>
                            <a:rPr lang="en-CA" i="1">
                              <a:latin typeface="Cambria Math" panose="02040503050406030204" pitchFamily="18" charset="0"/>
                            </a:rPr>
                            <m:t>𝑦</m:t>
                          </m:r>
                        </m:e>
                      </m:d>
                      <m:r>
                        <a:rPr lang="en-CA" i="1">
                          <a:latin typeface="Cambria Math" panose="02040503050406030204" pitchFamily="18" charset="0"/>
                        </a:rPr>
                        <m:t>…</m:t>
                      </m:r>
                      <m:r>
                        <a:rPr lang="en-CA" i="1">
                          <a:latin typeface="Cambria Math" panose="02040503050406030204" pitchFamily="18" charset="0"/>
                        </a:rPr>
                        <m:t>𝑃</m:t>
                      </m:r>
                      <m:d>
                        <m:dPr>
                          <m:sepChr m:val="∣"/>
                          <m:ctrlPr>
                            <a:rPr lang="en-CA" i="1">
                              <a:latin typeface="Cambria Math" panose="02040503050406030204" pitchFamily="18" charset="0"/>
                            </a:rPr>
                          </m:ctrlPr>
                        </m:dPr>
                        <m:e>
                          <m:sSub>
                            <m:sSubPr>
                              <m:ctrlPr>
                                <a:rPr lang="en-CA" i="1">
                                  <a:latin typeface="Cambria Math" panose="02040503050406030204" pitchFamily="18" charset="0"/>
                                </a:rPr>
                              </m:ctrlPr>
                            </m:sSubPr>
                            <m:e>
                              <m:r>
                                <a:rPr lang="en-CA" i="1">
                                  <a:latin typeface="Cambria Math" panose="02040503050406030204" pitchFamily="18" charset="0"/>
                                </a:rPr>
                                <m:t>𝑤</m:t>
                              </m:r>
                            </m:e>
                            <m:sub>
                              <m:r>
                                <a:rPr lang="en-CA" i="1">
                                  <a:latin typeface="Cambria Math" panose="02040503050406030204" pitchFamily="18" charset="0"/>
                                </a:rPr>
                                <m:t>𝑘</m:t>
                              </m:r>
                            </m:sub>
                          </m:sSub>
                        </m:e>
                        <m:e>
                          <m:r>
                            <a:rPr lang="en-CA" i="1">
                              <a:latin typeface="Cambria Math" panose="02040503050406030204" pitchFamily="18" charset="0"/>
                            </a:rPr>
                            <m:t>𝑦</m:t>
                          </m:r>
                        </m:e>
                      </m:d>
                    </m:oMath>
                  </m:oMathPara>
                </a14:m>
                <a:endParaRPr lang="en-US" dirty="0"/>
              </a:p>
              <a:p>
                <a:pPr marL="0" indent="0">
                  <a:buNone/>
                </a:pPr>
                <a:endParaRPr lang="en-US" dirty="0"/>
              </a:p>
              <a:p>
                <a:pPr marL="0" indent="0">
                  <a:buNone/>
                </a:pPr>
                <a:r>
                  <a:rPr lang="en-US" dirty="0"/>
                  <a:t>Consult the look-up tables for values of </a:t>
                </a:r>
                <a14:m>
                  <m:oMath xmlns:m="http://schemas.openxmlformats.org/officeDocument/2006/math">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e>
                    </m:d>
                  </m:oMath>
                </a14:m>
                <a:r>
                  <a:rPr lang="en-US" dirty="0"/>
                  <a:t> and </a:t>
                </a:r>
                <a14:m>
                  <m:oMath xmlns:m="http://schemas.openxmlformats.org/officeDocument/2006/math">
                    <m:r>
                      <a:rPr lang="en-CA" b="0" i="1" smtClean="0">
                        <a:latin typeface="Cambria Math" panose="02040503050406030204" pitchFamily="18" charset="0"/>
                      </a:rPr>
                      <m:t>𝑃</m:t>
                    </m:r>
                    <m:d>
                      <m:dPr>
                        <m:sepChr m:val="∣"/>
                        <m:ctrlPr>
                          <a:rPr lang="en-CA" b="0" i="1" smtClean="0">
                            <a:latin typeface="Cambria Math" panose="02040503050406030204" pitchFamily="18" charset="0"/>
                          </a:rPr>
                        </m:ctrlPr>
                      </m:dPr>
                      <m:e>
                        <m:r>
                          <a:rPr lang="en-CA" b="0" i="1" smtClean="0">
                            <a:latin typeface="Cambria Math" panose="02040503050406030204" pitchFamily="18" charset="0"/>
                          </a:rPr>
                          <m:t>𝑤</m:t>
                        </m:r>
                      </m:e>
                      <m:e>
                        <m:r>
                          <a:rPr lang="en-CA" b="0" i="1" smtClean="0">
                            <a:latin typeface="Cambria Math" panose="02040503050406030204" pitchFamily="18" charset="0"/>
                          </a:rPr>
                          <m:t>𝑦</m:t>
                        </m:r>
                      </m:e>
                    </m:d>
                    <m:r>
                      <a:rPr lang="en-CA" b="0" i="1" smtClean="0">
                        <a:latin typeface="Cambria Math" panose="02040503050406030204" pitchFamily="18" charset="0"/>
                      </a:rPr>
                      <m:t>.</m:t>
                    </m:r>
                  </m:oMath>
                </a14:m>
                <a:endParaRPr lang="en-US" dirty="0"/>
              </a:p>
              <a:p>
                <a:pPr marL="0" indent="0">
                  <a:buNone/>
                </a:pPr>
                <a:endParaRPr lang="en-CA" dirty="0"/>
              </a:p>
            </p:txBody>
          </p:sp>
        </mc:Choice>
        <mc:Fallback>
          <p:sp>
            <p:nvSpPr>
              <p:cNvPr id="3" name="Content Placeholder 2">
                <a:extLst>
                  <a:ext uri="{FF2B5EF4-FFF2-40B4-BE49-F238E27FC236}">
                    <a16:creationId xmlns:a16="http://schemas.microsoft.com/office/drawing/2014/main" id="{80FA521E-89C1-4D37-CFDC-9F1DDB57D80D}"/>
                  </a:ext>
                </a:extLst>
              </p:cNvPr>
              <p:cNvSpPr>
                <a:spLocks noGrp="1" noRot="1" noChangeAspect="1" noMove="1" noResize="1" noEditPoints="1" noAdjustHandles="1" noChangeArrowheads="1" noChangeShapeType="1" noTextEdit="1"/>
              </p:cNvSpPr>
              <p:nvPr>
                <p:ph idx="1"/>
              </p:nvPr>
            </p:nvSpPr>
            <p:spPr>
              <a:blipFill>
                <a:blip r:embed="rId2"/>
                <a:stretch>
                  <a:fillRect l="-803"/>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17685146-A4CC-0F7D-00C5-FB57BDBB8DDA}"/>
              </a:ext>
            </a:extLst>
          </p:cNvPr>
          <p:cNvSpPr>
            <a:spLocks noGrp="1"/>
          </p:cNvSpPr>
          <p:nvPr>
            <p:ph type="sldNum" sz="quarter" idx="12"/>
          </p:nvPr>
        </p:nvSpPr>
        <p:spPr/>
        <p:txBody>
          <a:bodyPr/>
          <a:lstStyle/>
          <a:p>
            <a:fld id="{A36FF760-4833-4FC2-9C74-46CD274694B2}" type="slidenum">
              <a:rPr lang="en-CA" smtClean="0"/>
              <a:pPr/>
              <a:t>11</a:t>
            </a:fld>
            <a:endParaRPr lang="en-CA"/>
          </a:p>
        </p:txBody>
      </p:sp>
    </p:spTree>
    <p:extLst>
      <p:ext uri="{BB962C8B-B14F-4D97-AF65-F5344CB8AC3E}">
        <p14:creationId xmlns:p14="http://schemas.microsoft.com/office/powerpoint/2010/main" val="829736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711A4-0F64-0439-36F6-16DB3434E53F}"/>
              </a:ext>
            </a:extLst>
          </p:cNvPr>
          <p:cNvSpPr>
            <a:spLocks noGrp="1"/>
          </p:cNvSpPr>
          <p:nvPr>
            <p:ph type="title"/>
          </p:nvPr>
        </p:nvSpPr>
        <p:spPr/>
        <p:txBody>
          <a:bodyPr/>
          <a:lstStyle/>
          <a:p>
            <a:r>
              <a:rPr lang="en-CA" dirty="0"/>
              <a:t>Naïve Bayes: Example</a:t>
            </a:r>
          </a:p>
        </p:txBody>
      </p:sp>
      <p:sp>
        <p:nvSpPr>
          <p:cNvPr id="4" name="Slide Number Placeholder 3">
            <a:extLst>
              <a:ext uri="{FF2B5EF4-FFF2-40B4-BE49-F238E27FC236}">
                <a16:creationId xmlns:a16="http://schemas.microsoft.com/office/drawing/2014/main" id="{13567BCA-A4EF-3D66-39AC-4B62B4D1D9CF}"/>
              </a:ext>
            </a:extLst>
          </p:cNvPr>
          <p:cNvSpPr>
            <a:spLocks noGrp="1"/>
          </p:cNvSpPr>
          <p:nvPr>
            <p:ph type="sldNum" sz="quarter" idx="12"/>
          </p:nvPr>
        </p:nvSpPr>
        <p:spPr/>
        <p:txBody>
          <a:bodyPr/>
          <a:lstStyle/>
          <a:p>
            <a:fld id="{A36FF760-4833-4FC2-9C74-46CD274694B2}" type="slidenum">
              <a:rPr lang="en-CA" smtClean="0"/>
              <a:pPr/>
              <a:t>12</a:t>
            </a:fld>
            <a:endParaRPr lang="en-CA"/>
          </a:p>
        </p:txBody>
      </p:sp>
      <p:graphicFrame>
        <p:nvGraphicFramePr>
          <p:cNvPr id="5" name="Table 4">
            <a:extLst>
              <a:ext uri="{FF2B5EF4-FFF2-40B4-BE49-F238E27FC236}">
                <a16:creationId xmlns:a16="http://schemas.microsoft.com/office/drawing/2014/main" id="{1CDC9A9A-611F-E75D-4D4F-E286539E1C1B}"/>
              </a:ext>
            </a:extLst>
          </p:cNvPr>
          <p:cNvGraphicFramePr>
            <a:graphicFrameLocks noGrp="1"/>
          </p:cNvGraphicFramePr>
          <p:nvPr>
            <p:ph idx="1"/>
            <p:extLst>
              <p:ext uri="{D42A27DB-BD31-4B8C-83A1-F6EECF244321}">
                <p14:modId xmlns:p14="http://schemas.microsoft.com/office/powerpoint/2010/main" val="2281568527"/>
              </p:ext>
            </p:extLst>
          </p:nvPr>
        </p:nvGraphicFramePr>
        <p:xfrm>
          <a:off x="525616" y="1325563"/>
          <a:ext cx="6138188" cy="2560320"/>
        </p:xfrm>
        <a:graphic>
          <a:graphicData uri="http://schemas.openxmlformats.org/drawingml/2006/table">
            <a:tbl>
              <a:tblPr firstRow="1" bandRow="1">
                <a:tableStyleId>{9D7B26C5-4107-4FEC-AEDC-1716B250A1EF}</a:tableStyleId>
              </a:tblPr>
              <a:tblGrid>
                <a:gridCol w="1013738">
                  <a:extLst>
                    <a:ext uri="{9D8B030D-6E8A-4147-A177-3AD203B41FA5}">
                      <a16:colId xmlns:a16="http://schemas.microsoft.com/office/drawing/2014/main" val="3469327836"/>
                    </a:ext>
                  </a:extLst>
                </a:gridCol>
                <a:gridCol w="1152525">
                  <a:extLst>
                    <a:ext uri="{9D8B030D-6E8A-4147-A177-3AD203B41FA5}">
                      <a16:colId xmlns:a16="http://schemas.microsoft.com/office/drawing/2014/main" val="3026826384"/>
                    </a:ext>
                  </a:extLst>
                </a:gridCol>
                <a:gridCol w="3971925">
                  <a:extLst>
                    <a:ext uri="{9D8B030D-6E8A-4147-A177-3AD203B41FA5}">
                      <a16:colId xmlns:a16="http://schemas.microsoft.com/office/drawing/2014/main" val="2113943950"/>
                    </a:ext>
                  </a:extLst>
                </a:gridCol>
              </a:tblGrid>
              <a:tr h="370840">
                <a:tc>
                  <a:txBody>
                    <a:bodyPr/>
                    <a:lstStyle/>
                    <a:p>
                      <a:r>
                        <a:rPr lang="en-US" sz="1600" dirty="0">
                          <a:latin typeface="Nunito" pitchFamily="2" charset="0"/>
                        </a:rPr>
                        <a:t>Type</a:t>
                      </a:r>
                      <a:endParaRPr lang="en-CA" sz="1600" dirty="0">
                        <a:latin typeface="Nunito" pitchFamily="2" charset="0"/>
                      </a:endParaRPr>
                    </a:p>
                  </a:txBody>
                  <a:tcPr/>
                </a:tc>
                <a:tc>
                  <a:txBody>
                    <a:bodyPr/>
                    <a:lstStyle/>
                    <a:p>
                      <a:pPr algn="l"/>
                      <a:r>
                        <a:rPr lang="en-US" sz="1600" dirty="0">
                          <a:latin typeface="Nunito" pitchFamily="2" charset="0"/>
                        </a:rPr>
                        <a:t>Category</a:t>
                      </a:r>
                      <a:endParaRPr lang="en-CA" sz="1600" dirty="0">
                        <a:latin typeface="Nunito" pitchFamily="2" charset="0"/>
                      </a:endParaRPr>
                    </a:p>
                  </a:txBody>
                  <a:tcPr/>
                </a:tc>
                <a:tc>
                  <a:txBody>
                    <a:bodyPr/>
                    <a:lstStyle/>
                    <a:p>
                      <a:r>
                        <a:rPr lang="en-US" sz="1600" dirty="0">
                          <a:latin typeface="Nunito" pitchFamily="2" charset="0"/>
                        </a:rPr>
                        <a:t>Sentence</a:t>
                      </a:r>
                      <a:endParaRPr lang="en-CA" sz="1600" dirty="0">
                        <a:latin typeface="Nunito" pitchFamily="2" charset="0"/>
                      </a:endParaRPr>
                    </a:p>
                  </a:txBody>
                  <a:tcPr/>
                </a:tc>
                <a:extLst>
                  <a:ext uri="{0D108BD9-81ED-4DB2-BD59-A6C34878D82A}">
                    <a16:rowId xmlns:a16="http://schemas.microsoft.com/office/drawing/2014/main" val="1165823828"/>
                  </a:ext>
                </a:extLst>
              </a:tr>
              <a:tr h="370840">
                <a:tc>
                  <a:txBody>
                    <a:bodyPr/>
                    <a:lstStyle/>
                    <a:p>
                      <a:r>
                        <a:rPr lang="en-US" sz="1600" dirty="0">
                          <a:latin typeface="Nunito" pitchFamily="2" charset="0"/>
                        </a:rPr>
                        <a:t>Training</a:t>
                      </a:r>
                      <a:endParaRPr lang="en-CA" sz="1600" dirty="0">
                        <a:latin typeface="Nunito" pitchFamily="2" charset="0"/>
                      </a:endParaRPr>
                    </a:p>
                  </a:txBody>
                  <a:tcPr/>
                </a:tc>
                <a:tc>
                  <a:txBody>
                    <a:bodyPr/>
                    <a:lstStyle/>
                    <a:p>
                      <a:pPr algn="ctr"/>
                      <a:r>
                        <a:rPr lang="en-US" sz="1600" dirty="0">
                          <a:latin typeface="Nunito" pitchFamily="2" charset="0"/>
                        </a:rPr>
                        <a:t>-</a:t>
                      </a:r>
                      <a:endParaRPr lang="en-CA" sz="1600" dirty="0">
                        <a:latin typeface="Nunito" pitchFamily="2" charset="0"/>
                      </a:endParaRPr>
                    </a:p>
                  </a:txBody>
                  <a:tcPr/>
                </a:tc>
                <a:tc>
                  <a:txBody>
                    <a:bodyPr/>
                    <a:lstStyle/>
                    <a:p>
                      <a:r>
                        <a:rPr lang="en-US" sz="1600" dirty="0">
                          <a:latin typeface="Nunito" pitchFamily="2" charset="0"/>
                        </a:rPr>
                        <a:t>just plain boring</a:t>
                      </a:r>
                      <a:endParaRPr lang="en-CA" sz="1600" dirty="0">
                        <a:latin typeface="Nunito" pitchFamily="2" charset="0"/>
                      </a:endParaRPr>
                    </a:p>
                  </a:txBody>
                  <a:tcPr/>
                </a:tc>
                <a:extLst>
                  <a:ext uri="{0D108BD9-81ED-4DB2-BD59-A6C34878D82A}">
                    <a16:rowId xmlns:a16="http://schemas.microsoft.com/office/drawing/2014/main" val="3507775620"/>
                  </a:ext>
                </a:extLst>
              </a:tr>
              <a:tr h="370840">
                <a:tc>
                  <a:txBody>
                    <a:bodyPr/>
                    <a:lstStyle/>
                    <a:p>
                      <a:r>
                        <a:rPr lang="en-US" sz="1600" dirty="0">
                          <a:latin typeface="Nunito" pitchFamily="2" charset="0"/>
                        </a:rPr>
                        <a:t>Training</a:t>
                      </a:r>
                      <a:endParaRPr lang="en-CA" sz="1600" dirty="0">
                        <a:latin typeface="Nunito" pitchFamily="2" charset="0"/>
                      </a:endParaRPr>
                    </a:p>
                  </a:txBody>
                  <a:tcPr/>
                </a:tc>
                <a:tc>
                  <a:txBody>
                    <a:bodyPr/>
                    <a:lstStyle/>
                    <a:p>
                      <a:pPr algn="ctr"/>
                      <a:r>
                        <a:rPr lang="en-US" sz="1600" dirty="0">
                          <a:latin typeface="Nunito" pitchFamily="2" charset="0"/>
                        </a:rPr>
                        <a:t>-</a:t>
                      </a:r>
                      <a:endParaRPr lang="en-CA" sz="1600" dirty="0">
                        <a:latin typeface="Nunito" pitchFamily="2" charset="0"/>
                      </a:endParaRPr>
                    </a:p>
                  </a:txBody>
                  <a:tcPr/>
                </a:tc>
                <a:tc>
                  <a:txBody>
                    <a:bodyPr/>
                    <a:lstStyle/>
                    <a:p>
                      <a:r>
                        <a:rPr lang="en-US" sz="1600" dirty="0">
                          <a:latin typeface="Nunito" pitchFamily="2" charset="0"/>
                        </a:rPr>
                        <a:t>entirely predictable and lacks energy</a:t>
                      </a:r>
                      <a:endParaRPr lang="en-CA" sz="1600" dirty="0">
                        <a:latin typeface="Nunito" pitchFamily="2" charset="0"/>
                      </a:endParaRPr>
                    </a:p>
                  </a:txBody>
                  <a:tcPr/>
                </a:tc>
                <a:extLst>
                  <a:ext uri="{0D108BD9-81ED-4DB2-BD59-A6C34878D82A}">
                    <a16:rowId xmlns:a16="http://schemas.microsoft.com/office/drawing/2014/main" val="789200131"/>
                  </a:ext>
                </a:extLst>
              </a:tr>
              <a:tr h="370840">
                <a:tc>
                  <a:txBody>
                    <a:bodyPr/>
                    <a:lstStyle/>
                    <a:p>
                      <a:r>
                        <a:rPr lang="en-US" sz="1600" dirty="0">
                          <a:latin typeface="Nunito" pitchFamily="2" charset="0"/>
                        </a:rPr>
                        <a:t>Training</a:t>
                      </a:r>
                      <a:endParaRPr lang="en-CA" sz="1600" dirty="0">
                        <a:latin typeface="Nunito" pitchFamily="2" charset="0"/>
                      </a:endParaRPr>
                    </a:p>
                  </a:txBody>
                  <a:tcPr/>
                </a:tc>
                <a:tc>
                  <a:txBody>
                    <a:bodyPr/>
                    <a:lstStyle/>
                    <a:p>
                      <a:pPr algn="ctr"/>
                      <a:r>
                        <a:rPr lang="en-US" sz="1600" dirty="0">
                          <a:latin typeface="Nunito" pitchFamily="2" charset="0"/>
                        </a:rPr>
                        <a:t>-</a:t>
                      </a:r>
                      <a:endParaRPr lang="en-CA" sz="1600" dirty="0">
                        <a:latin typeface="Nunito" pitchFamily="2" charset="0"/>
                      </a:endParaRPr>
                    </a:p>
                  </a:txBody>
                  <a:tcPr/>
                </a:tc>
                <a:tc>
                  <a:txBody>
                    <a:bodyPr/>
                    <a:lstStyle/>
                    <a:p>
                      <a:r>
                        <a:rPr lang="en-US" sz="1600" dirty="0">
                          <a:latin typeface="Nunito" pitchFamily="2" charset="0"/>
                        </a:rPr>
                        <a:t>no surprises </a:t>
                      </a:r>
                      <a:r>
                        <a:rPr lang="en-US" sz="1600" dirty="0">
                          <a:solidFill>
                            <a:schemeClr val="accent2"/>
                          </a:solidFill>
                          <a:latin typeface="Nunito" pitchFamily="2" charset="0"/>
                        </a:rPr>
                        <a:t>and</a:t>
                      </a:r>
                      <a:r>
                        <a:rPr lang="en-US" sz="1600" dirty="0">
                          <a:latin typeface="Nunito" pitchFamily="2" charset="0"/>
                        </a:rPr>
                        <a:t> very few laughs</a:t>
                      </a:r>
                      <a:endParaRPr lang="en-CA" sz="1600" dirty="0">
                        <a:latin typeface="Nunito" pitchFamily="2" charset="0"/>
                      </a:endParaRPr>
                    </a:p>
                  </a:txBody>
                  <a:tcPr/>
                </a:tc>
                <a:extLst>
                  <a:ext uri="{0D108BD9-81ED-4DB2-BD59-A6C34878D82A}">
                    <a16:rowId xmlns:a16="http://schemas.microsoft.com/office/drawing/2014/main" val="2810807041"/>
                  </a:ext>
                </a:extLst>
              </a:tr>
              <a:tr h="370840">
                <a:tc>
                  <a:txBody>
                    <a:bodyPr/>
                    <a:lstStyle/>
                    <a:p>
                      <a:r>
                        <a:rPr lang="en-US" sz="1600" dirty="0">
                          <a:latin typeface="Nunito" pitchFamily="2" charset="0"/>
                        </a:rPr>
                        <a:t>Training</a:t>
                      </a:r>
                      <a:endParaRPr lang="en-CA" sz="1600" dirty="0">
                        <a:latin typeface="Nunito" pitchFamily="2" charset="0"/>
                      </a:endParaRPr>
                    </a:p>
                  </a:txBody>
                  <a:tcPr/>
                </a:tc>
                <a:tc>
                  <a:txBody>
                    <a:bodyPr/>
                    <a:lstStyle/>
                    <a:p>
                      <a:pPr algn="ctr"/>
                      <a:r>
                        <a:rPr lang="en-US" sz="1600" dirty="0">
                          <a:latin typeface="Nunito" pitchFamily="2" charset="0"/>
                        </a:rPr>
                        <a:t>+</a:t>
                      </a:r>
                      <a:endParaRPr lang="en-CA" sz="1600" dirty="0">
                        <a:latin typeface="Nunito" pitchFamily="2" charset="0"/>
                      </a:endParaRPr>
                    </a:p>
                  </a:txBody>
                  <a:tcPr/>
                </a:tc>
                <a:tc>
                  <a:txBody>
                    <a:bodyPr/>
                    <a:lstStyle/>
                    <a:p>
                      <a:r>
                        <a:rPr lang="en-US" sz="1600" dirty="0">
                          <a:solidFill>
                            <a:schemeClr val="accent2"/>
                          </a:solidFill>
                          <a:latin typeface="Nunito" pitchFamily="2" charset="0"/>
                        </a:rPr>
                        <a:t>very</a:t>
                      </a:r>
                      <a:r>
                        <a:rPr lang="en-US" sz="1600" dirty="0">
                          <a:latin typeface="Nunito" pitchFamily="2" charset="0"/>
                        </a:rPr>
                        <a:t> powerful</a:t>
                      </a:r>
                      <a:endParaRPr lang="en-CA" sz="1600" dirty="0">
                        <a:latin typeface="Nunito" pitchFamily="2" charset="0"/>
                      </a:endParaRPr>
                    </a:p>
                  </a:txBody>
                  <a:tcPr/>
                </a:tc>
                <a:extLst>
                  <a:ext uri="{0D108BD9-81ED-4DB2-BD59-A6C34878D82A}">
                    <a16:rowId xmlns:a16="http://schemas.microsoft.com/office/drawing/2014/main" val="3290410331"/>
                  </a:ext>
                </a:extLst>
              </a:tr>
              <a:tr h="370840">
                <a:tc>
                  <a:txBody>
                    <a:bodyPr/>
                    <a:lstStyle/>
                    <a:p>
                      <a:r>
                        <a:rPr lang="en-US" sz="1600" dirty="0">
                          <a:latin typeface="Nunito" pitchFamily="2" charset="0"/>
                        </a:rPr>
                        <a:t>Training</a:t>
                      </a:r>
                    </a:p>
                  </a:txBody>
                  <a:tcPr/>
                </a:tc>
                <a:tc>
                  <a:txBody>
                    <a:bodyPr/>
                    <a:lstStyle/>
                    <a:p>
                      <a:pPr algn="ctr"/>
                      <a:r>
                        <a:rPr lang="en-US" sz="1600" dirty="0">
                          <a:latin typeface="Nunito" pitchFamily="2" charset="0"/>
                        </a:rPr>
                        <a:t>+</a:t>
                      </a:r>
                      <a:endParaRPr lang="en-CA" sz="1600" dirty="0">
                        <a:latin typeface="Nunito" pitchFamily="2" charset="0"/>
                      </a:endParaRPr>
                    </a:p>
                  </a:txBody>
                  <a:tcPr/>
                </a:tc>
                <a:tc>
                  <a:txBody>
                    <a:bodyPr/>
                    <a:lstStyle/>
                    <a:p>
                      <a:r>
                        <a:rPr lang="en-US" sz="1600" dirty="0">
                          <a:latin typeface="Nunito" pitchFamily="2" charset="0"/>
                        </a:rPr>
                        <a:t>the most fun film of </a:t>
                      </a:r>
                      <a:r>
                        <a:rPr lang="en-US" sz="1600" dirty="0">
                          <a:solidFill>
                            <a:schemeClr val="accent2"/>
                          </a:solidFill>
                          <a:latin typeface="Nunito" pitchFamily="2" charset="0"/>
                        </a:rPr>
                        <a:t>the</a:t>
                      </a:r>
                      <a:r>
                        <a:rPr lang="en-US" sz="1600" dirty="0">
                          <a:latin typeface="Nunito" pitchFamily="2" charset="0"/>
                        </a:rPr>
                        <a:t> summer</a:t>
                      </a:r>
                      <a:endParaRPr lang="en-CA" sz="1600" dirty="0">
                        <a:latin typeface="Nunito" pitchFamily="2" charset="0"/>
                      </a:endParaRPr>
                    </a:p>
                  </a:txBody>
                  <a:tcPr/>
                </a:tc>
                <a:extLst>
                  <a:ext uri="{0D108BD9-81ED-4DB2-BD59-A6C34878D82A}">
                    <a16:rowId xmlns:a16="http://schemas.microsoft.com/office/drawing/2014/main" val="833204166"/>
                  </a:ext>
                </a:extLst>
              </a:tr>
              <a:tr h="324485">
                <a:tc>
                  <a:txBody>
                    <a:bodyPr/>
                    <a:lstStyle/>
                    <a:p>
                      <a:r>
                        <a:rPr lang="en-US" sz="1600" dirty="0">
                          <a:latin typeface="Nunito" pitchFamily="2" charset="0"/>
                        </a:rPr>
                        <a:t>Testing</a:t>
                      </a:r>
                      <a:endParaRPr lang="en-CA" sz="1600" dirty="0">
                        <a:latin typeface="Nunito" pitchFamily="2" charset="0"/>
                      </a:endParaRPr>
                    </a:p>
                  </a:txBody>
                  <a:tcPr/>
                </a:tc>
                <a:tc>
                  <a:txBody>
                    <a:bodyPr/>
                    <a:lstStyle/>
                    <a:p>
                      <a:pPr algn="ctr"/>
                      <a:r>
                        <a:rPr lang="en-US" sz="1600" dirty="0">
                          <a:latin typeface="Nunito" pitchFamily="2" charset="0"/>
                        </a:rPr>
                        <a:t>?</a:t>
                      </a:r>
                      <a:endParaRPr lang="en-CA" sz="1600" dirty="0">
                        <a:latin typeface="Nunito" pitchFamily="2" charset="0"/>
                      </a:endParaRPr>
                    </a:p>
                  </a:txBody>
                  <a:tcPr/>
                </a:tc>
                <a:tc>
                  <a:txBody>
                    <a:bodyPr/>
                    <a:lstStyle/>
                    <a:p>
                      <a:r>
                        <a:rPr lang="en-US" sz="1600" dirty="0">
                          <a:latin typeface="Nunito" pitchFamily="2" charset="0"/>
                        </a:rPr>
                        <a:t>predictable </a:t>
                      </a:r>
                      <a:r>
                        <a:rPr lang="en-US" sz="1600" dirty="0">
                          <a:solidFill>
                            <a:srgbClr val="FF0000"/>
                          </a:solidFill>
                          <a:latin typeface="Nunito" pitchFamily="2" charset="0"/>
                        </a:rPr>
                        <a:t>with</a:t>
                      </a:r>
                      <a:r>
                        <a:rPr lang="en-US" sz="1600" dirty="0">
                          <a:latin typeface="Nunito" pitchFamily="2" charset="0"/>
                        </a:rPr>
                        <a:t> no fun</a:t>
                      </a:r>
                      <a:endParaRPr lang="en-CA" sz="1600" dirty="0">
                        <a:latin typeface="Nunito" pitchFamily="2" charset="0"/>
                      </a:endParaRPr>
                    </a:p>
                  </a:txBody>
                  <a:tcPr/>
                </a:tc>
                <a:extLst>
                  <a:ext uri="{0D108BD9-81ED-4DB2-BD59-A6C34878D82A}">
                    <a16:rowId xmlns:a16="http://schemas.microsoft.com/office/drawing/2014/main" val="2595834315"/>
                  </a:ext>
                </a:extLst>
              </a:tr>
            </a:tbl>
          </a:graphicData>
        </a:graphic>
      </p:graphicFrame>
      <p:pic>
        <p:nvPicPr>
          <p:cNvPr id="9" name="Picture 8">
            <a:extLst>
              <a:ext uri="{FF2B5EF4-FFF2-40B4-BE49-F238E27FC236}">
                <a16:creationId xmlns:a16="http://schemas.microsoft.com/office/drawing/2014/main" id="{CE43CCE1-D1FC-8305-F570-CBF663000209}"/>
              </a:ext>
            </a:extLst>
          </p:cNvPr>
          <p:cNvPicPr>
            <a:picLocks noChangeAspect="1"/>
          </p:cNvPicPr>
          <p:nvPr/>
        </p:nvPicPr>
        <p:blipFill>
          <a:blip r:embed="rId2"/>
          <a:stretch>
            <a:fillRect/>
          </a:stretch>
        </p:blipFill>
        <p:spPr>
          <a:xfrm>
            <a:off x="7941988" y="1551840"/>
            <a:ext cx="2013070" cy="591118"/>
          </a:xfrm>
          <a:prstGeom prst="rect">
            <a:avLst/>
          </a:prstGeom>
        </p:spPr>
      </p:pic>
      <mc:AlternateContent xmlns:mc="http://schemas.openxmlformats.org/markup-compatibility/2006">
        <mc:Choice xmlns:a14="http://schemas.microsoft.com/office/drawing/2010/main" Requires="a14">
          <p:sp>
            <p:nvSpPr>
              <p:cNvPr id="10" name="Content Placeholder 9">
                <a:extLst>
                  <a:ext uri="{FF2B5EF4-FFF2-40B4-BE49-F238E27FC236}">
                    <a16:creationId xmlns:a16="http://schemas.microsoft.com/office/drawing/2014/main" id="{0A42CDBA-2A9F-3E76-4DCE-81F0C84137E4}"/>
                  </a:ext>
                </a:extLst>
              </p:cNvPr>
              <p:cNvSpPr txBox="1">
                <a:spLocks/>
              </p:cNvSpPr>
              <p:nvPr/>
            </p:nvSpPr>
            <p:spPr>
              <a:xfrm>
                <a:off x="6866342" y="1325563"/>
                <a:ext cx="4571326" cy="53114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latin typeface="Nunito" pitchFamily="2" charset="0"/>
                  </a:rPr>
                  <a:t>Prior from training set:</a:t>
                </a:r>
              </a:p>
              <a:p>
                <a:pPr marL="0" indent="0">
                  <a:buNone/>
                </a:pPr>
                <a:endParaRPr lang="en-US" sz="2000" b="0" i="1" dirty="0">
                  <a:latin typeface="Nunito" pitchFamily="2" charset="0"/>
                </a:endParaRPr>
              </a:p>
              <a:p>
                <a14:m>
                  <m:oMath xmlns:m="http://schemas.openxmlformats.org/officeDocument/2006/math">
                    <m:d>
                      <m:dPr>
                        <m:begChr m:val="|"/>
                        <m:endChr m:val="|"/>
                        <m:ctrlPr>
                          <a:rPr lang="en-US" sz="2000" b="1" i="1" smtClean="0">
                            <a:latin typeface="Cambria Math" panose="02040503050406030204" pitchFamily="18" charset="0"/>
                          </a:rPr>
                        </m:ctrlPr>
                      </m:dPr>
                      <m:e>
                        <m:r>
                          <a:rPr lang="en-US" sz="2000" b="1" i="1" smtClean="0">
                            <a:latin typeface="Cambria Math" panose="02040503050406030204" pitchFamily="18" charset="0"/>
                          </a:rPr>
                          <m:t>𝑽</m:t>
                        </m:r>
                      </m:e>
                    </m:d>
                    <m:r>
                      <a:rPr lang="en-US" sz="2000" b="1" i="1" smtClean="0">
                        <a:latin typeface="Cambria Math" panose="02040503050406030204" pitchFamily="18" charset="0"/>
                      </a:rPr>
                      <m:t>=</m:t>
                    </m:r>
                    <m:r>
                      <a:rPr lang="en-US" sz="2000" b="1" i="1" smtClean="0">
                        <a:latin typeface="Cambria Math" panose="02040503050406030204" pitchFamily="18" charset="0"/>
                      </a:rPr>
                      <m:t>𝟐𝟎</m:t>
                    </m:r>
                  </m:oMath>
                </a14:m>
                <a:r>
                  <a:rPr lang="en-US" sz="2000" b="1" dirty="0">
                    <a:latin typeface="Nunito" pitchFamily="2" charset="0"/>
                  </a:rPr>
                  <a:t> from training set</a:t>
                </a:r>
              </a:p>
              <a:p>
                <a:r>
                  <a:rPr lang="en-US" sz="2000" b="1" dirty="0">
                    <a:latin typeface="Nunito" pitchFamily="2" charset="0"/>
                  </a:rPr>
                  <a:t>Conditional probabilities </a:t>
                </a:r>
                <a14:m>
                  <m:oMath xmlns:m="http://schemas.openxmlformats.org/officeDocument/2006/math">
                    <m:r>
                      <a:rPr lang="en-US" sz="2000" b="1" i="1">
                        <a:latin typeface="Cambria Math" panose="02040503050406030204" pitchFamily="18" charset="0"/>
                      </a:rPr>
                      <m:t>(</m:t>
                    </m:r>
                    <m:r>
                      <a:rPr lang="en-US" sz="2000" b="1" i="1">
                        <a:latin typeface="Cambria Math" panose="02040503050406030204" pitchFamily="18" charset="0"/>
                      </a:rPr>
                      <m:t>𝜶</m:t>
                    </m:r>
                    <m:r>
                      <a:rPr lang="en-US" sz="2000" b="1" i="1">
                        <a:latin typeface="Cambria Math" panose="02040503050406030204" pitchFamily="18" charset="0"/>
                      </a:rPr>
                      <m:t>=</m:t>
                    </m:r>
                    <m:r>
                      <a:rPr lang="en-US" sz="2000" b="1" i="1">
                        <a:latin typeface="Cambria Math" panose="02040503050406030204" pitchFamily="18" charset="0"/>
                      </a:rPr>
                      <m:t>𝟏</m:t>
                    </m:r>
                    <m:r>
                      <a:rPr lang="en-US" sz="2000" b="1" i="1">
                        <a:latin typeface="Cambria Math" panose="02040503050406030204" pitchFamily="18" charset="0"/>
                      </a:rPr>
                      <m:t>)</m:t>
                    </m:r>
                  </m:oMath>
                </a14:m>
                <a:r>
                  <a:rPr lang="en-US" sz="2000" b="1" dirty="0">
                    <a:latin typeface="Nunito" pitchFamily="2" charset="0"/>
                  </a:rPr>
                  <a:t>: </a:t>
                </a:r>
              </a:p>
            </p:txBody>
          </p:sp>
        </mc:Choice>
        <mc:Fallback>
          <p:sp>
            <p:nvSpPr>
              <p:cNvPr id="10" name="Content Placeholder 9">
                <a:extLst>
                  <a:ext uri="{FF2B5EF4-FFF2-40B4-BE49-F238E27FC236}">
                    <a16:creationId xmlns:a16="http://schemas.microsoft.com/office/drawing/2014/main" id="{0A42CDBA-2A9F-3E76-4DCE-81F0C84137E4}"/>
                  </a:ext>
                </a:extLst>
              </p:cNvPr>
              <p:cNvSpPr txBox="1">
                <a:spLocks noRot="1" noChangeAspect="1" noMove="1" noResize="1" noEditPoints="1" noAdjustHandles="1" noChangeArrowheads="1" noChangeShapeType="1" noTextEdit="1"/>
              </p:cNvSpPr>
              <p:nvPr/>
            </p:nvSpPr>
            <p:spPr>
              <a:xfrm>
                <a:off x="6866342" y="1325563"/>
                <a:ext cx="4571326" cy="5311441"/>
              </a:xfrm>
              <a:prstGeom prst="rect">
                <a:avLst/>
              </a:prstGeom>
              <a:blipFill>
                <a:blip r:embed="rId3"/>
                <a:stretch>
                  <a:fillRect l="-1200" t="-1032"/>
                </a:stretch>
              </a:blipFill>
            </p:spPr>
            <p:txBody>
              <a:bodyPr/>
              <a:lstStyle/>
              <a:p>
                <a:r>
                  <a:rPr lang="en-CA">
                    <a:noFill/>
                  </a:rPr>
                  <a:t> </a:t>
                </a:r>
              </a:p>
            </p:txBody>
          </p:sp>
        </mc:Fallback>
      </mc:AlternateContent>
      <p:pic>
        <p:nvPicPr>
          <p:cNvPr id="11" name="Picture 10">
            <a:extLst>
              <a:ext uri="{FF2B5EF4-FFF2-40B4-BE49-F238E27FC236}">
                <a16:creationId xmlns:a16="http://schemas.microsoft.com/office/drawing/2014/main" id="{E60600AD-1938-B9BE-778B-93C47DB87534}"/>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239102" y="2960353"/>
            <a:ext cx="2995612" cy="3238500"/>
          </a:xfrm>
          <a:prstGeom prst="rect">
            <a:avLst/>
          </a:prstGeom>
        </p:spPr>
      </p:pic>
      <p:sp>
        <p:nvSpPr>
          <p:cNvPr id="12" name="TextBox 11">
            <a:extLst>
              <a:ext uri="{FF2B5EF4-FFF2-40B4-BE49-F238E27FC236}">
                <a16:creationId xmlns:a16="http://schemas.microsoft.com/office/drawing/2014/main" id="{8B38E9EC-DDAD-541D-CE59-387617836E86}"/>
              </a:ext>
            </a:extLst>
          </p:cNvPr>
          <p:cNvSpPr txBox="1"/>
          <p:nvPr/>
        </p:nvSpPr>
        <p:spPr>
          <a:xfrm>
            <a:off x="352526" y="4496635"/>
            <a:ext cx="6886576" cy="1429622"/>
          </a:xfrm>
          <a:prstGeom prst="rect">
            <a:avLst/>
          </a:prstGeom>
          <a:noFill/>
        </p:spPr>
        <p:txBody>
          <a:bodyPr wrap="square">
            <a:spAutoFit/>
          </a:bodyPr>
          <a:lstStyle/>
          <a:p>
            <a:pPr marL="342900" indent="-342900">
              <a:lnSpc>
                <a:spcPct val="110000"/>
              </a:lnSpc>
              <a:buFont typeface="Arial" panose="020B0604020202020204" pitchFamily="34" charset="0"/>
              <a:buChar char="•"/>
            </a:pPr>
            <a:r>
              <a:rPr lang="en-US" sz="2000" b="1" dirty="0">
                <a:latin typeface="Nunito" pitchFamily="2" charset="0"/>
              </a:rPr>
              <a:t>Scoring the examples</a:t>
            </a:r>
            <a:endParaRPr lang="en-CA" sz="2000" dirty="0">
              <a:latin typeface="Nunito" pitchFamily="2" charset="0"/>
            </a:endParaRPr>
          </a:p>
          <a:p>
            <a:pPr>
              <a:lnSpc>
                <a:spcPct val="110000"/>
              </a:lnSpc>
            </a:pPr>
            <a:endParaRPr lang="en-CA" sz="2000" dirty="0">
              <a:latin typeface="Nunito" pitchFamily="2" charset="0"/>
            </a:endParaRPr>
          </a:p>
          <a:p>
            <a:pPr>
              <a:lnSpc>
                <a:spcPct val="110000"/>
              </a:lnSpc>
            </a:pPr>
            <a:endParaRPr lang="en-CA" sz="2000" dirty="0">
              <a:latin typeface="Nunito" pitchFamily="2" charset="0"/>
            </a:endParaRPr>
          </a:p>
          <a:p>
            <a:pPr>
              <a:lnSpc>
                <a:spcPct val="110000"/>
              </a:lnSpc>
            </a:pPr>
            <a:endParaRPr lang="en-CA" sz="2000" dirty="0">
              <a:latin typeface="Nunito" pitchFamily="2" charset="0"/>
            </a:endParaRPr>
          </a:p>
        </p:txBody>
      </p:sp>
      <p:pic>
        <p:nvPicPr>
          <p:cNvPr id="13" name="Picture 12">
            <a:extLst>
              <a:ext uri="{FF2B5EF4-FFF2-40B4-BE49-F238E27FC236}">
                <a16:creationId xmlns:a16="http://schemas.microsoft.com/office/drawing/2014/main" id="{931A8FB9-4B99-1D0B-1101-82FF1CCD3D9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56381" y="4964796"/>
            <a:ext cx="5847517" cy="930474"/>
          </a:xfrm>
          <a:prstGeom prst="rect">
            <a:avLst/>
          </a:prstGeom>
        </p:spPr>
      </p:pic>
    </p:spTree>
    <p:extLst>
      <p:ext uri="{BB962C8B-B14F-4D97-AF65-F5344CB8AC3E}">
        <p14:creationId xmlns:p14="http://schemas.microsoft.com/office/powerpoint/2010/main" val="63816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CCDEE-FC09-F130-9769-E64494EFFDC2}"/>
              </a:ext>
            </a:extLst>
          </p:cNvPr>
          <p:cNvSpPr>
            <a:spLocks noGrp="1"/>
          </p:cNvSpPr>
          <p:nvPr>
            <p:ph type="title"/>
          </p:nvPr>
        </p:nvSpPr>
        <p:spPr/>
        <p:txBody>
          <a:bodyPr/>
          <a:lstStyle/>
          <a:p>
            <a:r>
              <a:rPr lang="en-CA" dirty="0"/>
              <a:t>Recap: Logistic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D17617E-D2D2-5106-E415-D0D6C9D5E12A}"/>
                  </a:ext>
                </a:extLst>
              </p:cNvPr>
              <p:cNvSpPr>
                <a:spLocks noGrp="1"/>
              </p:cNvSpPr>
              <p:nvPr>
                <p:ph idx="1"/>
              </p:nvPr>
            </p:nvSpPr>
            <p:spPr/>
            <p:txBody>
              <a:bodyPr>
                <a:normAutofit/>
              </a:bodyPr>
              <a:lstStyle/>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CA" dirty="0"/>
              </a:p>
              <a:p>
                <a:pPr marL="0" indent="0">
                  <a:buNone/>
                </a:pPr>
                <a:r>
                  <a:rPr lang="en-CA" dirty="0"/>
                  <a:t>Logistic function: </a:t>
                </a:r>
                <a14:m>
                  <m:oMath xmlns:m="http://schemas.openxmlformats.org/officeDocument/2006/math">
                    <m:r>
                      <a:rPr lang="en-CA" b="0" i="1" smtClean="0">
                        <a:latin typeface="Cambria Math" panose="02040503050406030204" pitchFamily="18" charset="0"/>
                      </a:rPr>
                      <m:t>𝜎</m:t>
                    </m:r>
                    <m:d>
                      <m:dPr>
                        <m:ctrlPr>
                          <a:rPr lang="en-CA" b="0" i="1" smtClean="0">
                            <a:latin typeface="Cambria Math" panose="02040503050406030204" pitchFamily="18" charset="0"/>
                          </a:rPr>
                        </m:ctrlPr>
                      </m:dPr>
                      <m:e>
                        <m:r>
                          <a:rPr lang="en-CA" b="0" i="1" smtClean="0">
                            <a:latin typeface="Cambria Math" panose="02040503050406030204" pitchFamily="18" charset="0"/>
                          </a:rPr>
                          <m:t>𝑥</m:t>
                        </m:r>
                      </m:e>
                    </m:d>
                    <m:r>
                      <a:rPr lang="en-CA" b="0" i="1" smtClean="0">
                        <a:latin typeface="Cambria Math" panose="02040503050406030204" pitchFamily="18" charset="0"/>
                      </a:rPr>
                      <m:t>=</m:t>
                    </m:r>
                    <m:f>
                      <m:fPr>
                        <m:ctrlPr>
                          <a:rPr lang="en-CA" b="0" i="1" smtClean="0">
                            <a:latin typeface="Cambria Math" panose="02040503050406030204" pitchFamily="18" charset="0"/>
                          </a:rPr>
                        </m:ctrlPr>
                      </m:fPr>
                      <m:num>
                        <m:r>
                          <a:rPr lang="en-CA" b="0" i="1" smtClean="0">
                            <a:latin typeface="Cambria Math" panose="02040503050406030204" pitchFamily="18" charset="0"/>
                          </a:rPr>
                          <m:t>1</m:t>
                        </m:r>
                      </m:num>
                      <m:den>
                        <m:r>
                          <a:rPr lang="en-CA" b="0" i="1" smtClean="0">
                            <a:latin typeface="Cambria Math" panose="02040503050406030204" pitchFamily="18" charset="0"/>
                          </a:rPr>
                          <m:t>1+</m:t>
                        </m:r>
                        <m:sSup>
                          <m:sSupPr>
                            <m:ctrlPr>
                              <a:rPr lang="en-CA" b="0" i="1" smtClean="0">
                                <a:latin typeface="Cambria Math" panose="02040503050406030204" pitchFamily="18" charset="0"/>
                              </a:rPr>
                            </m:ctrlPr>
                          </m:sSupPr>
                          <m:e>
                            <m:r>
                              <a:rPr lang="en-CA" b="0" i="1" smtClean="0">
                                <a:latin typeface="Cambria Math" panose="02040503050406030204" pitchFamily="18" charset="0"/>
                              </a:rPr>
                              <m:t>𝑒</m:t>
                            </m:r>
                          </m:e>
                          <m:sup>
                            <m:r>
                              <a:rPr lang="en-CA" b="0" i="1" smtClean="0">
                                <a:latin typeface="Cambria Math" panose="02040503050406030204" pitchFamily="18" charset="0"/>
                              </a:rPr>
                              <m:t>−</m:t>
                            </m:r>
                            <m:r>
                              <a:rPr lang="en-CA" b="0" i="1" smtClean="0">
                                <a:latin typeface="Cambria Math" panose="02040503050406030204" pitchFamily="18" charset="0"/>
                              </a:rPr>
                              <m:t>𝑥</m:t>
                            </m:r>
                          </m:sup>
                        </m:sSup>
                      </m:den>
                    </m:f>
                    <m:r>
                      <a:rPr lang="en-CA" b="0" i="1" smtClean="0">
                        <a:latin typeface="Cambria Math" panose="02040503050406030204" pitchFamily="18" charset="0"/>
                      </a:rPr>
                      <m:t>,    </m:t>
                    </m:r>
                    <m:r>
                      <a:rPr lang="en-CA" b="0" i="1" smtClean="0">
                        <a:latin typeface="Cambria Math" panose="02040503050406030204" pitchFamily="18" charset="0"/>
                      </a:rPr>
                      <m:t>𝜎</m:t>
                    </m:r>
                    <m:r>
                      <a:rPr lang="en-CA" b="0" i="1" smtClean="0">
                        <a:latin typeface="Cambria Math" panose="02040503050406030204" pitchFamily="18" charset="0"/>
                      </a:rPr>
                      <m:t>:</m:t>
                    </m:r>
                    <m:r>
                      <a:rPr lang="en-CA" b="0" i="1" smtClean="0">
                        <a:latin typeface="Cambria Math" panose="02040503050406030204" pitchFamily="18" charset="0"/>
                      </a:rPr>
                      <m:t>ℝ</m:t>
                    </m:r>
                    <m:r>
                      <a:rPr lang="en-CA" b="0" i="1" smtClean="0">
                        <a:latin typeface="Cambria Math" panose="02040503050406030204" pitchFamily="18" charset="0"/>
                      </a:rPr>
                      <m:t>→</m:t>
                    </m:r>
                    <m:d>
                      <m:dPr>
                        <m:ctrlPr>
                          <a:rPr lang="en-CA" b="0" i="1" smtClean="0">
                            <a:latin typeface="Cambria Math" panose="02040503050406030204" pitchFamily="18" charset="0"/>
                          </a:rPr>
                        </m:ctrlPr>
                      </m:dPr>
                      <m:e>
                        <m:r>
                          <a:rPr lang="en-CA" b="0" i="1" smtClean="0">
                            <a:latin typeface="Cambria Math" panose="02040503050406030204" pitchFamily="18" charset="0"/>
                          </a:rPr>
                          <m:t>0, 1</m:t>
                        </m:r>
                      </m:e>
                    </m:d>
                    <m:r>
                      <a:rPr lang="en-CA" b="0" i="1" smtClean="0">
                        <a:latin typeface="Cambria Math" panose="02040503050406030204" pitchFamily="18" charset="0"/>
                      </a:rPr>
                      <m:t>.</m:t>
                    </m:r>
                  </m:oMath>
                </a14:m>
                <a:endParaRPr lang="en-CA" dirty="0"/>
              </a:p>
              <a:p>
                <a:pPr marL="0" indent="0">
                  <a:buNone/>
                </a:pPr>
                <a:r>
                  <a:rPr lang="en-CA" dirty="0"/>
                  <a:t>“Native” for binary classification.</a:t>
                </a:r>
              </a:p>
              <a:p>
                <a:pPr marL="0" indent="0">
                  <a:buNone/>
                </a:pPr>
                <a:endParaRPr lang="en-CA" dirty="0"/>
              </a:p>
            </p:txBody>
          </p:sp>
        </mc:Choice>
        <mc:Fallback>
          <p:sp>
            <p:nvSpPr>
              <p:cNvPr id="3" name="Content Placeholder 2">
                <a:extLst>
                  <a:ext uri="{FF2B5EF4-FFF2-40B4-BE49-F238E27FC236}">
                    <a16:creationId xmlns:a16="http://schemas.microsoft.com/office/drawing/2014/main" id="{CD17617E-D2D2-5106-E415-D0D6C9D5E12A}"/>
                  </a:ext>
                </a:extLst>
              </p:cNvPr>
              <p:cNvSpPr>
                <a:spLocks noGrp="1" noRot="1" noChangeAspect="1" noMove="1" noResize="1" noEditPoints="1" noAdjustHandles="1" noChangeArrowheads="1" noChangeShapeType="1" noTextEdit="1"/>
              </p:cNvSpPr>
              <p:nvPr>
                <p:ph idx="1"/>
              </p:nvPr>
            </p:nvSpPr>
            <p:spPr>
              <a:blipFill>
                <a:blip r:embed="rId2"/>
                <a:stretch>
                  <a:fillRect l="-803"/>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CE6419E7-CA46-EFAF-5B93-978F6CFE7119}"/>
              </a:ext>
            </a:extLst>
          </p:cNvPr>
          <p:cNvSpPr>
            <a:spLocks noGrp="1"/>
          </p:cNvSpPr>
          <p:nvPr>
            <p:ph type="sldNum" sz="quarter" idx="12"/>
          </p:nvPr>
        </p:nvSpPr>
        <p:spPr/>
        <p:txBody>
          <a:bodyPr/>
          <a:lstStyle/>
          <a:p>
            <a:fld id="{A36FF760-4833-4FC2-9C74-46CD274694B2}" type="slidenum">
              <a:rPr lang="en-CA" smtClean="0"/>
              <a:pPr/>
              <a:t>13</a:t>
            </a:fld>
            <a:endParaRPr lang="en-CA"/>
          </a:p>
        </p:txBody>
      </p:sp>
      <p:pic>
        <p:nvPicPr>
          <p:cNvPr id="5" name="Picture 4">
            <a:extLst>
              <a:ext uri="{FF2B5EF4-FFF2-40B4-BE49-F238E27FC236}">
                <a16:creationId xmlns:a16="http://schemas.microsoft.com/office/drawing/2014/main" id="{9B4366AE-FAD7-2F4B-DF72-5E76946E7A9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95" b="6842"/>
          <a:stretch/>
        </p:blipFill>
        <p:spPr bwMode="auto">
          <a:xfrm>
            <a:off x="3531394" y="1316542"/>
            <a:ext cx="5129212" cy="3371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9188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3EC6C-953D-20E5-E28C-0A450EE24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5B45E6-A9ED-A206-927D-4CBF291EAC35}"/>
              </a:ext>
            </a:extLst>
          </p:cNvPr>
          <p:cNvSpPr>
            <a:spLocks noGrp="1"/>
          </p:cNvSpPr>
          <p:nvPr>
            <p:ph type="title"/>
          </p:nvPr>
        </p:nvSpPr>
        <p:spPr/>
        <p:txBody>
          <a:bodyPr/>
          <a:lstStyle/>
          <a:p>
            <a:r>
              <a:rPr lang="en-CA" dirty="0"/>
              <a:t>Logistic Regression: Modeling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31DFDD3-987A-6EBF-2FFA-175F3D676328}"/>
                  </a:ext>
                </a:extLst>
              </p:cNvPr>
              <p:cNvSpPr>
                <a:spLocks noGrp="1"/>
              </p:cNvSpPr>
              <p:nvPr>
                <p:ph idx="1"/>
              </p:nvPr>
            </p:nvSpPr>
            <p:spPr/>
            <p:txBody>
              <a:bodyPr>
                <a:normAutofit/>
              </a:bodyPr>
              <a:lstStyle/>
              <a:p>
                <a:pPr marL="0" indent="0">
                  <a:buNone/>
                </a:pPr>
                <a:r>
                  <a:rPr lang="en-CA" dirty="0"/>
                  <a:t>Suppose we can represent sentence </a:t>
                </a:r>
                <a14:m>
                  <m:oMath xmlns:m="http://schemas.openxmlformats.org/officeDocument/2006/math">
                    <m:r>
                      <a:rPr lang="en-CA" b="0" i="1" smtClean="0">
                        <a:latin typeface="Cambria Math" panose="02040503050406030204" pitchFamily="18" charset="0"/>
                      </a:rPr>
                      <m:t>𝑠</m:t>
                    </m:r>
                  </m:oMath>
                </a14:m>
                <a:r>
                  <a:rPr lang="en-CA" dirty="0"/>
                  <a:t> with a vector </a:t>
                </a:r>
                <a14:m>
                  <m:oMath xmlns:m="http://schemas.openxmlformats.org/officeDocument/2006/math">
                    <m:r>
                      <a:rPr lang="en-CA" b="1" i="1" smtClean="0">
                        <a:latin typeface="Cambria Math" panose="02040503050406030204" pitchFamily="18" charset="0"/>
                      </a:rPr>
                      <m:t>𝒙</m:t>
                    </m:r>
                    <m:r>
                      <a:rPr lang="en-CA" b="0" i="0" smtClean="0">
                        <a:latin typeface="Cambria Math" panose="02040503050406030204" pitchFamily="18" charset="0"/>
                      </a:rPr>
                      <m:t>.</m:t>
                    </m:r>
                  </m:oMath>
                </a14:m>
                <a:endParaRPr lang="en-CA" b="1" dirty="0"/>
              </a:p>
              <a:p>
                <a:pPr marL="0" indent="0">
                  <a:buNone/>
                </a:pPr>
                <a:endParaRPr lang="en-CA" dirty="0"/>
              </a:p>
              <a:p>
                <a:pPr marL="0" indent="0">
                  <a:buNone/>
                </a:pPr>
                <a:r>
                  <a:rPr lang="en-CA" dirty="0"/>
                  <a:t>Probabilistic model:</a:t>
                </a:r>
              </a:p>
              <a:p>
                <a:pPr marL="0" indent="0">
                  <a:buNone/>
                </a:pPr>
                <a14:m>
                  <m:oMathPara xmlns:m="http://schemas.openxmlformats.org/officeDocument/2006/math">
                    <m:oMathParaPr>
                      <m:jc m:val="centerGroup"/>
                    </m:oMathParaPr>
                    <m:oMath xmlns:m="http://schemas.openxmlformats.org/officeDocument/2006/math">
                      <m:r>
                        <m:rPr>
                          <m:sty m:val="p"/>
                        </m:rPr>
                        <a:rPr lang="en-CA" b="0" i="0" smtClean="0">
                          <a:latin typeface="Cambria Math" panose="02040503050406030204" pitchFamily="18" charset="0"/>
                        </a:rPr>
                        <m:t>score</m:t>
                      </m:r>
                      <m:d>
                        <m:dPr>
                          <m:ctrlPr>
                            <a:rPr lang="en-CA" b="0" i="0" smtClean="0">
                              <a:latin typeface="Cambria Math" panose="02040503050406030204" pitchFamily="18" charset="0"/>
                            </a:rPr>
                          </m:ctrlPr>
                        </m:dPr>
                        <m:e>
                          <m:r>
                            <a:rPr lang="en-CA" b="0" i="1" smtClean="0">
                              <a:latin typeface="Cambria Math" panose="02040503050406030204" pitchFamily="18" charset="0"/>
                            </a:rPr>
                            <m:t>𝑠</m:t>
                          </m:r>
                          <m:r>
                            <a:rPr lang="en-CA" b="0" i="1" smtClean="0">
                              <a:latin typeface="Cambria Math" panose="02040503050406030204" pitchFamily="18" charset="0"/>
                            </a:rPr>
                            <m:t>, </m:t>
                          </m:r>
                          <m:r>
                            <a:rPr lang="en-CA" b="0" i="1" smtClean="0">
                              <a:latin typeface="Cambria Math" panose="02040503050406030204" pitchFamily="18" charset="0"/>
                            </a:rPr>
                            <m:t>𝑦</m:t>
                          </m:r>
                          <m:r>
                            <a:rPr lang="en-CA" b="0" i="1" smtClean="0">
                              <a:latin typeface="Cambria Math" panose="02040503050406030204" pitchFamily="18" charset="0"/>
                            </a:rPr>
                            <m:t>=1;</m:t>
                          </m:r>
                          <m:r>
                            <a:rPr lang="en-CA" b="1" i="1" smtClean="0">
                              <a:latin typeface="Cambria Math" panose="02040503050406030204" pitchFamily="18" charset="0"/>
                            </a:rPr>
                            <m:t>𝜽</m:t>
                          </m:r>
                        </m:e>
                      </m:d>
                      <m:r>
                        <a:rPr lang="en-CA" b="0" i="1" smtClean="0">
                          <a:latin typeface="Cambria Math" panose="02040503050406030204" pitchFamily="18" charset="0"/>
                        </a:rPr>
                        <m:t>≔</m:t>
                      </m:r>
                      <m:r>
                        <a:rPr lang="en-CA" b="0" i="1" smtClean="0">
                          <a:latin typeface="Cambria Math" panose="02040503050406030204" pitchFamily="18" charset="0"/>
                        </a:rPr>
                        <m:t>𝑃</m:t>
                      </m:r>
                      <m:d>
                        <m:dPr>
                          <m:ctrlPr>
                            <a:rPr lang="en-CA" b="0" i="1" smtClean="0">
                              <a:latin typeface="Cambria Math" panose="02040503050406030204" pitchFamily="18" charset="0"/>
                            </a:rPr>
                          </m:ctrlPr>
                        </m:dPr>
                        <m:e>
                          <m:r>
                            <a:rPr lang="en-CA" b="0" i="1" smtClean="0">
                              <a:latin typeface="Cambria Math" panose="02040503050406030204" pitchFamily="18" charset="0"/>
                            </a:rPr>
                            <m:t>𝑦</m:t>
                          </m:r>
                          <m:r>
                            <a:rPr lang="en-CA" b="0" i="1" smtClean="0">
                              <a:latin typeface="Cambria Math" panose="02040503050406030204" pitchFamily="18" charset="0"/>
                            </a:rPr>
                            <m:t>=1∣</m:t>
                          </m:r>
                          <m:r>
                            <a:rPr lang="en-CA" b="0" i="1" smtClean="0">
                              <a:latin typeface="Cambria Math" panose="02040503050406030204" pitchFamily="18" charset="0"/>
                            </a:rPr>
                            <m:t>𝑠</m:t>
                          </m:r>
                        </m:e>
                      </m:d>
                      <m:r>
                        <a:rPr lang="en-CA" b="0" i="1" smtClean="0">
                          <a:latin typeface="Cambria Math" panose="02040503050406030204" pitchFamily="18" charset="0"/>
                        </a:rPr>
                        <m:t>=</m:t>
                      </m:r>
                      <m:r>
                        <a:rPr lang="en-CA" b="0" i="1" smtClean="0">
                          <a:latin typeface="Cambria Math" panose="02040503050406030204" pitchFamily="18" charset="0"/>
                        </a:rPr>
                        <m:t>𝜎</m:t>
                      </m:r>
                      <m:d>
                        <m:dPr>
                          <m:ctrlPr>
                            <a:rPr lang="en-CA" b="1" i="1" smtClean="0">
                              <a:latin typeface="Cambria Math" panose="02040503050406030204" pitchFamily="18" charset="0"/>
                            </a:rPr>
                          </m:ctrlPr>
                        </m:dPr>
                        <m:e>
                          <m:r>
                            <a:rPr lang="en-CA" b="1" i="1" smtClean="0">
                              <a:latin typeface="Cambria Math" panose="02040503050406030204" pitchFamily="18" charset="0"/>
                            </a:rPr>
                            <m:t>𝜽</m:t>
                          </m:r>
                          <m:r>
                            <a:rPr lang="en-CA" b="1" i="1" smtClean="0">
                              <a:latin typeface="Cambria Math" panose="02040503050406030204" pitchFamily="18" charset="0"/>
                            </a:rPr>
                            <m:t>⋅</m:t>
                          </m:r>
                          <m:r>
                            <a:rPr lang="en-CA" b="1" i="1" smtClean="0">
                              <a:latin typeface="Cambria Math" panose="02040503050406030204" pitchFamily="18" charset="0"/>
                            </a:rPr>
                            <m:t>𝒙</m:t>
                          </m:r>
                          <m:r>
                            <a:rPr lang="en-CA" b="0" i="1" smtClean="0">
                              <a:latin typeface="Cambria Math" panose="02040503050406030204" pitchFamily="18" charset="0"/>
                            </a:rPr>
                            <m:t> +</m:t>
                          </m:r>
                          <m:r>
                            <a:rPr lang="en-CA" b="0" i="1" smtClean="0">
                              <a:latin typeface="Cambria Math" panose="02040503050406030204" pitchFamily="18" charset="0"/>
                            </a:rPr>
                            <m:t>𝑏</m:t>
                          </m:r>
                        </m:e>
                      </m:d>
                      <m:r>
                        <a:rPr lang="en-CA" b="0" i="1" smtClean="0">
                          <a:latin typeface="Cambria Math" panose="02040503050406030204" pitchFamily="18" charset="0"/>
                        </a:rPr>
                        <m:t>          </m:t>
                      </m:r>
                    </m:oMath>
                  </m:oMathPara>
                </a14:m>
                <a:endParaRPr lang="en-CA" b="0" dirty="0"/>
              </a:p>
              <a:p>
                <a:pPr marL="0" indent="0">
                  <a:buNone/>
                </a:pPr>
                <a14:m>
                  <m:oMathPara xmlns:m="http://schemas.openxmlformats.org/officeDocument/2006/math">
                    <m:oMathParaPr>
                      <m:jc m:val="centerGroup"/>
                    </m:oMathParaPr>
                    <m:oMath xmlns:m="http://schemas.openxmlformats.org/officeDocument/2006/math">
                      <m:r>
                        <m:rPr>
                          <m:sty m:val="p"/>
                        </m:rPr>
                        <a:rPr lang="en-CA">
                          <a:latin typeface="Cambria Math" panose="02040503050406030204" pitchFamily="18" charset="0"/>
                        </a:rPr>
                        <m:t>score</m:t>
                      </m:r>
                      <m:d>
                        <m:dPr>
                          <m:ctrlPr>
                            <a:rPr lang="en-CA" i="1">
                              <a:latin typeface="Cambria Math" panose="02040503050406030204" pitchFamily="18" charset="0"/>
                            </a:rPr>
                          </m:ctrlPr>
                        </m:dPr>
                        <m:e>
                          <m:r>
                            <a:rPr lang="en-CA" i="1">
                              <a:latin typeface="Cambria Math" panose="02040503050406030204" pitchFamily="18" charset="0"/>
                            </a:rPr>
                            <m:t>𝑠</m:t>
                          </m:r>
                          <m:r>
                            <a:rPr lang="en-CA" i="1">
                              <a:latin typeface="Cambria Math" panose="02040503050406030204" pitchFamily="18" charset="0"/>
                            </a:rPr>
                            <m:t>, </m:t>
                          </m:r>
                          <m:r>
                            <a:rPr lang="en-CA" i="1">
                              <a:latin typeface="Cambria Math" panose="02040503050406030204" pitchFamily="18" charset="0"/>
                            </a:rPr>
                            <m:t>𝑦</m:t>
                          </m:r>
                          <m:r>
                            <a:rPr lang="en-CA" i="1">
                              <a:latin typeface="Cambria Math" panose="02040503050406030204" pitchFamily="18" charset="0"/>
                            </a:rPr>
                            <m:t>=0;</m:t>
                          </m:r>
                          <m:r>
                            <a:rPr lang="en-CA" b="1" i="1">
                              <a:latin typeface="Cambria Math" panose="02040503050406030204" pitchFamily="18" charset="0"/>
                            </a:rPr>
                            <m:t>𝜽</m:t>
                          </m:r>
                        </m:e>
                      </m:d>
                      <m:r>
                        <a:rPr lang="en-CA" i="1">
                          <a:latin typeface="Cambria Math" panose="02040503050406030204" pitchFamily="18" charset="0"/>
                        </a:rPr>
                        <m:t>≔</m:t>
                      </m:r>
                      <m:r>
                        <a:rPr lang="en-CA" i="1">
                          <a:latin typeface="Cambria Math" panose="02040503050406030204" pitchFamily="18" charset="0"/>
                        </a:rPr>
                        <m:t>𝑃</m:t>
                      </m:r>
                      <m:d>
                        <m:dPr>
                          <m:ctrlPr>
                            <a:rPr lang="en-CA" i="1">
                              <a:latin typeface="Cambria Math" panose="02040503050406030204" pitchFamily="18" charset="0"/>
                            </a:rPr>
                          </m:ctrlPr>
                        </m:dPr>
                        <m:e>
                          <m:r>
                            <a:rPr lang="en-CA" i="1">
                              <a:latin typeface="Cambria Math" panose="02040503050406030204" pitchFamily="18" charset="0"/>
                            </a:rPr>
                            <m:t>𝑦</m:t>
                          </m:r>
                          <m:r>
                            <a:rPr lang="en-CA" i="1">
                              <a:latin typeface="Cambria Math" panose="02040503050406030204" pitchFamily="18" charset="0"/>
                            </a:rPr>
                            <m:t>=0∣</m:t>
                          </m:r>
                          <m:r>
                            <a:rPr lang="en-CA" i="1">
                              <a:latin typeface="Cambria Math" panose="02040503050406030204" pitchFamily="18" charset="0"/>
                            </a:rPr>
                            <m:t>𝑠</m:t>
                          </m:r>
                        </m:e>
                      </m:d>
                      <m:r>
                        <a:rPr lang="en-CA" i="1">
                          <a:latin typeface="Cambria Math" panose="02040503050406030204" pitchFamily="18" charset="0"/>
                        </a:rPr>
                        <m:t>=</m:t>
                      </m:r>
                      <m:r>
                        <a:rPr lang="en-CA" b="0" i="1" smtClean="0">
                          <a:latin typeface="Cambria Math" panose="02040503050406030204" pitchFamily="18" charset="0"/>
                        </a:rPr>
                        <m:t>1 − </m:t>
                      </m:r>
                      <m:r>
                        <a:rPr lang="en-CA" i="1">
                          <a:latin typeface="Cambria Math" panose="02040503050406030204" pitchFamily="18" charset="0"/>
                        </a:rPr>
                        <m:t>𝜎</m:t>
                      </m:r>
                      <m:d>
                        <m:dPr>
                          <m:ctrlPr>
                            <a:rPr lang="en-CA" b="1" i="1">
                              <a:latin typeface="Cambria Math" panose="02040503050406030204" pitchFamily="18" charset="0"/>
                            </a:rPr>
                          </m:ctrlPr>
                        </m:dPr>
                        <m:e>
                          <m:r>
                            <a:rPr lang="en-CA" b="1" i="1">
                              <a:latin typeface="Cambria Math" panose="02040503050406030204" pitchFamily="18" charset="0"/>
                            </a:rPr>
                            <m:t>𝜽</m:t>
                          </m:r>
                          <m:r>
                            <a:rPr lang="en-CA" b="1" i="1">
                              <a:latin typeface="Cambria Math" panose="02040503050406030204" pitchFamily="18" charset="0"/>
                            </a:rPr>
                            <m:t>⋅</m:t>
                          </m:r>
                          <m:r>
                            <a:rPr lang="en-CA" b="1" i="1">
                              <a:latin typeface="Cambria Math" panose="02040503050406030204" pitchFamily="18" charset="0"/>
                            </a:rPr>
                            <m:t>𝒙</m:t>
                          </m:r>
                          <m:r>
                            <a:rPr lang="en-CA" i="1">
                              <a:latin typeface="Cambria Math" panose="02040503050406030204" pitchFamily="18" charset="0"/>
                            </a:rPr>
                            <m:t> +</m:t>
                          </m:r>
                          <m:r>
                            <a:rPr lang="en-CA" i="1">
                              <a:latin typeface="Cambria Math" panose="02040503050406030204" pitchFamily="18" charset="0"/>
                            </a:rPr>
                            <m:t>𝑏</m:t>
                          </m:r>
                        </m:e>
                      </m:d>
                    </m:oMath>
                  </m:oMathPara>
                </a14:m>
                <a:endParaRPr lang="en-CA" dirty="0"/>
              </a:p>
              <a:p>
                <a:pPr marL="0" indent="0">
                  <a:buNone/>
                </a:pPr>
                <a:endParaRPr lang="en-CA" dirty="0"/>
              </a:p>
              <a:p>
                <a:pPr marL="0" indent="0">
                  <a:buNone/>
                </a:pPr>
                <a14:m>
                  <m:oMath xmlns:m="http://schemas.openxmlformats.org/officeDocument/2006/math">
                    <m:r>
                      <a:rPr lang="en-CA" b="1" i="1">
                        <a:latin typeface="Cambria Math" panose="02040503050406030204" pitchFamily="18" charset="0"/>
                      </a:rPr>
                      <m:t>𝜽</m:t>
                    </m:r>
                    <m:r>
                      <a:rPr lang="en-CA" b="1" i="1">
                        <a:latin typeface="Cambria Math" panose="02040503050406030204" pitchFamily="18" charset="0"/>
                      </a:rPr>
                      <m:t>⋅</m:t>
                    </m:r>
                    <m:r>
                      <a:rPr lang="en-CA" b="1" i="1">
                        <a:latin typeface="Cambria Math" panose="02040503050406030204" pitchFamily="18" charset="0"/>
                      </a:rPr>
                      <m:t>𝒙</m:t>
                    </m:r>
                    <m:r>
                      <a:rPr lang="en-CA" i="1">
                        <a:latin typeface="Cambria Math" panose="02040503050406030204" pitchFamily="18" charset="0"/>
                      </a:rPr>
                      <m:t> +</m:t>
                    </m:r>
                    <m:r>
                      <a:rPr lang="en-CA" i="1">
                        <a:latin typeface="Cambria Math" panose="02040503050406030204" pitchFamily="18" charset="0"/>
                      </a:rPr>
                      <m:t>𝑏</m:t>
                    </m:r>
                  </m:oMath>
                </a14:m>
                <a:r>
                  <a:rPr lang="en-CA" dirty="0"/>
                  <a:t> can be written as </a:t>
                </a:r>
                <a14:m>
                  <m:oMath xmlns:m="http://schemas.openxmlformats.org/officeDocument/2006/math">
                    <m:r>
                      <a:rPr lang="en-CA" b="1" i="1">
                        <a:latin typeface="Cambria Math" panose="02040503050406030204" pitchFamily="18" charset="0"/>
                      </a:rPr>
                      <m:t>𝜽</m:t>
                    </m:r>
                    <m:r>
                      <a:rPr lang="en-CA" b="1" i="1">
                        <a:latin typeface="Cambria Math" panose="02040503050406030204" pitchFamily="18" charset="0"/>
                      </a:rPr>
                      <m:t>⋅</m:t>
                    </m:r>
                    <m:r>
                      <a:rPr lang="en-CA" b="1" i="1">
                        <a:latin typeface="Cambria Math" panose="02040503050406030204" pitchFamily="18" charset="0"/>
                      </a:rPr>
                      <m:t>𝒙</m:t>
                    </m:r>
                  </m:oMath>
                </a14:m>
                <a:r>
                  <a:rPr lang="en-CA" dirty="0"/>
                  <a:t> if </a:t>
                </a:r>
                <a14:m>
                  <m:oMath xmlns:m="http://schemas.openxmlformats.org/officeDocument/2006/math">
                    <m:r>
                      <a:rPr lang="en-CA" b="1" i="1" smtClean="0">
                        <a:latin typeface="Cambria Math" panose="02040503050406030204" pitchFamily="18" charset="0"/>
                      </a:rPr>
                      <m:t>𝒙</m:t>
                    </m:r>
                  </m:oMath>
                </a14:m>
                <a:r>
                  <a:rPr lang="en-CA" b="1" dirty="0"/>
                  <a:t> </a:t>
                </a:r>
                <a:r>
                  <a:rPr lang="en-CA" dirty="0"/>
                  <a:t>has a constant dimension.</a:t>
                </a:r>
                <a:endParaRPr lang="en-CA" b="1" dirty="0"/>
              </a:p>
              <a:p>
                <a:pPr marL="0" indent="0">
                  <a:buNone/>
                </a:pPr>
                <a:endParaRPr lang="en-CA" b="0" dirty="0"/>
              </a:p>
              <a:p>
                <a:pPr marL="0" indent="0">
                  <a:buNone/>
                </a:pPr>
                <a:endParaRPr lang="en-CA" dirty="0"/>
              </a:p>
            </p:txBody>
          </p:sp>
        </mc:Choice>
        <mc:Fallback>
          <p:sp>
            <p:nvSpPr>
              <p:cNvPr id="3" name="Content Placeholder 2">
                <a:extLst>
                  <a:ext uri="{FF2B5EF4-FFF2-40B4-BE49-F238E27FC236}">
                    <a16:creationId xmlns:a16="http://schemas.microsoft.com/office/drawing/2014/main" id="{531DFDD3-987A-6EBF-2FFA-175F3D676328}"/>
                  </a:ext>
                </a:extLst>
              </p:cNvPr>
              <p:cNvSpPr>
                <a:spLocks noGrp="1" noRot="1" noChangeAspect="1" noMove="1" noResize="1" noEditPoints="1" noAdjustHandles="1" noChangeArrowheads="1" noChangeShapeType="1" noTextEdit="1"/>
              </p:cNvSpPr>
              <p:nvPr>
                <p:ph idx="1"/>
              </p:nvPr>
            </p:nvSpPr>
            <p:spPr>
              <a:blipFill>
                <a:blip r:embed="rId2"/>
                <a:stretch>
                  <a:fillRect l="-803" t="-847"/>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11AE8380-FBF2-52E0-377D-9EF0C7418831}"/>
              </a:ext>
            </a:extLst>
          </p:cNvPr>
          <p:cNvSpPr>
            <a:spLocks noGrp="1"/>
          </p:cNvSpPr>
          <p:nvPr>
            <p:ph type="sldNum" sz="quarter" idx="12"/>
          </p:nvPr>
        </p:nvSpPr>
        <p:spPr/>
        <p:txBody>
          <a:bodyPr/>
          <a:lstStyle/>
          <a:p>
            <a:fld id="{A36FF760-4833-4FC2-9C74-46CD274694B2}" type="slidenum">
              <a:rPr lang="en-CA" smtClean="0"/>
              <a:pPr/>
              <a:t>14</a:t>
            </a:fld>
            <a:endParaRPr lang="en-CA"/>
          </a:p>
        </p:txBody>
      </p:sp>
    </p:spTree>
    <p:extLst>
      <p:ext uri="{BB962C8B-B14F-4D97-AF65-F5344CB8AC3E}">
        <p14:creationId xmlns:p14="http://schemas.microsoft.com/office/powerpoint/2010/main" val="3260305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25C98-ACF0-BC36-53DA-B50EC1D12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EA46B8-07B2-DC78-B295-2A78A0507B3B}"/>
              </a:ext>
            </a:extLst>
          </p:cNvPr>
          <p:cNvSpPr>
            <a:spLocks noGrp="1"/>
          </p:cNvSpPr>
          <p:nvPr>
            <p:ph type="title"/>
          </p:nvPr>
        </p:nvSpPr>
        <p:spPr/>
        <p:txBody>
          <a:bodyPr/>
          <a:lstStyle/>
          <a:p>
            <a:r>
              <a:rPr lang="en-CA" dirty="0"/>
              <a:t>Logistic Regression: Learning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B95312A-7704-17C1-BCD6-8A0E6FFCBCEE}"/>
                  </a:ext>
                </a:extLst>
              </p:cNvPr>
              <p:cNvSpPr>
                <a:spLocks noGrp="1"/>
              </p:cNvSpPr>
              <p:nvPr>
                <p:ph idx="1"/>
              </p:nvPr>
            </p:nvSpPr>
            <p:spPr/>
            <p:txBody>
              <a:bodyPr>
                <a:normAutofit/>
              </a:bodyPr>
              <a:lstStyle/>
              <a:p>
                <a:pPr marL="0" indent="0">
                  <a:buNone/>
                </a:pPr>
                <a:r>
                  <a:rPr lang="en-CA" dirty="0"/>
                  <a:t>Objective: maximizing the dataset probability, under the assumption that each example is sampled independently. </a:t>
                </a:r>
              </a:p>
              <a:p>
                <a:pPr marL="0" indent="0">
                  <a:buNone/>
                </a:pPr>
                <a14:m>
                  <m:oMathPara xmlns:m="http://schemas.openxmlformats.org/officeDocument/2006/math">
                    <m:oMathParaPr>
                      <m:jc m:val="centerGroup"/>
                    </m:oMathParaPr>
                    <m:oMath xmlns:m="http://schemas.openxmlformats.org/officeDocument/2006/math">
                      <m:acc>
                        <m:accPr>
                          <m:chr m:val="̂"/>
                          <m:ctrlPr>
                            <a:rPr lang="en-CA" b="0" i="1" smtClean="0">
                              <a:latin typeface="Cambria Math" panose="02040503050406030204" pitchFamily="18" charset="0"/>
                            </a:rPr>
                          </m:ctrlPr>
                        </m:accPr>
                        <m:e>
                          <m:r>
                            <a:rPr lang="en-CA" b="1" i="1" smtClean="0">
                              <a:latin typeface="Cambria Math" panose="02040503050406030204" pitchFamily="18" charset="0"/>
                            </a:rPr>
                            <m:t>𝜽</m:t>
                          </m:r>
                        </m:e>
                      </m:acc>
                      <m:r>
                        <a:rPr lang="en-CA" b="0" i="1" dirty="0" smtClean="0">
                          <a:latin typeface="Cambria Math" panose="02040503050406030204" pitchFamily="18" charset="0"/>
                        </a:rPr>
                        <m:t>=</m:t>
                      </m:r>
                      <m:r>
                        <m:rPr>
                          <m:sty m:val="p"/>
                        </m:rPr>
                        <a:rPr lang="en-CA" b="0" i="0" dirty="0" smtClean="0">
                          <a:latin typeface="Cambria Math" panose="02040503050406030204" pitchFamily="18" charset="0"/>
                        </a:rPr>
                        <m:t>arg</m:t>
                      </m:r>
                      <m:limLow>
                        <m:limLowPr>
                          <m:ctrlPr>
                            <a:rPr lang="en-CA" b="0" i="1" dirty="0" smtClean="0">
                              <a:latin typeface="Cambria Math" panose="02040503050406030204" pitchFamily="18" charset="0"/>
                            </a:rPr>
                          </m:ctrlPr>
                        </m:limLowPr>
                        <m:e>
                          <m:r>
                            <m:rPr>
                              <m:sty m:val="p"/>
                            </m:rPr>
                            <a:rPr lang="en-CA" b="0" i="0" dirty="0" smtClean="0">
                              <a:latin typeface="Cambria Math" panose="02040503050406030204" pitchFamily="18" charset="0"/>
                            </a:rPr>
                            <m:t>max</m:t>
                          </m:r>
                        </m:e>
                        <m:lim>
                          <m:r>
                            <a:rPr lang="en-CA" b="1" i="1" dirty="0" smtClean="0">
                              <a:latin typeface="Cambria Math" panose="02040503050406030204" pitchFamily="18" charset="0"/>
                            </a:rPr>
                            <m:t>𝜽</m:t>
                          </m:r>
                        </m:lim>
                      </m:limLow>
                      <m:nary>
                        <m:naryPr>
                          <m:chr m:val="∏"/>
                          <m:ctrlPr>
                            <a:rPr lang="en-CA" b="0" i="1" dirty="0" smtClean="0">
                              <a:latin typeface="Cambria Math" panose="02040503050406030204" pitchFamily="18" charset="0"/>
                            </a:rPr>
                          </m:ctrlPr>
                        </m:naryPr>
                        <m:sub>
                          <m:r>
                            <a:rPr lang="en-CA" b="0" i="1" dirty="0" smtClean="0">
                              <a:latin typeface="Cambria Math" panose="02040503050406030204" pitchFamily="18" charset="0"/>
                            </a:rPr>
                            <m:t>𝑖</m:t>
                          </m:r>
                          <m:r>
                            <a:rPr lang="en-CA" b="0" i="1" dirty="0" smtClean="0">
                              <a:latin typeface="Cambria Math" panose="02040503050406030204" pitchFamily="18" charset="0"/>
                            </a:rPr>
                            <m:t>=1</m:t>
                          </m:r>
                        </m:sub>
                        <m:sup>
                          <m:r>
                            <a:rPr lang="en-CA" b="0" i="1" dirty="0" smtClean="0">
                              <a:latin typeface="Cambria Math" panose="02040503050406030204" pitchFamily="18" charset="0"/>
                            </a:rPr>
                            <m:t>𝑛</m:t>
                          </m:r>
                        </m:sup>
                        <m:e>
                          <m:r>
                            <a:rPr lang="en-CA" b="0" i="1" dirty="0" smtClean="0">
                              <a:latin typeface="Cambria Math" panose="02040503050406030204" pitchFamily="18" charset="0"/>
                            </a:rPr>
                            <m:t>𝜎</m:t>
                          </m:r>
                          <m:sSup>
                            <m:sSupPr>
                              <m:ctrlPr>
                                <a:rPr lang="en-CA" b="1" i="1" dirty="0" smtClean="0">
                                  <a:latin typeface="Cambria Math" panose="02040503050406030204" pitchFamily="18" charset="0"/>
                                </a:rPr>
                              </m:ctrlPr>
                            </m:sSupPr>
                            <m:e>
                              <m:d>
                                <m:dPr>
                                  <m:ctrlPr>
                                    <a:rPr lang="en-CA" b="0" i="1" dirty="0" smtClean="0">
                                      <a:latin typeface="Cambria Math" panose="02040503050406030204" pitchFamily="18" charset="0"/>
                                    </a:rPr>
                                  </m:ctrlPr>
                                </m:dPr>
                                <m:e>
                                  <m:r>
                                    <a:rPr lang="en-CA" b="1" i="1" dirty="0" smtClean="0">
                                      <a:latin typeface="Cambria Math" panose="02040503050406030204" pitchFamily="18" charset="0"/>
                                    </a:rPr>
                                    <m:t>𝜽</m:t>
                                  </m:r>
                                  <m:r>
                                    <a:rPr lang="en-CA" b="1" i="1" dirty="0" smtClean="0">
                                      <a:latin typeface="Cambria Math" panose="02040503050406030204" pitchFamily="18" charset="0"/>
                                    </a:rPr>
                                    <m:t>⋅</m:t>
                                  </m:r>
                                  <m:sSub>
                                    <m:sSubPr>
                                      <m:ctrlPr>
                                        <a:rPr lang="en-CA" b="1" i="1" dirty="0" smtClean="0">
                                          <a:latin typeface="Cambria Math" panose="02040503050406030204" pitchFamily="18" charset="0"/>
                                        </a:rPr>
                                      </m:ctrlPr>
                                    </m:sSubPr>
                                    <m:e>
                                      <m:r>
                                        <a:rPr lang="en-CA" b="1" i="1" dirty="0" smtClean="0">
                                          <a:latin typeface="Cambria Math" panose="02040503050406030204" pitchFamily="18" charset="0"/>
                                        </a:rPr>
                                        <m:t>𝒙</m:t>
                                      </m:r>
                                    </m:e>
                                    <m:sub>
                                      <m:r>
                                        <a:rPr lang="en-CA" b="1" i="1" dirty="0" smtClean="0">
                                          <a:latin typeface="Cambria Math" panose="02040503050406030204" pitchFamily="18" charset="0"/>
                                        </a:rPr>
                                        <m:t>𝒊</m:t>
                                      </m:r>
                                    </m:sub>
                                  </m:sSub>
                                </m:e>
                              </m:d>
                            </m:e>
                            <m:sup>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rPr>
                                    <m:t>𝑦</m:t>
                                  </m:r>
                                </m:e>
                                <m:sub>
                                  <m:r>
                                    <a:rPr lang="en-CA" b="0" i="1" dirty="0" smtClean="0">
                                      <a:latin typeface="Cambria Math" panose="02040503050406030204" pitchFamily="18" charset="0"/>
                                    </a:rPr>
                                    <m:t>𝑖</m:t>
                                  </m:r>
                                </m:sub>
                              </m:sSub>
                            </m:sup>
                          </m:sSup>
                          <m:sSup>
                            <m:sSupPr>
                              <m:ctrlPr>
                                <a:rPr lang="en-CA" b="0" i="1" dirty="0" smtClean="0">
                                  <a:latin typeface="Cambria Math" panose="02040503050406030204" pitchFamily="18" charset="0"/>
                                </a:rPr>
                              </m:ctrlPr>
                            </m:sSupPr>
                            <m:e>
                              <m:d>
                                <m:dPr>
                                  <m:ctrlPr>
                                    <a:rPr lang="en-CA" b="0" i="1" dirty="0" smtClean="0">
                                      <a:latin typeface="Cambria Math" panose="02040503050406030204" pitchFamily="18" charset="0"/>
                                    </a:rPr>
                                  </m:ctrlPr>
                                </m:dPr>
                                <m:e>
                                  <m:r>
                                    <a:rPr lang="en-CA" i="1" dirty="0">
                                      <a:latin typeface="Cambria Math" panose="02040503050406030204" pitchFamily="18" charset="0"/>
                                    </a:rPr>
                                    <m:t>1−</m:t>
                                  </m:r>
                                  <m:r>
                                    <a:rPr lang="en-CA" i="1" dirty="0">
                                      <a:latin typeface="Cambria Math" panose="02040503050406030204" pitchFamily="18" charset="0"/>
                                    </a:rPr>
                                    <m:t>𝜎</m:t>
                                  </m:r>
                                  <m:d>
                                    <m:dPr>
                                      <m:ctrlPr>
                                        <a:rPr lang="en-CA" i="1" dirty="0">
                                          <a:latin typeface="Cambria Math" panose="02040503050406030204" pitchFamily="18" charset="0"/>
                                        </a:rPr>
                                      </m:ctrlPr>
                                    </m:dPr>
                                    <m:e>
                                      <m:r>
                                        <a:rPr lang="en-CA" b="1" i="1" dirty="0">
                                          <a:latin typeface="Cambria Math" panose="02040503050406030204" pitchFamily="18" charset="0"/>
                                        </a:rPr>
                                        <m:t>𝜽</m:t>
                                      </m:r>
                                      <m:r>
                                        <a:rPr lang="en-CA" b="1" i="1" dirty="0">
                                          <a:latin typeface="Cambria Math" panose="02040503050406030204" pitchFamily="18" charset="0"/>
                                        </a:rPr>
                                        <m:t>⋅</m:t>
                                      </m:r>
                                      <m:sSub>
                                        <m:sSubPr>
                                          <m:ctrlPr>
                                            <a:rPr lang="en-CA" b="1" i="1" dirty="0">
                                              <a:latin typeface="Cambria Math" panose="02040503050406030204" pitchFamily="18" charset="0"/>
                                            </a:rPr>
                                          </m:ctrlPr>
                                        </m:sSubPr>
                                        <m:e>
                                          <m:r>
                                            <a:rPr lang="en-CA" b="1" i="1" dirty="0">
                                              <a:latin typeface="Cambria Math" panose="02040503050406030204" pitchFamily="18" charset="0"/>
                                            </a:rPr>
                                            <m:t>𝒙</m:t>
                                          </m:r>
                                        </m:e>
                                        <m:sub>
                                          <m:r>
                                            <a:rPr lang="en-CA" b="1" i="1" dirty="0">
                                              <a:latin typeface="Cambria Math" panose="02040503050406030204" pitchFamily="18" charset="0"/>
                                            </a:rPr>
                                            <m:t>𝒊</m:t>
                                          </m:r>
                                        </m:sub>
                                      </m:sSub>
                                    </m:e>
                                  </m:d>
                                </m:e>
                              </m:d>
                            </m:e>
                            <m:sup>
                              <m:r>
                                <a:rPr lang="en-CA" b="0" i="1" dirty="0" smtClean="0">
                                  <a:latin typeface="Cambria Math" panose="02040503050406030204" pitchFamily="18" charset="0"/>
                                </a:rPr>
                                <m:t>1−</m:t>
                              </m:r>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rPr>
                                    <m:t>𝑦</m:t>
                                  </m:r>
                                </m:e>
                                <m:sub>
                                  <m:r>
                                    <a:rPr lang="en-CA" b="0" i="1" dirty="0" smtClean="0">
                                      <a:latin typeface="Cambria Math" panose="02040503050406030204" pitchFamily="18" charset="0"/>
                                    </a:rPr>
                                    <m:t>𝑖</m:t>
                                  </m:r>
                                </m:sub>
                              </m:sSub>
                            </m:sup>
                          </m:sSup>
                        </m:e>
                      </m:nary>
                    </m:oMath>
                  </m:oMathPara>
                </a14:m>
                <a:endParaRPr lang="en-CA" dirty="0"/>
              </a:p>
              <a:p>
                <a:pPr marL="0" indent="0">
                  <a:buNone/>
                </a:pPr>
                <a:r>
                  <a:rPr lang="en-CA" dirty="0"/>
                  <a:t>For better numerical representation, we usually take the negative logarithm of the probability as the loss and minimize it: </a:t>
                </a:r>
              </a:p>
              <a:p>
                <a:pPr marL="0" indent="0">
                  <a:buNone/>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𝐿𝑜𝑠𝑠</m:t>
                      </m:r>
                      <m:d>
                        <m:dPr>
                          <m:ctrlPr>
                            <a:rPr lang="en-CA" b="0" i="1" smtClean="0">
                              <a:latin typeface="Cambria Math" panose="02040503050406030204" pitchFamily="18" charset="0"/>
                            </a:rPr>
                          </m:ctrlPr>
                        </m:dPr>
                        <m:e>
                          <m:r>
                            <a:rPr lang="en-CA" b="1" i="1" dirty="0">
                              <a:latin typeface="Cambria Math" panose="02040503050406030204" pitchFamily="18" charset="0"/>
                            </a:rPr>
                            <m:t>𝜽</m:t>
                          </m:r>
                        </m:e>
                      </m:d>
                      <m:r>
                        <a:rPr lang="en-CA" b="1" i="1" dirty="0" smtClean="0">
                          <a:latin typeface="Cambria Math" panose="02040503050406030204" pitchFamily="18" charset="0"/>
                        </a:rPr>
                        <m:t>=−</m:t>
                      </m:r>
                      <m:nary>
                        <m:naryPr>
                          <m:chr m:val="∑"/>
                          <m:ctrlPr>
                            <a:rPr lang="en-CA" b="1" i="1" dirty="0" smtClean="0">
                              <a:latin typeface="Cambria Math" panose="02040503050406030204" pitchFamily="18" charset="0"/>
                            </a:rPr>
                          </m:ctrlPr>
                        </m:naryPr>
                        <m:sub>
                          <m:r>
                            <a:rPr lang="en-CA" b="0" i="1" dirty="0" smtClean="0">
                              <a:latin typeface="Cambria Math" panose="02040503050406030204" pitchFamily="18" charset="0"/>
                            </a:rPr>
                            <m:t>𝑖</m:t>
                          </m:r>
                          <m:r>
                            <a:rPr lang="en-CA" b="0" i="1" dirty="0" smtClean="0">
                              <a:latin typeface="Cambria Math" panose="02040503050406030204" pitchFamily="18" charset="0"/>
                            </a:rPr>
                            <m:t>=1</m:t>
                          </m:r>
                        </m:sub>
                        <m:sup>
                          <m:r>
                            <a:rPr lang="en-CA" b="0" i="1" dirty="0" smtClean="0">
                              <a:latin typeface="Cambria Math" panose="02040503050406030204" pitchFamily="18" charset="0"/>
                            </a:rPr>
                            <m:t>𝑛</m:t>
                          </m:r>
                        </m:sup>
                        <m:e>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rPr>
                                <m:t>𝑦</m:t>
                              </m:r>
                            </m:e>
                            <m:sub>
                              <m:r>
                                <a:rPr lang="en-CA" b="0" i="1" dirty="0" smtClean="0">
                                  <a:latin typeface="Cambria Math" panose="02040503050406030204" pitchFamily="18" charset="0"/>
                                </a:rPr>
                                <m:t>𝑖</m:t>
                              </m:r>
                            </m:sub>
                          </m:sSub>
                          <m:func>
                            <m:funcPr>
                              <m:ctrlPr>
                                <a:rPr lang="en-CA" b="0" i="1" dirty="0" smtClean="0">
                                  <a:latin typeface="Cambria Math" panose="02040503050406030204" pitchFamily="18" charset="0"/>
                                </a:rPr>
                              </m:ctrlPr>
                            </m:funcPr>
                            <m:fName>
                              <m:r>
                                <m:rPr>
                                  <m:sty m:val="p"/>
                                </m:rPr>
                                <a:rPr lang="en-CA" b="0" i="0" dirty="0" smtClean="0">
                                  <a:latin typeface="Cambria Math" panose="02040503050406030204" pitchFamily="18" charset="0"/>
                                </a:rPr>
                                <m:t>log</m:t>
                              </m:r>
                            </m:fName>
                            <m:e>
                              <m:r>
                                <a:rPr lang="en-CA" b="0" i="1" dirty="0" smtClean="0">
                                  <a:latin typeface="Cambria Math" panose="02040503050406030204" pitchFamily="18" charset="0"/>
                                </a:rPr>
                                <m:t>𝜎</m:t>
                              </m:r>
                              <m:d>
                                <m:dPr>
                                  <m:ctrlPr>
                                    <a:rPr lang="en-CA" i="1" dirty="0">
                                      <a:latin typeface="Cambria Math" panose="02040503050406030204" pitchFamily="18" charset="0"/>
                                    </a:rPr>
                                  </m:ctrlPr>
                                </m:dPr>
                                <m:e>
                                  <m:r>
                                    <a:rPr lang="en-CA" b="1" i="1" dirty="0">
                                      <a:latin typeface="Cambria Math" panose="02040503050406030204" pitchFamily="18" charset="0"/>
                                    </a:rPr>
                                    <m:t>𝜽</m:t>
                                  </m:r>
                                  <m:r>
                                    <a:rPr lang="en-CA" b="1" i="1" dirty="0">
                                      <a:latin typeface="Cambria Math" panose="02040503050406030204" pitchFamily="18" charset="0"/>
                                    </a:rPr>
                                    <m:t>⋅</m:t>
                                  </m:r>
                                  <m:sSub>
                                    <m:sSubPr>
                                      <m:ctrlPr>
                                        <a:rPr lang="en-CA" b="1" i="1" dirty="0">
                                          <a:latin typeface="Cambria Math" panose="02040503050406030204" pitchFamily="18" charset="0"/>
                                        </a:rPr>
                                      </m:ctrlPr>
                                    </m:sSubPr>
                                    <m:e>
                                      <m:r>
                                        <a:rPr lang="en-CA" b="1" i="1" dirty="0">
                                          <a:latin typeface="Cambria Math" panose="02040503050406030204" pitchFamily="18" charset="0"/>
                                        </a:rPr>
                                        <m:t>𝒙</m:t>
                                      </m:r>
                                    </m:e>
                                    <m:sub>
                                      <m:r>
                                        <a:rPr lang="en-CA" b="1" i="1" dirty="0">
                                          <a:latin typeface="Cambria Math" panose="02040503050406030204" pitchFamily="18" charset="0"/>
                                        </a:rPr>
                                        <m:t>𝒊</m:t>
                                      </m:r>
                                    </m:sub>
                                  </m:sSub>
                                </m:e>
                              </m:d>
                            </m:e>
                          </m:func>
                          <m:r>
                            <a:rPr lang="en-CA" b="0" i="1" dirty="0" smtClean="0">
                              <a:latin typeface="Cambria Math" panose="02040503050406030204" pitchFamily="18" charset="0"/>
                            </a:rPr>
                            <m:t>+</m:t>
                          </m:r>
                          <m:d>
                            <m:dPr>
                              <m:ctrlPr>
                                <a:rPr lang="en-CA" b="0" i="1" dirty="0" smtClean="0">
                                  <a:latin typeface="Cambria Math" panose="02040503050406030204" pitchFamily="18" charset="0"/>
                                </a:rPr>
                              </m:ctrlPr>
                            </m:dPr>
                            <m:e>
                              <m:r>
                                <a:rPr lang="en-CA" b="0" i="1" dirty="0" smtClean="0">
                                  <a:latin typeface="Cambria Math" panose="02040503050406030204" pitchFamily="18" charset="0"/>
                                </a:rPr>
                                <m:t>1−</m:t>
                              </m:r>
                              <m:sSub>
                                <m:sSubPr>
                                  <m:ctrlPr>
                                    <a:rPr lang="en-CA" b="0" i="1" dirty="0" smtClean="0">
                                      <a:latin typeface="Cambria Math" panose="02040503050406030204" pitchFamily="18" charset="0"/>
                                    </a:rPr>
                                  </m:ctrlPr>
                                </m:sSubPr>
                                <m:e>
                                  <m:r>
                                    <a:rPr lang="en-CA" b="0" i="1" dirty="0" smtClean="0">
                                      <a:latin typeface="Cambria Math" panose="02040503050406030204" pitchFamily="18" charset="0"/>
                                    </a:rPr>
                                    <m:t>𝑦</m:t>
                                  </m:r>
                                </m:e>
                                <m:sub>
                                  <m:r>
                                    <a:rPr lang="en-CA" b="0" i="1" dirty="0" smtClean="0">
                                      <a:latin typeface="Cambria Math" panose="02040503050406030204" pitchFamily="18" charset="0"/>
                                    </a:rPr>
                                    <m:t>𝑖</m:t>
                                  </m:r>
                                </m:sub>
                              </m:sSub>
                            </m:e>
                          </m:d>
                          <m:func>
                            <m:funcPr>
                              <m:ctrlPr>
                                <a:rPr lang="en-CA" b="0" i="1" dirty="0" smtClean="0">
                                  <a:latin typeface="Cambria Math" panose="02040503050406030204" pitchFamily="18" charset="0"/>
                                </a:rPr>
                              </m:ctrlPr>
                            </m:funcPr>
                            <m:fName>
                              <m:r>
                                <m:rPr>
                                  <m:sty m:val="p"/>
                                </m:rPr>
                                <a:rPr lang="en-CA" b="0" i="0" dirty="0" smtClean="0">
                                  <a:latin typeface="Cambria Math" panose="02040503050406030204" pitchFamily="18" charset="0"/>
                                </a:rPr>
                                <m:t>log</m:t>
                              </m:r>
                            </m:fName>
                            <m:e>
                              <m:d>
                                <m:dPr>
                                  <m:ctrlPr>
                                    <a:rPr lang="en-CA" b="0" i="1" dirty="0" smtClean="0">
                                      <a:latin typeface="Cambria Math" panose="02040503050406030204" pitchFamily="18" charset="0"/>
                                    </a:rPr>
                                  </m:ctrlPr>
                                </m:dPr>
                                <m:e>
                                  <m:r>
                                    <a:rPr lang="en-CA" b="0" i="1" dirty="0" smtClean="0">
                                      <a:latin typeface="Cambria Math" panose="02040503050406030204" pitchFamily="18" charset="0"/>
                                    </a:rPr>
                                    <m:t>1−</m:t>
                                  </m:r>
                                  <m:r>
                                    <a:rPr lang="en-CA" b="0" i="1" dirty="0" smtClean="0">
                                      <a:latin typeface="Cambria Math" panose="02040503050406030204" pitchFamily="18" charset="0"/>
                                    </a:rPr>
                                    <m:t>𝜎</m:t>
                                  </m:r>
                                  <m:d>
                                    <m:dPr>
                                      <m:ctrlPr>
                                        <a:rPr lang="en-CA" b="0" i="1" dirty="0" smtClean="0">
                                          <a:latin typeface="Cambria Math" panose="02040503050406030204" pitchFamily="18" charset="0"/>
                                        </a:rPr>
                                      </m:ctrlPr>
                                    </m:dPr>
                                    <m:e>
                                      <m:r>
                                        <a:rPr lang="en-CA" b="1" i="1" dirty="0">
                                          <a:latin typeface="Cambria Math" panose="02040503050406030204" pitchFamily="18" charset="0"/>
                                        </a:rPr>
                                        <m:t>𝜽</m:t>
                                      </m:r>
                                      <m:r>
                                        <a:rPr lang="en-CA" b="1" i="1" dirty="0">
                                          <a:latin typeface="Cambria Math" panose="02040503050406030204" pitchFamily="18" charset="0"/>
                                        </a:rPr>
                                        <m:t>⋅</m:t>
                                      </m:r>
                                      <m:sSub>
                                        <m:sSubPr>
                                          <m:ctrlPr>
                                            <a:rPr lang="en-CA" b="1" i="1" dirty="0">
                                              <a:latin typeface="Cambria Math" panose="02040503050406030204" pitchFamily="18" charset="0"/>
                                            </a:rPr>
                                          </m:ctrlPr>
                                        </m:sSubPr>
                                        <m:e>
                                          <m:r>
                                            <a:rPr lang="en-CA" b="1" i="1" dirty="0">
                                              <a:latin typeface="Cambria Math" panose="02040503050406030204" pitchFamily="18" charset="0"/>
                                            </a:rPr>
                                            <m:t>𝒙</m:t>
                                          </m:r>
                                        </m:e>
                                        <m:sub>
                                          <m:r>
                                            <a:rPr lang="en-CA" b="1" i="1" dirty="0">
                                              <a:latin typeface="Cambria Math" panose="02040503050406030204" pitchFamily="18" charset="0"/>
                                            </a:rPr>
                                            <m:t>𝒊</m:t>
                                          </m:r>
                                        </m:sub>
                                      </m:sSub>
                                    </m:e>
                                  </m:d>
                                </m:e>
                              </m:d>
                            </m:e>
                          </m:func>
                        </m:e>
                      </m:nary>
                    </m:oMath>
                  </m:oMathPara>
                </a14:m>
                <a:endParaRPr lang="en-CA" dirty="0"/>
              </a:p>
              <a:p>
                <a:pPr marL="0" indent="0">
                  <a:buNone/>
                </a:pPr>
                <a:r>
                  <a:rPr lang="en-CA" dirty="0"/>
                  <a:t>Gradient descent: </a:t>
                </a:r>
              </a:p>
              <a:p>
                <a:pPr marL="0" indent="0">
                  <a:buNone/>
                </a:pPr>
                <a14:m>
                  <m:oMathPara xmlns:m="http://schemas.openxmlformats.org/officeDocument/2006/math">
                    <m:oMathParaPr>
                      <m:jc m:val="centerGroup"/>
                    </m:oMathParaPr>
                    <m:oMath xmlns:m="http://schemas.openxmlformats.org/officeDocument/2006/math">
                      <m:r>
                        <a:rPr lang="en-CA" b="1" i="1" smtClean="0">
                          <a:latin typeface="Cambria Math" panose="02040503050406030204" pitchFamily="18" charset="0"/>
                        </a:rPr>
                        <m:t>𝜽</m:t>
                      </m:r>
                      <m:r>
                        <a:rPr lang="en-CA" b="1" i="1" smtClean="0">
                          <a:latin typeface="Cambria Math" panose="02040503050406030204" pitchFamily="18" charset="0"/>
                        </a:rPr>
                        <m:t>=</m:t>
                      </m:r>
                      <m:r>
                        <a:rPr lang="en-CA" b="1" i="1" smtClean="0">
                          <a:latin typeface="Cambria Math" panose="02040503050406030204" pitchFamily="18" charset="0"/>
                        </a:rPr>
                        <m:t>𝜽</m:t>
                      </m:r>
                      <m:r>
                        <a:rPr lang="en-CA" b="1" i="1" smtClean="0">
                          <a:latin typeface="Cambria Math" panose="02040503050406030204" pitchFamily="18" charset="0"/>
                        </a:rPr>
                        <m:t> </m:t>
                      </m:r>
                      <m:r>
                        <a:rPr lang="en-CA" b="0" i="1" smtClean="0">
                          <a:latin typeface="Cambria Math" panose="02040503050406030204" pitchFamily="18" charset="0"/>
                        </a:rPr>
                        <m:t>−</m:t>
                      </m:r>
                      <m:r>
                        <a:rPr lang="en-CA" b="0" i="1" smtClean="0">
                          <a:latin typeface="Cambria Math" panose="02040503050406030204" pitchFamily="18" charset="0"/>
                        </a:rPr>
                        <m:t>𝜂</m:t>
                      </m:r>
                      <m:sSub>
                        <m:sSubPr>
                          <m:ctrlPr>
                            <a:rPr lang="en-CA" b="0" i="1" smtClean="0">
                              <a:latin typeface="Cambria Math" panose="02040503050406030204" pitchFamily="18" charset="0"/>
                            </a:rPr>
                          </m:ctrlPr>
                        </m:sSubPr>
                        <m:e>
                          <m:r>
                            <m:rPr>
                              <m:sty m:val="p"/>
                            </m:rPr>
                            <a:rPr lang="en-CA" b="0" i="0" smtClean="0">
                              <a:latin typeface="Cambria Math" panose="02040503050406030204" pitchFamily="18" charset="0"/>
                            </a:rPr>
                            <m:t>∇</m:t>
                          </m:r>
                        </m:e>
                        <m:sub>
                          <m:r>
                            <a:rPr lang="en-CA" b="1" i="1" smtClean="0">
                              <a:latin typeface="Cambria Math" panose="02040503050406030204" pitchFamily="18" charset="0"/>
                            </a:rPr>
                            <m:t>𝜽</m:t>
                          </m:r>
                        </m:sub>
                      </m:sSub>
                      <m:r>
                        <a:rPr lang="en-CA" b="0" i="1" smtClean="0">
                          <a:latin typeface="Cambria Math" panose="02040503050406030204" pitchFamily="18" charset="0"/>
                        </a:rPr>
                        <m:t>𝐿𝑜𝑠𝑠</m:t>
                      </m:r>
                      <m:r>
                        <a:rPr lang="en-CA" b="0" i="1" smtClean="0">
                          <a:latin typeface="Cambria Math" panose="02040503050406030204" pitchFamily="18" charset="0"/>
                        </a:rPr>
                        <m:t>(</m:t>
                      </m:r>
                      <m:r>
                        <a:rPr lang="en-CA" b="1" i="1" smtClean="0">
                          <a:latin typeface="Cambria Math" panose="02040503050406030204" pitchFamily="18" charset="0"/>
                        </a:rPr>
                        <m:t>𝜽</m:t>
                      </m:r>
                      <m:r>
                        <a:rPr lang="en-CA" b="0" i="1" smtClean="0">
                          <a:latin typeface="Cambria Math" panose="02040503050406030204" pitchFamily="18" charset="0"/>
                        </a:rPr>
                        <m:t>)</m:t>
                      </m:r>
                    </m:oMath>
                  </m:oMathPara>
                </a14:m>
                <a:endParaRPr lang="en-CA" b="1" dirty="0"/>
              </a:p>
            </p:txBody>
          </p:sp>
        </mc:Choice>
        <mc:Fallback>
          <p:sp>
            <p:nvSpPr>
              <p:cNvPr id="3" name="Content Placeholder 2">
                <a:extLst>
                  <a:ext uri="{FF2B5EF4-FFF2-40B4-BE49-F238E27FC236}">
                    <a16:creationId xmlns:a16="http://schemas.microsoft.com/office/drawing/2014/main" id="{1B95312A-7704-17C1-BCD6-8A0E6FFCBCEE}"/>
                  </a:ext>
                </a:extLst>
              </p:cNvPr>
              <p:cNvSpPr>
                <a:spLocks noGrp="1" noRot="1" noChangeAspect="1" noMove="1" noResize="1" noEditPoints="1" noAdjustHandles="1" noChangeArrowheads="1" noChangeShapeType="1" noTextEdit="1"/>
              </p:cNvSpPr>
              <p:nvPr>
                <p:ph idx="1"/>
              </p:nvPr>
            </p:nvSpPr>
            <p:spPr>
              <a:blipFill>
                <a:blip r:embed="rId2"/>
                <a:stretch>
                  <a:fillRect l="-803" t="-969" r="-1392"/>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66E81780-07D9-0D95-B2F4-092D6831EC1F}"/>
              </a:ext>
            </a:extLst>
          </p:cNvPr>
          <p:cNvSpPr>
            <a:spLocks noGrp="1"/>
          </p:cNvSpPr>
          <p:nvPr>
            <p:ph type="sldNum" sz="quarter" idx="12"/>
          </p:nvPr>
        </p:nvSpPr>
        <p:spPr/>
        <p:txBody>
          <a:bodyPr/>
          <a:lstStyle/>
          <a:p>
            <a:fld id="{A36FF760-4833-4FC2-9C74-46CD274694B2}" type="slidenum">
              <a:rPr lang="en-CA" smtClean="0"/>
              <a:pPr/>
              <a:t>15</a:t>
            </a:fld>
            <a:endParaRPr lang="en-CA"/>
          </a:p>
        </p:txBody>
      </p:sp>
    </p:spTree>
    <p:extLst>
      <p:ext uri="{BB962C8B-B14F-4D97-AF65-F5344CB8AC3E}">
        <p14:creationId xmlns:p14="http://schemas.microsoft.com/office/powerpoint/2010/main" val="304843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FDE44-0E8D-2D1D-CC95-3EB8826A1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9BB760-5107-2415-8A30-483F2F2185ED}"/>
              </a:ext>
            </a:extLst>
          </p:cNvPr>
          <p:cNvSpPr>
            <a:spLocks noGrp="1"/>
          </p:cNvSpPr>
          <p:nvPr>
            <p:ph type="title"/>
          </p:nvPr>
        </p:nvSpPr>
        <p:spPr/>
        <p:txBody>
          <a:bodyPr/>
          <a:lstStyle/>
          <a:p>
            <a:r>
              <a:rPr lang="en-CA" dirty="0"/>
              <a:t>Logistic Regression: Inference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34FE090-AB20-C2DD-CF08-BE2BC6225DE9}"/>
                  </a:ext>
                </a:extLst>
              </p:cNvPr>
              <p:cNvSpPr>
                <a:spLocks noGrp="1"/>
              </p:cNvSpPr>
              <p:nvPr>
                <p:ph idx="1"/>
              </p:nvPr>
            </p:nvSpPr>
            <p:spPr/>
            <p:txBody>
              <a:bodyPr>
                <a:normAutofit/>
              </a:bodyPr>
              <a:lstStyle/>
              <a:p>
                <a:pPr marL="0" indent="0">
                  <a:buNone/>
                </a:pPr>
                <a:r>
                  <a:rPr lang="en-CA" dirty="0"/>
                  <a:t>Compute whether class 0 or 1 has larger probability. </a:t>
                </a:r>
              </a:p>
              <a:p>
                <a:pPr marL="0" indent="0">
                  <a:buNone/>
                </a:pPr>
                <a:endParaRPr lang="en-CA" dirty="0"/>
              </a:p>
              <a:p>
                <a:pPr marL="0" indent="0">
                  <a:buNone/>
                </a:pPr>
                <a:r>
                  <a:rPr lang="en-CA" dirty="0"/>
                  <a:t>What if there are more than 2 classes? </a:t>
                </a:r>
              </a:p>
              <a:p>
                <a:r>
                  <a:rPr lang="en-CA" dirty="0"/>
                  <a:t>1 vs. 1 for </a:t>
                </a:r>
                <a14:m>
                  <m:oMath xmlns:m="http://schemas.openxmlformats.org/officeDocument/2006/math">
                    <m:f>
                      <m:fPr>
                        <m:ctrlPr>
                          <a:rPr lang="en-CA" b="0" i="1" smtClean="0">
                            <a:latin typeface="Cambria Math" panose="02040503050406030204" pitchFamily="18" charset="0"/>
                          </a:rPr>
                        </m:ctrlPr>
                      </m:fPr>
                      <m:num>
                        <m:r>
                          <a:rPr lang="en-CA" b="0" i="1" smtClean="0">
                            <a:latin typeface="Cambria Math" panose="02040503050406030204" pitchFamily="18" charset="0"/>
                          </a:rPr>
                          <m:t>𝐶</m:t>
                        </m:r>
                        <m:r>
                          <a:rPr lang="en-CA" b="0" i="1" smtClean="0">
                            <a:latin typeface="Cambria Math" panose="02040503050406030204" pitchFamily="18" charset="0"/>
                          </a:rPr>
                          <m:t>(</m:t>
                        </m:r>
                        <m:r>
                          <a:rPr lang="en-CA" b="0" i="1" smtClean="0">
                            <a:latin typeface="Cambria Math" panose="02040503050406030204" pitchFamily="18" charset="0"/>
                          </a:rPr>
                          <m:t>𝐶</m:t>
                        </m:r>
                        <m:r>
                          <a:rPr lang="en-CA" b="0" i="1" smtClean="0">
                            <a:latin typeface="Cambria Math" panose="02040503050406030204" pitchFamily="18" charset="0"/>
                          </a:rPr>
                          <m:t>−1)</m:t>
                        </m:r>
                      </m:num>
                      <m:den>
                        <m:r>
                          <a:rPr lang="en-CA" b="0" i="1" smtClean="0">
                            <a:latin typeface="Cambria Math" panose="02040503050406030204" pitchFamily="18" charset="0"/>
                          </a:rPr>
                          <m:t>2</m:t>
                        </m:r>
                      </m:den>
                    </m:f>
                  </m:oMath>
                </a14:m>
                <a:r>
                  <a:rPr lang="en-CA" dirty="0"/>
                  <a:t> class pairs and do voting; or</a:t>
                </a:r>
              </a:p>
              <a:p>
                <a:r>
                  <a:rPr lang="en-CA" dirty="0"/>
                  <a:t>1 vs. all for </a:t>
                </a:r>
                <a14:m>
                  <m:oMath xmlns:m="http://schemas.openxmlformats.org/officeDocument/2006/math">
                    <m:r>
                      <a:rPr lang="en-CA" b="0" i="1" smtClean="0">
                        <a:latin typeface="Cambria Math" panose="02040503050406030204" pitchFamily="18" charset="0"/>
                      </a:rPr>
                      <m:t>𝐶</m:t>
                    </m:r>
                  </m:oMath>
                </a14:m>
                <a:r>
                  <a:rPr lang="en-CA" dirty="0"/>
                  <a:t> classes and do argmax. </a:t>
                </a:r>
              </a:p>
              <a:p>
                <a:pPr marL="0" indent="0">
                  <a:buNone/>
                </a:pPr>
                <a:endParaRPr lang="en-CA" dirty="0"/>
              </a:p>
              <a:p>
                <a:r>
                  <a:rPr lang="en-CA" dirty="0"/>
                  <a:t>Probabilistic interpretation (over classes) no longer hold for multi-class classification with logistic regression. </a:t>
                </a:r>
              </a:p>
            </p:txBody>
          </p:sp>
        </mc:Choice>
        <mc:Fallback>
          <p:sp>
            <p:nvSpPr>
              <p:cNvPr id="3" name="Content Placeholder 2">
                <a:extLst>
                  <a:ext uri="{FF2B5EF4-FFF2-40B4-BE49-F238E27FC236}">
                    <a16:creationId xmlns:a16="http://schemas.microsoft.com/office/drawing/2014/main" id="{434FE090-AB20-C2DD-CF08-BE2BC6225DE9}"/>
                  </a:ext>
                </a:extLst>
              </p:cNvPr>
              <p:cNvSpPr>
                <a:spLocks noGrp="1" noRot="1" noChangeAspect="1" noMove="1" noResize="1" noEditPoints="1" noAdjustHandles="1" noChangeArrowheads="1" noChangeShapeType="1" noTextEdit="1"/>
              </p:cNvSpPr>
              <p:nvPr>
                <p:ph idx="1"/>
              </p:nvPr>
            </p:nvSpPr>
            <p:spPr>
              <a:blipFill>
                <a:blip r:embed="rId2"/>
                <a:stretch>
                  <a:fillRect l="-803" t="-969"/>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75E4E97F-BB14-1C63-B9AE-1A2DCB6FC469}"/>
              </a:ext>
            </a:extLst>
          </p:cNvPr>
          <p:cNvSpPr>
            <a:spLocks noGrp="1"/>
          </p:cNvSpPr>
          <p:nvPr>
            <p:ph type="sldNum" sz="quarter" idx="12"/>
          </p:nvPr>
        </p:nvSpPr>
        <p:spPr/>
        <p:txBody>
          <a:bodyPr/>
          <a:lstStyle/>
          <a:p>
            <a:fld id="{A36FF760-4833-4FC2-9C74-46CD274694B2}" type="slidenum">
              <a:rPr lang="en-CA" smtClean="0"/>
              <a:pPr/>
              <a:t>16</a:t>
            </a:fld>
            <a:endParaRPr lang="en-CA"/>
          </a:p>
        </p:txBody>
      </p:sp>
    </p:spTree>
    <p:extLst>
      <p:ext uri="{BB962C8B-B14F-4D97-AF65-F5344CB8AC3E}">
        <p14:creationId xmlns:p14="http://schemas.microsoft.com/office/powerpoint/2010/main" val="265041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212F2-9426-9566-22C2-35A4717F3422}"/>
              </a:ext>
            </a:extLst>
          </p:cNvPr>
          <p:cNvSpPr>
            <a:spLocks noGrp="1"/>
          </p:cNvSpPr>
          <p:nvPr>
            <p:ph type="title"/>
          </p:nvPr>
        </p:nvSpPr>
        <p:spPr/>
        <p:txBody>
          <a:bodyPr/>
          <a:lstStyle/>
          <a:p>
            <a:r>
              <a:rPr lang="en-CA" dirty="0"/>
              <a:t>Generative vs. Discriminative Model for Classification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0306EBA-DE26-02AE-B2BA-790E3F2A569A}"/>
                  </a:ext>
                </a:extLst>
              </p:cNvPr>
              <p:cNvSpPr>
                <a:spLocks noGrp="1"/>
              </p:cNvSpPr>
              <p:nvPr>
                <p:ph idx="1"/>
              </p:nvPr>
            </p:nvSpPr>
            <p:spPr/>
            <p:txBody>
              <a:bodyPr/>
              <a:lstStyle/>
              <a:p>
                <a:r>
                  <a:rPr lang="en-CA" dirty="0"/>
                  <a:t>Generative models: </a:t>
                </a:r>
                <a14:m>
                  <m:oMath xmlns:m="http://schemas.openxmlformats.org/officeDocument/2006/math">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 </m:t>
                    </m:r>
                    <m:r>
                      <a:rPr lang="en-CA" b="0" i="1" smtClean="0">
                        <a:latin typeface="Cambria Math" panose="02040503050406030204" pitchFamily="18" charset="0"/>
                      </a:rPr>
                      <m:t>𝑦</m:t>
                    </m:r>
                    <m:r>
                      <a:rPr lang="en-CA" b="0" i="1" smtClean="0">
                        <a:latin typeface="Cambria Math" panose="02040503050406030204" pitchFamily="18" charset="0"/>
                      </a:rPr>
                      <m:t>)</m:t>
                    </m:r>
                  </m:oMath>
                </a14:m>
                <a:r>
                  <a:rPr lang="en-CA" dirty="0"/>
                  <a:t> is accessible when modeling </a:t>
                </a:r>
                <a14:m>
                  <m:oMath xmlns:m="http://schemas.openxmlformats.org/officeDocument/2006/math">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oMath>
                </a14:m>
                <a:r>
                  <a:rPr lang="en-CA" dirty="0"/>
                  <a:t>.</a:t>
                </a:r>
              </a:p>
              <a:p>
                <a:r>
                  <a:rPr lang="en-CA" dirty="0"/>
                  <a:t>Discriminative models: </a:t>
                </a:r>
                <a14:m>
                  <m:oMath xmlns:m="http://schemas.openxmlformats.org/officeDocument/2006/math">
                    <m:r>
                      <a:rPr lang="en-CA" b="0" i="1" smtClean="0">
                        <a:latin typeface="Cambria Math" panose="02040503050406030204" pitchFamily="18" charset="0"/>
                      </a:rPr>
                      <m:t>𝑃</m:t>
                    </m:r>
                    <m:r>
                      <a:rPr lang="en-CA" b="0" i="1" smtClean="0">
                        <a:latin typeface="Cambria Math" panose="02040503050406030204" pitchFamily="18" charset="0"/>
                      </a:rPr>
                      <m:t>(</m:t>
                    </m:r>
                    <m:r>
                      <a:rPr lang="en-CA" b="0" i="1" smtClean="0">
                        <a:latin typeface="Cambria Math" panose="02040503050406030204" pitchFamily="18" charset="0"/>
                      </a:rPr>
                      <m:t>𝑦</m:t>
                    </m:r>
                    <m:r>
                      <a:rPr lang="en-CA" b="0" i="1" smtClean="0">
                        <a:latin typeface="Cambria Math" panose="02040503050406030204" pitchFamily="18" charset="0"/>
                      </a:rPr>
                      <m:t>∣</m:t>
                    </m:r>
                    <m:r>
                      <a:rPr lang="en-CA" b="0" i="1" smtClean="0">
                        <a:latin typeface="Cambria Math" panose="02040503050406030204" pitchFamily="18" charset="0"/>
                      </a:rPr>
                      <m:t>𝑠</m:t>
                    </m:r>
                    <m:r>
                      <a:rPr lang="en-CA" b="0" i="1" smtClean="0">
                        <a:latin typeface="Cambria Math" panose="02040503050406030204" pitchFamily="18" charset="0"/>
                      </a:rPr>
                      <m:t>)</m:t>
                    </m:r>
                  </m:oMath>
                </a14:m>
                <a:r>
                  <a:rPr lang="en-CA" dirty="0"/>
                  <a:t> is directly modeled. </a:t>
                </a:r>
              </a:p>
              <a:p>
                <a:endParaRPr lang="en-CA" dirty="0"/>
              </a:p>
              <a:p>
                <a:pPr marL="0" indent="0">
                  <a:buNone/>
                </a:pPr>
                <a:r>
                  <a:rPr lang="en-CA" dirty="0"/>
                  <a:t>What are the differences?</a:t>
                </a:r>
              </a:p>
              <a:p>
                <a:pPr marL="0" indent="0">
                  <a:buNone/>
                </a:pPr>
                <a:r>
                  <a:rPr lang="en-CA" dirty="0"/>
                  <a:t>Key difference: if you can generate a new data example once you have the model.</a:t>
                </a:r>
              </a:p>
            </p:txBody>
          </p:sp>
        </mc:Choice>
        <mc:Fallback>
          <p:sp>
            <p:nvSpPr>
              <p:cNvPr id="3" name="Content Placeholder 2">
                <a:extLst>
                  <a:ext uri="{FF2B5EF4-FFF2-40B4-BE49-F238E27FC236}">
                    <a16:creationId xmlns:a16="http://schemas.microsoft.com/office/drawing/2014/main" id="{00306EBA-DE26-02AE-B2BA-790E3F2A569A}"/>
                  </a:ext>
                </a:extLst>
              </p:cNvPr>
              <p:cNvSpPr>
                <a:spLocks noGrp="1" noRot="1" noChangeAspect="1" noMove="1" noResize="1" noEditPoints="1" noAdjustHandles="1" noChangeArrowheads="1" noChangeShapeType="1" noTextEdit="1"/>
              </p:cNvSpPr>
              <p:nvPr>
                <p:ph idx="1"/>
              </p:nvPr>
            </p:nvSpPr>
            <p:spPr>
              <a:blipFill>
                <a:blip r:embed="rId2"/>
                <a:stretch>
                  <a:fillRect l="-803" t="-847" r="-161"/>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215C875E-0ADB-BC07-BC39-94D0CEE6A85C}"/>
              </a:ext>
            </a:extLst>
          </p:cNvPr>
          <p:cNvSpPr>
            <a:spLocks noGrp="1"/>
          </p:cNvSpPr>
          <p:nvPr>
            <p:ph type="sldNum" sz="quarter" idx="12"/>
          </p:nvPr>
        </p:nvSpPr>
        <p:spPr/>
        <p:txBody>
          <a:bodyPr/>
          <a:lstStyle/>
          <a:p>
            <a:fld id="{A36FF760-4833-4FC2-9C74-46CD274694B2}" type="slidenum">
              <a:rPr lang="en-CA" smtClean="0"/>
              <a:pPr/>
              <a:t>17</a:t>
            </a:fld>
            <a:endParaRPr lang="en-CA"/>
          </a:p>
        </p:txBody>
      </p:sp>
      <p:pic>
        <p:nvPicPr>
          <p:cNvPr id="5" name="Content Placeholder 7">
            <a:extLst>
              <a:ext uri="{FF2B5EF4-FFF2-40B4-BE49-F238E27FC236}">
                <a16:creationId xmlns:a16="http://schemas.microsoft.com/office/drawing/2014/main" id="{490B430C-BCCB-3045-6AC5-DEB657681B68}"/>
              </a:ext>
            </a:extLst>
          </p:cNvPr>
          <p:cNvPicPr>
            <a:picLocks noChangeAspect="1"/>
          </p:cNvPicPr>
          <p:nvPr/>
        </p:nvPicPr>
        <p:blipFill rotWithShape="1">
          <a:blip r:embed="rId3"/>
          <a:srcRect r="331" b="58555"/>
          <a:stretch/>
        </p:blipFill>
        <p:spPr>
          <a:xfrm>
            <a:off x="2488340" y="4197119"/>
            <a:ext cx="7215321" cy="1803400"/>
          </a:xfrm>
          <a:prstGeom prst="rect">
            <a:avLst/>
          </a:prstGeom>
        </p:spPr>
      </p:pic>
    </p:spTree>
    <p:extLst>
      <p:ext uri="{BB962C8B-B14F-4D97-AF65-F5344CB8AC3E}">
        <p14:creationId xmlns:p14="http://schemas.microsoft.com/office/powerpoint/2010/main" val="1833417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1E518-6E43-95A4-DB6C-E90EBDEF98BC}"/>
              </a:ext>
            </a:extLst>
          </p:cNvPr>
          <p:cNvSpPr>
            <a:spLocks noGrp="1"/>
          </p:cNvSpPr>
          <p:nvPr>
            <p:ph type="title"/>
          </p:nvPr>
        </p:nvSpPr>
        <p:spPr/>
        <p:txBody>
          <a:bodyPr/>
          <a:lstStyle/>
          <a:p>
            <a:r>
              <a:rPr lang="en-CA" dirty="0"/>
              <a:t>Neural-Network Classifier</a:t>
            </a:r>
          </a:p>
        </p:txBody>
      </p:sp>
      <p:sp>
        <p:nvSpPr>
          <p:cNvPr id="3" name="Content Placeholder 2">
            <a:extLst>
              <a:ext uri="{FF2B5EF4-FFF2-40B4-BE49-F238E27FC236}">
                <a16:creationId xmlns:a16="http://schemas.microsoft.com/office/drawing/2014/main" id="{8A79FA41-52CB-E35F-080A-95999A9128FA}"/>
              </a:ext>
            </a:extLst>
          </p:cNvPr>
          <p:cNvSpPr>
            <a:spLocks noGrp="1"/>
          </p:cNvSpPr>
          <p:nvPr>
            <p:ph idx="1"/>
          </p:nvPr>
        </p:nvSpPr>
        <p:spPr/>
        <p:txBody>
          <a:bodyPr/>
          <a:lstStyle/>
          <a:p>
            <a:r>
              <a:rPr lang="en-US" dirty="0"/>
              <a:t>A neural network is a function</a:t>
            </a:r>
          </a:p>
          <a:p>
            <a:pPr lvl="1"/>
            <a:r>
              <a:rPr lang="en-US" dirty="0"/>
              <a:t>It has inputs and outputs.</a:t>
            </a:r>
          </a:p>
          <a:p>
            <a:pPr lvl="1"/>
            <a:r>
              <a:rPr lang="en-US" dirty="0"/>
              <a:t>“N</a:t>
            </a:r>
            <a:r>
              <a:rPr lang="en-US" altLang="zh-CN" dirty="0"/>
              <a:t>eural modeling” now is better thought of as dense representation learning.</a:t>
            </a:r>
            <a:endParaRPr lang="en-US" dirty="0"/>
          </a:p>
          <a:p>
            <a:pPr lvl="1"/>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6502DABB-722C-6040-6FF2-F8F3B7AAAA01}"/>
              </a:ext>
            </a:extLst>
          </p:cNvPr>
          <p:cNvSpPr>
            <a:spLocks noGrp="1"/>
          </p:cNvSpPr>
          <p:nvPr>
            <p:ph type="sldNum" sz="quarter" idx="12"/>
          </p:nvPr>
        </p:nvSpPr>
        <p:spPr/>
        <p:txBody>
          <a:bodyPr/>
          <a:lstStyle/>
          <a:p>
            <a:fld id="{A36FF760-4833-4FC2-9C74-46CD274694B2}" type="slidenum">
              <a:rPr lang="en-CA" smtClean="0"/>
              <a:pPr/>
              <a:t>18</a:t>
            </a:fld>
            <a:endParaRPr lang="en-CA"/>
          </a:p>
        </p:txBody>
      </p:sp>
      <p:pic>
        <p:nvPicPr>
          <p:cNvPr id="8" name="Picture 7" descr="What is Artificial Neural Network(ANN) | Data Warehouse | OBIEE ...">
            <a:extLst>
              <a:ext uri="{FF2B5EF4-FFF2-40B4-BE49-F238E27FC236}">
                <a16:creationId xmlns:a16="http://schemas.microsoft.com/office/drawing/2014/main" id="{D74CE2CE-8156-715D-6990-58210BA8F3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185" r="5889" b="51037"/>
          <a:stretch/>
        </p:blipFill>
        <p:spPr bwMode="auto">
          <a:xfrm>
            <a:off x="404751" y="3053549"/>
            <a:ext cx="5257760" cy="29960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What is Artificial Neural Network(ANN) | Data Warehouse | OBIEE ...">
            <a:extLst>
              <a:ext uri="{FF2B5EF4-FFF2-40B4-BE49-F238E27FC236}">
                <a16:creationId xmlns:a16="http://schemas.microsoft.com/office/drawing/2014/main" id="{94025009-74B8-E629-C1C9-7E706A20D6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037" t="51037" r="14148"/>
          <a:stretch/>
        </p:blipFill>
        <p:spPr bwMode="auto">
          <a:xfrm>
            <a:off x="7127570" y="3157434"/>
            <a:ext cx="4211280" cy="2996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05733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16FDB-425F-A221-6372-2C1D8B5E9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1D137F-A939-2818-AF14-10119DF3787F}"/>
              </a:ext>
            </a:extLst>
          </p:cNvPr>
          <p:cNvSpPr>
            <a:spLocks noGrp="1"/>
          </p:cNvSpPr>
          <p:nvPr>
            <p:ph type="title"/>
          </p:nvPr>
        </p:nvSpPr>
        <p:spPr/>
        <p:txBody>
          <a:bodyPr/>
          <a:lstStyle/>
          <a:p>
            <a:r>
              <a:rPr lang="en-CA" dirty="0"/>
              <a:t>Neural Implementation of Scoring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50D675B-DCF4-EB5C-EDE0-3DF1AC672CFE}"/>
                  </a:ext>
                </a:extLst>
              </p:cNvPr>
              <p:cNvSpPr>
                <a:spLocks noGrp="1"/>
              </p:cNvSpPr>
              <p:nvPr>
                <p:ph idx="1"/>
              </p:nvPr>
            </p:nvSpPr>
            <p:spPr/>
            <p:txBody>
              <a:bodyPr>
                <a:normAutofit/>
              </a:bodyPr>
              <a:lstStyle/>
              <a:p>
                <a:pPr marL="0" indent="0">
                  <a:buNone/>
                </a:pPr>
                <a:endParaRPr lang="en-CA" sz="4400" dirty="0"/>
              </a:p>
              <a:p>
                <a:pPr marL="0" indent="0">
                  <a:buNone/>
                </a:pPr>
                <a:endParaRPr lang="en-CA" sz="4400" dirty="0"/>
              </a:p>
              <a:p>
                <a:pPr marL="0" indent="0">
                  <a:buNone/>
                </a:pPr>
                <a14:m>
                  <m:oMathPara xmlns:m="http://schemas.openxmlformats.org/officeDocument/2006/math">
                    <m:oMathParaPr>
                      <m:jc m:val="centerGroup"/>
                    </m:oMathParaPr>
                    <m:oMath xmlns:m="http://schemas.openxmlformats.org/officeDocument/2006/math">
                      <m:r>
                        <m:rPr>
                          <m:sty m:val="p"/>
                        </m:rPr>
                        <a:rPr lang="en-CA" sz="4400">
                          <a:latin typeface="Cambria Math" panose="02040503050406030204" pitchFamily="18" charset="0"/>
                        </a:rPr>
                        <m:t>classify</m:t>
                      </m:r>
                      <m:d>
                        <m:dPr>
                          <m:ctrlPr>
                            <a:rPr lang="en-CA" sz="4400" i="1">
                              <a:latin typeface="Cambria Math" panose="02040503050406030204" pitchFamily="18" charset="0"/>
                            </a:rPr>
                          </m:ctrlPr>
                        </m:dPr>
                        <m:e>
                          <m:r>
                            <a:rPr lang="en-CA" sz="4400" i="1">
                              <a:latin typeface="Cambria Math" panose="02040503050406030204" pitchFamily="18" charset="0"/>
                            </a:rPr>
                            <m:t>𝑠</m:t>
                          </m:r>
                        </m:e>
                      </m:d>
                      <m:r>
                        <a:rPr lang="en-CA" sz="4400">
                          <a:latin typeface="Cambria Math" panose="02040503050406030204" pitchFamily="18" charset="0"/>
                        </a:rPr>
                        <m:t>=</m:t>
                      </m:r>
                      <m:r>
                        <m:rPr>
                          <m:sty m:val="p"/>
                        </m:rPr>
                        <a:rPr lang="en-CA" sz="4400">
                          <a:latin typeface="Cambria Math" panose="02040503050406030204" pitchFamily="18" charset="0"/>
                        </a:rPr>
                        <m:t>arg</m:t>
                      </m:r>
                      <m:limLow>
                        <m:limLowPr>
                          <m:ctrlPr>
                            <a:rPr lang="en-CA" sz="4400" i="1">
                              <a:latin typeface="Cambria Math" panose="02040503050406030204" pitchFamily="18" charset="0"/>
                            </a:rPr>
                          </m:ctrlPr>
                        </m:limLowPr>
                        <m:e>
                          <m:r>
                            <m:rPr>
                              <m:sty m:val="p"/>
                            </m:rPr>
                            <a:rPr lang="en-CA" sz="4400">
                              <a:latin typeface="Cambria Math" panose="02040503050406030204" pitchFamily="18" charset="0"/>
                            </a:rPr>
                            <m:t>max</m:t>
                          </m:r>
                        </m:e>
                        <m:lim>
                          <m:r>
                            <m:rPr>
                              <m:sty m:val="p"/>
                            </m:rPr>
                            <a:rPr lang="en-CA" sz="4400">
                              <a:latin typeface="Cambria Math" panose="02040503050406030204" pitchFamily="18" charset="0"/>
                            </a:rPr>
                            <m:t>y</m:t>
                          </m:r>
                        </m:lim>
                      </m:limLow>
                      <m:r>
                        <a:rPr lang="en-CA" sz="4400">
                          <a:latin typeface="Cambria Math" panose="02040503050406030204" pitchFamily="18" charset="0"/>
                        </a:rPr>
                        <m:t>  </m:t>
                      </m:r>
                      <m:r>
                        <m:rPr>
                          <m:sty m:val="p"/>
                        </m:rPr>
                        <a:rPr lang="en-CA" sz="4400">
                          <a:latin typeface="Cambria Math" panose="02040503050406030204" pitchFamily="18" charset="0"/>
                        </a:rPr>
                        <m:t>score</m:t>
                      </m:r>
                      <m:r>
                        <a:rPr lang="en-CA" sz="4400">
                          <a:latin typeface="Cambria Math" panose="02040503050406030204" pitchFamily="18" charset="0"/>
                        </a:rPr>
                        <m:t>(</m:t>
                      </m:r>
                      <m:r>
                        <m:rPr>
                          <m:sty m:val="p"/>
                        </m:rPr>
                        <a:rPr lang="en-CA" sz="4400">
                          <a:latin typeface="Cambria Math" panose="02040503050406030204" pitchFamily="18" charset="0"/>
                        </a:rPr>
                        <m:t>s</m:t>
                      </m:r>
                      <m:r>
                        <a:rPr lang="en-CA" sz="4400">
                          <a:latin typeface="Cambria Math" panose="02040503050406030204" pitchFamily="18" charset="0"/>
                        </a:rPr>
                        <m:t>, </m:t>
                      </m:r>
                      <m:r>
                        <m:rPr>
                          <m:sty m:val="p"/>
                        </m:rPr>
                        <a:rPr lang="en-CA" sz="4400">
                          <a:latin typeface="Cambria Math" panose="02040503050406030204" pitchFamily="18" charset="0"/>
                        </a:rPr>
                        <m:t>y</m:t>
                      </m:r>
                      <m:r>
                        <a:rPr lang="en-CA" sz="4400">
                          <a:latin typeface="Cambria Math" panose="02040503050406030204" pitchFamily="18" charset="0"/>
                        </a:rPr>
                        <m:t>;</m:t>
                      </m:r>
                      <m:r>
                        <m:rPr>
                          <m:sty m:val="p"/>
                        </m:rPr>
                        <a:rPr lang="en-CA" sz="4400">
                          <a:latin typeface="Cambria Math" panose="02040503050406030204" pitchFamily="18" charset="0"/>
                        </a:rPr>
                        <m:t>Θ</m:t>
                      </m:r>
                      <m:r>
                        <a:rPr lang="en-CA" sz="4400" i="1">
                          <a:latin typeface="Cambria Math" panose="02040503050406030204" pitchFamily="18" charset="0"/>
                        </a:rPr>
                        <m:t>)</m:t>
                      </m:r>
                      <m:r>
                        <a:rPr lang="en-CA" sz="4400">
                          <a:latin typeface="Cambria Math" panose="02040503050406030204" pitchFamily="18" charset="0"/>
                        </a:rPr>
                        <m:t> </m:t>
                      </m:r>
                    </m:oMath>
                  </m:oMathPara>
                </a14:m>
                <a:endParaRPr lang="en-US" sz="4400" dirty="0"/>
              </a:p>
              <a:p>
                <a:pPr marL="0" indent="0">
                  <a:buNone/>
                </a:pPr>
                <a:endParaRPr lang="en-CA" sz="4400" dirty="0"/>
              </a:p>
            </p:txBody>
          </p:sp>
        </mc:Choice>
        <mc:Fallback>
          <p:sp>
            <p:nvSpPr>
              <p:cNvPr id="3" name="Content Placeholder 2">
                <a:extLst>
                  <a:ext uri="{FF2B5EF4-FFF2-40B4-BE49-F238E27FC236}">
                    <a16:creationId xmlns:a16="http://schemas.microsoft.com/office/drawing/2014/main" id="{550D675B-DCF4-EB5C-EDE0-3DF1AC672CFE}"/>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035EDE23-3614-CDAC-A5FC-3F40E3403033}"/>
              </a:ext>
            </a:extLst>
          </p:cNvPr>
          <p:cNvSpPr>
            <a:spLocks noGrp="1"/>
          </p:cNvSpPr>
          <p:nvPr>
            <p:ph type="sldNum" sz="quarter" idx="12"/>
          </p:nvPr>
        </p:nvSpPr>
        <p:spPr/>
        <p:txBody>
          <a:bodyPr/>
          <a:lstStyle/>
          <a:p>
            <a:fld id="{A36FF760-4833-4FC2-9C74-46CD274694B2}" type="slidenum">
              <a:rPr lang="en-CA" smtClean="0"/>
              <a:pPr/>
              <a:t>19</a:t>
            </a:fld>
            <a:endParaRPr lang="en-CA"/>
          </a:p>
        </p:txBody>
      </p:sp>
      <mc:AlternateContent xmlns:mc="http://schemas.openxmlformats.org/markup-compatibility/2006">
        <mc:Choice xmlns:a14="http://schemas.microsoft.com/office/drawing/2010/main" Requires="a14">
          <p:sp>
            <p:nvSpPr>
              <p:cNvPr id="5" name="Speech Bubble: Rectangle with Corners Rounded 4">
                <a:extLst>
                  <a:ext uri="{FF2B5EF4-FFF2-40B4-BE49-F238E27FC236}">
                    <a16:creationId xmlns:a16="http://schemas.microsoft.com/office/drawing/2014/main" id="{DD06A992-E4BF-342B-E442-02CF1E04FBB7}"/>
                  </a:ext>
                </a:extLst>
              </p:cNvPr>
              <p:cNvSpPr/>
              <p:nvPr/>
            </p:nvSpPr>
            <p:spPr>
              <a:xfrm>
                <a:off x="6017578" y="1914698"/>
                <a:ext cx="4976136" cy="652462"/>
              </a:xfrm>
              <a:prstGeom prst="wedgeRoundRectCallout">
                <a:avLst>
                  <a:gd name="adj1" fmla="val -16477"/>
                  <a:gd name="adj2" fmla="val 1258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Modeling: define </a:t>
                </a:r>
                <a14:m>
                  <m:oMath xmlns:m="http://schemas.openxmlformats.org/officeDocument/2006/math">
                    <m:r>
                      <m:rPr>
                        <m:sty m:val="p"/>
                      </m:rPr>
                      <a:rPr lang="en-CA" sz="2400" b="0" i="0" smtClean="0">
                        <a:latin typeface="Cambria Math" panose="02040503050406030204" pitchFamily="18" charset="0"/>
                      </a:rPr>
                      <m:t>score</m:t>
                    </m:r>
                  </m:oMath>
                </a14:m>
                <a:r>
                  <a:rPr lang="en-CA" sz="2400" dirty="0">
                    <a:latin typeface="Nunito" pitchFamily="2" charset="0"/>
                  </a:rPr>
                  <a:t> function</a:t>
                </a:r>
              </a:p>
            </p:txBody>
          </p:sp>
        </mc:Choice>
        <mc:Fallback>
          <p:sp>
            <p:nvSpPr>
              <p:cNvPr id="5" name="Speech Bubble: Rectangle with Corners Rounded 4">
                <a:extLst>
                  <a:ext uri="{FF2B5EF4-FFF2-40B4-BE49-F238E27FC236}">
                    <a16:creationId xmlns:a16="http://schemas.microsoft.com/office/drawing/2014/main" id="{DD06A992-E4BF-342B-E442-02CF1E04FBB7}"/>
                  </a:ext>
                </a:extLst>
              </p:cNvPr>
              <p:cNvSpPr>
                <a:spLocks noRot="1" noChangeAspect="1" noMove="1" noResize="1" noEditPoints="1" noAdjustHandles="1" noChangeArrowheads="1" noChangeShapeType="1" noTextEdit="1"/>
              </p:cNvSpPr>
              <p:nvPr/>
            </p:nvSpPr>
            <p:spPr>
              <a:xfrm>
                <a:off x="6017578" y="1914698"/>
                <a:ext cx="4976136" cy="652462"/>
              </a:xfrm>
              <a:prstGeom prst="wedgeRoundRectCallout">
                <a:avLst>
                  <a:gd name="adj1" fmla="val -16477"/>
                  <a:gd name="adj2" fmla="val 125871"/>
                  <a:gd name="adj3" fmla="val 16667"/>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6" name="Speech Bubble: Rectangle with Corners Rounded 5">
                <a:extLst>
                  <a:ext uri="{FF2B5EF4-FFF2-40B4-BE49-F238E27FC236}">
                    <a16:creationId xmlns:a16="http://schemas.microsoft.com/office/drawing/2014/main" id="{523E1A76-0DF5-855A-9FA9-4FD6C98BEDBF}"/>
                  </a:ext>
                </a:extLst>
              </p:cNvPr>
              <p:cNvSpPr/>
              <p:nvPr/>
            </p:nvSpPr>
            <p:spPr>
              <a:xfrm>
                <a:off x="1198286" y="1941680"/>
                <a:ext cx="4299862" cy="652462"/>
              </a:xfrm>
              <a:prstGeom prst="wedgeRoundRectCallout">
                <a:avLst>
                  <a:gd name="adj1" fmla="val 58528"/>
                  <a:gd name="adj2" fmla="val 125606"/>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Inference: solve </a:t>
                </a:r>
                <a14:m>
                  <m:oMath xmlns:m="http://schemas.openxmlformats.org/officeDocument/2006/math">
                    <m:func>
                      <m:funcPr>
                        <m:ctrlPr>
                          <a:rPr lang="en-CA" sz="2400" b="0" i="1" smtClean="0">
                            <a:latin typeface="Cambria Math" panose="02040503050406030204" pitchFamily="18" charset="0"/>
                          </a:rPr>
                        </m:ctrlPr>
                      </m:funcPr>
                      <m:fName>
                        <m:r>
                          <m:rPr>
                            <m:sty m:val="p"/>
                          </m:rPr>
                          <a:rPr lang="en-CA" sz="2400" b="0" i="0" smtClean="0">
                            <a:latin typeface="Cambria Math" panose="02040503050406030204" pitchFamily="18" charset="0"/>
                          </a:rPr>
                          <m:t>arg</m:t>
                        </m:r>
                      </m:fName>
                      <m:e>
                        <m:r>
                          <m:rPr>
                            <m:sty m:val="p"/>
                          </m:rPr>
                          <a:rPr lang="en-CA" sz="2400" b="0" i="0" smtClean="0">
                            <a:latin typeface="Cambria Math" panose="02040503050406030204" pitchFamily="18" charset="0"/>
                          </a:rPr>
                          <m:t>max</m:t>
                        </m:r>
                      </m:e>
                    </m:func>
                  </m:oMath>
                </a14:m>
                <a:endParaRPr lang="en-CA" sz="2400" dirty="0">
                  <a:latin typeface="Nunito" pitchFamily="2" charset="0"/>
                </a:endParaRPr>
              </a:p>
            </p:txBody>
          </p:sp>
        </mc:Choice>
        <mc:Fallback>
          <p:sp>
            <p:nvSpPr>
              <p:cNvPr id="6" name="Speech Bubble: Rectangle with Corners Rounded 5">
                <a:extLst>
                  <a:ext uri="{FF2B5EF4-FFF2-40B4-BE49-F238E27FC236}">
                    <a16:creationId xmlns:a16="http://schemas.microsoft.com/office/drawing/2014/main" id="{523E1A76-0DF5-855A-9FA9-4FD6C98BEDBF}"/>
                  </a:ext>
                </a:extLst>
              </p:cNvPr>
              <p:cNvSpPr>
                <a:spLocks noRot="1" noChangeAspect="1" noMove="1" noResize="1" noEditPoints="1" noAdjustHandles="1" noChangeArrowheads="1" noChangeShapeType="1" noTextEdit="1"/>
              </p:cNvSpPr>
              <p:nvPr/>
            </p:nvSpPr>
            <p:spPr>
              <a:xfrm>
                <a:off x="1198286" y="1941680"/>
                <a:ext cx="4299862" cy="652462"/>
              </a:xfrm>
              <a:prstGeom prst="wedgeRoundRectCallout">
                <a:avLst>
                  <a:gd name="adj1" fmla="val 58528"/>
                  <a:gd name="adj2" fmla="val 125606"/>
                  <a:gd name="adj3" fmla="val 16667"/>
                </a:avLst>
              </a:prstGeom>
              <a:blipFill>
                <a:blip r:embed="rId4"/>
                <a:stretch>
                  <a:fillRect/>
                </a:stretch>
              </a:blipFill>
            </p:spPr>
            <p:txBody>
              <a:bodyPr/>
              <a:lstStyle/>
              <a:p>
                <a:r>
                  <a:rPr lang="en-CA">
                    <a:noFill/>
                  </a:rPr>
                  <a:t> </a:t>
                </a:r>
              </a:p>
            </p:txBody>
          </p:sp>
        </mc:Fallback>
      </mc:AlternateContent>
      <p:sp>
        <p:nvSpPr>
          <p:cNvPr id="7" name="Speech Bubble: Rectangle with Corners Rounded 6">
            <a:extLst>
              <a:ext uri="{FF2B5EF4-FFF2-40B4-BE49-F238E27FC236}">
                <a16:creationId xmlns:a16="http://schemas.microsoft.com/office/drawing/2014/main" id="{B179D59B-E95F-3BD0-FB0A-F7AF33C272EF}"/>
              </a:ext>
            </a:extLst>
          </p:cNvPr>
          <p:cNvSpPr/>
          <p:nvPr/>
        </p:nvSpPr>
        <p:spPr>
          <a:xfrm>
            <a:off x="5920409" y="4290840"/>
            <a:ext cx="4299862" cy="652462"/>
          </a:xfrm>
          <a:prstGeom prst="wedgeRoundRectCallout">
            <a:avLst>
              <a:gd name="adj1" fmla="val 39408"/>
              <a:gd name="adj2" fmla="val -128322"/>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Learning: choose parameter</a:t>
            </a:r>
            <a:endParaRPr lang="en-CA" sz="2400" b="1" dirty="0">
              <a:latin typeface="Nunito" pitchFamily="2" charset="0"/>
            </a:endParaRPr>
          </a:p>
        </p:txBody>
      </p:sp>
      <mc:AlternateContent xmlns:mc="http://schemas.openxmlformats.org/markup-compatibility/2006">
        <mc:Choice xmlns:a14="http://schemas.microsoft.com/office/drawing/2010/main" Requires="a14">
          <p:sp>
            <p:nvSpPr>
              <p:cNvPr id="8" name="TextBox 1102">
                <a:extLst>
                  <a:ext uri="{FF2B5EF4-FFF2-40B4-BE49-F238E27FC236}">
                    <a16:creationId xmlns:a16="http://schemas.microsoft.com/office/drawing/2014/main" id="{7AA76AE9-BFC4-699D-72E2-F22C9778684D}"/>
                  </a:ext>
                </a:extLst>
              </p:cNvPr>
              <p:cNvSpPr txBox="1"/>
              <p:nvPr/>
            </p:nvSpPr>
            <p:spPr>
              <a:xfrm>
                <a:off x="587338" y="5312211"/>
                <a:ext cx="10666141"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sz="2400" dirty="0">
                    <a:latin typeface="Nunito" pitchFamily="2" charset="0"/>
                  </a:rPr>
                  <a:t>With a neural network--based function </a:t>
                </a:r>
                <a14:m>
                  <m:oMath xmlns:m="http://schemas.openxmlformats.org/officeDocument/2006/math">
                    <m:sSub>
                      <m:sSubPr>
                        <m:ctrlPr>
                          <a:rPr lang="en-CA" sz="2400" b="1" i="1" smtClean="0">
                            <a:latin typeface="Cambria Math" panose="02040503050406030204" pitchFamily="18" charset="0"/>
                          </a:rPr>
                        </m:ctrlPr>
                      </m:sSubPr>
                      <m:e>
                        <m:r>
                          <a:rPr lang="en-CA" sz="2400" b="0" i="1" smtClean="0">
                            <a:latin typeface="Cambria Math" panose="02040503050406030204" pitchFamily="18" charset="0"/>
                          </a:rPr>
                          <m:t>𝑓</m:t>
                        </m:r>
                      </m:e>
                      <m:sub>
                        <m:r>
                          <a:rPr lang="en-CA" sz="2400" b="1" i="1" smtClean="0">
                            <a:latin typeface="Cambria Math" panose="02040503050406030204" pitchFamily="18" charset="0"/>
                          </a:rPr>
                          <m:t>𝜽</m:t>
                        </m:r>
                      </m:sub>
                    </m:sSub>
                  </m:oMath>
                </a14:m>
                <a:r>
                  <a:rPr lang="en-CA" sz="2400" dirty="0">
                    <a:latin typeface="Nunito" pitchFamily="2" charset="0"/>
                  </a:rPr>
                  <a:t>, we input </a:t>
                </a:r>
                <a14:m>
                  <m:oMath xmlns:m="http://schemas.openxmlformats.org/officeDocument/2006/math">
                    <m:r>
                      <a:rPr lang="en-CA" sz="2400" b="1" i="1" smtClean="0">
                        <a:latin typeface="Cambria Math" panose="02040503050406030204" pitchFamily="18" charset="0"/>
                      </a:rPr>
                      <m:t>𝒙</m:t>
                    </m:r>
                  </m:oMath>
                </a14:m>
                <a:r>
                  <a:rPr lang="en-CA" sz="2400" b="1" dirty="0">
                    <a:latin typeface="Nunito" pitchFamily="2" charset="0"/>
                  </a:rPr>
                  <a:t> </a:t>
                </a:r>
                <a:r>
                  <a:rPr lang="en-CA" sz="2400" dirty="0">
                    <a:latin typeface="Nunito" pitchFamily="2" charset="0"/>
                  </a:rPr>
                  <a:t>and collects a vector </a:t>
                </a:r>
                <a14:m>
                  <m:oMath xmlns:m="http://schemas.openxmlformats.org/officeDocument/2006/math">
                    <m:acc>
                      <m:accPr>
                        <m:chr m:val="̂"/>
                        <m:ctrlPr>
                          <a:rPr lang="en-CA" sz="2400" i="1" dirty="0">
                            <a:latin typeface="Cambria Math" panose="02040503050406030204" pitchFamily="18" charset="0"/>
                          </a:rPr>
                        </m:ctrlPr>
                      </m:accPr>
                      <m:e>
                        <m:r>
                          <a:rPr lang="en-CA" sz="2400" b="1" i="1" dirty="0">
                            <a:latin typeface="Cambria Math" panose="02040503050406030204" pitchFamily="18" charset="0"/>
                          </a:rPr>
                          <m:t>𝒚</m:t>
                        </m:r>
                      </m:e>
                    </m:acc>
                    <m:r>
                      <a:rPr lang="en-CA" sz="2400" b="0" i="1" dirty="0" smtClean="0">
                        <a:latin typeface="Cambria Math" panose="02040503050406030204" pitchFamily="18" charset="0"/>
                      </a:rPr>
                      <m:t>=</m:t>
                    </m:r>
                    <m:sSub>
                      <m:sSubPr>
                        <m:ctrlPr>
                          <a:rPr lang="en-CA" sz="2400" b="1" i="1" dirty="0" smtClean="0">
                            <a:latin typeface="Cambria Math" panose="02040503050406030204" pitchFamily="18" charset="0"/>
                          </a:rPr>
                        </m:ctrlPr>
                      </m:sSubPr>
                      <m:e>
                        <m:r>
                          <a:rPr lang="en-CA" sz="2400" b="0" i="1" dirty="0" smtClean="0">
                            <a:latin typeface="Cambria Math" panose="02040503050406030204" pitchFamily="18" charset="0"/>
                          </a:rPr>
                          <m:t>𝑓</m:t>
                        </m:r>
                      </m:e>
                      <m:sub>
                        <m:r>
                          <a:rPr lang="en-CA" sz="2400" b="1" i="0" dirty="0" smtClean="0">
                            <a:latin typeface="Cambria Math" panose="02040503050406030204" pitchFamily="18" charset="0"/>
                          </a:rPr>
                          <m:t>𝐰</m:t>
                        </m:r>
                      </m:sub>
                    </m:sSub>
                    <m:d>
                      <m:dPr>
                        <m:ctrlPr>
                          <a:rPr lang="en-CA" sz="2400" b="1" i="1" dirty="0" smtClean="0">
                            <a:latin typeface="Cambria Math" panose="02040503050406030204" pitchFamily="18" charset="0"/>
                          </a:rPr>
                        </m:ctrlPr>
                      </m:dPr>
                      <m:e>
                        <m:r>
                          <a:rPr lang="en-CA" sz="2400" b="1" i="0" dirty="0" smtClean="0">
                            <a:latin typeface="Cambria Math" panose="02040503050406030204" pitchFamily="18" charset="0"/>
                          </a:rPr>
                          <m:t>𝐱</m:t>
                        </m:r>
                      </m:e>
                    </m:d>
                    <m:r>
                      <a:rPr lang="en-CA" sz="2400" b="0" i="0" dirty="0" smtClean="0">
                        <a:latin typeface="Cambria Math" panose="02040503050406030204" pitchFamily="18" charset="0"/>
                      </a:rPr>
                      <m:t>;</m:t>
                    </m:r>
                  </m:oMath>
                </a14:m>
                <a:r>
                  <a:rPr lang="en-CA" sz="2400" dirty="0">
                    <a:latin typeface="Nunito" pitchFamily="2" charset="0"/>
                  </a:rPr>
                  <a:t> </a:t>
                </a:r>
                <a14:m>
                  <m:oMath xmlns:m="http://schemas.openxmlformats.org/officeDocument/2006/math">
                    <m:r>
                      <m:rPr>
                        <m:sty m:val="p"/>
                      </m:rPr>
                      <a:rPr lang="en-CA" sz="2400" b="0" i="0" dirty="0" smtClean="0">
                        <a:latin typeface="Cambria Math" panose="02040503050406030204" pitchFamily="18" charset="0"/>
                      </a:rPr>
                      <m:t>score</m:t>
                    </m:r>
                    <m:r>
                      <a:rPr lang="en-CA" sz="2400" b="0" i="0" dirty="0" smtClean="0">
                        <a:latin typeface="Cambria Math" panose="02040503050406030204" pitchFamily="18" charset="0"/>
                      </a:rPr>
                      <m:t>(</m:t>
                    </m:r>
                    <m:r>
                      <a:rPr lang="en-CA" sz="2400" b="1" i="1" dirty="0" smtClean="0">
                        <a:latin typeface="Cambria Math" panose="02040503050406030204" pitchFamily="18" charset="0"/>
                      </a:rPr>
                      <m:t>𝒙</m:t>
                    </m:r>
                    <m:r>
                      <a:rPr lang="en-CA" sz="2400" b="0" i="1" dirty="0" smtClean="0">
                        <a:latin typeface="Cambria Math" panose="02040503050406030204" pitchFamily="18" charset="0"/>
                      </a:rPr>
                      <m:t>,</m:t>
                    </m:r>
                    <m:r>
                      <a:rPr lang="en-CA" sz="2400" b="0" i="1" dirty="0" smtClean="0">
                        <a:latin typeface="Cambria Math" panose="02040503050406030204" pitchFamily="18" charset="0"/>
                      </a:rPr>
                      <m:t>𝑦</m:t>
                    </m:r>
                    <m:r>
                      <a:rPr lang="en-CA" sz="2400" b="0" i="1" dirty="0" smtClean="0">
                        <a:latin typeface="Cambria Math" panose="02040503050406030204" pitchFamily="18" charset="0"/>
                      </a:rPr>
                      <m:t>;</m:t>
                    </m:r>
                    <m:r>
                      <a:rPr lang="en-CA" sz="2400" b="1" i="1" dirty="0" smtClean="0">
                        <a:latin typeface="Cambria Math" panose="02040503050406030204" pitchFamily="18" charset="0"/>
                      </a:rPr>
                      <m:t>𝜽</m:t>
                    </m:r>
                    <m:r>
                      <a:rPr lang="en-CA" sz="2400" b="0" i="1" dirty="0" smtClean="0">
                        <a:latin typeface="Cambria Math" panose="02040503050406030204" pitchFamily="18" charset="0"/>
                      </a:rPr>
                      <m:t>)</m:t>
                    </m:r>
                  </m:oMath>
                </a14:m>
                <a:r>
                  <a:rPr lang="en-CA" sz="2400" dirty="0">
                    <a:latin typeface="Nunito" pitchFamily="2" charset="0"/>
                  </a:rPr>
                  <a:t> is defined by selecting the corresponding entry in </a:t>
                </a:r>
                <a14:m>
                  <m:oMath xmlns:m="http://schemas.openxmlformats.org/officeDocument/2006/math">
                    <m:acc>
                      <m:accPr>
                        <m:chr m:val="̂"/>
                        <m:ctrlPr>
                          <a:rPr lang="en-CA" sz="2400" b="0" i="1" dirty="0" smtClean="0">
                            <a:latin typeface="Cambria Math" panose="02040503050406030204" pitchFamily="18" charset="0"/>
                          </a:rPr>
                        </m:ctrlPr>
                      </m:accPr>
                      <m:e>
                        <m:r>
                          <a:rPr lang="en-CA" sz="2400" b="1" i="1" dirty="0" smtClean="0">
                            <a:latin typeface="Cambria Math" panose="02040503050406030204" pitchFamily="18" charset="0"/>
                          </a:rPr>
                          <m:t>𝒚</m:t>
                        </m:r>
                      </m:e>
                    </m:acc>
                    <m:r>
                      <a:rPr lang="en-CA" sz="2400" b="0" i="1" dirty="0" smtClean="0">
                        <a:latin typeface="Cambria Math" panose="02040503050406030204" pitchFamily="18" charset="0"/>
                      </a:rPr>
                      <m:t>.</m:t>
                    </m:r>
                  </m:oMath>
                </a14:m>
                <a:endParaRPr lang="en-CA" sz="2400" dirty="0">
                  <a:latin typeface="Nunito" pitchFamily="2" charset="0"/>
                </a:endParaRPr>
              </a:p>
            </p:txBody>
          </p:sp>
        </mc:Choice>
        <mc:Fallback>
          <p:sp>
            <p:nvSpPr>
              <p:cNvPr id="8" name="TextBox 1102">
                <a:extLst>
                  <a:ext uri="{FF2B5EF4-FFF2-40B4-BE49-F238E27FC236}">
                    <a16:creationId xmlns:a16="http://schemas.microsoft.com/office/drawing/2014/main" id="{7AA76AE9-BFC4-699D-72E2-F22C9778684D}"/>
                  </a:ext>
                </a:extLst>
              </p:cNvPr>
              <p:cNvSpPr txBox="1">
                <a:spLocks noRot="1" noChangeAspect="1" noMove="1" noResize="1" noEditPoints="1" noAdjustHandles="1" noChangeArrowheads="1" noChangeShapeType="1" noTextEdit="1"/>
              </p:cNvSpPr>
              <p:nvPr/>
            </p:nvSpPr>
            <p:spPr>
              <a:xfrm>
                <a:off x="587338" y="5312211"/>
                <a:ext cx="10666141" cy="830997"/>
              </a:xfrm>
              <a:prstGeom prst="rect">
                <a:avLst/>
              </a:prstGeom>
              <a:blipFill>
                <a:blip r:embed="rId5"/>
                <a:stretch>
                  <a:fillRect l="-857" t="-5109" r="-3029" b="-16058"/>
                </a:stretch>
              </a:blipFill>
            </p:spPr>
            <p:txBody>
              <a:bodyPr/>
              <a:lstStyle/>
              <a:p>
                <a:r>
                  <a:rPr lang="en-CA">
                    <a:noFill/>
                  </a:rPr>
                  <a:t> </a:t>
                </a:r>
              </a:p>
            </p:txBody>
          </p:sp>
        </mc:Fallback>
      </mc:AlternateContent>
    </p:spTree>
    <p:extLst>
      <p:ext uri="{BB962C8B-B14F-4D97-AF65-F5344CB8AC3E}">
        <p14:creationId xmlns:p14="http://schemas.microsoft.com/office/powerpoint/2010/main" val="351034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8D7C-AE8E-17AE-0F84-E1AAAE27118B}"/>
              </a:ext>
            </a:extLst>
          </p:cNvPr>
          <p:cNvSpPr>
            <a:spLocks noGrp="1"/>
          </p:cNvSpPr>
          <p:nvPr>
            <p:ph type="title"/>
          </p:nvPr>
        </p:nvSpPr>
        <p:spPr/>
        <p:txBody>
          <a:bodyPr/>
          <a:lstStyle/>
          <a:p>
            <a:r>
              <a:rPr lang="en-CA" dirty="0"/>
              <a:t>Common Neural Network Notations</a:t>
            </a:r>
          </a:p>
        </p:txBody>
      </p:sp>
      <p:sp>
        <p:nvSpPr>
          <p:cNvPr id="4" name="Slide Number Placeholder 3">
            <a:extLst>
              <a:ext uri="{FF2B5EF4-FFF2-40B4-BE49-F238E27FC236}">
                <a16:creationId xmlns:a16="http://schemas.microsoft.com/office/drawing/2014/main" id="{55C88BAE-A724-0083-2A41-2681BF8255D7}"/>
              </a:ext>
            </a:extLst>
          </p:cNvPr>
          <p:cNvSpPr>
            <a:spLocks noGrp="1"/>
          </p:cNvSpPr>
          <p:nvPr>
            <p:ph type="sldNum" sz="quarter" idx="12"/>
          </p:nvPr>
        </p:nvSpPr>
        <p:spPr/>
        <p:txBody>
          <a:bodyPr/>
          <a:lstStyle/>
          <a:p>
            <a:fld id="{A36FF760-4833-4FC2-9C74-46CD274694B2}" type="slidenum">
              <a:rPr lang="en-CA" smtClean="0"/>
              <a:pPr/>
              <a:t>20</a:t>
            </a:fld>
            <a:endParaRPr lang="en-CA"/>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3CF59C96-7B2C-6755-7A19-140822E13DCD}"/>
                  </a:ext>
                </a:extLst>
              </p:cNvPr>
              <p:cNvSpPr>
                <a:spLocks noGrp="1"/>
              </p:cNvSpPr>
              <p:nvPr/>
            </p:nvSpPr>
            <p:spPr>
              <a:xfrm>
                <a:off x="3728831" y="2226865"/>
                <a:ext cx="4734339" cy="24042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5000"/>
                  </a:lnSpc>
                  <a:buNone/>
                </a:pPr>
                <a14:m>
                  <m:oMath xmlns:m="http://schemas.openxmlformats.org/officeDocument/2006/math">
                    <m:r>
                      <a:rPr lang="en-CA" b="1" i="1" smtClean="0">
                        <a:latin typeface="Cambria Math" panose="02040503050406030204" pitchFamily="18" charset="0"/>
                      </a:rPr>
                      <m:t>𝒖</m:t>
                    </m:r>
                  </m:oMath>
                </a14:m>
                <a:r>
                  <a:rPr lang="en-US" dirty="0">
                    <a:latin typeface="Nunito" pitchFamily="2" charset="0"/>
                  </a:rPr>
                  <a:t>: a vector</a:t>
                </a:r>
              </a:p>
              <a:p>
                <a:pPr marL="0" indent="0">
                  <a:lnSpc>
                    <a:spcPct val="95000"/>
                  </a:lnSpc>
                  <a:buNone/>
                </a:pP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𝑢</m:t>
                        </m:r>
                      </m:e>
                      <m:sub>
                        <m:r>
                          <a:rPr lang="en-CA" b="0" i="1" smtClean="0">
                            <a:latin typeface="Cambria Math" panose="02040503050406030204" pitchFamily="18" charset="0"/>
                          </a:rPr>
                          <m:t>𝑖</m:t>
                        </m:r>
                      </m:sub>
                    </m:sSub>
                  </m:oMath>
                </a14:m>
                <a:r>
                  <a:rPr lang="en-US" dirty="0">
                    <a:latin typeface="Nunito" pitchFamily="2" charset="0"/>
                  </a:rPr>
                  <a:t>: entry </a:t>
                </a:r>
                <a14:m>
                  <m:oMath xmlns:m="http://schemas.openxmlformats.org/officeDocument/2006/math">
                    <m:r>
                      <a:rPr lang="en-US" b="0" i="1" smtClean="0">
                        <a:latin typeface="Cambria Math" panose="02040503050406030204" pitchFamily="18" charset="0"/>
                      </a:rPr>
                      <m:t>𝑖</m:t>
                    </m:r>
                  </m:oMath>
                </a14:m>
                <a:r>
                  <a:rPr lang="en-CA" dirty="0">
                    <a:latin typeface="Nunito" pitchFamily="2" charset="0"/>
                  </a:rPr>
                  <a:t> in the vector</a:t>
                </a:r>
              </a:p>
              <a:p>
                <a:pPr marL="0" indent="0">
                  <a:lnSpc>
                    <a:spcPct val="95000"/>
                  </a:lnSpc>
                  <a:buNone/>
                </a:pPr>
                <a14:m>
                  <m:oMath xmlns:m="http://schemas.openxmlformats.org/officeDocument/2006/math">
                    <m:r>
                      <a:rPr lang="en-CA" b="1" i="1" smtClean="0">
                        <a:latin typeface="Cambria Math" panose="02040503050406030204" pitchFamily="18" charset="0"/>
                      </a:rPr>
                      <m:t>𝑾</m:t>
                    </m:r>
                    <m:r>
                      <a:rPr lang="en-CA" b="0" i="1" smtClean="0">
                        <a:latin typeface="Cambria Math" panose="02040503050406030204" pitchFamily="18" charset="0"/>
                      </a:rPr>
                      <m:t>: </m:t>
                    </m:r>
                  </m:oMath>
                </a14:m>
                <a:r>
                  <a:rPr lang="en-CA" dirty="0">
                    <a:latin typeface="Nunito" pitchFamily="2" charset="0"/>
                  </a:rPr>
                  <a:t>a matrix</a:t>
                </a:r>
              </a:p>
              <a:p>
                <a:pPr marL="0" indent="0">
                  <a:lnSpc>
                    <a:spcPct val="95000"/>
                  </a:lnSpc>
                  <a:buNone/>
                </a:pPr>
                <a14:m>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𝑤</m:t>
                        </m:r>
                      </m:e>
                      <m:sub>
                        <m:r>
                          <a:rPr lang="en-CA" b="0" i="1" smtClean="0">
                            <a:latin typeface="Cambria Math" panose="02040503050406030204" pitchFamily="18" charset="0"/>
                          </a:rPr>
                          <m:t>𝑖</m:t>
                        </m:r>
                        <m:r>
                          <a:rPr lang="en-CA" b="0" i="1" smtClean="0">
                            <a:latin typeface="Cambria Math" panose="02040503050406030204" pitchFamily="18" charset="0"/>
                          </a:rPr>
                          <m:t>,</m:t>
                        </m:r>
                        <m:r>
                          <a:rPr lang="en-CA" b="0" i="1" smtClean="0">
                            <a:latin typeface="Cambria Math" panose="02040503050406030204" pitchFamily="18" charset="0"/>
                          </a:rPr>
                          <m:t>𝑗</m:t>
                        </m:r>
                      </m:sub>
                    </m:sSub>
                    <m:r>
                      <a:rPr lang="en-CA" b="0" i="1" smtClean="0">
                        <a:latin typeface="Cambria Math" panose="02040503050406030204" pitchFamily="18" charset="0"/>
                      </a:rPr>
                      <m:t>: </m:t>
                    </m:r>
                  </m:oMath>
                </a14:m>
                <a:r>
                  <a:rPr lang="en-CA" dirty="0">
                    <a:latin typeface="Nunito" pitchFamily="2" charset="0"/>
                  </a:rPr>
                  <a:t>entry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r>
                  <a:rPr lang="en-CA" dirty="0">
                    <a:latin typeface="Nunito" pitchFamily="2" charset="0"/>
                  </a:rPr>
                  <a:t> in the matrix</a:t>
                </a:r>
              </a:p>
            </p:txBody>
          </p:sp>
        </mc:Choice>
        <mc:Fallback>
          <p:sp>
            <p:nvSpPr>
              <p:cNvPr id="5" name="Content Placeholder 2">
                <a:extLst>
                  <a:ext uri="{FF2B5EF4-FFF2-40B4-BE49-F238E27FC236}">
                    <a16:creationId xmlns:a16="http://schemas.microsoft.com/office/drawing/2014/main" id="{3CF59C96-7B2C-6755-7A19-140822E13DCD}"/>
                  </a:ext>
                </a:extLst>
              </p:cNvPr>
              <p:cNvSpPr>
                <a:spLocks noGrp="1" noRot="1" noChangeAspect="1" noMove="1" noResize="1" noEditPoints="1" noAdjustHandles="1" noChangeArrowheads="1" noChangeShapeType="1" noTextEdit="1"/>
              </p:cNvSpPr>
              <p:nvPr/>
            </p:nvSpPr>
            <p:spPr>
              <a:xfrm>
                <a:off x="3728831" y="2226865"/>
                <a:ext cx="4734339" cy="2404269"/>
              </a:xfrm>
              <a:prstGeom prst="rect">
                <a:avLst/>
              </a:prstGeom>
              <a:blipFill>
                <a:blip r:embed="rId2"/>
                <a:stretch>
                  <a:fillRect t="-3038"/>
                </a:stretch>
              </a:blipFill>
            </p:spPr>
            <p:txBody>
              <a:bodyPr/>
              <a:lstStyle/>
              <a:p>
                <a:r>
                  <a:rPr lang="en-CA">
                    <a:noFill/>
                  </a:rPr>
                  <a:t> </a:t>
                </a:r>
              </a:p>
            </p:txBody>
          </p:sp>
        </mc:Fallback>
      </mc:AlternateContent>
    </p:spTree>
    <p:extLst>
      <p:ext uri="{BB962C8B-B14F-4D97-AF65-F5344CB8AC3E}">
        <p14:creationId xmlns:p14="http://schemas.microsoft.com/office/powerpoint/2010/main" val="2477915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1E5DD-D534-EDD9-1502-E90D8125844C}"/>
              </a:ext>
            </a:extLst>
          </p:cNvPr>
          <p:cNvSpPr>
            <a:spLocks noGrp="1"/>
          </p:cNvSpPr>
          <p:nvPr>
            <p:ph type="title"/>
          </p:nvPr>
        </p:nvSpPr>
        <p:spPr/>
        <p:txBody>
          <a:bodyPr/>
          <a:lstStyle/>
          <a:p>
            <a:r>
              <a:rPr lang="en-CA" dirty="0"/>
              <a:t>Perceptron</a:t>
            </a:r>
          </a:p>
        </p:txBody>
      </p:sp>
      <p:sp>
        <p:nvSpPr>
          <p:cNvPr id="4" name="Slide Number Placeholder 3">
            <a:extLst>
              <a:ext uri="{FF2B5EF4-FFF2-40B4-BE49-F238E27FC236}">
                <a16:creationId xmlns:a16="http://schemas.microsoft.com/office/drawing/2014/main" id="{62D04EB3-0E89-AEAA-1B6D-C068ABB67D77}"/>
              </a:ext>
            </a:extLst>
          </p:cNvPr>
          <p:cNvSpPr>
            <a:spLocks noGrp="1"/>
          </p:cNvSpPr>
          <p:nvPr>
            <p:ph type="sldNum" sz="quarter" idx="12"/>
          </p:nvPr>
        </p:nvSpPr>
        <p:spPr/>
        <p:txBody>
          <a:bodyPr/>
          <a:lstStyle/>
          <a:p>
            <a:fld id="{A36FF760-4833-4FC2-9C74-46CD274694B2}" type="slidenum">
              <a:rPr lang="en-CA" smtClean="0"/>
              <a:pPr/>
              <a:t>21</a:t>
            </a:fld>
            <a:endParaRPr lang="en-CA"/>
          </a:p>
        </p:txBody>
      </p:sp>
      <p:pic>
        <p:nvPicPr>
          <p:cNvPr id="5" name="Picture 4" descr="What the Hell is Perceptron?. The Fundamentals of Neural Networks | by  SAGAR SHARMA | Towards Data Science">
            <a:extLst>
              <a:ext uri="{FF2B5EF4-FFF2-40B4-BE49-F238E27FC236}">
                <a16:creationId xmlns:a16="http://schemas.microsoft.com/office/drawing/2014/main" id="{57C04065-9A69-E829-198C-30B671E99140}"/>
              </a:ext>
            </a:extLst>
          </p:cNvPr>
          <p:cNvPicPr>
            <a:picLocks noGrp="1"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070" y="2835462"/>
            <a:ext cx="5746810" cy="30376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descr="\documentclass{article}&#10;\usepackage{amsmath,amssymb}&#10;\pagestyle{empty}&#10;\begin{document}&#10;&#10;\newcommand{\score}{\textrm{score}}&#10;\newcommand{\classify}{\textrm{classify}}&#10;\newcommand{\bx}{\mathbf{x}}&#10;&#10;\begin{align*}&#10;\text{step}(z) = \left\{\begin{aligned}&#10;1 &amp; \quad \textit{if } z \geq 0 \\&#10;0 &amp; \quad \textit{if } z &lt; 0&#10;\end{aligned}\right.&#10;\end{align*}&#10;&#10;&#10;\end{document}" title="IguanaTex Vector Display">
            <a:extLst>
              <a:ext uri="{FF2B5EF4-FFF2-40B4-BE49-F238E27FC236}">
                <a16:creationId xmlns:a16="http://schemas.microsoft.com/office/drawing/2014/main" id="{1D4DFF40-DEBB-DD91-CFF7-32AB869B37F1}"/>
              </a:ext>
            </a:extLst>
          </p:cNvPr>
          <p:cNvGrpSpPr>
            <a:grpSpLocks noChangeAspect="1"/>
          </p:cNvGrpSpPr>
          <p:nvPr/>
        </p:nvGrpSpPr>
        <p:grpSpPr>
          <a:xfrm>
            <a:off x="559063" y="4589932"/>
            <a:ext cx="3516009" cy="1062460"/>
            <a:chOff x="14366230" y="5165678"/>
            <a:chExt cx="3516009" cy="1062460"/>
          </a:xfrm>
        </p:grpSpPr>
        <p:sp>
          <p:nvSpPr>
            <p:cNvPr id="27" name="Freeform: Shape 26">
              <a:extLst>
                <a:ext uri="{FF2B5EF4-FFF2-40B4-BE49-F238E27FC236}">
                  <a16:creationId xmlns:a16="http://schemas.microsoft.com/office/drawing/2014/main" id="{D60CAB34-883A-77F8-365F-C7F8C9CC0F87}"/>
                </a:ext>
              </a:extLst>
            </p:cNvPr>
            <p:cNvSpPr/>
            <p:nvPr/>
          </p:nvSpPr>
          <p:spPr>
            <a:xfrm>
              <a:off x="14366230" y="5626945"/>
              <a:ext cx="115557" cy="162610"/>
            </a:xfrm>
            <a:custGeom>
              <a:avLst/>
              <a:gdLst>
                <a:gd name="connsiteX0" fmla="*/ 62026 w 115557"/>
                <a:gd name="connsiteY0" fmla="*/ 90076 h 162610"/>
                <a:gd name="connsiteX1" fmla="*/ 98778 w 115557"/>
                <a:gd name="connsiteY1" fmla="*/ 122669 h 162610"/>
                <a:gd name="connsiteX2" fmla="*/ 58845 w 115557"/>
                <a:gd name="connsiteY2" fmla="*/ 154908 h 162610"/>
                <a:gd name="connsiteX3" fmla="*/ 9725 w 115557"/>
                <a:gd name="connsiteY3" fmla="*/ 104601 h 162610"/>
                <a:gd name="connsiteX4" fmla="*/ 4777 w 115557"/>
                <a:gd name="connsiteY4" fmla="*/ 98579 h 162610"/>
                <a:gd name="connsiteX5" fmla="*/ 183 w 115557"/>
                <a:gd name="connsiteY5" fmla="*/ 107435 h 162610"/>
                <a:gd name="connsiteX6" fmla="*/ 183 w 115557"/>
                <a:gd name="connsiteY6" fmla="*/ 154199 h 162610"/>
                <a:gd name="connsiteX7" fmla="*/ 4070 w 115557"/>
                <a:gd name="connsiteY7" fmla="*/ 162702 h 162610"/>
                <a:gd name="connsiteX8" fmla="*/ 12905 w 115557"/>
                <a:gd name="connsiteY8" fmla="*/ 155616 h 162610"/>
                <a:gd name="connsiteX9" fmla="*/ 19973 w 115557"/>
                <a:gd name="connsiteY9" fmla="*/ 147468 h 162610"/>
                <a:gd name="connsiteX10" fmla="*/ 58845 w 115557"/>
                <a:gd name="connsiteY10" fmla="*/ 162702 h 162610"/>
                <a:gd name="connsiteX11" fmla="*/ 115740 w 115557"/>
                <a:gd name="connsiteY11" fmla="*/ 113458 h 162610"/>
                <a:gd name="connsiteX12" fmla="*/ 100898 w 115557"/>
                <a:gd name="connsiteY12" fmla="*/ 79802 h 162610"/>
                <a:gd name="connsiteX13" fmla="*/ 60612 w 115557"/>
                <a:gd name="connsiteY13" fmla="*/ 62797 h 162610"/>
                <a:gd name="connsiteX14" fmla="*/ 17146 w 115557"/>
                <a:gd name="connsiteY14" fmla="*/ 33747 h 162610"/>
                <a:gd name="connsiteX15" fmla="*/ 56725 w 115557"/>
                <a:gd name="connsiteY15" fmla="*/ 6822 h 162610"/>
                <a:gd name="connsiteX16" fmla="*/ 98071 w 115557"/>
                <a:gd name="connsiteY16" fmla="*/ 49689 h 162610"/>
                <a:gd name="connsiteX17" fmla="*/ 102312 w 115557"/>
                <a:gd name="connsiteY17" fmla="*/ 52878 h 162610"/>
                <a:gd name="connsiteX18" fmla="*/ 106906 w 115557"/>
                <a:gd name="connsiteY18" fmla="*/ 44375 h 162610"/>
                <a:gd name="connsiteX19" fmla="*/ 106906 w 115557"/>
                <a:gd name="connsiteY19" fmla="*/ 8594 h 162610"/>
                <a:gd name="connsiteX20" fmla="*/ 103018 w 115557"/>
                <a:gd name="connsiteY20" fmla="*/ 91 h 162610"/>
                <a:gd name="connsiteX21" fmla="*/ 95951 w 115557"/>
                <a:gd name="connsiteY21" fmla="*/ 4342 h 162610"/>
                <a:gd name="connsiteX22" fmla="*/ 89943 w 115557"/>
                <a:gd name="connsiteY22" fmla="*/ 10011 h 162610"/>
                <a:gd name="connsiteX23" fmla="*/ 56725 w 115557"/>
                <a:gd name="connsiteY23" fmla="*/ 91 h 162610"/>
                <a:gd name="connsiteX24" fmla="*/ 183 w 115557"/>
                <a:gd name="connsiteY24" fmla="*/ 43667 h 162610"/>
                <a:gd name="connsiteX25" fmla="*/ 15379 w 115557"/>
                <a:gd name="connsiteY25" fmla="*/ 73780 h 162610"/>
                <a:gd name="connsiteX26" fmla="*/ 62026 w 115557"/>
                <a:gd name="connsiteY26" fmla="*/ 90076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557" h="162610">
                  <a:moveTo>
                    <a:pt x="62026" y="90076"/>
                  </a:moveTo>
                  <a:cubicBezTo>
                    <a:pt x="69800" y="91493"/>
                    <a:pt x="98778" y="97162"/>
                    <a:pt x="98778" y="122669"/>
                  </a:cubicBezTo>
                  <a:cubicBezTo>
                    <a:pt x="98778" y="140737"/>
                    <a:pt x="86409" y="154908"/>
                    <a:pt x="58845" y="154908"/>
                  </a:cubicBezTo>
                  <a:cubicBezTo>
                    <a:pt x="29161" y="154908"/>
                    <a:pt x="16439" y="134714"/>
                    <a:pt x="9725" y="104601"/>
                  </a:cubicBezTo>
                  <a:cubicBezTo>
                    <a:pt x="8664" y="99996"/>
                    <a:pt x="8311" y="98579"/>
                    <a:pt x="4777" y="98579"/>
                  </a:cubicBezTo>
                  <a:cubicBezTo>
                    <a:pt x="183" y="98579"/>
                    <a:pt x="183" y="101059"/>
                    <a:pt x="183" y="107435"/>
                  </a:cubicBezTo>
                  <a:lnTo>
                    <a:pt x="183" y="154199"/>
                  </a:lnTo>
                  <a:cubicBezTo>
                    <a:pt x="183" y="160222"/>
                    <a:pt x="183" y="162702"/>
                    <a:pt x="4070" y="162702"/>
                  </a:cubicBezTo>
                  <a:cubicBezTo>
                    <a:pt x="5837" y="162702"/>
                    <a:pt x="6191" y="162348"/>
                    <a:pt x="12905" y="155616"/>
                  </a:cubicBezTo>
                  <a:cubicBezTo>
                    <a:pt x="13612" y="154908"/>
                    <a:pt x="13612" y="154199"/>
                    <a:pt x="19973" y="147468"/>
                  </a:cubicBezTo>
                  <a:cubicBezTo>
                    <a:pt x="35522" y="162348"/>
                    <a:pt x="51424" y="162702"/>
                    <a:pt x="58845" y="162702"/>
                  </a:cubicBezTo>
                  <a:cubicBezTo>
                    <a:pt x="99485" y="162702"/>
                    <a:pt x="115740" y="138966"/>
                    <a:pt x="115740" y="113458"/>
                  </a:cubicBezTo>
                  <a:cubicBezTo>
                    <a:pt x="115740" y="94682"/>
                    <a:pt x="105139" y="84054"/>
                    <a:pt x="100898" y="79802"/>
                  </a:cubicBezTo>
                  <a:cubicBezTo>
                    <a:pt x="89236" y="68466"/>
                    <a:pt x="75454" y="65631"/>
                    <a:pt x="60612" y="62797"/>
                  </a:cubicBezTo>
                  <a:cubicBezTo>
                    <a:pt x="40822" y="58900"/>
                    <a:pt x="17146" y="54295"/>
                    <a:pt x="17146" y="33747"/>
                  </a:cubicBezTo>
                  <a:cubicBezTo>
                    <a:pt x="17146" y="21347"/>
                    <a:pt x="26334" y="6822"/>
                    <a:pt x="56725" y="6822"/>
                  </a:cubicBezTo>
                  <a:cubicBezTo>
                    <a:pt x="95597" y="6822"/>
                    <a:pt x="97364" y="38707"/>
                    <a:pt x="98071" y="49689"/>
                  </a:cubicBezTo>
                  <a:cubicBezTo>
                    <a:pt x="98424" y="52878"/>
                    <a:pt x="101605" y="52878"/>
                    <a:pt x="102312" y="52878"/>
                  </a:cubicBezTo>
                  <a:cubicBezTo>
                    <a:pt x="106906" y="52878"/>
                    <a:pt x="106906" y="51106"/>
                    <a:pt x="106906" y="44375"/>
                  </a:cubicBezTo>
                  <a:lnTo>
                    <a:pt x="106906" y="8594"/>
                  </a:lnTo>
                  <a:cubicBezTo>
                    <a:pt x="106906" y="2571"/>
                    <a:pt x="106906" y="91"/>
                    <a:pt x="103018" y="91"/>
                  </a:cubicBezTo>
                  <a:cubicBezTo>
                    <a:pt x="101251" y="91"/>
                    <a:pt x="100545" y="91"/>
                    <a:pt x="95951" y="4342"/>
                  </a:cubicBezTo>
                  <a:cubicBezTo>
                    <a:pt x="94891" y="5759"/>
                    <a:pt x="91357" y="8948"/>
                    <a:pt x="89943" y="10011"/>
                  </a:cubicBezTo>
                  <a:cubicBezTo>
                    <a:pt x="76514" y="91"/>
                    <a:pt x="62026" y="91"/>
                    <a:pt x="56725" y="91"/>
                  </a:cubicBezTo>
                  <a:cubicBezTo>
                    <a:pt x="13612" y="91"/>
                    <a:pt x="183" y="23827"/>
                    <a:pt x="183" y="43667"/>
                  </a:cubicBezTo>
                  <a:cubicBezTo>
                    <a:pt x="183" y="56066"/>
                    <a:pt x="5837" y="65986"/>
                    <a:pt x="15379" y="73780"/>
                  </a:cubicBezTo>
                  <a:cubicBezTo>
                    <a:pt x="26687" y="82991"/>
                    <a:pt x="36582" y="85116"/>
                    <a:pt x="62026" y="90076"/>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28" name="Freeform: Shape 27">
              <a:extLst>
                <a:ext uri="{FF2B5EF4-FFF2-40B4-BE49-F238E27FC236}">
                  <a16:creationId xmlns:a16="http://schemas.microsoft.com/office/drawing/2014/main" id="{FCC96018-0ABE-D454-DAC7-70434719D02C}"/>
                </a:ext>
              </a:extLst>
            </p:cNvPr>
            <p:cNvSpPr/>
            <p:nvPr/>
          </p:nvSpPr>
          <p:spPr>
            <a:xfrm>
              <a:off x="14500674" y="5567781"/>
              <a:ext cx="110609" cy="221773"/>
            </a:xfrm>
            <a:custGeom>
              <a:avLst/>
              <a:gdLst>
                <a:gd name="connsiteX0" fmla="*/ 54608 w 110609"/>
                <a:gd name="connsiteY0" fmla="*/ 76260 h 221773"/>
                <a:gd name="connsiteX1" fmla="*/ 105143 w 110609"/>
                <a:gd name="connsiteY1" fmla="*/ 76260 h 221773"/>
                <a:gd name="connsiteX2" fmla="*/ 105143 w 110609"/>
                <a:gd name="connsiteY2" fmla="*/ 65277 h 221773"/>
                <a:gd name="connsiteX3" fmla="*/ 54608 w 110609"/>
                <a:gd name="connsiteY3" fmla="*/ 65277 h 221773"/>
                <a:gd name="connsiteX4" fmla="*/ 54608 w 110609"/>
                <a:gd name="connsiteY4" fmla="*/ 91 h 221773"/>
                <a:gd name="connsiteX5" fmla="*/ 45774 w 110609"/>
                <a:gd name="connsiteY5" fmla="*/ 91 h 221773"/>
                <a:gd name="connsiteX6" fmla="*/ 187 w 110609"/>
                <a:gd name="connsiteY6" fmla="*/ 68466 h 221773"/>
                <a:gd name="connsiteX7" fmla="*/ 187 w 110609"/>
                <a:gd name="connsiteY7" fmla="*/ 76260 h 221773"/>
                <a:gd name="connsiteX8" fmla="*/ 30225 w 110609"/>
                <a:gd name="connsiteY8" fmla="*/ 76260 h 221773"/>
                <a:gd name="connsiteX9" fmla="*/ 30225 w 110609"/>
                <a:gd name="connsiteY9" fmla="*/ 174038 h 221773"/>
                <a:gd name="connsiteX10" fmla="*/ 75812 w 110609"/>
                <a:gd name="connsiteY10" fmla="*/ 221865 h 221773"/>
                <a:gd name="connsiteX11" fmla="*/ 110797 w 110609"/>
                <a:gd name="connsiteY11" fmla="*/ 174038 h 221773"/>
                <a:gd name="connsiteX12" fmla="*/ 110797 w 110609"/>
                <a:gd name="connsiteY12" fmla="*/ 153845 h 221773"/>
                <a:gd name="connsiteX13" fmla="*/ 101962 w 110609"/>
                <a:gd name="connsiteY13" fmla="*/ 153845 h 221773"/>
                <a:gd name="connsiteX14" fmla="*/ 101962 w 110609"/>
                <a:gd name="connsiteY14" fmla="*/ 173330 h 221773"/>
                <a:gd name="connsiteX15" fmla="*/ 78285 w 110609"/>
                <a:gd name="connsiteY15" fmla="*/ 213008 h 221773"/>
                <a:gd name="connsiteX16" fmla="*/ 54608 w 110609"/>
                <a:gd name="connsiteY16" fmla="*/ 174747 h 221773"/>
                <a:gd name="connsiteX17" fmla="*/ 54608 w 110609"/>
                <a:gd name="connsiteY17" fmla="*/ 76260 h 221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609" h="221773">
                  <a:moveTo>
                    <a:pt x="54608" y="76260"/>
                  </a:moveTo>
                  <a:lnTo>
                    <a:pt x="105143" y="76260"/>
                  </a:lnTo>
                  <a:lnTo>
                    <a:pt x="105143" y="65277"/>
                  </a:lnTo>
                  <a:lnTo>
                    <a:pt x="54608" y="65277"/>
                  </a:lnTo>
                  <a:lnTo>
                    <a:pt x="54608" y="91"/>
                  </a:lnTo>
                  <a:lnTo>
                    <a:pt x="45774" y="91"/>
                  </a:lnTo>
                  <a:cubicBezTo>
                    <a:pt x="45420" y="29141"/>
                    <a:pt x="34819" y="67048"/>
                    <a:pt x="187" y="68466"/>
                  </a:cubicBezTo>
                  <a:lnTo>
                    <a:pt x="187" y="76260"/>
                  </a:lnTo>
                  <a:lnTo>
                    <a:pt x="30225" y="76260"/>
                  </a:lnTo>
                  <a:lnTo>
                    <a:pt x="30225" y="174038"/>
                  </a:lnTo>
                  <a:cubicBezTo>
                    <a:pt x="30225" y="217614"/>
                    <a:pt x="63090" y="221865"/>
                    <a:pt x="75812" y="221865"/>
                  </a:cubicBezTo>
                  <a:cubicBezTo>
                    <a:pt x="100902" y="221865"/>
                    <a:pt x="110797" y="196712"/>
                    <a:pt x="110797" y="174038"/>
                  </a:cubicBezTo>
                  <a:lnTo>
                    <a:pt x="110797" y="153845"/>
                  </a:lnTo>
                  <a:lnTo>
                    <a:pt x="101962" y="153845"/>
                  </a:lnTo>
                  <a:lnTo>
                    <a:pt x="101962" y="173330"/>
                  </a:lnTo>
                  <a:cubicBezTo>
                    <a:pt x="101962" y="199546"/>
                    <a:pt x="91361" y="213008"/>
                    <a:pt x="78285" y="213008"/>
                  </a:cubicBezTo>
                  <a:cubicBezTo>
                    <a:pt x="54608" y="213008"/>
                    <a:pt x="54608" y="180770"/>
                    <a:pt x="54608" y="174747"/>
                  </a:cubicBezTo>
                  <a:lnTo>
                    <a:pt x="54608" y="76260"/>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29" name="Freeform: Shape 28">
              <a:extLst>
                <a:ext uri="{FF2B5EF4-FFF2-40B4-BE49-F238E27FC236}">
                  <a16:creationId xmlns:a16="http://schemas.microsoft.com/office/drawing/2014/main" id="{B6E47F15-DB36-B44C-AAF8-80C24CEEB7DD}"/>
                </a:ext>
              </a:extLst>
            </p:cNvPr>
            <p:cNvSpPr/>
            <p:nvPr/>
          </p:nvSpPr>
          <p:spPr>
            <a:xfrm>
              <a:off x="14641283" y="5626945"/>
              <a:ext cx="136760" cy="162610"/>
            </a:xfrm>
            <a:custGeom>
              <a:avLst/>
              <a:gdLst>
                <a:gd name="connsiteX0" fmla="*/ 29875 w 136760"/>
                <a:gd name="connsiteY0" fmla="*/ 69528 h 162610"/>
                <a:gd name="connsiteX1" fmla="*/ 73695 w 136760"/>
                <a:gd name="connsiteY1" fmla="*/ 7885 h 162610"/>
                <a:gd name="connsiteX2" fmla="*/ 113628 w 136760"/>
                <a:gd name="connsiteY2" fmla="*/ 69528 h 162610"/>
                <a:gd name="connsiteX3" fmla="*/ 29875 w 136760"/>
                <a:gd name="connsiteY3" fmla="*/ 69528 h 162610"/>
                <a:gd name="connsiteX4" fmla="*/ 29522 w 136760"/>
                <a:gd name="connsiteY4" fmla="*/ 76968 h 162610"/>
                <a:gd name="connsiteX5" fmla="*/ 128117 w 136760"/>
                <a:gd name="connsiteY5" fmla="*/ 76968 h 162610"/>
                <a:gd name="connsiteX6" fmla="*/ 136951 w 136760"/>
                <a:gd name="connsiteY6" fmla="*/ 69528 h 162610"/>
                <a:gd name="connsiteX7" fmla="*/ 73695 w 136760"/>
                <a:gd name="connsiteY7" fmla="*/ 91 h 162610"/>
                <a:gd name="connsiteX8" fmla="*/ 191 w 136760"/>
                <a:gd name="connsiteY8" fmla="*/ 80865 h 162610"/>
                <a:gd name="connsiteX9" fmla="*/ 77936 w 136760"/>
                <a:gd name="connsiteY9" fmla="*/ 162702 h 162610"/>
                <a:gd name="connsiteX10" fmla="*/ 136951 w 136760"/>
                <a:gd name="connsiteY10" fmla="*/ 116646 h 162610"/>
                <a:gd name="connsiteX11" fmla="*/ 132357 w 136760"/>
                <a:gd name="connsiteY11" fmla="*/ 112395 h 162610"/>
                <a:gd name="connsiteX12" fmla="*/ 127763 w 136760"/>
                <a:gd name="connsiteY12" fmla="*/ 117355 h 162610"/>
                <a:gd name="connsiteX13" fmla="*/ 80056 w 136760"/>
                <a:gd name="connsiteY13" fmla="*/ 153845 h 162610"/>
                <a:gd name="connsiteX14" fmla="*/ 40124 w 136760"/>
                <a:gd name="connsiteY14" fmla="*/ 130109 h 162610"/>
                <a:gd name="connsiteX15" fmla="*/ 29522 w 136760"/>
                <a:gd name="connsiteY15" fmla="*/ 76968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6760" h="162610">
                  <a:moveTo>
                    <a:pt x="29875" y="69528"/>
                  </a:moveTo>
                  <a:cubicBezTo>
                    <a:pt x="31996" y="16742"/>
                    <a:pt x="61680" y="7885"/>
                    <a:pt x="73695" y="7885"/>
                  </a:cubicBezTo>
                  <a:cubicBezTo>
                    <a:pt x="110094" y="7885"/>
                    <a:pt x="113628" y="55712"/>
                    <a:pt x="113628" y="69528"/>
                  </a:cubicBezTo>
                  <a:lnTo>
                    <a:pt x="29875" y="69528"/>
                  </a:lnTo>
                  <a:close/>
                  <a:moveTo>
                    <a:pt x="29522" y="76968"/>
                  </a:moveTo>
                  <a:lnTo>
                    <a:pt x="128117" y="76968"/>
                  </a:lnTo>
                  <a:cubicBezTo>
                    <a:pt x="135891" y="76968"/>
                    <a:pt x="136951" y="76968"/>
                    <a:pt x="136951" y="69528"/>
                  </a:cubicBezTo>
                  <a:cubicBezTo>
                    <a:pt x="136951" y="34455"/>
                    <a:pt x="117868" y="91"/>
                    <a:pt x="73695" y="91"/>
                  </a:cubicBezTo>
                  <a:cubicBezTo>
                    <a:pt x="32702" y="91"/>
                    <a:pt x="191" y="36581"/>
                    <a:pt x="191" y="80865"/>
                  </a:cubicBezTo>
                  <a:cubicBezTo>
                    <a:pt x="191" y="128337"/>
                    <a:pt x="37296" y="162702"/>
                    <a:pt x="77936" y="162702"/>
                  </a:cubicBezTo>
                  <a:cubicBezTo>
                    <a:pt x="121049" y="162702"/>
                    <a:pt x="136951" y="123378"/>
                    <a:pt x="136951" y="116646"/>
                  </a:cubicBezTo>
                  <a:cubicBezTo>
                    <a:pt x="136951" y="113104"/>
                    <a:pt x="134124" y="112395"/>
                    <a:pt x="132357" y="112395"/>
                  </a:cubicBezTo>
                  <a:cubicBezTo>
                    <a:pt x="129177" y="112395"/>
                    <a:pt x="128470" y="114521"/>
                    <a:pt x="127763" y="117355"/>
                  </a:cubicBezTo>
                  <a:cubicBezTo>
                    <a:pt x="115395" y="153845"/>
                    <a:pt x="83590" y="153845"/>
                    <a:pt x="80056" y="153845"/>
                  </a:cubicBezTo>
                  <a:cubicBezTo>
                    <a:pt x="62387" y="153845"/>
                    <a:pt x="48251" y="143217"/>
                    <a:pt x="40124" y="130109"/>
                  </a:cubicBezTo>
                  <a:cubicBezTo>
                    <a:pt x="29522" y="113104"/>
                    <a:pt x="29522" y="89722"/>
                    <a:pt x="29522" y="76968"/>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0" name="Freeform: Shape 29">
              <a:extLst>
                <a:ext uri="{FF2B5EF4-FFF2-40B4-BE49-F238E27FC236}">
                  <a16:creationId xmlns:a16="http://schemas.microsoft.com/office/drawing/2014/main" id="{EF4BEB96-581A-B901-31D2-9E63FB3EB343}"/>
                </a:ext>
              </a:extLst>
            </p:cNvPr>
            <p:cNvSpPr/>
            <p:nvPr/>
          </p:nvSpPr>
          <p:spPr>
            <a:xfrm>
              <a:off x="14798344" y="5629070"/>
              <a:ext cx="174219" cy="225316"/>
            </a:xfrm>
            <a:custGeom>
              <a:avLst/>
              <a:gdLst>
                <a:gd name="connsiteX0" fmla="*/ 51083 w 174219"/>
                <a:gd name="connsiteY0" fmla="*/ 23473 h 225316"/>
                <a:gd name="connsiteX1" fmla="*/ 51083 w 174219"/>
                <a:gd name="connsiteY1" fmla="*/ 91 h 225316"/>
                <a:gd name="connsiteX2" fmla="*/ 195 w 174219"/>
                <a:gd name="connsiteY2" fmla="*/ 3988 h 225316"/>
                <a:gd name="connsiteX3" fmla="*/ 195 w 174219"/>
                <a:gd name="connsiteY3" fmla="*/ 14971 h 225316"/>
                <a:gd name="connsiteX4" fmla="*/ 27759 w 174219"/>
                <a:gd name="connsiteY4" fmla="*/ 32684 h 225316"/>
                <a:gd name="connsiteX5" fmla="*/ 27759 w 174219"/>
                <a:gd name="connsiteY5" fmla="*/ 198483 h 225316"/>
                <a:gd name="connsiteX6" fmla="*/ 195 w 174219"/>
                <a:gd name="connsiteY6" fmla="*/ 214425 h 225316"/>
                <a:gd name="connsiteX7" fmla="*/ 195 w 174219"/>
                <a:gd name="connsiteY7" fmla="*/ 225408 h 225316"/>
                <a:gd name="connsiteX8" fmla="*/ 39775 w 174219"/>
                <a:gd name="connsiteY8" fmla="*/ 224345 h 225316"/>
                <a:gd name="connsiteX9" fmla="*/ 79707 w 174219"/>
                <a:gd name="connsiteY9" fmla="*/ 225408 h 225316"/>
                <a:gd name="connsiteX10" fmla="*/ 79707 w 174219"/>
                <a:gd name="connsiteY10" fmla="*/ 214425 h 225316"/>
                <a:gd name="connsiteX11" fmla="*/ 52143 w 174219"/>
                <a:gd name="connsiteY11" fmla="*/ 198483 h 225316"/>
                <a:gd name="connsiteX12" fmla="*/ 52143 w 174219"/>
                <a:gd name="connsiteY12" fmla="*/ 138966 h 225316"/>
                <a:gd name="connsiteX13" fmla="*/ 52143 w 174219"/>
                <a:gd name="connsiteY13" fmla="*/ 135777 h 225316"/>
                <a:gd name="connsiteX14" fmla="*/ 95610 w 174219"/>
                <a:gd name="connsiteY14" fmla="*/ 160576 h 225316"/>
                <a:gd name="connsiteX15" fmla="*/ 174415 w 174219"/>
                <a:gd name="connsiteY15" fmla="*/ 80157 h 225316"/>
                <a:gd name="connsiteX16" fmla="*/ 100557 w 174219"/>
                <a:gd name="connsiteY16" fmla="*/ 91 h 225316"/>
                <a:gd name="connsiteX17" fmla="*/ 51083 w 174219"/>
                <a:gd name="connsiteY17" fmla="*/ 23473 h 225316"/>
                <a:gd name="connsiteX18" fmla="*/ 52143 w 174219"/>
                <a:gd name="connsiteY18" fmla="*/ 116292 h 225316"/>
                <a:gd name="connsiteX19" fmla="*/ 52143 w 174219"/>
                <a:gd name="connsiteY19" fmla="*/ 37290 h 225316"/>
                <a:gd name="connsiteX20" fmla="*/ 97730 w 174219"/>
                <a:gd name="connsiteY20" fmla="*/ 8948 h 225316"/>
                <a:gd name="connsiteX21" fmla="*/ 145084 w 174219"/>
                <a:gd name="connsiteY21" fmla="*/ 80157 h 225316"/>
                <a:gd name="connsiteX22" fmla="*/ 94196 w 174219"/>
                <a:gd name="connsiteY22" fmla="*/ 152782 h 225316"/>
                <a:gd name="connsiteX23" fmla="*/ 57090 w 174219"/>
                <a:gd name="connsiteY23" fmla="*/ 131172 h 225316"/>
                <a:gd name="connsiteX24" fmla="*/ 52143 w 174219"/>
                <a:gd name="connsiteY24" fmla="*/ 116292 h 225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4219" h="225316">
                  <a:moveTo>
                    <a:pt x="51083" y="23473"/>
                  </a:moveTo>
                  <a:lnTo>
                    <a:pt x="51083" y="91"/>
                  </a:lnTo>
                  <a:lnTo>
                    <a:pt x="195" y="3988"/>
                  </a:lnTo>
                  <a:lnTo>
                    <a:pt x="195" y="14971"/>
                  </a:lnTo>
                  <a:cubicBezTo>
                    <a:pt x="25286" y="14971"/>
                    <a:pt x="27759" y="17096"/>
                    <a:pt x="27759" y="32684"/>
                  </a:cubicBezTo>
                  <a:lnTo>
                    <a:pt x="27759" y="198483"/>
                  </a:lnTo>
                  <a:cubicBezTo>
                    <a:pt x="27759" y="214425"/>
                    <a:pt x="23872" y="214425"/>
                    <a:pt x="195" y="214425"/>
                  </a:cubicBezTo>
                  <a:lnTo>
                    <a:pt x="195" y="225408"/>
                  </a:lnTo>
                  <a:cubicBezTo>
                    <a:pt x="12210" y="225054"/>
                    <a:pt x="30587" y="224345"/>
                    <a:pt x="39775" y="224345"/>
                  </a:cubicBezTo>
                  <a:cubicBezTo>
                    <a:pt x="49316" y="224345"/>
                    <a:pt x="67339" y="225054"/>
                    <a:pt x="79707" y="225408"/>
                  </a:cubicBezTo>
                  <a:lnTo>
                    <a:pt x="79707" y="214425"/>
                  </a:lnTo>
                  <a:cubicBezTo>
                    <a:pt x="56030" y="214425"/>
                    <a:pt x="52143" y="214425"/>
                    <a:pt x="52143" y="198483"/>
                  </a:cubicBezTo>
                  <a:lnTo>
                    <a:pt x="52143" y="138966"/>
                  </a:lnTo>
                  <a:lnTo>
                    <a:pt x="52143" y="135777"/>
                  </a:lnTo>
                  <a:cubicBezTo>
                    <a:pt x="53910" y="141445"/>
                    <a:pt x="68752" y="160576"/>
                    <a:pt x="95610" y="160576"/>
                  </a:cubicBezTo>
                  <a:cubicBezTo>
                    <a:pt x="137662" y="160576"/>
                    <a:pt x="174415" y="125858"/>
                    <a:pt x="174415" y="80157"/>
                  </a:cubicBezTo>
                  <a:cubicBezTo>
                    <a:pt x="174415" y="35164"/>
                    <a:pt x="140136" y="91"/>
                    <a:pt x="100557" y="91"/>
                  </a:cubicBezTo>
                  <a:cubicBezTo>
                    <a:pt x="72993" y="91"/>
                    <a:pt x="58151" y="15679"/>
                    <a:pt x="51083" y="23473"/>
                  </a:cubicBezTo>
                  <a:close/>
                  <a:moveTo>
                    <a:pt x="52143" y="116292"/>
                  </a:moveTo>
                  <a:lnTo>
                    <a:pt x="52143" y="37290"/>
                  </a:lnTo>
                  <a:cubicBezTo>
                    <a:pt x="62391" y="19222"/>
                    <a:pt x="79707" y="8948"/>
                    <a:pt x="97730" y="8948"/>
                  </a:cubicBezTo>
                  <a:cubicBezTo>
                    <a:pt x="123527" y="8948"/>
                    <a:pt x="145084" y="40124"/>
                    <a:pt x="145084" y="80157"/>
                  </a:cubicBezTo>
                  <a:cubicBezTo>
                    <a:pt x="145084" y="123023"/>
                    <a:pt x="120347" y="152782"/>
                    <a:pt x="94196" y="152782"/>
                  </a:cubicBezTo>
                  <a:cubicBezTo>
                    <a:pt x="80061" y="152782"/>
                    <a:pt x="66632" y="145697"/>
                    <a:pt x="57090" y="131172"/>
                  </a:cubicBezTo>
                  <a:cubicBezTo>
                    <a:pt x="52143" y="123732"/>
                    <a:pt x="52143" y="123378"/>
                    <a:pt x="52143" y="116292"/>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1" name="Freeform: Shape 30">
              <a:extLst>
                <a:ext uri="{FF2B5EF4-FFF2-40B4-BE49-F238E27FC236}">
                  <a16:creationId xmlns:a16="http://schemas.microsoft.com/office/drawing/2014/main" id="{472FBA7C-C328-AA22-A038-4355F63B719C}"/>
                </a:ext>
              </a:extLst>
            </p:cNvPr>
            <p:cNvSpPr/>
            <p:nvPr/>
          </p:nvSpPr>
          <p:spPr>
            <a:xfrm>
              <a:off x="15019759" y="5519955"/>
              <a:ext cx="81985" cy="354271"/>
            </a:xfrm>
            <a:custGeom>
              <a:avLst/>
              <a:gdLst>
                <a:gd name="connsiteX0" fmla="*/ 82186 w 81985"/>
                <a:gd name="connsiteY0" fmla="*/ 350820 h 354271"/>
                <a:gd name="connsiteX1" fmla="*/ 76179 w 81985"/>
                <a:gd name="connsiteY1" fmla="*/ 343026 h 354271"/>
                <a:gd name="connsiteX2" fmla="*/ 20697 w 81985"/>
                <a:gd name="connsiteY2" fmla="*/ 177227 h 354271"/>
                <a:gd name="connsiteX3" fmla="*/ 77592 w 81985"/>
                <a:gd name="connsiteY3" fmla="*/ 9656 h 354271"/>
                <a:gd name="connsiteX4" fmla="*/ 82186 w 81985"/>
                <a:gd name="connsiteY4" fmla="*/ 3634 h 354271"/>
                <a:gd name="connsiteX5" fmla="*/ 78653 w 81985"/>
                <a:gd name="connsiteY5" fmla="*/ 91 h 354271"/>
                <a:gd name="connsiteX6" fmla="*/ 22464 w 81985"/>
                <a:gd name="connsiteY6" fmla="*/ 69174 h 354271"/>
                <a:gd name="connsiteX7" fmla="*/ 201 w 81985"/>
                <a:gd name="connsiteY7" fmla="*/ 177227 h 354271"/>
                <a:gd name="connsiteX8" fmla="*/ 23524 w 81985"/>
                <a:gd name="connsiteY8" fmla="*/ 287760 h 354271"/>
                <a:gd name="connsiteX9" fmla="*/ 78653 w 81985"/>
                <a:gd name="connsiteY9" fmla="*/ 354363 h 354271"/>
                <a:gd name="connsiteX10" fmla="*/ 82186 w 81985"/>
                <a:gd name="connsiteY10" fmla="*/ 350820 h 35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85" h="354271">
                  <a:moveTo>
                    <a:pt x="82186" y="350820"/>
                  </a:moveTo>
                  <a:cubicBezTo>
                    <a:pt x="82186" y="349757"/>
                    <a:pt x="82186" y="349049"/>
                    <a:pt x="76179" y="343026"/>
                  </a:cubicBezTo>
                  <a:cubicBezTo>
                    <a:pt x="32006" y="298388"/>
                    <a:pt x="20697" y="231430"/>
                    <a:pt x="20697" y="177227"/>
                  </a:cubicBezTo>
                  <a:cubicBezTo>
                    <a:pt x="20697" y="115584"/>
                    <a:pt x="34126" y="53940"/>
                    <a:pt x="77592" y="9656"/>
                  </a:cubicBezTo>
                  <a:cubicBezTo>
                    <a:pt x="82186" y="5405"/>
                    <a:pt x="82186" y="4697"/>
                    <a:pt x="82186" y="3634"/>
                  </a:cubicBezTo>
                  <a:cubicBezTo>
                    <a:pt x="82186" y="1154"/>
                    <a:pt x="80773" y="91"/>
                    <a:pt x="78653" y="91"/>
                  </a:cubicBezTo>
                  <a:cubicBezTo>
                    <a:pt x="75119" y="91"/>
                    <a:pt x="43314" y="24182"/>
                    <a:pt x="22464" y="69174"/>
                  </a:cubicBezTo>
                  <a:cubicBezTo>
                    <a:pt x="4442" y="108144"/>
                    <a:pt x="201" y="147468"/>
                    <a:pt x="201" y="177227"/>
                  </a:cubicBezTo>
                  <a:cubicBezTo>
                    <a:pt x="201" y="204860"/>
                    <a:pt x="4088" y="247727"/>
                    <a:pt x="23524" y="287760"/>
                  </a:cubicBezTo>
                  <a:cubicBezTo>
                    <a:pt x="44728" y="331335"/>
                    <a:pt x="75119" y="354363"/>
                    <a:pt x="78653" y="354363"/>
                  </a:cubicBezTo>
                  <a:cubicBezTo>
                    <a:pt x="80773" y="354363"/>
                    <a:pt x="82186" y="353300"/>
                    <a:pt x="82186" y="350820"/>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2" name="Freeform: Shape 31">
              <a:extLst>
                <a:ext uri="{FF2B5EF4-FFF2-40B4-BE49-F238E27FC236}">
                  <a16:creationId xmlns:a16="http://schemas.microsoft.com/office/drawing/2014/main" id="{D4489339-76F1-A58E-1452-3800B1D9047F}"/>
                </a:ext>
              </a:extLst>
            </p:cNvPr>
            <p:cNvSpPr/>
            <p:nvPr/>
          </p:nvSpPr>
          <p:spPr>
            <a:xfrm>
              <a:off x="15137398" y="5629070"/>
              <a:ext cx="149835" cy="160484"/>
            </a:xfrm>
            <a:custGeom>
              <a:avLst/>
              <a:gdLst>
                <a:gd name="connsiteX0" fmla="*/ 32009 w 149835"/>
                <a:gd name="connsiteY0" fmla="*/ 127275 h 160484"/>
                <a:gd name="connsiteX1" fmla="*/ 74062 w 149835"/>
                <a:gd name="connsiteY1" fmla="*/ 86888 h 160484"/>
                <a:gd name="connsiteX2" fmla="*/ 108694 w 149835"/>
                <a:gd name="connsiteY2" fmla="*/ 55003 h 160484"/>
                <a:gd name="connsiteX3" fmla="*/ 150040 w 149835"/>
                <a:gd name="connsiteY3" fmla="*/ 3634 h 160484"/>
                <a:gd name="connsiteX4" fmla="*/ 146153 w 149835"/>
                <a:gd name="connsiteY4" fmla="*/ 91 h 160484"/>
                <a:gd name="connsiteX5" fmla="*/ 140852 w 149835"/>
                <a:gd name="connsiteY5" fmla="*/ 3988 h 160484"/>
                <a:gd name="connsiteX6" fmla="*/ 114348 w 149835"/>
                <a:gd name="connsiteY6" fmla="*/ 26662 h 160484"/>
                <a:gd name="connsiteX7" fmla="*/ 96326 w 149835"/>
                <a:gd name="connsiteY7" fmla="*/ 15325 h 160484"/>
                <a:gd name="connsiteX8" fmla="*/ 71942 w 149835"/>
                <a:gd name="connsiteY8" fmla="*/ 91 h 160484"/>
                <a:gd name="connsiteX9" fmla="*/ 29182 w 149835"/>
                <a:gd name="connsiteY9" fmla="*/ 40478 h 160484"/>
                <a:gd name="connsiteX10" fmla="*/ 33423 w 149835"/>
                <a:gd name="connsiteY10" fmla="*/ 44375 h 160484"/>
                <a:gd name="connsiteX11" fmla="*/ 38017 w 149835"/>
                <a:gd name="connsiteY11" fmla="*/ 40478 h 160484"/>
                <a:gd name="connsiteX12" fmla="*/ 68055 w 149835"/>
                <a:gd name="connsiteY12" fmla="*/ 23827 h 160484"/>
                <a:gd name="connsiteX13" fmla="*/ 90318 w 149835"/>
                <a:gd name="connsiteY13" fmla="*/ 29141 h 160484"/>
                <a:gd name="connsiteX14" fmla="*/ 117529 w 149835"/>
                <a:gd name="connsiteY14" fmla="*/ 34456 h 160484"/>
                <a:gd name="connsiteX15" fmla="*/ 68408 w 149835"/>
                <a:gd name="connsiteY15" fmla="*/ 80865 h 160484"/>
                <a:gd name="connsiteX16" fmla="*/ 36603 w 149835"/>
                <a:gd name="connsiteY16" fmla="*/ 110624 h 160484"/>
                <a:gd name="connsiteX17" fmla="*/ 205 w 149835"/>
                <a:gd name="connsiteY17" fmla="*/ 157033 h 160484"/>
                <a:gd name="connsiteX18" fmla="*/ 4445 w 149835"/>
                <a:gd name="connsiteY18" fmla="*/ 160576 h 160484"/>
                <a:gd name="connsiteX19" fmla="*/ 10100 w 149835"/>
                <a:gd name="connsiteY19" fmla="*/ 155971 h 160484"/>
                <a:gd name="connsiteX20" fmla="*/ 40137 w 149835"/>
                <a:gd name="connsiteY20" fmla="*/ 134006 h 160484"/>
                <a:gd name="connsiteX21" fmla="*/ 60634 w 149835"/>
                <a:gd name="connsiteY21" fmla="*/ 147468 h 160484"/>
                <a:gd name="connsiteX22" fmla="*/ 83250 w 149835"/>
                <a:gd name="connsiteY22" fmla="*/ 160576 h 160484"/>
                <a:gd name="connsiteX23" fmla="*/ 138732 w 149835"/>
                <a:gd name="connsiteY23" fmla="*/ 106018 h 160484"/>
                <a:gd name="connsiteX24" fmla="*/ 134491 w 149835"/>
                <a:gd name="connsiteY24" fmla="*/ 102476 h 160484"/>
                <a:gd name="connsiteX25" fmla="*/ 129544 w 149835"/>
                <a:gd name="connsiteY25" fmla="*/ 107081 h 160484"/>
                <a:gd name="connsiteX26" fmla="*/ 87138 w 149835"/>
                <a:gd name="connsiteY26" fmla="*/ 136840 h 160484"/>
                <a:gd name="connsiteX27" fmla="*/ 66288 w 149835"/>
                <a:gd name="connsiteY27" fmla="*/ 132234 h 160484"/>
                <a:gd name="connsiteX28" fmla="*/ 41551 w 149835"/>
                <a:gd name="connsiteY28" fmla="*/ 126212 h 160484"/>
                <a:gd name="connsiteX29" fmla="*/ 32009 w 149835"/>
                <a:gd name="connsiteY29" fmla="*/ 127275 h 16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9835" h="160484">
                  <a:moveTo>
                    <a:pt x="32009" y="127275"/>
                  </a:moveTo>
                  <a:cubicBezTo>
                    <a:pt x="51092" y="106727"/>
                    <a:pt x="61340" y="97870"/>
                    <a:pt x="74062" y="86888"/>
                  </a:cubicBezTo>
                  <a:cubicBezTo>
                    <a:pt x="74062" y="86533"/>
                    <a:pt x="95972" y="67757"/>
                    <a:pt x="108694" y="55003"/>
                  </a:cubicBezTo>
                  <a:cubicBezTo>
                    <a:pt x="142266" y="22056"/>
                    <a:pt x="150040" y="5051"/>
                    <a:pt x="150040" y="3634"/>
                  </a:cubicBezTo>
                  <a:cubicBezTo>
                    <a:pt x="150040" y="91"/>
                    <a:pt x="146860" y="91"/>
                    <a:pt x="146153" y="91"/>
                  </a:cubicBezTo>
                  <a:cubicBezTo>
                    <a:pt x="143679" y="91"/>
                    <a:pt x="142619" y="800"/>
                    <a:pt x="140852" y="3988"/>
                  </a:cubicBezTo>
                  <a:cubicBezTo>
                    <a:pt x="130251" y="20993"/>
                    <a:pt x="122830" y="26662"/>
                    <a:pt x="114348" y="26662"/>
                  </a:cubicBezTo>
                  <a:cubicBezTo>
                    <a:pt x="105867" y="26662"/>
                    <a:pt x="101626" y="21347"/>
                    <a:pt x="96326" y="15325"/>
                  </a:cubicBezTo>
                  <a:cubicBezTo>
                    <a:pt x="89611" y="7177"/>
                    <a:pt x="83604" y="91"/>
                    <a:pt x="71942" y="91"/>
                  </a:cubicBezTo>
                  <a:cubicBezTo>
                    <a:pt x="45438" y="91"/>
                    <a:pt x="29182" y="33038"/>
                    <a:pt x="29182" y="40478"/>
                  </a:cubicBezTo>
                  <a:cubicBezTo>
                    <a:pt x="29182" y="42249"/>
                    <a:pt x="30243" y="44375"/>
                    <a:pt x="33423" y="44375"/>
                  </a:cubicBezTo>
                  <a:cubicBezTo>
                    <a:pt x="36603" y="44375"/>
                    <a:pt x="37310" y="42604"/>
                    <a:pt x="38017" y="40478"/>
                  </a:cubicBezTo>
                  <a:cubicBezTo>
                    <a:pt x="44731" y="24182"/>
                    <a:pt x="65228" y="23827"/>
                    <a:pt x="68055" y="23827"/>
                  </a:cubicBezTo>
                  <a:cubicBezTo>
                    <a:pt x="75476" y="23827"/>
                    <a:pt x="82190" y="26307"/>
                    <a:pt x="90318" y="29141"/>
                  </a:cubicBezTo>
                  <a:cubicBezTo>
                    <a:pt x="104454" y="34456"/>
                    <a:pt x="108341" y="34456"/>
                    <a:pt x="117529" y="34456"/>
                  </a:cubicBezTo>
                  <a:cubicBezTo>
                    <a:pt x="104807" y="49689"/>
                    <a:pt x="75123" y="75197"/>
                    <a:pt x="68408" y="80865"/>
                  </a:cubicBezTo>
                  <a:lnTo>
                    <a:pt x="36603" y="110624"/>
                  </a:lnTo>
                  <a:cubicBezTo>
                    <a:pt x="12573" y="134360"/>
                    <a:pt x="205" y="154554"/>
                    <a:pt x="205" y="157033"/>
                  </a:cubicBezTo>
                  <a:cubicBezTo>
                    <a:pt x="205" y="160576"/>
                    <a:pt x="3739" y="160576"/>
                    <a:pt x="4445" y="160576"/>
                  </a:cubicBezTo>
                  <a:cubicBezTo>
                    <a:pt x="7272" y="160576"/>
                    <a:pt x="7979" y="159868"/>
                    <a:pt x="10100" y="155971"/>
                  </a:cubicBezTo>
                  <a:cubicBezTo>
                    <a:pt x="18227" y="143571"/>
                    <a:pt x="28829" y="134006"/>
                    <a:pt x="40137" y="134006"/>
                  </a:cubicBezTo>
                  <a:cubicBezTo>
                    <a:pt x="48265" y="134006"/>
                    <a:pt x="51799" y="137194"/>
                    <a:pt x="60634" y="147468"/>
                  </a:cubicBezTo>
                  <a:cubicBezTo>
                    <a:pt x="66641" y="154908"/>
                    <a:pt x="73002" y="160576"/>
                    <a:pt x="83250" y="160576"/>
                  </a:cubicBezTo>
                  <a:cubicBezTo>
                    <a:pt x="118236" y="160576"/>
                    <a:pt x="138732" y="115584"/>
                    <a:pt x="138732" y="106018"/>
                  </a:cubicBezTo>
                  <a:cubicBezTo>
                    <a:pt x="138732" y="104247"/>
                    <a:pt x="137318" y="102476"/>
                    <a:pt x="134491" y="102476"/>
                  </a:cubicBezTo>
                  <a:cubicBezTo>
                    <a:pt x="131311" y="102476"/>
                    <a:pt x="130604" y="104601"/>
                    <a:pt x="129544" y="107081"/>
                  </a:cubicBezTo>
                  <a:cubicBezTo>
                    <a:pt x="121416" y="130109"/>
                    <a:pt x="98799" y="136840"/>
                    <a:pt x="87138" y="136840"/>
                  </a:cubicBezTo>
                  <a:cubicBezTo>
                    <a:pt x="80070" y="136840"/>
                    <a:pt x="73709" y="134714"/>
                    <a:pt x="66288" y="132234"/>
                  </a:cubicBezTo>
                  <a:cubicBezTo>
                    <a:pt x="54273" y="127629"/>
                    <a:pt x="48972" y="126212"/>
                    <a:pt x="41551" y="126212"/>
                  </a:cubicBezTo>
                  <a:cubicBezTo>
                    <a:pt x="40844" y="126212"/>
                    <a:pt x="35190" y="126212"/>
                    <a:pt x="32009" y="127275"/>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3" name="Freeform: Shape 32">
              <a:extLst>
                <a:ext uri="{FF2B5EF4-FFF2-40B4-BE49-F238E27FC236}">
                  <a16:creationId xmlns:a16="http://schemas.microsoft.com/office/drawing/2014/main" id="{B03D071C-1091-2F6E-DD2E-8E653D28CAB2}"/>
                </a:ext>
              </a:extLst>
            </p:cNvPr>
            <p:cNvSpPr/>
            <p:nvPr/>
          </p:nvSpPr>
          <p:spPr>
            <a:xfrm>
              <a:off x="15322230" y="5519955"/>
              <a:ext cx="81985" cy="354271"/>
            </a:xfrm>
            <a:custGeom>
              <a:avLst/>
              <a:gdLst>
                <a:gd name="connsiteX0" fmla="*/ 82195 w 81985"/>
                <a:gd name="connsiteY0" fmla="*/ 177227 h 354271"/>
                <a:gd name="connsiteX1" fmla="*/ 58872 w 81985"/>
                <a:gd name="connsiteY1" fmla="*/ 66694 h 354271"/>
                <a:gd name="connsiteX2" fmla="*/ 3744 w 81985"/>
                <a:gd name="connsiteY2" fmla="*/ 91 h 354271"/>
                <a:gd name="connsiteX3" fmla="*/ 210 w 81985"/>
                <a:gd name="connsiteY3" fmla="*/ 3634 h 354271"/>
                <a:gd name="connsiteX4" fmla="*/ 6924 w 81985"/>
                <a:gd name="connsiteY4" fmla="*/ 11782 h 354271"/>
                <a:gd name="connsiteX5" fmla="*/ 61699 w 81985"/>
                <a:gd name="connsiteY5" fmla="*/ 177227 h 354271"/>
                <a:gd name="connsiteX6" fmla="*/ 4804 w 81985"/>
                <a:gd name="connsiteY6" fmla="*/ 344797 h 354271"/>
                <a:gd name="connsiteX7" fmla="*/ 210 w 81985"/>
                <a:gd name="connsiteY7" fmla="*/ 350820 h 354271"/>
                <a:gd name="connsiteX8" fmla="*/ 3744 w 81985"/>
                <a:gd name="connsiteY8" fmla="*/ 354363 h 354271"/>
                <a:gd name="connsiteX9" fmla="*/ 59932 w 81985"/>
                <a:gd name="connsiteY9" fmla="*/ 285280 h 354271"/>
                <a:gd name="connsiteX10" fmla="*/ 82195 w 81985"/>
                <a:gd name="connsiteY10" fmla="*/ 177227 h 35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85" h="354271">
                  <a:moveTo>
                    <a:pt x="82195" y="177227"/>
                  </a:moveTo>
                  <a:cubicBezTo>
                    <a:pt x="82195" y="149594"/>
                    <a:pt x="78308" y="106727"/>
                    <a:pt x="58872" y="66694"/>
                  </a:cubicBezTo>
                  <a:cubicBezTo>
                    <a:pt x="37669" y="23119"/>
                    <a:pt x="7278" y="91"/>
                    <a:pt x="3744" y="91"/>
                  </a:cubicBezTo>
                  <a:cubicBezTo>
                    <a:pt x="1623" y="91"/>
                    <a:pt x="210" y="1508"/>
                    <a:pt x="210" y="3634"/>
                  </a:cubicBezTo>
                  <a:cubicBezTo>
                    <a:pt x="210" y="4697"/>
                    <a:pt x="210" y="5405"/>
                    <a:pt x="6924" y="11782"/>
                  </a:cubicBezTo>
                  <a:cubicBezTo>
                    <a:pt x="41556" y="46855"/>
                    <a:pt x="61699" y="103184"/>
                    <a:pt x="61699" y="177227"/>
                  </a:cubicBezTo>
                  <a:cubicBezTo>
                    <a:pt x="61699" y="237807"/>
                    <a:pt x="48624" y="300159"/>
                    <a:pt x="4804" y="344797"/>
                  </a:cubicBezTo>
                  <a:cubicBezTo>
                    <a:pt x="210" y="349049"/>
                    <a:pt x="210" y="349757"/>
                    <a:pt x="210" y="350820"/>
                  </a:cubicBezTo>
                  <a:cubicBezTo>
                    <a:pt x="210" y="352946"/>
                    <a:pt x="1623" y="354363"/>
                    <a:pt x="3744" y="354363"/>
                  </a:cubicBezTo>
                  <a:cubicBezTo>
                    <a:pt x="7278" y="354363"/>
                    <a:pt x="39082" y="330272"/>
                    <a:pt x="59932" y="285280"/>
                  </a:cubicBezTo>
                  <a:cubicBezTo>
                    <a:pt x="77955" y="246310"/>
                    <a:pt x="82195" y="206986"/>
                    <a:pt x="82195" y="177227"/>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4" name="Freeform: Shape 33">
              <a:extLst>
                <a:ext uri="{FF2B5EF4-FFF2-40B4-BE49-F238E27FC236}">
                  <a16:creationId xmlns:a16="http://schemas.microsoft.com/office/drawing/2014/main" id="{C92A8233-C1B0-E426-DD80-C20B73EB7DCA}"/>
                </a:ext>
              </a:extLst>
            </p:cNvPr>
            <p:cNvSpPr/>
            <p:nvPr/>
          </p:nvSpPr>
          <p:spPr>
            <a:xfrm>
              <a:off x="15557465" y="5655641"/>
              <a:ext cx="235001" cy="82899"/>
            </a:xfrm>
            <a:custGeom>
              <a:avLst/>
              <a:gdLst>
                <a:gd name="connsiteX0" fmla="*/ 223203 w 235001"/>
                <a:gd name="connsiteY0" fmla="*/ 14262 h 82899"/>
                <a:gd name="connsiteX1" fmla="*/ 235218 w 235001"/>
                <a:gd name="connsiteY1" fmla="*/ 7177 h 82899"/>
                <a:gd name="connsiteX2" fmla="*/ 223556 w 235001"/>
                <a:gd name="connsiteY2" fmla="*/ 91 h 82899"/>
                <a:gd name="connsiteX3" fmla="*/ 11878 w 235001"/>
                <a:gd name="connsiteY3" fmla="*/ 91 h 82899"/>
                <a:gd name="connsiteX4" fmla="*/ 216 w 235001"/>
                <a:gd name="connsiteY4" fmla="*/ 7177 h 82899"/>
                <a:gd name="connsiteX5" fmla="*/ 12232 w 235001"/>
                <a:gd name="connsiteY5" fmla="*/ 14262 h 82899"/>
                <a:gd name="connsiteX6" fmla="*/ 223203 w 235001"/>
                <a:gd name="connsiteY6" fmla="*/ 14262 h 82899"/>
                <a:gd name="connsiteX7" fmla="*/ 223556 w 235001"/>
                <a:gd name="connsiteY7" fmla="*/ 82991 h 82899"/>
                <a:gd name="connsiteX8" fmla="*/ 235218 w 235001"/>
                <a:gd name="connsiteY8" fmla="*/ 75905 h 82899"/>
                <a:gd name="connsiteX9" fmla="*/ 223203 w 235001"/>
                <a:gd name="connsiteY9" fmla="*/ 68820 h 82899"/>
                <a:gd name="connsiteX10" fmla="*/ 12232 w 235001"/>
                <a:gd name="connsiteY10" fmla="*/ 68820 h 82899"/>
                <a:gd name="connsiteX11" fmla="*/ 216 w 235001"/>
                <a:gd name="connsiteY11" fmla="*/ 75905 h 82899"/>
                <a:gd name="connsiteX12" fmla="*/ 11878 w 235001"/>
                <a:gd name="connsiteY12" fmla="*/ 82991 h 82899"/>
                <a:gd name="connsiteX13" fmla="*/ 223556 w 235001"/>
                <a:gd name="connsiteY13" fmla="*/ 82991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01" h="82899">
                  <a:moveTo>
                    <a:pt x="223203" y="14262"/>
                  </a:moveTo>
                  <a:cubicBezTo>
                    <a:pt x="228504" y="14262"/>
                    <a:pt x="235218" y="14262"/>
                    <a:pt x="235218" y="7177"/>
                  </a:cubicBezTo>
                  <a:cubicBezTo>
                    <a:pt x="235218" y="91"/>
                    <a:pt x="228504" y="91"/>
                    <a:pt x="223556" y="91"/>
                  </a:cubicBezTo>
                  <a:lnTo>
                    <a:pt x="11878" y="91"/>
                  </a:lnTo>
                  <a:cubicBezTo>
                    <a:pt x="6931" y="91"/>
                    <a:pt x="216" y="91"/>
                    <a:pt x="216" y="7177"/>
                  </a:cubicBezTo>
                  <a:cubicBezTo>
                    <a:pt x="216" y="14262"/>
                    <a:pt x="6931" y="14262"/>
                    <a:pt x="12232" y="14262"/>
                  </a:cubicBezTo>
                  <a:lnTo>
                    <a:pt x="223203" y="14262"/>
                  </a:lnTo>
                  <a:close/>
                  <a:moveTo>
                    <a:pt x="223556" y="82991"/>
                  </a:moveTo>
                  <a:cubicBezTo>
                    <a:pt x="228504" y="82991"/>
                    <a:pt x="235218" y="82991"/>
                    <a:pt x="235218" y="75905"/>
                  </a:cubicBezTo>
                  <a:cubicBezTo>
                    <a:pt x="235218" y="68820"/>
                    <a:pt x="228504" y="68820"/>
                    <a:pt x="223203" y="68820"/>
                  </a:cubicBezTo>
                  <a:lnTo>
                    <a:pt x="12232" y="68820"/>
                  </a:lnTo>
                  <a:cubicBezTo>
                    <a:pt x="6931" y="68820"/>
                    <a:pt x="216" y="68820"/>
                    <a:pt x="216" y="75905"/>
                  </a:cubicBezTo>
                  <a:cubicBezTo>
                    <a:pt x="216" y="82991"/>
                    <a:pt x="6931" y="82991"/>
                    <a:pt x="11878" y="82991"/>
                  </a:cubicBezTo>
                  <a:lnTo>
                    <a:pt x="223556" y="82991"/>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5" name="Freeform: Shape 34">
              <a:extLst>
                <a:ext uri="{FF2B5EF4-FFF2-40B4-BE49-F238E27FC236}">
                  <a16:creationId xmlns:a16="http://schemas.microsoft.com/office/drawing/2014/main" id="{62D13AFD-CCCC-CC19-58A0-18B14C6A5C64}"/>
                </a:ext>
              </a:extLst>
            </p:cNvPr>
            <p:cNvSpPr/>
            <p:nvPr/>
          </p:nvSpPr>
          <p:spPr>
            <a:xfrm>
              <a:off x="15961580" y="5165678"/>
              <a:ext cx="182700" cy="1062460"/>
            </a:xfrm>
            <a:custGeom>
              <a:avLst/>
              <a:gdLst>
                <a:gd name="connsiteX0" fmla="*/ 108716 w 182700"/>
                <a:gd name="connsiteY0" fmla="*/ 661499 h 1062460"/>
                <a:gd name="connsiteX1" fmla="*/ 20370 w 182700"/>
                <a:gd name="connsiteY1" fmla="*/ 531481 h 1062460"/>
                <a:gd name="connsiteX2" fmla="*/ 108363 w 182700"/>
                <a:gd name="connsiteY2" fmla="*/ 403235 h 1062460"/>
                <a:gd name="connsiteX3" fmla="*/ 108716 w 182700"/>
                <a:gd name="connsiteY3" fmla="*/ 401109 h 1062460"/>
                <a:gd name="connsiteX4" fmla="*/ 108716 w 182700"/>
                <a:gd name="connsiteY4" fmla="*/ 155599 h 1062460"/>
                <a:gd name="connsiteX5" fmla="*/ 111544 w 182700"/>
                <a:gd name="connsiteY5" fmla="*/ 106710 h 1062460"/>
                <a:gd name="connsiteX6" fmla="*/ 179747 w 182700"/>
                <a:gd name="connsiteY6" fmla="*/ 16725 h 1062460"/>
                <a:gd name="connsiteX7" fmla="*/ 182927 w 182700"/>
                <a:gd name="connsiteY7" fmla="*/ 8222 h 1062460"/>
                <a:gd name="connsiteX8" fmla="*/ 174800 w 182700"/>
                <a:gd name="connsiteY8" fmla="*/ 74 h 1062460"/>
                <a:gd name="connsiteX9" fmla="*/ 158190 w 182700"/>
                <a:gd name="connsiteY9" fmla="*/ 5742 h 1062460"/>
                <a:gd name="connsiteX10" fmla="*/ 74438 w 182700"/>
                <a:gd name="connsiteY10" fmla="*/ 129029 h 1062460"/>
                <a:gd name="connsiteX11" fmla="*/ 74438 w 182700"/>
                <a:gd name="connsiteY11" fmla="*/ 380916 h 1062460"/>
                <a:gd name="connsiteX12" fmla="*/ 56062 w 182700"/>
                <a:gd name="connsiteY12" fmla="*/ 467713 h 1062460"/>
                <a:gd name="connsiteX13" fmla="*/ 5528 w 182700"/>
                <a:gd name="connsiteY13" fmla="*/ 521562 h 1062460"/>
                <a:gd name="connsiteX14" fmla="*/ 227 w 182700"/>
                <a:gd name="connsiteY14" fmla="*/ 531127 h 1062460"/>
                <a:gd name="connsiteX15" fmla="*/ 3407 w 182700"/>
                <a:gd name="connsiteY15" fmla="*/ 539630 h 1062460"/>
                <a:gd name="connsiteX16" fmla="*/ 73378 w 182700"/>
                <a:gd name="connsiteY16" fmla="*/ 648745 h 1062460"/>
                <a:gd name="connsiteX17" fmla="*/ 74438 w 182700"/>
                <a:gd name="connsiteY17" fmla="*/ 661499 h 1062460"/>
                <a:gd name="connsiteX18" fmla="*/ 74438 w 182700"/>
                <a:gd name="connsiteY18" fmla="*/ 933579 h 1062460"/>
                <a:gd name="connsiteX19" fmla="*/ 160311 w 182700"/>
                <a:gd name="connsiteY19" fmla="*/ 1057929 h 1062460"/>
                <a:gd name="connsiteX20" fmla="*/ 174800 w 182700"/>
                <a:gd name="connsiteY20" fmla="*/ 1062534 h 1062460"/>
                <a:gd name="connsiteX21" fmla="*/ 182927 w 182700"/>
                <a:gd name="connsiteY21" fmla="*/ 1054386 h 1062460"/>
                <a:gd name="connsiteX22" fmla="*/ 181161 w 182700"/>
                <a:gd name="connsiteY22" fmla="*/ 1046946 h 1062460"/>
                <a:gd name="connsiteX23" fmla="*/ 110130 w 182700"/>
                <a:gd name="connsiteY23" fmla="*/ 947750 h 1062460"/>
                <a:gd name="connsiteX24" fmla="*/ 108716 w 182700"/>
                <a:gd name="connsiteY24" fmla="*/ 933225 h 1062460"/>
                <a:gd name="connsiteX25" fmla="*/ 108716 w 182700"/>
                <a:gd name="connsiteY25" fmla="*/ 661499 h 106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82700" h="1062460">
                  <a:moveTo>
                    <a:pt x="108716" y="661499"/>
                  </a:moveTo>
                  <a:cubicBezTo>
                    <a:pt x="108716" y="622529"/>
                    <a:pt x="81859" y="562657"/>
                    <a:pt x="20370" y="531481"/>
                  </a:cubicBezTo>
                  <a:cubicBezTo>
                    <a:pt x="58536" y="510934"/>
                    <a:pt x="104122" y="469484"/>
                    <a:pt x="108363" y="403235"/>
                  </a:cubicBezTo>
                  <a:lnTo>
                    <a:pt x="108716" y="401109"/>
                  </a:lnTo>
                  <a:lnTo>
                    <a:pt x="108716" y="155599"/>
                  </a:lnTo>
                  <a:cubicBezTo>
                    <a:pt x="108716" y="126549"/>
                    <a:pt x="108716" y="120172"/>
                    <a:pt x="111544" y="106710"/>
                  </a:cubicBezTo>
                  <a:cubicBezTo>
                    <a:pt x="117904" y="78368"/>
                    <a:pt x="134867" y="43295"/>
                    <a:pt x="179747" y="16725"/>
                  </a:cubicBezTo>
                  <a:cubicBezTo>
                    <a:pt x="182574" y="14954"/>
                    <a:pt x="182927" y="14599"/>
                    <a:pt x="182927" y="8222"/>
                  </a:cubicBezTo>
                  <a:cubicBezTo>
                    <a:pt x="182927" y="428"/>
                    <a:pt x="182574" y="74"/>
                    <a:pt x="174800" y="74"/>
                  </a:cubicBezTo>
                  <a:cubicBezTo>
                    <a:pt x="168439" y="74"/>
                    <a:pt x="167732" y="74"/>
                    <a:pt x="158190" y="5742"/>
                  </a:cubicBezTo>
                  <a:cubicBezTo>
                    <a:pt x="79032" y="50735"/>
                    <a:pt x="74438" y="116629"/>
                    <a:pt x="74438" y="129029"/>
                  </a:cubicBezTo>
                  <a:lnTo>
                    <a:pt x="74438" y="380916"/>
                  </a:lnTo>
                  <a:cubicBezTo>
                    <a:pt x="74438" y="406424"/>
                    <a:pt x="74438" y="435120"/>
                    <a:pt x="56062" y="467713"/>
                  </a:cubicBezTo>
                  <a:cubicBezTo>
                    <a:pt x="39806" y="496763"/>
                    <a:pt x="20723" y="511288"/>
                    <a:pt x="5528" y="521562"/>
                  </a:cubicBezTo>
                  <a:cubicBezTo>
                    <a:pt x="580" y="524750"/>
                    <a:pt x="227" y="525105"/>
                    <a:pt x="227" y="531127"/>
                  </a:cubicBezTo>
                  <a:cubicBezTo>
                    <a:pt x="227" y="537504"/>
                    <a:pt x="580" y="537858"/>
                    <a:pt x="3407" y="539630"/>
                  </a:cubicBezTo>
                  <a:cubicBezTo>
                    <a:pt x="33445" y="559469"/>
                    <a:pt x="65603" y="590999"/>
                    <a:pt x="73378" y="648745"/>
                  </a:cubicBezTo>
                  <a:cubicBezTo>
                    <a:pt x="74438" y="656539"/>
                    <a:pt x="74438" y="657248"/>
                    <a:pt x="74438" y="661499"/>
                  </a:cubicBezTo>
                  <a:lnTo>
                    <a:pt x="74438" y="933579"/>
                  </a:lnTo>
                  <a:cubicBezTo>
                    <a:pt x="74438" y="962276"/>
                    <a:pt x="92107" y="1021793"/>
                    <a:pt x="160311" y="1057929"/>
                  </a:cubicBezTo>
                  <a:cubicBezTo>
                    <a:pt x="168439" y="1062534"/>
                    <a:pt x="169145" y="1062534"/>
                    <a:pt x="174800" y="1062534"/>
                  </a:cubicBezTo>
                  <a:cubicBezTo>
                    <a:pt x="182574" y="1062534"/>
                    <a:pt x="182927" y="1062180"/>
                    <a:pt x="182927" y="1054386"/>
                  </a:cubicBezTo>
                  <a:cubicBezTo>
                    <a:pt x="182927" y="1048009"/>
                    <a:pt x="182574" y="1047655"/>
                    <a:pt x="181161" y="1046946"/>
                  </a:cubicBezTo>
                  <a:cubicBezTo>
                    <a:pt x="165965" y="1037381"/>
                    <a:pt x="119671" y="1009394"/>
                    <a:pt x="110130" y="947750"/>
                  </a:cubicBezTo>
                  <a:cubicBezTo>
                    <a:pt x="108716" y="938539"/>
                    <a:pt x="108716" y="937831"/>
                    <a:pt x="108716" y="933225"/>
                  </a:cubicBezTo>
                  <a:lnTo>
                    <a:pt x="108716" y="661499"/>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6" name="Freeform: Shape 35">
              <a:extLst>
                <a:ext uri="{FF2B5EF4-FFF2-40B4-BE49-F238E27FC236}">
                  <a16:creationId xmlns:a16="http://schemas.microsoft.com/office/drawing/2014/main" id="{4176A083-5D6C-EC1B-960C-5AEE4A4893A5}"/>
                </a:ext>
              </a:extLst>
            </p:cNvPr>
            <p:cNvSpPr/>
            <p:nvPr/>
          </p:nvSpPr>
          <p:spPr>
            <a:xfrm>
              <a:off x="16226817" y="5280466"/>
              <a:ext cx="116617" cy="235944"/>
            </a:xfrm>
            <a:custGeom>
              <a:avLst/>
              <a:gdLst>
                <a:gd name="connsiteX0" fmla="*/ 72679 w 116617"/>
                <a:gd name="connsiteY0" fmla="*/ 9295 h 235944"/>
                <a:gd name="connsiteX1" fmla="*/ 64551 w 116617"/>
                <a:gd name="connsiteY1" fmla="*/ 84 h 235944"/>
                <a:gd name="connsiteX2" fmla="*/ 235 w 116617"/>
                <a:gd name="connsiteY2" fmla="*/ 22757 h 235944"/>
                <a:gd name="connsiteX3" fmla="*/ 235 w 116617"/>
                <a:gd name="connsiteY3" fmla="*/ 33739 h 235944"/>
                <a:gd name="connsiteX4" fmla="*/ 46529 w 116617"/>
                <a:gd name="connsiteY4" fmla="*/ 24528 h 235944"/>
                <a:gd name="connsiteX5" fmla="*/ 46529 w 116617"/>
                <a:gd name="connsiteY5" fmla="*/ 208041 h 235944"/>
                <a:gd name="connsiteX6" fmla="*/ 13664 w 116617"/>
                <a:gd name="connsiteY6" fmla="*/ 225046 h 235944"/>
                <a:gd name="connsiteX7" fmla="*/ 2355 w 116617"/>
                <a:gd name="connsiteY7" fmla="*/ 225046 h 235944"/>
                <a:gd name="connsiteX8" fmla="*/ 2355 w 116617"/>
                <a:gd name="connsiteY8" fmla="*/ 236028 h 235944"/>
                <a:gd name="connsiteX9" fmla="*/ 59604 w 116617"/>
                <a:gd name="connsiteY9" fmla="*/ 234966 h 235944"/>
                <a:gd name="connsiteX10" fmla="*/ 116852 w 116617"/>
                <a:gd name="connsiteY10" fmla="*/ 236028 h 235944"/>
                <a:gd name="connsiteX11" fmla="*/ 116852 w 116617"/>
                <a:gd name="connsiteY11" fmla="*/ 225046 h 235944"/>
                <a:gd name="connsiteX12" fmla="*/ 105544 w 116617"/>
                <a:gd name="connsiteY12" fmla="*/ 225046 h 235944"/>
                <a:gd name="connsiteX13" fmla="*/ 72679 w 116617"/>
                <a:gd name="connsiteY13" fmla="*/ 208041 h 235944"/>
                <a:gd name="connsiteX14" fmla="*/ 72679 w 116617"/>
                <a:gd name="connsiteY14" fmla="*/ 9295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617" h="235944">
                  <a:moveTo>
                    <a:pt x="72679" y="9295"/>
                  </a:moveTo>
                  <a:cubicBezTo>
                    <a:pt x="72679" y="792"/>
                    <a:pt x="72679" y="84"/>
                    <a:pt x="64551" y="84"/>
                  </a:cubicBezTo>
                  <a:cubicBezTo>
                    <a:pt x="42641" y="22757"/>
                    <a:pt x="11543" y="22757"/>
                    <a:pt x="235" y="22757"/>
                  </a:cubicBezTo>
                  <a:lnTo>
                    <a:pt x="235" y="33739"/>
                  </a:lnTo>
                  <a:cubicBezTo>
                    <a:pt x="7303" y="33739"/>
                    <a:pt x="28153" y="33739"/>
                    <a:pt x="46529" y="24528"/>
                  </a:cubicBezTo>
                  <a:lnTo>
                    <a:pt x="46529" y="208041"/>
                  </a:lnTo>
                  <a:cubicBezTo>
                    <a:pt x="46529" y="220795"/>
                    <a:pt x="45468" y="225046"/>
                    <a:pt x="13664" y="225046"/>
                  </a:cubicBezTo>
                  <a:lnTo>
                    <a:pt x="2355" y="225046"/>
                  </a:lnTo>
                  <a:lnTo>
                    <a:pt x="2355" y="236028"/>
                  </a:lnTo>
                  <a:cubicBezTo>
                    <a:pt x="14724" y="234966"/>
                    <a:pt x="45468" y="234966"/>
                    <a:pt x="59604" y="234966"/>
                  </a:cubicBezTo>
                  <a:cubicBezTo>
                    <a:pt x="73739" y="234966"/>
                    <a:pt x="104484" y="234966"/>
                    <a:pt x="116852" y="236028"/>
                  </a:cubicBezTo>
                  <a:lnTo>
                    <a:pt x="116852" y="225046"/>
                  </a:lnTo>
                  <a:lnTo>
                    <a:pt x="105544" y="225046"/>
                  </a:lnTo>
                  <a:cubicBezTo>
                    <a:pt x="73739" y="225046"/>
                    <a:pt x="72679" y="221149"/>
                    <a:pt x="72679" y="208041"/>
                  </a:cubicBezTo>
                  <a:lnTo>
                    <a:pt x="72679" y="9295"/>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7" name="Freeform: Shape 36">
              <a:extLst>
                <a:ext uri="{FF2B5EF4-FFF2-40B4-BE49-F238E27FC236}">
                  <a16:creationId xmlns:a16="http://schemas.microsoft.com/office/drawing/2014/main" id="{9740E20C-8AC7-1A2D-AC40-6567C2B11B20}"/>
                </a:ext>
              </a:extLst>
            </p:cNvPr>
            <p:cNvSpPr/>
            <p:nvPr/>
          </p:nvSpPr>
          <p:spPr>
            <a:xfrm>
              <a:off x="16754776" y="5284009"/>
              <a:ext cx="87639" cy="236299"/>
            </a:xfrm>
            <a:custGeom>
              <a:avLst/>
              <a:gdLst>
                <a:gd name="connsiteX0" fmla="*/ 87890 w 87639"/>
                <a:gd name="connsiteY0" fmla="*/ 181825 h 236299"/>
                <a:gd name="connsiteX1" fmla="*/ 82589 w 87639"/>
                <a:gd name="connsiteY1" fmla="*/ 178282 h 236299"/>
                <a:gd name="connsiteX2" fmla="*/ 76581 w 87639"/>
                <a:gd name="connsiteY2" fmla="*/ 184305 h 236299"/>
                <a:gd name="connsiteX3" fmla="*/ 43716 w 87639"/>
                <a:gd name="connsiteY3" fmla="*/ 228589 h 236299"/>
                <a:gd name="connsiteX4" fmla="*/ 35942 w 87639"/>
                <a:gd name="connsiteY4" fmla="*/ 218669 h 236299"/>
                <a:gd name="connsiteX5" fmla="*/ 45130 w 87639"/>
                <a:gd name="connsiteY5" fmla="*/ 184659 h 236299"/>
                <a:gd name="connsiteX6" fmla="*/ 67747 w 87639"/>
                <a:gd name="connsiteY6" fmla="*/ 124079 h 236299"/>
                <a:gd name="connsiteX7" fmla="*/ 71987 w 87639"/>
                <a:gd name="connsiteY7" fmla="*/ 104239 h 236299"/>
                <a:gd name="connsiteX8" fmla="*/ 45483 w 87639"/>
                <a:gd name="connsiteY8" fmla="*/ 75898 h 236299"/>
                <a:gd name="connsiteX9" fmla="*/ 250 w 87639"/>
                <a:gd name="connsiteY9" fmla="*/ 130456 h 236299"/>
                <a:gd name="connsiteX10" fmla="*/ 5551 w 87639"/>
                <a:gd name="connsiteY10" fmla="*/ 133998 h 236299"/>
                <a:gd name="connsiteX11" fmla="*/ 11912 w 87639"/>
                <a:gd name="connsiteY11" fmla="*/ 128330 h 236299"/>
                <a:gd name="connsiteX12" fmla="*/ 44777 w 87639"/>
                <a:gd name="connsiteY12" fmla="*/ 83692 h 236299"/>
                <a:gd name="connsiteX13" fmla="*/ 52551 w 87639"/>
                <a:gd name="connsiteY13" fmla="*/ 93611 h 236299"/>
                <a:gd name="connsiteX14" fmla="*/ 46190 w 87639"/>
                <a:gd name="connsiteY14" fmla="*/ 119119 h 236299"/>
                <a:gd name="connsiteX15" fmla="*/ 35589 w 87639"/>
                <a:gd name="connsiteY15" fmla="*/ 148523 h 236299"/>
                <a:gd name="connsiteX16" fmla="*/ 22513 w 87639"/>
                <a:gd name="connsiteY16" fmla="*/ 183596 h 236299"/>
                <a:gd name="connsiteX17" fmla="*/ 16152 w 87639"/>
                <a:gd name="connsiteY17" fmla="*/ 208041 h 236299"/>
                <a:gd name="connsiteX18" fmla="*/ 43010 w 87639"/>
                <a:gd name="connsiteY18" fmla="*/ 236383 h 236299"/>
                <a:gd name="connsiteX19" fmla="*/ 87890 w 87639"/>
                <a:gd name="connsiteY19" fmla="*/ 181825 h 236299"/>
                <a:gd name="connsiteX20" fmla="*/ 86123 w 87639"/>
                <a:gd name="connsiteY20" fmla="*/ 11775 h 236299"/>
                <a:gd name="connsiteX21" fmla="*/ 74108 w 87639"/>
                <a:gd name="connsiteY21" fmla="*/ 84 h 236299"/>
                <a:gd name="connsiteX22" fmla="*/ 57145 w 87639"/>
                <a:gd name="connsiteY22" fmla="*/ 17089 h 236299"/>
                <a:gd name="connsiteX23" fmla="*/ 69160 w 87639"/>
                <a:gd name="connsiteY23" fmla="*/ 28780 h 236299"/>
                <a:gd name="connsiteX24" fmla="*/ 86123 w 87639"/>
                <a:gd name="connsiteY24" fmla="*/ 11775 h 2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639" h="236299">
                  <a:moveTo>
                    <a:pt x="87890" y="181825"/>
                  </a:moveTo>
                  <a:cubicBezTo>
                    <a:pt x="87890" y="178282"/>
                    <a:pt x="85063" y="178282"/>
                    <a:pt x="82589" y="178282"/>
                  </a:cubicBezTo>
                  <a:cubicBezTo>
                    <a:pt x="77995" y="178282"/>
                    <a:pt x="77995" y="178991"/>
                    <a:pt x="76581" y="184305"/>
                  </a:cubicBezTo>
                  <a:cubicBezTo>
                    <a:pt x="73754" y="194579"/>
                    <a:pt x="64213" y="228589"/>
                    <a:pt x="43716" y="228589"/>
                  </a:cubicBezTo>
                  <a:cubicBezTo>
                    <a:pt x="40889" y="228589"/>
                    <a:pt x="35942" y="228234"/>
                    <a:pt x="35942" y="218669"/>
                  </a:cubicBezTo>
                  <a:cubicBezTo>
                    <a:pt x="35942" y="209458"/>
                    <a:pt x="40536" y="197767"/>
                    <a:pt x="45130" y="184659"/>
                  </a:cubicBezTo>
                  <a:lnTo>
                    <a:pt x="67747" y="124079"/>
                  </a:lnTo>
                  <a:cubicBezTo>
                    <a:pt x="71281" y="113805"/>
                    <a:pt x="71987" y="110971"/>
                    <a:pt x="71987" y="104239"/>
                  </a:cubicBezTo>
                  <a:cubicBezTo>
                    <a:pt x="71987" y="84754"/>
                    <a:pt x="58559" y="75898"/>
                    <a:pt x="45483" y="75898"/>
                  </a:cubicBezTo>
                  <a:cubicBezTo>
                    <a:pt x="12265" y="75898"/>
                    <a:pt x="250" y="128684"/>
                    <a:pt x="250" y="130456"/>
                  </a:cubicBezTo>
                  <a:cubicBezTo>
                    <a:pt x="250" y="133998"/>
                    <a:pt x="3784" y="133998"/>
                    <a:pt x="5551" y="133998"/>
                  </a:cubicBezTo>
                  <a:cubicBezTo>
                    <a:pt x="10145" y="133998"/>
                    <a:pt x="10498" y="133290"/>
                    <a:pt x="11912" y="128330"/>
                  </a:cubicBezTo>
                  <a:cubicBezTo>
                    <a:pt x="15092" y="116639"/>
                    <a:pt x="24280" y="83692"/>
                    <a:pt x="44777" y="83692"/>
                  </a:cubicBezTo>
                  <a:cubicBezTo>
                    <a:pt x="48664" y="83692"/>
                    <a:pt x="52551" y="85463"/>
                    <a:pt x="52551" y="93611"/>
                  </a:cubicBezTo>
                  <a:cubicBezTo>
                    <a:pt x="52551" y="102114"/>
                    <a:pt x="48664" y="112388"/>
                    <a:pt x="46190" y="119119"/>
                  </a:cubicBezTo>
                  <a:lnTo>
                    <a:pt x="35589" y="148523"/>
                  </a:lnTo>
                  <a:cubicBezTo>
                    <a:pt x="30995" y="160214"/>
                    <a:pt x="26754" y="171905"/>
                    <a:pt x="22513" y="183596"/>
                  </a:cubicBezTo>
                  <a:cubicBezTo>
                    <a:pt x="17566" y="197059"/>
                    <a:pt x="16152" y="200956"/>
                    <a:pt x="16152" y="208041"/>
                  </a:cubicBezTo>
                  <a:cubicBezTo>
                    <a:pt x="16152" y="221858"/>
                    <a:pt x="24634" y="236383"/>
                    <a:pt x="43010" y="236383"/>
                  </a:cubicBezTo>
                  <a:cubicBezTo>
                    <a:pt x="76228" y="236383"/>
                    <a:pt x="87890" y="183242"/>
                    <a:pt x="87890" y="181825"/>
                  </a:cubicBezTo>
                  <a:close/>
                  <a:moveTo>
                    <a:pt x="86123" y="11775"/>
                  </a:moveTo>
                  <a:cubicBezTo>
                    <a:pt x="86123" y="2918"/>
                    <a:pt x="79055" y="84"/>
                    <a:pt x="74108" y="84"/>
                  </a:cubicBezTo>
                  <a:cubicBezTo>
                    <a:pt x="66686" y="84"/>
                    <a:pt x="57145" y="7169"/>
                    <a:pt x="57145" y="17089"/>
                  </a:cubicBezTo>
                  <a:cubicBezTo>
                    <a:pt x="57145" y="25945"/>
                    <a:pt x="64213" y="28780"/>
                    <a:pt x="69160" y="28780"/>
                  </a:cubicBezTo>
                  <a:cubicBezTo>
                    <a:pt x="76228" y="28780"/>
                    <a:pt x="86123" y="22048"/>
                    <a:pt x="86123" y="11775"/>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8" name="Freeform: Shape 37">
              <a:extLst>
                <a:ext uri="{FF2B5EF4-FFF2-40B4-BE49-F238E27FC236}">
                  <a16:creationId xmlns:a16="http://schemas.microsoft.com/office/drawing/2014/main" id="{39D61D27-2B12-F0EE-9CB6-3FF6F1755559}"/>
                </a:ext>
              </a:extLst>
            </p:cNvPr>
            <p:cNvSpPr/>
            <p:nvPr/>
          </p:nvSpPr>
          <p:spPr>
            <a:xfrm>
              <a:off x="16824982" y="5266649"/>
              <a:ext cx="168565" cy="322387"/>
            </a:xfrm>
            <a:custGeom>
              <a:avLst/>
              <a:gdLst>
                <a:gd name="connsiteX0" fmla="*/ 106976 w 168565"/>
                <a:gd name="connsiteY0" fmla="*/ 108136 h 322387"/>
                <a:gd name="connsiteX1" fmla="*/ 135953 w 168565"/>
                <a:gd name="connsiteY1" fmla="*/ 108136 h 322387"/>
                <a:gd name="connsiteX2" fmla="*/ 145495 w 168565"/>
                <a:gd name="connsiteY2" fmla="*/ 101759 h 322387"/>
                <a:gd name="connsiteX3" fmla="*/ 136660 w 168565"/>
                <a:gd name="connsiteY3" fmla="*/ 97154 h 322387"/>
                <a:gd name="connsiteX4" fmla="*/ 109096 w 168565"/>
                <a:gd name="connsiteY4" fmla="*/ 97154 h 322387"/>
                <a:gd name="connsiteX5" fmla="*/ 120404 w 168565"/>
                <a:gd name="connsiteY5" fmla="*/ 39762 h 322387"/>
                <a:gd name="connsiteX6" fmla="*/ 139840 w 168565"/>
                <a:gd name="connsiteY6" fmla="*/ 7878 h 322387"/>
                <a:gd name="connsiteX7" fmla="*/ 154683 w 168565"/>
                <a:gd name="connsiteY7" fmla="*/ 14254 h 322387"/>
                <a:gd name="connsiteX8" fmla="*/ 139134 w 168565"/>
                <a:gd name="connsiteY8" fmla="*/ 31614 h 322387"/>
                <a:gd name="connsiteX9" fmla="*/ 151149 w 168565"/>
                <a:gd name="connsiteY9" fmla="*/ 42950 h 322387"/>
                <a:gd name="connsiteX10" fmla="*/ 168818 w 168565"/>
                <a:gd name="connsiteY10" fmla="*/ 23466 h 322387"/>
                <a:gd name="connsiteX11" fmla="*/ 139840 w 168565"/>
                <a:gd name="connsiteY11" fmla="*/ 84 h 322387"/>
                <a:gd name="connsiteX12" fmla="*/ 93900 w 168565"/>
                <a:gd name="connsiteY12" fmla="*/ 58184 h 322387"/>
                <a:gd name="connsiteX13" fmla="*/ 86479 w 168565"/>
                <a:gd name="connsiteY13" fmla="*/ 97154 h 322387"/>
                <a:gd name="connsiteX14" fmla="*/ 63156 w 168565"/>
                <a:gd name="connsiteY14" fmla="*/ 97154 h 322387"/>
                <a:gd name="connsiteX15" fmla="*/ 53614 w 168565"/>
                <a:gd name="connsiteY15" fmla="*/ 104239 h 322387"/>
                <a:gd name="connsiteX16" fmla="*/ 62449 w 168565"/>
                <a:gd name="connsiteY16" fmla="*/ 108136 h 322387"/>
                <a:gd name="connsiteX17" fmla="*/ 84359 w 168565"/>
                <a:gd name="connsiteY17" fmla="*/ 108136 h 322387"/>
                <a:gd name="connsiteX18" fmla="*/ 58562 w 168565"/>
                <a:gd name="connsiteY18" fmla="*/ 240280 h 322387"/>
                <a:gd name="connsiteX19" fmla="*/ 48667 w 168565"/>
                <a:gd name="connsiteY19" fmla="*/ 284209 h 322387"/>
                <a:gd name="connsiteX20" fmla="*/ 28524 w 168565"/>
                <a:gd name="connsiteY20" fmla="*/ 314677 h 322387"/>
                <a:gd name="connsiteX21" fmla="*/ 14388 w 168565"/>
                <a:gd name="connsiteY21" fmla="*/ 308300 h 322387"/>
                <a:gd name="connsiteX22" fmla="*/ 29937 w 168565"/>
                <a:gd name="connsiteY22" fmla="*/ 290940 h 322387"/>
                <a:gd name="connsiteX23" fmla="*/ 17922 w 168565"/>
                <a:gd name="connsiteY23" fmla="*/ 279604 h 322387"/>
                <a:gd name="connsiteX24" fmla="*/ 253 w 168565"/>
                <a:gd name="connsiteY24" fmla="*/ 299089 h 322387"/>
                <a:gd name="connsiteX25" fmla="*/ 28524 w 168565"/>
                <a:gd name="connsiteY25" fmla="*/ 322471 h 322387"/>
                <a:gd name="connsiteX26" fmla="*/ 82239 w 168565"/>
                <a:gd name="connsiteY26" fmla="*/ 235320 h 322387"/>
                <a:gd name="connsiteX27" fmla="*/ 106976 w 168565"/>
                <a:gd name="connsiteY27" fmla="*/ 108136 h 32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565" h="322387">
                  <a:moveTo>
                    <a:pt x="106976" y="108136"/>
                  </a:moveTo>
                  <a:lnTo>
                    <a:pt x="135953" y="108136"/>
                  </a:lnTo>
                  <a:cubicBezTo>
                    <a:pt x="141961" y="108136"/>
                    <a:pt x="145495" y="108136"/>
                    <a:pt x="145495" y="101759"/>
                  </a:cubicBezTo>
                  <a:cubicBezTo>
                    <a:pt x="145495" y="97154"/>
                    <a:pt x="142668" y="97154"/>
                    <a:pt x="136660" y="97154"/>
                  </a:cubicBezTo>
                  <a:lnTo>
                    <a:pt x="109096" y="97154"/>
                  </a:lnTo>
                  <a:cubicBezTo>
                    <a:pt x="114043" y="70938"/>
                    <a:pt x="115103" y="64561"/>
                    <a:pt x="120404" y="39762"/>
                  </a:cubicBezTo>
                  <a:cubicBezTo>
                    <a:pt x="123231" y="26654"/>
                    <a:pt x="127119" y="7878"/>
                    <a:pt x="139840" y="7878"/>
                  </a:cubicBezTo>
                  <a:cubicBezTo>
                    <a:pt x="142668" y="7878"/>
                    <a:pt x="150089" y="8586"/>
                    <a:pt x="154683" y="14254"/>
                  </a:cubicBezTo>
                  <a:cubicBezTo>
                    <a:pt x="144081" y="16026"/>
                    <a:pt x="139134" y="24528"/>
                    <a:pt x="139134" y="31614"/>
                  </a:cubicBezTo>
                  <a:cubicBezTo>
                    <a:pt x="139134" y="39408"/>
                    <a:pt x="145495" y="42950"/>
                    <a:pt x="151149" y="42950"/>
                  </a:cubicBezTo>
                  <a:cubicBezTo>
                    <a:pt x="159983" y="42950"/>
                    <a:pt x="168818" y="35865"/>
                    <a:pt x="168818" y="23466"/>
                  </a:cubicBezTo>
                  <a:cubicBezTo>
                    <a:pt x="168818" y="8232"/>
                    <a:pt x="154329" y="84"/>
                    <a:pt x="139840" y="84"/>
                  </a:cubicBezTo>
                  <a:cubicBezTo>
                    <a:pt x="105209" y="84"/>
                    <a:pt x="96374" y="46139"/>
                    <a:pt x="93900" y="58184"/>
                  </a:cubicBezTo>
                  <a:lnTo>
                    <a:pt x="86479" y="97154"/>
                  </a:lnTo>
                  <a:lnTo>
                    <a:pt x="63156" y="97154"/>
                  </a:lnTo>
                  <a:cubicBezTo>
                    <a:pt x="57502" y="97154"/>
                    <a:pt x="53614" y="97154"/>
                    <a:pt x="53614" y="104239"/>
                  </a:cubicBezTo>
                  <a:cubicBezTo>
                    <a:pt x="53614" y="108136"/>
                    <a:pt x="57148" y="108136"/>
                    <a:pt x="62449" y="108136"/>
                  </a:cubicBezTo>
                  <a:lnTo>
                    <a:pt x="84359" y="108136"/>
                  </a:lnTo>
                  <a:lnTo>
                    <a:pt x="58562" y="240280"/>
                  </a:lnTo>
                  <a:cubicBezTo>
                    <a:pt x="54321" y="262244"/>
                    <a:pt x="50787" y="276770"/>
                    <a:pt x="48667" y="284209"/>
                  </a:cubicBezTo>
                  <a:cubicBezTo>
                    <a:pt x="45840" y="296255"/>
                    <a:pt x="41246" y="314677"/>
                    <a:pt x="28524" y="314677"/>
                  </a:cubicBezTo>
                  <a:cubicBezTo>
                    <a:pt x="24990" y="314677"/>
                    <a:pt x="18276" y="313614"/>
                    <a:pt x="14388" y="308300"/>
                  </a:cubicBezTo>
                  <a:cubicBezTo>
                    <a:pt x="24990" y="306528"/>
                    <a:pt x="29937" y="298026"/>
                    <a:pt x="29937" y="290940"/>
                  </a:cubicBezTo>
                  <a:cubicBezTo>
                    <a:pt x="29937" y="283147"/>
                    <a:pt x="23576" y="279604"/>
                    <a:pt x="17922" y="279604"/>
                  </a:cubicBezTo>
                  <a:cubicBezTo>
                    <a:pt x="9088" y="279604"/>
                    <a:pt x="253" y="286689"/>
                    <a:pt x="253" y="299089"/>
                  </a:cubicBezTo>
                  <a:cubicBezTo>
                    <a:pt x="253" y="315031"/>
                    <a:pt x="15449" y="322471"/>
                    <a:pt x="28524" y="322471"/>
                  </a:cubicBezTo>
                  <a:cubicBezTo>
                    <a:pt x="65276" y="322471"/>
                    <a:pt x="79765" y="248074"/>
                    <a:pt x="82239" y="235320"/>
                  </a:cubicBezTo>
                  <a:lnTo>
                    <a:pt x="106976" y="108136"/>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39" name="Freeform: Shape 38">
              <a:extLst>
                <a:ext uri="{FF2B5EF4-FFF2-40B4-BE49-F238E27FC236}">
                  <a16:creationId xmlns:a16="http://schemas.microsoft.com/office/drawing/2014/main" id="{2CF1082B-7EC9-1368-EFDB-1EB794E93E23}"/>
                </a:ext>
              </a:extLst>
            </p:cNvPr>
            <p:cNvSpPr/>
            <p:nvPr/>
          </p:nvSpPr>
          <p:spPr>
            <a:xfrm>
              <a:off x="17083816" y="5359823"/>
              <a:ext cx="149835" cy="160484"/>
            </a:xfrm>
            <a:custGeom>
              <a:avLst/>
              <a:gdLst>
                <a:gd name="connsiteX0" fmla="*/ 32064 w 149835"/>
                <a:gd name="connsiteY0" fmla="*/ 127267 h 160484"/>
                <a:gd name="connsiteX1" fmla="*/ 74117 w 149835"/>
                <a:gd name="connsiteY1" fmla="*/ 86880 h 160484"/>
                <a:gd name="connsiteX2" fmla="*/ 108749 w 149835"/>
                <a:gd name="connsiteY2" fmla="*/ 54996 h 160484"/>
                <a:gd name="connsiteX3" fmla="*/ 150095 w 149835"/>
                <a:gd name="connsiteY3" fmla="*/ 3626 h 160484"/>
                <a:gd name="connsiteX4" fmla="*/ 146208 w 149835"/>
                <a:gd name="connsiteY4" fmla="*/ 84 h 160484"/>
                <a:gd name="connsiteX5" fmla="*/ 140907 w 149835"/>
                <a:gd name="connsiteY5" fmla="*/ 3981 h 160484"/>
                <a:gd name="connsiteX6" fmla="*/ 114403 w 149835"/>
                <a:gd name="connsiteY6" fmla="*/ 26654 h 160484"/>
                <a:gd name="connsiteX7" fmla="*/ 96381 w 149835"/>
                <a:gd name="connsiteY7" fmla="*/ 15317 h 160484"/>
                <a:gd name="connsiteX8" fmla="*/ 71997 w 149835"/>
                <a:gd name="connsiteY8" fmla="*/ 84 h 160484"/>
                <a:gd name="connsiteX9" fmla="*/ 29237 w 149835"/>
                <a:gd name="connsiteY9" fmla="*/ 40471 h 160484"/>
                <a:gd name="connsiteX10" fmla="*/ 33478 w 149835"/>
                <a:gd name="connsiteY10" fmla="*/ 44368 h 160484"/>
                <a:gd name="connsiteX11" fmla="*/ 38072 w 149835"/>
                <a:gd name="connsiteY11" fmla="*/ 40471 h 160484"/>
                <a:gd name="connsiteX12" fmla="*/ 68110 w 149835"/>
                <a:gd name="connsiteY12" fmla="*/ 23820 h 160484"/>
                <a:gd name="connsiteX13" fmla="*/ 90373 w 149835"/>
                <a:gd name="connsiteY13" fmla="*/ 29134 h 160484"/>
                <a:gd name="connsiteX14" fmla="*/ 117584 w 149835"/>
                <a:gd name="connsiteY14" fmla="*/ 34448 h 160484"/>
                <a:gd name="connsiteX15" fmla="*/ 68463 w 149835"/>
                <a:gd name="connsiteY15" fmla="*/ 80857 h 160484"/>
                <a:gd name="connsiteX16" fmla="*/ 36658 w 149835"/>
                <a:gd name="connsiteY16" fmla="*/ 110616 h 160484"/>
                <a:gd name="connsiteX17" fmla="*/ 260 w 149835"/>
                <a:gd name="connsiteY17" fmla="*/ 157026 h 160484"/>
                <a:gd name="connsiteX18" fmla="*/ 4500 w 149835"/>
                <a:gd name="connsiteY18" fmla="*/ 160569 h 160484"/>
                <a:gd name="connsiteX19" fmla="*/ 10154 w 149835"/>
                <a:gd name="connsiteY19" fmla="*/ 155963 h 160484"/>
                <a:gd name="connsiteX20" fmla="*/ 40192 w 149835"/>
                <a:gd name="connsiteY20" fmla="*/ 133998 h 160484"/>
                <a:gd name="connsiteX21" fmla="*/ 60689 w 149835"/>
                <a:gd name="connsiteY21" fmla="*/ 147461 h 160484"/>
                <a:gd name="connsiteX22" fmla="*/ 83305 w 149835"/>
                <a:gd name="connsiteY22" fmla="*/ 160569 h 160484"/>
                <a:gd name="connsiteX23" fmla="*/ 138787 w 149835"/>
                <a:gd name="connsiteY23" fmla="*/ 106011 h 160484"/>
                <a:gd name="connsiteX24" fmla="*/ 134546 w 149835"/>
                <a:gd name="connsiteY24" fmla="*/ 102468 h 160484"/>
                <a:gd name="connsiteX25" fmla="*/ 129599 w 149835"/>
                <a:gd name="connsiteY25" fmla="*/ 107074 h 160484"/>
                <a:gd name="connsiteX26" fmla="*/ 87193 w 149835"/>
                <a:gd name="connsiteY26" fmla="*/ 136832 h 160484"/>
                <a:gd name="connsiteX27" fmla="*/ 66343 w 149835"/>
                <a:gd name="connsiteY27" fmla="*/ 132227 h 160484"/>
                <a:gd name="connsiteX28" fmla="*/ 41606 w 149835"/>
                <a:gd name="connsiteY28" fmla="*/ 126204 h 160484"/>
                <a:gd name="connsiteX29" fmla="*/ 32064 w 149835"/>
                <a:gd name="connsiteY29" fmla="*/ 127267 h 16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9835" h="160484">
                  <a:moveTo>
                    <a:pt x="32064" y="127267"/>
                  </a:moveTo>
                  <a:cubicBezTo>
                    <a:pt x="51147" y="106719"/>
                    <a:pt x="61395" y="97863"/>
                    <a:pt x="74117" y="86880"/>
                  </a:cubicBezTo>
                  <a:cubicBezTo>
                    <a:pt x="74117" y="86526"/>
                    <a:pt x="96027" y="67749"/>
                    <a:pt x="108749" y="54996"/>
                  </a:cubicBezTo>
                  <a:cubicBezTo>
                    <a:pt x="142321" y="22048"/>
                    <a:pt x="150095" y="5043"/>
                    <a:pt x="150095" y="3626"/>
                  </a:cubicBezTo>
                  <a:cubicBezTo>
                    <a:pt x="150095" y="84"/>
                    <a:pt x="146915" y="84"/>
                    <a:pt x="146208" y="84"/>
                  </a:cubicBezTo>
                  <a:cubicBezTo>
                    <a:pt x="143734" y="84"/>
                    <a:pt x="142674" y="792"/>
                    <a:pt x="140907" y="3981"/>
                  </a:cubicBezTo>
                  <a:cubicBezTo>
                    <a:pt x="130306" y="20986"/>
                    <a:pt x="122885" y="26654"/>
                    <a:pt x="114403" y="26654"/>
                  </a:cubicBezTo>
                  <a:cubicBezTo>
                    <a:pt x="105922" y="26654"/>
                    <a:pt x="101681" y="21340"/>
                    <a:pt x="96381" y="15317"/>
                  </a:cubicBezTo>
                  <a:cubicBezTo>
                    <a:pt x="89666" y="7169"/>
                    <a:pt x="83659" y="84"/>
                    <a:pt x="71997" y="84"/>
                  </a:cubicBezTo>
                  <a:cubicBezTo>
                    <a:pt x="45493" y="84"/>
                    <a:pt x="29237" y="33031"/>
                    <a:pt x="29237" y="40471"/>
                  </a:cubicBezTo>
                  <a:cubicBezTo>
                    <a:pt x="29237" y="42242"/>
                    <a:pt x="30297" y="44368"/>
                    <a:pt x="33478" y="44368"/>
                  </a:cubicBezTo>
                  <a:cubicBezTo>
                    <a:pt x="36658" y="44368"/>
                    <a:pt x="37365" y="42596"/>
                    <a:pt x="38072" y="40471"/>
                  </a:cubicBezTo>
                  <a:cubicBezTo>
                    <a:pt x="44786" y="24174"/>
                    <a:pt x="65283" y="23820"/>
                    <a:pt x="68110" y="23820"/>
                  </a:cubicBezTo>
                  <a:cubicBezTo>
                    <a:pt x="75531" y="23820"/>
                    <a:pt x="82245" y="26300"/>
                    <a:pt x="90373" y="29134"/>
                  </a:cubicBezTo>
                  <a:cubicBezTo>
                    <a:pt x="104508" y="34448"/>
                    <a:pt x="108396" y="34448"/>
                    <a:pt x="117584" y="34448"/>
                  </a:cubicBezTo>
                  <a:cubicBezTo>
                    <a:pt x="104862" y="49682"/>
                    <a:pt x="75177" y="75189"/>
                    <a:pt x="68463" y="80857"/>
                  </a:cubicBezTo>
                  <a:lnTo>
                    <a:pt x="36658" y="110616"/>
                  </a:lnTo>
                  <a:cubicBezTo>
                    <a:pt x="12628" y="134353"/>
                    <a:pt x="260" y="154546"/>
                    <a:pt x="260" y="157026"/>
                  </a:cubicBezTo>
                  <a:cubicBezTo>
                    <a:pt x="260" y="160569"/>
                    <a:pt x="3793" y="160569"/>
                    <a:pt x="4500" y="160569"/>
                  </a:cubicBezTo>
                  <a:cubicBezTo>
                    <a:pt x="7327" y="160569"/>
                    <a:pt x="8034" y="159860"/>
                    <a:pt x="10154" y="155963"/>
                  </a:cubicBezTo>
                  <a:cubicBezTo>
                    <a:pt x="18282" y="143564"/>
                    <a:pt x="28884" y="133998"/>
                    <a:pt x="40192" y="133998"/>
                  </a:cubicBezTo>
                  <a:cubicBezTo>
                    <a:pt x="48320" y="133998"/>
                    <a:pt x="51854" y="137187"/>
                    <a:pt x="60689" y="147461"/>
                  </a:cubicBezTo>
                  <a:cubicBezTo>
                    <a:pt x="66696" y="154900"/>
                    <a:pt x="73057" y="160569"/>
                    <a:pt x="83305" y="160569"/>
                  </a:cubicBezTo>
                  <a:cubicBezTo>
                    <a:pt x="118290" y="160569"/>
                    <a:pt x="138787" y="115576"/>
                    <a:pt x="138787" y="106011"/>
                  </a:cubicBezTo>
                  <a:cubicBezTo>
                    <a:pt x="138787" y="104239"/>
                    <a:pt x="137373" y="102468"/>
                    <a:pt x="134546" y="102468"/>
                  </a:cubicBezTo>
                  <a:cubicBezTo>
                    <a:pt x="131366" y="102468"/>
                    <a:pt x="130659" y="104594"/>
                    <a:pt x="129599" y="107074"/>
                  </a:cubicBezTo>
                  <a:cubicBezTo>
                    <a:pt x="121471" y="130101"/>
                    <a:pt x="98854" y="136832"/>
                    <a:pt x="87193" y="136832"/>
                  </a:cubicBezTo>
                  <a:cubicBezTo>
                    <a:pt x="80125" y="136832"/>
                    <a:pt x="73764" y="134707"/>
                    <a:pt x="66343" y="132227"/>
                  </a:cubicBezTo>
                  <a:cubicBezTo>
                    <a:pt x="54328" y="127621"/>
                    <a:pt x="49027" y="126204"/>
                    <a:pt x="41606" y="126204"/>
                  </a:cubicBezTo>
                  <a:cubicBezTo>
                    <a:pt x="40899" y="126204"/>
                    <a:pt x="35245" y="126204"/>
                    <a:pt x="32064" y="127267"/>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0" name="Freeform: Shape 39">
              <a:extLst>
                <a:ext uri="{FF2B5EF4-FFF2-40B4-BE49-F238E27FC236}">
                  <a16:creationId xmlns:a16="http://schemas.microsoft.com/office/drawing/2014/main" id="{DDA84AB6-7C2C-8ECF-8C49-C9C82552D4C7}"/>
                </a:ext>
              </a:extLst>
            </p:cNvPr>
            <p:cNvSpPr/>
            <p:nvPr/>
          </p:nvSpPr>
          <p:spPr>
            <a:xfrm>
              <a:off x="17375996" y="5291094"/>
              <a:ext cx="215918" cy="273851"/>
            </a:xfrm>
            <a:custGeom>
              <a:avLst/>
              <a:gdLst>
                <a:gd name="connsiteX0" fmla="*/ 209119 w 215918"/>
                <a:gd name="connsiteY0" fmla="*/ 110616 h 273851"/>
                <a:gd name="connsiteX1" fmla="*/ 216186 w 215918"/>
                <a:gd name="connsiteY1" fmla="*/ 102822 h 273851"/>
                <a:gd name="connsiteX2" fmla="*/ 209119 w 215918"/>
                <a:gd name="connsiteY2" fmla="*/ 94674 h 273851"/>
                <a:gd name="connsiteX3" fmla="*/ 14403 w 215918"/>
                <a:gd name="connsiteY3" fmla="*/ 2563 h 273851"/>
                <a:gd name="connsiteX4" fmla="*/ 7335 w 215918"/>
                <a:gd name="connsiteY4" fmla="*/ 84 h 273851"/>
                <a:gd name="connsiteX5" fmla="*/ 267 w 215918"/>
                <a:gd name="connsiteY5" fmla="*/ 7169 h 273851"/>
                <a:gd name="connsiteX6" fmla="*/ 6982 w 215918"/>
                <a:gd name="connsiteY6" fmla="*/ 14963 h 273851"/>
                <a:gd name="connsiteX7" fmla="*/ 192509 w 215918"/>
                <a:gd name="connsiteY7" fmla="*/ 102468 h 273851"/>
                <a:gd name="connsiteX8" fmla="*/ 7689 w 215918"/>
                <a:gd name="connsiteY8" fmla="*/ 189973 h 273851"/>
                <a:gd name="connsiteX9" fmla="*/ 267 w 215918"/>
                <a:gd name="connsiteY9" fmla="*/ 198121 h 273851"/>
                <a:gd name="connsiteX10" fmla="*/ 7335 w 215918"/>
                <a:gd name="connsiteY10" fmla="*/ 205207 h 273851"/>
                <a:gd name="connsiteX11" fmla="*/ 13696 w 215918"/>
                <a:gd name="connsiteY11" fmla="*/ 202727 h 273851"/>
                <a:gd name="connsiteX12" fmla="*/ 209119 w 215918"/>
                <a:gd name="connsiteY12" fmla="*/ 110616 h 273851"/>
                <a:gd name="connsiteX13" fmla="*/ 203818 w 215918"/>
                <a:gd name="connsiteY13" fmla="*/ 273935 h 273851"/>
                <a:gd name="connsiteX14" fmla="*/ 216186 w 215918"/>
                <a:gd name="connsiteY14" fmla="*/ 266850 h 273851"/>
                <a:gd name="connsiteX15" fmla="*/ 203464 w 215918"/>
                <a:gd name="connsiteY15" fmla="*/ 259765 h 273851"/>
                <a:gd name="connsiteX16" fmla="*/ 12989 w 215918"/>
                <a:gd name="connsiteY16" fmla="*/ 259765 h 273851"/>
                <a:gd name="connsiteX17" fmla="*/ 267 w 215918"/>
                <a:gd name="connsiteY17" fmla="*/ 266850 h 273851"/>
                <a:gd name="connsiteX18" fmla="*/ 12636 w 215918"/>
                <a:gd name="connsiteY18" fmla="*/ 273935 h 273851"/>
                <a:gd name="connsiteX19" fmla="*/ 203818 w 215918"/>
                <a:gd name="connsiteY19" fmla="*/ 273935 h 273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5918" h="273851">
                  <a:moveTo>
                    <a:pt x="209119" y="110616"/>
                  </a:moveTo>
                  <a:cubicBezTo>
                    <a:pt x="214066" y="108491"/>
                    <a:pt x="216186" y="106011"/>
                    <a:pt x="216186" y="102822"/>
                  </a:cubicBezTo>
                  <a:cubicBezTo>
                    <a:pt x="216186" y="99280"/>
                    <a:pt x="214773" y="97154"/>
                    <a:pt x="209119" y="94674"/>
                  </a:cubicBezTo>
                  <a:lnTo>
                    <a:pt x="14403" y="2563"/>
                  </a:lnTo>
                  <a:cubicBezTo>
                    <a:pt x="9455" y="84"/>
                    <a:pt x="8042" y="84"/>
                    <a:pt x="7335" y="84"/>
                  </a:cubicBezTo>
                  <a:cubicBezTo>
                    <a:pt x="3095" y="84"/>
                    <a:pt x="267" y="3272"/>
                    <a:pt x="267" y="7169"/>
                  </a:cubicBezTo>
                  <a:cubicBezTo>
                    <a:pt x="267" y="11420"/>
                    <a:pt x="3095" y="13192"/>
                    <a:pt x="6982" y="14963"/>
                  </a:cubicBezTo>
                  <a:lnTo>
                    <a:pt x="192509" y="102468"/>
                  </a:lnTo>
                  <a:lnTo>
                    <a:pt x="7689" y="189973"/>
                  </a:lnTo>
                  <a:cubicBezTo>
                    <a:pt x="621" y="193162"/>
                    <a:pt x="267" y="195996"/>
                    <a:pt x="267" y="198121"/>
                  </a:cubicBezTo>
                  <a:cubicBezTo>
                    <a:pt x="267" y="202018"/>
                    <a:pt x="3448" y="205207"/>
                    <a:pt x="7335" y="205207"/>
                  </a:cubicBezTo>
                  <a:cubicBezTo>
                    <a:pt x="8395" y="205207"/>
                    <a:pt x="9102" y="205207"/>
                    <a:pt x="13696" y="202727"/>
                  </a:cubicBezTo>
                  <a:lnTo>
                    <a:pt x="209119" y="110616"/>
                  </a:lnTo>
                  <a:close/>
                  <a:moveTo>
                    <a:pt x="203818" y="273935"/>
                  </a:moveTo>
                  <a:cubicBezTo>
                    <a:pt x="209825" y="273935"/>
                    <a:pt x="216186" y="273935"/>
                    <a:pt x="216186" y="266850"/>
                  </a:cubicBezTo>
                  <a:cubicBezTo>
                    <a:pt x="216186" y="259765"/>
                    <a:pt x="208765" y="259765"/>
                    <a:pt x="203464" y="259765"/>
                  </a:cubicBezTo>
                  <a:lnTo>
                    <a:pt x="12989" y="259765"/>
                  </a:lnTo>
                  <a:cubicBezTo>
                    <a:pt x="7689" y="259765"/>
                    <a:pt x="267" y="259765"/>
                    <a:pt x="267" y="266850"/>
                  </a:cubicBezTo>
                  <a:cubicBezTo>
                    <a:pt x="267" y="273935"/>
                    <a:pt x="6628" y="273935"/>
                    <a:pt x="12636" y="273935"/>
                  </a:cubicBezTo>
                  <a:lnTo>
                    <a:pt x="203818" y="273935"/>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1" name="Freeform: Shape 40">
              <a:extLst>
                <a:ext uri="{FF2B5EF4-FFF2-40B4-BE49-F238E27FC236}">
                  <a16:creationId xmlns:a16="http://schemas.microsoft.com/office/drawing/2014/main" id="{8451D7BB-1DDE-1511-665D-F3219772EFBF}"/>
                </a:ext>
              </a:extLst>
            </p:cNvPr>
            <p:cNvSpPr/>
            <p:nvPr/>
          </p:nvSpPr>
          <p:spPr>
            <a:xfrm>
              <a:off x="17733464" y="5280466"/>
              <a:ext cx="148775" cy="243738"/>
            </a:xfrm>
            <a:custGeom>
              <a:avLst/>
              <a:gdLst>
                <a:gd name="connsiteX0" fmla="*/ 149053 w 148775"/>
                <a:gd name="connsiteY0" fmla="*/ 122662 h 243738"/>
                <a:gd name="connsiteX1" fmla="*/ 134918 w 148775"/>
                <a:gd name="connsiteY1" fmla="*/ 39762 h 243738"/>
                <a:gd name="connsiteX2" fmla="*/ 74842 w 148775"/>
                <a:gd name="connsiteY2" fmla="*/ 84 h 243738"/>
                <a:gd name="connsiteX3" fmla="*/ 13353 w 148775"/>
                <a:gd name="connsiteY3" fmla="*/ 42242 h 243738"/>
                <a:gd name="connsiteX4" fmla="*/ 278 w 148775"/>
                <a:gd name="connsiteY4" fmla="*/ 122662 h 243738"/>
                <a:gd name="connsiteX5" fmla="*/ 16180 w 148775"/>
                <a:gd name="connsiteY5" fmla="*/ 208041 h 243738"/>
                <a:gd name="connsiteX6" fmla="*/ 74489 w 148775"/>
                <a:gd name="connsiteY6" fmla="*/ 243822 h 243738"/>
                <a:gd name="connsiteX7" fmla="*/ 135978 w 148775"/>
                <a:gd name="connsiteY7" fmla="*/ 202727 h 243738"/>
                <a:gd name="connsiteX8" fmla="*/ 149053 w 148775"/>
                <a:gd name="connsiteY8" fmla="*/ 122662 h 243738"/>
                <a:gd name="connsiteX9" fmla="*/ 74489 w 148775"/>
                <a:gd name="connsiteY9" fmla="*/ 236028 h 243738"/>
                <a:gd name="connsiteX10" fmla="*/ 33496 w 148775"/>
                <a:gd name="connsiteY10" fmla="*/ 193162 h 243738"/>
                <a:gd name="connsiteX11" fmla="*/ 29609 w 148775"/>
                <a:gd name="connsiteY11" fmla="*/ 118410 h 243738"/>
                <a:gd name="connsiteX12" fmla="*/ 32436 w 148775"/>
                <a:gd name="connsiteY12" fmla="*/ 53224 h 243738"/>
                <a:gd name="connsiteX13" fmla="*/ 74489 w 148775"/>
                <a:gd name="connsiteY13" fmla="*/ 7878 h 243738"/>
                <a:gd name="connsiteX14" fmla="*/ 116189 w 148775"/>
                <a:gd name="connsiteY14" fmla="*/ 49327 h 243738"/>
                <a:gd name="connsiteX15" fmla="*/ 119722 w 148775"/>
                <a:gd name="connsiteY15" fmla="*/ 118410 h 243738"/>
                <a:gd name="connsiteX16" fmla="*/ 115835 w 148775"/>
                <a:gd name="connsiteY16" fmla="*/ 191744 h 243738"/>
                <a:gd name="connsiteX17" fmla="*/ 74489 w 148775"/>
                <a:gd name="connsiteY17" fmla="*/ 236028 h 24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8775" h="243738">
                  <a:moveTo>
                    <a:pt x="149053" y="122662"/>
                  </a:moveTo>
                  <a:cubicBezTo>
                    <a:pt x="149053" y="94320"/>
                    <a:pt x="147287" y="65978"/>
                    <a:pt x="134918" y="39762"/>
                  </a:cubicBezTo>
                  <a:cubicBezTo>
                    <a:pt x="118662" y="5752"/>
                    <a:pt x="89685" y="84"/>
                    <a:pt x="74842" y="84"/>
                  </a:cubicBezTo>
                  <a:cubicBezTo>
                    <a:pt x="53639" y="84"/>
                    <a:pt x="27842" y="9295"/>
                    <a:pt x="13353" y="42242"/>
                  </a:cubicBezTo>
                  <a:cubicBezTo>
                    <a:pt x="2045" y="66687"/>
                    <a:pt x="278" y="94320"/>
                    <a:pt x="278" y="122662"/>
                  </a:cubicBezTo>
                  <a:cubicBezTo>
                    <a:pt x="278" y="149232"/>
                    <a:pt x="1692" y="181116"/>
                    <a:pt x="16180" y="208041"/>
                  </a:cubicBezTo>
                  <a:cubicBezTo>
                    <a:pt x="31376" y="236737"/>
                    <a:pt x="57173" y="243822"/>
                    <a:pt x="74489" y="243822"/>
                  </a:cubicBezTo>
                  <a:cubicBezTo>
                    <a:pt x="93572" y="243822"/>
                    <a:pt x="120429" y="236383"/>
                    <a:pt x="135978" y="202727"/>
                  </a:cubicBezTo>
                  <a:cubicBezTo>
                    <a:pt x="147287" y="178282"/>
                    <a:pt x="149053" y="150649"/>
                    <a:pt x="149053" y="122662"/>
                  </a:cubicBezTo>
                  <a:close/>
                  <a:moveTo>
                    <a:pt x="74489" y="236028"/>
                  </a:moveTo>
                  <a:cubicBezTo>
                    <a:pt x="60707" y="236028"/>
                    <a:pt x="39857" y="227172"/>
                    <a:pt x="33496" y="193162"/>
                  </a:cubicBezTo>
                  <a:cubicBezTo>
                    <a:pt x="29609" y="171905"/>
                    <a:pt x="29609" y="139312"/>
                    <a:pt x="29609" y="118410"/>
                  </a:cubicBezTo>
                  <a:cubicBezTo>
                    <a:pt x="29609" y="95737"/>
                    <a:pt x="29609" y="72355"/>
                    <a:pt x="32436" y="53224"/>
                  </a:cubicBezTo>
                  <a:cubicBezTo>
                    <a:pt x="39150" y="11066"/>
                    <a:pt x="65654" y="7878"/>
                    <a:pt x="74489" y="7878"/>
                  </a:cubicBezTo>
                  <a:cubicBezTo>
                    <a:pt x="86151" y="7878"/>
                    <a:pt x="109474" y="14254"/>
                    <a:pt x="116189" y="49327"/>
                  </a:cubicBezTo>
                  <a:cubicBezTo>
                    <a:pt x="119722" y="69167"/>
                    <a:pt x="119722" y="96091"/>
                    <a:pt x="119722" y="118410"/>
                  </a:cubicBezTo>
                  <a:cubicBezTo>
                    <a:pt x="119722" y="144981"/>
                    <a:pt x="119722" y="169071"/>
                    <a:pt x="115835" y="191744"/>
                  </a:cubicBezTo>
                  <a:cubicBezTo>
                    <a:pt x="110534" y="225400"/>
                    <a:pt x="90391" y="236028"/>
                    <a:pt x="74489" y="236028"/>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2" name="Freeform: Shape 41">
              <a:extLst>
                <a:ext uri="{FF2B5EF4-FFF2-40B4-BE49-F238E27FC236}">
                  <a16:creationId xmlns:a16="http://schemas.microsoft.com/office/drawing/2014/main" id="{DBD4A0A7-07C7-CE0F-0FC9-2599487583FF}"/>
                </a:ext>
              </a:extLst>
            </p:cNvPr>
            <p:cNvSpPr/>
            <p:nvPr/>
          </p:nvSpPr>
          <p:spPr>
            <a:xfrm>
              <a:off x="16209148" y="5811873"/>
              <a:ext cx="148775" cy="243738"/>
            </a:xfrm>
            <a:custGeom>
              <a:avLst/>
              <a:gdLst>
                <a:gd name="connsiteX0" fmla="*/ 149010 w 148775"/>
                <a:gd name="connsiteY0" fmla="*/ 122676 h 243738"/>
                <a:gd name="connsiteX1" fmla="*/ 134875 w 148775"/>
                <a:gd name="connsiteY1" fmla="*/ 39777 h 243738"/>
                <a:gd name="connsiteX2" fmla="*/ 74799 w 148775"/>
                <a:gd name="connsiteY2" fmla="*/ 99 h 243738"/>
                <a:gd name="connsiteX3" fmla="*/ 13310 w 148775"/>
                <a:gd name="connsiteY3" fmla="*/ 42257 h 243738"/>
                <a:gd name="connsiteX4" fmla="*/ 235 w 148775"/>
                <a:gd name="connsiteY4" fmla="*/ 122676 h 243738"/>
                <a:gd name="connsiteX5" fmla="*/ 16137 w 148775"/>
                <a:gd name="connsiteY5" fmla="*/ 208056 h 243738"/>
                <a:gd name="connsiteX6" fmla="*/ 74446 w 148775"/>
                <a:gd name="connsiteY6" fmla="*/ 243837 h 243738"/>
                <a:gd name="connsiteX7" fmla="*/ 135935 w 148775"/>
                <a:gd name="connsiteY7" fmla="*/ 202742 h 243738"/>
                <a:gd name="connsiteX8" fmla="*/ 149010 w 148775"/>
                <a:gd name="connsiteY8" fmla="*/ 122676 h 243738"/>
                <a:gd name="connsiteX9" fmla="*/ 74446 w 148775"/>
                <a:gd name="connsiteY9" fmla="*/ 236043 h 243738"/>
                <a:gd name="connsiteX10" fmla="*/ 33453 w 148775"/>
                <a:gd name="connsiteY10" fmla="*/ 193177 h 243738"/>
                <a:gd name="connsiteX11" fmla="*/ 29566 w 148775"/>
                <a:gd name="connsiteY11" fmla="*/ 118425 h 243738"/>
                <a:gd name="connsiteX12" fmla="*/ 32393 w 148775"/>
                <a:gd name="connsiteY12" fmla="*/ 53239 h 243738"/>
                <a:gd name="connsiteX13" fmla="*/ 74446 w 148775"/>
                <a:gd name="connsiteY13" fmla="*/ 7893 h 243738"/>
                <a:gd name="connsiteX14" fmla="*/ 116146 w 148775"/>
                <a:gd name="connsiteY14" fmla="*/ 49342 h 243738"/>
                <a:gd name="connsiteX15" fmla="*/ 119679 w 148775"/>
                <a:gd name="connsiteY15" fmla="*/ 118425 h 243738"/>
                <a:gd name="connsiteX16" fmla="*/ 115792 w 148775"/>
                <a:gd name="connsiteY16" fmla="*/ 191759 h 243738"/>
                <a:gd name="connsiteX17" fmla="*/ 74446 w 148775"/>
                <a:gd name="connsiteY17" fmla="*/ 236043 h 24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8775" h="243738">
                  <a:moveTo>
                    <a:pt x="149010" y="122676"/>
                  </a:moveTo>
                  <a:cubicBezTo>
                    <a:pt x="149010" y="94335"/>
                    <a:pt x="147244" y="65993"/>
                    <a:pt x="134875" y="39777"/>
                  </a:cubicBezTo>
                  <a:cubicBezTo>
                    <a:pt x="118619" y="5767"/>
                    <a:pt x="89642" y="99"/>
                    <a:pt x="74799" y="99"/>
                  </a:cubicBezTo>
                  <a:cubicBezTo>
                    <a:pt x="53596" y="99"/>
                    <a:pt x="27799" y="9310"/>
                    <a:pt x="13310" y="42257"/>
                  </a:cubicBezTo>
                  <a:cubicBezTo>
                    <a:pt x="2002" y="66702"/>
                    <a:pt x="235" y="94335"/>
                    <a:pt x="235" y="122676"/>
                  </a:cubicBezTo>
                  <a:cubicBezTo>
                    <a:pt x="235" y="149247"/>
                    <a:pt x="1649" y="181131"/>
                    <a:pt x="16137" y="208056"/>
                  </a:cubicBezTo>
                  <a:cubicBezTo>
                    <a:pt x="31333" y="236752"/>
                    <a:pt x="57130" y="243837"/>
                    <a:pt x="74446" y="243837"/>
                  </a:cubicBezTo>
                  <a:cubicBezTo>
                    <a:pt x="93529" y="243837"/>
                    <a:pt x="120386" y="236398"/>
                    <a:pt x="135935" y="202742"/>
                  </a:cubicBezTo>
                  <a:cubicBezTo>
                    <a:pt x="147244" y="178297"/>
                    <a:pt x="149010" y="150664"/>
                    <a:pt x="149010" y="122676"/>
                  </a:cubicBezTo>
                  <a:close/>
                  <a:moveTo>
                    <a:pt x="74446" y="236043"/>
                  </a:moveTo>
                  <a:cubicBezTo>
                    <a:pt x="60664" y="236043"/>
                    <a:pt x="39814" y="227187"/>
                    <a:pt x="33453" y="193177"/>
                  </a:cubicBezTo>
                  <a:cubicBezTo>
                    <a:pt x="29566" y="171920"/>
                    <a:pt x="29566" y="139327"/>
                    <a:pt x="29566" y="118425"/>
                  </a:cubicBezTo>
                  <a:cubicBezTo>
                    <a:pt x="29566" y="95752"/>
                    <a:pt x="29566" y="72370"/>
                    <a:pt x="32393" y="53239"/>
                  </a:cubicBezTo>
                  <a:cubicBezTo>
                    <a:pt x="39107" y="11081"/>
                    <a:pt x="65611" y="7893"/>
                    <a:pt x="74446" y="7893"/>
                  </a:cubicBezTo>
                  <a:cubicBezTo>
                    <a:pt x="86108" y="7893"/>
                    <a:pt x="109431" y="14269"/>
                    <a:pt x="116146" y="49342"/>
                  </a:cubicBezTo>
                  <a:cubicBezTo>
                    <a:pt x="119679" y="69181"/>
                    <a:pt x="119679" y="96106"/>
                    <a:pt x="119679" y="118425"/>
                  </a:cubicBezTo>
                  <a:cubicBezTo>
                    <a:pt x="119679" y="144996"/>
                    <a:pt x="119679" y="169086"/>
                    <a:pt x="115792" y="191759"/>
                  </a:cubicBezTo>
                  <a:cubicBezTo>
                    <a:pt x="110491" y="225415"/>
                    <a:pt x="90348" y="236043"/>
                    <a:pt x="74446" y="236043"/>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3" name="Freeform: Shape 42">
              <a:extLst>
                <a:ext uri="{FF2B5EF4-FFF2-40B4-BE49-F238E27FC236}">
                  <a16:creationId xmlns:a16="http://schemas.microsoft.com/office/drawing/2014/main" id="{9E8792CE-91EC-DC0A-E1DD-071AB7FDD2CB}"/>
                </a:ext>
              </a:extLst>
            </p:cNvPr>
            <p:cNvSpPr/>
            <p:nvPr/>
          </p:nvSpPr>
          <p:spPr>
            <a:xfrm>
              <a:off x="16754776" y="5815416"/>
              <a:ext cx="87639" cy="236299"/>
            </a:xfrm>
            <a:custGeom>
              <a:avLst/>
              <a:gdLst>
                <a:gd name="connsiteX0" fmla="*/ 87890 w 87639"/>
                <a:gd name="connsiteY0" fmla="*/ 181840 h 236299"/>
                <a:gd name="connsiteX1" fmla="*/ 82589 w 87639"/>
                <a:gd name="connsiteY1" fmla="*/ 178297 h 236299"/>
                <a:gd name="connsiteX2" fmla="*/ 76581 w 87639"/>
                <a:gd name="connsiteY2" fmla="*/ 184320 h 236299"/>
                <a:gd name="connsiteX3" fmla="*/ 43716 w 87639"/>
                <a:gd name="connsiteY3" fmla="*/ 228604 h 236299"/>
                <a:gd name="connsiteX4" fmla="*/ 35942 w 87639"/>
                <a:gd name="connsiteY4" fmla="*/ 218684 h 236299"/>
                <a:gd name="connsiteX5" fmla="*/ 45130 w 87639"/>
                <a:gd name="connsiteY5" fmla="*/ 184674 h 236299"/>
                <a:gd name="connsiteX6" fmla="*/ 67747 w 87639"/>
                <a:gd name="connsiteY6" fmla="*/ 124094 h 236299"/>
                <a:gd name="connsiteX7" fmla="*/ 71987 w 87639"/>
                <a:gd name="connsiteY7" fmla="*/ 104254 h 236299"/>
                <a:gd name="connsiteX8" fmla="*/ 45483 w 87639"/>
                <a:gd name="connsiteY8" fmla="*/ 75913 h 236299"/>
                <a:gd name="connsiteX9" fmla="*/ 250 w 87639"/>
                <a:gd name="connsiteY9" fmla="*/ 130470 h 236299"/>
                <a:gd name="connsiteX10" fmla="*/ 5551 w 87639"/>
                <a:gd name="connsiteY10" fmla="*/ 134013 h 236299"/>
                <a:gd name="connsiteX11" fmla="*/ 11912 w 87639"/>
                <a:gd name="connsiteY11" fmla="*/ 128345 h 236299"/>
                <a:gd name="connsiteX12" fmla="*/ 44777 w 87639"/>
                <a:gd name="connsiteY12" fmla="*/ 83707 h 236299"/>
                <a:gd name="connsiteX13" fmla="*/ 52551 w 87639"/>
                <a:gd name="connsiteY13" fmla="*/ 93626 h 236299"/>
                <a:gd name="connsiteX14" fmla="*/ 46190 w 87639"/>
                <a:gd name="connsiteY14" fmla="*/ 119134 h 236299"/>
                <a:gd name="connsiteX15" fmla="*/ 35589 w 87639"/>
                <a:gd name="connsiteY15" fmla="*/ 148538 h 236299"/>
                <a:gd name="connsiteX16" fmla="*/ 22513 w 87639"/>
                <a:gd name="connsiteY16" fmla="*/ 183611 h 236299"/>
                <a:gd name="connsiteX17" fmla="*/ 16152 w 87639"/>
                <a:gd name="connsiteY17" fmla="*/ 208056 h 236299"/>
                <a:gd name="connsiteX18" fmla="*/ 43010 w 87639"/>
                <a:gd name="connsiteY18" fmla="*/ 236398 h 236299"/>
                <a:gd name="connsiteX19" fmla="*/ 87890 w 87639"/>
                <a:gd name="connsiteY19" fmla="*/ 181840 h 236299"/>
                <a:gd name="connsiteX20" fmla="*/ 86123 w 87639"/>
                <a:gd name="connsiteY20" fmla="*/ 11789 h 236299"/>
                <a:gd name="connsiteX21" fmla="*/ 74108 w 87639"/>
                <a:gd name="connsiteY21" fmla="*/ 99 h 236299"/>
                <a:gd name="connsiteX22" fmla="*/ 57145 w 87639"/>
                <a:gd name="connsiteY22" fmla="*/ 17104 h 236299"/>
                <a:gd name="connsiteX23" fmla="*/ 69160 w 87639"/>
                <a:gd name="connsiteY23" fmla="*/ 28795 h 236299"/>
                <a:gd name="connsiteX24" fmla="*/ 86123 w 87639"/>
                <a:gd name="connsiteY24" fmla="*/ 11789 h 2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639" h="236299">
                  <a:moveTo>
                    <a:pt x="87890" y="181840"/>
                  </a:moveTo>
                  <a:cubicBezTo>
                    <a:pt x="87890" y="178297"/>
                    <a:pt x="85063" y="178297"/>
                    <a:pt x="82589" y="178297"/>
                  </a:cubicBezTo>
                  <a:cubicBezTo>
                    <a:pt x="77995" y="178297"/>
                    <a:pt x="77995" y="179006"/>
                    <a:pt x="76581" y="184320"/>
                  </a:cubicBezTo>
                  <a:cubicBezTo>
                    <a:pt x="73754" y="194594"/>
                    <a:pt x="64213" y="228604"/>
                    <a:pt x="43716" y="228604"/>
                  </a:cubicBezTo>
                  <a:cubicBezTo>
                    <a:pt x="40889" y="228604"/>
                    <a:pt x="35942" y="228249"/>
                    <a:pt x="35942" y="218684"/>
                  </a:cubicBezTo>
                  <a:cubicBezTo>
                    <a:pt x="35942" y="209473"/>
                    <a:pt x="40536" y="197782"/>
                    <a:pt x="45130" y="184674"/>
                  </a:cubicBezTo>
                  <a:lnTo>
                    <a:pt x="67747" y="124094"/>
                  </a:lnTo>
                  <a:cubicBezTo>
                    <a:pt x="71281" y="113820"/>
                    <a:pt x="71987" y="110985"/>
                    <a:pt x="71987" y="104254"/>
                  </a:cubicBezTo>
                  <a:cubicBezTo>
                    <a:pt x="71987" y="84769"/>
                    <a:pt x="58559" y="75913"/>
                    <a:pt x="45483" y="75913"/>
                  </a:cubicBezTo>
                  <a:cubicBezTo>
                    <a:pt x="12265" y="75913"/>
                    <a:pt x="250" y="128699"/>
                    <a:pt x="250" y="130470"/>
                  </a:cubicBezTo>
                  <a:cubicBezTo>
                    <a:pt x="250" y="134013"/>
                    <a:pt x="3784" y="134013"/>
                    <a:pt x="5551" y="134013"/>
                  </a:cubicBezTo>
                  <a:cubicBezTo>
                    <a:pt x="10145" y="134013"/>
                    <a:pt x="10498" y="133305"/>
                    <a:pt x="11912" y="128345"/>
                  </a:cubicBezTo>
                  <a:cubicBezTo>
                    <a:pt x="15092" y="116654"/>
                    <a:pt x="24280" y="83707"/>
                    <a:pt x="44777" y="83707"/>
                  </a:cubicBezTo>
                  <a:cubicBezTo>
                    <a:pt x="48664" y="83707"/>
                    <a:pt x="52551" y="85478"/>
                    <a:pt x="52551" y="93626"/>
                  </a:cubicBezTo>
                  <a:cubicBezTo>
                    <a:pt x="52551" y="102129"/>
                    <a:pt x="48664" y="112403"/>
                    <a:pt x="46190" y="119134"/>
                  </a:cubicBezTo>
                  <a:lnTo>
                    <a:pt x="35589" y="148538"/>
                  </a:lnTo>
                  <a:cubicBezTo>
                    <a:pt x="30995" y="160229"/>
                    <a:pt x="26754" y="171920"/>
                    <a:pt x="22513" y="183611"/>
                  </a:cubicBezTo>
                  <a:cubicBezTo>
                    <a:pt x="17566" y="197073"/>
                    <a:pt x="16152" y="200970"/>
                    <a:pt x="16152" y="208056"/>
                  </a:cubicBezTo>
                  <a:cubicBezTo>
                    <a:pt x="16152" y="221872"/>
                    <a:pt x="24634" y="236398"/>
                    <a:pt x="43010" y="236398"/>
                  </a:cubicBezTo>
                  <a:cubicBezTo>
                    <a:pt x="76228" y="236398"/>
                    <a:pt x="87890" y="183257"/>
                    <a:pt x="87890" y="181840"/>
                  </a:cubicBezTo>
                  <a:close/>
                  <a:moveTo>
                    <a:pt x="86123" y="11789"/>
                  </a:moveTo>
                  <a:cubicBezTo>
                    <a:pt x="86123" y="2933"/>
                    <a:pt x="79055" y="99"/>
                    <a:pt x="74108" y="99"/>
                  </a:cubicBezTo>
                  <a:cubicBezTo>
                    <a:pt x="66686" y="99"/>
                    <a:pt x="57145" y="7184"/>
                    <a:pt x="57145" y="17104"/>
                  </a:cubicBezTo>
                  <a:cubicBezTo>
                    <a:pt x="57145" y="25960"/>
                    <a:pt x="64213" y="28795"/>
                    <a:pt x="69160" y="28795"/>
                  </a:cubicBezTo>
                  <a:cubicBezTo>
                    <a:pt x="76228" y="28795"/>
                    <a:pt x="86123" y="22063"/>
                    <a:pt x="86123" y="11789"/>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4" name="Freeform: Shape 43">
              <a:extLst>
                <a:ext uri="{FF2B5EF4-FFF2-40B4-BE49-F238E27FC236}">
                  <a16:creationId xmlns:a16="http://schemas.microsoft.com/office/drawing/2014/main" id="{10DCC4A0-4324-34FC-ACDA-46B1EF280CEA}"/>
                </a:ext>
              </a:extLst>
            </p:cNvPr>
            <p:cNvSpPr/>
            <p:nvPr/>
          </p:nvSpPr>
          <p:spPr>
            <a:xfrm>
              <a:off x="16824982" y="5798057"/>
              <a:ext cx="168565" cy="322387"/>
            </a:xfrm>
            <a:custGeom>
              <a:avLst/>
              <a:gdLst>
                <a:gd name="connsiteX0" fmla="*/ 106976 w 168565"/>
                <a:gd name="connsiteY0" fmla="*/ 108151 h 322387"/>
                <a:gd name="connsiteX1" fmla="*/ 135953 w 168565"/>
                <a:gd name="connsiteY1" fmla="*/ 108151 h 322387"/>
                <a:gd name="connsiteX2" fmla="*/ 145495 w 168565"/>
                <a:gd name="connsiteY2" fmla="*/ 101774 h 322387"/>
                <a:gd name="connsiteX3" fmla="*/ 136660 w 168565"/>
                <a:gd name="connsiteY3" fmla="*/ 97169 h 322387"/>
                <a:gd name="connsiteX4" fmla="*/ 109096 w 168565"/>
                <a:gd name="connsiteY4" fmla="*/ 97169 h 322387"/>
                <a:gd name="connsiteX5" fmla="*/ 120404 w 168565"/>
                <a:gd name="connsiteY5" fmla="*/ 39777 h 322387"/>
                <a:gd name="connsiteX6" fmla="*/ 139840 w 168565"/>
                <a:gd name="connsiteY6" fmla="*/ 7893 h 322387"/>
                <a:gd name="connsiteX7" fmla="*/ 154683 w 168565"/>
                <a:gd name="connsiteY7" fmla="*/ 14269 h 322387"/>
                <a:gd name="connsiteX8" fmla="*/ 139134 w 168565"/>
                <a:gd name="connsiteY8" fmla="*/ 31629 h 322387"/>
                <a:gd name="connsiteX9" fmla="*/ 151149 w 168565"/>
                <a:gd name="connsiteY9" fmla="*/ 42965 h 322387"/>
                <a:gd name="connsiteX10" fmla="*/ 168818 w 168565"/>
                <a:gd name="connsiteY10" fmla="*/ 23480 h 322387"/>
                <a:gd name="connsiteX11" fmla="*/ 139840 w 168565"/>
                <a:gd name="connsiteY11" fmla="*/ 99 h 322387"/>
                <a:gd name="connsiteX12" fmla="*/ 93900 w 168565"/>
                <a:gd name="connsiteY12" fmla="*/ 58199 h 322387"/>
                <a:gd name="connsiteX13" fmla="*/ 86479 w 168565"/>
                <a:gd name="connsiteY13" fmla="*/ 97169 h 322387"/>
                <a:gd name="connsiteX14" fmla="*/ 63156 w 168565"/>
                <a:gd name="connsiteY14" fmla="*/ 97169 h 322387"/>
                <a:gd name="connsiteX15" fmla="*/ 53614 w 168565"/>
                <a:gd name="connsiteY15" fmla="*/ 104254 h 322387"/>
                <a:gd name="connsiteX16" fmla="*/ 62449 w 168565"/>
                <a:gd name="connsiteY16" fmla="*/ 108151 h 322387"/>
                <a:gd name="connsiteX17" fmla="*/ 84359 w 168565"/>
                <a:gd name="connsiteY17" fmla="*/ 108151 h 322387"/>
                <a:gd name="connsiteX18" fmla="*/ 58562 w 168565"/>
                <a:gd name="connsiteY18" fmla="*/ 240295 h 322387"/>
                <a:gd name="connsiteX19" fmla="*/ 48667 w 168565"/>
                <a:gd name="connsiteY19" fmla="*/ 284224 h 322387"/>
                <a:gd name="connsiteX20" fmla="*/ 28524 w 168565"/>
                <a:gd name="connsiteY20" fmla="*/ 314692 h 322387"/>
                <a:gd name="connsiteX21" fmla="*/ 14388 w 168565"/>
                <a:gd name="connsiteY21" fmla="*/ 308315 h 322387"/>
                <a:gd name="connsiteX22" fmla="*/ 29937 w 168565"/>
                <a:gd name="connsiteY22" fmla="*/ 290955 h 322387"/>
                <a:gd name="connsiteX23" fmla="*/ 17922 w 168565"/>
                <a:gd name="connsiteY23" fmla="*/ 279619 h 322387"/>
                <a:gd name="connsiteX24" fmla="*/ 253 w 168565"/>
                <a:gd name="connsiteY24" fmla="*/ 299104 h 322387"/>
                <a:gd name="connsiteX25" fmla="*/ 28524 w 168565"/>
                <a:gd name="connsiteY25" fmla="*/ 322486 h 322387"/>
                <a:gd name="connsiteX26" fmla="*/ 82239 w 168565"/>
                <a:gd name="connsiteY26" fmla="*/ 235335 h 322387"/>
                <a:gd name="connsiteX27" fmla="*/ 106976 w 168565"/>
                <a:gd name="connsiteY27" fmla="*/ 108151 h 322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68565" h="322387">
                  <a:moveTo>
                    <a:pt x="106976" y="108151"/>
                  </a:moveTo>
                  <a:lnTo>
                    <a:pt x="135953" y="108151"/>
                  </a:lnTo>
                  <a:cubicBezTo>
                    <a:pt x="141961" y="108151"/>
                    <a:pt x="145495" y="108151"/>
                    <a:pt x="145495" y="101774"/>
                  </a:cubicBezTo>
                  <a:cubicBezTo>
                    <a:pt x="145495" y="97169"/>
                    <a:pt x="142668" y="97169"/>
                    <a:pt x="136660" y="97169"/>
                  </a:cubicBezTo>
                  <a:lnTo>
                    <a:pt x="109096" y="97169"/>
                  </a:lnTo>
                  <a:cubicBezTo>
                    <a:pt x="114043" y="70953"/>
                    <a:pt x="115103" y="64576"/>
                    <a:pt x="120404" y="39777"/>
                  </a:cubicBezTo>
                  <a:cubicBezTo>
                    <a:pt x="123231" y="26669"/>
                    <a:pt x="127119" y="7893"/>
                    <a:pt x="139840" y="7893"/>
                  </a:cubicBezTo>
                  <a:cubicBezTo>
                    <a:pt x="142668" y="7893"/>
                    <a:pt x="150089" y="8601"/>
                    <a:pt x="154683" y="14269"/>
                  </a:cubicBezTo>
                  <a:cubicBezTo>
                    <a:pt x="144081" y="16041"/>
                    <a:pt x="139134" y="24543"/>
                    <a:pt x="139134" y="31629"/>
                  </a:cubicBezTo>
                  <a:cubicBezTo>
                    <a:pt x="139134" y="39423"/>
                    <a:pt x="145495" y="42965"/>
                    <a:pt x="151149" y="42965"/>
                  </a:cubicBezTo>
                  <a:cubicBezTo>
                    <a:pt x="159983" y="42965"/>
                    <a:pt x="168818" y="35880"/>
                    <a:pt x="168818" y="23480"/>
                  </a:cubicBezTo>
                  <a:cubicBezTo>
                    <a:pt x="168818" y="8247"/>
                    <a:pt x="154329" y="99"/>
                    <a:pt x="139840" y="99"/>
                  </a:cubicBezTo>
                  <a:cubicBezTo>
                    <a:pt x="105209" y="99"/>
                    <a:pt x="96374" y="46154"/>
                    <a:pt x="93900" y="58199"/>
                  </a:cubicBezTo>
                  <a:lnTo>
                    <a:pt x="86479" y="97169"/>
                  </a:lnTo>
                  <a:lnTo>
                    <a:pt x="63156" y="97169"/>
                  </a:lnTo>
                  <a:cubicBezTo>
                    <a:pt x="57502" y="97169"/>
                    <a:pt x="53614" y="97169"/>
                    <a:pt x="53614" y="104254"/>
                  </a:cubicBezTo>
                  <a:cubicBezTo>
                    <a:pt x="53614" y="108151"/>
                    <a:pt x="57148" y="108151"/>
                    <a:pt x="62449" y="108151"/>
                  </a:cubicBezTo>
                  <a:lnTo>
                    <a:pt x="84359" y="108151"/>
                  </a:lnTo>
                  <a:lnTo>
                    <a:pt x="58562" y="240295"/>
                  </a:lnTo>
                  <a:cubicBezTo>
                    <a:pt x="54321" y="262259"/>
                    <a:pt x="50787" y="276785"/>
                    <a:pt x="48667" y="284224"/>
                  </a:cubicBezTo>
                  <a:cubicBezTo>
                    <a:pt x="45840" y="296270"/>
                    <a:pt x="41246" y="314692"/>
                    <a:pt x="28524" y="314692"/>
                  </a:cubicBezTo>
                  <a:cubicBezTo>
                    <a:pt x="24990" y="314692"/>
                    <a:pt x="18276" y="313629"/>
                    <a:pt x="14388" y="308315"/>
                  </a:cubicBezTo>
                  <a:cubicBezTo>
                    <a:pt x="24990" y="306543"/>
                    <a:pt x="29937" y="298041"/>
                    <a:pt x="29937" y="290955"/>
                  </a:cubicBezTo>
                  <a:cubicBezTo>
                    <a:pt x="29937" y="283161"/>
                    <a:pt x="23576" y="279619"/>
                    <a:pt x="17922" y="279619"/>
                  </a:cubicBezTo>
                  <a:cubicBezTo>
                    <a:pt x="9088" y="279619"/>
                    <a:pt x="253" y="286704"/>
                    <a:pt x="253" y="299104"/>
                  </a:cubicBezTo>
                  <a:cubicBezTo>
                    <a:pt x="253" y="315046"/>
                    <a:pt x="15449" y="322486"/>
                    <a:pt x="28524" y="322486"/>
                  </a:cubicBezTo>
                  <a:cubicBezTo>
                    <a:pt x="65276" y="322486"/>
                    <a:pt x="79765" y="248089"/>
                    <a:pt x="82239" y="235335"/>
                  </a:cubicBezTo>
                  <a:lnTo>
                    <a:pt x="106976" y="108151"/>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5" name="Freeform: Shape 44">
              <a:extLst>
                <a:ext uri="{FF2B5EF4-FFF2-40B4-BE49-F238E27FC236}">
                  <a16:creationId xmlns:a16="http://schemas.microsoft.com/office/drawing/2014/main" id="{D6607CDE-893A-6AE7-7195-D0D8687D68AB}"/>
                </a:ext>
              </a:extLst>
            </p:cNvPr>
            <p:cNvSpPr/>
            <p:nvPr/>
          </p:nvSpPr>
          <p:spPr>
            <a:xfrm>
              <a:off x="17083816" y="5891230"/>
              <a:ext cx="149835" cy="160484"/>
            </a:xfrm>
            <a:custGeom>
              <a:avLst/>
              <a:gdLst>
                <a:gd name="connsiteX0" fmla="*/ 32064 w 149835"/>
                <a:gd name="connsiteY0" fmla="*/ 127282 h 160484"/>
                <a:gd name="connsiteX1" fmla="*/ 74117 w 149835"/>
                <a:gd name="connsiteY1" fmla="*/ 86895 h 160484"/>
                <a:gd name="connsiteX2" fmla="*/ 108749 w 149835"/>
                <a:gd name="connsiteY2" fmla="*/ 55011 h 160484"/>
                <a:gd name="connsiteX3" fmla="*/ 150095 w 149835"/>
                <a:gd name="connsiteY3" fmla="*/ 3641 h 160484"/>
                <a:gd name="connsiteX4" fmla="*/ 146208 w 149835"/>
                <a:gd name="connsiteY4" fmla="*/ 99 h 160484"/>
                <a:gd name="connsiteX5" fmla="*/ 140907 w 149835"/>
                <a:gd name="connsiteY5" fmla="*/ 3996 h 160484"/>
                <a:gd name="connsiteX6" fmla="*/ 114403 w 149835"/>
                <a:gd name="connsiteY6" fmla="*/ 26669 h 160484"/>
                <a:gd name="connsiteX7" fmla="*/ 96381 w 149835"/>
                <a:gd name="connsiteY7" fmla="*/ 15332 h 160484"/>
                <a:gd name="connsiteX8" fmla="*/ 71997 w 149835"/>
                <a:gd name="connsiteY8" fmla="*/ 99 h 160484"/>
                <a:gd name="connsiteX9" fmla="*/ 29237 w 149835"/>
                <a:gd name="connsiteY9" fmla="*/ 40485 h 160484"/>
                <a:gd name="connsiteX10" fmla="*/ 33478 w 149835"/>
                <a:gd name="connsiteY10" fmla="*/ 44382 h 160484"/>
                <a:gd name="connsiteX11" fmla="*/ 38072 w 149835"/>
                <a:gd name="connsiteY11" fmla="*/ 40485 h 160484"/>
                <a:gd name="connsiteX12" fmla="*/ 68110 w 149835"/>
                <a:gd name="connsiteY12" fmla="*/ 23835 h 160484"/>
                <a:gd name="connsiteX13" fmla="*/ 90373 w 149835"/>
                <a:gd name="connsiteY13" fmla="*/ 29149 h 160484"/>
                <a:gd name="connsiteX14" fmla="*/ 117584 w 149835"/>
                <a:gd name="connsiteY14" fmla="*/ 34463 h 160484"/>
                <a:gd name="connsiteX15" fmla="*/ 68463 w 149835"/>
                <a:gd name="connsiteY15" fmla="*/ 80872 h 160484"/>
                <a:gd name="connsiteX16" fmla="*/ 36658 w 149835"/>
                <a:gd name="connsiteY16" fmla="*/ 110631 h 160484"/>
                <a:gd name="connsiteX17" fmla="*/ 260 w 149835"/>
                <a:gd name="connsiteY17" fmla="*/ 157041 h 160484"/>
                <a:gd name="connsiteX18" fmla="*/ 4500 w 149835"/>
                <a:gd name="connsiteY18" fmla="*/ 160584 h 160484"/>
                <a:gd name="connsiteX19" fmla="*/ 10154 w 149835"/>
                <a:gd name="connsiteY19" fmla="*/ 155978 h 160484"/>
                <a:gd name="connsiteX20" fmla="*/ 40192 w 149835"/>
                <a:gd name="connsiteY20" fmla="*/ 134013 h 160484"/>
                <a:gd name="connsiteX21" fmla="*/ 60689 w 149835"/>
                <a:gd name="connsiteY21" fmla="*/ 147475 h 160484"/>
                <a:gd name="connsiteX22" fmla="*/ 83305 w 149835"/>
                <a:gd name="connsiteY22" fmla="*/ 160584 h 160484"/>
                <a:gd name="connsiteX23" fmla="*/ 138787 w 149835"/>
                <a:gd name="connsiteY23" fmla="*/ 106026 h 160484"/>
                <a:gd name="connsiteX24" fmla="*/ 134546 w 149835"/>
                <a:gd name="connsiteY24" fmla="*/ 102483 h 160484"/>
                <a:gd name="connsiteX25" fmla="*/ 129599 w 149835"/>
                <a:gd name="connsiteY25" fmla="*/ 107089 h 160484"/>
                <a:gd name="connsiteX26" fmla="*/ 87193 w 149835"/>
                <a:gd name="connsiteY26" fmla="*/ 136847 h 160484"/>
                <a:gd name="connsiteX27" fmla="*/ 66343 w 149835"/>
                <a:gd name="connsiteY27" fmla="*/ 132242 h 160484"/>
                <a:gd name="connsiteX28" fmla="*/ 41606 w 149835"/>
                <a:gd name="connsiteY28" fmla="*/ 126219 h 160484"/>
                <a:gd name="connsiteX29" fmla="*/ 32064 w 149835"/>
                <a:gd name="connsiteY29" fmla="*/ 127282 h 16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9835" h="160484">
                  <a:moveTo>
                    <a:pt x="32064" y="127282"/>
                  </a:moveTo>
                  <a:cubicBezTo>
                    <a:pt x="51147" y="106734"/>
                    <a:pt x="61395" y="97877"/>
                    <a:pt x="74117" y="86895"/>
                  </a:cubicBezTo>
                  <a:cubicBezTo>
                    <a:pt x="74117" y="86541"/>
                    <a:pt x="96027" y="67764"/>
                    <a:pt x="108749" y="55011"/>
                  </a:cubicBezTo>
                  <a:cubicBezTo>
                    <a:pt x="142321" y="22063"/>
                    <a:pt x="150095" y="5058"/>
                    <a:pt x="150095" y="3641"/>
                  </a:cubicBezTo>
                  <a:cubicBezTo>
                    <a:pt x="150095" y="99"/>
                    <a:pt x="146915" y="99"/>
                    <a:pt x="146208" y="99"/>
                  </a:cubicBezTo>
                  <a:cubicBezTo>
                    <a:pt x="143734" y="99"/>
                    <a:pt x="142674" y="807"/>
                    <a:pt x="140907" y="3996"/>
                  </a:cubicBezTo>
                  <a:cubicBezTo>
                    <a:pt x="130306" y="21001"/>
                    <a:pt x="122885" y="26669"/>
                    <a:pt x="114403" y="26669"/>
                  </a:cubicBezTo>
                  <a:cubicBezTo>
                    <a:pt x="105922" y="26669"/>
                    <a:pt x="101681" y="21355"/>
                    <a:pt x="96381" y="15332"/>
                  </a:cubicBezTo>
                  <a:cubicBezTo>
                    <a:pt x="89666" y="7184"/>
                    <a:pt x="83659" y="99"/>
                    <a:pt x="71997" y="99"/>
                  </a:cubicBezTo>
                  <a:cubicBezTo>
                    <a:pt x="45493" y="99"/>
                    <a:pt x="29237" y="33046"/>
                    <a:pt x="29237" y="40485"/>
                  </a:cubicBezTo>
                  <a:cubicBezTo>
                    <a:pt x="29237" y="42257"/>
                    <a:pt x="30297" y="44382"/>
                    <a:pt x="33478" y="44382"/>
                  </a:cubicBezTo>
                  <a:cubicBezTo>
                    <a:pt x="36658" y="44382"/>
                    <a:pt x="37365" y="42611"/>
                    <a:pt x="38072" y="40485"/>
                  </a:cubicBezTo>
                  <a:cubicBezTo>
                    <a:pt x="44786" y="24189"/>
                    <a:pt x="65283" y="23835"/>
                    <a:pt x="68110" y="23835"/>
                  </a:cubicBezTo>
                  <a:cubicBezTo>
                    <a:pt x="75531" y="23835"/>
                    <a:pt x="82245" y="26315"/>
                    <a:pt x="90373" y="29149"/>
                  </a:cubicBezTo>
                  <a:cubicBezTo>
                    <a:pt x="104508" y="34463"/>
                    <a:pt x="108396" y="34463"/>
                    <a:pt x="117584" y="34463"/>
                  </a:cubicBezTo>
                  <a:cubicBezTo>
                    <a:pt x="104862" y="49697"/>
                    <a:pt x="75177" y="75204"/>
                    <a:pt x="68463" y="80872"/>
                  </a:cubicBezTo>
                  <a:lnTo>
                    <a:pt x="36658" y="110631"/>
                  </a:lnTo>
                  <a:cubicBezTo>
                    <a:pt x="12628" y="134367"/>
                    <a:pt x="260" y="154561"/>
                    <a:pt x="260" y="157041"/>
                  </a:cubicBezTo>
                  <a:cubicBezTo>
                    <a:pt x="260" y="160584"/>
                    <a:pt x="3793" y="160584"/>
                    <a:pt x="4500" y="160584"/>
                  </a:cubicBezTo>
                  <a:cubicBezTo>
                    <a:pt x="7327" y="160584"/>
                    <a:pt x="8034" y="159875"/>
                    <a:pt x="10154" y="155978"/>
                  </a:cubicBezTo>
                  <a:cubicBezTo>
                    <a:pt x="18282" y="143578"/>
                    <a:pt x="28884" y="134013"/>
                    <a:pt x="40192" y="134013"/>
                  </a:cubicBezTo>
                  <a:cubicBezTo>
                    <a:pt x="48320" y="134013"/>
                    <a:pt x="51854" y="137202"/>
                    <a:pt x="60689" y="147475"/>
                  </a:cubicBezTo>
                  <a:cubicBezTo>
                    <a:pt x="66696" y="154915"/>
                    <a:pt x="73057" y="160584"/>
                    <a:pt x="83305" y="160584"/>
                  </a:cubicBezTo>
                  <a:cubicBezTo>
                    <a:pt x="118290" y="160584"/>
                    <a:pt x="138787" y="115591"/>
                    <a:pt x="138787" y="106026"/>
                  </a:cubicBezTo>
                  <a:cubicBezTo>
                    <a:pt x="138787" y="104254"/>
                    <a:pt x="137373" y="102483"/>
                    <a:pt x="134546" y="102483"/>
                  </a:cubicBezTo>
                  <a:cubicBezTo>
                    <a:pt x="131366" y="102483"/>
                    <a:pt x="130659" y="104609"/>
                    <a:pt x="129599" y="107089"/>
                  </a:cubicBezTo>
                  <a:cubicBezTo>
                    <a:pt x="121471" y="130116"/>
                    <a:pt x="98854" y="136847"/>
                    <a:pt x="87193" y="136847"/>
                  </a:cubicBezTo>
                  <a:cubicBezTo>
                    <a:pt x="80125" y="136847"/>
                    <a:pt x="73764" y="134722"/>
                    <a:pt x="66343" y="132242"/>
                  </a:cubicBezTo>
                  <a:cubicBezTo>
                    <a:pt x="54328" y="127636"/>
                    <a:pt x="49027" y="126219"/>
                    <a:pt x="41606" y="126219"/>
                  </a:cubicBezTo>
                  <a:cubicBezTo>
                    <a:pt x="40899" y="126219"/>
                    <a:pt x="35245" y="126219"/>
                    <a:pt x="32064" y="127282"/>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6" name="Freeform: Shape 45">
              <a:extLst>
                <a:ext uri="{FF2B5EF4-FFF2-40B4-BE49-F238E27FC236}">
                  <a16:creationId xmlns:a16="http://schemas.microsoft.com/office/drawing/2014/main" id="{3787E14B-4501-9F67-1385-B34E74916ECE}"/>
                </a:ext>
              </a:extLst>
            </p:cNvPr>
            <p:cNvSpPr/>
            <p:nvPr/>
          </p:nvSpPr>
          <p:spPr>
            <a:xfrm>
              <a:off x="17375996" y="5856511"/>
              <a:ext cx="215918" cy="205477"/>
            </a:xfrm>
            <a:custGeom>
              <a:avLst/>
              <a:gdLst>
                <a:gd name="connsiteX0" fmla="*/ 209472 w 215918"/>
                <a:gd name="connsiteY0" fmla="*/ 14978 h 205477"/>
                <a:gd name="connsiteX1" fmla="*/ 216186 w 215918"/>
                <a:gd name="connsiteY1" fmla="*/ 7184 h 205477"/>
                <a:gd name="connsiteX2" fmla="*/ 209119 w 215918"/>
                <a:gd name="connsiteY2" fmla="*/ 99 h 205477"/>
                <a:gd name="connsiteX3" fmla="*/ 202758 w 215918"/>
                <a:gd name="connsiteY3" fmla="*/ 2578 h 205477"/>
                <a:gd name="connsiteX4" fmla="*/ 6982 w 215918"/>
                <a:gd name="connsiteY4" fmla="*/ 95043 h 205477"/>
                <a:gd name="connsiteX5" fmla="*/ 267 w 215918"/>
                <a:gd name="connsiteY5" fmla="*/ 102837 h 205477"/>
                <a:gd name="connsiteX6" fmla="*/ 6982 w 215918"/>
                <a:gd name="connsiteY6" fmla="*/ 110631 h 205477"/>
                <a:gd name="connsiteX7" fmla="*/ 202758 w 215918"/>
                <a:gd name="connsiteY7" fmla="*/ 203096 h 205477"/>
                <a:gd name="connsiteX8" fmla="*/ 209119 w 215918"/>
                <a:gd name="connsiteY8" fmla="*/ 205576 h 205477"/>
                <a:gd name="connsiteX9" fmla="*/ 216186 w 215918"/>
                <a:gd name="connsiteY9" fmla="*/ 198491 h 205477"/>
                <a:gd name="connsiteX10" fmla="*/ 209472 w 215918"/>
                <a:gd name="connsiteY10" fmla="*/ 190697 h 205477"/>
                <a:gd name="connsiteX11" fmla="*/ 23944 w 215918"/>
                <a:gd name="connsiteY11" fmla="*/ 102837 h 205477"/>
                <a:gd name="connsiteX12" fmla="*/ 209472 w 215918"/>
                <a:gd name="connsiteY12" fmla="*/ 14978 h 205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5918" h="205477">
                  <a:moveTo>
                    <a:pt x="209472" y="14978"/>
                  </a:moveTo>
                  <a:cubicBezTo>
                    <a:pt x="213713" y="12852"/>
                    <a:pt x="216186" y="11081"/>
                    <a:pt x="216186" y="7184"/>
                  </a:cubicBezTo>
                  <a:cubicBezTo>
                    <a:pt x="216186" y="3287"/>
                    <a:pt x="213006" y="99"/>
                    <a:pt x="209119" y="99"/>
                  </a:cubicBezTo>
                  <a:cubicBezTo>
                    <a:pt x="208058" y="99"/>
                    <a:pt x="207352" y="99"/>
                    <a:pt x="202758" y="2578"/>
                  </a:cubicBezTo>
                  <a:lnTo>
                    <a:pt x="6982" y="95043"/>
                  </a:lnTo>
                  <a:cubicBezTo>
                    <a:pt x="3095" y="96815"/>
                    <a:pt x="267" y="98586"/>
                    <a:pt x="267" y="102837"/>
                  </a:cubicBezTo>
                  <a:cubicBezTo>
                    <a:pt x="267" y="107089"/>
                    <a:pt x="3095" y="108860"/>
                    <a:pt x="6982" y="110631"/>
                  </a:cubicBezTo>
                  <a:lnTo>
                    <a:pt x="202758" y="203096"/>
                  </a:lnTo>
                  <a:cubicBezTo>
                    <a:pt x="207352" y="205576"/>
                    <a:pt x="208058" y="205576"/>
                    <a:pt x="209119" y="205576"/>
                  </a:cubicBezTo>
                  <a:cubicBezTo>
                    <a:pt x="213006" y="205576"/>
                    <a:pt x="216186" y="202388"/>
                    <a:pt x="216186" y="198491"/>
                  </a:cubicBezTo>
                  <a:cubicBezTo>
                    <a:pt x="216186" y="194594"/>
                    <a:pt x="213713" y="192822"/>
                    <a:pt x="209472" y="190697"/>
                  </a:cubicBezTo>
                  <a:lnTo>
                    <a:pt x="23944" y="102837"/>
                  </a:lnTo>
                  <a:lnTo>
                    <a:pt x="209472" y="14978"/>
                  </a:ln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sp>
          <p:nvSpPr>
            <p:cNvPr id="47" name="Freeform: Shape 46">
              <a:extLst>
                <a:ext uri="{FF2B5EF4-FFF2-40B4-BE49-F238E27FC236}">
                  <a16:creationId xmlns:a16="http://schemas.microsoft.com/office/drawing/2014/main" id="{95D6AC5B-8D0D-123B-F007-23E68DAC37ED}"/>
                </a:ext>
              </a:extLst>
            </p:cNvPr>
            <p:cNvSpPr/>
            <p:nvPr/>
          </p:nvSpPr>
          <p:spPr>
            <a:xfrm>
              <a:off x="17733464" y="5811873"/>
              <a:ext cx="148775" cy="243738"/>
            </a:xfrm>
            <a:custGeom>
              <a:avLst/>
              <a:gdLst>
                <a:gd name="connsiteX0" fmla="*/ 149053 w 148775"/>
                <a:gd name="connsiteY0" fmla="*/ 122676 h 243738"/>
                <a:gd name="connsiteX1" fmla="*/ 134918 w 148775"/>
                <a:gd name="connsiteY1" fmla="*/ 39777 h 243738"/>
                <a:gd name="connsiteX2" fmla="*/ 74842 w 148775"/>
                <a:gd name="connsiteY2" fmla="*/ 99 h 243738"/>
                <a:gd name="connsiteX3" fmla="*/ 13353 w 148775"/>
                <a:gd name="connsiteY3" fmla="*/ 42257 h 243738"/>
                <a:gd name="connsiteX4" fmla="*/ 278 w 148775"/>
                <a:gd name="connsiteY4" fmla="*/ 122676 h 243738"/>
                <a:gd name="connsiteX5" fmla="*/ 16180 w 148775"/>
                <a:gd name="connsiteY5" fmla="*/ 208056 h 243738"/>
                <a:gd name="connsiteX6" fmla="*/ 74489 w 148775"/>
                <a:gd name="connsiteY6" fmla="*/ 243837 h 243738"/>
                <a:gd name="connsiteX7" fmla="*/ 135978 w 148775"/>
                <a:gd name="connsiteY7" fmla="*/ 202742 h 243738"/>
                <a:gd name="connsiteX8" fmla="*/ 149053 w 148775"/>
                <a:gd name="connsiteY8" fmla="*/ 122676 h 243738"/>
                <a:gd name="connsiteX9" fmla="*/ 74489 w 148775"/>
                <a:gd name="connsiteY9" fmla="*/ 236043 h 243738"/>
                <a:gd name="connsiteX10" fmla="*/ 33496 w 148775"/>
                <a:gd name="connsiteY10" fmla="*/ 193177 h 243738"/>
                <a:gd name="connsiteX11" fmla="*/ 29609 w 148775"/>
                <a:gd name="connsiteY11" fmla="*/ 118425 h 243738"/>
                <a:gd name="connsiteX12" fmla="*/ 32436 w 148775"/>
                <a:gd name="connsiteY12" fmla="*/ 53239 h 243738"/>
                <a:gd name="connsiteX13" fmla="*/ 74489 w 148775"/>
                <a:gd name="connsiteY13" fmla="*/ 7893 h 243738"/>
                <a:gd name="connsiteX14" fmla="*/ 116189 w 148775"/>
                <a:gd name="connsiteY14" fmla="*/ 49342 h 243738"/>
                <a:gd name="connsiteX15" fmla="*/ 119722 w 148775"/>
                <a:gd name="connsiteY15" fmla="*/ 118425 h 243738"/>
                <a:gd name="connsiteX16" fmla="*/ 115835 w 148775"/>
                <a:gd name="connsiteY16" fmla="*/ 191759 h 243738"/>
                <a:gd name="connsiteX17" fmla="*/ 74489 w 148775"/>
                <a:gd name="connsiteY17" fmla="*/ 236043 h 243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8775" h="243738">
                  <a:moveTo>
                    <a:pt x="149053" y="122676"/>
                  </a:moveTo>
                  <a:cubicBezTo>
                    <a:pt x="149053" y="94335"/>
                    <a:pt x="147287" y="65993"/>
                    <a:pt x="134918" y="39777"/>
                  </a:cubicBezTo>
                  <a:cubicBezTo>
                    <a:pt x="118662" y="5767"/>
                    <a:pt x="89685" y="99"/>
                    <a:pt x="74842" y="99"/>
                  </a:cubicBezTo>
                  <a:cubicBezTo>
                    <a:pt x="53639" y="99"/>
                    <a:pt x="27842" y="9310"/>
                    <a:pt x="13353" y="42257"/>
                  </a:cubicBezTo>
                  <a:cubicBezTo>
                    <a:pt x="2045" y="66702"/>
                    <a:pt x="278" y="94335"/>
                    <a:pt x="278" y="122676"/>
                  </a:cubicBezTo>
                  <a:cubicBezTo>
                    <a:pt x="278" y="149247"/>
                    <a:pt x="1692" y="181131"/>
                    <a:pt x="16180" y="208056"/>
                  </a:cubicBezTo>
                  <a:cubicBezTo>
                    <a:pt x="31376" y="236752"/>
                    <a:pt x="57173" y="243837"/>
                    <a:pt x="74489" y="243837"/>
                  </a:cubicBezTo>
                  <a:cubicBezTo>
                    <a:pt x="93572" y="243837"/>
                    <a:pt x="120429" y="236398"/>
                    <a:pt x="135978" y="202742"/>
                  </a:cubicBezTo>
                  <a:cubicBezTo>
                    <a:pt x="147287" y="178297"/>
                    <a:pt x="149053" y="150664"/>
                    <a:pt x="149053" y="122676"/>
                  </a:cubicBezTo>
                  <a:close/>
                  <a:moveTo>
                    <a:pt x="74489" y="236043"/>
                  </a:moveTo>
                  <a:cubicBezTo>
                    <a:pt x="60707" y="236043"/>
                    <a:pt x="39857" y="227187"/>
                    <a:pt x="33496" y="193177"/>
                  </a:cubicBezTo>
                  <a:cubicBezTo>
                    <a:pt x="29609" y="171920"/>
                    <a:pt x="29609" y="139327"/>
                    <a:pt x="29609" y="118425"/>
                  </a:cubicBezTo>
                  <a:cubicBezTo>
                    <a:pt x="29609" y="95752"/>
                    <a:pt x="29609" y="72370"/>
                    <a:pt x="32436" y="53239"/>
                  </a:cubicBezTo>
                  <a:cubicBezTo>
                    <a:pt x="39150" y="11081"/>
                    <a:pt x="65654" y="7893"/>
                    <a:pt x="74489" y="7893"/>
                  </a:cubicBezTo>
                  <a:cubicBezTo>
                    <a:pt x="86151" y="7893"/>
                    <a:pt x="109474" y="14269"/>
                    <a:pt x="116189" y="49342"/>
                  </a:cubicBezTo>
                  <a:cubicBezTo>
                    <a:pt x="119722" y="69181"/>
                    <a:pt x="119722" y="96106"/>
                    <a:pt x="119722" y="118425"/>
                  </a:cubicBezTo>
                  <a:cubicBezTo>
                    <a:pt x="119722" y="144996"/>
                    <a:pt x="119722" y="169086"/>
                    <a:pt x="115835" y="191759"/>
                  </a:cubicBezTo>
                  <a:cubicBezTo>
                    <a:pt x="110534" y="225415"/>
                    <a:pt x="90391" y="236043"/>
                    <a:pt x="74489" y="236043"/>
                  </a:cubicBezTo>
                  <a:close/>
                </a:path>
              </a:pathLst>
            </a:custGeom>
            <a:solidFill>
              <a:srgbClr val="000000"/>
            </a:solidFill>
            <a:ln w="3537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latin typeface="Nunito" pitchFamily="2" charset="0"/>
              </a:endParaRPr>
            </a:p>
          </p:txBody>
        </p:sp>
      </p:grpSp>
      <p:grpSp>
        <p:nvGrpSpPr>
          <p:cNvPr id="8" name="Group 7">
            <a:extLst>
              <a:ext uri="{FF2B5EF4-FFF2-40B4-BE49-F238E27FC236}">
                <a16:creationId xmlns:a16="http://schemas.microsoft.com/office/drawing/2014/main" id="{ACE6276C-8C44-CD40-53CA-22B9CA2E4250}"/>
              </a:ext>
            </a:extLst>
          </p:cNvPr>
          <p:cNvGrpSpPr/>
          <p:nvPr/>
        </p:nvGrpSpPr>
        <p:grpSpPr>
          <a:xfrm>
            <a:off x="2459134" y="2405058"/>
            <a:ext cx="1667266" cy="1381616"/>
            <a:chOff x="4617544" y="3968994"/>
            <a:chExt cx="1738816" cy="1381616"/>
          </a:xfrm>
        </p:grpSpPr>
        <p:cxnSp>
          <p:nvCxnSpPr>
            <p:cNvPr id="25" name="Straight Arrow Connector 24">
              <a:extLst>
                <a:ext uri="{FF2B5EF4-FFF2-40B4-BE49-F238E27FC236}">
                  <a16:creationId xmlns:a16="http://schemas.microsoft.com/office/drawing/2014/main" id="{DFCC320D-788C-0C87-83C7-6F3F51E1F43E}"/>
                </a:ext>
              </a:extLst>
            </p:cNvPr>
            <p:cNvCxnSpPr>
              <a:cxnSpLocks/>
            </p:cNvCxnSpPr>
            <p:nvPr/>
          </p:nvCxnSpPr>
          <p:spPr>
            <a:xfrm flipV="1">
              <a:off x="5859960" y="3968994"/>
              <a:ext cx="181002" cy="550619"/>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137">
              <a:extLst>
                <a:ext uri="{FF2B5EF4-FFF2-40B4-BE49-F238E27FC236}">
                  <a16:creationId xmlns:a16="http://schemas.microsoft.com/office/drawing/2014/main" id="{29E070D2-3337-34AD-7B09-93F06A46EE44}"/>
                </a:ext>
              </a:extLst>
            </p:cNvPr>
            <p:cNvSpPr txBox="1"/>
            <p:nvPr/>
          </p:nvSpPr>
          <p:spPr>
            <a:xfrm>
              <a:off x="4617544" y="4519613"/>
              <a:ext cx="1738816"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CA" sz="2400" dirty="0">
                  <a:solidFill>
                    <a:srgbClr val="2683C6"/>
                  </a:solidFill>
                  <a:latin typeface="Nunito" pitchFamily="2" charset="0"/>
                </a:rPr>
                <a:t>activation</a:t>
              </a:r>
            </a:p>
            <a:p>
              <a:pPr marL="0" indent="0" algn="ctr">
                <a:buNone/>
              </a:pPr>
              <a:r>
                <a:rPr lang="en-CA" sz="2400" dirty="0">
                  <a:solidFill>
                    <a:srgbClr val="2683C6"/>
                  </a:solidFill>
                  <a:latin typeface="Nunito" pitchFamily="2" charset="0"/>
                </a:rPr>
                <a:t>function</a:t>
              </a:r>
            </a:p>
          </p:txBody>
        </p:sp>
      </p:grpSp>
      <p:grpSp>
        <p:nvGrpSpPr>
          <p:cNvPr id="9" name="Group 8">
            <a:extLst>
              <a:ext uri="{FF2B5EF4-FFF2-40B4-BE49-F238E27FC236}">
                <a16:creationId xmlns:a16="http://schemas.microsoft.com/office/drawing/2014/main" id="{9005A9AE-0019-39BC-3F33-EA75A5AD1C2E}"/>
              </a:ext>
            </a:extLst>
          </p:cNvPr>
          <p:cNvGrpSpPr/>
          <p:nvPr/>
        </p:nvGrpSpPr>
        <p:grpSpPr>
          <a:xfrm>
            <a:off x="4075072" y="2405058"/>
            <a:ext cx="1667266" cy="1385757"/>
            <a:chOff x="4617544" y="3964853"/>
            <a:chExt cx="1738816" cy="1385757"/>
          </a:xfrm>
        </p:grpSpPr>
        <p:cxnSp>
          <p:nvCxnSpPr>
            <p:cNvPr id="23" name="Straight Arrow Connector 22">
              <a:extLst>
                <a:ext uri="{FF2B5EF4-FFF2-40B4-BE49-F238E27FC236}">
                  <a16:creationId xmlns:a16="http://schemas.microsoft.com/office/drawing/2014/main" id="{74F65064-B477-6EB9-E2B5-B2287645806A}"/>
                </a:ext>
              </a:extLst>
            </p:cNvPr>
            <p:cNvCxnSpPr>
              <a:cxnSpLocks/>
              <a:stCxn id="24" idx="0"/>
            </p:cNvCxnSpPr>
            <p:nvPr/>
          </p:nvCxnSpPr>
          <p:spPr>
            <a:xfrm flipH="1" flipV="1">
              <a:off x="5345999" y="3964853"/>
              <a:ext cx="140953" cy="554760"/>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141">
              <a:extLst>
                <a:ext uri="{FF2B5EF4-FFF2-40B4-BE49-F238E27FC236}">
                  <a16:creationId xmlns:a16="http://schemas.microsoft.com/office/drawing/2014/main" id="{54FAC68B-C928-0732-DDBC-BF1B8E5F095A}"/>
                </a:ext>
              </a:extLst>
            </p:cNvPr>
            <p:cNvSpPr txBox="1"/>
            <p:nvPr/>
          </p:nvSpPr>
          <p:spPr>
            <a:xfrm>
              <a:off x="4617544" y="4519613"/>
              <a:ext cx="1738816" cy="83099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CA" sz="2400" dirty="0">
                  <a:solidFill>
                    <a:srgbClr val="2683C6"/>
                  </a:solidFill>
                  <a:latin typeface="Nunito" pitchFamily="2" charset="0"/>
                </a:rPr>
                <a:t>affine transform</a:t>
              </a:r>
            </a:p>
          </p:txBody>
        </p:sp>
      </p:grpSp>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B008F2F8-1414-2994-36B1-EF5834114C09}"/>
                  </a:ext>
                </a:extLst>
              </p:cNvPr>
              <p:cNvSpPr txBox="1"/>
              <p:nvPr/>
            </p:nvSpPr>
            <p:spPr>
              <a:xfrm>
                <a:off x="404751" y="1684811"/>
                <a:ext cx="5330283"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m:rPr>
                          <m:sty m:val="p"/>
                        </m:rPr>
                        <a:rPr lang="en-CA" sz="2800" b="0" i="0" smtClean="0">
                          <a:latin typeface="Cambria Math" panose="02040503050406030204" pitchFamily="18" charset="0"/>
                        </a:rPr>
                        <m:t>perceptron</m:t>
                      </m:r>
                      <m:d>
                        <m:dPr>
                          <m:ctrlPr>
                            <a:rPr lang="en-CA" sz="2800" b="0" i="0" smtClean="0">
                              <a:latin typeface="Cambria Math" panose="02040503050406030204" pitchFamily="18" charset="0"/>
                            </a:rPr>
                          </m:ctrlPr>
                        </m:dPr>
                        <m:e>
                          <m:r>
                            <a:rPr lang="en-CA" sz="2800" b="1" i="1" smtClean="0">
                              <a:latin typeface="Cambria Math" panose="02040503050406030204" pitchFamily="18" charset="0"/>
                            </a:rPr>
                            <m:t>𝒙</m:t>
                          </m:r>
                          <m:r>
                            <a:rPr lang="en-CA" sz="2800" b="0" i="1" smtClean="0">
                              <a:latin typeface="Cambria Math" panose="02040503050406030204" pitchFamily="18" charset="0"/>
                            </a:rPr>
                            <m:t>;</m:t>
                          </m:r>
                          <m:r>
                            <a:rPr lang="en-CA" sz="2800" b="1" i="1" smtClean="0">
                              <a:latin typeface="Cambria Math" panose="02040503050406030204" pitchFamily="18" charset="0"/>
                            </a:rPr>
                            <m:t>𝜽</m:t>
                          </m:r>
                        </m:e>
                      </m:d>
                      <m:r>
                        <a:rPr lang="en-CA" sz="2800" b="0" i="1" smtClean="0">
                          <a:latin typeface="Cambria Math" panose="02040503050406030204" pitchFamily="18" charset="0"/>
                        </a:rPr>
                        <m:t>=</m:t>
                      </m:r>
                      <m:r>
                        <m:rPr>
                          <m:sty m:val="p"/>
                        </m:rPr>
                        <a:rPr lang="en-CA" sz="2800" b="0" i="0" smtClean="0">
                          <a:latin typeface="Cambria Math" panose="02040503050406030204" pitchFamily="18" charset="0"/>
                        </a:rPr>
                        <m:t>step</m:t>
                      </m:r>
                      <m:d>
                        <m:dPr>
                          <m:ctrlPr>
                            <a:rPr lang="en-CA" sz="2800" b="0" i="0" smtClean="0">
                              <a:latin typeface="Cambria Math" panose="02040503050406030204" pitchFamily="18" charset="0"/>
                            </a:rPr>
                          </m:ctrlPr>
                        </m:dPr>
                        <m:e>
                          <m:sSup>
                            <m:sSupPr>
                              <m:ctrlPr>
                                <a:rPr lang="en-CA" sz="2800" b="0" i="1" smtClean="0">
                                  <a:latin typeface="Cambria Math" panose="02040503050406030204" pitchFamily="18" charset="0"/>
                                </a:rPr>
                              </m:ctrlPr>
                            </m:sSupPr>
                            <m:e>
                              <m:r>
                                <a:rPr lang="en-CA" sz="2800" b="1" i="1" smtClean="0">
                                  <a:latin typeface="Cambria Math" panose="02040503050406030204" pitchFamily="18" charset="0"/>
                                </a:rPr>
                                <m:t>𝜽</m:t>
                              </m:r>
                            </m:e>
                            <m:sup>
                              <m:r>
                                <a:rPr lang="en-CA" sz="2800" b="0" i="1" smtClean="0">
                                  <a:latin typeface="Cambria Math" panose="02040503050406030204" pitchFamily="18" charset="0"/>
                                </a:rPr>
                                <m:t>𝑇</m:t>
                              </m:r>
                            </m:sup>
                          </m:sSup>
                          <m:r>
                            <a:rPr lang="en-CA" sz="2800" b="1" i="1" smtClean="0">
                              <a:latin typeface="Cambria Math" panose="02040503050406030204" pitchFamily="18" charset="0"/>
                            </a:rPr>
                            <m:t>𝒙</m:t>
                          </m:r>
                        </m:e>
                      </m:d>
                    </m:oMath>
                  </m:oMathPara>
                </a14:m>
                <a:endParaRPr lang="en-CA" sz="1400" b="1" dirty="0"/>
              </a:p>
            </p:txBody>
          </p:sp>
        </mc:Choice>
        <mc:Fallback>
          <p:sp>
            <p:nvSpPr>
              <p:cNvPr id="73" name="TextBox 72">
                <a:extLst>
                  <a:ext uri="{FF2B5EF4-FFF2-40B4-BE49-F238E27FC236}">
                    <a16:creationId xmlns:a16="http://schemas.microsoft.com/office/drawing/2014/main" id="{B008F2F8-1414-2994-36B1-EF5834114C09}"/>
                  </a:ext>
                </a:extLst>
              </p:cNvPr>
              <p:cNvSpPr txBox="1">
                <a:spLocks noRot="1" noChangeAspect="1" noMove="1" noResize="1" noEditPoints="1" noAdjustHandles="1" noChangeArrowheads="1" noChangeShapeType="1" noTextEdit="1"/>
              </p:cNvSpPr>
              <p:nvPr/>
            </p:nvSpPr>
            <p:spPr>
              <a:xfrm>
                <a:off x="404751" y="1684811"/>
                <a:ext cx="5330283" cy="523220"/>
              </a:xfrm>
              <a:prstGeom prst="rect">
                <a:avLst/>
              </a:prstGeom>
              <a:blipFill>
                <a:blip r:embed="rId3"/>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916184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5FD52-AEE3-9585-4CCA-C9BC21ABD2B8}"/>
              </a:ext>
            </a:extLst>
          </p:cNvPr>
          <p:cNvSpPr>
            <a:spLocks noGrp="1"/>
          </p:cNvSpPr>
          <p:nvPr>
            <p:ph type="title"/>
          </p:nvPr>
        </p:nvSpPr>
        <p:spPr/>
        <p:txBody>
          <a:bodyPr/>
          <a:lstStyle/>
          <a:p>
            <a:r>
              <a:rPr lang="en-CA" dirty="0"/>
              <a:t>Perceptron: Learning</a:t>
            </a:r>
          </a:p>
        </p:txBody>
      </p:sp>
      <p:sp>
        <p:nvSpPr>
          <p:cNvPr id="4" name="Slide Number Placeholder 3">
            <a:extLst>
              <a:ext uri="{FF2B5EF4-FFF2-40B4-BE49-F238E27FC236}">
                <a16:creationId xmlns:a16="http://schemas.microsoft.com/office/drawing/2014/main" id="{8089935E-4A13-659C-F45F-E673D5C854CF}"/>
              </a:ext>
            </a:extLst>
          </p:cNvPr>
          <p:cNvSpPr>
            <a:spLocks noGrp="1"/>
          </p:cNvSpPr>
          <p:nvPr>
            <p:ph type="sldNum" sz="quarter" idx="12"/>
          </p:nvPr>
        </p:nvSpPr>
        <p:spPr/>
        <p:txBody>
          <a:bodyPr/>
          <a:lstStyle/>
          <a:p>
            <a:fld id="{A36FF760-4833-4FC2-9C74-46CD274694B2}" type="slidenum">
              <a:rPr lang="en-CA" smtClean="0"/>
              <a:pPr/>
              <a:t>22</a:t>
            </a:fld>
            <a:endParaRPr lang="en-CA"/>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56979208-1C4C-51D5-AC0C-836A54CC8353}"/>
                  </a:ext>
                </a:extLst>
              </p:cNvPr>
              <p:cNvSpPr txBox="1">
                <a:spLocks noGrp="1"/>
              </p:cNvSpPr>
              <p:nvPr>
                <p:ph idx="1"/>
              </p:nvPr>
            </p:nvSpPr>
            <p:spPr>
              <a:xfrm>
                <a:off x="404813" y="1325563"/>
                <a:ext cx="11382375" cy="2546338"/>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m:rPr>
                          <m:sty m:val="p"/>
                        </m:rPr>
                        <a:rPr lang="en-CA" sz="2800" b="0" i="0" smtClean="0">
                          <a:latin typeface="Cambria Math" panose="02040503050406030204" pitchFamily="18" charset="0"/>
                        </a:rPr>
                        <m:t>perceptron</m:t>
                      </m:r>
                      <m:d>
                        <m:dPr>
                          <m:ctrlPr>
                            <a:rPr lang="en-CA" sz="2800" b="0" i="0" smtClean="0">
                              <a:latin typeface="Cambria Math" panose="02040503050406030204" pitchFamily="18" charset="0"/>
                            </a:rPr>
                          </m:ctrlPr>
                        </m:dPr>
                        <m:e>
                          <m:r>
                            <a:rPr lang="en-CA" sz="2800" b="1" i="1" smtClean="0">
                              <a:latin typeface="Cambria Math" panose="02040503050406030204" pitchFamily="18" charset="0"/>
                            </a:rPr>
                            <m:t>𝒙</m:t>
                          </m:r>
                          <m:r>
                            <a:rPr lang="en-CA" sz="2800" b="0" i="1" smtClean="0">
                              <a:latin typeface="Cambria Math" panose="02040503050406030204" pitchFamily="18" charset="0"/>
                            </a:rPr>
                            <m:t>;</m:t>
                          </m:r>
                          <m:r>
                            <a:rPr lang="en-CA" sz="2800" b="1" i="1" smtClean="0">
                              <a:latin typeface="Cambria Math" panose="02040503050406030204" pitchFamily="18" charset="0"/>
                            </a:rPr>
                            <m:t>𝜽</m:t>
                          </m:r>
                        </m:e>
                      </m:d>
                      <m:r>
                        <a:rPr lang="en-CA" sz="2800" b="0" i="1" smtClean="0">
                          <a:latin typeface="Cambria Math" panose="02040503050406030204" pitchFamily="18" charset="0"/>
                        </a:rPr>
                        <m:t>=</m:t>
                      </m:r>
                      <m:r>
                        <m:rPr>
                          <m:sty m:val="p"/>
                        </m:rPr>
                        <a:rPr lang="en-CA" sz="2800" b="0" i="0" smtClean="0">
                          <a:latin typeface="Cambria Math" panose="02040503050406030204" pitchFamily="18" charset="0"/>
                        </a:rPr>
                        <m:t>step</m:t>
                      </m:r>
                      <m:d>
                        <m:dPr>
                          <m:ctrlPr>
                            <a:rPr lang="en-CA" sz="2800" b="0" i="0" smtClean="0">
                              <a:latin typeface="Cambria Math" panose="02040503050406030204" pitchFamily="18" charset="0"/>
                            </a:rPr>
                          </m:ctrlPr>
                        </m:dPr>
                        <m:e>
                          <m:sSup>
                            <m:sSupPr>
                              <m:ctrlPr>
                                <a:rPr lang="en-CA" sz="2800" b="0" i="1" smtClean="0">
                                  <a:latin typeface="Cambria Math" panose="02040503050406030204" pitchFamily="18" charset="0"/>
                                </a:rPr>
                              </m:ctrlPr>
                            </m:sSupPr>
                            <m:e>
                              <m:r>
                                <a:rPr lang="en-CA" sz="2800" b="1" i="1" smtClean="0">
                                  <a:latin typeface="Cambria Math" panose="02040503050406030204" pitchFamily="18" charset="0"/>
                                </a:rPr>
                                <m:t>𝜽</m:t>
                              </m:r>
                            </m:e>
                            <m:sup>
                              <m:r>
                                <a:rPr lang="en-CA" sz="2800" b="0" i="1" smtClean="0">
                                  <a:latin typeface="Cambria Math" panose="02040503050406030204" pitchFamily="18" charset="0"/>
                                </a:rPr>
                                <m:t>𝑇</m:t>
                              </m:r>
                            </m:sup>
                          </m:sSup>
                          <m:r>
                            <a:rPr lang="en-CA" sz="2800" b="1" i="1" smtClean="0">
                              <a:latin typeface="Cambria Math" panose="02040503050406030204" pitchFamily="18" charset="0"/>
                            </a:rPr>
                            <m:t>𝒙</m:t>
                          </m:r>
                        </m:e>
                      </m:d>
                    </m:oMath>
                  </m:oMathPara>
                </a14:m>
                <a:endParaRPr lang="en-CA" sz="1400" b="1" dirty="0"/>
              </a:p>
              <a:p>
                <a:pPr marL="0" indent="0">
                  <a:buNone/>
                </a:pPr>
                <a:endParaRPr lang="en-CA" sz="1400" b="1" dirty="0"/>
              </a:p>
              <a:p>
                <a:pPr marL="0" indent="0">
                  <a:buNone/>
                </a:pPr>
                <a:endParaRPr lang="en-CA" sz="1400" b="1" dirty="0"/>
              </a:p>
              <a:p>
                <a:pPr marL="0" indent="0">
                  <a:buNone/>
                </a:pPr>
                <a:r>
                  <a:rPr lang="en-CA" dirty="0"/>
                  <a:t>Predict the label: </a:t>
                </a:r>
                <a14:m>
                  <m:oMath xmlns:m="http://schemas.openxmlformats.org/officeDocument/2006/math">
                    <m:sSup>
                      <m:sSupPr>
                        <m:ctrlPr>
                          <a:rPr lang="en-CA" i="1">
                            <a:latin typeface="Cambria Math" panose="02040503050406030204" pitchFamily="18" charset="0"/>
                          </a:rPr>
                        </m:ctrlPr>
                      </m:sSup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p>
                        <m:d>
                          <m:dPr>
                            <m:ctrlPr>
                              <a:rPr lang="en-CA" i="1">
                                <a:latin typeface="Cambria Math" panose="02040503050406030204" pitchFamily="18" charset="0"/>
                              </a:rPr>
                            </m:ctrlPr>
                          </m:dPr>
                          <m:e>
                            <m:r>
                              <a:rPr lang="en-CA" i="1">
                                <a:latin typeface="Cambria Math" panose="02040503050406030204" pitchFamily="18" charset="0"/>
                              </a:rPr>
                              <m:t>𝑖</m:t>
                            </m:r>
                          </m:e>
                        </m:d>
                      </m:sup>
                    </m:sSup>
                    <m:r>
                      <a:rPr lang="en-CA" i="1">
                        <a:latin typeface="Cambria Math" panose="02040503050406030204" pitchFamily="18" charset="0"/>
                      </a:rPr>
                      <m:t>=</m:t>
                    </m:r>
                    <m:r>
                      <m:rPr>
                        <m:sty m:val="p"/>
                      </m:rPr>
                      <a:rPr lang="en-CA">
                        <a:latin typeface="Cambria Math" panose="02040503050406030204" pitchFamily="18" charset="0"/>
                      </a:rPr>
                      <m:t>perceptron</m:t>
                    </m:r>
                    <m:d>
                      <m:dPr>
                        <m:ctrlPr>
                          <a:rPr lang="en-CA" b="1" i="1">
                            <a:latin typeface="Cambria Math" panose="02040503050406030204" pitchFamily="18" charset="0"/>
                          </a:rPr>
                        </m:ctrlPr>
                      </m:dPr>
                      <m:e>
                        <m:sSup>
                          <m:sSupPr>
                            <m:ctrlPr>
                              <a:rPr lang="en-CA" i="1">
                                <a:latin typeface="Cambria Math" panose="02040503050406030204" pitchFamily="18" charset="0"/>
                              </a:rPr>
                            </m:ctrlPr>
                          </m:sSupPr>
                          <m:e>
                            <m:r>
                              <a:rPr lang="en-CA" b="1" i="1">
                                <a:latin typeface="Cambria Math" panose="02040503050406030204" pitchFamily="18" charset="0"/>
                              </a:rPr>
                              <m:t>𝒙</m:t>
                            </m:r>
                          </m:e>
                          <m:sup>
                            <m:r>
                              <a:rPr lang="en-CA" i="1">
                                <a:latin typeface="Cambria Math" panose="02040503050406030204" pitchFamily="18" charset="0"/>
                              </a:rPr>
                              <m:t>(</m:t>
                            </m:r>
                            <m:r>
                              <a:rPr lang="en-CA" i="1">
                                <a:latin typeface="Cambria Math" panose="02040503050406030204" pitchFamily="18" charset="0"/>
                              </a:rPr>
                              <m:t>𝑖</m:t>
                            </m:r>
                            <m:r>
                              <a:rPr lang="en-CA" i="1">
                                <a:latin typeface="Cambria Math" panose="02040503050406030204" pitchFamily="18" charset="0"/>
                              </a:rPr>
                              <m:t>)</m:t>
                            </m:r>
                          </m:sup>
                        </m:sSup>
                        <m:r>
                          <a:rPr lang="en-CA" b="1" i="1">
                            <a:latin typeface="Cambria Math" panose="02040503050406030204" pitchFamily="18" charset="0"/>
                          </a:rPr>
                          <m:t>;</m:t>
                        </m:r>
                        <m:r>
                          <a:rPr lang="en-CA" b="1" i="1">
                            <a:latin typeface="Cambria Math" panose="02040503050406030204" pitchFamily="18" charset="0"/>
                          </a:rPr>
                          <m:t>𝜽</m:t>
                        </m:r>
                      </m:e>
                    </m:d>
                  </m:oMath>
                </a14:m>
                <a:endParaRPr lang="en-CA" b="1" dirty="0"/>
              </a:p>
              <a:p>
                <a:pPr marL="0" indent="0">
                  <a:buNone/>
                </a:pPr>
                <a:r>
                  <a:rPr lang="en-CA" dirty="0"/>
                  <a:t>Update weights: </a:t>
                </a:r>
                <a14:m>
                  <m:oMath xmlns:m="http://schemas.openxmlformats.org/officeDocument/2006/math">
                    <m:r>
                      <a:rPr lang="en-CA" b="1" i="1" smtClean="0">
                        <a:latin typeface="Cambria Math" panose="02040503050406030204" pitchFamily="18" charset="0"/>
                      </a:rPr>
                      <m:t>𝜽</m:t>
                    </m:r>
                    <m:r>
                      <a:rPr lang="en-CA" b="0" i="1" smtClean="0">
                        <a:latin typeface="Cambria Math" panose="02040503050406030204" pitchFamily="18" charset="0"/>
                      </a:rPr>
                      <m:t>=</m:t>
                    </m:r>
                    <m:r>
                      <a:rPr lang="en-CA" b="1" i="1" smtClean="0">
                        <a:latin typeface="Cambria Math" panose="02040503050406030204" pitchFamily="18" charset="0"/>
                      </a:rPr>
                      <m:t>𝜽</m:t>
                    </m:r>
                    <m:r>
                      <a:rPr lang="en-CA" b="0" i="1" smtClean="0">
                        <a:latin typeface="Cambria Math" panose="02040503050406030204" pitchFamily="18" charset="0"/>
                      </a:rPr>
                      <m:t>+</m:t>
                    </m:r>
                    <m:r>
                      <a:rPr lang="en-CA" b="0" i="1" smtClean="0">
                        <a:latin typeface="Cambria Math" panose="02040503050406030204" pitchFamily="18" charset="0"/>
                      </a:rPr>
                      <m:t>𝜂</m:t>
                    </m:r>
                    <m:r>
                      <a:rPr lang="en-CA" b="0" i="1" smtClean="0">
                        <a:latin typeface="Cambria Math" panose="02040503050406030204" pitchFamily="18" charset="0"/>
                      </a:rPr>
                      <m:t>⋅</m:t>
                    </m:r>
                    <m:d>
                      <m:dPr>
                        <m:ctrlPr>
                          <a:rPr lang="en-CA" b="0" i="1" smtClean="0">
                            <a:latin typeface="Cambria Math" panose="02040503050406030204" pitchFamily="18" charset="0"/>
                          </a:rPr>
                        </m:ctrlPr>
                      </m:dPr>
                      <m:e>
                        <m:sSup>
                          <m:sSupPr>
                            <m:ctrlPr>
                              <a:rPr lang="en-CA" b="0" i="1" smtClean="0">
                                <a:latin typeface="Cambria Math" panose="02040503050406030204" pitchFamily="18" charset="0"/>
                              </a:rPr>
                            </m:ctrlPr>
                          </m:sSupPr>
                          <m:e>
                            <m:r>
                              <a:rPr lang="en-CA" b="0" i="1" smtClean="0">
                                <a:latin typeface="Cambria Math" panose="02040503050406030204" pitchFamily="18" charset="0"/>
                              </a:rPr>
                              <m:t>𝑦</m:t>
                            </m:r>
                          </m:e>
                          <m:sup>
                            <m:d>
                              <m:dPr>
                                <m:ctrlPr>
                                  <a:rPr lang="en-CA" b="0" i="1" smtClean="0">
                                    <a:latin typeface="Cambria Math" panose="02040503050406030204" pitchFamily="18" charset="0"/>
                                  </a:rPr>
                                </m:ctrlPr>
                              </m:dPr>
                              <m:e>
                                <m:r>
                                  <a:rPr lang="en-CA" b="0" i="1" smtClean="0">
                                    <a:latin typeface="Cambria Math" panose="02040503050406030204" pitchFamily="18" charset="0"/>
                                  </a:rPr>
                                  <m:t>𝑖</m:t>
                                </m:r>
                              </m:e>
                            </m:d>
                          </m:sup>
                        </m:sSup>
                        <m:r>
                          <a:rPr lang="en-CA" b="0" i="1" smtClean="0">
                            <a:latin typeface="Cambria Math" panose="02040503050406030204" pitchFamily="18" charset="0"/>
                          </a:rPr>
                          <m:t>−</m:t>
                        </m:r>
                        <m:sSup>
                          <m:sSupPr>
                            <m:ctrlPr>
                              <a:rPr lang="en-CA" i="1">
                                <a:latin typeface="Cambria Math" panose="02040503050406030204" pitchFamily="18" charset="0"/>
                              </a:rPr>
                            </m:ctrlPr>
                          </m:sSup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p>
                            <m:d>
                              <m:dPr>
                                <m:ctrlPr>
                                  <a:rPr lang="en-CA" i="1">
                                    <a:latin typeface="Cambria Math" panose="02040503050406030204" pitchFamily="18" charset="0"/>
                                  </a:rPr>
                                </m:ctrlPr>
                              </m:dPr>
                              <m:e>
                                <m:r>
                                  <a:rPr lang="en-CA" i="1">
                                    <a:latin typeface="Cambria Math" panose="02040503050406030204" pitchFamily="18" charset="0"/>
                                  </a:rPr>
                                  <m:t>𝑖</m:t>
                                </m:r>
                              </m:e>
                            </m:d>
                          </m:sup>
                        </m:sSup>
                      </m:e>
                    </m:d>
                    <m:sSup>
                      <m:sSupPr>
                        <m:ctrlPr>
                          <a:rPr lang="en-CA" i="1">
                            <a:latin typeface="Cambria Math" panose="02040503050406030204" pitchFamily="18" charset="0"/>
                          </a:rPr>
                        </m:ctrlPr>
                      </m:sSupPr>
                      <m:e>
                        <m:r>
                          <a:rPr lang="en-CA" b="1" i="1">
                            <a:latin typeface="Cambria Math" panose="02040503050406030204" pitchFamily="18" charset="0"/>
                          </a:rPr>
                          <m:t>𝒙</m:t>
                        </m:r>
                      </m:e>
                      <m:sup>
                        <m:d>
                          <m:dPr>
                            <m:ctrlPr>
                              <a:rPr lang="en-CA" i="1">
                                <a:latin typeface="Cambria Math" panose="02040503050406030204" pitchFamily="18" charset="0"/>
                              </a:rPr>
                            </m:ctrlPr>
                          </m:dPr>
                          <m:e>
                            <m:r>
                              <a:rPr lang="en-CA" i="1">
                                <a:latin typeface="Cambria Math" panose="02040503050406030204" pitchFamily="18" charset="0"/>
                              </a:rPr>
                              <m:t>𝑖</m:t>
                            </m:r>
                          </m:e>
                        </m:d>
                      </m:sup>
                    </m:sSup>
                  </m:oMath>
                </a14:m>
                <a:endParaRPr lang="en-CA" dirty="0"/>
              </a:p>
            </p:txBody>
          </p:sp>
        </mc:Choice>
        <mc:Fallback>
          <p:sp>
            <p:nvSpPr>
              <p:cNvPr id="5" name="Content Placeholder 4">
                <a:extLst>
                  <a:ext uri="{FF2B5EF4-FFF2-40B4-BE49-F238E27FC236}">
                    <a16:creationId xmlns:a16="http://schemas.microsoft.com/office/drawing/2014/main" id="{56979208-1C4C-51D5-AC0C-836A54CC8353}"/>
                  </a:ext>
                </a:extLst>
              </p:cNvPr>
              <p:cNvSpPr txBox="1">
                <a:spLocks noGrp="1" noRot="1" noChangeAspect="1" noMove="1" noResize="1" noEditPoints="1" noAdjustHandles="1" noChangeArrowheads="1" noChangeShapeType="1" noTextEdit="1"/>
              </p:cNvSpPr>
              <p:nvPr>
                <p:ph idx="1"/>
              </p:nvPr>
            </p:nvSpPr>
            <p:spPr>
              <a:xfrm>
                <a:off x="404813" y="1325563"/>
                <a:ext cx="11382375" cy="2546338"/>
              </a:xfrm>
              <a:prstGeom prst="rect">
                <a:avLst/>
              </a:prstGeom>
              <a:blipFill>
                <a:blip r:embed="rId2"/>
                <a:stretch>
                  <a:fillRect l="-803" b="-1435"/>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00B0BB31-F904-12C9-E1A3-106786E87769}"/>
                  </a:ext>
                </a:extLst>
              </p:cNvPr>
              <p:cNvGraphicFramePr>
                <a:graphicFrameLocks noGrp="1"/>
              </p:cNvGraphicFramePr>
              <p:nvPr>
                <p:extLst>
                  <p:ext uri="{D42A27DB-BD31-4B8C-83A1-F6EECF244321}">
                    <p14:modId xmlns:p14="http://schemas.microsoft.com/office/powerpoint/2010/main" val="3759220828"/>
                  </p:ext>
                </p:extLst>
              </p:nvPr>
            </p:nvGraphicFramePr>
            <p:xfrm>
              <a:off x="3179337" y="4117072"/>
              <a:ext cx="6804723" cy="2310765"/>
            </p:xfrm>
            <a:graphic>
              <a:graphicData uri="http://schemas.openxmlformats.org/drawingml/2006/table">
                <a:tbl>
                  <a:tblPr bandRow="1">
                    <a:tableStyleId>{5C22544A-7EE6-4342-B048-85BDC9FD1C3A}</a:tableStyleId>
                  </a:tblPr>
                  <a:tblGrid>
                    <a:gridCol w="2268241">
                      <a:extLst>
                        <a:ext uri="{9D8B030D-6E8A-4147-A177-3AD203B41FA5}">
                          <a16:colId xmlns:a16="http://schemas.microsoft.com/office/drawing/2014/main" val="2426158562"/>
                        </a:ext>
                      </a:extLst>
                    </a:gridCol>
                    <a:gridCol w="2268241">
                      <a:extLst>
                        <a:ext uri="{9D8B030D-6E8A-4147-A177-3AD203B41FA5}">
                          <a16:colId xmlns:a16="http://schemas.microsoft.com/office/drawing/2014/main" val="3059607817"/>
                        </a:ext>
                      </a:extLst>
                    </a:gridCol>
                    <a:gridCol w="2268241">
                      <a:extLst>
                        <a:ext uri="{9D8B030D-6E8A-4147-A177-3AD203B41FA5}">
                          <a16:colId xmlns:a16="http://schemas.microsoft.com/office/drawing/2014/main" val="3781928533"/>
                        </a:ext>
                      </a:extLst>
                    </a:gridCol>
                  </a:tblGrid>
                  <a:tr h="370840">
                    <a:tc>
                      <a:txBody>
                        <a:bodyPr/>
                        <a:lstStyle/>
                        <a:p>
                          <a:pPr algn="ctr"/>
                          <a14:m>
                            <m:oMathPara xmlns:m="http://schemas.openxmlformats.org/officeDocument/2006/math">
                              <m:oMathParaPr>
                                <m:jc m:val="centerGroup"/>
                              </m:oMathParaPr>
                              <m:oMath xmlns:m="http://schemas.openxmlformats.org/officeDocument/2006/math">
                                <m:sSup>
                                  <m:sSupPr>
                                    <m:ctrlPr>
                                      <a:rPr lang="en-CA" sz="2400" b="0" i="1" smtClean="0">
                                        <a:latin typeface="Cambria Math" panose="02040503050406030204" pitchFamily="18" charset="0"/>
                                      </a:rPr>
                                    </m:ctrlPr>
                                  </m:sSupPr>
                                  <m:e>
                                    <m:acc>
                                      <m:accPr>
                                        <m:chr m:val="̂"/>
                                        <m:ctrlPr>
                                          <a:rPr lang="en-CA" sz="2400" b="0" i="1" smtClean="0">
                                            <a:latin typeface="Cambria Math" panose="02040503050406030204" pitchFamily="18" charset="0"/>
                                          </a:rPr>
                                        </m:ctrlPr>
                                      </m:accPr>
                                      <m:e>
                                        <m:r>
                                          <a:rPr lang="en-CA" sz="2400" b="0" i="1" smtClean="0">
                                            <a:latin typeface="Cambria Math" panose="02040503050406030204" pitchFamily="18" charset="0"/>
                                          </a:rPr>
                                          <m:t>𝑦</m:t>
                                        </m:r>
                                      </m:e>
                                    </m:acc>
                                  </m:e>
                                  <m:sup>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𝑖</m:t>
                                        </m:r>
                                      </m:e>
                                    </m:d>
                                  </m:sup>
                                </m:sSup>
                              </m:oMath>
                            </m:oMathPara>
                          </a14:m>
                          <a:endParaRPr lang="en-CA" sz="2400" dirty="0">
                            <a:latin typeface="Nunito" pitchFamily="2"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𝑦</m:t>
                                    </m:r>
                                  </m:e>
                                  <m:sup>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𝑖</m:t>
                                        </m:r>
                                      </m:e>
                                    </m:d>
                                  </m:sup>
                                </m:sSup>
                              </m:oMath>
                            </m:oMathPara>
                          </a14:m>
                          <a:endParaRPr lang="en-CA" sz="2400" dirty="0">
                            <a:latin typeface="Nunito" pitchFamily="2" charset="0"/>
                          </a:endParaRPr>
                        </a:p>
                      </a:txBody>
                      <a:tcPr/>
                    </a:tc>
                    <a:tc>
                      <a:txBody>
                        <a:bodyPr/>
                        <a:lstStyle/>
                        <a:p>
                          <a:pPr algn="ctr"/>
                          <a:r>
                            <a:rPr lang="en-CA" sz="2400" dirty="0">
                              <a:latin typeface="Nunito" pitchFamily="2" charset="0"/>
                            </a:rPr>
                            <a:t>What happens</a:t>
                          </a:r>
                        </a:p>
                      </a:txBody>
                      <a:tcPr/>
                    </a:tc>
                    <a:extLst>
                      <a:ext uri="{0D108BD9-81ED-4DB2-BD59-A6C34878D82A}">
                        <a16:rowId xmlns:a16="http://schemas.microsoft.com/office/drawing/2014/main" val="2608454434"/>
                      </a:ext>
                    </a:extLst>
                  </a:tr>
                  <a:tr h="37084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2100689059"/>
                      </a:ext>
                    </a:extLst>
                  </a:tr>
                  <a:tr h="370840">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1709977162"/>
                      </a:ext>
                    </a:extLst>
                  </a:tr>
                  <a:tr h="370840">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extLst>
                      <a:ext uri="{0D108BD9-81ED-4DB2-BD59-A6C34878D82A}">
                        <a16:rowId xmlns:a16="http://schemas.microsoft.com/office/drawing/2014/main" val="2456624413"/>
                      </a:ext>
                    </a:extLst>
                  </a:tr>
                  <a:tr h="370840">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extLst>
                      <a:ext uri="{0D108BD9-81ED-4DB2-BD59-A6C34878D82A}">
                        <a16:rowId xmlns:a16="http://schemas.microsoft.com/office/drawing/2014/main" val="3735822544"/>
                      </a:ext>
                    </a:extLst>
                  </a:tr>
                </a:tbl>
              </a:graphicData>
            </a:graphic>
          </p:graphicFrame>
        </mc:Choice>
        <mc:Fallback>
          <p:graphicFrame>
            <p:nvGraphicFramePr>
              <p:cNvPr id="6" name="Table 5">
                <a:extLst>
                  <a:ext uri="{FF2B5EF4-FFF2-40B4-BE49-F238E27FC236}">
                    <a16:creationId xmlns:a16="http://schemas.microsoft.com/office/drawing/2014/main" id="{00B0BB31-F904-12C9-E1A3-106786E87769}"/>
                  </a:ext>
                </a:extLst>
              </p:cNvPr>
              <p:cNvGraphicFramePr>
                <a:graphicFrameLocks noGrp="1"/>
              </p:cNvGraphicFramePr>
              <p:nvPr>
                <p:extLst>
                  <p:ext uri="{D42A27DB-BD31-4B8C-83A1-F6EECF244321}">
                    <p14:modId xmlns:p14="http://schemas.microsoft.com/office/powerpoint/2010/main" val="3759220828"/>
                  </p:ext>
                </p:extLst>
              </p:nvPr>
            </p:nvGraphicFramePr>
            <p:xfrm>
              <a:off x="3179337" y="4117072"/>
              <a:ext cx="6804723" cy="2310765"/>
            </p:xfrm>
            <a:graphic>
              <a:graphicData uri="http://schemas.openxmlformats.org/drawingml/2006/table">
                <a:tbl>
                  <a:tblPr bandRow="1">
                    <a:tableStyleId>{5C22544A-7EE6-4342-B048-85BDC9FD1C3A}</a:tableStyleId>
                  </a:tblPr>
                  <a:tblGrid>
                    <a:gridCol w="2268241">
                      <a:extLst>
                        <a:ext uri="{9D8B030D-6E8A-4147-A177-3AD203B41FA5}">
                          <a16:colId xmlns:a16="http://schemas.microsoft.com/office/drawing/2014/main" val="2426158562"/>
                        </a:ext>
                      </a:extLst>
                    </a:gridCol>
                    <a:gridCol w="2268241">
                      <a:extLst>
                        <a:ext uri="{9D8B030D-6E8A-4147-A177-3AD203B41FA5}">
                          <a16:colId xmlns:a16="http://schemas.microsoft.com/office/drawing/2014/main" val="3059607817"/>
                        </a:ext>
                      </a:extLst>
                    </a:gridCol>
                    <a:gridCol w="2268241">
                      <a:extLst>
                        <a:ext uri="{9D8B030D-6E8A-4147-A177-3AD203B41FA5}">
                          <a16:colId xmlns:a16="http://schemas.microsoft.com/office/drawing/2014/main" val="3781928533"/>
                        </a:ext>
                      </a:extLst>
                    </a:gridCol>
                  </a:tblGrid>
                  <a:tr h="481965">
                    <a:tc>
                      <a:txBody>
                        <a:bodyPr/>
                        <a:lstStyle/>
                        <a:p>
                          <a:endParaRPr lang="en-US"/>
                        </a:p>
                      </a:txBody>
                      <a:tcPr>
                        <a:blipFill>
                          <a:blip r:embed="rId3"/>
                          <a:stretch>
                            <a:fillRect l="-269" t="-10127" r="-200806" b="-383544"/>
                          </a:stretch>
                        </a:blipFill>
                      </a:tcPr>
                    </a:tc>
                    <a:tc>
                      <a:txBody>
                        <a:bodyPr/>
                        <a:lstStyle/>
                        <a:p>
                          <a:endParaRPr lang="en-US"/>
                        </a:p>
                      </a:txBody>
                      <a:tcPr>
                        <a:blipFill>
                          <a:blip r:embed="rId3"/>
                          <a:stretch>
                            <a:fillRect l="-100000" t="-10127" r="-100268" b="-383544"/>
                          </a:stretch>
                        </a:blipFill>
                      </a:tcPr>
                    </a:tc>
                    <a:tc>
                      <a:txBody>
                        <a:bodyPr/>
                        <a:lstStyle/>
                        <a:p>
                          <a:pPr algn="ctr"/>
                          <a:r>
                            <a:rPr lang="en-CA" sz="2400" dirty="0">
                              <a:latin typeface="Nunito" pitchFamily="2" charset="0"/>
                            </a:rPr>
                            <a:t>What happens</a:t>
                          </a:r>
                        </a:p>
                      </a:txBody>
                      <a:tcPr/>
                    </a:tc>
                    <a:extLst>
                      <a:ext uri="{0D108BD9-81ED-4DB2-BD59-A6C34878D82A}">
                        <a16:rowId xmlns:a16="http://schemas.microsoft.com/office/drawing/2014/main" val="2608454434"/>
                      </a:ext>
                    </a:extLst>
                  </a:tr>
                  <a:tr h="45720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2100689059"/>
                      </a:ext>
                    </a:extLst>
                  </a:tr>
                  <a:tr h="457200">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1709977162"/>
                      </a:ext>
                    </a:extLst>
                  </a:tr>
                  <a:tr h="457200">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extLst>
                      <a:ext uri="{0D108BD9-81ED-4DB2-BD59-A6C34878D82A}">
                        <a16:rowId xmlns:a16="http://schemas.microsoft.com/office/drawing/2014/main" val="2456624413"/>
                      </a:ext>
                    </a:extLst>
                  </a:tr>
                  <a:tr h="457200">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extLst>
                      <a:ext uri="{0D108BD9-81ED-4DB2-BD59-A6C34878D82A}">
                        <a16:rowId xmlns:a16="http://schemas.microsoft.com/office/drawing/2014/main" val="3735822544"/>
                      </a:ext>
                    </a:extLst>
                  </a:tr>
                </a:tbl>
              </a:graphicData>
            </a:graphic>
          </p:graphicFrame>
        </mc:Fallback>
      </mc:AlternateContent>
    </p:spTree>
    <p:extLst>
      <p:ext uri="{BB962C8B-B14F-4D97-AF65-F5344CB8AC3E}">
        <p14:creationId xmlns:p14="http://schemas.microsoft.com/office/powerpoint/2010/main" val="239594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7A8D-82F9-3F98-DF85-F77D0A02D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C4607-6E5D-B47E-8E02-8CDF25A32972}"/>
              </a:ext>
            </a:extLst>
          </p:cNvPr>
          <p:cNvSpPr>
            <a:spLocks noGrp="1"/>
          </p:cNvSpPr>
          <p:nvPr>
            <p:ph type="title"/>
          </p:nvPr>
        </p:nvSpPr>
        <p:spPr/>
        <p:txBody>
          <a:bodyPr/>
          <a:lstStyle/>
          <a:p>
            <a:r>
              <a:rPr lang="en-CA" dirty="0"/>
              <a:t>Perceptron: Learning</a:t>
            </a:r>
          </a:p>
        </p:txBody>
      </p:sp>
      <p:sp>
        <p:nvSpPr>
          <p:cNvPr id="4" name="Slide Number Placeholder 3">
            <a:extLst>
              <a:ext uri="{FF2B5EF4-FFF2-40B4-BE49-F238E27FC236}">
                <a16:creationId xmlns:a16="http://schemas.microsoft.com/office/drawing/2014/main" id="{DCA98C49-2A5A-A8B8-FDDC-C320F9CF3AD2}"/>
              </a:ext>
            </a:extLst>
          </p:cNvPr>
          <p:cNvSpPr>
            <a:spLocks noGrp="1"/>
          </p:cNvSpPr>
          <p:nvPr>
            <p:ph type="sldNum" sz="quarter" idx="12"/>
          </p:nvPr>
        </p:nvSpPr>
        <p:spPr/>
        <p:txBody>
          <a:bodyPr/>
          <a:lstStyle/>
          <a:p>
            <a:fld id="{A36FF760-4833-4FC2-9C74-46CD274694B2}" type="slidenum">
              <a:rPr lang="en-CA" smtClean="0"/>
              <a:pPr/>
              <a:t>23</a:t>
            </a:fld>
            <a:endParaRPr lang="en-CA"/>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9391D685-4830-6A30-726B-1CD8DA23C97D}"/>
                  </a:ext>
                </a:extLst>
              </p:cNvPr>
              <p:cNvSpPr txBox="1">
                <a:spLocks noGrp="1"/>
              </p:cNvSpPr>
              <p:nvPr>
                <p:ph idx="1"/>
              </p:nvPr>
            </p:nvSpPr>
            <p:spPr>
              <a:xfrm>
                <a:off x="404813" y="1325563"/>
                <a:ext cx="11382375" cy="2546338"/>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m:rPr>
                          <m:sty m:val="p"/>
                        </m:rPr>
                        <a:rPr lang="en-CA" sz="2800" b="0" i="0" smtClean="0">
                          <a:latin typeface="Cambria Math" panose="02040503050406030204" pitchFamily="18" charset="0"/>
                        </a:rPr>
                        <m:t>perceptron</m:t>
                      </m:r>
                      <m:d>
                        <m:dPr>
                          <m:ctrlPr>
                            <a:rPr lang="en-CA" sz="2800" b="0" i="0" smtClean="0">
                              <a:latin typeface="Cambria Math" panose="02040503050406030204" pitchFamily="18" charset="0"/>
                            </a:rPr>
                          </m:ctrlPr>
                        </m:dPr>
                        <m:e>
                          <m:r>
                            <a:rPr lang="en-CA" sz="2800" b="1" i="1" smtClean="0">
                              <a:latin typeface="Cambria Math" panose="02040503050406030204" pitchFamily="18" charset="0"/>
                            </a:rPr>
                            <m:t>𝒙</m:t>
                          </m:r>
                          <m:r>
                            <a:rPr lang="en-CA" sz="2800" b="0" i="1" smtClean="0">
                              <a:latin typeface="Cambria Math" panose="02040503050406030204" pitchFamily="18" charset="0"/>
                            </a:rPr>
                            <m:t>;</m:t>
                          </m:r>
                          <m:r>
                            <a:rPr lang="en-CA" sz="2800" b="1" i="1" smtClean="0">
                              <a:latin typeface="Cambria Math" panose="02040503050406030204" pitchFamily="18" charset="0"/>
                            </a:rPr>
                            <m:t>𝜽</m:t>
                          </m:r>
                        </m:e>
                      </m:d>
                      <m:r>
                        <a:rPr lang="en-CA" sz="2800" b="0" i="1" smtClean="0">
                          <a:latin typeface="Cambria Math" panose="02040503050406030204" pitchFamily="18" charset="0"/>
                        </a:rPr>
                        <m:t>=</m:t>
                      </m:r>
                      <m:r>
                        <m:rPr>
                          <m:sty m:val="p"/>
                        </m:rPr>
                        <a:rPr lang="en-CA" sz="2800" b="0" i="0" smtClean="0">
                          <a:latin typeface="Cambria Math" panose="02040503050406030204" pitchFamily="18" charset="0"/>
                        </a:rPr>
                        <m:t>step</m:t>
                      </m:r>
                      <m:d>
                        <m:dPr>
                          <m:ctrlPr>
                            <a:rPr lang="en-CA" sz="2800" b="0" i="0" smtClean="0">
                              <a:latin typeface="Cambria Math" panose="02040503050406030204" pitchFamily="18" charset="0"/>
                            </a:rPr>
                          </m:ctrlPr>
                        </m:dPr>
                        <m:e>
                          <m:sSup>
                            <m:sSupPr>
                              <m:ctrlPr>
                                <a:rPr lang="en-CA" sz="2800" b="0" i="1" smtClean="0">
                                  <a:latin typeface="Cambria Math" panose="02040503050406030204" pitchFamily="18" charset="0"/>
                                </a:rPr>
                              </m:ctrlPr>
                            </m:sSupPr>
                            <m:e>
                              <m:r>
                                <a:rPr lang="en-CA" sz="2800" b="1" i="1" smtClean="0">
                                  <a:latin typeface="Cambria Math" panose="02040503050406030204" pitchFamily="18" charset="0"/>
                                </a:rPr>
                                <m:t>𝜽</m:t>
                              </m:r>
                            </m:e>
                            <m:sup>
                              <m:r>
                                <a:rPr lang="en-CA" sz="2800" b="0" i="1" smtClean="0">
                                  <a:latin typeface="Cambria Math" panose="02040503050406030204" pitchFamily="18" charset="0"/>
                                </a:rPr>
                                <m:t>𝑇</m:t>
                              </m:r>
                            </m:sup>
                          </m:sSup>
                          <m:r>
                            <a:rPr lang="en-CA" sz="2800" b="1" i="1" smtClean="0">
                              <a:latin typeface="Cambria Math" panose="02040503050406030204" pitchFamily="18" charset="0"/>
                            </a:rPr>
                            <m:t>𝒙</m:t>
                          </m:r>
                        </m:e>
                      </m:d>
                    </m:oMath>
                  </m:oMathPara>
                </a14:m>
                <a:endParaRPr lang="en-CA" sz="1400" b="1" dirty="0"/>
              </a:p>
              <a:p>
                <a:pPr marL="0" indent="0">
                  <a:buNone/>
                </a:pPr>
                <a:endParaRPr lang="en-CA" sz="1400" b="1" dirty="0"/>
              </a:p>
              <a:p>
                <a:pPr marL="0" indent="0">
                  <a:buNone/>
                </a:pPr>
                <a:endParaRPr lang="en-CA" sz="1400" b="1" dirty="0"/>
              </a:p>
              <a:p>
                <a:pPr marL="0" indent="0">
                  <a:buNone/>
                </a:pPr>
                <a:r>
                  <a:rPr lang="en-CA" dirty="0"/>
                  <a:t>Predict the label: </a:t>
                </a:r>
                <a14:m>
                  <m:oMath xmlns:m="http://schemas.openxmlformats.org/officeDocument/2006/math">
                    <m:sSup>
                      <m:sSupPr>
                        <m:ctrlPr>
                          <a:rPr lang="en-CA" i="1">
                            <a:latin typeface="Cambria Math" panose="02040503050406030204" pitchFamily="18" charset="0"/>
                          </a:rPr>
                        </m:ctrlPr>
                      </m:sSup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p>
                        <m:d>
                          <m:dPr>
                            <m:ctrlPr>
                              <a:rPr lang="en-CA" i="1">
                                <a:latin typeface="Cambria Math" panose="02040503050406030204" pitchFamily="18" charset="0"/>
                              </a:rPr>
                            </m:ctrlPr>
                          </m:dPr>
                          <m:e>
                            <m:r>
                              <a:rPr lang="en-CA" i="1">
                                <a:latin typeface="Cambria Math" panose="02040503050406030204" pitchFamily="18" charset="0"/>
                              </a:rPr>
                              <m:t>𝑖</m:t>
                            </m:r>
                          </m:e>
                        </m:d>
                      </m:sup>
                    </m:sSup>
                    <m:r>
                      <a:rPr lang="en-CA" i="1">
                        <a:latin typeface="Cambria Math" panose="02040503050406030204" pitchFamily="18" charset="0"/>
                      </a:rPr>
                      <m:t>=</m:t>
                    </m:r>
                    <m:r>
                      <m:rPr>
                        <m:sty m:val="p"/>
                      </m:rPr>
                      <a:rPr lang="en-CA">
                        <a:latin typeface="Cambria Math" panose="02040503050406030204" pitchFamily="18" charset="0"/>
                      </a:rPr>
                      <m:t>perceptron</m:t>
                    </m:r>
                    <m:d>
                      <m:dPr>
                        <m:ctrlPr>
                          <a:rPr lang="en-CA" b="1" i="1">
                            <a:latin typeface="Cambria Math" panose="02040503050406030204" pitchFamily="18" charset="0"/>
                          </a:rPr>
                        </m:ctrlPr>
                      </m:dPr>
                      <m:e>
                        <m:sSup>
                          <m:sSupPr>
                            <m:ctrlPr>
                              <a:rPr lang="en-CA" i="1">
                                <a:latin typeface="Cambria Math" panose="02040503050406030204" pitchFamily="18" charset="0"/>
                              </a:rPr>
                            </m:ctrlPr>
                          </m:sSupPr>
                          <m:e>
                            <m:r>
                              <a:rPr lang="en-CA" b="1" i="1">
                                <a:latin typeface="Cambria Math" panose="02040503050406030204" pitchFamily="18" charset="0"/>
                              </a:rPr>
                              <m:t>𝒙</m:t>
                            </m:r>
                          </m:e>
                          <m:sup>
                            <m:r>
                              <a:rPr lang="en-CA" i="1">
                                <a:latin typeface="Cambria Math" panose="02040503050406030204" pitchFamily="18" charset="0"/>
                              </a:rPr>
                              <m:t>(</m:t>
                            </m:r>
                            <m:r>
                              <a:rPr lang="en-CA" i="1">
                                <a:latin typeface="Cambria Math" panose="02040503050406030204" pitchFamily="18" charset="0"/>
                              </a:rPr>
                              <m:t>𝑖</m:t>
                            </m:r>
                            <m:r>
                              <a:rPr lang="en-CA" i="1">
                                <a:latin typeface="Cambria Math" panose="02040503050406030204" pitchFamily="18" charset="0"/>
                              </a:rPr>
                              <m:t>)</m:t>
                            </m:r>
                          </m:sup>
                        </m:sSup>
                        <m:r>
                          <a:rPr lang="en-CA" b="1" i="1">
                            <a:latin typeface="Cambria Math" panose="02040503050406030204" pitchFamily="18" charset="0"/>
                          </a:rPr>
                          <m:t>;</m:t>
                        </m:r>
                        <m:r>
                          <a:rPr lang="en-CA" b="1" i="1">
                            <a:latin typeface="Cambria Math" panose="02040503050406030204" pitchFamily="18" charset="0"/>
                          </a:rPr>
                          <m:t>𝜽</m:t>
                        </m:r>
                      </m:e>
                    </m:d>
                  </m:oMath>
                </a14:m>
                <a:endParaRPr lang="en-CA" b="1" dirty="0"/>
              </a:p>
              <a:p>
                <a:pPr marL="0" indent="0">
                  <a:buNone/>
                </a:pPr>
                <a:r>
                  <a:rPr lang="en-CA" dirty="0"/>
                  <a:t>Update weights: </a:t>
                </a:r>
                <a14:m>
                  <m:oMath xmlns:m="http://schemas.openxmlformats.org/officeDocument/2006/math">
                    <m:r>
                      <a:rPr lang="en-CA" b="1" i="1" smtClean="0">
                        <a:latin typeface="Cambria Math" panose="02040503050406030204" pitchFamily="18" charset="0"/>
                      </a:rPr>
                      <m:t>𝜽</m:t>
                    </m:r>
                    <m:r>
                      <a:rPr lang="en-CA" b="0" i="1" smtClean="0">
                        <a:latin typeface="Cambria Math" panose="02040503050406030204" pitchFamily="18" charset="0"/>
                      </a:rPr>
                      <m:t>=</m:t>
                    </m:r>
                    <m:r>
                      <a:rPr lang="en-CA" b="1" i="1" smtClean="0">
                        <a:latin typeface="Cambria Math" panose="02040503050406030204" pitchFamily="18" charset="0"/>
                      </a:rPr>
                      <m:t>𝜽</m:t>
                    </m:r>
                    <m:r>
                      <a:rPr lang="en-CA" b="0" i="1" smtClean="0">
                        <a:latin typeface="Cambria Math" panose="02040503050406030204" pitchFamily="18" charset="0"/>
                      </a:rPr>
                      <m:t>+</m:t>
                    </m:r>
                    <m:r>
                      <a:rPr lang="en-CA" b="0" i="1" smtClean="0">
                        <a:latin typeface="Cambria Math" panose="02040503050406030204" pitchFamily="18" charset="0"/>
                      </a:rPr>
                      <m:t>𝜂</m:t>
                    </m:r>
                    <m:r>
                      <a:rPr lang="en-CA" b="0" i="1" smtClean="0">
                        <a:latin typeface="Cambria Math" panose="02040503050406030204" pitchFamily="18" charset="0"/>
                      </a:rPr>
                      <m:t>⋅</m:t>
                    </m:r>
                    <m:d>
                      <m:dPr>
                        <m:ctrlPr>
                          <a:rPr lang="en-CA" b="0" i="1" smtClean="0">
                            <a:latin typeface="Cambria Math" panose="02040503050406030204" pitchFamily="18" charset="0"/>
                          </a:rPr>
                        </m:ctrlPr>
                      </m:dPr>
                      <m:e>
                        <m:sSup>
                          <m:sSupPr>
                            <m:ctrlPr>
                              <a:rPr lang="en-CA" b="0" i="1" smtClean="0">
                                <a:latin typeface="Cambria Math" panose="02040503050406030204" pitchFamily="18" charset="0"/>
                              </a:rPr>
                            </m:ctrlPr>
                          </m:sSupPr>
                          <m:e>
                            <m:r>
                              <a:rPr lang="en-CA" b="0" i="1" smtClean="0">
                                <a:latin typeface="Cambria Math" panose="02040503050406030204" pitchFamily="18" charset="0"/>
                              </a:rPr>
                              <m:t>𝑦</m:t>
                            </m:r>
                          </m:e>
                          <m:sup>
                            <m:d>
                              <m:dPr>
                                <m:ctrlPr>
                                  <a:rPr lang="en-CA" b="0" i="1" smtClean="0">
                                    <a:latin typeface="Cambria Math" panose="02040503050406030204" pitchFamily="18" charset="0"/>
                                  </a:rPr>
                                </m:ctrlPr>
                              </m:dPr>
                              <m:e>
                                <m:r>
                                  <a:rPr lang="en-CA" b="0" i="1" smtClean="0">
                                    <a:latin typeface="Cambria Math" panose="02040503050406030204" pitchFamily="18" charset="0"/>
                                  </a:rPr>
                                  <m:t>𝑖</m:t>
                                </m:r>
                              </m:e>
                            </m:d>
                          </m:sup>
                        </m:sSup>
                        <m:r>
                          <a:rPr lang="en-CA" b="0" i="1" smtClean="0">
                            <a:latin typeface="Cambria Math" panose="02040503050406030204" pitchFamily="18" charset="0"/>
                          </a:rPr>
                          <m:t>−</m:t>
                        </m:r>
                        <m:sSup>
                          <m:sSupPr>
                            <m:ctrlPr>
                              <a:rPr lang="en-CA" i="1">
                                <a:latin typeface="Cambria Math" panose="02040503050406030204" pitchFamily="18" charset="0"/>
                              </a:rPr>
                            </m:ctrlPr>
                          </m:sSup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p>
                            <m:d>
                              <m:dPr>
                                <m:ctrlPr>
                                  <a:rPr lang="en-CA" i="1">
                                    <a:latin typeface="Cambria Math" panose="02040503050406030204" pitchFamily="18" charset="0"/>
                                  </a:rPr>
                                </m:ctrlPr>
                              </m:dPr>
                              <m:e>
                                <m:r>
                                  <a:rPr lang="en-CA" i="1">
                                    <a:latin typeface="Cambria Math" panose="02040503050406030204" pitchFamily="18" charset="0"/>
                                  </a:rPr>
                                  <m:t>𝑖</m:t>
                                </m:r>
                              </m:e>
                            </m:d>
                          </m:sup>
                        </m:sSup>
                      </m:e>
                    </m:d>
                    <m:sSup>
                      <m:sSupPr>
                        <m:ctrlPr>
                          <a:rPr lang="en-CA" i="1">
                            <a:latin typeface="Cambria Math" panose="02040503050406030204" pitchFamily="18" charset="0"/>
                          </a:rPr>
                        </m:ctrlPr>
                      </m:sSupPr>
                      <m:e>
                        <m:r>
                          <a:rPr lang="en-CA" b="1" i="1">
                            <a:latin typeface="Cambria Math" panose="02040503050406030204" pitchFamily="18" charset="0"/>
                          </a:rPr>
                          <m:t>𝒙</m:t>
                        </m:r>
                      </m:e>
                      <m:sup>
                        <m:d>
                          <m:dPr>
                            <m:ctrlPr>
                              <a:rPr lang="en-CA" i="1">
                                <a:latin typeface="Cambria Math" panose="02040503050406030204" pitchFamily="18" charset="0"/>
                              </a:rPr>
                            </m:ctrlPr>
                          </m:dPr>
                          <m:e>
                            <m:r>
                              <a:rPr lang="en-CA" i="1">
                                <a:latin typeface="Cambria Math" panose="02040503050406030204" pitchFamily="18" charset="0"/>
                              </a:rPr>
                              <m:t>𝑖</m:t>
                            </m:r>
                          </m:e>
                        </m:d>
                      </m:sup>
                    </m:sSup>
                  </m:oMath>
                </a14:m>
                <a:endParaRPr lang="en-CA" dirty="0"/>
              </a:p>
            </p:txBody>
          </p:sp>
        </mc:Choice>
        <mc:Fallback>
          <p:sp>
            <p:nvSpPr>
              <p:cNvPr id="5" name="Content Placeholder 4">
                <a:extLst>
                  <a:ext uri="{FF2B5EF4-FFF2-40B4-BE49-F238E27FC236}">
                    <a16:creationId xmlns:a16="http://schemas.microsoft.com/office/drawing/2014/main" id="{9391D685-4830-6A30-726B-1CD8DA23C97D}"/>
                  </a:ext>
                </a:extLst>
              </p:cNvPr>
              <p:cNvSpPr txBox="1">
                <a:spLocks noGrp="1" noRot="1" noChangeAspect="1" noMove="1" noResize="1" noEditPoints="1" noAdjustHandles="1" noChangeArrowheads="1" noChangeShapeType="1" noTextEdit="1"/>
              </p:cNvSpPr>
              <p:nvPr>
                <p:ph idx="1"/>
              </p:nvPr>
            </p:nvSpPr>
            <p:spPr>
              <a:xfrm>
                <a:off x="404813" y="1325563"/>
                <a:ext cx="11382375" cy="2546338"/>
              </a:xfrm>
              <a:prstGeom prst="rect">
                <a:avLst/>
              </a:prstGeom>
              <a:blipFill>
                <a:blip r:embed="rId2"/>
                <a:stretch>
                  <a:fillRect l="-803" b="-1435"/>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48C8E7CC-3179-82DA-2C16-ADFDB0E65DB9}"/>
                  </a:ext>
                </a:extLst>
              </p:cNvPr>
              <p:cNvGraphicFramePr>
                <a:graphicFrameLocks noGrp="1"/>
              </p:cNvGraphicFramePr>
              <p:nvPr>
                <p:extLst>
                  <p:ext uri="{D42A27DB-BD31-4B8C-83A1-F6EECF244321}">
                    <p14:modId xmlns:p14="http://schemas.microsoft.com/office/powerpoint/2010/main" val="1059754954"/>
                  </p:ext>
                </p:extLst>
              </p:nvPr>
            </p:nvGraphicFramePr>
            <p:xfrm>
              <a:off x="3179337" y="4117072"/>
              <a:ext cx="6804723" cy="2335530"/>
            </p:xfrm>
            <a:graphic>
              <a:graphicData uri="http://schemas.openxmlformats.org/drawingml/2006/table">
                <a:tbl>
                  <a:tblPr bandRow="1">
                    <a:tableStyleId>{5C22544A-7EE6-4342-B048-85BDC9FD1C3A}</a:tableStyleId>
                  </a:tblPr>
                  <a:tblGrid>
                    <a:gridCol w="2268241">
                      <a:extLst>
                        <a:ext uri="{9D8B030D-6E8A-4147-A177-3AD203B41FA5}">
                          <a16:colId xmlns:a16="http://schemas.microsoft.com/office/drawing/2014/main" val="2426158562"/>
                        </a:ext>
                      </a:extLst>
                    </a:gridCol>
                    <a:gridCol w="2268241">
                      <a:extLst>
                        <a:ext uri="{9D8B030D-6E8A-4147-A177-3AD203B41FA5}">
                          <a16:colId xmlns:a16="http://schemas.microsoft.com/office/drawing/2014/main" val="3059607817"/>
                        </a:ext>
                      </a:extLst>
                    </a:gridCol>
                    <a:gridCol w="2268241">
                      <a:extLst>
                        <a:ext uri="{9D8B030D-6E8A-4147-A177-3AD203B41FA5}">
                          <a16:colId xmlns:a16="http://schemas.microsoft.com/office/drawing/2014/main" val="378192853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𝑦</m:t>
                                    </m:r>
                                  </m:e>
                                  <m:sup>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𝑖</m:t>
                                        </m:r>
                                      </m:e>
                                    </m:d>
                                  </m:sup>
                                </m:sSup>
                              </m:oMath>
                            </m:oMathPara>
                          </a14:m>
                          <a:endParaRPr lang="en-CA" sz="2400" dirty="0">
                            <a:latin typeface="Nunito" pitchFamily="2"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CA" sz="2400" b="0" i="1" smtClean="0">
                                        <a:latin typeface="Cambria Math" panose="02040503050406030204" pitchFamily="18" charset="0"/>
                                      </a:rPr>
                                    </m:ctrlPr>
                                  </m:sSupPr>
                                  <m:e>
                                    <m:acc>
                                      <m:accPr>
                                        <m:chr m:val="̂"/>
                                        <m:ctrlPr>
                                          <a:rPr lang="en-CA" sz="2400" b="0" i="1" smtClean="0">
                                            <a:latin typeface="Cambria Math" panose="02040503050406030204" pitchFamily="18" charset="0"/>
                                          </a:rPr>
                                        </m:ctrlPr>
                                      </m:accPr>
                                      <m:e>
                                        <m:r>
                                          <a:rPr lang="en-CA" sz="2400" b="0" i="1" smtClean="0">
                                            <a:latin typeface="Cambria Math" panose="02040503050406030204" pitchFamily="18" charset="0"/>
                                          </a:rPr>
                                          <m:t>𝑦</m:t>
                                        </m:r>
                                      </m:e>
                                    </m:acc>
                                  </m:e>
                                  <m:sup>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𝑖</m:t>
                                        </m:r>
                                      </m:e>
                                    </m:d>
                                  </m:sup>
                                </m:sSup>
                              </m:oMath>
                            </m:oMathPara>
                          </a14:m>
                          <a:endParaRPr lang="en-CA" sz="2400" dirty="0">
                            <a:latin typeface="Nunito" pitchFamily="2" charset="0"/>
                          </a:endParaRPr>
                        </a:p>
                      </a:txBody>
                      <a:tcPr/>
                    </a:tc>
                    <a:tc>
                      <a:txBody>
                        <a:bodyPr/>
                        <a:lstStyle/>
                        <a:p>
                          <a:pPr algn="ctr"/>
                          <a:r>
                            <a:rPr lang="en-CA" sz="2400" dirty="0">
                              <a:latin typeface="Nunito" pitchFamily="2" charset="0"/>
                            </a:rPr>
                            <a:t>What happens</a:t>
                          </a:r>
                        </a:p>
                      </a:txBody>
                      <a:tcPr/>
                    </a:tc>
                    <a:extLst>
                      <a:ext uri="{0D108BD9-81ED-4DB2-BD59-A6C34878D82A}">
                        <a16:rowId xmlns:a16="http://schemas.microsoft.com/office/drawing/2014/main" val="2608454434"/>
                      </a:ext>
                    </a:extLst>
                  </a:tr>
                  <a:tr h="37084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2100689059"/>
                      </a:ext>
                    </a:extLst>
                  </a:tr>
                  <a:tr h="370840">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1709977162"/>
                      </a:ext>
                    </a:extLst>
                  </a:tr>
                  <a:tr h="37084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1</a:t>
                          </a:r>
                        </a:p>
                      </a:txBody>
                      <a:tcPr/>
                    </a:tc>
                    <a:tc>
                      <a:txBody>
                        <a:bodyPr/>
                        <a:lstStyle/>
                        <a:p>
                          <a:pPr algn="ctr"/>
                          <a14:m>
                            <m:oMathPara xmlns:m="http://schemas.openxmlformats.org/officeDocument/2006/math">
                              <m:oMathParaPr>
                                <m:jc m:val="centerGroup"/>
                              </m:oMathParaPr>
                              <m:oMath xmlns:m="http://schemas.openxmlformats.org/officeDocument/2006/math">
                                <m:r>
                                  <a:rPr lang="en-CA" sz="2400" b="1" i="1" smtClean="0">
                                    <a:latin typeface="Cambria Math" panose="02040503050406030204" pitchFamily="18" charset="0"/>
                                  </a:rPr>
                                  <m:t>𝜽</m:t>
                                </m:r>
                                <m:r>
                                  <a:rPr lang="en-CA" sz="2400" b="1" i="1" smtClean="0">
                                    <a:latin typeface="Cambria Math" panose="02040503050406030204" pitchFamily="18" charset="0"/>
                                  </a:rPr>
                                  <m:t>=</m:t>
                                </m:r>
                                <m:r>
                                  <a:rPr lang="en-CA" sz="2400" b="1" i="1" smtClean="0">
                                    <a:latin typeface="Cambria Math" panose="02040503050406030204" pitchFamily="18" charset="0"/>
                                  </a:rPr>
                                  <m:t>𝜽</m:t>
                                </m:r>
                                <m:r>
                                  <a:rPr lang="en-CA" sz="2400" b="1" i="1" smtClean="0">
                                    <a:latin typeface="Cambria Math" panose="02040503050406030204" pitchFamily="18" charset="0"/>
                                  </a:rPr>
                                  <m:t>−</m:t>
                                </m:r>
                                <m:r>
                                  <a:rPr lang="en-CA" sz="2400" b="0" i="1" smtClean="0">
                                    <a:latin typeface="Cambria Math" panose="02040503050406030204" pitchFamily="18" charset="0"/>
                                  </a:rPr>
                                  <m:t>𝜂</m:t>
                                </m:r>
                                <m:sSup>
                                  <m:sSupPr>
                                    <m:ctrlPr>
                                      <a:rPr lang="en-CA" sz="2400" i="1" smtClean="0">
                                        <a:latin typeface="Cambria Math" panose="02040503050406030204" pitchFamily="18" charset="0"/>
                                      </a:rPr>
                                    </m:ctrlPr>
                                  </m:sSupPr>
                                  <m:e>
                                    <m:r>
                                      <a:rPr lang="en-CA" sz="2400" b="1" i="1">
                                        <a:latin typeface="Cambria Math" panose="02040503050406030204" pitchFamily="18" charset="0"/>
                                      </a:rPr>
                                      <m:t>𝒙</m:t>
                                    </m:r>
                                  </m:e>
                                  <m:sup>
                                    <m:d>
                                      <m:dPr>
                                        <m:ctrlPr>
                                          <a:rPr lang="en-CA" sz="2400" i="1">
                                            <a:latin typeface="Cambria Math" panose="02040503050406030204" pitchFamily="18" charset="0"/>
                                          </a:rPr>
                                        </m:ctrlPr>
                                      </m:dPr>
                                      <m:e>
                                        <m:r>
                                          <a:rPr lang="en-CA" sz="2400" i="1">
                                            <a:latin typeface="Cambria Math" panose="02040503050406030204" pitchFamily="18" charset="0"/>
                                          </a:rPr>
                                          <m:t>𝑖</m:t>
                                        </m:r>
                                      </m:e>
                                    </m:d>
                                  </m:sup>
                                </m:sSup>
                              </m:oMath>
                            </m:oMathPara>
                          </a14:m>
                          <a:endParaRPr lang="en-CA" sz="2400" dirty="0">
                            <a:latin typeface="Nunito" pitchFamily="2" charset="0"/>
                          </a:endParaRPr>
                        </a:p>
                      </a:txBody>
                      <a:tcPr/>
                    </a:tc>
                    <a:extLst>
                      <a:ext uri="{0D108BD9-81ED-4DB2-BD59-A6C34878D82A}">
                        <a16:rowId xmlns:a16="http://schemas.microsoft.com/office/drawing/2014/main" val="2456624413"/>
                      </a:ext>
                    </a:extLst>
                  </a:tr>
                  <a:tr h="370840">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2400" dirty="0">
                            <a:latin typeface="Nunito" pitchFamily="2" charset="0"/>
                          </a:endParaRPr>
                        </a:p>
                      </a:txBody>
                      <a:tcPr/>
                    </a:tc>
                    <a:extLst>
                      <a:ext uri="{0D108BD9-81ED-4DB2-BD59-A6C34878D82A}">
                        <a16:rowId xmlns:a16="http://schemas.microsoft.com/office/drawing/2014/main" val="3735822544"/>
                      </a:ext>
                    </a:extLst>
                  </a:tr>
                </a:tbl>
              </a:graphicData>
            </a:graphic>
          </p:graphicFrame>
        </mc:Choice>
        <mc:Fallback>
          <p:graphicFrame>
            <p:nvGraphicFramePr>
              <p:cNvPr id="6" name="Table 5">
                <a:extLst>
                  <a:ext uri="{FF2B5EF4-FFF2-40B4-BE49-F238E27FC236}">
                    <a16:creationId xmlns:a16="http://schemas.microsoft.com/office/drawing/2014/main" id="{48C8E7CC-3179-82DA-2C16-ADFDB0E65DB9}"/>
                  </a:ext>
                </a:extLst>
              </p:cNvPr>
              <p:cNvGraphicFramePr>
                <a:graphicFrameLocks noGrp="1"/>
              </p:cNvGraphicFramePr>
              <p:nvPr>
                <p:extLst>
                  <p:ext uri="{D42A27DB-BD31-4B8C-83A1-F6EECF244321}">
                    <p14:modId xmlns:p14="http://schemas.microsoft.com/office/powerpoint/2010/main" val="1059754954"/>
                  </p:ext>
                </p:extLst>
              </p:nvPr>
            </p:nvGraphicFramePr>
            <p:xfrm>
              <a:off x="3179337" y="4117072"/>
              <a:ext cx="6804723" cy="2335530"/>
            </p:xfrm>
            <a:graphic>
              <a:graphicData uri="http://schemas.openxmlformats.org/drawingml/2006/table">
                <a:tbl>
                  <a:tblPr bandRow="1">
                    <a:tableStyleId>{5C22544A-7EE6-4342-B048-85BDC9FD1C3A}</a:tableStyleId>
                  </a:tblPr>
                  <a:tblGrid>
                    <a:gridCol w="2268241">
                      <a:extLst>
                        <a:ext uri="{9D8B030D-6E8A-4147-A177-3AD203B41FA5}">
                          <a16:colId xmlns:a16="http://schemas.microsoft.com/office/drawing/2014/main" val="2426158562"/>
                        </a:ext>
                      </a:extLst>
                    </a:gridCol>
                    <a:gridCol w="2268241">
                      <a:extLst>
                        <a:ext uri="{9D8B030D-6E8A-4147-A177-3AD203B41FA5}">
                          <a16:colId xmlns:a16="http://schemas.microsoft.com/office/drawing/2014/main" val="3059607817"/>
                        </a:ext>
                      </a:extLst>
                    </a:gridCol>
                    <a:gridCol w="2268241">
                      <a:extLst>
                        <a:ext uri="{9D8B030D-6E8A-4147-A177-3AD203B41FA5}">
                          <a16:colId xmlns:a16="http://schemas.microsoft.com/office/drawing/2014/main" val="3781928533"/>
                        </a:ext>
                      </a:extLst>
                    </a:gridCol>
                  </a:tblGrid>
                  <a:tr h="481965">
                    <a:tc>
                      <a:txBody>
                        <a:bodyPr/>
                        <a:lstStyle/>
                        <a:p>
                          <a:endParaRPr lang="en-US"/>
                        </a:p>
                      </a:txBody>
                      <a:tcPr>
                        <a:blipFill>
                          <a:blip r:embed="rId3"/>
                          <a:stretch>
                            <a:fillRect l="-269" t="-10127" r="-200806" b="-388608"/>
                          </a:stretch>
                        </a:blipFill>
                      </a:tcPr>
                    </a:tc>
                    <a:tc>
                      <a:txBody>
                        <a:bodyPr/>
                        <a:lstStyle/>
                        <a:p>
                          <a:endParaRPr lang="en-US"/>
                        </a:p>
                      </a:txBody>
                      <a:tcPr>
                        <a:blipFill>
                          <a:blip r:embed="rId3"/>
                          <a:stretch>
                            <a:fillRect l="-100000" t="-10127" r="-100268" b="-388608"/>
                          </a:stretch>
                        </a:blipFill>
                      </a:tcPr>
                    </a:tc>
                    <a:tc>
                      <a:txBody>
                        <a:bodyPr/>
                        <a:lstStyle/>
                        <a:p>
                          <a:pPr algn="ctr"/>
                          <a:r>
                            <a:rPr lang="en-CA" sz="2400" dirty="0">
                              <a:latin typeface="Nunito" pitchFamily="2" charset="0"/>
                            </a:rPr>
                            <a:t>What happens</a:t>
                          </a:r>
                        </a:p>
                      </a:txBody>
                      <a:tcPr/>
                    </a:tc>
                    <a:extLst>
                      <a:ext uri="{0D108BD9-81ED-4DB2-BD59-A6C34878D82A}">
                        <a16:rowId xmlns:a16="http://schemas.microsoft.com/office/drawing/2014/main" val="2608454434"/>
                      </a:ext>
                    </a:extLst>
                  </a:tr>
                  <a:tr h="45720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2100689059"/>
                      </a:ext>
                    </a:extLst>
                  </a:tr>
                  <a:tr h="457200">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1709977162"/>
                      </a:ext>
                    </a:extLst>
                  </a:tr>
                  <a:tr h="481965">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1</a:t>
                          </a:r>
                        </a:p>
                      </a:txBody>
                      <a:tcPr/>
                    </a:tc>
                    <a:tc>
                      <a:txBody>
                        <a:bodyPr/>
                        <a:lstStyle/>
                        <a:p>
                          <a:endParaRPr lang="en-US"/>
                        </a:p>
                      </a:txBody>
                      <a:tcPr>
                        <a:blipFill>
                          <a:blip r:embed="rId3"/>
                          <a:stretch>
                            <a:fillRect l="-200538" t="-301266" r="-538" b="-97468"/>
                          </a:stretch>
                        </a:blipFill>
                      </a:tcPr>
                    </a:tc>
                    <a:extLst>
                      <a:ext uri="{0D108BD9-81ED-4DB2-BD59-A6C34878D82A}">
                        <a16:rowId xmlns:a16="http://schemas.microsoft.com/office/drawing/2014/main" val="2456624413"/>
                      </a:ext>
                    </a:extLst>
                  </a:tr>
                  <a:tr h="457200">
                    <a:tc>
                      <a:txBody>
                        <a:bodyPr/>
                        <a:lstStyle/>
                        <a:p>
                          <a:pPr algn="ctr"/>
                          <a:endParaRPr lang="en-CA" sz="2400" dirty="0">
                            <a:latin typeface="Nunito" pitchFamily="2" charset="0"/>
                          </a:endParaRPr>
                        </a:p>
                      </a:txBody>
                      <a:tcPr/>
                    </a:tc>
                    <a:tc>
                      <a:txBody>
                        <a:bodyPr/>
                        <a:lstStyle/>
                        <a:p>
                          <a:pPr algn="ctr"/>
                          <a:endParaRPr lang="en-CA" sz="2400" dirty="0">
                            <a:latin typeface="Nunito" pitchFamily="2"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CA" sz="2400" dirty="0">
                            <a:latin typeface="Nunito" pitchFamily="2" charset="0"/>
                          </a:endParaRPr>
                        </a:p>
                      </a:txBody>
                      <a:tcPr/>
                    </a:tc>
                    <a:extLst>
                      <a:ext uri="{0D108BD9-81ED-4DB2-BD59-A6C34878D82A}">
                        <a16:rowId xmlns:a16="http://schemas.microsoft.com/office/drawing/2014/main" val="3735822544"/>
                      </a:ext>
                    </a:extLst>
                  </a:tr>
                </a:tbl>
              </a:graphicData>
            </a:graphic>
          </p:graphicFrame>
        </mc:Fallback>
      </mc:AlternateContent>
    </p:spTree>
    <p:extLst>
      <p:ext uri="{BB962C8B-B14F-4D97-AF65-F5344CB8AC3E}">
        <p14:creationId xmlns:p14="http://schemas.microsoft.com/office/powerpoint/2010/main" val="1524349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2E10A-0C33-12F1-B6A4-5B0109778A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51B3D-67A7-F25D-279E-3BAF456D1197}"/>
              </a:ext>
            </a:extLst>
          </p:cNvPr>
          <p:cNvSpPr>
            <a:spLocks noGrp="1"/>
          </p:cNvSpPr>
          <p:nvPr>
            <p:ph type="title"/>
          </p:nvPr>
        </p:nvSpPr>
        <p:spPr/>
        <p:txBody>
          <a:bodyPr/>
          <a:lstStyle/>
          <a:p>
            <a:r>
              <a:rPr lang="en-CA" dirty="0"/>
              <a:t>Perceptron: Learning</a:t>
            </a:r>
          </a:p>
        </p:txBody>
      </p:sp>
      <p:sp>
        <p:nvSpPr>
          <p:cNvPr id="4" name="Slide Number Placeholder 3">
            <a:extLst>
              <a:ext uri="{FF2B5EF4-FFF2-40B4-BE49-F238E27FC236}">
                <a16:creationId xmlns:a16="http://schemas.microsoft.com/office/drawing/2014/main" id="{F6F6D5AE-CE4C-860E-E3F6-EBB50620B9F9}"/>
              </a:ext>
            </a:extLst>
          </p:cNvPr>
          <p:cNvSpPr>
            <a:spLocks noGrp="1"/>
          </p:cNvSpPr>
          <p:nvPr>
            <p:ph type="sldNum" sz="quarter" idx="12"/>
          </p:nvPr>
        </p:nvSpPr>
        <p:spPr/>
        <p:txBody>
          <a:bodyPr/>
          <a:lstStyle/>
          <a:p>
            <a:fld id="{A36FF760-4833-4FC2-9C74-46CD274694B2}" type="slidenum">
              <a:rPr lang="en-CA" smtClean="0"/>
              <a:pPr/>
              <a:t>24</a:t>
            </a:fld>
            <a:endParaRPr lang="en-CA"/>
          </a:p>
        </p:txBody>
      </p:sp>
      <mc:AlternateContent xmlns:mc="http://schemas.openxmlformats.org/markup-compatibility/2006">
        <mc:Choice xmlns:a14="http://schemas.microsoft.com/office/drawing/2010/main" Requires="a14">
          <p:sp>
            <p:nvSpPr>
              <p:cNvPr id="5" name="Content Placeholder 4">
                <a:extLst>
                  <a:ext uri="{FF2B5EF4-FFF2-40B4-BE49-F238E27FC236}">
                    <a16:creationId xmlns:a16="http://schemas.microsoft.com/office/drawing/2014/main" id="{728619F1-4F47-EE66-73BB-1CA2405B68B7}"/>
                  </a:ext>
                </a:extLst>
              </p:cNvPr>
              <p:cNvSpPr txBox="1">
                <a:spLocks noGrp="1"/>
              </p:cNvSpPr>
              <p:nvPr>
                <p:ph idx="1"/>
              </p:nvPr>
            </p:nvSpPr>
            <p:spPr>
              <a:xfrm>
                <a:off x="404813" y="1325563"/>
                <a:ext cx="11382375" cy="2546338"/>
              </a:xfrm>
              <a:prstGeom prst="rect">
                <a:avLst/>
              </a:prstGeom>
              <a:noFill/>
            </p:spPr>
            <p:txBody>
              <a:bodyPr wrap="square" rtlCol="0">
                <a:spAutoFit/>
              </a:bodyPr>
              <a:lstStyle/>
              <a:p>
                <a:pPr marL="0" indent="0">
                  <a:buNone/>
                </a:pPr>
                <a14:m>
                  <m:oMathPara xmlns:m="http://schemas.openxmlformats.org/officeDocument/2006/math">
                    <m:oMathParaPr>
                      <m:jc m:val="left"/>
                    </m:oMathParaPr>
                    <m:oMath xmlns:m="http://schemas.openxmlformats.org/officeDocument/2006/math">
                      <m:r>
                        <m:rPr>
                          <m:sty m:val="p"/>
                        </m:rPr>
                        <a:rPr lang="en-CA" sz="2800" b="0" i="0" smtClean="0">
                          <a:latin typeface="Cambria Math" panose="02040503050406030204" pitchFamily="18" charset="0"/>
                        </a:rPr>
                        <m:t>perceptron</m:t>
                      </m:r>
                      <m:d>
                        <m:dPr>
                          <m:ctrlPr>
                            <a:rPr lang="en-CA" sz="2800" b="0" i="0" smtClean="0">
                              <a:latin typeface="Cambria Math" panose="02040503050406030204" pitchFamily="18" charset="0"/>
                            </a:rPr>
                          </m:ctrlPr>
                        </m:dPr>
                        <m:e>
                          <m:r>
                            <a:rPr lang="en-CA" sz="2800" b="1" i="1" smtClean="0">
                              <a:latin typeface="Cambria Math" panose="02040503050406030204" pitchFamily="18" charset="0"/>
                            </a:rPr>
                            <m:t>𝒙</m:t>
                          </m:r>
                          <m:r>
                            <a:rPr lang="en-CA" sz="2800" b="0" i="1" smtClean="0">
                              <a:latin typeface="Cambria Math" panose="02040503050406030204" pitchFamily="18" charset="0"/>
                            </a:rPr>
                            <m:t>;</m:t>
                          </m:r>
                          <m:r>
                            <a:rPr lang="en-CA" sz="2800" b="1" i="1" smtClean="0">
                              <a:latin typeface="Cambria Math" panose="02040503050406030204" pitchFamily="18" charset="0"/>
                            </a:rPr>
                            <m:t>𝜽</m:t>
                          </m:r>
                        </m:e>
                      </m:d>
                      <m:r>
                        <a:rPr lang="en-CA" sz="2800" b="0" i="1" smtClean="0">
                          <a:latin typeface="Cambria Math" panose="02040503050406030204" pitchFamily="18" charset="0"/>
                        </a:rPr>
                        <m:t>=</m:t>
                      </m:r>
                      <m:r>
                        <m:rPr>
                          <m:sty m:val="p"/>
                        </m:rPr>
                        <a:rPr lang="en-CA" sz="2800" b="0" i="0" smtClean="0">
                          <a:latin typeface="Cambria Math" panose="02040503050406030204" pitchFamily="18" charset="0"/>
                        </a:rPr>
                        <m:t>step</m:t>
                      </m:r>
                      <m:d>
                        <m:dPr>
                          <m:ctrlPr>
                            <a:rPr lang="en-CA" sz="2800" b="0" i="0" smtClean="0">
                              <a:latin typeface="Cambria Math" panose="02040503050406030204" pitchFamily="18" charset="0"/>
                            </a:rPr>
                          </m:ctrlPr>
                        </m:dPr>
                        <m:e>
                          <m:sSup>
                            <m:sSupPr>
                              <m:ctrlPr>
                                <a:rPr lang="en-CA" sz="2800" b="0" i="1" smtClean="0">
                                  <a:latin typeface="Cambria Math" panose="02040503050406030204" pitchFamily="18" charset="0"/>
                                </a:rPr>
                              </m:ctrlPr>
                            </m:sSupPr>
                            <m:e>
                              <m:r>
                                <a:rPr lang="en-CA" sz="2800" b="1" i="1" smtClean="0">
                                  <a:latin typeface="Cambria Math" panose="02040503050406030204" pitchFamily="18" charset="0"/>
                                </a:rPr>
                                <m:t>𝜽</m:t>
                              </m:r>
                            </m:e>
                            <m:sup>
                              <m:r>
                                <a:rPr lang="en-CA" sz="2800" b="0" i="1" smtClean="0">
                                  <a:latin typeface="Cambria Math" panose="02040503050406030204" pitchFamily="18" charset="0"/>
                                </a:rPr>
                                <m:t>𝑇</m:t>
                              </m:r>
                            </m:sup>
                          </m:sSup>
                          <m:r>
                            <a:rPr lang="en-CA" sz="2800" b="1" i="1" smtClean="0">
                              <a:latin typeface="Cambria Math" panose="02040503050406030204" pitchFamily="18" charset="0"/>
                            </a:rPr>
                            <m:t>𝒙</m:t>
                          </m:r>
                        </m:e>
                      </m:d>
                    </m:oMath>
                  </m:oMathPara>
                </a14:m>
                <a:endParaRPr lang="en-CA" sz="1400" b="1" dirty="0"/>
              </a:p>
              <a:p>
                <a:pPr marL="0" indent="0">
                  <a:buNone/>
                </a:pPr>
                <a:endParaRPr lang="en-CA" sz="1400" b="1" dirty="0"/>
              </a:p>
              <a:p>
                <a:pPr marL="0" indent="0">
                  <a:buNone/>
                </a:pPr>
                <a:endParaRPr lang="en-CA" sz="1400" b="1" dirty="0"/>
              </a:p>
              <a:p>
                <a:pPr marL="0" indent="0">
                  <a:buNone/>
                </a:pPr>
                <a:r>
                  <a:rPr lang="en-CA" dirty="0"/>
                  <a:t>Predict the label: </a:t>
                </a:r>
                <a14:m>
                  <m:oMath xmlns:m="http://schemas.openxmlformats.org/officeDocument/2006/math">
                    <m:sSup>
                      <m:sSupPr>
                        <m:ctrlPr>
                          <a:rPr lang="en-CA" sz="2800" b="0" i="1" smtClean="0">
                            <a:latin typeface="Cambria Math" panose="02040503050406030204" pitchFamily="18" charset="0"/>
                          </a:rPr>
                        </m:ctrlPr>
                      </m:sSupPr>
                      <m:e>
                        <m:acc>
                          <m:accPr>
                            <m:chr m:val="̂"/>
                            <m:ctrlPr>
                              <a:rPr lang="en-CA" sz="2800" b="0" i="1" smtClean="0">
                                <a:latin typeface="Cambria Math" panose="02040503050406030204" pitchFamily="18" charset="0"/>
                              </a:rPr>
                            </m:ctrlPr>
                          </m:accPr>
                          <m:e>
                            <m:r>
                              <a:rPr lang="en-CA" sz="2800" b="0" i="1" smtClean="0">
                                <a:latin typeface="Cambria Math" panose="02040503050406030204" pitchFamily="18" charset="0"/>
                              </a:rPr>
                              <m:t>𝑦</m:t>
                            </m:r>
                          </m:e>
                        </m:acc>
                      </m:e>
                      <m:sup>
                        <m:d>
                          <m:dPr>
                            <m:ctrlPr>
                              <a:rPr lang="en-CA" sz="2800" b="0" i="1" smtClean="0">
                                <a:latin typeface="Cambria Math" panose="02040503050406030204" pitchFamily="18" charset="0"/>
                              </a:rPr>
                            </m:ctrlPr>
                          </m:dPr>
                          <m:e>
                            <m:r>
                              <a:rPr lang="en-CA" sz="2800" b="0" i="1" smtClean="0">
                                <a:latin typeface="Cambria Math" panose="02040503050406030204" pitchFamily="18" charset="0"/>
                              </a:rPr>
                              <m:t>𝑖</m:t>
                            </m:r>
                          </m:e>
                        </m:d>
                      </m:sup>
                    </m:sSup>
                    <m:r>
                      <a:rPr lang="en-CA" sz="2800" b="0" i="1" smtClean="0">
                        <a:latin typeface="Cambria Math" panose="02040503050406030204" pitchFamily="18" charset="0"/>
                      </a:rPr>
                      <m:t>=</m:t>
                    </m:r>
                    <m:r>
                      <m:rPr>
                        <m:sty m:val="p"/>
                      </m:rPr>
                      <a:rPr lang="en-CA" sz="2800" b="0" i="0" smtClean="0">
                        <a:latin typeface="Cambria Math" panose="02040503050406030204" pitchFamily="18" charset="0"/>
                      </a:rPr>
                      <m:t>perceptron</m:t>
                    </m:r>
                    <m:d>
                      <m:dPr>
                        <m:ctrlPr>
                          <a:rPr lang="en-CA" sz="2800" b="1" i="0" smtClean="0">
                            <a:latin typeface="Cambria Math" panose="02040503050406030204" pitchFamily="18" charset="0"/>
                          </a:rPr>
                        </m:ctrlPr>
                      </m:dPr>
                      <m:e>
                        <m:sSup>
                          <m:sSupPr>
                            <m:ctrlPr>
                              <a:rPr lang="en-CA" sz="2800" b="0" i="1" smtClean="0">
                                <a:latin typeface="Cambria Math" panose="02040503050406030204" pitchFamily="18" charset="0"/>
                              </a:rPr>
                            </m:ctrlPr>
                          </m:sSupPr>
                          <m:e>
                            <m:r>
                              <a:rPr lang="en-CA" sz="2800" b="1" i="1" smtClean="0">
                                <a:latin typeface="Cambria Math" panose="02040503050406030204" pitchFamily="18" charset="0"/>
                              </a:rPr>
                              <m:t>𝒙</m:t>
                            </m:r>
                          </m:e>
                          <m:sup>
                            <m:r>
                              <a:rPr lang="en-CA" sz="2800" b="0" i="1" smtClean="0">
                                <a:latin typeface="Cambria Math" panose="02040503050406030204" pitchFamily="18" charset="0"/>
                              </a:rPr>
                              <m:t>(</m:t>
                            </m:r>
                            <m:r>
                              <a:rPr lang="en-CA" sz="2800" b="0" i="1" smtClean="0">
                                <a:latin typeface="Cambria Math" panose="02040503050406030204" pitchFamily="18" charset="0"/>
                              </a:rPr>
                              <m:t>𝑖</m:t>
                            </m:r>
                            <m:r>
                              <a:rPr lang="en-CA" sz="2800" b="0" i="1" smtClean="0">
                                <a:latin typeface="Cambria Math" panose="02040503050406030204" pitchFamily="18" charset="0"/>
                              </a:rPr>
                              <m:t>)</m:t>
                            </m:r>
                          </m:sup>
                        </m:sSup>
                        <m:r>
                          <a:rPr lang="en-CA" sz="2800" b="1" i="1" smtClean="0">
                            <a:latin typeface="Cambria Math" panose="02040503050406030204" pitchFamily="18" charset="0"/>
                          </a:rPr>
                          <m:t>;</m:t>
                        </m:r>
                        <m:r>
                          <a:rPr lang="en-CA" sz="2800" b="1" i="1" smtClean="0">
                            <a:latin typeface="Cambria Math" panose="02040503050406030204" pitchFamily="18" charset="0"/>
                          </a:rPr>
                          <m:t>𝜽</m:t>
                        </m:r>
                      </m:e>
                    </m:d>
                  </m:oMath>
                </a14:m>
                <a:endParaRPr lang="en-CA" sz="2800" b="1" dirty="0"/>
              </a:p>
              <a:p>
                <a:pPr marL="0" indent="0">
                  <a:buNone/>
                </a:pPr>
                <a:r>
                  <a:rPr lang="en-CA" dirty="0"/>
                  <a:t>Update weights: </a:t>
                </a:r>
                <a14:m>
                  <m:oMath xmlns:m="http://schemas.openxmlformats.org/officeDocument/2006/math">
                    <m:r>
                      <a:rPr lang="en-CA" b="1" i="1" smtClean="0">
                        <a:latin typeface="Cambria Math" panose="02040503050406030204" pitchFamily="18" charset="0"/>
                      </a:rPr>
                      <m:t>𝜽</m:t>
                    </m:r>
                    <m:r>
                      <a:rPr lang="en-CA" b="0" i="1" smtClean="0">
                        <a:latin typeface="Cambria Math" panose="02040503050406030204" pitchFamily="18" charset="0"/>
                      </a:rPr>
                      <m:t>=</m:t>
                    </m:r>
                    <m:r>
                      <a:rPr lang="en-CA" b="1" i="1" smtClean="0">
                        <a:latin typeface="Cambria Math" panose="02040503050406030204" pitchFamily="18" charset="0"/>
                      </a:rPr>
                      <m:t>𝜽</m:t>
                    </m:r>
                    <m:r>
                      <a:rPr lang="en-CA" b="0" i="1" smtClean="0">
                        <a:latin typeface="Cambria Math" panose="02040503050406030204" pitchFamily="18" charset="0"/>
                      </a:rPr>
                      <m:t>+</m:t>
                    </m:r>
                    <m:r>
                      <a:rPr lang="en-CA" b="0" i="1" smtClean="0">
                        <a:latin typeface="Cambria Math" panose="02040503050406030204" pitchFamily="18" charset="0"/>
                      </a:rPr>
                      <m:t>𝜂</m:t>
                    </m:r>
                    <m:r>
                      <a:rPr lang="en-CA" b="0" i="1" smtClean="0">
                        <a:latin typeface="Cambria Math" panose="02040503050406030204" pitchFamily="18" charset="0"/>
                      </a:rPr>
                      <m:t>⋅</m:t>
                    </m:r>
                    <m:d>
                      <m:dPr>
                        <m:ctrlPr>
                          <a:rPr lang="en-CA" b="0" i="1" smtClean="0">
                            <a:latin typeface="Cambria Math" panose="02040503050406030204" pitchFamily="18" charset="0"/>
                          </a:rPr>
                        </m:ctrlPr>
                      </m:dPr>
                      <m:e>
                        <m:sSup>
                          <m:sSupPr>
                            <m:ctrlPr>
                              <a:rPr lang="en-CA" b="0" i="1" smtClean="0">
                                <a:latin typeface="Cambria Math" panose="02040503050406030204" pitchFamily="18" charset="0"/>
                              </a:rPr>
                            </m:ctrlPr>
                          </m:sSupPr>
                          <m:e>
                            <m:r>
                              <a:rPr lang="en-CA" b="0" i="1" smtClean="0">
                                <a:latin typeface="Cambria Math" panose="02040503050406030204" pitchFamily="18" charset="0"/>
                              </a:rPr>
                              <m:t>𝑦</m:t>
                            </m:r>
                          </m:e>
                          <m:sup>
                            <m:d>
                              <m:dPr>
                                <m:ctrlPr>
                                  <a:rPr lang="en-CA" b="0" i="1" smtClean="0">
                                    <a:latin typeface="Cambria Math" panose="02040503050406030204" pitchFamily="18" charset="0"/>
                                  </a:rPr>
                                </m:ctrlPr>
                              </m:dPr>
                              <m:e>
                                <m:r>
                                  <a:rPr lang="en-CA" b="0" i="1" smtClean="0">
                                    <a:latin typeface="Cambria Math" panose="02040503050406030204" pitchFamily="18" charset="0"/>
                                  </a:rPr>
                                  <m:t>𝑖</m:t>
                                </m:r>
                              </m:e>
                            </m:d>
                          </m:sup>
                        </m:sSup>
                        <m:r>
                          <a:rPr lang="en-CA" b="0" i="1" smtClean="0">
                            <a:latin typeface="Cambria Math" panose="02040503050406030204" pitchFamily="18" charset="0"/>
                          </a:rPr>
                          <m:t>−</m:t>
                        </m:r>
                        <m:sSup>
                          <m:sSupPr>
                            <m:ctrlPr>
                              <a:rPr lang="en-CA" i="1">
                                <a:latin typeface="Cambria Math" panose="02040503050406030204" pitchFamily="18" charset="0"/>
                              </a:rPr>
                            </m:ctrlPr>
                          </m:sSupPr>
                          <m:e>
                            <m:acc>
                              <m:accPr>
                                <m:chr m:val="̂"/>
                                <m:ctrlPr>
                                  <a:rPr lang="en-CA" i="1">
                                    <a:latin typeface="Cambria Math" panose="02040503050406030204" pitchFamily="18" charset="0"/>
                                  </a:rPr>
                                </m:ctrlPr>
                              </m:accPr>
                              <m:e>
                                <m:r>
                                  <a:rPr lang="en-CA" i="1">
                                    <a:latin typeface="Cambria Math" panose="02040503050406030204" pitchFamily="18" charset="0"/>
                                  </a:rPr>
                                  <m:t>𝑦</m:t>
                                </m:r>
                              </m:e>
                            </m:acc>
                          </m:e>
                          <m:sup>
                            <m:d>
                              <m:dPr>
                                <m:ctrlPr>
                                  <a:rPr lang="en-CA" i="1">
                                    <a:latin typeface="Cambria Math" panose="02040503050406030204" pitchFamily="18" charset="0"/>
                                  </a:rPr>
                                </m:ctrlPr>
                              </m:dPr>
                              <m:e>
                                <m:r>
                                  <a:rPr lang="en-CA" i="1">
                                    <a:latin typeface="Cambria Math" panose="02040503050406030204" pitchFamily="18" charset="0"/>
                                  </a:rPr>
                                  <m:t>𝑖</m:t>
                                </m:r>
                              </m:e>
                            </m:d>
                          </m:sup>
                        </m:sSup>
                      </m:e>
                    </m:d>
                    <m:sSup>
                      <m:sSupPr>
                        <m:ctrlPr>
                          <a:rPr lang="en-CA" i="1">
                            <a:latin typeface="Cambria Math" panose="02040503050406030204" pitchFamily="18" charset="0"/>
                          </a:rPr>
                        </m:ctrlPr>
                      </m:sSupPr>
                      <m:e>
                        <m:r>
                          <a:rPr lang="en-CA" b="1" i="1">
                            <a:latin typeface="Cambria Math" panose="02040503050406030204" pitchFamily="18" charset="0"/>
                          </a:rPr>
                          <m:t>𝒙</m:t>
                        </m:r>
                      </m:e>
                      <m:sup>
                        <m:d>
                          <m:dPr>
                            <m:ctrlPr>
                              <a:rPr lang="en-CA" i="1">
                                <a:latin typeface="Cambria Math" panose="02040503050406030204" pitchFamily="18" charset="0"/>
                              </a:rPr>
                            </m:ctrlPr>
                          </m:dPr>
                          <m:e>
                            <m:r>
                              <a:rPr lang="en-CA" i="1">
                                <a:latin typeface="Cambria Math" panose="02040503050406030204" pitchFamily="18" charset="0"/>
                              </a:rPr>
                              <m:t>𝑖</m:t>
                            </m:r>
                          </m:e>
                        </m:d>
                      </m:sup>
                    </m:sSup>
                  </m:oMath>
                </a14:m>
                <a:endParaRPr lang="en-CA" dirty="0"/>
              </a:p>
            </p:txBody>
          </p:sp>
        </mc:Choice>
        <mc:Fallback>
          <p:sp>
            <p:nvSpPr>
              <p:cNvPr id="5" name="Content Placeholder 4">
                <a:extLst>
                  <a:ext uri="{FF2B5EF4-FFF2-40B4-BE49-F238E27FC236}">
                    <a16:creationId xmlns:a16="http://schemas.microsoft.com/office/drawing/2014/main" id="{728619F1-4F47-EE66-73BB-1CA2405B68B7}"/>
                  </a:ext>
                </a:extLst>
              </p:cNvPr>
              <p:cNvSpPr txBox="1">
                <a:spLocks noGrp="1" noRot="1" noChangeAspect="1" noMove="1" noResize="1" noEditPoints="1" noAdjustHandles="1" noChangeArrowheads="1" noChangeShapeType="1" noTextEdit="1"/>
              </p:cNvSpPr>
              <p:nvPr>
                <p:ph idx="1"/>
              </p:nvPr>
            </p:nvSpPr>
            <p:spPr>
              <a:xfrm>
                <a:off x="404813" y="1325563"/>
                <a:ext cx="11382375" cy="2546338"/>
              </a:xfrm>
              <a:prstGeom prst="rect">
                <a:avLst/>
              </a:prstGeom>
              <a:blipFill>
                <a:blip r:embed="rId2"/>
                <a:stretch>
                  <a:fillRect l="-803" b="-4306"/>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graphicFrame>
            <p:nvGraphicFramePr>
              <p:cNvPr id="6" name="Table 5">
                <a:extLst>
                  <a:ext uri="{FF2B5EF4-FFF2-40B4-BE49-F238E27FC236}">
                    <a16:creationId xmlns:a16="http://schemas.microsoft.com/office/drawing/2014/main" id="{9AB26FCF-2C81-87A9-3A0C-B6EDBEB012F5}"/>
                  </a:ext>
                </a:extLst>
              </p:cNvPr>
              <p:cNvGraphicFramePr>
                <a:graphicFrameLocks noGrp="1"/>
              </p:cNvGraphicFramePr>
              <p:nvPr/>
            </p:nvGraphicFramePr>
            <p:xfrm>
              <a:off x="3179337" y="4117072"/>
              <a:ext cx="6804723" cy="2360295"/>
            </p:xfrm>
            <a:graphic>
              <a:graphicData uri="http://schemas.openxmlformats.org/drawingml/2006/table">
                <a:tbl>
                  <a:tblPr bandRow="1">
                    <a:tableStyleId>{5C22544A-7EE6-4342-B048-85BDC9FD1C3A}</a:tableStyleId>
                  </a:tblPr>
                  <a:tblGrid>
                    <a:gridCol w="2268241">
                      <a:extLst>
                        <a:ext uri="{9D8B030D-6E8A-4147-A177-3AD203B41FA5}">
                          <a16:colId xmlns:a16="http://schemas.microsoft.com/office/drawing/2014/main" val="2426158562"/>
                        </a:ext>
                      </a:extLst>
                    </a:gridCol>
                    <a:gridCol w="2268241">
                      <a:extLst>
                        <a:ext uri="{9D8B030D-6E8A-4147-A177-3AD203B41FA5}">
                          <a16:colId xmlns:a16="http://schemas.microsoft.com/office/drawing/2014/main" val="3059607817"/>
                        </a:ext>
                      </a:extLst>
                    </a:gridCol>
                    <a:gridCol w="2268241">
                      <a:extLst>
                        <a:ext uri="{9D8B030D-6E8A-4147-A177-3AD203B41FA5}">
                          <a16:colId xmlns:a16="http://schemas.microsoft.com/office/drawing/2014/main" val="378192853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CA" sz="2400" b="0" i="1" smtClean="0">
                                        <a:latin typeface="Cambria Math" panose="02040503050406030204" pitchFamily="18" charset="0"/>
                                      </a:rPr>
                                    </m:ctrlPr>
                                  </m:sSupPr>
                                  <m:e>
                                    <m:r>
                                      <a:rPr lang="en-CA" sz="2400" b="0" i="1" smtClean="0">
                                        <a:latin typeface="Cambria Math" panose="02040503050406030204" pitchFamily="18" charset="0"/>
                                      </a:rPr>
                                      <m:t>𝑦</m:t>
                                    </m:r>
                                  </m:e>
                                  <m:sup>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𝑖</m:t>
                                        </m:r>
                                      </m:e>
                                    </m:d>
                                  </m:sup>
                                </m:sSup>
                              </m:oMath>
                            </m:oMathPara>
                          </a14:m>
                          <a:endParaRPr lang="en-CA" sz="2400" dirty="0">
                            <a:latin typeface="Nunito" pitchFamily="2" charset="0"/>
                          </a:endParaRPr>
                        </a:p>
                      </a:txBody>
                      <a:tcPr/>
                    </a:tc>
                    <a:tc>
                      <a:txBody>
                        <a:bodyPr/>
                        <a:lstStyle/>
                        <a:p>
                          <a:pPr algn="ctr"/>
                          <a14:m>
                            <m:oMathPara xmlns:m="http://schemas.openxmlformats.org/officeDocument/2006/math">
                              <m:oMathParaPr>
                                <m:jc m:val="centerGroup"/>
                              </m:oMathParaPr>
                              <m:oMath xmlns:m="http://schemas.openxmlformats.org/officeDocument/2006/math">
                                <m:sSup>
                                  <m:sSupPr>
                                    <m:ctrlPr>
                                      <a:rPr lang="en-CA" sz="2400" b="0" i="1" smtClean="0">
                                        <a:latin typeface="Cambria Math" panose="02040503050406030204" pitchFamily="18" charset="0"/>
                                      </a:rPr>
                                    </m:ctrlPr>
                                  </m:sSupPr>
                                  <m:e>
                                    <m:acc>
                                      <m:accPr>
                                        <m:chr m:val="̂"/>
                                        <m:ctrlPr>
                                          <a:rPr lang="en-CA" sz="2400" b="0" i="1" smtClean="0">
                                            <a:latin typeface="Cambria Math" panose="02040503050406030204" pitchFamily="18" charset="0"/>
                                          </a:rPr>
                                        </m:ctrlPr>
                                      </m:accPr>
                                      <m:e>
                                        <m:r>
                                          <a:rPr lang="en-CA" sz="2400" b="0" i="1" smtClean="0">
                                            <a:latin typeface="Cambria Math" panose="02040503050406030204" pitchFamily="18" charset="0"/>
                                          </a:rPr>
                                          <m:t>𝑦</m:t>
                                        </m:r>
                                      </m:e>
                                    </m:acc>
                                  </m:e>
                                  <m:sup>
                                    <m:d>
                                      <m:dPr>
                                        <m:ctrlPr>
                                          <a:rPr lang="en-CA" sz="2400" b="0" i="1" smtClean="0">
                                            <a:latin typeface="Cambria Math" panose="02040503050406030204" pitchFamily="18" charset="0"/>
                                          </a:rPr>
                                        </m:ctrlPr>
                                      </m:dPr>
                                      <m:e>
                                        <m:r>
                                          <a:rPr lang="en-CA" sz="2400" b="0" i="1" smtClean="0">
                                            <a:latin typeface="Cambria Math" panose="02040503050406030204" pitchFamily="18" charset="0"/>
                                          </a:rPr>
                                          <m:t>𝑖</m:t>
                                        </m:r>
                                      </m:e>
                                    </m:d>
                                  </m:sup>
                                </m:sSup>
                              </m:oMath>
                            </m:oMathPara>
                          </a14:m>
                          <a:endParaRPr lang="en-CA" sz="2400" dirty="0">
                            <a:latin typeface="Nunito" pitchFamily="2" charset="0"/>
                          </a:endParaRPr>
                        </a:p>
                      </a:txBody>
                      <a:tcPr/>
                    </a:tc>
                    <a:tc>
                      <a:txBody>
                        <a:bodyPr/>
                        <a:lstStyle/>
                        <a:p>
                          <a:pPr algn="ctr"/>
                          <a:r>
                            <a:rPr lang="en-CA" sz="2400" dirty="0">
                              <a:latin typeface="Nunito" pitchFamily="2" charset="0"/>
                            </a:rPr>
                            <a:t>What happens</a:t>
                          </a:r>
                        </a:p>
                      </a:txBody>
                      <a:tcPr/>
                    </a:tc>
                    <a:extLst>
                      <a:ext uri="{0D108BD9-81ED-4DB2-BD59-A6C34878D82A}">
                        <a16:rowId xmlns:a16="http://schemas.microsoft.com/office/drawing/2014/main" val="2608454434"/>
                      </a:ext>
                    </a:extLst>
                  </a:tr>
                  <a:tr h="37084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2100689059"/>
                      </a:ext>
                    </a:extLst>
                  </a:tr>
                  <a:tr h="370840">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1709977162"/>
                      </a:ext>
                    </a:extLst>
                  </a:tr>
                  <a:tr h="37084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1</a:t>
                          </a:r>
                        </a:p>
                      </a:txBody>
                      <a:tcPr/>
                    </a:tc>
                    <a:tc>
                      <a:txBody>
                        <a:bodyPr/>
                        <a:lstStyle/>
                        <a:p>
                          <a:pPr algn="ctr"/>
                          <a14:m>
                            <m:oMathPara xmlns:m="http://schemas.openxmlformats.org/officeDocument/2006/math">
                              <m:oMathParaPr>
                                <m:jc m:val="centerGroup"/>
                              </m:oMathParaPr>
                              <m:oMath xmlns:m="http://schemas.openxmlformats.org/officeDocument/2006/math">
                                <m:r>
                                  <a:rPr lang="en-CA" sz="2400" b="1" i="1" smtClean="0">
                                    <a:latin typeface="Cambria Math" panose="02040503050406030204" pitchFamily="18" charset="0"/>
                                  </a:rPr>
                                  <m:t>𝜽</m:t>
                                </m:r>
                                <m:r>
                                  <a:rPr lang="en-CA" sz="2400" b="1" i="1" smtClean="0">
                                    <a:latin typeface="Cambria Math" panose="02040503050406030204" pitchFamily="18" charset="0"/>
                                  </a:rPr>
                                  <m:t>=</m:t>
                                </m:r>
                                <m:r>
                                  <a:rPr lang="en-CA" sz="2400" b="1" i="1" smtClean="0">
                                    <a:latin typeface="Cambria Math" panose="02040503050406030204" pitchFamily="18" charset="0"/>
                                  </a:rPr>
                                  <m:t>𝜽</m:t>
                                </m:r>
                                <m:r>
                                  <a:rPr lang="en-CA" sz="2400" b="1" i="1" smtClean="0">
                                    <a:latin typeface="Cambria Math" panose="02040503050406030204" pitchFamily="18" charset="0"/>
                                  </a:rPr>
                                  <m:t>−</m:t>
                                </m:r>
                                <m:r>
                                  <a:rPr lang="en-CA" sz="2400" b="0" i="1" smtClean="0">
                                    <a:latin typeface="Cambria Math" panose="02040503050406030204" pitchFamily="18" charset="0"/>
                                  </a:rPr>
                                  <m:t>𝜂</m:t>
                                </m:r>
                                <m:sSup>
                                  <m:sSupPr>
                                    <m:ctrlPr>
                                      <a:rPr lang="en-CA" sz="2400" i="1" smtClean="0">
                                        <a:latin typeface="Cambria Math" panose="02040503050406030204" pitchFamily="18" charset="0"/>
                                      </a:rPr>
                                    </m:ctrlPr>
                                  </m:sSupPr>
                                  <m:e>
                                    <m:r>
                                      <a:rPr lang="en-CA" sz="2400" b="1" i="1">
                                        <a:latin typeface="Cambria Math" panose="02040503050406030204" pitchFamily="18" charset="0"/>
                                      </a:rPr>
                                      <m:t>𝒙</m:t>
                                    </m:r>
                                  </m:e>
                                  <m:sup>
                                    <m:d>
                                      <m:dPr>
                                        <m:ctrlPr>
                                          <a:rPr lang="en-CA" sz="2400" i="1">
                                            <a:latin typeface="Cambria Math" panose="02040503050406030204" pitchFamily="18" charset="0"/>
                                          </a:rPr>
                                        </m:ctrlPr>
                                      </m:dPr>
                                      <m:e>
                                        <m:r>
                                          <a:rPr lang="en-CA" sz="2400" i="1">
                                            <a:latin typeface="Cambria Math" panose="02040503050406030204" pitchFamily="18" charset="0"/>
                                          </a:rPr>
                                          <m:t>𝑖</m:t>
                                        </m:r>
                                      </m:e>
                                    </m:d>
                                  </m:sup>
                                </m:sSup>
                              </m:oMath>
                            </m:oMathPara>
                          </a14:m>
                          <a:endParaRPr lang="en-CA" sz="2400" dirty="0">
                            <a:latin typeface="Nunito" pitchFamily="2" charset="0"/>
                          </a:endParaRPr>
                        </a:p>
                      </a:txBody>
                      <a:tcPr/>
                    </a:tc>
                    <a:extLst>
                      <a:ext uri="{0D108BD9-81ED-4DB2-BD59-A6C34878D82A}">
                        <a16:rowId xmlns:a16="http://schemas.microsoft.com/office/drawing/2014/main" val="2456624413"/>
                      </a:ext>
                    </a:extLst>
                  </a:tr>
                  <a:tr h="370840">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0</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CA" sz="2400" b="1" i="1" smtClean="0">
                                    <a:latin typeface="Cambria Math" panose="02040503050406030204" pitchFamily="18" charset="0"/>
                                  </a:rPr>
                                  <m:t>𝜽</m:t>
                                </m:r>
                                <m:r>
                                  <a:rPr lang="en-CA" sz="2400" b="1" i="1" smtClean="0">
                                    <a:latin typeface="Cambria Math" panose="02040503050406030204" pitchFamily="18" charset="0"/>
                                  </a:rPr>
                                  <m:t>=</m:t>
                                </m:r>
                                <m:r>
                                  <a:rPr lang="en-CA" sz="2400" b="1" i="1" smtClean="0">
                                    <a:latin typeface="Cambria Math" panose="02040503050406030204" pitchFamily="18" charset="0"/>
                                  </a:rPr>
                                  <m:t>𝜽</m:t>
                                </m:r>
                                <m:r>
                                  <a:rPr lang="en-CA" sz="2400" b="0" i="1" smtClean="0">
                                    <a:latin typeface="Cambria Math" panose="02040503050406030204" pitchFamily="18" charset="0"/>
                                  </a:rPr>
                                  <m:t>+</m:t>
                                </m:r>
                                <m:r>
                                  <a:rPr lang="en-CA" sz="2400" b="0" i="1" smtClean="0">
                                    <a:latin typeface="Cambria Math" panose="02040503050406030204" pitchFamily="18" charset="0"/>
                                  </a:rPr>
                                  <m:t>𝜂</m:t>
                                </m:r>
                                <m:sSup>
                                  <m:sSupPr>
                                    <m:ctrlPr>
                                      <a:rPr lang="en-CA" sz="2400" i="1" smtClean="0">
                                        <a:latin typeface="Cambria Math" panose="02040503050406030204" pitchFamily="18" charset="0"/>
                                      </a:rPr>
                                    </m:ctrlPr>
                                  </m:sSupPr>
                                  <m:e>
                                    <m:r>
                                      <a:rPr lang="en-CA" sz="2400" b="1" i="1">
                                        <a:latin typeface="Cambria Math" panose="02040503050406030204" pitchFamily="18" charset="0"/>
                                      </a:rPr>
                                      <m:t>𝒙</m:t>
                                    </m:r>
                                  </m:e>
                                  <m:sup>
                                    <m:d>
                                      <m:dPr>
                                        <m:ctrlPr>
                                          <a:rPr lang="en-CA" sz="2400" i="1">
                                            <a:latin typeface="Cambria Math" panose="02040503050406030204" pitchFamily="18" charset="0"/>
                                          </a:rPr>
                                        </m:ctrlPr>
                                      </m:dPr>
                                      <m:e>
                                        <m:r>
                                          <a:rPr lang="en-CA" sz="2400" i="1">
                                            <a:latin typeface="Cambria Math" panose="02040503050406030204" pitchFamily="18" charset="0"/>
                                          </a:rPr>
                                          <m:t>𝑖</m:t>
                                        </m:r>
                                      </m:e>
                                    </m:d>
                                  </m:sup>
                                </m:sSup>
                              </m:oMath>
                            </m:oMathPara>
                          </a14:m>
                          <a:endParaRPr lang="en-CA" sz="2400" dirty="0">
                            <a:latin typeface="Nunito" pitchFamily="2" charset="0"/>
                          </a:endParaRPr>
                        </a:p>
                      </a:txBody>
                      <a:tcPr/>
                    </a:tc>
                    <a:extLst>
                      <a:ext uri="{0D108BD9-81ED-4DB2-BD59-A6C34878D82A}">
                        <a16:rowId xmlns:a16="http://schemas.microsoft.com/office/drawing/2014/main" val="3735822544"/>
                      </a:ext>
                    </a:extLst>
                  </a:tr>
                </a:tbl>
              </a:graphicData>
            </a:graphic>
          </p:graphicFrame>
        </mc:Choice>
        <mc:Fallback>
          <p:graphicFrame>
            <p:nvGraphicFramePr>
              <p:cNvPr id="6" name="Table 5">
                <a:extLst>
                  <a:ext uri="{FF2B5EF4-FFF2-40B4-BE49-F238E27FC236}">
                    <a16:creationId xmlns:a16="http://schemas.microsoft.com/office/drawing/2014/main" id="{9AB26FCF-2C81-87A9-3A0C-B6EDBEB012F5}"/>
                  </a:ext>
                </a:extLst>
              </p:cNvPr>
              <p:cNvGraphicFramePr>
                <a:graphicFrameLocks noGrp="1"/>
              </p:cNvGraphicFramePr>
              <p:nvPr/>
            </p:nvGraphicFramePr>
            <p:xfrm>
              <a:off x="3179337" y="4117072"/>
              <a:ext cx="6804723" cy="2360295"/>
            </p:xfrm>
            <a:graphic>
              <a:graphicData uri="http://schemas.openxmlformats.org/drawingml/2006/table">
                <a:tbl>
                  <a:tblPr bandRow="1">
                    <a:tableStyleId>{5C22544A-7EE6-4342-B048-85BDC9FD1C3A}</a:tableStyleId>
                  </a:tblPr>
                  <a:tblGrid>
                    <a:gridCol w="2268241">
                      <a:extLst>
                        <a:ext uri="{9D8B030D-6E8A-4147-A177-3AD203B41FA5}">
                          <a16:colId xmlns:a16="http://schemas.microsoft.com/office/drawing/2014/main" val="2426158562"/>
                        </a:ext>
                      </a:extLst>
                    </a:gridCol>
                    <a:gridCol w="2268241">
                      <a:extLst>
                        <a:ext uri="{9D8B030D-6E8A-4147-A177-3AD203B41FA5}">
                          <a16:colId xmlns:a16="http://schemas.microsoft.com/office/drawing/2014/main" val="3059607817"/>
                        </a:ext>
                      </a:extLst>
                    </a:gridCol>
                    <a:gridCol w="2268241">
                      <a:extLst>
                        <a:ext uri="{9D8B030D-6E8A-4147-A177-3AD203B41FA5}">
                          <a16:colId xmlns:a16="http://schemas.microsoft.com/office/drawing/2014/main" val="3781928533"/>
                        </a:ext>
                      </a:extLst>
                    </a:gridCol>
                  </a:tblGrid>
                  <a:tr h="481965">
                    <a:tc>
                      <a:txBody>
                        <a:bodyPr/>
                        <a:lstStyle/>
                        <a:p>
                          <a:endParaRPr lang="en-US"/>
                        </a:p>
                      </a:txBody>
                      <a:tcPr>
                        <a:blipFill>
                          <a:blip r:embed="rId3"/>
                          <a:stretch>
                            <a:fillRect l="-269" t="-10127" r="-200806" b="-413924"/>
                          </a:stretch>
                        </a:blipFill>
                      </a:tcPr>
                    </a:tc>
                    <a:tc>
                      <a:txBody>
                        <a:bodyPr/>
                        <a:lstStyle/>
                        <a:p>
                          <a:endParaRPr lang="en-US"/>
                        </a:p>
                      </a:txBody>
                      <a:tcPr>
                        <a:blipFill>
                          <a:blip r:embed="rId3"/>
                          <a:stretch>
                            <a:fillRect l="-100000" t="-10127" r="-100268" b="-413924"/>
                          </a:stretch>
                        </a:blipFill>
                      </a:tcPr>
                    </a:tc>
                    <a:tc>
                      <a:txBody>
                        <a:bodyPr/>
                        <a:lstStyle/>
                        <a:p>
                          <a:pPr algn="ctr"/>
                          <a:r>
                            <a:rPr lang="en-CA" sz="2400" dirty="0">
                              <a:latin typeface="Nunito" pitchFamily="2" charset="0"/>
                            </a:rPr>
                            <a:t>What happens</a:t>
                          </a:r>
                        </a:p>
                      </a:txBody>
                      <a:tcPr/>
                    </a:tc>
                    <a:extLst>
                      <a:ext uri="{0D108BD9-81ED-4DB2-BD59-A6C34878D82A}">
                        <a16:rowId xmlns:a16="http://schemas.microsoft.com/office/drawing/2014/main" val="2608454434"/>
                      </a:ext>
                    </a:extLst>
                  </a:tr>
                  <a:tr h="457200">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2100689059"/>
                      </a:ext>
                    </a:extLst>
                  </a:tr>
                  <a:tr h="457200">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nothing</a:t>
                          </a:r>
                        </a:p>
                      </a:txBody>
                      <a:tcPr/>
                    </a:tc>
                    <a:extLst>
                      <a:ext uri="{0D108BD9-81ED-4DB2-BD59-A6C34878D82A}">
                        <a16:rowId xmlns:a16="http://schemas.microsoft.com/office/drawing/2014/main" val="1709977162"/>
                      </a:ext>
                    </a:extLst>
                  </a:tr>
                  <a:tr h="481965">
                    <a:tc>
                      <a:txBody>
                        <a:bodyPr/>
                        <a:lstStyle/>
                        <a:p>
                          <a:pPr algn="ctr"/>
                          <a:r>
                            <a:rPr lang="en-CA" sz="2400" dirty="0">
                              <a:latin typeface="Nunito" pitchFamily="2" charset="0"/>
                            </a:rPr>
                            <a:t>0</a:t>
                          </a:r>
                        </a:p>
                      </a:txBody>
                      <a:tcPr/>
                    </a:tc>
                    <a:tc>
                      <a:txBody>
                        <a:bodyPr/>
                        <a:lstStyle/>
                        <a:p>
                          <a:pPr algn="ctr"/>
                          <a:r>
                            <a:rPr lang="en-CA" sz="2400" dirty="0">
                              <a:latin typeface="Nunito" pitchFamily="2" charset="0"/>
                            </a:rPr>
                            <a:t>1</a:t>
                          </a:r>
                        </a:p>
                      </a:txBody>
                      <a:tcPr/>
                    </a:tc>
                    <a:tc>
                      <a:txBody>
                        <a:bodyPr/>
                        <a:lstStyle/>
                        <a:p>
                          <a:endParaRPr lang="en-US"/>
                        </a:p>
                      </a:txBody>
                      <a:tcPr>
                        <a:blipFill>
                          <a:blip r:embed="rId3"/>
                          <a:stretch>
                            <a:fillRect l="-200538" t="-301266" r="-538" b="-122785"/>
                          </a:stretch>
                        </a:blipFill>
                      </a:tcPr>
                    </a:tc>
                    <a:extLst>
                      <a:ext uri="{0D108BD9-81ED-4DB2-BD59-A6C34878D82A}">
                        <a16:rowId xmlns:a16="http://schemas.microsoft.com/office/drawing/2014/main" val="2456624413"/>
                      </a:ext>
                    </a:extLst>
                  </a:tr>
                  <a:tr h="481965">
                    <a:tc>
                      <a:txBody>
                        <a:bodyPr/>
                        <a:lstStyle/>
                        <a:p>
                          <a:pPr algn="ctr"/>
                          <a:r>
                            <a:rPr lang="en-CA" sz="2400" dirty="0">
                              <a:latin typeface="Nunito" pitchFamily="2" charset="0"/>
                            </a:rPr>
                            <a:t>1</a:t>
                          </a:r>
                        </a:p>
                      </a:txBody>
                      <a:tcPr/>
                    </a:tc>
                    <a:tc>
                      <a:txBody>
                        <a:bodyPr/>
                        <a:lstStyle/>
                        <a:p>
                          <a:pPr algn="ctr"/>
                          <a:r>
                            <a:rPr lang="en-CA" sz="2400" dirty="0">
                              <a:latin typeface="Nunito" pitchFamily="2" charset="0"/>
                            </a:rPr>
                            <a:t>0</a:t>
                          </a:r>
                        </a:p>
                      </a:txBody>
                      <a:tcPr/>
                    </a:tc>
                    <a:tc>
                      <a:txBody>
                        <a:bodyPr/>
                        <a:lstStyle/>
                        <a:p>
                          <a:endParaRPr lang="en-US"/>
                        </a:p>
                      </a:txBody>
                      <a:tcPr>
                        <a:blipFill>
                          <a:blip r:embed="rId3"/>
                          <a:stretch>
                            <a:fillRect l="-200538" t="-401266" r="-538" b="-22785"/>
                          </a:stretch>
                        </a:blipFill>
                      </a:tcPr>
                    </a:tc>
                    <a:extLst>
                      <a:ext uri="{0D108BD9-81ED-4DB2-BD59-A6C34878D82A}">
                        <a16:rowId xmlns:a16="http://schemas.microsoft.com/office/drawing/2014/main" val="3735822544"/>
                      </a:ext>
                    </a:extLst>
                  </a:tr>
                </a:tbl>
              </a:graphicData>
            </a:graphic>
          </p:graphicFrame>
        </mc:Fallback>
      </mc:AlternateContent>
    </p:spTree>
    <p:extLst>
      <p:ext uri="{BB962C8B-B14F-4D97-AF65-F5344CB8AC3E}">
        <p14:creationId xmlns:p14="http://schemas.microsoft.com/office/powerpoint/2010/main" val="3039838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C9994-1267-06EA-236E-14315436E974}"/>
              </a:ext>
            </a:extLst>
          </p:cNvPr>
          <p:cNvSpPr>
            <a:spLocks noGrp="1"/>
          </p:cNvSpPr>
          <p:nvPr>
            <p:ph type="title"/>
          </p:nvPr>
        </p:nvSpPr>
        <p:spPr/>
        <p:txBody>
          <a:bodyPr/>
          <a:lstStyle/>
          <a:p>
            <a:r>
              <a:rPr lang="en-CA" dirty="0"/>
              <a:t>Neural Layer: Generalized Perceptron</a:t>
            </a:r>
          </a:p>
        </p:txBody>
      </p:sp>
      <p:sp>
        <p:nvSpPr>
          <p:cNvPr id="3" name="Content Placeholder 2">
            <a:extLst>
              <a:ext uri="{FF2B5EF4-FFF2-40B4-BE49-F238E27FC236}">
                <a16:creationId xmlns:a16="http://schemas.microsoft.com/office/drawing/2014/main" id="{41D2C8BD-C03A-238A-B232-293D13DB4B9A}"/>
              </a:ext>
            </a:extLst>
          </p:cNvPr>
          <p:cNvSpPr>
            <a:spLocks noGrp="1"/>
          </p:cNvSpPr>
          <p:nvPr>
            <p:ph idx="1"/>
          </p:nvPr>
        </p:nvSpPr>
        <p:spPr/>
        <p:txBody>
          <a:bodyPr/>
          <a:lstStyle/>
          <a:p>
            <a:pPr marL="0" indent="0">
              <a:buNone/>
            </a:pPr>
            <a:r>
              <a:rPr lang="en-CA" dirty="0"/>
              <a:t>A neural layer = affine transformation + nonlinearity</a:t>
            </a:r>
          </a:p>
          <a:p>
            <a:endParaRPr lang="en-CA" dirty="0"/>
          </a:p>
          <a:p>
            <a:endParaRPr lang="en-CA" dirty="0"/>
          </a:p>
          <a:p>
            <a:endParaRPr lang="en-CA" dirty="0"/>
          </a:p>
          <a:p>
            <a:endParaRPr lang="en-CA" dirty="0"/>
          </a:p>
          <a:p>
            <a:pPr marL="0" indent="0">
              <a:buNone/>
            </a:pPr>
            <a:endParaRPr lang="en-CA" dirty="0"/>
          </a:p>
          <a:p>
            <a:pPr marL="0" indent="0">
              <a:buNone/>
            </a:pPr>
            <a:r>
              <a:rPr lang="en-CA" dirty="0"/>
              <a:t>Output is a vector (results from multiple independent </a:t>
            </a:r>
            <a:r>
              <a:rPr lang="en-CA" dirty="0" err="1"/>
              <a:t>perceptrons</a:t>
            </a:r>
            <a:r>
              <a:rPr lang="en-CA" dirty="0"/>
              <a:t>).</a:t>
            </a:r>
          </a:p>
          <a:p>
            <a:pPr marL="0" indent="0">
              <a:buNone/>
            </a:pPr>
            <a:r>
              <a:rPr lang="en-CA" dirty="0"/>
              <a:t>Can have other activation functions for nonlinearity.</a:t>
            </a:r>
          </a:p>
          <a:p>
            <a:pPr marL="0" indent="0">
              <a:buNone/>
            </a:pPr>
            <a:endParaRPr lang="en-CA" dirty="0"/>
          </a:p>
        </p:txBody>
      </p:sp>
      <p:sp>
        <p:nvSpPr>
          <p:cNvPr id="4" name="Slide Number Placeholder 3">
            <a:extLst>
              <a:ext uri="{FF2B5EF4-FFF2-40B4-BE49-F238E27FC236}">
                <a16:creationId xmlns:a16="http://schemas.microsoft.com/office/drawing/2014/main" id="{8B67B8F6-0F86-AA94-374F-AD1C2BE31E50}"/>
              </a:ext>
            </a:extLst>
          </p:cNvPr>
          <p:cNvSpPr>
            <a:spLocks noGrp="1"/>
          </p:cNvSpPr>
          <p:nvPr>
            <p:ph type="sldNum" sz="quarter" idx="12"/>
          </p:nvPr>
        </p:nvSpPr>
        <p:spPr/>
        <p:txBody>
          <a:bodyPr/>
          <a:lstStyle/>
          <a:p>
            <a:fld id="{A36FF760-4833-4FC2-9C74-46CD274694B2}" type="slidenum">
              <a:rPr lang="en-CA" smtClean="0"/>
              <a:pPr/>
              <a:t>25</a:t>
            </a:fld>
            <a:endParaRPr lang="en-CA"/>
          </a:p>
        </p:txBody>
      </p:sp>
      <mc:AlternateContent xmlns:mc="http://schemas.openxmlformats.org/markup-compatibility/2006">
        <mc:Choice xmlns:a14="http://schemas.microsoft.com/office/drawing/2010/main" Requires="a14">
          <p:sp>
            <p:nvSpPr>
              <p:cNvPr id="65" name="TextBox 64">
                <a:extLst>
                  <a:ext uri="{FF2B5EF4-FFF2-40B4-BE49-F238E27FC236}">
                    <a16:creationId xmlns:a16="http://schemas.microsoft.com/office/drawing/2014/main" id="{7A3098FD-51AD-A7FD-F9AD-A1C70D9BE5DC}"/>
                  </a:ext>
                </a:extLst>
              </p:cNvPr>
              <p:cNvSpPr txBox="1"/>
              <p:nvPr/>
            </p:nvSpPr>
            <p:spPr>
              <a:xfrm>
                <a:off x="3048000" y="1926634"/>
                <a:ext cx="6096000" cy="263149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CA" sz="2800" b="0" i="0" smtClean="0">
                          <a:latin typeface="Cambria Math" panose="02040503050406030204" pitchFamily="18" charset="0"/>
                        </a:rPr>
                        <m:t>perceptron</m:t>
                      </m:r>
                      <m:d>
                        <m:dPr>
                          <m:ctrlPr>
                            <a:rPr lang="en-CA" sz="2800" b="0" i="1" smtClean="0">
                              <a:latin typeface="Cambria Math" panose="02040503050406030204" pitchFamily="18" charset="0"/>
                            </a:rPr>
                          </m:ctrlPr>
                        </m:dPr>
                        <m:e>
                          <m:r>
                            <a:rPr lang="en-CA" sz="2800" b="1" i="1" smtClean="0">
                              <a:latin typeface="Cambria Math" panose="02040503050406030204" pitchFamily="18" charset="0"/>
                            </a:rPr>
                            <m:t>𝒙</m:t>
                          </m:r>
                        </m:e>
                      </m:d>
                      <m:r>
                        <a:rPr lang="en-CA" sz="2800" b="0" i="1" smtClean="0">
                          <a:latin typeface="Cambria Math" panose="02040503050406030204" pitchFamily="18" charset="0"/>
                        </a:rPr>
                        <m:t>=</m:t>
                      </m:r>
                      <m:r>
                        <m:rPr>
                          <m:sty m:val="p"/>
                        </m:rPr>
                        <a:rPr lang="en-CA" sz="2800" b="0" i="0" smtClean="0">
                          <a:latin typeface="Cambria Math" panose="02040503050406030204" pitchFamily="18" charset="0"/>
                        </a:rPr>
                        <m:t>step</m:t>
                      </m:r>
                      <m:d>
                        <m:dPr>
                          <m:ctrlPr>
                            <a:rPr lang="en-CA" sz="2800" b="0" i="1" smtClean="0">
                              <a:latin typeface="Cambria Math" panose="02040503050406030204" pitchFamily="18" charset="0"/>
                            </a:rPr>
                          </m:ctrlPr>
                        </m:dPr>
                        <m:e>
                          <m:sSup>
                            <m:sSupPr>
                              <m:ctrlPr>
                                <a:rPr lang="en-CA" sz="2800" b="0" i="1" smtClean="0">
                                  <a:latin typeface="Cambria Math" panose="02040503050406030204" pitchFamily="18" charset="0"/>
                                </a:rPr>
                              </m:ctrlPr>
                            </m:sSupPr>
                            <m:e>
                              <m:r>
                                <a:rPr lang="en-CA" sz="2800" b="1" i="1" smtClean="0">
                                  <a:latin typeface="Cambria Math" panose="02040503050406030204" pitchFamily="18" charset="0"/>
                                </a:rPr>
                                <m:t>𝜽</m:t>
                              </m:r>
                            </m:e>
                            <m:sup>
                              <m:r>
                                <a:rPr lang="en-CA" sz="2800" b="0" i="1" smtClean="0">
                                  <a:latin typeface="Cambria Math" panose="02040503050406030204" pitchFamily="18" charset="0"/>
                                </a:rPr>
                                <m:t>𝑇</m:t>
                              </m:r>
                            </m:sup>
                          </m:sSup>
                          <m:r>
                            <a:rPr lang="en-CA" sz="2800" b="1" i="1" smtClean="0">
                              <a:latin typeface="Cambria Math" panose="02040503050406030204" pitchFamily="18" charset="0"/>
                            </a:rPr>
                            <m:t>𝒙</m:t>
                          </m:r>
                          <m:r>
                            <a:rPr lang="en-CA" sz="2800" b="0" i="1" smtClean="0">
                              <a:latin typeface="Cambria Math" panose="02040503050406030204" pitchFamily="18" charset="0"/>
                            </a:rPr>
                            <m:t>+</m:t>
                          </m:r>
                          <m:r>
                            <a:rPr lang="en-CA" sz="2800" b="0" i="1" smtClean="0">
                              <a:latin typeface="Cambria Math" panose="02040503050406030204" pitchFamily="18" charset="0"/>
                            </a:rPr>
                            <m:t>𝑏</m:t>
                          </m:r>
                        </m:e>
                      </m:d>
                    </m:oMath>
                  </m:oMathPara>
                </a14:m>
                <a:endParaRPr lang="en-CA" sz="2800" b="0" dirty="0"/>
              </a:p>
              <a:p>
                <a:pPr/>
                <a:endParaRPr lang="en-CA" sz="900" b="1" dirty="0"/>
              </a:p>
              <a:p>
                <a:pPr/>
                <a:endParaRPr lang="en-CA" sz="900" b="1" dirty="0"/>
              </a:p>
              <a:p>
                <a:pPr/>
                <a:endParaRPr lang="en-CA" sz="900" b="1" dirty="0"/>
              </a:p>
              <a:p>
                <a:pPr/>
                <a:endParaRPr lang="en-CA" sz="900" b="1" dirty="0"/>
              </a:p>
              <a:p>
                <a:pPr/>
                <a:endParaRPr lang="en-CA" sz="900" b="1" dirty="0"/>
              </a:p>
              <a:p>
                <a:pPr/>
                <a:endParaRPr lang="en-CA" sz="900" b="1" dirty="0"/>
              </a:p>
              <a:p>
                <a:pPr/>
                <a:endParaRPr lang="en-CA" sz="28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m:rPr>
                          <m:sty m:val="p"/>
                        </m:rPr>
                        <a:rPr lang="en-CA" sz="2800" b="0" i="0" smtClean="0">
                          <a:latin typeface="Cambria Math" panose="02040503050406030204" pitchFamily="18" charset="0"/>
                        </a:rPr>
                        <m:t>neural</m:t>
                      </m:r>
                      <m:r>
                        <a:rPr lang="en-CA" sz="2800" b="0" i="0" smtClean="0">
                          <a:latin typeface="Cambria Math" panose="02040503050406030204" pitchFamily="18" charset="0"/>
                        </a:rPr>
                        <m:t>_</m:t>
                      </m:r>
                      <m:r>
                        <m:rPr>
                          <m:sty m:val="p"/>
                        </m:rPr>
                        <a:rPr lang="en-CA" sz="2800" b="0" i="0" smtClean="0">
                          <a:latin typeface="Cambria Math" panose="02040503050406030204" pitchFamily="18" charset="0"/>
                        </a:rPr>
                        <m:t>layer</m:t>
                      </m:r>
                      <m:d>
                        <m:dPr>
                          <m:ctrlPr>
                            <a:rPr lang="en-CA" sz="2800" i="1">
                              <a:latin typeface="Cambria Math" panose="02040503050406030204" pitchFamily="18" charset="0"/>
                            </a:rPr>
                          </m:ctrlPr>
                        </m:dPr>
                        <m:e>
                          <m:r>
                            <a:rPr lang="en-CA" sz="2800" b="1" i="1">
                              <a:latin typeface="Cambria Math" panose="02040503050406030204" pitchFamily="18" charset="0"/>
                            </a:rPr>
                            <m:t>𝒙</m:t>
                          </m:r>
                        </m:e>
                      </m:d>
                      <m:r>
                        <a:rPr lang="en-CA" sz="2800" i="1">
                          <a:latin typeface="Cambria Math" panose="02040503050406030204" pitchFamily="18" charset="0"/>
                        </a:rPr>
                        <m:t>=</m:t>
                      </m:r>
                      <m:r>
                        <a:rPr lang="en-CA" sz="2800" b="0" i="1" smtClean="0">
                          <a:latin typeface="Cambria Math" panose="02040503050406030204" pitchFamily="18" charset="0"/>
                        </a:rPr>
                        <m:t>𝑔</m:t>
                      </m:r>
                      <m:d>
                        <m:dPr>
                          <m:ctrlPr>
                            <a:rPr lang="en-CA" sz="2800" i="1">
                              <a:latin typeface="Cambria Math" panose="02040503050406030204" pitchFamily="18" charset="0"/>
                            </a:rPr>
                          </m:ctrlPr>
                        </m:dPr>
                        <m:e>
                          <m:sSup>
                            <m:sSupPr>
                              <m:ctrlPr>
                                <a:rPr lang="en-CA" sz="2800" i="1">
                                  <a:latin typeface="Cambria Math" panose="02040503050406030204" pitchFamily="18" charset="0"/>
                                </a:rPr>
                              </m:ctrlPr>
                            </m:sSupPr>
                            <m:e>
                              <m:r>
                                <a:rPr lang="en-CA" sz="2800" b="1" i="1" smtClean="0">
                                  <a:latin typeface="Cambria Math" panose="02040503050406030204" pitchFamily="18" charset="0"/>
                                </a:rPr>
                                <m:t>𝑾</m:t>
                              </m:r>
                            </m:e>
                            <m:sup>
                              <m:r>
                                <a:rPr lang="en-CA" sz="2800" i="1">
                                  <a:latin typeface="Cambria Math" panose="02040503050406030204" pitchFamily="18" charset="0"/>
                                </a:rPr>
                                <m:t>𝑇</m:t>
                              </m:r>
                            </m:sup>
                          </m:sSup>
                          <m:r>
                            <a:rPr lang="en-CA" sz="2800" b="1" i="1">
                              <a:latin typeface="Cambria Math" panose="02040503050406030204" pitchFamily="18" charset="0"/>
                            </a:rPr>
                            <m:t>𝒙</m:t>
                          </m:r>
                          <m:r>
                            <a:rPr lang="en-CA" sz="2800" b="0" i="1" smtClean="0">
                              <a:latin typeface="Cambria Math" panose="02040503050406030204" pitchFamily="18" charset="0"/>
                            </a:rPr>
                            <m:t>+</m:t>
                          </m:r>
                          <m:r>
                            <a:rPr lang="en-CA" sz="2800" b="1" i="1" smtClean="0">
                              <a:latin typeface="Cambria Math" panose="02040503050406030204" pitchFamily="18" charset="0"/>
                            </a:rPr>
                            <m:t>𝒃</m:t>
                          </m:r>
                        </m:e>
                      </m:d>
                    </m:oMath>
                  </m:oMathPara>
                </a14:m>
                <a:endParaRPr lang="en-CA" sz="2800" dirty="0"/>
              </a:p>
              <a:p>
                <a:pPr/>
                <a:endParaRPr lang="en-CA" sz="900" b="1" dirty="0"/>
              </a:p>
              <a:p>
                <a:pPr/>
                <a:endParaRPr lang="en-CA" sz="900" b="1" dirty="0"/>
              </a:p>
              <a:p>
                <a:pPr/>
                <a:endParaRPr lang="en-CA" sz="900" b="1" dirty="0"/>
              </a:p>
            </p:txBody>
          </p:sp>
        </mc:Choice>
        <mc:Fallback>
          <p:sp>
            <p:nvSpPr>
              <p:cNvPr id="65" name="TextBox 64">
                <a:extLst>
                  <a:ext uri="{FF2B5EF4-FFF2-40B4-BE49-F238E27FC236}">
                    <a16:creationId xmlns:a16="http://schemas.microsoft.com/office/drawing/2014/main" id="{7A3098FD-51AD-A7FD-F9AD-A1C70D9BE5DC}"/>
                  </a:ext>
                </a:extLst>
              </p:cNvPr>
              <p:cNvSpPr txBox="1">
                <a:spLocks noRot="1" noChangeAspect="1" noMove="1" noResize="1" noEditPoints="1" noAdjustHandles="1" noChangeArrowheads="1" noChangeShapeType="1" noTextEdit="1"/>
              </p:cNvSpPr>
              <p:nvPr/>
            </p:nvSpPr>
            <p:spPr>
              <a:xfrm>
                <a:off x="3048000" y="1926634"/>
                <a:ext cx="6096000" cy="2631490"/>
              </a:xfrm>
              <a:prstGeom prst="rect">
                <a:avLst/>
              </a:prstGeom>
              <a:blipFill>
                <a:blip r:embed="rId3"/>
                <a:stretch>
                  <a:fillRect/>
                </a:stretch>
              </a:blipFill>
            </p:spPr>
            <p:txBody>
              <a:bodyPr/>
              <a:lstStyle/>
              <a:p>
                <a:r>
                  <a:rPr lang="en-CA">
                    <a:noFill/>
                  </a:rPr>
                  <a:t> </a:t>
                </a:r>
              </a:p>
            </p:txBody>
          </p:sp>
        </mc:Fallback>
      </mc:AlternateContent>
      <p:grpSp>
        <p:nvGrpSpPr>
          <p:cNvPr id="66" name="Group 65">
            <a:extLst>
              <a:ext uri="{FF2B5EF4-FFF2-40B4-BE49-F238E27FC236}">
                <a16:creationId xmlns:a16="http://schemas.microsoft.com/office/drawing/2014/main" id="{FFF4CF7D-735D-B02B-1EA5-4C202ECAC8F3}"/>
              </a:ext>
            </a:extLst>
          </p:cNvPr>
          <p:cNvGrpSpPr/>
          <p:nvPr/>
        </p:nvGrpSpPr>
        <p:grpSpPr>
          <a:xfrm>
            <a:off x="2649234" y="2470074"/>
            <a:ext cx="4230029" cy="708485"/>
            <a:chOff x="4815803" y="4249598"/>
            <a:chExt cx="4411559" cy="708485"/>
          </a:xfrm>
        </p:grpSpPr>
        <p:cxnSp>
          <p:nvCxnSpPr>
            <p:cNvPr id="67" name="Straight Arrow Connector 66">
              <a:extLst>
                <a:ext uri="{FF2B5EF4-FFF2-40B4-BE49-F238E27FC236}">
                  <a16:creationId xmlns:a16="http://schemas.microsoft.com/office/drawing/2014/main" id="{7C7FD339-8654-D618-B151-8060A637F6C2}"/>
                </a:ext>
              </a:extLst>
            </p:cNvPr>
            <p:cNvCxnSpPr>
              <a:cxnSpLocks/>
            </p:cNvCxnSpPr>
            <p:nvPr/>
          </p:nvCxnSpPr>
          <p:spPr>
            <a:xfrm flipV="1">
              <a:off x="7021582" y="4249598"/>
              <a:ext cx="1303618" cy="229949"/>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2137">
              <a:extLst>
                <a:ext uri="{FF2B5EF4-FFF2-40B4-BE49-F238E27FC236}">
                  <a16:creationId xmlns:a16="http://schemas.microsoft.com/office/drawing/2014/main" id="{0352924D-A06D-4AF3-3352-22E8D9400A7D}"/>
                </a:ext>
              </a:extLst>
            </p:cNvPr>
            <p:cNvSpPr txBox="1"/>
            <p:nvPr/>
          </p:nvSpPr>
          <p:spPr>
            <a:xfrm>
              <a:off x="4815803" y="4496418"/>
              <a:ext cx="4411559"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CA" sz="2400" dirty="0">
                  <a:solidFill>
                    <a:srgbClr val="2683C6"/>
                  </a:solidFill>
                  <a:latin typeface="Nunito" pitchFamily="2" charset="0"/>
                </a:rPr>
                <a:t>activation function</a:t>
              </a:r>
            </a:p>
          </p:txBody>
        </p:sp>
      </p:grpSp>
      <p:grpSp>
        <p:nvGrpSpPr>
          <p:cNvPr id="69" name="Group 68">
            <a:extLst>
              <a:ext uri="{FF2B5EF4-FFF2-40B4-BE49-F238E27FC236}">
                <a16:creationId xmlns:a16="http://schemas.microsoft.com/office/drawing/2014/main" id="{980014AA-C4B4-0DE1-6089-A1B53EA6933E}"/>
              </a:ext>
            </a:extLst>
          </p:cNvPr>
          <p:cNvGrpSpPr/>
          <p:nvPr/>
        </p:nvGrpSpPr>
        <p:grpSpPr>
          <a:xfrm>
            <a:off x="6177778" y="2427896"/>
            <a:ext cx="3604401" cy="750663"/>
            <a:chOff x="6813622" y="4220150"/>
            <a:chExt cx="3759083" cy="750663"/>
          </a:xfrm>
        </p:grpSpPr>
        <p:cxnSp>
          <p:nvCxnSpPr>
            <p:cNvPr id="70" name="Straight Arrow Connector 69">
              <a:extLst>
                <a:ext uri="{FF2B5EF4-FFF2-40B4-BE49-F238E27FC236}">
                  <a16:creationId xmlns:a16="http://schemas.microsoft.com/office/drawing/2014/main" id="{58228145-C57B-0916-0E76-1073B30C6927}"/>
                </a:ext>
              </a:extLst>
            </p:cNvPr>
            <p:cNvCxnSpPr>
              <a:cxnSpLocks/>
              <a:stCxn id="71" idx="0"/>
            </p:cNvCxnSpPr>
            <p:nvPr/>
          </p:nvCxnSpPr>
          <p:spPr>
            <a:xfrm flipH="1" flipV="1">
              <a:off x="8113020" y="4220150"/>
              <a:ext cx="580144" cy="288998"/>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sp>
          <p:nvSpPr>
            <p:cNvPr id="71" name="TextBox 2141">
              <a:extLst>
                <a:ext uri="{FF2B5EF4-FFF2-40B4-BE49-F238E27FC236}">
                  <a16:creationId xmlns:a16="http://schemas.microsoft.com/office/drawing/2014/main" id="{C5F32321-8F25-4EB7-F9C7-96C3363D1121}"/>
                </a:ext>
              </a:extLst>
            </p:cNvPr>
            <p:cNvSpPr txBox="1"/>
            <p:nvPr/>
          </p:nvSpPr>
          <p:spPr>
            <a:xfrm>
              <a:off x="6813622" y="4509148"/>
              <a:ext cx="3759083"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CA" sz="2400" dirty="0">
                  <a:solidFill>
                    <a:srgbClr val="2683C6"/>
                  </a:solidFill>
                  <a:latin typeface="Nunito" pitchFamily="2" charset="0"/>
                </a:rPr>
                <a:t>affine transform</a:t>
              </a:r>
            </a:p>
          </p:txBody>
        </p:sp>
      </p:grpSp>
      <p:cxnSp>
        <p:nvCxnSpPr>
          <p:cNvPr id="78" name="Straight Arrow Connector 77">
            <a:extLst>
              <a:ext uri="{FF2B5EF4-FFF2-40B4-BE49-F238E27FC236}">
                <a16:creationId xmlns:a16="http://schemas.microsoft.com/office/drawing/2014/main" id="{DE18E761-097D-B56F-0FF7-9513072D9A73}"/>
              </a:ext>
            </a:extLst>
          </p:cNvPr>
          <p:cNvCxnSpPr>
            <a:cxnSpLocks/>
            <a:stCxn id="68" idx="2"/>
          </p:cNvCxnSpPr>
          <p:nvPr/>
        </p:nvCxnSpPr>
        <p:spPr>
          <a:xfrm>
            <a:off x="4764249" y="3178559"/>
            <a:ext cx="1331751" cy="500883"/>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E0A89415-2C7C-9C25-4619-FBBE236E3195}"/>
              </a:ext>
            </a:extLst>
          </p:cNvPr>
          <p:cNvCxnSpPr>
            <a:cxnSpLocks/>
            <a:stCxn id="71" idx="2"/>
          </p:cNvCxnSpPr>
          <p:nvPr/>
        </p:nvCxnSpPr>
        <p:spPr>
          <a:xfrm flipH="1">
            <a:off x="7016008" y="3178559"/>
            <a:ext cx="963971" cy="434436"/>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771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4BCB9-12C4-D6D4-5DB2-DEFF6C115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5023F-747E-3E90-A02A-896182831722}"/>
              </a:ext>
            </a:extLst>
          </p:cNvPr>
          <p:cNvSpPr>
            <a:spLocks noGrp="1"/>
          </p:cNvSpPr>
          <p:nvPr>
            <p:ph type="title"/>
          </p:nvPr>
        </p:nvSpPr>
        <p:spPr/>
        <p:txBody>
          <a:bodyPr/>
          <a:lstStyle/>
          <a:p>
            <a:r>
              <a:rPr lang="en-CA" dirty="0"/>
              <a:t>Stacking Neural Layers</a:t>
            </a:r>
          </a:p>
        </p:txBody>
      </p:sp>
      <p:sp>
        <p:nvSpPr>
          <p:cNvPr id="3" name="Content Placeholder 2">
            <a:extLst>
              <a:ext uri="{FF2B5EF4-FFF2-40B4-BE49-F238E27FC236}">
                <a16:creationId xmlns:a16="http://schemas.microsoft.com/office/drawing/2014/main" id="{B30BD169-D548-7904-7C72-1FB4B76B8900}"/>
              </a:ext>
            </a:extLst>
          </p:cNvPr>
          <p:cNvSpPr>
            <a:spLocks noGrp="1"/>
          </p:cNvSpPr>
          <p:nvPr>
            <p:ph idx="1"/>
          </p:nvPr>
        </p:nvSpPr>
        <p:spPr/>
        <p:txBody>
          <a:bodyPr/>
          <a:lstStyle/>
          <a:p>
            <a:pPr marL="0" indent="0">
              <a:buNone/>
            </a:pPr>
            <a:r>
              <a:rPr lang="en-CA" dirty="0"/>
              <a:t>Multiple neural layers can be stacked together.</a:t>
            </a:r>
          </a:p>
        </p:txBody>
      </p:sp>
      <p:sp>
        <p:nvSpPr>
          <p:cNvPr id="4" name="Slide Number Placeholder 3">
            <a:extLst>
              <a:ext uri="{FF2B5EF4-FFF2-40B4-BE49-F238E27FC236}">
                <a16:creationId xmlns:a16="http://schemas.microsoft.com/office/drawing/2014/main" id="{97F1B79F-0186-BC9F-6AF0-CB5958CBAD9B}"/>
              </a:ext>
            </a:extLst>
          </p:cNvPr>
          <p:cNvSpPr>
            <a:spLocks noGrp="1"/>
          </p:cNvSpPr>
          <p:nvPr>
            <p:ph type="sldNum" sz="quarter" idx="12"/>
          </p:nvPr>
        </p:nvSpPr>
        <p:spPr/>
        <p:txBody>
          <a:bodyPr/>
          <a:lstStyle/>
          <a:p>
            <a:fld id="{A36FF760-4833-4FC2-9C74-46CD274694B2}" type="slidenum">
              <a:rPr lang="en-CA" smtClean="0"/>
              <a:pPr/>
              <a:t>26</a:t>
            </a:fld>
            <a:endParaRPr lang="en-CA"/>
          </a:p>
        </p:txBody>
      </p:sp>
      <p:grpSp>
        <p:nvGrpSpPr>
          <p:cNvPr id="7" name="Group 6" descr="\documentclass{article}&#10;\usepackage{amsmath,amssymb}&#10;\pagestyle{empty}&#10;\begin{document}&#10;&#10;\newcommand{\score}{\textrm{score}}&#10;\newcommand{\classify}{\textrm{classify}}&#10;\newcommand{\bx}{\mathbf{x}}&#10;&#10;\begin{align*}&#10;\mathbf{z}^{(1)} &amp;= g\left(\mathbf{W}^{(0)}\mathbf{x} + \mathbf{b}^{(0)}\right)&#10;\end{align*}&#10;&#10;&#10;\end{document}" title="IguanaTex Vector Display">
            <a:extLst>
              <a:ext uri="{FF2B5EF4-FFF2-40B4-BE49-F238E27FC236}">
                <a16:creationId xmlns:a16="http://schemas.microsoft.com/office/drawing/2014/main" id="{4316AA65-8ECE-39E7-AF5C-316BA8961329}"/>
              </a:ext>
            </a:extLst>
          </p:cNvPr>
          <p:cNvGrpSpPr>
            <a:grpSpLocks noChangeAspect="1"/>
          </p:cNvGrpSpPr>
          <p:nvPr/>
        </p:nvGrpSpPr>
        <p:grpSpPr>
          <a:xfrm>
            <a:off x="2831094" y="2066519"/>
            <a:ext cx="3675347" cy="637334"/>
            <a:chOff x="11166560" y="7544191"/>
            <a:chExt cx="3675347" cy="637334"/>
          </a:xfrm>
        </p:grpSpPr>
        <p:sp>
          <p:nvSpPr>
            <p:cNvPr id="13" name="Freeform: Shape 12">
              <a:extLst>
                <a:ext uri="{FF2B5EF4-FFF2-40B4-BE49-F238E27FC236}">
                  <a16:creationId xmlns:a16="http://schemas.microsoft.com/office/drawing/2014/main" id="{2A1B17A6-6036-345F-80E2-6AF7141D7B50}"/>
                </a:ext>
              </a:extLst>
            </p:cNvPr>
            <p:cNvSpPr/>
            <p:nvPr/>
          </p:nvSpPr>
          <p:spPr>
            <a:xfrm>
              <a:off x="11166560" y="7794311"/>
              <a:ext cx="151977" cy="157296"/>
            </a:xfrm>
            <a:custGeom>
              <a:avLst/>
              <a:gdLst>
                <a:gd name="connsiteX0" fmla="*/ 147564 w 151977"/>
                <a:gd name="connsiteY0" fmla="*/ 15318 h 157296"/>
                <a:gd name="connsiteX1" fmla="*/ 151098 w 151977"/>
                <a:gd name="connsiteY1" fmla="*/ 7524 h 157296"/>
                <a:gd name="connsiteX2" fmla="*/ 139788 w 151977"/>
                <a:gd name="connsiteY2" fmla="*/ 85 h 157296"/>
                <a:gd name="connsiteX3" fmla="*/ 10077 w 151977"/>
                <a:gd name="connsiteY3" fmla="*/ 85 h 157296"/>
                <a:gd name="connsiteX4" fmla="*/ 5836 w 151977"/>
                <a:gd name="connsiteY4" fmla="*/ 62082 h 157296"/>
                <a:gd name="connsiteX5" fmla="*/ 22447 w 151977"/>
                <a:gd name="connsiteY5" fmla="*/ 62082 h 157296"/>
                <a:gd name="connsiteX6" fmla="*/ 71928 w 151977"/>
                <a:gd name="connsiteY6" fmla="*/ 12838 h 157296"/>
                <a:gd name="connsiteX7" fmla="*/ 101970 w 151977"/>
                <a:gd name="connsiteY7" fmla="*/ 12838 h 157296"/>
                <a:gd name="connsiteX8" fmla="*/ 3362 w 151977"/>
                <a:gd name="connsiteY8" fmla="*/ 141793 h 157296"/>
                <a:gd name="connsiteX9" fmla="*/ 181 w 151977"/>
                <a:gd name="connsiteY9" fmla="*/ 149587 h 157296"/>
                <a:gd name="connsiteX10" fmla="*/ 11491 w 151977"/>
                <a:gd name="connsiteY10" fmla="*/ 157381 h 157296"/>
                <a:gd name="connsiteX11" fmla="*/ 145796 w 151977"/>
                <a:gd name="connsiteY11" fmla="*/ 157381 h 157296"/>
                <a:gd name="connsiteX12" fmla="*/ 152158 w 151977"/>
                <a:gd name="connsiteY12" fmla="*/ 85818 h 157296"/>
                <a:gd name="connsiteX13" fmla="*/ 135547 w 151977"/>
                <a:gd name="connsiteY13" fmla="*/ 85818 h 157296"/>
                <a:gd name="connsiteX14" fmla="*/ 80057 w 151977"/>
                <a:gd name="connsiteY14" fmla="*/ 143210 h 157296"/>
                <a:gd name="connsiteX15" fmla="*/ 49662 w 151977"/>
                <a:gd name="connsiteY15" fmla="*/ 143210 h 157296"/>
                <a:gd name="connsiteX16" fmla="*/ 147564 w 151977"/>
                <a:gd name="connsiteY16" fmla="*/ 15318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77" h="157296">
                  <a:moveTo>
                    <a:pt x="147564" y="15318"/>
                  </a:moveTo>
                  <a:cubicBezTo>
                    <a:pt x="150391" y="11421"/>
                    <a:pt x="151098" y="10713"/>
                    <a:pt x="151098" y="7524"/>
                  </a:cubicBezTo>
                  <a:cubicBezTo>
                    <a:pt x="151098" y="85"/>
                    <a:pt x="146150" y="85"/>
                    <a:pt x="139788" y="85"/>
                  </a:cubicBezTo>
                  <a:lnTo>
                    <a:pt x="10077" y="85"/>
                  </a:lnTo>
                  <a:lnTo>
                    <a:pt x="5836" y="62082"/>
                  </a:lnTo>
                  <a:lnTo>
                    <a:pt x="22447" y="62082"/>
                  </a:lnTo>
                  <a:cubicBezTo>
                    <a:pt x="24568" y="25592"/>
                    <a:pt x="35524" y="12838"/>
                    <a:pt x="71928" y="12838"/>
                  </a:cubicBezTo>
                  <a:lnTo>
                    <a:pt x="101970" y="12838"/>
                  </a:lnTo>
                  <a:lnTo>
                    <a:pt x="3362" y="141793"/>
                  </a:lnTo>
                  <a:cubicBezTo>
                    <a:pt x="181" y="145690"/>
                    <a:pt x="181" y="146399"/>
                    <a:pt x="181" y="149587"/>
                  </a:cubicBezTo>
                  <a:cubicBezTo>
                    <a:pt x="181" y="157381"/>
                    <a:pt x="4775" y="157381"/>
                    <a:pt x="11491" y="157381"/>
                  </a:cubicBezTo>
                  <a:lnTo>
                    <a:pt x="145796" y="157381"/>
                  </a:lnTo>
                  <a:lnTo>
                    <a:pt x="152158" y="85818"/>
                  </a:lnTo>
                  <a:lnTo>
                    <a:pt x="135547" y="85818"/>
                  </a:lnTo>
                  <a:cubicBezTo>
                    <a:pt x="132366" y="121600"/>
                    <a:pt x="126711" y="143210"/>
                    <a:pt x="80057" y="143210"/>
                  </a:cubicBezTo>
                  <a:lnTo>
                    <a:pt x="49662" y="143210"/>
                  </a:lnTo>
                  <a:lnTo>
                    <a:pt x="147564" y="15318"/>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 name="Freeform: Shape 13">
              <a:extLst>
                <a:ext uri="{FF2B5EF4-FFF2-40B4-BE49-F238E27FC236}">
                  <a16:creationId xmlns:a16="http://schemas.microsoft.com/office/drawing/2014/main" id="{63587BCC-3D90-ED1E-49A0-C02058F1530A}"/>
                </a:ext>
              </a:extLst>
            </p:cNvPr>
            <p:cNvSpPr/>
            <p:nvPr/>
          </p:nvSpPr>
          <p:spPr>
            <a:xfrm>
              <a:off x="11364346" y="7619339"/>
              <a:ext cx="64325" cy="247742"/>
            </a:xfrm>
            <a:custGeom>
              <a:avLst/>
              <a:gdLst>
                <a:gd name="connsiteX0" fmla="*/ 59563 w 64325"/>
                <a:gd name="connsiteY0" fmla="*/ 81 h 247742"/>
                <a:gd name="connsiteX1" fmla="*/ 186 w 64325"/>
                <a:gd name="connsiteY1" fmla="*/ 123828 h 247742"/>
                <a:gd name="connsiteX2" fmla="*/ 59563 w 64325"/>
                <a:gd name="connsiteY2" fmla="*/ 247823 h 247742"/>
                <a:gd name="connsiteX3" fmla="*/ 64511 w 64325"/>
                <a:gd name="connsiteY3" fmla="*/ 244847 h 247742"/>
                <a:gd name="connsiteX4" fmla="*/ 62037 w 64325"/>
                <a:gd name="connsiteY4" fmla="*/ 241127 h 247742"/>
                <a:gd name="connsiteX5" fmla="*/ 17009 w 64325"/>
                <a:gd name="connsiteY5" fmla="*/ 124076 h 247742"/>
                <a:gd name="connsiteX6" fmla="*/ 62779 w 64325"/>
                <a:gd name="connsiteY6" fmla="*/ 6032 h 247742"/>
                <a:gd name="connsiteX7" fmla="*/ 64511 w 64325"/>
                <a:gd name="connsiteY7" fmla="*/ 3056 h 247742"/>
                <a:gd name="connsiteX8" fmla="*/ 59563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563" y="81"/>
                  </a:moveTo>
                  <a:cubicBezTo>
                    <a:pt x="12556" y="33311"/>
                    <a:pt x="186" y="85885"/>
                    <a:pt x="186" y="123828"/>
                  </a:cubicBezTo>
                  <a:cubicBezTo>
                    <a:pt x="186" y="158794"/>
                    <a:pt x="10577" y="213104"/>
                    <a:pt x="59563" y="247823"/>
                  </a:cubicBezTo>
                  <a:cubicBezTo>
                    <a:pt x="61542" y="247823"/>
                    <a:pt x="64511" y="247823"/>
                    <a:pt x="64511" y="244847"/>
                  </a:cubicBezTo>
                  <a:cubicBezTo>
                    <a:pt x="64511" y="243359"/>
                    <a:pt x="63769" y="242863"/>
                    <a:pt x="62037" y="241127"/>
                  </a:cubicBezTo>
                  <a:cubicBezTo>
                    <a:pt x="29132" y="211368"/>
                    <a:pt x="17009" y="169210"/>
                    <a:pt x="17009" y="124076"/>
                  </a:cubicBezTo>
                  <a:cubicBezTo>
                    <a:pt x="17009" y="57118"/>
                    <a:pt x="42492" y="24384"/>
                    <a:pt x="62779" y="6032"/>
                  </a:cubicBezTo>
                  <a:cubicBezTo>
                    <a:pt x="63769" y="5040"/>
                    <a:pt x="64511" y="4296"/>
                    <a:pt x="64511" y="3056"/>
                  </a:cubicBezTo>
                  <a:cubicBezTo>
                    <a:pt x="64511" y="81"/>
                    <a:pt x="61542" y="81"/>
                    <a:pt x="59563"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5" name="Freeform: Shape 14">
              <a:extLst>
                <a:ext uri="{FF2B5EF4-FFF2-40B4-BE49-F238E27FC236}">
                  <a16:creationId xmlns:a16="http://schemas.microsoft.com/office/drawing/2014/main" id="{71F63B6E-E0CD-72DA-8389-94631F29C6C6}"/>
                </a:ext>
              </a:extLst>
            </p:cNvPr>
            <p:cNvSpPr/>
            <p:nvPr/>
          </p:nvSpPr>
          <p:spPr>
            <a:xfrm>
              <a:off x="11473311" y="7640666"/>
              <a:ext cx="90055" cy="164665"/>
            </a:xfrm>
            <a:custGeom>
              <a:avLst/>
              <a:gdLst>
                <a:gd name="connsiteX0" fmla="*/ 56103 w 90055"/>
                <a:gd name="connsiteY0" fmla="*/ 7024 h 164665"/>
                <a:gd name="connsiteX1" fmla="*/ 48680 w 90055"/>
                <a:gd name="connsiteY1" fmla="*/ 81 h 164665"/>
                <a:gd name="connsiteX2" fmla="*/ 189 w 90055"/>
                <a:gd name="connsiteY2" fmla="*/ 15952 h 164665"/>
                <a:gd name="connsiteX3" fmla="*/ 189 w 90055"/>
                <a:gd name="connsiteY3" fmla="*/ 24880 h 164665"/>
                <a:gd name="connsiteX4" fmla="*/ 36063 w 90055"/>
                <a:gd name="connsiteY4" fmla="*/ 17936 h 164665"/>
                <a:gd name="connsiteX5" fmla="*/ 36063 w 90055"/>
                <a:gd name="connsiteY5" fmla="*/ 144411 h 164665"/>
                <a:gd name="connsiteX6" fmla="*/ 11322 w 90055"/>
                <a:gd name="connsiteY6" fmla="*/ 155818 h 164665"/>
                <a:gd name="connsiteX7" fmla="*/ 1921 w 90055"/>
                <a:gd name="connsiteY7" fmla="*/ 155818 h 164665"/>
                <a:gd name="connsiteX8" fmla="*/ 1921 w 90055"/>
                <a:gd name="connsiteY8" fmla="*/ 164746 h 164665"/>
                <a:gd name="connsiteX9" fmla="*/ 45959 w 90055"/>
                <a:gd name="connsiteY9" fmla="*/ 163754 h 164665"/>
                <a:gd name="connsiteX10" fmla="*/ 90244 w 90055"/>
                <a:gd name="connsiteY10" fmla="*/ 164746 h 164665"/>
                <a:gd name="connsiteX11" fmla="*/ 90244 w 90055"/>
                <a:gd name="connsiteY11" fmla="*/ 155818 h 164665"/>
                <a:gd name="connsiteX12" fmla="*/ 80843 w 90055"/>
                <a:gd name="connsiteY12" fmla="*/ 155818 h 164665"/>
                <a:gd name="connsiteX13" fmla="*/ 56103 w 90055"/>
                <a:gd name="connsiteY13" fmla="*/ 144411 h 164665"/>
                <a:gd name="connsiteX14" fmla="*/ 56103 w 90055"/>
                <a:gd name="connsiteY14" fmla="*/ 7024 h 16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55" h="164665">
                  <a:moveTo>
                    <a:pt x="56103" y="7024"/>
                  </a:moveTo>
                  <a:cubicBezTo>
                    <a:pt x="56103" y="329"/>
                    <a:pt x="55608" y="81"/>
                    <a:pt x="48680" y="81"/>
                  </a:cubicBezTo>
                  <a:cubicBezTo>
                    <a:pt x="32846" y="15704"/>
                    <a:pt x="10333" y="15952"/>
                    <a:pt x="189" y="15952"/>
                  </a:cubicBezTo>
                  <a:lnTo>
                    <a:pt x="189" y="24880"/>
                  </a:lnTo>
                  <a:cubicBezTo>
                    <a:pt x="6127" y="24880"/>
                    <a:pt x="22455" y="24880"/>
                    <a:pt x="36063" y="17936"/>
                  </a:cubicBezTo>
                  <a:lnTo>
                    <a:pt x="36063" y="144411"/>
                  </a:lnTo>
                  <a:cubicBezTo>
                    <a:pt x="36063" y="152594"/>
                    <a:pt x="36063" y="155818"/>
                    <a:pt x="11322" y="155818"/>
                  </a:cubicBezTo>
                  <a:lnTo>
                    <a:pt x="1921" y="155818"/>
                  </a:lnTo>
                  <a:lnTo>
                    <a:pt x="1921" y="164746"/>
                  </a:lnTo>
                  <a:cubicBezTo>
                    <a:pt x="6374" y="164498"/>
                    <a:pt x="36805" y="163754"/>
                    <a:pt x="45959" y="163754"/>
                  </a:cubicBezTo>
                  <a:cubicBezTo>
                    <a:pt x="53629" y="163754"/>
                    <a:pt x="84802" y="164498"/>
                    <a:pt x="90244" y="164746"/>
                  </a:cubicBezTo>
                  <a:lnTo>
                    <a:pt x="90244" y="155818"/>
                  </a:lnTo>
                  <a:lnTo>
                    <a:pt x="80843" y="155818"/>
                  </a:lnTo>
                  <a:cubicBezTo>
                    <a:pt x="56103" y="155818"/>
                    <a:pt x="56103" y="152594"/>
                    <a:pt x="56103" y="144411"/>
                  </a:cubicBezTo>
                  <a:lnTo>
                    <a:pt x="56103" y="7024"/>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6" name="Freeform: Shape 15">
              <a:extLst>
                <a:ext uri="{FF2B5EF4-FFF2-40B4-BE49-F238E27FC236}">
                  <a16:creationId xmlns:a16="http://schemas.microsoft.com/office/drawing/2014/main" id="{990F9DFA-E3F8-731A-AC0A-A8366D5DB0F9}"/>
                </a:ext>
              </a:extLst>
            </p:cNvPr>
            <p:cNvSpPr/>
            <p:nvPr/>
          </p:nvSpPr>
          <p:spPr>
            <a:xfrm>
              <a:off x="11604793" y="7619339"/>
              <a:ext cx="64077" cy="247742"/>
            </a:xfrm>
            <a:custGeom>
              <a:avLst/>
              <a:gdLst>
                <a:gd name="connsiteX0" fmla="*/ 4894 w 64077"/>
                <a:gd name="connsiteY0" fmla="*/ 81 h 247742"/>
                <a:gd name="connsiteX1" fmla="*/ 193 w 64077"/>
                <a:gd name="connsiteY1" fmla="*/ 3056 h 247742"/>
                <a:gd name="connsiteX2" fmla="*/ 2420 w 64077"/>
                <a:gd name="connsiteY2" fmla="*/ 6776 h 247742"/>
                <a:gd name="connsiteX3" fmla="*/ 47447 w 64077"/>
                <a:gd name="connsiteY3" fmla="*/ 123828 h 247742"/>
                <a:gd name="connsiteX4" fmla="*/ 4646 w 64077"/>
                <a:gd name="connsiteY4" fmla="*/ 239143 h 247742"/>
                <a:gd name="connsiteX5" fmla="*/ 193 w 64077"/>
                <a:gd name="connsiteY5" fmla="*/ 244847 h 247742"/>
                <a:gd name="connsiteX6" fmla="*/ 3409 w 64077"/>
                <a:gd name="connsiteY6" fmla="*/ 247823 h 247742"/>
                <a:gd name="connsiteX7" fmla="*/ 46210 w 64077"/>
                <a:gd name="connsiteY7" fmla="*/ 200457 h 247742"/>
                <a:gd name="connsiteX8" fmla="*/ 64271 w 64077"/>
                <a:gd name="connsiteY8" fmla="*/ 124076 h 247742"/>
                <a:gd name="connsiteX9" fmla="*/ 4894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894" y="81"/>
                  </a:moveTo>
                  <a:cubicBezTo>
                    <a:pt x="3162" y="81"/>
                    <a:pt x="193" y="81"/>
                    <a:pt x="193" y="3056"/>
                  </a:cubicBezTo>
                  <a:cubicBezTo>
                    <a:pt x="193" y="4296"/>
                    <a:pt x="935" y="5040"/>
                    <a:pt x="2420" y="6776"/>
                  </a:cubicBezTo>
                  <a:cubicBezTo>
                    <a:pt x="23696" y="26368"/>
                    <a:pt x="47447" y="59846"/>
                    <a:pt x="47447" y="123828"/>
                  </a:cubicBezTo>
                  <a:cubicBezTo>
                    <a:pt x="47447" y="175658"/>
                    <a:pt x="31366" y="214840"/>
                    <a:pt x="4646" y="239143"/>
                  </a:cubicBezTo>
                  <a:cubicBezTo>
                    <a:pt x="440" y="243359"/>
                    <a:pt x="193" y="243607"/>
                    <a:pt x="193" y="244847"/>
                  </a:cubicBezTo>
                  <a:cubicBezTo>
                    <a:pt x="193" y="246087"/>
                    <a:pt x="935" y="247823"/>
                    <a:pt x="3409" y="247823"/>
                  </a:cubicBezTo>
                  <a:cubicBezTo>
                    <a:pt x="6378" y="247823"/>
                    <a:pt x="29882" y="231455"/>
                    <a:pt x="46210" y="200457"/>
                  </a:cubicBezTo>
                  <a:cubicBezTo>
                    <a:pt x="57096" y="179873"/>
                    <a:pt x="64271" y="153090"/>
                    <a:pt x="64271" y="124076"/>
                  </a:cubicBezTo>
                  <a:cubicBezTo>
                    <a:pt x="64271" y="89109"/>
                    <a:pt x="53880" y="34799"/>
                    <a:pt x="4894"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7" name="Freeform: Shape 16">
              <a:extLst>
                <a:ext uri="{FF2B5EF4-FFF2-40B4-BE49-F238E27FC236}">
                  <a16:creationId xmlns:a16="http://schemas.microsoft.com/office/drawing/2014/main" id="{47EC3D33-49D6-B2BB-0C12-526B314DA962}"/>
                </a:ext>
              </a:extLst>
            </p:cNvPr>
            <p:cNvSpPr/>
            <p:nvPr/>
          </p:nvSpPr>
          <p:spPr>
            <a:xfrm>
              <a:off x="11833315" y="7821589"/>
              <a:ext cx="235034" cy="82899"/>
            </a:xfrm>
            <a:custGeom>
              <a:avLst/>
              <a:gdLst>
                <a:gd name="connsiteX0" fmla="*/ 223217 w 235034"/>
                <a:gd name="connsiteY0" fmla="*/ 14256 h 82899"/>
                <a:gd name="connsiteX1" fmla="*/ 235234 w 235034"/>
                <a:gd name="connsiteY1" fmla="*/ 7170 h 82899"/>
                <a:gd name="connsiteX2" fmla="*/ 223571 w 235034"/>
                <a:gd name="connsiteY2" fmla="*/ 85 h 82899"/>
                <a:gd name="connsiteX3" fmla="*/ 11863 w 235034"/>
                <a:gd name="connsiteY3" fmla="*/ 85 h 82899"/>
                <a:gd name="connsiteX4" fmla="*/ 199 w 235034"/>
                <a:gd name="connsiteY4" fmla="*/ 7170 h 82899"/>
                <a:gd name="connsiteX5" fmla="*/ 12216 w 235034"/>
                <a:gd name="connsiteY5" fmla="*/ 14256 h 82899"/>
                <a:gd name="connsiteX6" fmla="*/ 223217 w 235034"/>
                <a:gd name="connsiteY6" fmla="*/ 14256 h 82899"/>
                <a:gd name="connsiteX7" fmla="*/ 223571 w 235034"/>
                <a:gd name="connsiteY7" fmla="*/ 82984 h 82899"/>
                <a:gd name="connsiteX8" fmla="*/ 235234 w 235034"/>
                <a:gd name="connsiteY8" fmla="*/ 75899 h 82899"/>
                <a:gd name="connsiteX9" fmla="*/ 223217 w 235034"/>
                <a:gd name="connsiteY9" fmla="*/ 68813 h 82899"/>
                <a:gd name="connsiteX10" fmla="*/ 12216 w 235034"/>
                <a:gd name="connsiteY10" fmla="*/ 68813 h 82899"/>
                <a:gd name="connsiteX11" fmla="*/ 199 w 235034"/>
                <a:gd name="connsiteY11" fmla="*/ 75899 h 82899"/>
                <a:gd name="connsiteX12" fmla="*/ 11863 w 235034"/>
                <a:gd name="connsiteY12" fmla="*/ 82984 h 82899"/>
                <a:gd name="connsiteX13" fmla="*/ 223571 w 235034"/>
                <a:gd name="connsiteY13" fmla="*/ 82984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34" h="82899">
                  <a:moveTo>
                    <a:pt x="223217" y="14256"/>
                  </a:moveTo>
                  <a:cubicBezTo>
                    <a:pt x="228519" y="14256"/>
                    <a:pt x="235234" y="14256"/>
                    <a:pt x="235234" y="7170"/>
                  </a:cubicBezTo>
                  <a:cubicBezTo>
                    <a:pt x="235234" y="85"/>
                    <a:pt x="228519" y="85"/>
                    <a:pt x="223571" y="85"/>
                  </a:cubicBezTo>
                  <a:lnTo>
                    <a:pt x="11863" y="85"/>
                  </a:lnTo>
                  <a:cubicBezTo>
                    <a:pt x="6915" y="85"/>
                    <a:pt x="199" y="85"/>
                    <a:pt x="199" y="7170"/>
                  </a:cubicBezTo>
                  <a:cubicBezTo>
                    <a:pt x="199" y="14256"/>
                    <a:pt x="6915" y="14256"/>
                    <a:pt x="12216" y="14256"/>
                  </a:cubicBezTo>
                  <a:lnTo>
                    <a:pt x="223217" y="14256"/>
                  </a:lnTo>
                  <a:close/>
                  <a:moveTo>
                    <a:pt x="223571" y="82984"/>
                  </a:moveTo>
                  <a:cubicBezTo>
                    <a:pt x="228519" y="82984"/>
                    <a:pt x="235234" y="82984"/>
                    <a:pt x="235234" y="75899"/>
                  </a:cubicBezTo>
                  <a:cubicBezTo>
                    <a:pt x="235234" y="68813"/>
                    <a:pt x="228519" y="68813"/>
                    <a:pt x="223217" y="68813"/>
                  </a:cubicBezTo>
                  <a:lnTo>
                    <a:pt x="12216" y="68813"/>
                  </a:lnTo>
                  <a:cubicBezTo>
                    <a:pt x="6915" y="68813"/>
                    <a:pt x="199" y="68813"/>
                    <a:pt x="199" y="75899"/>
                  </a:cubicBezTo>
                  <a:cubicBezTo>
                    <a:pt x="199" y="82984"/>
                    <a:pt x="6915" y="82984"/>
                    <a:pt x="11863" y="82984"/>
                  </a:cubicBezTo>
                  <a:lnTo>
                    <a:pt x="223571" y="82984"/>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8" name="Freeform: Shape 17">
              <a:extLst>
                <a:ext uri="{FF2B5EF4-FFF2-40B4-BE49-F238E27FC236}">
                  <a16:creationId xmlns:a16="http://schemas.microsoft.com/office/drawing/2014/main" id="{4745B6B5-3CE2-01B2-4A75-31AC9829C2D5}"/>
                </a:ext>
              </a:extLst>
            </p:cNvPr>
            <p:cNvSpPr/>
            <p:nvPr/>
          </p:nvSpPr>
          <p:spPr>
            <a:xfrm>
              <a:off x="12191894" y="7795019"/>
              <a:ext cx="162227" cy="229213"/>
            </a:xfrm>
            <a:custGeom>
              <a:avLst/>
              <a:gdLst>
                <a:gd name="connsiteX0" fmla="*/ 161377 w 162227"/>
                <a:gd name="connsiteY0" fmla="*/ 23112 h 229213"/>
                <a:gd name="connsiteX1" fmla="*/ 162437 w 162227"/>
                <a:gd name="connsiteY1" fmla="*/ 16735 h 229213"/>
                <a:gd name="connsiteX2" fmla="*/ 152187 w 162227"/>
                <a:gd name="connsiteY2" fmla="*/ 7170 h 229213"/>
                <a:gd name="connsiteX3" fmla="*/ 137696 w 162227"/>
                <a:gd name="connsiteY3" fmla="*/ 22404 h 229213"/>
                <a:gd name="connsiteX4" fmla="*/ 104827 w 162227"/>
                <a:gd name="connsiteY4" fmla="*/ 85 h 229213"/>
                <a:gd name="connsiteX5" fmla="*/ 20709 w 162227"/>
                <a:gd name="connsiteY5" fmla="*/ 100698 h 229213"/>
                <a:gd name="connsiteX6" fmla="*/ 67716 w 162227"/>
                <a:gd name="connsiteY6" fmla="*/ 156673 h 229213"/>
                <a:gd name="connsiteX7" fmla="*/ 108715 w 162227"/>
                <a:gd name="connsiteY7" fmla="*/ 136125 h 229213"/>
                <a:gd name="connsiteX8" fmla="*/ 109068 w 162227"/>
                <a:gd name="connsiteY8" fmla="*/ 136479 h 229213"/>
                <a:gd name="connsiteX9" fmla="*/ 97405 w 162227"/>
                <a:gd name="connsiteY9" fmla="*/ 183243 h 229213"/>
                <a:gd name="connsiteX10" fmla="*/ 46510 w 162227"/>
                <a:gd name="connsiteY10" fmla="*/ 221504 h 229213"/>
                <a:gd name="connsiteX11" fmla="*/ 18235 w 162227"/>
                <a:gd name="connsiteY11" fmla="*/ 217962 h 229213"/>
                <a:gd name="connsiteX12" fmla="*/ 32726 w 162227"/>
                <a:gd name="connsiteY12" fmla="*/ 199540 h 229213"/>
                <a:gd name="connsiteX13" fmla="*/ 19295 w 162227"/>
                <a:gd name="connsiteY13" fmla="*/ 187140 h 229213"/>
                <a:gd name="connsiteX14" fmla="*/ 210 w 162227"/>
                <a:gd name="connsiteY14" fmla="*/ 207688 h 229213"/>
                <a:gd name="connsiteX15" fmla="*/ 47217 w 162227"/>
                <a:gd name="connsiteY15" fmla="*/ 229298 h 229213"/>
                <a:gd name="connsiteX16" fmla="*/ 122145 w 162227"/>
                <a:gd name="connsiteY16" fmla="*/ 180409 h 229213"/>
                <a:gd name="connsiteX17" fmla="*/ 161377 w 162227"/>
                <a:gd name="connsiteY17" fmla="*/ 23112 h 229213"/>
                <a:gd name="connsiteX18" fmla="*/ 115430 w 162227"/>
                <a:gd name="connsiteY18" fmla="*/ 111326 h 229213"/>
                <a:gd name="connsiteX19" fmla="*/ 97405 w 162227"/>
                <a:gd name="connsiteY19" fmla="*/ 136125 h 229213"/>
                <a:gd name="connsiteX20" fmla="*/ 68776 w 162227"/>
                <a:gd name="connsiteY20" fmla="*/ 148879 h 229213"/>
                <a:gd name="connsiteX21" fmla="*/ 45803 w 162227"/>
                <a:gd name="connsiteY21" fmla="*/ 116286 h 229213"/>
                <a:gd name="connsiteX22" fmla="*/ 65595 w 162227"/>
                <a:gd name="connsiteY22" fmla="*/ 39409 h 229213"/>
                <a:gd name="connsiteX23" fmla="*/ 105180 w 162227"/>
                <a:gd name="connsiteY23" fmla="*/ 7879 h 229213"/>
                <a:gd name="connsiteX24" fmla="*/ 133455 w 162227"/>
                <a:gd name="connsiteY24" fmla="*/ 38346 h 229213"/>
                <a:gd name="connsiteX25" fmla="*/ 132395 w 162227"/>
                <a:gd name="connsiteY25" fmla="*/ 43660 h 229213"/>
                <a:gd name="connsiteX26" fmla="*/ 115430 w 162227"/>
                <a:gd name="connsiteY26" fmla="*/ 111326 h 22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2227" h="229213">
                  <a:moveTo>
                    <a:pt x="161377" y="23112"/>
                  </a:moveTo>
                  <a:cubicBezTo>
                    <a:pt x="161730" y="20987"/>
                    <a:pt x="162437" y="19215"/>
                    <a:pt x="162437" y="16735"/>
                  </a:cubicBezTo>
                  <a:cubicBezTo>
                    <a:pt x="162437" y="10713"/>
                    <a:pt x="158196" y="7170"/>
                    <a:pt x="152187" y="7170"/>
                  </a:cubicBezTo>
                  <a:cubicBezTo>
                    <a:pt x="148653" y="7170"/>
                    <a:pt x="139110" y="9650"/>
                    <a:pt x="137696" y="22404"/>
                  </a:cubicBezTo>
                  <a:cubicBezTo>
                    <a:pt x="131335" y="9296"/>
                    <a:pt x="118964" y="85"/>
                    <a:pt x="104827" y="85"/>
                  </a:cubicBezTo>
                  <a:cubicBezTo>
                    <a:pt x="64535" y="85"/>
                    <a:pt x="20709" y="49683"/>
                    <a:pt x="20709" y="100698"/>
                  </a:cubicBezTo>
                  <a:cubicBezTo>
                    <a:pt x="20709" y="135771"/>
                    <a:pt x="42269" y="156673"/>
                    <a:pt x="67716" y="156673"/>
                  </a:cubicBezTo>
                  <a:cubicBezTo>
                    <a:pt x="88569" y="156673"/>
                    <a:pt x="105180" y="140022"/>
                    <a:pt x="108715" y="136125"/>
                  </a:cubicBezTo>
                  <a:lnTo>
                    <a:pt x="109068" y="136479"/>
                  </a:lnTo>
                  <a:cubicBezTo>
                    <a:pt x="101646" y="168009"/>
                    <a:pt x="97405" y="182535"/>
                    <a:pt x="97405" y="183243"/>
                  </a:cubicBezTo>
                  <a:cubicBezTo>
                    <a:pt x="95991" y="186432"/>
                    <a:pt x="83974" y="221504"/>
                    <a:pt x="46510" y="221504"/>
                  </a:cubicBezTo>
                  <a:cubicBezTo>
                    <a:pt x="39795" y="221504"/>
                    <a:pt x="28131" y="221150"/>
                    <a:pt x="18235" y="217962"/>
                  </a:cubicBezTo>
                  <a:cubicBezTo>
                    <a:pt x="28838" y="214773"/>
                    <a:pt x="32726" y="205562"/>
                    <a:pt x="32726" y="199540"/>
                  </a:cubicBezTo>
                  <a:cubicBezTo>
                    <a:pt x="32726" y="193871"/>
                    <a:pt x="28838" y="187140"/>
                    <a:pt x="19295" y="187140"/>
                  </a:cubicBezTo>
                  <a:cubicBezTo>
                    <a:pt x="11520" y="187140"/>
                    <a:pt x="210" y="193517"/>
                    <a:pt x="210" y="207688"/>
                  </a:cubicBezTo>
                  <a:cubicBezTo>
                    <a:pt x="210" y="222213"/>
                    <a:pt x="13287" y="229298"/>
                    <a:pt x="47217" y="229298"/>
                  </a:cubicBezTo>
                  <a:cubicBezTo>
                    <a:pt x="91396" y="229298"/>
                    <a:pt x="116844" y="201665"/>
                    <a:pt x="122145" y="180409"/>
                  </a:cubicBezTo>
                  <a:lnTo>
                    <a:pt x="161377" y="23112"/>
                  </a:lnTo>
                  <a:close/>
                  <a:moveTo>
                    <a:pt x="115430" y="111326"/>
                  </a:moveTo>
                  <a:cubicBezTo>
                    <a:pt x="113309" y="120537"/>
                    <a:pt x="105180" y="129394"/>
                    <a:pt x="97405" y="136125"/>
                  </a:cubicBezTo>
                  <a:cubicBezTo>
                    <a:pt x="89983" y="142502"/>
                    <a:pt x="79026" y="148879"/>
                    <a:pt x="68776" y="148879"/>
                  </a:cubicBezTo>
                  <a:cubicBezTo>
                    <a:pt x="51105" y="148879"/>
                    <a:pt x="45803" y="130457"/>
                    <a:pt x="45803" y="116286"/>
                  </a:cubicBezTo>
                  <a:cubicBezTo>
                    <a:pt x="45803" y="99281"/>
                    <a:pt x="56053" y="57477"/>
                    <a:pt x="65595" y="39409"/>
                  </a:cubicBezTo>
                  <a:cubicBezTo>
                    <a:pt x="75138" y="22050"/>
                    <a:pt x="90336" y="7879"/>
                    <a:pt x="105180" y="7879"/>
                  </a:cubicBezTo>
                  <a:cubicBezTo>
                    <a:pt x="128507" y="7879"/>
                    <a:pt x="133455" y="36575"/>
                    <a:pt x="133455" y="38346"/>
                  </a:cubicBezTo>
                  <a:cubicBezTo>
                    <a:pt x="133455" y="40117"/>
                    <a:pt x="132748" y="42243"/>
                    <a:pt x="132395" y="43660"/>
                  </a:cubicBezTo>
                  <a:lnTo>
                    <a:pt x="115430" y="111326"/>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9" name="Freeform: Shape 18">
              <a:extLst>
                <a:ext uri="{FF2B5EF4-FFF2-40B4-BE49-F238E27FC236}">
                  <a16:creationId xmlns:a16="http://schemas.microsoft.com/office/drawing/2014/main" id="{04D71074-D0F5-75CF-E9E5-5F186BE23C5F}"/>
                </a:ext>
              </a:extLst>
            </p:cNvPr>
            <p:cNvSpPr/>
            <p:nvPr/>
          </p:nvSpPr>
          <p:spPr>
            <a:xfrm>
              <a:off x="12490374" y="7544191"/>
              <a:ext cx="134305" cy="637334"/>
            </a:xfrm>
            <a:custGeom>
              <a:avLst/>
              <a:gdLst>
                <a:gd name="connsiteX0" fmla="*/ 118618 w 134305"/>
                <a:gd name="connsiteY0" fmla="*/ 633511 h 637334"/>
                <a:gd name="connsiteX1" fmla="*/ 122859 w 134305"/>
                <a:gd name="connsiteY1" fmla="*/ 637408 h 637334"/>
                <a:gd name="connsiteX2" fmla="*/ 130634 w 134305"/>
                <a:gd name="connsiteY2" fmla="*/ 637408 h 637334"/>
                <a:gd name="connsiteX3" fmla="*/ 134522 w 134305"/>
                <a:gd name="connsiteY3" fmla="*/ 633865 h 637334"/>
                <a:gd name="connsiteX4" fmla="*/ 133109 w 134305"/>
                <a:gd name="connsiteY4" fmla="*/ 630677 h 637334"/>
                <a:gd name="connsiteX5" fmla="*/ 79386 w 134305"/>
                <a:gd name="connsiteY5" fmla="*/ 559468 h 637334"/>
                <a:gd name="connsiteX6" fmla="*/ 27078 w 134305"/>
                <a:gd name="connsiteY6" fmla="*/ 318918 h 637334"/>
                <a:gd name="connsiteX7" fmla="*/ 133462 w 134305"/>
                <a:gd name="connsiteY7" fmla="*/ 6451 h 637334"/>
                <a:gd name="connsiteX8" fmla="*/ 134522 w 134305"/>
                <a:gd name="connsiteY8" fmla="*/ 3616 h 637334"/>
                <a:gd name="connsiteX9" fmla="*/ 127807 w 134305"/>
                <a:gd name="connsiteY9" fmla="*/ 74 h 637334"/>
                <a:gd name="connsiteX10" fmla="*/ 119325 w 134305"/>
                <a:gd name="connsiteY10" fmla="*/ 2908 h 637334"/>
                <a:gd name="connsiteX11" fmla="*/ 23543 w 134305"/>
                <a:gd name="connsiteY11" fmla="*/ 155953 h 637334"/>
                <a:gd name="connsiteX12" fmla="*/ 217 w 134305"/>
                <a:gd name="connsiteY12" fmla="*/ 318564 h 637334"/>
                <a:gd name="connsiteX13" fmla="*/ 70904 w 134305"/>
                <a:gd name="connsiteY13" fmla="*/ 579662 h 637334"/>
                <a:gd name="connsiteX14" fmla="*/ 93524 w 134305"/>
                <a:gd name="connsiteY14" fmla="*/ 608358 h 637334"/>
                <a:gd name="connsiteX15" fmla="*/ 104834 w 134305"/>
                <a:gd name="connsiteY15" fmla="*/ 620757 h 637334"/>
                <a:gd name="connsiteX16" fmla="*/ 118618 w 134305"/>
                <a:gd name="connsiteY16" fmla="*/ 633511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4305" h="637334">
                  <a:moveTo>
                    <a:pt x="118618" y="633511"/>
                  </a:moveTo>
                  <a:cubicBezTo>
                    <a:pt x="119325" y="633865"/>
                    <a:pt x="122505" y="637408"/>
                    <a:pt x="122859" y="637408"/>
                  </a:cubicBezTo>
                  <a:lnTo>
                    <a:pt x="130634" y="637408"/>
                  </a:lnTo>
                  <a:cubicBezTo>
                    <a:pt x="131695" y="637408"/>
                    <a:pt x="134522" y="637054"/>
                    <a:pt x="134522" y="633865"/>
                  </a:cubicBezTo>
                  <a:cubicBezTo>
                    <a:pt x="134522" y="632448"/>
                    <a:pt x="133815" y="631740"/>
                    <a:pt x="133109" y="630677"/>
                  </a:cubicBezTo>
                  <a:cubicBezTo>
                    <a:pt x="120385" y="617923"/>
                    <a:pt x="101299" y="598438"/>
                    <a:pt x="79386" y="559468"/>
                  </a:cubicBezTo>
                  <a:cubicBezTo>
                    <a:pt x="41215" y="491448"/>
                    <a:pt x="27078" y="403943"/>
                    <a:pt x="27078" y="318918"/>
                  </a:cubicBezTo>
                  <a:cubicBezTo>
                    <a:pt x="27078" y="161621"/>
                    <a:pt x="71611" y="69157"/>
                    <a:pt x="133462" y="6451"/>
                  </a:cubicBezTo>
                  <a:cubicBezTo>
                    <a:pt x="134522" y="5388"/>
                    <a:pt x="134522" y="4325"/>
                    <a:pt x="134522" y="3616"/>
                  </a:cubicBezTo>
                  <a:cubicBezTo>
                    <a:pt x="134522" y="74"/>
                    <a:pt x="132048" y="74"/>
                    <a:pt x="127807" y="74"/>
                  </a:cubicBezTo>
                  <a:cubicBezTo>
                    <a:pt x="123212" y="74"/>
                    <a:pt x="122505" y="74"/>
                    <a:pt x="119325" y="2908"/>
                  </a:cubicBezTo>
                  <a:cubicBezTo>
                    <a:pt x="85748" y="31958"/>
                    <a:pt x="47930" y="81202"/>
                    <a:pt x="23543" y="155953"/>
                  </a:cubicBezTo>
                  <a:cubicBezTo>
                    <a:pt x="8346" y="202717"/>
                    <a:pt x="217" y="259755"/>
                    <a:pt x="217" y="318564"/>
                  </a:cubicBezTo>
                  <a:cubicBezTo>
                    <a:pt x="217" y="402526"/>
                    <a:pt x="15414" y="497471"/>
                    <a:pt x="70904" y="579662"/>
                  </a:cubicBezTo>
                  <a:cubicBezTo>
                    <a:pt x="80447" y="593478"/>
                    <a:pt x="93524" y="608004"/>
                    <a:pt x="93524" y="608358"/>
                  </a:cubicBezTo>
                  <a:cubicBezTo>
                    <a:pt x="97058" y="612609"/>
                    <a:pt x="102006" y="618277"/>
                    <a:pt x="104834" y="620757"/>
                  </a:cubicBezTo>
                  <a:lnTo>
                    <a:pt x="118618" y="633511"/>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0" name="Freeform: Shape 19">
              <a:extLst>
                <a:ext uri="{FF2B5EF4-FFF2-40B4-BE49-F238E27FC236}">
                  <a16:creationId xmlns:a16="http://schemas.microsoft.com/office/drawing/2014/main" id="{3A2242F5-7F1D-F7D4-E37A-4205AFF15489}"/>
                </a:ext>
              </a:extLst>
            </p:cNvPr>
            <p:cNvSpPr/>
            <p:nvPr/>
          </p:nvSpPr>
          <p:spPr>
            <a:xfrm>
              <a:off x="12646318" y="7708577"/>
              <a:ext cx="402916" cy="245864"/>
            </a:xfrm>
            <a:custGeom>
              <a:avLst/>
              <a:gdLst>
                <a:gd name="connsiteX0" fmla="*/ 369563 w 402916"/>
                <a:gd name="connsiteY0" fmla="*/ 25238 h 245864"/>
                <a:gd name="connsiteX1" fmla="*/ 382994 w 402916"/>
                <a:gd name="connsiteY1" fmla="*/ 17444 h 245864"/>
                <a:gd name="connsiteX2" fmla="*/ 403140 w 402916"/>
                <a:gd name="connsiteY2" fmla="*/ 16735 h 245864"/>
                <a:gd name="connsiteX3" fmla="*/ 403140 w 402916"/>
                <a:gd name="connsiteY3" fmla="*/ 85 h 245864"/>
                <a:gd name="connsiteX4" fmla="*/ 365322 w 402916"/>
                <a:gd name="connsiteY4" fmla="*/ 1148 h 245864"/>
                <a:gd name="connsiteX5" fmla="*/ 317255 w 402916"/>
                <a:gd name="connsiteY5" fmla="*/ 85 h 245864"/>
                <a:gd name="connsiteX6" fmla="*/ 317255 w 402916"/>
                <a:gd name="connsiteY6" fmla="*/ 16735 h 245864"/>
                <a:gd name="connsiteX7" fmla="*/ 353305 w 402916"/>
                <a:gd name="connsiteY7" fmla="*/ 20632 h 245864"/>
                <a:gd name="connsiteX8" fmla="*/ 292514 w 402916"/>
                <a:gd name="connsiteY8" fmla="*/ 178992 h 245864"/>
                <a:gd name="connsiteX9" fmla="*/ 229956 w 402916"/>
                <a:gd name="connsiteY9" fmla="*/ 16735 h 245864"/>
                <a:gd name="connsiteX10" fmla="*/ 263886 w 402916"/>
                <a:gd name="connsiteY10" fmla="*/ 16735 h 245864"/>
                <a:gd name="connsiteX11" fmla="*/ 263886 w 402916"/>
                <a:gd name="connsiteY11" fmla="*/ 85 h 245864"/>
                <a:gd name="connsiteX12" fmla="*/ 202035 w 402916"/>
                <a:gd name="connsiteY12" fmla="*/ 1148 h 245864"/>
                <a:gd name="connsiteX13" fmla="*/ 147959 w 402916"/>
                <a:gd name="connsiteY13" fmla="*/ 85 h 245864"/>
                <a:gd name="connsiteX14" fmla="*/ 147959 w 402916"/>
                <a:gd name="connsiteY14" fmla="*/ 16735 h 245864"/>
                <a:gd name="connsiteX15" fmla="*/ 178354 w 402916"/>
                <a:gd name="connsiteY15" fmla="*/ 16735 h 245864"/>
                <a:gd name="connsiteX16" fmla="*/ 192845 w 402916"/>
                <a:gd name="connsiteY16" fmla="*/ 54288 h 245864"/>
                <a:gd name="connsiteX17" fmla="*/ 144778 w 402916"/>
                <a:gd name="connsiteY17" fmla="*/ 178992 h 245864"/>
                <a:gd name="connsiteX18" fmla="*/ 82220 w 402916"/>
                <a:gd name="connsiteY18" fmla="*/ 16735 h 245864"/>
                <a:gd name="connsiteX19" fmla="*/ 116150 w 402916"/>
                <a:gd name="connsiteY19" fmla="*/ 16735 h 245864"/>
                <a:gd name="connsiteX20" fmla="*/ 116150 w 402916"/>
                <a:gd name="connsiteY20" fmla="*/ 85 h 245864"/>
                <a:gd name="connsiteX21" fmla="*/ 54298 w 402916"/>
                <a:gd name="connsiteY21" fmla="*/ 1148 h 245864"/>
                <a:gd name="connsiteX22" fmla="*/ 223 w 402916"/>
                <a:gd name="connsiteY22" fmla="*/ 85 h 245864"/>
                <a:gd name="connsiteX23" fmla="*/ 223 w 402916"/>
                <a:gd name="connsiteY23" fmla="*/ 16735 h 245864"/>
                <a:gd name="connsiteX24" fmla="*/ 30618 w 402916"/>
                <a:gd name="connsiteY24" fmla="*/ 16735 h 245864"/>
                <a:gd name="connsiteX25" fmla="*/ 115443 w 402916"/>
                <a:gd name="connsiteY25" fmla="*/ 236738 h 245864"/>
                <a:gd name="connsiteX26" fmla="*/ 127813 w 402916"/>
                <a:gd name="connsiteY26" fmla="*/ 245949 h 245864"/>
                <a:gd name="connsiteX27" fmla="*/ 140183 w 402916"/>
                <a:gd name="connsiteY27" fmla="*/ 236738 h 245864"/>
                <a:gd name="connsiteX28" fmla="*/ 201681 w 402916"/>
                <a:gd name="connsiteY28" fmla="*/ 77316 h 245864"/>
                <a:gd name="connsiteX29" fmla="*/ 263179 w 402916"/>
                <a:gd name="connsiteY29" fmla="*/ 236738 h 245864"/>
                <a:gd name="connsiteX30" fmla="*/ 275549 w 402916"/>
                <a:gd name="connsiteY30" fmla="*/ 245949 h 245864"/>
                <a:gd name="connsiteX31" fmla="*/ 287919 w 402916"/>
                <a:gd name="connsiteY31" fmla="*/ 236738 h 245864"/>
                <a:gd name="connsiteX32" fmla="*/ 369563 w 402916"/>
                <a:gd name="connsiteY32" fmla="*/ 25238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2916" h="245864">
                  <a:moveTo>
                    <a:pt x="369563" y="25238"/>
                  </a:moveTo>
                  <a:cubicBezTo>
                    <a:pt x="371684" y="19215"/>
                    <a:pt x="372037" y="18507"/>
                    <a:pt x="382994" y="17444"/>
                  </a:cubicBezTo>
                  <a:cubicBezTo>
                    <a:pt x="390062" y="16735"/>
                    <a:pt x="397485" y="16735"/>
                    <a:pt x="403140" y="16735"/>
                  </a:cubicBezTo>
                  <a:lnTo>
                    <a:pt x="403140" y="85"/>
                  </a:lnTo>
                  <a:cubicBezTo>
                    <a:pt x="393597" y="439"/>
                    <a:pt x="381227" y="1148"/>
                    <a:pt x="365322" y="1148"/>
                  </a:cubicBezTo>
                  <a:cubicBezTo>
                    <a:pt x="351891" y="1148"/>
                    <a:pt x="329978" y="1148"/>
                    <a:pt x="317255" y="85"/>
                  </a:cubicBezTo>
                  <a:lnTo>
                    <a:pt x="317255" y="16735"/>
                  </a:lnTo>
                  <a:cubicBezTo>
                    <a:pt x="326091" y="16735"/>
                    <a:pt x="343055" y="16735"/>
                    <a:pt x="353305" y="20632"/>
                  </a:cubicBezTo>
                  <a:lnTo>
                    <a:pt x="292514" y="178992"/>
                  </a:lnTo>
                  <a:lnTo>
                    <a:pt x="229956" y="16735"/>
                  </a:lnTo>
                  <a:lnTo>
                    <a:pt x="263886" y="16735"/>
                  </a:lnTo>
                  <a:lnTo>
                    <a:pt x="263886" y="85"/>
                  </a:lnTo>
                  <a:cubicBezTo>
                    <a:pt x="250455" y="1148"/>
                    <a:pt x="217232" y="1148"/>
                    <a:pt x="202035" y="1148"/>
                  </a:cubicBezTo>
                  <a:cubicBezTo>
                    <a:pt x="188250" y="1148"/>
                    <a:pt x="160329" y="1148"/>
                    <a:pt x="147959" y="85"/>
                  </a:cubicBezTo>
                  <a:lnTo>
                    <a:pt x="147959" y="16735"/>
                  </a:lnTo>
                  <a:lnTo>
                    <a:pt x="178354" y="16735"/>
                  </a:lnTo>
                  <a:lnTo>
                    <a:pt x="192845" y="54288"/>
                  </a:lnTo>
                  <a:lnTo>
                    <a:pt x="144778" y="178992"/>
                  </a:lnTo>
                  <a:lnTo>
                    <a:pt x="82220" y="16735"/>
                  </a:lnTo>
                  <a:lnTo>
                    <a:pt x="116150" y="16735"/>
                  </a:lnTo>
                  <a:lnTo>
                    <a:pt x="116150" y="85"/>
                  </a:lnTo>
                  <a:cubicBezTo>
                    <a:pt x="102719" y="1148"/>
                    <a:pt x="69496" y="1148"/>
                    <a:pt x="54298" y="1148"/>
                  </a:cubicBezTo>
                  <a:cubicBezTo>
                    <a:pt x="40514" y="1148"/>
                    <a:pt x="12593" y="1148"/>
                    <a:pt x="223" y="85"/>
                  </a:cubicBezTo>
                  <a:lnTo>
                    <a:pt x="223" y="16735"/>
                  </a:lnTo>
                  <a:lnTo>
                    <a:pt x="30618" y="16735"/>
                  </a:lnTo>
                  <a:lnTo>
                    <a:pt x="115443" y="236738"/>
                  </a:lnTo>
                  <a:cubicBezTo>
                    <a:pt x="117563" y="242406"/>
                    <a:pt x="118977" y="245949"/>
                    <a:pt x="127813" y="245949"/>
                  </a:cubicBezTo>
                  <a:cubicBezTo>
                    <a:pt x="136649" y="245949"/>
                    <a:pt x="138063" y="242406"/>
                    <a:pt x="140183" y="236738"/>
                  </a:cubicBezTo>
                  <a:lnTo>
                    <a:pt x="201681" y="77316"/>
                  </a:lnTo>
                  <a:lnTo>
                    <a:pt x="263179" y="236738"/>
                  </a:lnTo>
                  <a:cubicBezTo>
                    <a:pt x="265300" y="242406"/>
                    <a:pt x="266713" y="245949"/>
                    <a:pt x="275549" y="245949"/>
                  </a:cubicBezTo>
                  <a:cubicBezTo>
                    <a:pt x="284385" y="245949"/>
                    <a:pt x="285799" y="242406"/>
                    <a:pt x="287919" y="236738"/>
                  </a:cubicBezTo>
                  <a:lnTo>
                    <a:pt x="369563" y="25238"/>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1" name="Freeform: Shape 20">
              <a:extLst>
                <a:ext uri="{FF2B5EF4-FFF2-40B4-BE49-F238E27FC236}">
                  <a16:creationId xmlns:a16="http://schemas.microsoft.com/office/drawing/2014/main" id="{58EE5092-35D0-C8FF-1FE8-6E86DA0230F3}"/>
                </a:ext>
              </a:extLst>
            </p:cNvPr>
            <p:cNvSpPr/>
            <p:nvPr/>
          </p:nvSpPr>
          <p:spPr>
            <a:xfrm>
              <a:off x="13092127" y="7619339"/>
              <a:ext cx="64325" cy="247742"/>
            </a:xfrm>
            <a:custGeom>
              <a:avLst/>
              <a:gdLst>
                <a:gd name="connsiteX0" fmla="*/ 59612 w 64325"/>
                <a:gd name="connsiteY0" fmla="*/ 81 h 247742"/>
                <a:gd name="connsiteX1" fmla="*/ 235 w 64325"/>
                <a:gd name="connsiteY1" fmla="*/ 123828 h 247742"/>
                <a:gd name="connsiteX2" fmla="*/ 59612 w 64325"/>
                <a:gd name="connsiteY2" fmla="*/ 247823 h 247742"/>
                <a:gd name="connsiteX3" fmla="*/ 64560 w 64325"/>
                <a:gd name="connsiteY3" fmla="*/ 244847 h 247742"/>
                <a:gd name="connsiteX4" fmla="*/ 62086 w 64325"/>
                <a:gd name="connsiteY4" fmla="*/ 241127 h 247742"/>
                <a:gd name="connsiteX5" fmla="*/ 17058 w 64325"/>
                <a:gd name="connsiteY5" fmla="*/ 124076 h 247742"/>
                <a:gd name="connsiteX6" fmla="*/ 62828 w 64325"/>
                <a:gd name="connsiteY6" fmla="*/ 6032 h 247742"/>
                <a:gd name="connsiteX7" fmla="*/ 64560 w 64325"/>
                <a:gd name="connsiteY7" fmla="*/ 3056 h 247742"/>
                <a:gd name="connsiteX8" fmla="*/ 59612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612" y="81"/>
                  </a:moveTo>
                  <a:cubicBezTo>
                    <a:pt x="12605" y="33311"/>
                    <a:pt x="235" y="85885"/>
                    <a:pt x="235" y="123828"/>
                  </a:cubicBezTo>
                  <a:cubicBezTo>
                    <a:pt x="235" y="158794"/>
                    <a:pt x="10626" y="213104"/>
                    <a:pt x="59612" y="247823"/>
                  </a:cubicBezTo>
                  <a:cubicBezTo>
                    <a:pt x="61591" y="247823"/>
                    <a:pt x="64560" y="247823"/>
                    <a:pt x="64560" y="244847"/>
                  </a:cubicBezTo>
                  <a:cubicBezTo>
                    <a:pt x="64560" y="243359"/>
                    <a:pt x="63818" y="242863"/>
                    <a:pt x="62086" y="241127"/>
                  </a:cubicBezTo>
                  <a:cubicBezTo>
                    <a:pt x="29181" y="211368"/>
                    <a:pt x="17058" y="169210"/>
                    <a:pt x="17058" y="124076"/>
                  </a:cubicBezTo>
                  <a:cubicBezTo>
                    <a:pt x="17058" y="57118"/>
                    <a:pt x="42541" y="24384"/>
                    <a:pt x="62828" y="6032"/>
                  </a:cubicBezTo>
                  <a:cubicBezTo>
                    <a:pt x="63818" y="5040"/>
                    <a:pt x="64560" y="4296"/>
                    <a:pt x="64560" y="3056"/>
                  </a:cubicBezTo>
                  <a:cubicBezTo>
                    <a:pt x="64560" y="81"/>
                    <a:pt x="61591" y="81"/>
                    <a:pt x="59612"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2" name="Freeform: Shape 21">
              <a:extLst>
                <a:ext uri="{FF2B5EF4-FFF2-40B4-BE49-F238E27FC236}">
                  <a16:creationId xmlns:a16="http://schemas.microsoft.com/office/drawing/2014/main" id="{7B8BC28D-7173-FB33-6FE9-839EB8E46534}"/>
                </a:ext>
              </a:extLst>
            </p:cNvPr>
            <p:cNvSpPr/>
            <p:nvPr/>
          </p:nvSpPr>
          <p:spPr>
            <a:xfrm>
              <a:off x="13186989" y="7640666"/>
              <a:ext cx="114796" cy="169625"/>
            </a:xfrm>
            <a:custGeom>
              <a:avLst/>
              <a:gdLst>
                <a:gd name="connsiteX0" fmla="*/ 115034 w 114796"/>
                <a:gd name="connsiteY0" fmla="*/ 85637 h 169625"/>
                <a:gd name="connsiteX1" fmla="*/ 100437 w 114796"/>
                <a:gd name="connsiteY1" fmla="*/ 21408 h 169625"/>
                <a:gd name="connsiteX2" fmla="*/ 57636 w 114796"/>
                <a:gd name="connsiteY2" fmla="*/ 81 h 169625"/>
                <a:gd name="connsiteX3" fmla="*/ 238 w 114796"/>
                <a:gd name="connsiteY3" fmla="*/ 85637 h 169625"/>
                <a:gd name="connsiteX4" fmla="*/ 57636 w 114796"/>
                <a:gd name="connsiteY4" fmla="*/ 169706 h 169625"/>
                <a:gd name="connsiteX5" fmla="*/ 115034 w 114796"/>
                <a:gd name="connsiteY5" fmla="*/ 85637 h 169625"/>
                <a:gd name="connsiteX6" fmla="*/ 57636 w 114796"/>
                <a:gd name="connsiteY6" fmla="*/ 162762 h 169625"/>
                <a:gd name="connsiteX7" fmla="*/ 26215 w 114796"/>
                <a:gd name="connsiteY7" fmla="*/ 135731 h 169625"/>
                <a:gd name="connsiteX8" fmla="*/ 22752 w 114796"/>
                <a:gd name="connsiteY8" fmla="*/ 82413 h 169625"/>
                <a:gd name="connsiteX9" fmla="*/ 26463 w 114796"/>
                <a:gd name="connsiteY9" fmla="*/ 31823 h 169625"/>
                <a:gd name="connsiteX10" fmla="*/ 57636 w 114796"/>
                <a:gd name="connsiteY10" fmla="*/ 7024 h 169625"/>
                <a:gd name="connsiteX11" fmla="*/ 88314 w 114796"/>
                <a:gd name="connsiteY11" fmla="*/ 29591 h 169625"/>
                <a:gd name="connsiteX12" fmla="*/ 92520 w 114796"/>
                <a:gd name="connsiteY12" fmla="*/ 82413 h 169625"/>
                <a:gd name="connsiteX13" fmla="*/ 89304 w 114796"/>
                <a:gd name="connsiteY13" fmla="*/ 134739 h 169625"/>
                <a:gd name="connsiteX14" fmla="*/ 57636 w 114796"/>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69625">
                  <a:moveTo>
                    <a:pt x="115034" y="85637"/>
                  </a:moveTo>
                  <a:cubicBezTo>
                    <a:pt x="115034" y="58358"/>
                    <a:pt x="111817" y="38767"/>
                    <a:pt x="100437" y="21408"/>
                  </a:cubicBezTo>
                  <a:cubicBezTo>
                    <a:pt x="92767" y="10000"/>
                    <a:pt x="77428" y="81"/>
                    <a:pt x="57636" y="81"/>
                  </a:cubicBezTo>
                  <a:cubicBezTo>
                    <a:pt x="238" y="81"/>
                    <a:pt x="238" y="67782"/>
                    <a:pt x="238" y="85637"/>
                  </a:cubicBezTo>
                  <a:cubicBezTo>
                    <a:pt x="238" y="103492"/>
                    <a:pt x="238" y="169706"/>
                    <a:pt x="57636" y="169706"/>
                  </a:cubicBezTo>
                  <a:cubicBezTo>
                    <a:pt x="115034" y="169706"/>
                    <a:pt x="115034" y="103492"/>
                    <a:pt x="115034" y="85637"/>
                  </a:cubicBezTo>
                  <a:close/>
                  <a:moveTo>
                    <a:pt x="57636" y="162762"/>
                  </a:moveTo>
                  <a:cubicBezTo>
                    <a:pt x="46255" y="162762"/>
                    <a:pt x="31163" y="156066"/>
                    <a:pt x="26215" y="135731"/>
                  </a:cubicBezTo>
                  <a:cubicBezTo>
                    <a:pt x="22752" y="121100"/>
                    <a:pt x="22752" y="100765"/>
                    <a:pt x="22752" y="82413"/>
                  </a:cubicBezTo>
                  <a:cubicBezTo>
                    <a:pt x="22752" y="64310"/>
                    <a:pt x="22752" y="45463"/>
                    <a:pt x="26463" y="31823"/>
                  </a:cubicBezTo>
                  <a:cubicBezTo>
                    <a:pt x="31658" y="12232"/>
                    <a:pt x="47492" y="7024"/>
                    <a:pt x="57636" y="7024"/>
                  </a:cubicBezTo>
                  <a:cubicBezTo>
                    <a:pt x="70996" y="7024"/>
                    <a:pt x="83861" y="15208"/>
                    <a:pt x="88314" y="29591"/>
                  </a:cubicBezTo>
                  <a:cubicBezTo>
                    <a:pt x="92272" y="42983"/>
                    <a:pt x="92520" y="60838"/>
                    <a:pt x="92520" y="82413"/>
                  </a:cubicBezTo>
                  <a:cubicBezTo>
                    <a:pt x="92520" y="100765"/>
                    <a:pt x="92520" y="119116"/>
                    <a:pt x="89304" y="134739"/>
                  </a:cubicBezTo>
                  <a:cubicBezTo>
                    <a:pt x="84355" y="157306"/>
                    <a:pt x="67532" y="162762"/>
                    <a:pt x="57636" y="16276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3" name="Freeform: Shape 22">
              <a:extLst>
                <a:ext uri="{FF2B5EF4-FFF2-40B4-BE49-F238E27FC236}">
                  <a16:creationId xmlns:a16="http://schemas.microsoft.com/office/drawing/2014/main" id="{66D0D444-97AA-0150-BC09-6B09D67657DB}"/>
                </a:ext>
              </a:extLst>
            </p:cNvPr>
            <p:cNvSpPr/>
            <p:nvPr/>
          </p:nvSpPr>
          <p:spPr>
            <a:xfrm>
              <a:off x="13332574" y="7619339"/>
              <a:ext cx="64077" cy="247742"/>
            </a:xfrm>
            <a:custGeom>
              <a:avLst/>
              <a:gdLst>
                <a:gd name="connsiteX0" fmla="*/ 4942 w 64077"/>
                <a:gd name="connsiteY0" fmla="*/ 81 h 247742"/>
                <a:gd name="connsiteX1" fmla="*/ 242 w 64077"/>
                <a:gd name="connsiteY1" fmla="*/ 3056 h 247742"/>
                <a:gd name="connsiteX2" fmla="*/ 2468 w 64077"/>
                <a:gd name="connsiteY2" fmla="*/ 6776 h 247742"/>
                <a:gd name="connsiteX3" fmla="*/ 47496 w 64077"/>
                <a:gd name="connsiteY3" fmla="*/ 123828 h 247742"/>
                <a:gd name="connsiteX4" fmla="*/ 4695 w 64077"/>
                <a:gd name="connsiteY4" fmla="*/ 239143 h 247742"/>
                <a:gd name="connsiteX5" fmla="*/ 242 w 64077"/>
                <a:gd name="connsiteY5" fmla="*/ 244847 h 247742"/>
                <a:gd name="connsiteX6" fmla="*/ 3458 w 64077"/>
                <a:gd name="connsiteY6" fmla="*/ 247823 h 247742"/>
                <a:gd name="connsiteX7" fmla="*/ 46259 w 64077"/>
                <a:gd name="connsiteY7" fmla="*/ 200457 h 247742"/>
                <a:gd name="connsiteX8" fmla="*/ 64320 w 64077"/>
                <a:gd name="connsiteY8" fmla="*/ 124076 h 247742"/>
                <a:gd name="connsiteX9" fmla="*/ 4942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942" y="81"/>
                  </a:moveTo>
                  <a:cubicBezTo>
                    <a:pt x="3210" y="81"/>
                    <a:pt x="242" y="81"/>
                    <a:pt x="242" y="3056"/>
                  </a:cubicBezTo>
                  <a:cubicBezTo>
                    <a:pt x="242" y="4296"/>
                    <a:pt x="984" y="5040"/>
                    <a:pt x="2468" y="6776"/>
                  </a:cubicBezTo>
                  <a:cubicBezTo>
                    <a:pt x="23745" y="26368"/>
                    <a:pt x="47496" y="59846"/>
                    <a:pt x="47496" y="123828"/>
                  </a:cubicBezTo>
                  <a:cubicBezTo>
                    <a:pt x="47496" y="175658"/>
                    <a:pt x="31415" y="214840"/>
                    <a:pt x="4695" y="239143"/>
                  </a:cubicBezTo>
                  <a:cubicBezTo>
                    <a:pt x="489" y="243359"/>
                    <a:pt x="242" y="243607"/>
                    <a:pt x="242" y="244847"/>
                  </a:cubicBezTo>
                  <a:cubicBezTo>
                    <a:pt x="242" y="246087"/>
                    <a:pt x="984" y="247823"/>
                    <a:pt x="3458" y="247823"/>
                  </a:cubicBezTo>
                  <a:cubicBezTo>
                    <a:pt x="6427" y="247823"/>
                    <a:pt x="29930" y="231455"/>
                    <a:pt x="46259" y="200457"/>
                  </a:cubicBezTo>
                  <a:cubicBezTo>
                    <a:pt x="57145" y="179873"/>
                    <a:pt x="64320" y="153090"/>
                    <a:pt x="64320" y="124076"/>
                  </a:cubicBezTo>
                  <a:cubicBezTo>
                    <a:pt x="64320" y="89109"/>
                    <a:pt x="53929" y="34799"/>
                    <a:pt x="4942"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4" name="Freeform: Shape 23">
              <a:extLst>
                <a:ext uri="{FF2B5EF4-FFF2-40B4-BE49-F238E27FC236}">
                  <a16:creationId xmlns:a16="http://schemas.microsoft.com/office/drawing/2014/main" id="{F370FFB5-7E83-083C-2ED7-6E5EE03475A0}"/>
                </a:ext>
              </a:extLst>
            </p:cNvPr>
            <p:cNvSpPr/>
            <p:nvPr/>
          </p:nvSpPr>
          <p:spPr>
            <a:xfrm>
              <a:off x="13450905" y="7794311"/>
              <a:ext cx="198984" cy="157296"/>
            </a:xfrm>
            <a:custGeom>
              <a:avLst/>
              <a:gdLst>
                <a:gd name="connsiteX0" fmla="*/ 114758 w 198984"/>
                <a:gd name="connsiteY0" fmla="*/ 70230 h 157296"/>
                <a:gd name="connsiteX1" fmla="*/ 156110 w 198984"/>
                <a:gd name="connsiteY1" fmla="*/ 24175 h 157296"/>
                <a:gd name="connsiteX2" fmla="*/ 192161 w 198984"/>
                <a:gd name="connsiteY2" fmla="*/ 16735 h 157296"/>
                <a:gd name="connsiteX3" fmla="*/ 192161 w 198984"/>
                <a:gd name="connsiteY3" fmla="*/ 85 h 157296"/>
                <a:gd name="connsiteX4" fmla="*/ 159645 w 198984"/>
                <a:gd name="connsiteY4" fmla="*/ 1147 h 157296"/>
                <a:gd name="connsiteX5" fmla="*/ 123241 w 198984"/>
                <a:gd name="connsiteY5" fmla="*/ 85 h 157296"/>
                <a:gd name="connsiteX6" fmla="*/ 123241 w 198984"/>
                <a:gd name="connsiteY6" fmla="*/ 16735 h 157296"/>
                <a:gd name="connsiteX7" fmla="*/ 136672 w 198984"/>
                <a:gd name="connsiteY7" fmla="*/ 19924 h 157296"/>
                <a:gd name="connsiteX8" fmla="*/ 133844 w 198984"/>
                <a:gd name="connsiteY8" fmla="*/ 24175 h 157296"/>
                <a:gd name="connsiteX9" fmla="*/ 104155 w 198984"/>
                <a:gd name="connsiteY9" fmla="*/ 57477 h 157296"/>
                <a:gd name="connsiteX10" fmla="*/ 69519 w 198984"/>
                <a:gd name="connsiteY10" fmla="*/ 16735 h 157296"/>
                <a:gd name="connsiteX11" fmla="*/ 83656 w 198984"/>
                <a:gd name="connsiteY11" fmla="*/ 16735 h 157296"/>
                <a:gd name="connsiteX12" fmla="*/ 83656 w 198984"/>
                <a:gd name="connsiteY12" fmla="*/ 85 h 157296"/>
                <a:gd name="connsiteX13" fmla="*/ 40890 w 198984"/>
                <a:gd name="connsiteY13" fmla="*/ 1147 h 157296"/>
                <a:gd name="connsiteX14" fmla="*/ 2012 w 198984"/>
                <a:gd name="connsiteY14" fmla="*/ 85 h 157296"/>
                <a:gd name="connsiteX15" fmla="*/ 2012 w 198984"/>
                <a:gd name="connsiteY15" fmla="*/ 16735 h 157296"/>
                <a:gd name="connsiteX16" fmla="*/ 27106 w 198984"/>
                <a:gd name="connsiteY16" fmla="*/ 16735 h 157296"/>
                <a:gd name="connsiteX17" fmla="*/ 82242 w 198984"/>
                <a:gd name="connsiteY17" fmla="*/ 81921 h 157296"/>
                <a:gd name="connsiteX18" fmla="*/ 35942 w 198984"/>
                <a:gd name="connsiteY18" fmla="*/ 133999 h 157296"/>
                <a:gd name="connsiteX19" fmla="*/ 245 w 198984"/>
                <a:gd name="connsiteY19" fmla="*/ 140730 h 157296"/>
                <a:gd name="connsiteX20" fmla="*/ 245 w 198984"/>
                <a:gd name="connsiteY20" fmla="*/ 157381 h 157296"/>
                <a:gd name="connsiteX21" fmla="*/ 32761 w 198984"/>
                <a:gd name="connsiteY21" fmla="*/ 156318 h 157296"/>
                <a:gd name="connsiteX22" fmla="*/ 69165 w 198984"/>
                <a:gd name="connsiteY22" fmla="*/ 157381 h 157296"/>
                <a:gd name="connsiteX23" fmla="*/ 69165 w 198984"/>
                <a:gd name="connsiteY23" fmla="*/ 140730 h 157296"/>
                <a:gd name="connsiteX24" fmla="*/ 56088 w 198984"/>
                <a:gd name="connsiteY24" fmla="*/ 136833 h 157296"/>
                <a:gd name="connsiteX25" fmla="*/ 58562 w 198984"/>
                <a:gd name="connsiteY25" fmla="*/ 133291 h 157296"/>
                <a:gd name="connsiteX26" fmla="*/ 92845 w 198984"/>
                <a:gd name="connsiteY26" fmla="*/ 94675 h 157296"/>
                <a:gd name="connsiteX27" fmla="*/ 131723 w 198984"/>
                <a:gd name="connsiteY27" fmla="*/ 140730 h 157296"/>
                <a:gd name="connsiteX28" fmla="*/ 117939 w 198984"/>
                <a:gd name="connsiteY28" fmla="*/ 140730 h 157296"/>
                <a:gd name="connsiteX29" fmla="*/ 117939 w 198984"/>
                <a:gd name="connsiteY29" fmla="*/ 157381 h 157296"/>
                <a:gd name="connsiteX30" fmla="*/ 160352 w 198984"/>
                <a:gd name="connsiteY30" fmla="*/ 156318 h 157296"/>
                <a:gd name="connsiteX31" fmla="*/ 199230 w 198984"/>
                <a:gd name="connsiteY31" fmla="*/ 157381 h 157296"/>
                <a:gd name="connsiteX32" fmla="*/ 199230 w 198984"/>
                <a:gd name="connsiteY32" fmla="*/ 140730 h 157296"/>
                <a:gd name="connsiteX33" fmla="*/ 174136 w 198984"/>
                <a:gd name="connsiteY33" fmla="*/ 140730 h 157296"/>
                <a:gd name="connsiteX34" fmla="*/ 114758 w 198984"/>
                <a:gd name="connsiteY34" fmla="*/ 70230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8984" h="157296">
                  <a:moveTo>
                    <a:pt x="114758" y="70230"/>
                  </a:moveTo>
                  <a:lnTo>
                    <a:pt x="156110" y="24175"/>
                  </a:lnTo>
                  <a:cubicBezTo>
                    <a:pt x="160705" y="19215"/>
                    <a:pt x="162826" y="16735"/>
                    <a:pt x="192161" y="16735"/>
                  </a:cubicBezTo>
                  <a:lnTo>
                    <a:pt x="192161" y="85"/>
                  </a:lnTo>
                  <a:cubicBezTo>
                    <a:pt x="179791" y="793"/>
                    <a:pt x="161412" y="1147"/>
                    <a:pt x="159645" y="1147"/>
                  </a:cubicBezTo>
                  <a:cubicBezTo>
                    <a:pt x="150809" y="1147"/>
                    <a:pt x="133137" y="439"/>
                    <a:pt x="123241" y="85"/>
                  </a:cubicBezTo>
                  <a:lnTo>
                    <a:pt x="123241" y="16735"/>
                  </a:lnTo>
                  <a:cubicBezTo>
                    <a:pt x="128189" y="16735"/>
                    <a:pt x="132430" y="17444"/>
                    <a:pt x="136672" y="19924"/>
                  </a:cubicBezTo>
                  <a:cubicBezTo>
                    <a:pt x="135258" y="22049"/>
                    <a:pt x="135258" y="22758"/>
                    <a:pt x="133844" y="24175"/>
                  </a:cubicBezTo>
                  <a:lnTo>
                    <a:pt x="104155" y="57477"/>
                  </a:lnTo>
                  <a:lnTo>
                    <a:pt x="69519" y="16735"/>
                  </a:lnTo>
                  <a:lnTo>
                    <a:pt x="83656" y="16735"/>
                  </a:lnTo>
                  <a:lnTo>
                    <a:pt x="83656" y="85"/>
                  </a:lnTo>
                  <a:cubicBezTo>
                    <a:pt x="74467" y="439"/>
                    <a:pt x="52200" y="1147"/>
                    <a:pt x="40890" y="1147"/>
                  </a:cubicBezTo>
                  <a:cubicBezTo>
                    <a:pt x="29580" y="1147"/>
                    <a:pt x="13676" y="439"/>
                    <a:pt x="2012" y="85"/>
                  </a:cubicBezTo>
                  <a:lnTo>
                    <a:pt x="2012" y="16735"/>
                  </a:lnTo>
                  <a:lnTo>
                    <a:pt x="27106" y="16735"/>
                  </a:lnTo>
                  <a:lnTo>
                    <a:pt x="82242" y="81921"/>
                  </a:lnTo>
                  <a:lnTo>
                    <a:pt x="35942" y="133999"/>
                  </a:lnTo>
                  <a:cubicBezTo>
                    <a:pt x="29934" y="140730"/>
                    <a:pt x="17210" y="140730"/>
                    <a:pt x="245" y="140730"/>
                  </a:cubicBezTo>
                  <a:lnTo>
                    <a:pt x="245" y="157381"/>
                  </a:lnTo>
                  <a:cubicBezTo>
                    <a:pt x="12615" y="156673"/>
                    <a:pt x="30994" y="156318"/>
                    <a:pt x="32761" y="156318"/>
                  </a:cubicBezTo>
                  <a:cubicBezTo>
                    <a:pt x="41597" y="156318"/>
                    <a:pt x="62097" y="157027"/>
                    <a:pt x="69165" y="157381"/>
                  </a:cubicBezTo>
                  <a:lnTo>
                    <a:pt x="69165" y="140730"/>
                  </a:lnTo>
                  <a:cubicBezTo>
                    <a:pt x="62803" y="140730"/>
                    <a:pt x="56088" y="138959"/>
                    <a:pt x="56088" y="136833"/>
                  </a:cubicBezTo>
                  <a:cubicBezTo>
                    <a:pt x="56088" y="136479"/>
                    <a:pt x="56088" y="136125"/>
                    <a:pt x="58562" y="133291"/>
                  </a:cubicBezTo>
                  <a:lnTo>
                    <a:pt x="92845" y="94675"/>
                  </a:lnTo>
                  <a:lnTo>
                    <a:pt x="131723" y="140730"/>
                  </a:lnTo>
                  <a:lnTo>
                    <a:pt x="117939" y="140730"/>
                  </a:lnTo>
                  <a:lnTo>
                    <a:pt x="117939" y="157381"/>
                  </a:lnTo>
                  <a:cubicBezTo>
                    <a:pt x="127129" y="157027"/>
                    <a:pt x="148688" y="156318"/>
                    <a:pt x="160352" y="156318"/>
                  </a:cubicBezTo>
                  <a:cubicBezTo>
                    <a:pt x="171662" y="156318"/>
                    <a:pt x="187566" y="157027"/>
                    <a:pt x="199230" y="157381"/>
                  </a:cubicBezTo>
                  <a:lnTo>
                    <a:pt x="199230" y="140730"/>
                  </a:lnTo>
                  <a:lnTo>
                    <a:pt x="174136" y="140730"/>
                  </a:lnTo>
                  <a:lnTo>
                    <a:pt x="114758" y="70230"/>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5" name="Freeform: Shape 24">
              <a:extLst>
                <a:ext uri="{FF2B5EF4-FFF2-40B4-BE49-F238E27FC236}">
                  <a16:creationId xmlns:a16="http://schemas.microsoft.com/office/drawing/2014/main" id="{3C9E7AC0-0AFC-C02B-9277-52B1C6FDE918}"/>
                </a:ext>
              </a:extLst>
            </p:cNvPr>
            <p:cNvSpPr/>
            <p:nvPr/>
          </p:nvSpPr>
          <p:spPr>
            <a:xfrm>
              <a:off x="13755976" y="7745067"/>
              <a:ext cx="235034" cy="235944"/>
            </a:xfrm>
            <a:custGeom>
              <a:avLst/>
              <a:gdLst>
                <a:gd name="connsiteX0" fmla="*/ 125016 w 235034"/>
                <a:gd name="connsiteY0" fmla="*/ 125143 h 235944"/>
                <a:gd name="connsiteX1" fmla="*/ 223625 w 235034"/>
                <a:gd name="connsiteY1" fmla="*/ 125143 h 235944"/>
                <a:gd name="connsiteX2" fmla="*/ 235288 w 235034"/>
                <a:gd name="connsiteY2" fmla="*/ 118057 h 235944"/>
                <a:gd name="connsiteX3" fmla="*/ 223625 w 235034"/>
                <a:gd name="connsiteY3" fmla="*/ 110972 h 235944"/>
                <a:gd name="connsiteX4" fmla="*/ 125016 w 235034"/>
                <a:gd name="connsiteY4" fmla="*/ 110972 h 235944"/>
                <a:gd name="connsiteX5" fmla="*/ 125016 w 235034"/>
                <a:gd name="connsiteY5" fmla="*/ 11776 h 235944"/>
                <a:gd name="connsiteX6" fmla="*/ 117948 w 235034"/>
                <a:gd name="connsiteY6" fmla="*/ 85 h 235944"/>
                <a:gd name="connsiteX7" fmla="*/ 110879 w 235034"/>
                <a:gd name="connsiteY7" fmla="*/ 11776 h 235944"/>
                <a:gd name="connsiteX8" fmla="*/ 110879 w 235034"/>
                <a:gd name="connsiteY8" fmla="*/ 110972 h 235944"/>
                <a:gd name="connsiteX9" fmla="*/ 11917 w 235034"/>
                <a:gd name="connsiteY9" fmla="*/ 110972 h 235944"/>
                <a:gd name="connsiteX10" fmla="*/ 254 w 235034"/>
                <a:gd name="connsiteY10" fmla="*/ 118057 h 235944"/>
                <a:gd name="connsiteX11" fmla="*/ 11917 w 235034"/>
                <a:gd name="connsiteY11" fmla="*/ 125143 h 235944"/>
                <a:gd name="connsiteX12" fmla="*/ 110879 w 235034"/>
                <a:gd name="connsiteY12" fmla="*/ 125143 h 235944"/>
                <a:gd name="connsiteX13" fmla="*/ 110879 w 235034"/>
                <a:gd name="connsiteY13" fmla="*/ 224339 h 235944"/>
                <a:gd name="connsiteX14" fmla="*/ 117948 w 235034"/>
                <a:gd name="connsiteY14" fmla="*/ 236029 h 235944"/>
                <a:gd name="connsiteX15" fmla="*/ 125016 w 235034"/>
                <a:gd name="connsiteY15" fmla="*/ 224339 h 235944"/>
                <a:gd name="connsiteX16" fmla="*/ 125016 w 235034"/>
                <a:gd name="connsiteY16" fmla="*/ 125143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034" h="235944">
                  <a:moveTo>
                    <a:pt x="125016" y="125143"/>
                  </a:moveTo>
                  <a:lnTo>
                    <a:pt x="223625" y="125143"/>
                  </a:lnTo>
                  <a:cubicBezTo>
                    <a:pt x="228573" y="125143"/>
                    <a:pt x="235288" y="125143"/>
                    <a:pt x="235288" y="118057"/>
                  </a:cubicBezTo>
                  <a:cubicBezTo>
                    <a:pt x="235288" y="110972"/>
                    <a:pt x="228573" y="110972"/>
                    <a:pt x="223625" y="110972"/>
                  </a:cubicBezTo>
                  <a:lnTo>
                    <a:pt x="125016" y="110972"/>
                  </a:lnTo>
                  <a:lnTo>
                    <a:pt x="125016" y="11776"/>
                  </a:lnTo>
                  <a:cubicBezTo>
                    <a:pt x="125016" y="6816"/>
                    <a:pt x="125016" y="85"/>
                    <a:pt x="117948" y="85"/>
                  </a:cubicBezTo>
                  <a:cubicBezTo>
                    <a:pt x="110879" y="85"/>
                    <a:pt x="110879" y="6816"/>
                    <a:pt x="110879" y="11776"/>
                  </a:cubicBezTo>
                  <a:lnTo>
                    <a:pt x="110879" y="110972"/>
                  </a:lnTo>
                  <a:lnTo>
                    <a:pt x="11917" y="110972"/>
                  </a:lnTo>
                  <a:cubicBezTo>
                    <a:pt x="6969" y="110972"/>
                    <a:pt x="254" y="110972"/>
                    <a:pt x="254" y="118057"/>
                  </a:cubicBezTo>
                  <a:cubicBezTo>
                    <a:pt x="254" y="125143"/>
                    <a:pt x="6969" y="125143"/>
                    <a:pt x="11917" y="125143"/>
                  </a:cubicBezTo>
                  <a:lnTo>
                    <a:pt x="110879" y="125143"/>
                  </a:lnTo>
                  <a:lnTo>
                    <a:pt x="110879" y="224339"/>
                  </a:lnTo>
                  <a:cubicBezTo>
                    <a:pt x="110879" y="229298"/>
                    <a:pt x="110879" y="236029"/>
                    <a:pt x="117948" y="236029"/>
                  </a:cubicBezTo>
                  <a:cubicBezTo>
                    <a:pt x="125016" y="236029"/>
                    <a:pt x="125016" y="229298"/>
                    <a:pt x="125016" y="224339"/>
                  </a:cubicBezTo>
                  <a:lnTo>
                    <a:pt x="125016" y="125143"/>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6" name="Freeform: Shape 25">
              <a:extLst>
                <a:ext uri="{FF2B5EF4-FFF2-40B4-BE49-F238E27FC236}">
                  <a16:creationId xmlns:a16="http://schemas.microsoft.com/office/drawing/2014/main" id="{32C88468-34A2-252D-FBD6-55F0E5492B0C}"/>
                </a:ext>
              </a:extLst>
            </p:cNvPr>
            <p:cNvSpPr/>
            <p:nvPr/>
          </p:nvSpPr>
          <p:spPr>
            <a:xfrm>
              <a:off x="14102696" y="7705743"/>
              <a:ext cx="198984" cy="247990"/>
            </a:xfrm>
            <a:custGeom>
              <a:avLst/>
              <a:gdLst>
                <a:gd name="connsiteX0" fmla="*/ 62822 w 198984"/>
                <a:gd name="connsiteY0" fmla="*/ 103886 h 247990"/>
                <a:gd name="connsiteX1" fmla="*/ 62822 w 198984"/>
                <a:gd name="connsiteY1" fmla="*/ 85 h 247990"/>
                <a:gd name="connsiteX2" fmla="*/ 263 w 198984"/>
                <a:gd name="connsiteY2" fmla="*/ 2919 h 247990"/>
                <a:gd name="connsiteX3" fmla="*/ 263 w 198984"/>
                <a:gd name="connsiteY3" fmla="*/ 19570 h 247990"/>
                <a:gd name="connsiteX4" fmla="*/ 24651 w 198984"/>
                <a:gd name="connsiteY4" fmla="*/ 33386 h 247990"/>
                <a:gd name="connsiteX5" fmla="*/ 24651 w 198984"/>
                <a:gd name="connsiteY5" fmla="*/ 245949 h 247990"/>
                <a:gd name="connsiteX6" fmla="*/ 41262 w 198984"/>
                <a:gd name="connsiteY6" fmla="*/ 245949 h 247990"/>
                <a:gd name="connsiteX7" fmla="*/ 58580 w 198984"/>
                <a:gd name="connsiteY7" fmla="*/ 226110 h 247990"/>
                <a:gd name="connsiteX8" fmla="*/ 110182 w 198984"/>
                <a:gd name="connsiteY8" fmla="*/ 248075 h 247990"/>
                <a:gd name="connsiteX9" fmla="*/ 199248 w 198984"/>
                <a:gd name="connsiteY9" fmla="*/ 166947 h 247990"/>
                <a:gd name="connsiteX10" fmla="*/ 114777 w 198984"/>
                <a:gd name="connsiteY10" fmla="*/ 86527 h 247990"/>
                <a:gd name="connsiteX11" fmla="*/ 62822 w 198984"/>
                <a:gd name="connsiteY11" fmla="*/ 103886 h 247990"/>
                <a:gd name="connsiteX12" fmla="*/ 64942 w 198984"/>
                <a:gd name="connsiteY12" fmla="*/ 210876 h 247990"/>
                <a:gd name="connsiteX13" fmla="*/ 64942 w 198984"/>
                <a:gd name="connsiteY13" fmla="*/ 121954 h 247990"/>
                <a:gd name="connsiteX14" fmla="*/ 110889 w 198984"/>
                <a:gd name="connsiteY14" fmla="*/ 99281 h 247990"/>
                <a:gd name="connsiteX15" fmla="*/ 154008 w 198984"/>
                <a:gd name="connsiteY15" fmla="*/ 166947 h 247990"/>
                <a:gd name="connsiteX16" fmla="*/ 144819 w 198984"/>
                <a:gd name="connsiteY16" fmla="*/ 216899 h 247990"/>
                <a:gd name="connsiteX17" fmla="*/ 107001 w 198984"/>
                <a:gd name="connsiteY17" fmla="*/ 235321 h 247990"/>
                <a:gd name="connsiteX18" fmla="*/ 64942 w 198984"/>
                <a:gd name="connsiteY18" fmla="*/ 210876 h 24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984" h="247990">
                  <a:moveTo>
                    <a:pt x="62822" y="103886"/>
                  </a:moveTo>
                  <a:lnTo>
                    <a:pt x="62822" y="85"/>
                  </a:lnTo>
                  <a:lnTo>
                    <a:pt x="263" y="2919"/>
                  </a:lnTo>
                  <a:lnTo>
                    <a:pt x="263" y="19570"/>
                  </a:lnTo>
                  <a:cubicBezTo>
                    <a:pt x="22176" y="19570"/>
                    <a:pt x="24651" y="19570"/>
                    <a:pt x="24651" y="33386"/>
                  </a:cubicBezTo>
                  <a:lnTo>
                    <a:pt x="24651" y="245949"/>
                  </a:lnTo>
                  <a:lnTo>
                    <a:pt x="41262" y="245949"/>
                  </a:lnTo>
                  <a:lnTo>
                    <a:pt x="58580" y="226110"/>
                  </a:lnTo>
                  <a:cubicBezTo>
                    <a:pt x="61408" y="228944"/>
                    <a:pt x="78726" y="248075"/>
                    <a:pt x="110182" y="248075"/>
                  </a:cubicBezTo>
                  <a:cubicBezTo>
                    <a:pt x="162844" y="248075"/>
                    <a:pt x="199248" y="216190"/>
                    <a:pt x="199248" y="166947"/>
                  </a:cubicBezTo>
                  <a:cubicBezTo>
                    <a:pt x="199248" y="119828"/>
                    <a:pt x="166025" y="86527"/>
                    <a:pt x="114777" y="86527"/>
                  </a:cubicBezTo>
                  <a:cubicBezTo>
                    <a:pt x="88976" y="86527"/>
                    <a:pt x="71304" y="96801"/>
                    <a:pt x="62822" y="103886"/>
                  </a:cubicBezTo>
                  <a:close/>
                  <a:moveTo>
                    <a:pt x="64942" y="210876"/>
                  </a:moveTo>
                  <a:lnTo>
                    <a:pt x="64942" y="121954"/>
                  </a:lnTo>
                  <a:cubicBezTo>
                    <a:pt x="74485" y="109555"/>
                    <a:pt x="91450" y="99281"/>
                    <a:pt x="110889" y="99281"/>
                  </a:cubicBezTo>
                  <a:cubicBezTo>
                    <a:pt x="154008" y="99281"/>
                    <a:pt x="154008" y="142148"/>
                    <a:pt x="154008" y="166947"/>
                  </a:cubicBezTo>
                  <a:cubicBezTo>
                    <a:pt x="154008" y="183597"/>
                    <a:pt x="154008" y="203082"/>
                    <a:pt x="144819" y="216899"/>
                  </a:cubicBezTo>
                  <a:cubicBezTo>
                    <a:pt x="134569" y="231424"/>
                    <a:pt x="118311" y="235321"/>
                    <a:pt x="107001" y="235321"/>
                  </a:cubicBezTo>
                  <a:cubicBezTo>
                    <a:pt x="82261" y="235321"/>
                    <a:pt x="68477" y="216190"/>
                    <a:pt x="64942" y="210876"/>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7" name="Freeform: Shape 26">
              <a:extLst>
                <a:ext uri="{FF2B5EF4-FFF2-40B4-BE49-F238E27FC236}">
                  <a16:creationId xmlns:a16="http://schemas.microsoft.com/office/drawing/2014/main" id="{FF8DE4C0-1067-896E-1768-F14DC5B866AF}"/>
                </a:ext>
              </a:extLst>
            </p:cNvPr>
            <p:cNvSpPr/>
            <p:nvPr/>
          </p:nvSpPr>
          <p:spPr>
            <a:xfrm>
              <a:off x="14343875" y="7619339"/>
              <a:ext cx="64325" cy="247742"/>
            </a:xfrm>
            <a:custGeom>
              <a:avLst/>
              <a:gdLst>
                <a:gd name="connsiteX0" fmla="*/ 59647 w 64325"/>
                <a:gd name="connsiteY0" fmla="*/ 81 h 247742"/>
                <a:gd name="connsiteX1" fmla="*/ 270 w 64325"/>
                <a:gd name="connsiteY1" fmla="*/ 123828 h 247742"/>
                <a:gd name="connsiteX2" fmla="*/ 59647 w 64325"/>
                <a:gd name="connsiteY2" fmla="*/ 247823 h 247742"/>
                <a:gd name="connsiteX3" fmla="*/ 64595 w 64325"/>
                <a:gd name="connsiteY3" fmla="*/ 244847 h 247742"/>
                <a:gd name="connsiteX4" fmla="*/ 62121 w 64325"/>
                <a:gd name="connsiteY4" fmla="*/ 241127 h 247742"/>
                <a:gd name="connsiteX5" fmla="*/ 17093 w 64325"/>
                <a:gd name="connsiteY5" fmla="*/ 124076 h 247742"/>
                <a:gd name="connsiteX6" fmla="*/ 62863 w 64325"/>
                <a:gd name="connsiteY6" fmla="*/ 6032 h 247742"/>
                <a:gd name="connsiteX7" fmla="*/ 64595 w 64325"/>
                <a:gd name="connsiteY7" fmla="*/ 3056 h 247742"/>
                <a:gd name="connsiteX8" fmla="*/ 59647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647" y="81"/>
                  </a:moveTo>
                  <a:cubicBezTo>
                    <a:pt x="12640" y="33311"/>
                    <a:pt x="270" y="85885"/>
                    <a:pt x="270" y="123828"/>
                  </a:cubicBezTo>
                  <a:cubicBezTo>
                    <a:pt x="270" y="158794"/>
                    <a:pt x="10661" y="213104"/>
                    <a:pt x="59647" y="247823"/>
                  </a:cubicBezTo>
                  <a:cubicBezTo>
                    <a:pt x="61626" y="247823"/>
                    <a:pt x="64595" y="247823"/>
                    <a:pt x="64595" y="244847"/>
                  </a:cubicBezTo>
                  <a:cubicBezTo>
                    <a:pt x="64595" y="243359"/>
                    <a:pt x="63853" y="242863"/>
                    <a:pt x="62121" y="241127"/>
                  </a:cubicBezTo>
                  <a:cubicBezTo>
                    <a:pt x="29216" y="211368"/>
                    <a:pt x="17093" y="169210"/>
                    <a:pt x="17093" y="124076"/>
                  </a:cubicBezTo>
                  <a:cubicBezTo>
                    <a:pt x="17093" y="57118"/>
                    <a:pt x="42576" y="24384"/>
                    <a:pt x="62863" y="6032"/>
                  </a:cubicBezTo>
                  <a:cubicBezTo>
                    <a:pt x="63853" y="5040"/>
                    <a:pt x="64595" y="4296"/>
                    <a:pt x="64595" y="3056"/>
                  </a:cubicBezTo>
                  <a:cubicBezTo>
                    <a:pt x="64595" y="81"/>
                    <a:pt x="61626" y="81"/>
                    <a:pt x="59647"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8" name="Freeform: Shape 27">
              <a:extLst>
                <a:ext uri="{FF2B5EF4-FFF2-40B4-BE49-F238E27FC236}">
                  <a16:creationId xmlns:a16="http://schemas.microsoft.com/office/drawing/2014/main" id="{5600767B-9F2C-1B5F-0854-471FB2082C96}"/>
                </a:ext>
              </a:extLst>
            </p:cNvPr>
            <p:cNvSpPr/>
            <p:nvPr/>
          </p:nvSpPr>
          <p:spPr>
            <a:xfrm>
              <a:off x="14438738" y="7640666"/>
              <a:ext cx="114796" cy="169625"/>
            </a:xfrm>
            <a:custGeom>
              <a:avLst/>
              <a:gdLst>
                <a:gd name="connsiteX0" fmla="*/ 115069 w 114796"/>
                <a:gd name="connsiteY0" fmla="*/ 85637 h 169625"/>
                <a:gd name="connsiteX1" fmla="*/ 100472 w 114796"/>
                <a:gd name="connsiteY1" fmla="*/ 21408 h 169625"/>
                <a:gd name="connsiteX2" fmla="*/ 57671 w 114796"/>
                <a:gd name="connsiteY2" fmla="*/ 81 h 169625"/>
                <a:gd name="connsiteX3" fmla="*/ 273 w 114796"/>
                <a:gd name="connsiteY3" fmla="*/ 85637 h 169625"/>
                <a:gd name="connsiteX4" fmla="*/ 57671 w 114796"/>
                <a:gd name="connsiteY4" fmla="*/ 169706 h 169625"/>
                <a:gd name="connsiteX5" fmla="*/ 115069 w 114796"/>
                <a:gd name="connsiteY5" fmla="*/ 85637 h 169625"/>
                <a:gd name="connsiteX6" fmla="*/ 57671 w 114796"/>
                <a:gd name="connsiteY6" fmla="*/ 162762 h 169625"/>
                <a:gd name="connsiteX7" fmla="*/ 26250 w 114796"/>
                <a:gd name="connsiteY7" fmla="*/ 135731 h 169625"/>
                <a:gd name="connsiteX8" fmla="*/ 22787 w 114796"/>
                <a:gd name="connsiteY8" fmla="*/ 82413 h 169625"/>
                <a:gd name="connsiteX9" fmla="*/ 26498 w 114796"/>
                <a:gd name="connsiteY9" fmla="*/ 31823 h 169625"/>
                <a:gd name="connsiteX10" fmla="*/ 57671 w 114796"/>
                <a:gd name="connsiteY10" fmla="*/ 7024 h 169625"/>
                <a:gd name="connsiteX11" fmla="*/ 88349 w 114796"/>
                <a:gd name="connsiteY11" fmla="*/ 29591 h 169625"/>
                <a:gd name="connsiteX12" fmla="*/ 92555 w 114796"/>
                <a:gd name="connsiteY12" fmla="*/ 82413 h 169625"/>
                <a:gd name="connsiteX13" fmla="*/ 89339 w 114796"/>
                <a:gd name="connsiteY13" fmla="*/ 134739 h 169625"/>
                <a:gd name="connsiteX14" fmla="*/ 57671 w 114796"/>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69625">
                  <a:moveTo>
                    <a:pt x="115069" y="85637"/>
                  </a:moveTo>
                  <a:cubicBezTo>
                    <a:pt x="115069" y="58358"/>
                    <a:pt x="111853" y="38767"/>
                    <a:pt x="100472" y="21408"/>
                  </a:cubicBezTo>
                  <a:cubicBezTo>
                    <a:pt x="92802" y="10000"/>
                    <a:pt x="77463" y="81"/>
                    <a:pt x="57671" y="81"/>
                  </a:cubicBezTo>
                  <a:cubicBezTo>
                    <a:pt x="273" y="81"/>
                    <a:pt x="273" y="67782"/>
                    <a:pt x="273" y="85637"/>
                  </a:cubicBezTo>
                  <a:cubicBezTo>
                    <a:pt x="273" y="103492"/>
                    <a:pt x="273" y="169706"/>
                    <a:pt x="57671" y="169706"/>
                  </a:cubicBezTo>
                  <a:cubicBezTo>
                    <a:pt x="115069" y="169706"/>
                    <a:pt x="115069" y="103492"/>
                    <a:pt x="115069" y="85637"/>
                  </a:cubicBezTo>
                  <a:close/>
                  <a:moveTo>
                    <a:pt x="57671" y="162762"/>
                  </a:moveTo>
                  <a:cubicBezTo>
                    <a:pt x="46290" y="162762"/>
                    <a:pt x="31199" y="156066"/>
                    <a:pt x="26250" y="135731"/>
                  </a:cubicBezTo>
                  <a:cubicBezTo>
                    <a:pt x="22787" y="121100"/>
                    <a:pt x="22787" y="100765"/>
                    <a:pt x="22787" y="82413"/>
                  </a:cubicBezTo>
                  <a:cubicBezTo>
                    <a:pt x="22787" y="64310"/>
                    <a:pt x="22787" y="45463"/>
                    <a:pt x="26498" y="31823"/>
                  </a:cubicBezTo>
                  <a:cubicBezTo>
                    <a:pt x="31693" y="12232"/>
                    <a:pt x="47527" y="7024"/>
                    <a:pt x="57671" y="7024"/>
                  </a:cubicBezTo>
                  <a:cubicBezTo>
                    <a:pt x="71031" y="7024"/>
                    <a:pt x="83896" y="15208"/>
                    <a:pt x="88349" y="29591"/>
                  </a:cubicBezTo>
                  <a:cubicBezTo>
                    <a:pt x="92308" y="42983"/>
                    <a:pt x="92555" y="60838"/>
                    <a:pt x="92555" y="82413"/>
                  </a:cubicBezTo>
                  <a:cubicBezTo>
                    <a:pt x="92555" y="100765"/>
                    <a:pt x="92555" y="119116"/>
                    <a:pt x="89339" y="134739"/>
                  </a:cubicBezTo>
                  <a:cubicBezTo>
                    <a:pt x="84391" y="157306"/>
                    <a:pt x="67567" y="162762"/>
                    <a:pt x="57671" y="16276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9" name="Freeform: Shape 28">
              <a:extLst>
                <a:ext uri="{FF2B5EF4-FFF2-40B4-BE49-F238E27FC236}">
                  <a16:creationId xmlns:a16="http://schemas.microsoft.com/office/drawing/2014/main" id="{98FE8AA3-667A-6082-4FD9-BA1965010C06}"/>
                </a:ext>
              </a:extLst>
            </p:cNvPr>
            <p:cNvSpPr/>
            <p:nvPr/>
          </p:nvSpPr>
          <p:spPr>
            <a:xfrm>
              <a:off x="14584323" y="7619339"/>
              <a:ext cx="64077" cy="247742"/>
            </a:xfrm>
            <a:custGeom>
              <a:avLst/>
              <a:gdLst>
                <a:gd name="connsiteX0" fmla="*/ 4978 w 64077"/>
                <a:gd name="connsiteY0" fmla="*/ 81 h 247742"/>
                <a:gd name="connsiteX1" fmla="*/ 277 w 64077"/>
                <a:gd name="connsiteY1" fmla="*/ 3056 h 247742"/>
                <a:gd name="connsiteX2" fmla="*/ 2504 w 64077"/>
                <a:gd name="connsiteY2" fmla="*/ 6776 h 247742"/>
                <a:gd name="connsiteX3" fmla="*/ 47531 w 64077"/>
                <a:gd name="connsiteY3" fmla="*/ 123828 h 247742"/>
                <a:gd name="connsiteX4" fmla="*/ 4730 w 64077"/>
                <a:gd name="connsiteY4" fmla="*/ 239143 h 247742"/>
                <a:gd name="connsiteX5" fmla="*/ 277 w 64077"/>
                <a:gd name="connsiteY5" fmla="*/ 244847 h 247742"/>
                <a:gd name="connsiteX6" fmla="*/ 3493 w 64077"/>
                <a:gd name="connsiteY6" fmla="*/ 247823 h 247742"/>
                <a:gd name="connsiteX7" fmla="*/ 46294 w 64077"/>
                <a:gd name="connsiteY7" fmla="*/ 200457 h 247742"/>
                <a:gd name="connsiteX8" fmla="*/ 64355 w 64077"/>
                <a:gd name="connsiteY8" fmla="*/ 124076 h 247742"/>
                <a:gd name="connsiteX9" fmla="*/ 4978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978" y="81"/>
                  </a:moveTo>
                  <a:cubicBezTo>
                    <a:pt x="3246" y="81"/>
                    <a:pt x="277" y="81"/>
                    <a:pt x="277" y="3056"/>
                  </a:cubicBezTo>
                  <a:cubicBezTo>
                    <a:pt x="277" y="4296"/>
                    <a:pt x="1019" y="5040"/>
                    <a:pt x="2504" y="6776"/>
                  </a:cubicBezTo>
                  <a:cubicBezTo>
                    <a:pt x="23780" y="26368"/>
                    <a:pt x="47531" y="59846"/>
                    <a:pt x="47531" y="123828"/>
                  </a:cubicBezTo>
                  <a:cubicBezTo>
                    <a:pt x="47531" y="175658"/>
                    <a:pt x="31450" y="214840"/>
                    <a:pt x="4730" y="239143"/>
                  </a:cubicBezTo>
                  <a:cubicBezTo>
                    <a:pt x="524" y="243359"/>
                    <a:pt x="277" y="243607"/>
                    <a:pt x="277" y="244847"/>
                  </a:cubicBezTo>
                  <a:cubicBezTo>
                    <a:pt x="277" y="246087"/>
                    <a:pt x="1019" y="247823"/>
                    <a:pt x="3493" y="247823"/>
                  </a:cubicBezTo>
                  <a:cubicBezTo>
                    <a:pt x="6462" y="247823"/>
                    <a:pt x="29966" y="231455"/>
                    <a:pt x="46294" y="200457"/>
                  </a:cubicBezTo>
                  <a:cubicBezTo>
                    <a:pt x="57180" y="179873"/>
                    <a:pt x="64355" y="153090"/>
                    <a:pt x="64355" y="124076"/>
                  </a:cubicBezTo>
                  <a:cubicBezTo>
                    <a:pt x="64355" y="89109"/>
                    <a:pt x="53964" y="34799"/>
                    <a:pt x="4978"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0" name="Freeform: Shape 29">
              <a:extLst>
                <a:ext uri="{FF2B5EF4-FFF2-40B4-BE49-F238E27FC236}">
                  <a16:creationId xmlns:a16="http://schemas.microsoft.com/office/drawing/2014/main" id="{AC450DF1-3C19-1D59-22B8-4C42993ED09E}"/>
                </a:ext>
              </a:extLst>
            </p:cNvPr>
            <p:cNvSpPr/>
            <p:nvPr/>
          </p:nvSpPr>
          <p:spPr>
            <a:xfrm>
              <a:off x="14707602" y="7544191"/>
              <a:ext cx="134305" cy="637334"/>
            </a:xfrm>
            <a:custGeom>
              <a:avLst/>
              <a:gdLst>
                <a:gd name="connsiteX0" fmla="*/ 134586 w 134305"/>
                <a:gd name="connsiteY0" fmla="*/ 318564 h 637334"/>
                <a:gd name="connsiteX1" fmla="*/ 41279 w 134305"/>
                <a:gd name="connsiteY1" fmla="*/ 29124 h 637334"/>
                <a:gd name="connsiteX2" fmla="*/ 14771 w 134305"/>
                <a:gd name="connsiteY2" fmla="*/ 2199 h 637334"/>
                <a:gd name="connsiteX3" fmla="*/ 6996 w 134305"/>
                <a:gd name="connsiteY3" fmla="*/ 74 h 637334"/>
                <a:gd name="connsiteX4" fmla="*/ 281 w 134305"/>
                <a:gd name="connsiteY4" fmla="*/ 3616 h 637334"/>
                <a:gd name="connsiteX5" fmla="*/ 2401 w 134305"/>
                <a:gd name="connsiteY5" fmla="*/ 7159 h 637334"/>
                <a:gd name="connsiteX6" fmla="*/ 55417 w 134305"/>
                <a:gd name="connsiteY6" fmla="*/ 78013 h 637334"/>
                <a:gd name="connsiteX7" fmla="*/ 107725 w 134305"/>
                <a:gd name="connsiteY7" fmla="*/ 318564 h 637334"/>
                <a:gd name="connsiteX8" fmla="*/ 1694 w 134305"/>
                <a:gd name="connsiteY8" fmla="*/ 631031 h 637334"/>
                <a:gd name="connsiteX9" fmla="*/ 281 w 134305"/>
                <a:gd name="connsiteY9" fmla="*/ 633865 h 637334"/>
                <a:gd name="connsiteX10" fmla="*/ 6996 w 134305"/>
                <a:gd name="connsiteY10" fmla="*/ 637408 h 637334"/>
                <a:gd name="connsiteX11" fmla="*/ 15478 w 134305"/>
                <a:gd name="connsiteY11" fmla="*/ 634574 h 637334"/>
                <a:gd name="connsiteX12" fmla="*/ 111259 w 134305"/>
                <a:gd name="connsiteY12" fmla="*/ 481529 h 637334"/>
                <a:gd name="connsiteX13" fmla="*/ 134586 w 134305"/>
                <a:gd name="connsiteY13" fmla="*/ 318564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305" h="637334">
                  <a:moveTo>
                    <a:pt x="134586" y="318564"/>
                  </a:moveTo>
                  <a:cubicBezTo>
                    <a:pt x="134586" y="216888"/>
                    <a:pt x="110906" y="108835"/>
                    <a:pt x="41279" y="29124"/>
                  </a:cubicBezTo>
                  <a:cubicBezTo>
                    <a:pt x="36331" y="23456"/>
                    <a:pt x="23254" y="9639"/>
                    <a:pt x="14771" y="2199"/>
                  </a:cubicBezTo>
                  <a:cubicBezTo>
                    <a:pt x="12297" y="74"/>
                    <a:pt x="11591" y="74"/>
                    <a:pt x="6996" y="74"/>
                  </a:cubicBezTo>
                  <a:cubicBezTo>
                    <a:pt x="3461" y="74"/>
                    <a:pt x="281" y="74"/>
                    <a:pt x="281" y="3616"/>
                  </a:cubicBezTo>
                  <a:cubicBezTo>
                    <a:pt x="281" y="5033"/>
                    <a:pt x="1694" y="6451"/>
                    <a:pt x="2401" y="7159"/>
                  </a:cubicBezTo>
                  <a:cubicBezTo>
                    <a:pt x="14418" y="19559"/>
                    <a:pt x="33504" y="39044"/>
                    <a:pt x="55417" y="78013"/>
                  </a:cubicBezTo>
                  <a:cubicBezTo>
                    <a:pt x="93588" y="146033"/>
                    <a:pt x="107725" y="233539"/>
                    <a:pt x="107725" y="318564"/>
                  </a:cubicBezTo>
                  <a:cubicBezTo>
                    <a:pt x="107725" y="472318"/>
                    <a:pt x="65313" y="566199"/>
                    <a:pt x="1694" y="631031"/>
                  </a:cubicBezTo>
                  <a:cubicBezTo>
                    <a:pt x="987" y="631740"/>
                    <a:pt x="281" y="632803"/>
                    <a:pt x="281" y="633865"/>
                  </a:cubicBezTo>
                  <a:cubicBezTo>
                    <a:pt x="281" y="637408"/>
                    <a:pt x="3461" y="637408"/>
                    <a:pt x="6996" y="637408"/>
                  </a:cubicBezTo>
                  <a:cubicBezTo>
                    <a:pt x="11591" y="637408"/>
                    <a:pt x="12297" y="637408"/>
                    <a:pt x="15478" y="634574"/>
                  </a:cubicBezTo>
                  <a:cubicBezTo>
                    <a:pt x="49055" y="605524"/>
                    <a:pt x="86872" y="556280"/>
                    <a:pt x="111259" y="481529"/>
                  </a:cubicBezTo>
                  <a:cubicBezTo>
                    <a:pt x="126811" y="432993"/>
                    <a:pt x="134586" y="375601"/>
                    <a:pt x="134586" y="318564"/>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cxnSp>
        <p:nvCxnSpPr>
          <p:cNvPr id="8" name="Straight Arrow Connector 7">
            <a:extLst>
              <a:ext uri="{FF2B5EF4-FFF2-40B4-BE49-F238E27FC236}">
                <a16:creationId xmlns:a16="http://schemas.microsoft.com/office/drawing/2014/main" id="{86C7BE8F-BBF9-5C18-6C54-8C07364BBFE0}"/>
              </a:ext>
            </a:extLst>
          </p:cNvPr>
          <p:cNvCxnSpPr>
            <a:cxnSpLocks/>
          </p:cNvCxnSpPr>
          <p:nvPr/>
        </p:nvCxnSpPr>
        <p:spPr>
          <a:xfrm flipV="1">
            <a:off x="4680705" y="2567395"/>
            <a:ext cx="214422" cy="553099"/>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2127">
            <a:extLst>
              <a:ext uri="{FF2B5EF4-FFF2-40B4-BE49-F238E27FC236}">
                <a16:creationId xmlns:a16="http://schemas.microsoft.com/office/drawing/2014/main" id="{7DF49449-FBEE-7829-6A78-FCA169535353}"/>
              </a:ext>
            </a:extLst>
          </p:cNvPr>
          <p:cNvSpPr txBox="1"/>
          <p:nvPr/>
        </p:nvSpPr>
        <p:spPr>
          <a:xfrm>
            <a:off x="3054120" y="3050254"/>
            <a:ext cx="3287744"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CA" sz="2400" dirty="0">
                <a:solidFill>
                  <a:srgbClr val="2683C6"/>
                </a:solidFill>
                <a:latin typeface="Nunito" pitchFamily="2" charset="0"/>
              </a:rPr>
              <a:t>layer index</a:t>
            </a:r>
          </a:p>
        </p:txBody>
      </p:sp>
      <p:cxnSp>
        <p:nvCxnSpPr>
          <p:cNvPr id="10" name="Straight Arrow Connector 9">
            <a:extLst>
              <a:ext uri="{FF2B5EF4-FFF2-40B4-BE49-F238E27FC236}">
                <a16:creationId xmlns:a16="http://schemas.microsoft.com/office/drawing/2014/main" id="{80E040A6-B411-48F4-8DC0-C498834846E8}"/>
              </a:ext>
            </a:extLst>
          </p:cNvPr>
          <p:cNvCxnSpPr>
            <a:cxnSpLocks/>
          </p:cNvCxnSpPr>
          <p:nvPr/>
        </p:nvCxnSpPr>
        <p:spPr>
          <a:xfrm flipH="1" flipV="1">
            <a:off x="3293117" y="2619225"/>
            <a:ext cx="1387588" cy="501269"/>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E688F1E-F41A-DE21-821C-6587B11D79F4}"/>
              </a:ext>
            </a:extLst>
          </p:cNvPr>
          <p:cNvCxnSpPr>
            <a:cxnSpLocks/>
          </p:cNvCxnSpPr>
          <p:nvPr/>
        </p:nvCxnSpPr>
        <p:spPr>
          <a:xfrm flipV="1">
            <a:off x="4680705" y="2600271"/>
            <a:ext cx="1432810" cy="520223"/>
          </a:xfrm>
          <a:prstGeom prst="straightConnector1">
            <a:avLst/>
          </a:prstGeom>
          <a:ln w="57150">
            <a:solidFill>
              <a:srgbClr val="2683C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2146">
            <a:extLst>
              <a:ext uri="{FF2B5EF4-FFF2-40B4-BE49-F238E27FC236}">
                <a16:creationId xmlns:a16="http://schemas.microsoft.com/office/drawing/2014/main" id="{3BE09CDD-A505-EB15-8DF4-9E5EE436C638}"/>
              </a:ext>
            </a:extLst>
          </p:cNvPr>
          <p:cNvSpPr txBox="1"/>
          <p:nvPr/>
        </p:nvSpPr>
        <p:spPr>
          <a:xfrm>
            <a:off x="720864" y="2174405"/>
            <a:ext cx="2036816" cy="46166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CA" sz="2400" dirty="0">
                <a:solidFill>
                  <a:srgbClr val="2683C6"/>
                </a:solidFill>
                <a:latin typeface="Nunito" pitchFamily="2" charset="0"/>
              </a:rPr>
              <a:t>hidden units </a:t>
            </a:r>
          </a:p>
        </p:txBody>
      </p:sp>
      <p:grpSp>
        <p:nvGrpSpPr>
          <p:cNvPr id="31" name="Group 30">
            <a:extLst>
              <a:ext uri="{FF2B5EF4-FFF2-40B4-BE49-F238E27FC236}">
                <a16:creationId xmlns:a16="http://schemas.microsoft.com/office/drawing/2014/main" id="{25E3BF03-91EF-EA00-2B0B-0EB8CAE975C1}"/>
              </a:ext>
            </a:extLst>
          </p:cNvPr>
          <p:cNvGrpSpPr/>
          <p:nvPr/>
        </p:nvGrpSpPr>
        <p:grpSpPr>
          <a:xfrm>
            <a:off x="8090541" y="2039646"/>
            <a:ext cx="3117687" cy="3098157"/>
            <a:chOff x="8134096" y="2445355"/>
            <a:chExt cx="3117687" cy="3098157"/>
          </a:xfrm>
        </p:grpSpPr>
        <p:sp>
          <p:nvSpPr>
            <p:cNvPr id="32" name="Rounded Rectangle 7">
              <a:extLst>
                <a:ext uri="{FF2B5EF4-FFF2-40B4-BE49-F238E27FC236}">
                  <a16:creationId xmlns:a16="http://schemas.microsoft.com/office/drawing/2014/main" id="{E7970EC1-BB20-8450-D5FE-05AB48E62E20}"/>
                </a:ext>
              </a:extLst>
            </p:cNvPr>
            <p:cNvSpPr/>
            <p:nvPr/>
          </p:nvSpPr>
          <p:spPr>
            <a:xfrm rot="5400000">
              <a:off x="9823921" y="4514812"/>
              <a:ext cx="381000" cy="1676400"/>
            </a:xfrm>
            <a:prstGeom prst="roundRect">
              <a:avLst/>
            </a:prstGeom>
            <a:solidFill>
              <a:srgbClr val="288CD2"/>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3" name="Oval 32">
              <a:extLst>
                <a:ext uri="{FF2B5EF4-FFF2-40B4-BE49-F238E27FC236}">
                  <a16:creationId xmlns:a16="http://schemas.microsoft.com/office/drawing/2014/main" id="{94FB535D-E5EE-70BC-CCCC-1EB53C76DBF8}"/>
                </a:ext>
              </a:extLst>
            </p:cNvPr>
            <p:cNvSpPr/>
            <p:nvPr/>
          </p:nvSpPr>
          <p:spPr>
            <a:xfrm rot="5400000">
              <a:off x="10471621" y="52387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4" name="Oval 33">
              <a:extLst>
                <a:ext uri="{FF2B5EF4-FFF2-40B4-BE49-F238E27FC236}">
                  <a16:creationId xmlns:a16="http://schemas.microsoft.com/office/drawing/2014/main" id="{CF48E7AE-1602-28D4-7DEE-77BBC6648095}"/>
                </a:ext>
              </a:extLst>
            </p:cNvPr>
            <p:cNvSpPr/>
            <p:nvPr/>
          </p:nvSpPr>
          <p:spPr>
            <a:xfrm rot="5400000">
              <a:off x="10090621" y="52387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5" name="Oval 34">
              <a:extLst>
                <a:ext uri="{FF2B5EF4-FFF2-40B4-BE49-F238E27FC236}">
                  <a16:creationId xmlns:a16="http://schemas.microsoft.com/office/drawing/2014/main" id="{67508B5E-732C-9AE1-E42B-7D0E37617984}"/>
                </a:ext>
              </a:extLst>
            </p:cNvPr>
            <p:cNvSpPr/>
            <p:nvPr/>
          </p:nvSpPr>
          <p:spPr>
            <a:xfrm rot="5400000">
              <a:off x="9709621" y="52387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6" name="Oval 35">
              <a:extLst>
                <a:ext uri="{FF2B5EF4-FFF2-40B4-BE49-F238E27FC236}">
                  <a16:creationId xmlns:a16="http://schemas.microsoft.com/office/drawing/2014/main" id="{3F31BE51-0613-F37B-66F3-45366863D721}"/>
                </a:ext>
              </a:extLst>
            </p:cNvPr>
            <p:cNvSpPr/>
            <p:nvPr/>
          </p:nvSpPr>
          <p:spPr>
            <a:xfrm rot="5400000">
              <a:off x="9328621" y="52387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7" name="Rounded Rectangle 18">
              <a:extLst>
                <a:ext uri="{FF2B5EF4-FFF2-40B4-BE49-F238E27FC236}">
                  <a16:creationId xmlns:a16="http://schemas.microsoft.com/office/drawing/2014/main" id="{EA38BAA6-A96D-A676-7EDE-72C3D7E7A62C}"/>
                </a:ext>
              </a:extLst>
            </p:cNvPr>
            <p:cNvSpPr/>
            <p:nvPr/>
          </p:nvSpPr>
          <p:spPr>
            <a:xfrm rot="5400000">
              <a:off x="9858167" y="2854495"/>
              <a:ext cx="381000" cy="2406233"/>
            </a:xfrm>
            <a:prstGeom prst="roundRect">
              <a:avLst/>
            </a:prstGeom>
            <a:solidFill>
              <a:schemeClr val="bg1">
                <a:lumMod val="50000"/>
              </a:schemeClr>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8" name="Oval 37">
              <a:extLst>
                <a:ext uri="{FF2B5EF4-FFF2-40B4-BE49-F238E27FC236}">
                  <a16:creationId xmlns:a16="http://schemas.microsoft.com/office/drawing/2014/main" id="{A6F6A2B8-FBA9-4BEC-1CFA-9DCD89919849}"/>
                </a:ext>
              </a:extLst>
            </p:cNvPr>
            <p:cNvSpPr/>
            <p:nvPr/>
          </p:nvSpPr>
          <p:spPr>
            <a:xfrm rot="5400000">
              <a:off x="10140950" y="39433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9" name="Oval 38">
              <a:extLst>
                <a:ext uri="{FF2B5EF4-FFF2-40B4-BE49-F238E27FC236}">
                  <a16:creationId xmlns:a16="http://schemas.microsoft.com/office/drawing/2014/main" id="{02F046DF-A353-21F3-7F34-E257F229B4EC}"/>
                </a:ext>
              </a:extLst>
            </p:cNvPr>
            <p:cNvSpPr/>
            <p:nvPr/>
          </p:nvSpPr>
          <p:spPr>
            <a:xfrm rot="5400000">
              <a:off x="9759950" y="39433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0" name="Oval 39">
              <a:extLst>
                <a:ext uri="{FF2B5EF4-FFF2-40B4-BE49-F238E27FC236}">
                  <a16:creationId xmlns:a16="http://schemas.microsoft.com/office/drawing/2014/main" id="{C045616F-175E-CB32-B3B4-8E33649B6990}"/>
                </a:ext>
              </a:extLst>
            </p:cNvPr>
            <p:cNvSpPr/>
            <p:nvPr/>
          </p:nvSpPr>
          <p:spPr>
            <a:xfrm rot="5400000">
              <a:off x="9378950" y="39433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1" name="Oval 40">
              <a:extLst>
                <a:ext uri="{FF2B5EF4-FFF2-40B4-BE49-F238E27FC236}">
                  <a16:creationId xmlns:a16="http://schemas.microsoft.com/office/drawing/2014/main" id="{BF9A429D-BABE-7766-AAE2-FAC9CF17D0D9}"/>
                </a:ext>
              </a:extLst>
            </p:cNvPr>
            <p:cNvSpPr/>
            <p:nvPr/>
          </p:nvSpPr>
          <p:spPr>
            <a:xfrm rot="5400000">
              <a:off x="8997950" y="39433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2" name="Oval 41">
              <a:extLst>
                <a:ext uri="{FF2B5EF4-FFF2-40B4-BE49-F238E27FC236}">
                  <a16:creationId xmlns:a16="http://schemas.microsoft.com/office/drawing/2014/main" id="{0C4451A2-883B-D420-860A-29E522DD2F95}"/>
                </a:ext>
              </a:extLst>
            </p:cNvPr>
            <p:cNvSpPr/>
            <p:nvPr/>
          </p:nvSpPr>
          <p:spPr>
            <a:xfrm rot="5400000">
              <a:off x="10521950" y="39433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3" name="Oval 42">
              <a:extLst>
                <a:ext uri="{FF2B5EF4-FFF2-40B4-BE49-F238E27FC236}">
                  <a16:creationId xmlns:a16="http://schemas.microsoft.com/office/drawing/2014/main" id="{6AA73654-BA93-843A-279C-121EF0471515}"/>
                </a:ext>
              </a:extLst>
            </p:cNvPr>
            <p:cNvSpPr/>
            <p:nvPr/>
          </p:nvSpPr>
          <p:spPr>
            <a:xfrm rot="5400000">
              <a:off x="10902950" y="39433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cxnSp>
          <p:nvCxnSpPr>
            <p:cNvPr id="44" name="Straight Connector 43">
              <a:extLst>
                <a:ext uri="{FF2B5EF4-FFF2-40B4-BE49-F238E27FC236}">
                  <a16:creationId xmlns:a16="http://schemas.microsoft.com/office/drawing/2014/main" id="{6A08FC81-C7A9-99D5-EDAA-7F598A12E3DD}"/>
                </a:ext>
              </a:extLst>
            </p:cNvPr>
            <p:cNvCxnSpPr/>
            <p:nvPr/>
          </p:nvCxnSpPr>
          <p:spPr bwMode="auto">
            <a:xfrm flipH="1" flipV="1">
              <a:off x="9074150" y="4248112"/>
              <a:ext cx="304800" cy="9027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45" name="Straight Connector 44">
              <a:extLst>
                <a:ext uri="{FF2B5EF4-FFF2-40B4-BE49-F238E27FC236}">
                  <a16:creationId xmlns:a16="http://schemas.microsoft.com/office/drawing/2014/main" id="{B457E34D-C88A-9A81-D723-380DD10F8EA6}"/>
                </a:ext>
              </a:extLst>
            </p:cNvPr>
            <p:cNvCxnSpPr/>
            <p:nvPr/>
          </p:nvCxnSpPr>
          <p:spPr bwMode="auto">
            <a:xfrm flipH="1" flipV="1">
              <a:off x="9074150" y="4248112"/>
              <a:ext cx="685800" cy="91440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46" name="Straight Connector 45">
              <a:extLst>
                <a:ext uri="{FF2B5EF4-FFF2-40B4-BE49-F238E27FC236}">
                  <a16:creationId xmlns:a16="http://schemas.microsoft.com/office/drawing/2014/main" id="{42550820-6727-56A3-2583-12B9C4CD5275}"/>
                </a:ext>
              </a:extLst>
            </p:cNvPr>
            <p:cNvCxnSpPr/>
            <p:nvPr/>
          </p:nvCxnSpPr>
          <p:spPr bwMode="auto">
            <a:xfrm flipV="1">
              <a:off x="10647680" y="4248112"/>
              <a:ext cx="381000" cy="9027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47" name="Straight Connector 46">
              <a:extLst>
                <a:ext uri="{FF2B5EF4-FFF2-40B4-BE49-F238E27FC236}">
                  <a16:creationId xmlns:a16="http://schemas.microsoft.com/office/drawing/2014/main" id="{4467D52D-ABEB-54F6-0652-85D11C3D76AD}"/>
                </a:ext>
              </a:extLst>
            </p:cNvPr>
            <p:cNvCxnSpPr/>
            <p:nvPr/>
          </p:nvCxnSpPr>
          <p:spPr bwMode="auto">
            <a:xfrm>
              <a:off x="9074150" y="4248112"/>
              <a:ext cx="1573530" cy="9027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48" name="Straight Connector 47">
              <a:extLst>
                <a:ext uri="{FF2B5EF4-FFF2-40B4-BE49-F238E27FC236}">
                  <a16:creationId xmlns:a16="http://schemas.microsoft.com/office/drawing/2014/main" id="{4FC6D339-3BB0-ACEB-E40F-CDE90EEC669F}"/>
                </a:ext>
              </a:extLst>
            </p:cNvPr>
            <p:cNvCxnSpPr/>
            <p:nvPr/>
          </p:nvCxnSpPr>
          <p:spPr bwMode="auto">
            <a:xfrm flipV="1">
              <a:off x="9378950" y="4248112"/>
              <a:ext cx="1634698" cy="9027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49" name="Straight Connector 48">
              <a:extLst>
                <a:ext uri="{FF2B5EF4-FFF2-40B4-BE49-F238E27FC236}">
                  <a16:creationId xmlns:a16="http://schemas.microsoft.com/office/drawing/2014/main" id="{876C0088-215D-9AE1-3969-BE6C88D4ACE9}"/>
                </a:ext>
              </a:extLst>
            </p:cNvPr>
            <p:cNvCxnSpPr/>
            <p:nvPr/>
          </p:nvCxnSpPr>
          <p:spPr bwMode="auto">
            <a:xfrm flipV="1">
              <a:off x="10229691" y="4248112"/>
              <a:ext cx="783957" cy="9027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sp>
          <p:nvSpPr>
            <p:cNvPr id="50" name="TextBox 21">
              <a:extLst>
                <a:ext uri="{FF2B5EF4-FFF2-40B4-BE49-F238E27FC236}">
                  <a16:creationId xmlns:a16="http://schemas.microsoft.com/office/drawing/2014/main" id="{9D85D042-8BD1-ECD3-0B2D-3CD19535B131}"/>
                </a:ext>
              </a:extLst>
            </p:cNvPr>
            <p:cNvSpPr txBox="1"/>
            <p:nvPr/>
          </p:nvSpPr>
          <p:spPr>
            <a:xfrm>
              <a:off x="9826766" y="4768937"/>
              <a:ext cx="415498"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i="0" dirty="0"/>
                <a:t>…</a:t>
              </a:r>
            </a:p>
          </p:txBody>
        </p:sp>
        <p:pic>
          <p:nvPicPr>
            <p:cNvPr id="51" name="Picture 50">
              <a:extLst>
                <a:ext uri="{FF2B5EF4-FFF2-40B4-BE49-F238E27FC236}">
                  <a16:creationId xmlns:a16="http://schemas.microsoft.com/office/drawing/2014/main" id="{74A6D765-724E-8402-4138-739C908282C7}"/>
                </a:ext>
              </a:extLst>
            </p:cNvPr>
            <p:cNvPicPr>
              <a:picLocks noChangeAspect="1"/>
            </p:cNvPicPr>
            <p:nvPr/>
          </p:nvPicPr>
          <p:blipFill>
            <a:blip r:embed="rId3"/>
            <a:stretch>
              <a:fillRect/>
            </a:stretch>
          </p:blipFill>
          <p:spPr>
            <a:xfrm>
              <a:off x="8682913" y="5236285"/>
              <a:ext cx="315037" cy="231027"/>
            </a:xfrm>
            <a:prstGeom prst="rect">
              <a:avLst/>
            </a:prstGeom>
          </p:spPr>
        </p:pic>
        <p:cxnSp>
          <p:nvCxnSpPr>
            <p:cNvPr id="52" name="Straight Connector 51">
              <a:extLst>
                <a:ext uri="{FF2B5EF4-FFF2-40B4-BE49-F238E27FC236}">
                  <a16:creationId xmlns:a16="http://schemas.microsoft.com/office/drawing/2014/main" id="{EF11CBD0-7BBA-B1E9-6E4D-CFF8DBB7A869}"/>
                </a:ext>
              </a:extLst>
            </p:cNvPr>
            <p:cNvCxnSpPr/>
            <p:nvPr/>
          </p:nvCxnSpPr>
          <p:spPr bwMode="auto">
            <a:xfrm flipH="1">
              <a:off x="9378950" y="4235535"/>
              <a:ext cx="91618" cy="9027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53" name="Straight Connector 52">
              <a:extLst>
                <a:ext uri="{FF2B5EF4-FFF2-40B4-BE49-F238E27FC236}">
                  <a16:creationId xmlns:a16="http://schemas.microsoft.com/office/drawing/2014/main" id="{F802FE17-6424-0809-3412-F588D9CCF3B2}"/>
                </a:ext>
              </a:extLst>
            </p:cNvPr>
            <p:cNvCxnSpPr/>
            <p:nvPr/>
          </p:nvCxnSpPr>
          <p:spPr bwMode="auto">
            <a:xfrm>
              <a:off x="9470568" y="4248112"/>
              <a:ext cx="289382" cy="89015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sp>
          <p:nvSpPr>
            <p:cNvPr id="54" name="TextBox 25">
              <a:extLst>
                <a:ext uri="{FF2B5EF4-FFF2-40B4-BE49-F238E27FC236}">
                  <a16:creationId xmlns:a16="http://schemas.microsoft.com/office/drawing/2014/main" id="{A9B679DD-61D7-8EB2-A264-1BBA3095145F}"/>
                </a:ext>
              </a:extLst>
            </p:cNvPr>
            <p:cNvSpPr txBox="1"/>
            <p:nvPr/>
          </p:nvSpPr>
          <p:spPr>
            <a:xfrm>
              <a:off x="9822357" y="4198335"/>
              <a:ext cx="415498"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i="0" dirty="0"/>
                <a:t>…</a:t>
              </a:r>
            </a:p>
          </p:txBody>
        </p:sp>
        <p:cxnSp>
          <p:nvCxnSpPr>
            <p:cNvPr id="55" name="Straight Connector 54">
              <a:extLst>
                <a:ext uri="{FF2B5EF4-FFF2-40B4-BE49-F238E27FC236}">
                  <a16:creationId xmlns:a16="http://schemas.microsoft.com/office/drawing/2014/main" id="{D6F749AA-CF78-ADA1-4FBF-AEA362888969}"/>
                </a:ext>
              </a:extLst>
            </p:cNvPr>
            <p:cNvCxnSpPr/>
            <p:nvPr/>
          </p:nvCxnSpPr>
          <p:spPr bwMode="auto">
            <a:xfrm>
              <a:off x="9478277" y="4260689"/>
              <a:ext cx="751414" cy="8775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56" name="Straight Connector 55">
              <a:extLst>
                <a:ext uri="{FF2B5EF4-FFF2-40B4-BE49-F238E27FC236}">
                  <a16:creationId xmlns:a16="http://schemas.microsoft.com/office/drawing/2014/main" id="{787C6F62-D2AB-DD48-4B57-6DA8E9129AC6}"/>
                </a:ext>
              </a:extLst>
            </p:cNvPr>
            <p:cNvCxnSpPr/>
            <p:nvPr/>
          </p:nvCxnSpPr>
          <p:spPr bwMode="auto">
            <a:xfrm>
              <a:off x="9478277" y="4260689"/>
              <a:ext cx="1169403" cy="87758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pic>
          <p:nvPicPr>
            <p:cNvPr id="57" name="Picture 56">
              <a:extLst>
                <a:ext uri="{FF2B5EF4-FFF2-40B4-BE49-F238E27FC236}">
                  <a16:creationId xmlns:a16="http://schemas.microsoft.com/office/drawing/2014/main" id="{B7C68BFC-BEE3-ED57-7B21-9261910DCA66}"/>
                </a:ext>
              </a:extLst>
            </p:cNvPr>
            <p:cNvPicPr>
              <a:picLocks noChangeAspect="1"/>
            </p:cNvPicPr>
            <p:nvPr/>
          </p:nvPicPr>
          <p:blipFill>
            <a:blip r:embed="rId4"/>
            <a:stretch>
              <a:fillRect/>
            </a:stretch>
          </p:blipFill>
          <p:spPr>
            <a:xfrm>
              <a:off x="8134096" y="3867111"/>
              <a:ext cx="599109" cy="393700"/>
            </a:xfrm>
            <a:prstGeom prst="rect">
              <a:avLst/>
            </a:prstGeom>
          </p:spPr>
        </p:pic>
        <p:cxnSp>
          <p:nvCxnSpPr>
            <p:cNvPr id="58" name="Straight Connector 57">
              <a:extLst>
                <a:ext uri="{FF2B5EF4-FFF2-40B4-BE49-F238E27FC236}">
                  <a16:creationId xmlns:a16="http://schemas.microsoft.com/office/drawing/2014/main" id="{0A570179-EE6F-047B-BFE1-56386C721BC5}"/>
                </a:ext>
              </a:extLst>
            </p:cNvPr>
            <p:cNvCxnSpPr/>
            <p:nvPr/>
          </p:nvCxnSpPr>
          <p:spPr bwMode="auto">
            <a:xfrm flipV="1">
              <a:off x="9074150" y="2838810"/>
              <a:ext cx="366027" cy="10283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59" name="Straight Connector 58">
              <a:extLst>
                <a:ext uri="{FF2B5EF4-FFF2-40B4-BE49-F238E27FC236}">
                  <a16:creationId xmlns:a16="http://schemas.microsoft.com/office/drawing/2014/main" id="{ABBAEDE5-1AB3-DC96-8319-0A7FDAD4A7A6}"/>
                </a:ext>
              </a:extLst>
            </p:cNvPr>
            <p:cNvCxnSpPr/>
            <p:nvPr/>
          </p:nvCxnSpPr>
          <p:spPr bwMode="auto">
            <a:xfrm flipH="1">
              <a:off x="9074150" y="2838810"/>
              <a:ext cx="152400" cy="102830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60" name="Straight Connector 59">
              <a:extLst>
                <a:ext uri="{FF2B5EF4-FFF2-40B4-BE49-F238E27FC236}">
                  <a16:creationId xmlns:a16="http://schemas.microsoft.com/office/drawing/2014/main" id="{6592D0EC-7E8E-C3C0-A9D3-BCCDE1BC0795}"/>
                </a:ext>
              </a:extLst>
            </p:cNvPr>
            <p:cNvCxnSpPr/>
            <p:nvPr/>
          </p:nvCxnSpPr>
          <p:spPr bwMode="auto">
            <a:xfrm flipV="1">
              <a:off x="9074150" y="2813656"/>
              <a:ext cx="1676400" cy="10534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sp>
          <p:nvSpPr>
            <p:cNvPr id="61" name="TextBox 32">
              <a:extLst>
                <a:ext uri="{FF2B5EF4-FFF2-40B4-BE49-F238E27FC236}">
                  <a16:creationId xmlns:a16="http://schemas.microsoft.com/office/drawing/2014/main" id="{0C1E2E17-D3C9-85F7-BA0D-3F07F38A6870}"/>
                </a:ext>
              </a:extLst>
            </p:cNvPr>
            <p:cNvSpPr txBox="1"/>
            <p:nvPr/>
          </p:nvSpPr>
          <p:spPr>
            <a:xfrm>
              <a:off x="9788666" y="3347058"/>
              <a:ext cx="415498"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i="0" dirty="0"/>
                <a:t>…</a:t>
              </a:r>
            </a:p>
          </p:txBody>
        </p:sp>
        <p:cxnSp>
          <p:nvCxnSpPr>
            <p:cNvPr id="62" name="Straight Connector 61">
              <a:extLst>
                <a:ext uri="{FF2B5EF4-FFF2-40B4-BE49-F238E27FC236}">
                  <a16:creationId xmlns:a16="http://schemas.microsoft.com/office/drawing/2014/main" id="{E58FB182-B556-9042-2B30-D4D9AC24BAF8}"/>
                </a:ext>
              </a:extLst>
            </p:cNvPr>
            <p:cNvCxnSpPr/>
            <p:nvPr/>
          </p:nvCxnSpPr>
          <p:spPr bwMode="auto">
            <a:xfrm>
              <a:off x="9226550" y="2826758"/>
              <a:ext cx="251727" cy="104035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63" name="Straight Connector 62">
              <a:extLst>
                <a:ext uri="{FF2B5EF4-FFF2-40B4-BE49-F238E27FC236}">
                  <a16:creationId xmlns:a16="http://schemas.microsoft.com/office/drawing/2014/main" id="{8CAB9388-0BC3-E34D-25B1-BF6998B4AE7A}"/>
                </a:ext>
              </a:extLst>
            </p:cNvPr>
            <p:cNvCxnSpPr/>
            <p:nvPr/>
          </p:nvCxnSpPr>
          <p:spPr bwMode="auto">
            <a:xfrm>
              <a:off x="9226550" y="2813656"/>
              <a:ext cx="600216" cy="10534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cxnSp>
          <p:nvCxnSpPr>
            <p:cNvPr id="64" name="Straight Connector 63">
              <a:extLst>
                <a:ext uri="{FF2B5EF4-FFF2-40B4-BE49-F238E27FC236}">
                  <a16:creationId xmlns:a16="http://schemas.microsoft.com/office/drawing/2014/main" id="{BC2DAD23-8755-6AA4-13FD-2523F4598D8B}"/>
                </a:ext>
              </a:extLst>
            </p:cNvPr>
            <p:cNvCxnSpPr/>
            <p:nvPr/>
          </p:nvCxnSpPr>
          <p:spPr bwMode="auto">
            <a:xfrm>
              <a:off x="9226550" y="2813656"/>
              <a:ext cx="1787098" cy="10534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lc="http://schemas.openxmlformats.org/drawingml/2006/lockedCanvas">
                  <a:effectLst>
                    <a:outerShdw dist="35921" dir="2700000" algn="ctr" rotWithShape="0">
                      <a:schemeClr val="bg2"/>
                    </a:outerShdw>
                  </a:effectLst>
                </a14:hiddenEffects>
              </a:ext>
            </a:extLst>
          </p:spPr>
        </p:cxnSp>
        <p:sp>
          <p:nvSpPr>
            <p:cNvPr id="72" name="Rounded Rectangle 111">
              <a:extLst>
                <a:ext uri="{FF2B5EF4-FFF2-40B4-BE49-F238E27FC236}">
                  <a16:creationId xmlns:a16="http://schemas.microsoft.com/office/drawing/2014/main" id="{CB2672C0-1218-38F2-AA21-647F24D02298}"/>
                </a:ext>
              </a:extLst>
            </p:cNvPr>
            <p:cNvSpPr/>
            <p:nvPr/>
          </p:nvSpPr>
          <p:spPr>
            <a:xfrm rot="5400000">
              <a:off x="9822815" y="1620894"/>
              <a:ext cx="381000" cy="2030729"/>
            </a:xfrm>
            <a:prstGeom prst="roundRect">
              <a:avLst/>
            </a:prstGeom>
            <a:solidFill>
              <a:schemeClr val="bg1">
                <a:lumMod val="50000"/>
              </a:schemeClr>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73" name="Oval 72">
              <a:extLst>
                <a:ext uri="{FF2B5EF4-FFF2-40B4-BE49-F238E27FC236}">
                  <a16:creationId xmlns:a16="http://schemas.microsoft.com/office/drawing/2014/main" id="{7A789753-F8CA-B880-C647-F66BD6F76636}"/>
                </a:ext>
              </a:extLst>
            </p:cNvPr>
            <p:cNvSpPr/>
            <p:nvPr/>
          </p:nvSpPr>
          <p:spPr>
            <a:xfrm rot="5400000">
              <a:off x="10293350" y="2521958"/>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74" name="Oval 73">
              <a:extLst>
                <a:ext uri="{FF2B5EF4-FFF2-40B4-BE49-F238E27FC236}">
                  <a16:creationId xmlns:a16="http://schemas.microsoft.com/office/drawing/2014/main" id="{37F07D98-F37E-9745-1622-6110D5EB9FA7}"/>
                </a:ext>
              </a:extLst>
            </p:cNvPr>
            <p:cNvSpPr/>
            <p:nvPr/>
          </p:nvSpPr>
          <p:spPr>
            <a:xfrm rot="5400000">
              <a:off x="9912350" y="2521958"/>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75" name="Oval 74">
              <a:extLst>
                <a:ext uri="{FF2B5EF4-FFF2-40B4-BE49-F238E27FC236}">
                  <a16:creationId xmlns:a16="http://schemas.microsoft.com/office/drawing/2014/main" id="{1EA78DB4-2020-1E13-BB83-E7FD5310761A}"/>
                </a:ext>
              </a:extLst>
            </p:cNvPr>
            <p:cNvSpPr/>
            <p:nvPr/>
          </p:nvSpPr>
          <p:spPr>
            <a:xfrm rot="5400000">
              <a:off x="9531350" y="2521958"/>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76" name="Oval 75">
              <a:extLst>
                <a:ext uri="{FF2B5EF4-FFF2-40B4-BE49-F238E27FC236}">
                  <a16:creationId xmlns:a16="http://schemas.microsoft.com/office/drawing/2014/main" id="{8BBCE5AA-F7AF-376A-2457-2B5DA215E29D}"/>
                </a:ext>
              </a:extLst>
            </p:cNvPr>
            <p:cNvSpPr/>
            <p:nvPr/>
          </p:nvSpPr>
          <p:spPr>
            <a:xfrm rot="5400000">
              <a:off x="9150350" y="2521958"/>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77" name="Oval 76">
              <a:extLst>
                <a:ext uri="{FF2B5EF4-FFF2-40B4-BE49-F238E27FC236}">
                  <a16:creationId xmlns:a16="http://schemas.microsoft.com/office/drawing/2014/main" id="{5015FBD1-8965-A296-1025-C10CE8D5E20B}"/>
                </a:ext>
              </a:extLst>
            </p:cNvPr>
            <p:cNvSpPr/>
            <p:nvPr/>
          </p:nvSpPr>
          <p:spPr>
            <a:xfrm rot="5400000">
              <a:off x="10674350" y="2521958"/>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pic>
          <p:nvPicPr>
            <p:cNvPr id="79" name="Picture 78">
              <a:extLst>
                <a:ext uri="{FF2B5EF4-FFF2-40B4-BE49-F238E27FC236}">
                  <a16:creationId xmlns:a16="http://schemas.microsoft.com/office/drawing/2014/main" id="{53DE67D1-B804-01AD-AFE7-833CD14C38CC}"/>
                </a:ext>
              </a:extLst>
            </p:cNvPr>
            <p:cNvPicPr>
              <a:picLocks noChangeAspect="1"/>
            </p:cNvPicPr>
            <p:nvPr/>
          </p:nvPicPr>
          <p:blipFill>
            <a:blip r:embed="rId5"/>
            <a:stretch>
              <a:fillRect/>
            </a:stretch>
          </p:blipFill>
          <p:spPr>
            <a:xfrm>
              <a:off x="8232688" y="2445355"/>
              <a:ext cx="612861" cy="402737"/>
            </a:xfrm>
            <a:prstGeom prst="rect">
              <a:avLst/>
            </a:prstGeom>
          </p:spPr>
        </p:pic>
      </p:grpSp>
      <p:grpSp>
        <p:nvGrpSpPr>
          <p:cNvPr id="124" name="Group 123">
            <a:extLst>
              <a:ext uri="{FF2B5EF4-FFF2-40B4-BE49-F238E27FC236}">
                <a16:creationId xmlns:a16="http://schemas.microsoft.com/office/drawing/2014/main" id="{CC5342FA-4A29-02E8-F187-95548232F606}"/>
              </a:ext>
            </a:extLst>
          </p:cNvPr>
          <p:cNvGrpSpPr/>
          <p:nvPr/>
        </p:nvGrpSpPr>
        <p:grpSpPr>
          <a:xfrm>
            <a:off x="2819709" y="3725763"/>
            <a:ext cx="4047960" cy="1087346"/>
            <a:chOff x="2819709" y="4833450"/>
            <a:chExt cx="4047960" cy="1087346"/>
          </a:xfrm>
        </p:grpSpPr>
        <p:sp>
          <p:nvSpPr>
            <p:cNvPr id="100" name="Freeform: Shape 99">
              <a:extLst>
                <a:ext uri="{FF2B5EF4-FFF2-40B4-BE49-F238E27FC236}">
                  <a16:creationId xmlns:a16="http://schemas.microsoft.com/office/drawing/2014/main" id="{66CCB1C3-1810-51AB-D481-D6AE22AE5A25}"/>
                </a:ext>
              </a:extLst>
            </p:cNvPr>
            <p:cNvSpPr/>
            <p:nvPr/>
          </p:nvSpPr>
          <p:spPr>
            <a:xfrm>
              <a:off x="2819709" y="5085974"/>
              <a:ext cx="152999" cy="158808"/>
            </a:xfrm>
            <a:custGeom>
              <a:avLst/>
              <a:gdLst>
                <a:gd name="connsiteX0" fmla="*/ 148549 w 152999"/>
                <a:gd name="connsiteY0" fmla="*/ 15487 h 158808"/>
                <a:gd name="connsiteX1" fmla="*/ 152108 w 152999"/>
                <a:gd name="connsiteY1" fmla="*/ 7618 h 158808"/>
                <a:gd name="connsiteX2" fmla="*/ 140722 w 152999"/>
                <a:gd name="connsiteY2" fmla="*/ 107 h 158808"/>
                <a:gd name="connsiteX3" fmla="*/ 10139 w 152999"/>
                <a:gd name="connsiteY3" fmla="*/ 107 h 158808"/>
                <a:gd name="connsiteX4" fmla="*/ 5869 w 152999"/>
                <a:gd name="connsiteY4" fmla="*/ 62700 h 158808"/>
                <a:gd name="connsiteX5" fmla="*/ 22592 w 152999"/>
                <a:gd name="connsiteY5" fmla="*/ 62700 h 158808"/>
                <a:gd name="connsiteX6" fmla="*/ 72406 w 152999"/>
                <a:gd name="connsiteY6" fmla="*/ 12983 h 158808"/>
                <a:gd name="connsiteX7" fmla="*/ 102650 w 152999"/>
                <a:gd name="connsiteY7" fmla="*/ 12983 h 158808"/>
                <a:gd name="connsiteX8" fmla="*/ 3378 w 152999"/>
                <a:gd name="connsiteY8" fmla="*/ 143178 h 158808"/>
                <a:gd name="connsiteX9" fmla="*/ 176 w 152999"/>
                <a:gd name="connsiteY9" fmla="*/ 151047 h 158808"/>
                <a:gd name="connsiteX10" fmla="*/ 11562 w 152999"/>
                <a:gd name="connsiteY10" fmla="*/ 158916 h 158808"/>
                <a:gd name="connsiteX11" fmla="*/ 146770 w 152999"/>
                <a:gd name="connsiteY11" fmla="*/ 158916 h 158808"/>
                <a:gd name="connsiteX12" fmla="*/ 153175 w 152999"/>
                <a:gd name="connsiteY12" fmla="*/ 86665 h 158808"/>
                <a:gd name="connsiteX13" fmla="*/ 136452 w 152999"/>
                <a:gd name="connsiteY13" fmla="*/ 86665 h 158808"/>
                <a:gd name="connsiteX14" fmla="*/ 80589 w 152999"/>
                <a:gd name="connsiteY14" fmla="*/ 144608 h 158808"/>
                <a:gd name="connsiteX15" fmla="*/ 49990 w 152999"/>
                <a:gd name="connsiteY15" fmla="*/ 144608 h 158808"/>
                <a:gd name="connsiteX16" fmla="*/ 148549 w 152999"/>
                <a:gd name="connsiteY16" fmla="*/ 15487 h 158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999" h="158808">
                  <a:moveTo>
                    <a:pt x="148549" y="15487"/>
                  </a:moveTo>
                  <a:cubicBezTo>
                    <a:pt x="151396" y="11552"/>
                    <a:pt x="152108" y="10837"/>
                    <a:pt x="152108" y="7618"/>
                  </a:cubicBezTo>
                  <a:cubicBezTo>
                    <a:pt x="152108" y="107"/>
                    <a:pt x="147126" y="107"/>
                    <a:pt x="140722" y="107"/>
                  </a:cubicBezTo>
                  <a:lnTo>
                    <a:pt x="10139" y="107"/>
                  </a:lnTo>
                  <a:lnTo>
                    <a:pt x="5869" y="62700"/>
                  </a:lnTo>
                  <a:lnTo>
                    <a:pt x="22592" y="62700"/>
                  </a:lnTo>
                  <a:cubicBezTo>
                    <a:pt x="24727" y="25859"/>
                    <a:pt x="35757" y="12983"/>
                    <a:pt x="72406" y="12983"/>
                  </a:cubicBezTo>
                  <a:lnTo>
                    <a:pt x="102650" y="12983"/>
                  </a:lnTo>
                  <a:lnTo>
                    <a:pt x="3378" y="143178"/>
                  </a:lnTo>
                  <a:cubicBezTo>
                    <a:pt x="176" y="147112"/>
                    <a:pt x="176" y="147828"/>
                    <a:pt x="176" y="151047"/>
                  </a:cubicBezTo>
                  <a:cubicBezTo>
                    <a:pt x="176" y="158916"/>
                    <a:pt x="4801" y="158916"/>
                    <a:pt x="11562" y="158916"/>
                  </a:cubicBezTo>
                  <a:lnTo>
                    <a:pt x="146770" y="158916"/>
                  </a:lnTo>
                  <a:lnTo>
                    <a:pt x="153175" y="86665"/>
                  </a:lnTo>
                  <a:lnTo>
                    <a:pt x="136452" y="86665"/>
                  </a:lnTo>
                  <a:cubicBezTo>
                    <a:pt x="133250" y="122790"/>
                    <a:pt x="127557" y="144608"/>
                    <a:pt x="80589" y="144608"/>
                  </a:cubicBezTo>
                  <a:lnTo>
                    <a:pt x="49990" y="144608"/>
                  </a:lnTo>
                  <a:lnTo>
                    <a:pt x="148549" y="15487"/>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1" name="Freeform: Shape 100">
              <a:extLst>
                <a:ext uri="{FF2B5EF4-FFF2-40B4-BE49-F238E27FC236}">
                  <a16:creationId xmlns:a16="http://schemas.microsoft.com/office/drawing/2014/main" id="{074566E8-23C4-3DDE-38B0-91B51DA4C595}"/>
                </a:ext>
              </a:extLst>
            </p:cNvPr>
            <p:cNvSpPr/>
            <p:nvPr/>
          </p:nvSpPr>
          <p:spPr>
            <a:xfrm>
              <a:off x="3018825" y="4909320"/>
              <a:ext cx="64757" cy="250124"/>
            </a:xfrm>
            <a:custGeom>
              <a:avLst/>
              <a:gdLst>
                <a:gd name="connsiteX0" fmla="*/ 59957 w 64757"/>
                <a:gd name="connsiteY0" fmla="*/ 102 h 250124"/>
                <a:gd name="connsiteX1" fmla="*/ 181 w 64757"/>
                <a:gd name="connsiteY1" fmla="*/ 125039 h 250124"/>
                <a:gd name="connsiteX2" fmla="*/ 59957 w 64757"/>
                <a:gd name="connsiteY2" fmla="*/ 250227 h 250124"/>
                <a:gd name="connsiteX3" fmla="*/ 64939 w 64757"/>
                <a:gd name="connsiteY3" fmla="*/ 247222 h 250124"/>
                <a:gd name="connsiteX4" fmla="*/ 62448 w 64757"/>
                <a:gd name="connsiteY4" fmla="*/ 243467 h 250124"/>
                <a:gd name="connsiteX5" fmla="*/ 17118 w 64757"/>
                <a:gd name="connsiteY5" fmla="*/ 125290 h 250124"/>
                <a:gd name="connsiteX6" fmla="*/ 63195 w 64757"/>
                <a:gd name="connsiteY6" fmla="*/ 6111 h 250124"/>
                <a:gd name="connsiteX7" fmla="*/ 64939 w 64757"/>
                <a:gd name="connsiteY7" fmla="*/ 3107 h 250124"/>
                <a:gd name="connsiteX8" fmla="*/ 59957 w 64757"/>
                <a:gd name="connsiteY8"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57" h="250124">
                  <a:moveTo>
                    <a:pt x="59957" y="102"/>
                  </a:moveTo>
                  <a:cubicBezTo>
                    <a:pt x="12634" y="33653"/>
                    <a:pt x="181" y="86732"/>
                    <a:pt x="181" y="125039"/>
                  </a:cubicBezTo>
                  <a:cubicBezTo>
                    <a:pt x="181" y="160342"/>
                    <a:pt x="10642" y="215174"/>
                    <a:pt x="59957" y="250227"/>
                  </a:cubicBezTo>
                  <a:cubicBezTo>
                    <a:pt x="61950" y="250227"/>
                    <a:pt x="64939" y="250227"/>
                    <a:pt x="64939" y="247222"/>
                  </a:cubicBezTo>
                  <a:cubicBezTo>
                    <a:pt x="64939" y="245720"/>
                    <a:pt x="64191" y="245219"/>
                    <a:pt x="62448" y="243467"/>
                  </a:cubicBezTo>
                  <a:cubicBezTo>
                    <a:pt x="29322" y="213422"/>
                    <a:pt x="17118" y="170858"/>
                    <a:pt x="17118" y="125290"/>
                  </a:cubicBezTo>
                  <a:cubicBezTo>
                    <a:pt x="17118" y="57689"/>
                    <a:pt x="42772" y="24639"/>
                    <a:pt x="63195" y="6111"/>
                  </a:cubicBezTo>
                  <a:cubicBezTo>
                    <a:pt x="64191" y="5110"/>
                    <a:pt x="64939" y="4359"/>
                    <a:pt x="64939" y="3107"/>
                  </a:cubicBezTo>
                  <a:cubicBezTo>
                    <a:pt x="64939" y="102"/>
                    <a:pt x="61950" y="102"/>
                    <a:pt x="59957"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2" name="Freeform: Shape 101">
              <a:extLst>
                <a:ext uri="{FF2B5EF4-FFF2-40B4-BE49-F238E27FC236}">
                  <a16:creationId xmlns:a16="http://schemas.microsoft.com/office/drawing/2014/main" id="{A3B24F1E-239D-FE3B-CD3C-E6E619B5879D}"/>
                </a:ext>
              </a:extLst>
            </p:cNvPr>
            <p:cNvSpPr/>
            <p:nvPr/>
          </p:nvSpPr>
          <p:spPr>
            <a:xfrm>
              <a:off x="3117065" y="4930852"/>
              <a:ext cx="110088" cy="166248"/>
            </a:xfrm>
            <a:custGeom>
              <a:avLst/>
              <a:gdLst>
                <a:gd name="connsiteX0" fmla="*/ 110272 w 110088"/>
                <a:gd name="connsiteY0" fmla="*/ 120783 h 166248"/>
                <a:gd name="connsiteX1" fmla="*/ 101804 w 110088"/>
                <a:gd name="connsiteY1" fmla="*/ 120783 h 166248"/>
                <a:gd name="connsiteX2" fmla="*/ 95328 w 110088"/>
                <a:gd name="connsiteY2" fmla="*/ 143567 h 166248"/>
                <a:gd name="connsiteX3" fmla="*/ 70670 w 110088"/>
                <a:gd name="connsiteY3" fmla="*/ 145069 h 166248"/>
                <a:gd name="connsiteX4" fmla="*/ 24842 w 110088"/>
                <a:gd name="connsiteY4" fmla="*/ 145069 h 166248"/>
                <a:gd name="connsiteX5" fmla="*/ 74656 w 110088"/>
                <a:gd name="connsiteY5" fmla="*/ 103006 h 166248"/>
                <a:gd name="connsiteX6" fmla="*/ 110272 w 110088"/>
                <a:gd name="connsiteY6" fmla="*/ 48926 h 166248"/>
                <a:gd name="connsiteX7" fmla="*/ 51990 w 110088"/>
                <a:gd name="connsiteY7" fmla="*/ 102 h 166248"/>
                <a:gd name="connsiteX8" fmla="*/ 184 w 110088"/>
                <a:gd name="connsiteY8" fmla="*/ 44920 h 166248"/>
                <a:gd name="connsiteX9" fmla="*/ 13385 w 110088"/>
                <a:gd name="connsiteY9" fmla="*/ 58940 h 166248"/>
                <a:gd name="connsiteX10" fmla="*/ 26585 w 110088"/>
                <a:gd name="connsiteY10" fmla="*/ 45671 h 166248"/>
                <a:gd name="connsiteX11" fmla="*/ 11890 w 110088"/>
                <a:gd name="connsiteY11" fmla="*/ 32401 h 166248"/>
                <a:gd name="connsiteX12" fmla="*/ 48254 w 110088"/>
                <a:gd name="connsiteY12" fmla="*/ 9116 h 166248"/>
                <a:gd name="connsiteX13" fmla="*/ 86113 w 110088"/>
                <a:gd name="connsiteY13" fmla="*/ 48926 h 166248"/>
                <a:gd name="connsiteX14" fmla="*/ 62700 w 110088"/>
                <a:gd name="connsiteY14" fmla="*/ 96997 h 166248"/>
                <a:gd name="connsiteX15" fmla="*/ 2675 w 110088"/>
                <a:gd name="connsiteY15" fmla="*/ 156587 h 166248"/>
                <a:gd name="connsiteX16" fmla="*/ 184 w 110088"/>
                <a:gd name="connsiteY16" fmla="*/ 166351 h 166248"/>
                <a:gd name="connsiteX17" fmla="*/ 102800 w 110088"/>
                <a:gd name="connsiteY17" fmla="*/ 166351 h 166248"/>
                <a:gd name="connsiteX18" fmla="*/ 110272 w 110088"/>
                <a:gd name="connsiteY18" fmla="*/ 120783 h 16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0088" h="166248">
                  <a:moveTo>
                    <a:pt x="110272" y="120783"/>
                  </a:moveTo>
                  <a:lnTo>
                    <a:pt x="101804" y="120783"/>
                  </a:lnTo>
                  <a:cubicBezTo>
                    <a:pt x="101057" y="126291"/>
                    <a:pt x="98566" y="141063"/>
                    <a:pt x="95328" y="143567"/>
                  </a:cubicBezTo>
                  <a:cubicBezTo>
                    <a:pt x="93336" y="145069"/>
                    <a:pt x="74157" y="145069"/>
                    <a:pt x="70670" y="145069"/>
                  </a:cubicBezTo>
                  <a:lnTo>
                    <a:pt x="24842" y="145069"/>
                  </a:lnTo>
                  <a:cubicBezTo>
                    <a:pt x="50994" y="121785"/>
                    <a:pt x="59711" y="114774"/>
                    <a:pt x="74656" y="103006"/>
                  </a:cubicBezTo>
                  <a:cubicBezTo>
                    <a:pt x="93087" y="88234"/>
                    <a:pt x="110272" y="72711"/>
                    <a:pt x="110272" y="48926"/>
                  </a:cubicBezTo>
                  <a:cubicBezTo>
                    <a:pt x="110272" y="18630"/>
                    <a:pt x="83871" y="102"/>
                    <a:pt x="51990" y="102"/>
                  </a:cubicBezTo>
                  <a:cubicBezTo>
                    <a:pt x="21106" y="102"/>
                    <a:pt x="184" y="21885"/>
                    <a:pt x="184" y="44920"/>
                  </a:cubicBezTo>
                  <a:cubicBezTo>
                    <a:pt x="184" y="57689"/>
                    <a:pt x="10894" y="58940"/>
                    <a:pt x="13385" y="58940"/>
                  </a:cubicBezTo>
                  <a:cubicBezTo>
                    <a:pt x="19362" y="58940"/>
                    <a:pt x="26585" y="54684"/>
                    <a:pt x="26585" y="45671"/>
                  </a:cubicBezTo>
                  <a:cubicBezTo>
                    <a:pt x="26585" y="41164"/>
                    <a:pt x="24842" y="32401"/>
                    <a:pt x="11890" y="32401"/>
                  </a:cubicBezTo>
                  <a:cubicBezTo>
                    <a:pt x="19611" y="14624"/>
                    <a:pt x="36548" y="9116"/>
                    <a:pt x="48254" y="9116"/>
                  </a:cubicBezTo>
                  <a:cubicBezTo>
                    <a:pt x="73161" y="9116"/>
                    <a:pt x="86113" y="28645"/>
                    <a:pt x="86113" y="48926"/>
                  </a:cubicBezTo>
                  <a:cubicBezTo>
                    <a:pt x="86113" y="70708"/>
                    <a:pt x="70670" y="87984"/>
                    <a:pt x="62700" y="96997"/>
                  </a:cubicBezTo>
                  <a:lnTo>
                    <a:pt x="2675" y="156587"/>
                  </a:lnTo>
                  <a:cubicBezTo>
                    <a:pt x="184" y="158840"/>
                    <a:pt x="184" y="159341"/>
                    <a:pt x="184" y="166351"/>
                  </a:cubicBezTo>
                  <a:lnTo>
                    <a:pt x="102800" y="166351"/>
                  </a:lnTo>
                  <a:lnTo>
                    <a:pt x="110272" y="120783"/>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3" name="Freeform: Shape 102">
              <a:extLst>
                <a:ext uri="{FF2B5EF4-FFF2-40B4-BE49-F238E27FC236}">
                  <a16:creationId xmlns:a16="http://schemas.microsoft.com/office/drawing/2014/main" id="{7B5686FF-179D-B2DA-2272-CD92A1A0250C}"/>
                </a:ext>
              </a:extLst>
            </p:cNvPr>
            <p:cNvSpPr/>
            <p:nvPr/>
          </p:nvSpPr>
          <p:spPr>
            <a:xfrm>
              <a:off x="3260889" y="4909320"/>
              <a:ext cx="64508" cy="250124"/>
            </a:xfrm>
            <a:custGeom>
              <a:avLst/>
              <a:gdLst>
                <a:gd name="connsiteX0" fmla="*/ 4920 w 64508"/>
                <a:gd name="connsiteY0" fmla="*/ 102 h 250124"/>
                <a:gd name="connsiteX1" fmla="*/ 188 w 64508"/>
                <a:gd name="connsiteY1" fmla="*/ 3107 h 250124"/>
                <a:gd name="connsiteX2" fmla="*/ 2430 w 64508"/>
                <a:gd name="connsiteY2" fmla="*/ 6863 h 250124"/>
                <a:gd name="connsiteX3" fmla="*/ 47760 w 64508"/>
                <a:gd name="connsiteY3" fmla="*/ 125039 h 250124"/>
                <a:gd name="connsiteX4" fmla="*/ 4671 w 64508"/>
                <a:gd name="connsiteY4" fmla="*/ 241464 h 250124"/>
                <a:gd name="connsiteX5" fmla="*/ 188 w 64508"/>
                <a:gd name="connsiteY5" fmla="*/ 247222 h 250124"/>
                <a:gd name="connsiteX6" fmla="*/ 3426 w 64508"/>
                <a:gd name="connsiteY6" fmla="*/ 250227 h 250124"/>
                <a:gd name="connsiteX7" fmla="*/ 46515 w 64508"/>
                <a:gd name="connsiteY7" fmla="*/ 202405 h 250124"/>
                <a:gd name="connsiteX8" fmla="*/ 64697 w 64508"/>
                <a:gd name="connsiteY8" fmla="*/ 125290 h 250124"/>
                <a:gd name="connsiteX9" fmla="*/ 4920 w 64508"/>
                <a:gd name="connsiteY9"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08" h="250124">
                  <a:moveTo>
                    <a:pt x="4920" y="102"/>
                  </a:moveTo>
                  <a:cubicBezTo>
                    <a:pt x="3177" y="102"/>
                    <a:pt x="188" y="102"/>
                    <a:pt x="188" y="3107"/>
                  </a:cubicBezTo>
                  <a:cubicBezTo>
                    <a:pt x="188" y="4359"/>
                    <a:pt x="935" y="5110"/>
                    <a:pt x="2430" y="6863"/>
                  </a:cubicBezTo>
                  <a:cubicBezTo>
                    <a:pt x="23850" y="26642"/>
                    <a:pt x="47760" y="60443"/>
                    <a:pt x="47760" y="125039"/>
                  </a:cubicBezTo>
                  <a:cubicBezTo>
                    <a:pt x="47760" y="177368"/>
                    <a:pt x="31571" y="216927"/>
                    <a:pt x="4671" y="241464"/>
                  </a:cubicBezTo>
                  <a:cubicBezTo>
                    <a:pt x="437" y="245720"/>
                    <a:pt x="188" y="245970"/>
                    <a:pt x="188" y="247222"/>
                  </a:cubicBezTo>
                  <a:cubicBezTo>
                    <a:pt x="188" y="248474"/>
                    <a:pt x="935" y="250227"/>
                    <a:pt x="3426" y="250227"/>
                  </a:cubicBezTo>
                  <a:cubicBezTo>
                    <a:pt x="6415" y="250227"/>
                    <a:pt x="30076" y="233702"/>
                    <a:pt x="46515" y="202405"/>
                  </a:cubicBezTo>
                  <a:cubicBezTo>
                    <a:pt x="57474" y="181624"/>
                    <a:pt x="64697" y="154584"/>
                    <a:pt x="64697" y="125290"/>
                  </a:cubicBezTo>
                  <a:cubicBezTo>
                    <a:pt x="64697" y="89987"/>
                    <a:pt x="54236" y="35155"/>
                    <a:pt x="4920"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4" name="Freeform: Shape 103">
              <a:extLst>
                <a:ext uri="{FF2B5EF4-FFF2-40B4-BE49-F238E27FC236}">
                  <a16:creationId xmlns:a16="http://schemas.microsoft.com/office/drawing/2014/main" id="{6C62525C-AEC0-07F2-5BC1-BD0288CFBA18}"/>
                </a:ext>
              </a:extLst>
            </p:cNvPr>
            <p:cNvSpPr/>
            <p:nvPr/>
          </p:nvSpPr>
          <p:spPr>
            <a:xfrm>
              <a:off x="3490947" y="5113516"/>
              <a:ext cx="236614" cy="83696"/>
            </a:xfrm>
            <a:custGeom>
              <a:avLst/>
              <a:gdLst>
                <a:gd name="connsiteX0" fmla="*/ 224712 w 236614"/>
                <a:gd name="connsiteY0" fmla="*/ 14414 h 83696"/>
                <a:gd name="connsiteX1" fmla="*/ 236809 w 236614"/>
                <a:gd name="connsiteY1" fmla="*/ 7260 h 83696"/>
                <a:gd name="connsiteX2" fmla="*/ 225067 w 236614"/>
                <a:gd name="connsiteY2" fmla="*/ 107 h 83696"/>
                <a:gd name="connsiteX3" fmla="*/ 11936 w 236614"/>
                <a:gd name="connsiteY3" fmla="*/ 107 h 83696"/>
                <a:gd name="connsiteX4" fmla="*/ 194 w 236614"/>
                <a:gd name="connsiteY4" fmla="*/ 7260 h 83696"/>
                <a:gd name="connsiteX5" fmla="*/ 12292 w 236614"/>
                <a:gd name="connsiteY5" fmla="*/ 14414 h 83696"/>
                <a:gd name="connsiteX6" fmla="*/ 224712 w 236614"/>
                <a:gd name="connsiteY6" fmla="*/ 14414 h 83696"/>
                <a:gd name="connsiteX7" fmla="*/ 225067 w 236614"/>
                <a:gd name="connsiteY7" fmla="*/ 83803 h 83696"/>
                <a:gd name="connsiteX8" fmla="*/ 236809 w 236614"/>
                <a:gd name="connsiteY8" fmla="*/ 76650 h 83696"/>
                <a:gd name="connsiteX9" fmla="*/ 224712 w 236614"/>
                <a:gd name="connsiteY9" fmla="*/ 69496 h 83696"/>
                <a:gd name="connsiteX10" fmla="*/ 12292 w 236614"/>
                <a:gd name="connsiteY10" fmla="*/ 69496 h 83696"/>
                <a:gd name="connsiteX11" fmla="*/ 194 w 236614"/>
                <a:gd name="connsiteY11" fmla="*/ 76650 h 83696"/>
                <a:gd name="connsiteX12" fmla="*/ 11936 w 236614"/>
                <a:gd name="connsiteY12" fmla="*/ 83803 h 83696"/>
                <a:gd name="connsiteX13" fmla="*/ 225067 w 236614"/>
                <a:gd name="connsiteY13" fmla="*/ 83803 h 83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6614" h="83696">
                  <a:moveTo>
                    <a:pt x="224712" y="14414"/>
                  </a:moveTo>
                  <a:cubicBezTo>
                    <a:pt x="230049" y="14414"/>
                    <a:pt x="236809" y="14414"/>
                    <a:pt x="236809" y="7260"/>
                  </a:cubicBezTo>
                  <a:cubicBezTo>
                    <a:pt x="236809" y="107"/>
                    <a:pt x="230049" y="107"/>
                    <a:pt x="225067" y="107"/>
                  </a:cubicBezTo>
                  <a:lnTo>
                    <a:pt x="11936" y="107"/>
                  </a:lnTo>
                  <a:cubicBezTo>
                    <a:pt x="6955" y="107"/>
                    <a:pt x="194" y="107"/>
                    <a:pt x="194" y="7260"/>
                  </a:cubicBezTo>
                  <a:cubicBezTo>
                    <a:pt x="194" y="14414"/>
                    <a:pt x="6955" y="14414"/>
                    <a:pt x="12292" y="14414"/>
                  </a:cubicBezTo>
                  <a:lnTo>
                    <a:pt x="224712" y="14414"/>
                  </a:lnTo>
                  <a:close/>
                  <a:moveTo>
                    <a:pt x="225067" y="83803"/>
                  </a:moveTo>
                  <a:cubicBezTo>
                    <a:pt x="230049" y="83803"/>
                    <a:pt x="236809" y="83803"/>
                    <a:pt x="236809" y="76650"/>
                  </a:cubicBezTo>
                  <a:cubicBezTo>
                    <a:pt x="236809" y="69496"/>
                    <a:pt x="230049" y="69496"/>
                    <a:pt x="224712" y="69496"/>
                  </a:cubicBezTo>
                  <a:lnTo>
                    <a:pt x="12292" y="69496"/>
                  </a:lnTo>
                  <a:cubicBezTo>
                    <a:pt x="6955" y="69496"/>
                    <a:pt x="194" y="69496"/>
                    <a:pt x="194" y="76650"/>
                  </a:cubicBezTo>
                  <a:cubicBezTo>
                    <a:pt x="194" y="83803"/>
                    <a:pt x="6955" y="83803"/>
                    <a:pt x="11936" y="83803"/>
                  </a:cubicBezTo>
                  <a:lnTo>
                    <a:pt x="225067" y="83803"/>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5" name="Freeform: Shape 104">
              <a:extLst>
                <a:ext uri="{FF2B5EF4-FFF2-40B4-BE49-F238E27FC236}">
                  <a16:creationId xmlns:a16="http://schemas.microsoft.com/office/drawing/2014/main" id="{B5BBA80E-0F7B-6044-593B-2939B7A3B389}"/>
                </a:ext>
              </a:extLst>
            </p:cNvPr>
            <p:cNvSpPr/>
            <p:nvPr/>
          </p:nvSpPr>
          <p:spPr>
            <a:xfrm>
              <a:off x="3851936" y="5086690"/>
              <a:ext cx="163317" cy="231417"/>
            </a:xfrm>
            <a:custGeom>
              <a:avLst/>
              <a:gdLst>
                <a:gd name="connsiteX0" fmla="*/ 162455 w 163317"/>
                <a:gd name="connsiteY0" fmla="*/ 23356 h 231417"/>
                <a:gd name="connsiteX1" fmla="*/ 163523 w 163317"/>
                <a:gd name="connsiteY1" fmla="*/ 16917 h 231417"/>
                <a:gd name="connsiteX2" fmla="*/ 153204 w 163317"/>
                <a:gd name="connsiteY2" fmla="*/ 7260 h 231417"/>
                <a:gd name="connsiteX3" fmla="*/ 138616 w 163317"/>
                <a:gd name="connsiteY3" fmla="*/ 22640 h 231417"/>
                <a:gd name="connsiteX4" fmla="*/ 105525 w 163317"/>
                <a:gd name="connsiteY4" fmla="*/ 107 h 231417"/>
                <a:gd name="connsiteX5" fmla="*/ 20842 w 163317"/>
                <a:gd name="connsiteY5" fmla="*/ 101687 h 231417"/>
                <a:gd name="connsiteX6" fmla="*/ 68165 w 163317"/>
                <a:gd name="connsiteY6" fmla="*/ 158200 h 231417"/>
                <a:gd name="connsiteX7" fmla="*/ 109439 w 163317"/>
                <a:gd name="connsiteY7" fmla="*/ 137455 h 231417"/>
                <a:gd name="connsiteX8" fmla="*/ 109795 w 163317"/>
                <a:gd name="connsiteY8" fmla="*/ 137813 h 231417"/>
                <a:gd name="connsiteX9" fmla="*/ 98053 w 163317"/>
                <a:gd name="connsiteY9" fmla="*/ 185026 h 231417"/>
                <a:gd name="connsiteX10" fmla="*/ 46816 w 163317"/>
                <a:gd name="connsiteY10" fmla="*/ 223655 h 231417"/>
                <a:gd name="connsiteX11" fmla="*/ 18351 w 163317"/>
                <a:gd name="connsiteY11" fmla="*/ 220079 h 231417"/>
                <a:gd name="connsiteX12" fmla="*/ 32940 w 163317"/>
                <a:gd name="connsiteY12" fmla="*/ 201479 h 231417"/>
                <a:gd name="connsiteX13" fmla="*/ 19419 w 163317"/>
                <a:gd name="connsiteY13" fmla="*/ 188961 h 231417"/>
                <a:gd name="connsiteX14" fmla="*/ 205 w 163317"/>
                <a:gd name="connsiteY14" fmla="*/ 209706 h 231417"/>
                <a:gd name="connsiteX15" fmla="*/ 47528 w 163317"/>
                <a:gd name="connsiteY15" fmla="*/ 231524 h 231417"/>
                <a:gd name="connsiteX16" fmla="*/ 122960 w 163317"/>
                <a:gd name="connsiteY16" fmla="*/ 182165 h 231417"/>
                <a:gd name="connsiteX17" fmla="*/ 162455 w 163317"/>
                <a:gd name="connsiteY17" fmla="*/ 23356 h 231417"/>
                <a:gd name="connsiteX18" fmla="*/ 116200 w 163317"/>
                <a:gd name="connsiteY18" fmla="*/ 112417 h 231417"/>
                <a:gd name="connsiteX19" fmla="*/ 98053 w 163317"/>
                <a:gd name="connsiteY19" fmla="*/ 137455 h 231417"/>
                <a:gd name="connsiteX20" fmla="*/ 69232 w 163317"/>
                <a:gd name="connsiteY20" fmla="*/ 150331 h 231417"/>
                <a:gd name="connsiteX21" fmla="*/ 46105 w 163317"/>
                <a:gd name="connsiteY21" fmla="*/ 117425 h 231417"/>
                <a:gd name="connsiteX22" fmla="*/ 66030 w 163317"/>
                <a:gd name="connsiteY22" fmla="*/ 39809 h 231417"/>
                <a:gd name="connsiteX23" fmla="*/ 105881 w 163317"/>
                <a:gd name="connsiteY23" fmla="*/ 7976 h 231417"/>
                <a:gd name="connsiteX24" fmla="*/ 134346 w 163317"/>
                <a:gd name="connsiteY24" fmla="*/ 38736 h 231417"/>
                <a:gd name="connsiteX25" fmla="*/ 133279 w 163317"/>
                <a:gd name="connsiteY25" fmla="*/ 44101 h 231417"/>
                <a:gd name="connsiteX26" fmla="*/ 116200 w 163317"/>
                <a:gd name="connsiteY26" fmla="*/ 112417 h 231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3317" h="231417">
                  <a:moveTo>
                    <a:pt x="162455" y="23356"/>
                  </a:moveTo>
                  <a:cubicBezTo>
                    <a:pt x="162811" y="21210"/>
                    <a:pt x="163523" y="19421"/>
                    <a:pt x="163523" y="16917"/>
                  </a:cubicBezTo>
                  <a:cubicBezTo>
                    <a:pt x="163523" y="10837"/>
                    <a:pt x="159253" y="7260"/>
                    <a:pt x="153204" y="7260"/>
                  </a:cubicBezTo>
                  <a:cubicBezTo>
                    <a:pt x="149646" y="7260"/>
                    <a:pt x="140039" y="9764"/>
                    <a:pt x="138616" y="22640"/>
                  </a:cubicBezTo>
                  <a:cubicBezTo>
                    <a:pt x="132211" y="9406"/>
                    <a:pt x="119758" y="107"/>
                    <a:pt x="105525" y="107"/>
                  </a:cubicBezTo>
                  <a:cubicBezTo>
                    <a:pt x="64963" y="107"/>
                    <a:pt x="20842" y="50182"/>
                    <a:pt x="20842" y="101687"/>
                  </a:cubicBezTo>
                  <a:cubicBezTo>
                    <a:pt x="20842" y="137097"/>
                    <a:pt x="42547" y="158200"/>
                    <a:pt x="68165" y="158200"/>
                  </a:cubicBezTo>
                  <a:cubicBezTo>
                    <a:pt x="89158" y="158200"/>
                    <a:pt x="105881" y="141389"/>
                    <a:pt x="109439" y="137455"/>
                  </a:cubicBezTo>
                  <a:lnTo>
                    <a:pt x="109795" y="137813"/>
                  </a:lnTo>
                  <a:cubicBezTo>
                    <a:pt x="102323" y="169646"/>
                    <a:pt x="98053" y="184311"/>
                    <a:pt x="98053" y="185026"/>
                  </a:cubicBezTo>
                  <a:cubicBezTo>
                    <a:pt x="96630" y="188245"/>
                    <a:pt x="84532" y="223655"/>
                    <a:pt x="46816" y="223655"/>
                  </a:cubicBezTo>
                  <a:cubicBezTo>
                    <a:pt x="40056" y="223655"/>
                    <a:pt x="28314" y="223298"/>
                    <a:pt x="18351" y="220079"/>
                  </a:cubicBezTo>
                  <a:cubicBezTo>
                    <a:pt x="29026" y="216859"/>
                    <a:pt x="32940" y="207560"/>
                    <a:pt x="32940" y="201479"/>
                  </a:cubicBezTo>
                  <a:cubicBezTo>
                    <a:pt x="32940" y="195756"/>
                    <a:pt x="29026" y="188961"/>
                    <a:pt x="19419" y="188961"/>
                  </a:cubicBezTo>
                  <a:cubicBezTo>
                    <a:pt x="11591" y="188961"/>
                    <a:pt x="205" y="195399"/>
                    <a:pt x="205" y="209706"/>
                  </a:cubicBezTo>
                  <a:cubicBezTo>
                    <a:pt x="205" y="224371"/>
                    <a:pt x="13370" y="231524"/>
                    <a:pt x="47528" y="231524"/>
                  </a:cubicBezTo>
                  <a:cubicBezTo>
                    <a:pt x="92004" y="231524"/>
                    <a:pt x="117623" y="203625"/>
                    <a:pt x="122960" y="182165"/>
                  </a:cubicBezTo>
                  <a:lnTo>
                    <a:pt x="162455" y="23356"/>
                  </a:lnTo>
                  <a:close/>
                  <a:moveTo>
                    <a:pt x="116200" y="112417"/>
                  </a:moveTo>
                  <a:cubicBezTo>
                    <a:pt x="114065" y="121717"/>
                    <a:pt x="105881" y="130659"/>
                    <a:pt x="98053" y="137455"/>
                  </a:cubicBezTo>
                  <a:cubicBezTo>
                    <a:pt x="90581" y="143893"/>
                    <a:pt x="79551" y="150331"/>
                    <a:pt x="69232" y="150331"/>
                  </a:cubicBezTo>
                  <a:cubicBezTo>
                    <a:pt x="51442" y="150331"/>
                    <a:pt x="46105" y="131732"/>
                    <a:pt x="46105" y="117425"/>
                  </a:cubicBezTo>
                  <a:cubicBezTo>
                    <a:pt x="46105" y="100256"/>
                    <a:pt x="56423" y="58050"/>
                    <a:pt x="66030" y="39809"/>
                  </a:cubicBezTo>
                  <a:cubicBezTo>
                    <a:pt x="75637" y="22283"/>
                    <a:pt x="90937" y="7976"/>
                    <a:pt x="105881" y="7976"/>
                  </a:cubicBezTo>
                  <a:cubicBezTo>
                    <a:pt x="129365" y="7976"/>
                    <a:pt x="134346" y="36947"/>
                    <a:pt x="134346" y="38736"/>
                  </a:cubicBezTo>
                  <a:cubicBezTo>
                    <a:pt x="134346" y="40524"/>
                    <a:pt x="133634" y="42670"/>
                    <a:pt x="133279" y="44101"/>
                  </a:cubicBezTo>
                  <a:lnTo>
                    <a:pt x="116200" y="112417"/>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6" name="Freeform: Shape 105">
              <a:extLst>
                <a:ext uri="{FF2B5EF4-FFF2-40B4-BE49-F238E27FC236}">
                  <a16:creationId xmlns:a16="http://schemas.microsoft.com/office/drawing/2014/main" id="{5BB82F30-8EC4-75C2-773F-D8CB46A91FDE}"/>
                </a:ext>
              </a:extLst>
            </p:cNvPr>
            <p:cNvSpPr/>
            <p:nvPr/>
          </p:nvSpPr>
          <p:spPr>
            <a:xfrm>
              <a:off x="4152422" y="4833450"/>
              <a:ext cx="135208" cy="643462"/>
            </a:xfrm>
            <a:custGeom>
              <a:avLst/>
              <a:gdLst>
                <a:gd name="connsiteX0" fmla="*/ 119409 w 135208"/>
                <a:gd name="connsiteY0" fmla="*/ 639624 h 643462"/>
                <a:gd name="connsiteX1" fmla="*/ 123678 w 135208"/>
                <a:gd name="connsiteY1" fmla="*/ 643558 h 643462"/>
                <a:gd name="connsiteX2" fmla="*/ 131506 w 135208"/>
                <a:gd name="connsiteY2" fmla="*/ 643558 h 643462"/>
                <a:gd name="connsiteX3" fmla="*/ 135420 w 135208"/>
                <a:gd name="connsiteY3" fmla="*/ 639981 h 643462"/>
                <a:gd name="connsiteX4" fmla="*/ 133997 w 135208"/>
                <a:gd name="connsiteY4" fmla="*/ 636762 h 643462"/>
                <a:gd name="connsiteX5" fmla="*/ 79914 w 135208"/>
                <a:gd name="connsiteY5" fmla="*/ 564869 h 643462"/>
                <a:gd name="connsiteX6" fmla="*/ 27253 w 135208"/>
                <a:gd name="connsiteY6" fmla="*/ 322006 h 643462"/>
                <a:gd name="connsiteX7" fmla="*/ 134353 w 135208"/>
                <a:gd name="connsiteY7" fmla="*/ 6534 h 643462"/>
                <a:gd name="connsiteX8" fmla="*/ 135420 w 135208"/>
                <a:gd name="connsiteY8" fmla="*/ 3672 h 643462"/>
                <a:gd name="connsiteX9" fmla="*/ 128660 w 135208"/>
                <a:gd name="connsiteY9" fmla="*/ 96 h 643462"/>
                <a:gd name="connsiteX10" fmla="*/ 120120 w 135208"/>
                <a:gd name="connsiteY10" fmla="*/ 2957 h 643462"/>
                <a:gd name="connsiteX11" fmla="*/ 23695 w 135208"/>
                <a:gd name="connsiteY11" fmla="*/ 157474 h 643462"/>
                <a:gd name="connsiteX12" fmla="*/ 212 w 135208"/>
                <a:gd name="connsiteY12" fmla="*/ 321648 h 643462"/>
                <a:gd name="connsiteX13" fmla="*/ 71374 w 135208"/>
                <a:gd name="connsiteY13" fmla="*/ 585257 h 643462"/>
                <a:gd name="connsiteX14" fmla="*/ 94146 w 135208"/>
                <a:gd name="connsiteY14" fmla="*/ 614229 h 643462"/>
                <a:gd name="connsiteX15" fmla="*/ 105532 w 135208"/>
                <a:gd name="connsiteY15" fmla="*/ 626747 h 643462"/>
                <a:gd name="connsiteX16" fmla="*/ 119409 w 135208"/>
                <a:gd name="connsiteY16" fmla="*/ 639624 h 643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5208" h="643462">
                  <a:moveTo>
                    <a:pt x="119409" y="639624"/>
                  </a:moveTo>
                  <a:cubicBezTo>
                    <a:pt x="120120" y="639981"/>
                    <a:pt x="123323" y="643558"/>
                    <a:pt x="123678" y="643558"/>
                  </a:cubicBezTo>
                  <a:lnTo>
                    <a:pt x="131506" y="643558"/>
                  </a:lnTo>
                  <a:cubicBezTo>
                    <a:pt x="132574" y="643558"/>
                    <a:pt x="135420" y="643200"/>
                    <a:pt x="135420" y="639981"/>
                  </a:cubicBezTo>
                  <a:cubicBezTo>
                    <a:pt x="135420" y="638551"/>
                    <a:pt x="134709" y="637835"/>
                    <a:pt x="133997" y="636762"/>
                  </a:cubicBezTo>
                  <a:cubicBezTo>
                    <a:pt x="121188" y="623886"/>
                    <a:pt x="101974" y="604214"/>
                    <a:pt x="79914" y="564869"/>
                  </a:cubicBezTo>
                  <a:cubicBezTo>
                    <a:pt x="41486" y="496195"/>
                    <a:pt x="27253" y="407848"/>
                    <a:pt x="27253" y="322006"/>
                  </a:cubicBezTo>
                  <a:cubicBezTo>
                    <a:pt x="27253" y="163197"/>
                    <a:pt x="72086" y="69843"/>
                    <a:pt x="134353" y="6534"/>
                  </a:cubicBezTo>
                  <a:cubicBezTo>
                    <a:pt x="135420" y="5461"/>
                    <a:pt x="135420" y="4388"/>
                    <a:pt x="135420" y="3672"/>
                  </a:cubicBezTo>
                  <a:cubicBezTo>
                    <a:pt x="135420" y="96"/>
                    <a:pt x="132930" y="96"/>
                    <a:pt x="128660" y="96"/>
                  </a:cubicBezTo>
                  <a:cubicBezTo>
                    <a:pt x="124034" y="96"/>
                    <a:pt x="123323" y="96"/>
                    <a:pt x="120120" y="2957"/>
                  </a:cubicBezTo>
                  <a:cubicBezTo>
                    <a:pt x="86318" y="32287"/>
                    <a:pt x="48246" y="82004"/>
                    <a:pt x="23695" y="157474"/>
                  </a:cubicBezTo>
                  <a:cubicBezTo>
                    <a:pt x="8395" y="204687"/>
                    <a:pt x="212" y="262274"/>
                    <a:pt x="212" y="321648"/>
                  </a:cubicBezTo>
                  <a:cubicBezTo>
                    <a:pt x="212" y="406418"/>
                    <a:pt x="15512" y="502275"/>
                    <a:pt x="71374" y="585257"/>
                  </a:cubicBezTo>
                  <a:cubicBezTo>
                    <a:pt x="80981" y="599206"/>
                    <a:pt x="94146" y="613871"/>
                    <a:pt x="94146" y="614229"/>
                  </a:cubicBezTo>
                  <a:cubicBezTo>
                    <a:pt x="97704" y="618521"/>
                    <a:pt x="102686" y="624244"/>
                    <a:pt x="105532" y="626747"/>
                  </a:cubicBezTo>
                  <a:lnTo>
                    <a:pt x="119409" y="639624"/>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7" name="Freeform: Shape 106">
              <a:extLst>
                <a:ext uri="{FF2B5EF4-FFF2-40B4-BE49-F238E27FC236}">
                  <a16:creationId xmlns:a16="http://schemas.microsoft.com/office/drawing/2014/main" id="{0C6AA92B-6C3F-5BCA-2DA8-9F24F9399462}"/>
                </a:ext>
              </a:extLst>
            </p:cNvPr>
            <p:cNvSpPr/>
            <p:nvPr/>
          </p:nvSpPr>
          <p:spPr>
            <a:xfrm>
              <a:off x="4309414" y="4999416"/>
              <a:ext cx="405625" cy="248228"/>
            </a:xfrm>
            <a:custGeom>
              <a:avLst/>
              <a:gdLst>
                <a:gd name="connsiteX0" fmla="*/ 372041 w 405625"/>
                <a:gd name="connsiteY0" fmla="*/ 25502 h 248228"/>
                <a:gd name="connsiteX1" fmla="*/ 385562 w 405625"/>
                <a:gd name="connsiteY1" fmla="*/ 17633 h 248228"/>
                <a:gd name="connsiteX2" fmla="*/ 405843 w 405625"/>
                <a:gd name="connsiteY2" fmla="*/ 16917 h 248228"/>
                <a:gd name="connsiteX3" fmla="*/ 405843 w 405625"/>
                <a:gd name="connsiteY3" fmla="*/ 107 h 248228"/>
                <a:gd name="connsiteX4" fmla="*/ 367771 w 405625"/>
                <a:gd name="connsiteY4" fmla="*/ 1180 h 248228"/>
                <a:gd name="connsiteX5" fmla="*/ 319381 w 405625"/>
                <a:gd name="connsiteY5" fmla="*/ 107 h 248228"/>
                <a:gd name="connsiteX6" fmla="*/ 319381 w 405625"/>
                <a:gd name="connsiteY6" fmla="*/ 16917 h 248228"/>
                <a:gd name="connsiteX7" fmla="*/ 355674 w 405625"/>
                <a:gd name="connsiteY7" fmla="*/ 20852 h 248228"/>
                <a:gd name="connsiteX8" fmla="*/ 294474 w 405625"/>
                <a:gd name="connsiteY8" fmla="*/ 180734 h 248228"/>
                <a:gd name="connsiteX9" fmla="*/ 231495 w 405625"/>
                <a:gd name="connsiteY9" fmla="*/ 16917 h 248228"/>
                <a:gd name="connsiteX10" fmla="*/ 265653 w 405625"/>
                <a:gd name="connsiteY10" fmla="*/ 16917 h 248228"/>
                <a:gd name="connsiteX11" fmla="*/ 265653 w 405625"/>
                <a:gd name="connsiteY11" fmla="*/ 107 h 248228"/>
                <a:gd name="connsiteX12" fmla="*/ 203386 w 405625"/>
                <a:gd name="connsiteY12" fmla="*/ 1180 h 248228"/>
                <a:gd name="connsiteX13" fmla="*/ 148947 w 405625"/>
                <a:gd name="connsiteY13" fmla="*/ 107 h 248228"/>
                <a:gd name="connsiteX14" fmla="*/ 148947 w 405625"/>
                <a:gd name="connsiteY14" fmla="*/ 16917 h 248228"/>
                <a:gd name="connsiteX15" fmla="*/ 179547 w 405625"/>
                <a:gd name="connsiteY15" fmla="*/ 16917 h 248228"/>
                <a:gd name="connsiteX16" fmla="*/ 194135 w 405625"/>
                <a:gd name="connsiteY16" fmla="*/ 54831 h 248228"/>
                <a:gd name="connsiteX17" fmla="*/ 145745 w 405625"/>
                <a:gd name="connsiteY17" fmla="*/ 180734 h 248228"/>
                <a:gd name="connsiteX18" fmla="*/ 82766 w 405625"/>
                <a:gd name="connsiteY18" fmla="*/ 16917 h 248228"/>
                <a:gd name="connsiteX19" fmla="*/ 116924 w 405625"/>
                <a:gd name="connsiteY19" fmla="*/ 16917 h 248228"/>
                <a:gd name="connsiteX20" fmla="*/ 116924 w 405625"/>
                <a:gd name="connsiteY20" fmla="*/ 107 h 248228"/>
                <a:gd name="connsiteX21" fmla="*/ 54657 w 405625"/>
                <a:gd name="connsiteY21" fmla="*/ 1180 h 248228"/>
                <a:gd name="connsiteX22" fmla="*/ 218 w 405625"/>
                <a:gd name="connsiteY22" fmla="*/ 107 h 248228"/>
                <a:gd name="connsiteX23" fmla="*/ 218 w 405625"/>
                <a:gd name="connsiteY23" fmla="*/ 16917 h 248228"/>
                <a:gd name="connsiteX24" fmla="*/ 30817 w 405625"/>
                <a:gd name="connsiteY24" fmla="*/ 16917 h 248228"/>
                <a:gd name="connsiteX25" fmla="*/ 116212 w 405625"/>
                <a:gd name="connsiteY25" fmla="*/ 239035 h 248228"/>
                <a:gd name="connsiteX26" fmla="*/ 128666 w 405625"/>
                <a:gd name="connsiteY26" fmla="*/ 248335 h 248228"/>
                <a:gd name="connsiteX27" fmla="*/ 141119 w 405625"/>
                <a:gd name="connsiteY27" fmla="*/ 239035 h 248228"/>
                <a:gd name="connsiteX28" fmla="*/ 203030 w 405625"/>
                <a:gd name="connsiteY28" fmla="*/ 78080 h 248228"/>
                <a:gd name="connsiteX29" fmla="*/ 264942 w 405625"/>
                <a:gd name="connsiteY29" fmla="*/ 239035 h 248228"/>
                <a:gd name="connsiteX30" fmla="*/ 277395 w 405625"/>
                <a:gd name="connsiteY30" fmla="*/ 248335 h 248228"/>
                <a:gd name="connsiteX31" fmla="*/ 289848 w 405625"/>
                <a:gd name="connsiteY31" fmla="*/ 239035 h 248228"/>
                <a:gd name="connsiteX32" fmla="*/ 372041 w 405625"/>
                <a:gd name="connsiteY32" fmla="*/ 25502 h 248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5625" h="248228">
                  <a:moveTo>
                    <a:pt x="372041" y="25502"/>
                  </a:moveTo>
                  <a:cubicBezTo>
                    <a:pt x="374176" y="19421"/>
                    <a:pt x="374532" y="18706"/>
                    <a:pt x="385562" y="17633"/>
                  </a:cubicBezTo>
                  <a:cubicBezTo>
                    <a:pt x="392678" y="16917"/>
                    <a:pt x="400150" y="16917"/>
                    <a:pt x="405843" y="16917"/>
                  </a:cubicBezTo>
                  <a:lnTo>
                    <a:pt x="405843" y="107"/>
                  </a:lnTo>
                  <a:cubicBezTo>
                    <a:pt x="396236" y="464"/>
                    <a:pt x="383783" y="1180"/>
                    <a:pt x="367771" y="1180"/>
                  </a:cubicBezTo>
                  <a:cubicBezTo>
                    <a:pt x="354250" y="1180"/>
                    <a:pt x="332190" y="1180"/>
                    <a:pt x="319381" y="107"/>
                  </a:cubicBezTo>
                  <a:lnTo>
                    <a:pt x="319381" y="16917"/>
                  </a:lnTo>
                  <a:cubicBezTo>
                    <a:pt x="328276" y="16917"/>
                    <a:pt x="345355" y="16917"/>
                    <a:pt x="355674" y="20852"/>
                  </a:cubicBezTo>
                  <a:lnTo>
                    <a:pt x="294474" y="180734"/>
                  </a:lnTo>
                  <a:lnTo>
                    <a:pt x="231495" y="16917"/>
                  </a:lnTo>
                  <a:lnTo>
                    <a:pt x="265653" y="16917"/>
                  </a:lnTo>
                  <a:lnTo>
                    <a:pt x="265653" y="107"/>
                  </a:lnTo>
                  <a:cubicBezTo>
                    <a:pt x="252132" y="1180"/>
                    <a:pt x="218686" y="1180"/>
                    <a:pt x="203386" y="1180"/>
                  </a:cubicBezTo>
                  <a:cubicBezTo>
                    <a:pt x="189510" y="1180"/>
                    <a:pt x="161400" y="1180"/>
                    <a:pt x="148947" y="107"/>
                  </a:cubicBezTo>
                  <a:lnTo>
                    <a:pt x="148947" y="16917"/>
                  </a:lnTo>
                  <a:lnTo>
                    <a:pt x="179547" y="16917"/>
                  </a:lnTo>
                  <a:lnTo>
                    <a:pt x="194135" y="54831"/>
                  </a:lnTo>
                  <a:lnTo>
                    <a:pt x="145745" y="180734"/>
                  </a:lnTo>
                  <a:lnTo>
                    <a:pt x="82766" y="16917"/>
                  </a:lnTo>
                  <a:lnTo>
                    <a:pt x="116924" y="16917"/>
                  </a:lnTo>
                  <a:lnTo>
                    <a:pt x="116924" y="107"/>
                  </a:lnTo>
                  <a:cubicBezTo>
                    <a:pt x="103403" y="1180"/>
                    <a:pt x="69957" y="1180"/>
                    <a:pt x="54657" y="1180"/>
                  </a:cubicBezTo>
                  <a:cubicBezTo>
                    <a:pt x="40780" y="1180"/>
                    <a:pt x="12671" y="1180"/>
                    <a:pt x="218" y="107"/>
                  </a:cubicBezTo>
                  <a:lnTo>
                    <a:pt x="218" y="16917"/>
                  </a:lnTo>
                  <a:lnTo>
                    <a:pt x="30817" y="16917"/>
                  </a:lnTo>
                  <a:lnTo>
                    <a:pt x="116212" y="239035"/>
                  </a:lnTo>
                  <a:cubicBezTo>
                    <a:pt x="118347" y="244758"/>
                    <a:pt x="119770" y="248335"/>
                    <a:pt x="128666" y="248335"/>
                  </a:cubicBezTo>
                  <a:cubicBezTo>
                    <a:pt x="137561" y="248335"/>
                    <a:pt x="138984" y="244758"/>
                    <a:pt x="141119" y="239035"/>
                  </a:cubicBezTo>
                  <a:lnTo>
                    <a:pt x="203030" y="78080"/>
                  </a:lnTo>
                  <a:lnTo>
                    <a:pt x="264942" y="239035"/>
                  </a:lnTo>
                  <a:cubicBezTo>
                    <a:pt x="267076" y="244758"/>
                    <a:pt x="268500" y="248335"/>
                    <a:pt x="277395" y="248335"/>
                  </a:cubicBezTo>
                  <a:cubicBezTo>
                    <a:pt x="286290" y="248335"/>
                    <a:pt x="287714" y="244758"/>
                    <a:pt x="289848" y="239035"/>
                  </a:cubicBezTo>
                  <a:lnTo>
                    <a:pt x="372041" y="25502"/>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8" name="Freeform: Shape 107">
              <a:extLst>
                <a:ext uri="{FF2B5EF4-FFF2-40B4-BE49-F238E27FC236}">
                  <a16:creationId xmlns:a16="http://schemas.microsoft.com/office/drawing/2014/main" id="{95F7AEE6-C4C4-E478-862C-BB69A66B9885}"/>
                </a:ext>
              </a:extLst>
            </p:cNvPr>
            <p:cNvSpPr/>
            <p:nvPr/>
          </p:nvSpPr>
          <p:spPr>
            <a:xfrm>
              <a:off x="4758220" y="4909320"/>
              <a:ext cx="64757" cy="250124"/>
            </a:xfrm>
            <a:custGeom>
              <a:avLst/>
              <a:gdLst>
                <a:gd name="connsiteX0" fmla="*/ 60006 w 64757"/>
                <a:gd name="connsiteY0" fmla="*/ 102 h 250124"/>
                <a:gd name="connsiteX1" fmla="*/ 230 w 64757"/>
                <a:gd name="connsiteY1" fmla="*/ 125039 h 250124"/>
                <a:gd name="connsiteX2" fmla="*/ 60006 w 64757"/>
                <a:gd name="connsiteY2" fmla="*/ 250227 h 250124"/>
                <a:gd name="connsiteX3" fmla="*/ 64987 w 64757"/>
                <a:gd name="connsiteY3" fmla="*/ 247222 h 250124"/>
                <a:gd name="connsiteX4" fmla="*/ 62497 w 64757"/>
                <a:gd name="connsiteY4" fmla="*/ 243467 h 250124"/>
                <a:gd name="connsiteX5" fmla="*/ 17166 w 64757"/>
                <a:gd name="connsiteY5" fmla="*/ 125290 h 250124"/>
                <a:gd name="connsiteX6" fmla="*/ 63244 w 64757"/>
                <a:gd name="connsiteY6" fmla="*/ 6111 h 250124"/>
                <a:gd name="connsiteX7" fmla="*/ 64987 w 64757"/>
                <a:gd name="connsiteY7" fmla="*/ 3107 h 250124"/>
                <a:gd name="connsiteX8" fmla="*/ 60006 w 64757"/>
                <a:gd name="connsiteY8"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57" h="250124">
                  <a:moveTo>
                    <a:pt x="60006" y="102"/>
                  </a:moveTo>
                  <a:cubicBezTo>
                    <a:pt x="12683" y="33653"/>
                    <a:pt x="230" y="86732"/>
                    <a:pt x="230" y="125039"/>
                  </a:cubicBezTo>
                  <a:cubicBezTo>
                    <a:pt x="230" y="160342"/>
                    <a:pt x="10691" y="215174"/>
                    <a:pt x="60006" y="250227"/>
                  </a:cubicBezTo>
                  <a:cubicBezTo>
                    <a:pt x="61999" y="250227"/>
                    <a:pt x="64987" y="250227"/>
                    <a:pt x="64987" y="247222"/>
                  </a:cubicBezTo>
                  <a:cubicBezTo>
                    <a:pt x="64987" y="245720"/>
                    <a:pt x="64240" y="245219"/>
                    <a:pt x="62497" y="243467"/>
                  </a:cubicBezTo>
                  <a:cubicBezTo>
                    <a:pt x="29371" y="213422"/>
                    <a:pt x="17166" y="170858"/>
                    <a:pt x="17166" y="125290"/>
                  </a:cubicBezTo>
                  <a:cubicBezTo>
                    <a:pt x="17166" y="57689"/>
                    <a:pt x="42820" y="24639"/>
                    <a:pt x="63244" y="6111"/>
                  </a:cubicBezTo>
                  <a:cubicBezTo>
                    <a:pt x="64240" y="5110"/>
                    <a:pt x="64987" y="4359"/>
                    <a:pt x="64987" y="3107"/>
                  </a:cubicBezTo>
                  <a:cubicBezTo>
                    <a:pt x="64987" y="102"/>
                    <a:pt x="61999" y="102"/>
                    <a:pt x="60006"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9" name="Freeform: Shape 108">
              <a:extLst>
                <a:ext uri="{FF2B5EF4-FFF2-40B4-BE49-F238E27FC236}">
                  <a16:creationId xmlns:a16="http://schemas.microsoft.com/office/drawing/2014/main" id="{C8B3905A-C71B-A0AE-F1D6-641AD218489A}"/>
                </a:ext>
              </a:extLst>
            </p:cNvPr>
            <p:cNvSpPr/>
            <p:nvPr/>
          </p:nvSpPr>
          <p:spPr>
            <a:xfrm>
              <a:off x="4867917" y="4930852"/>
              <a:ext cx="90660" cy="166248"/>
            </a:xfrm>
            <a:custGeom>
              <a:avLst/>
              <a:gdLst>
                <a:gd name="connsiteX0" fmla="*/ 56522 w 90660"/>
                <a:gd name="connsiteY0" fmla="*/ 7113 h 166248"/>
                <a:gd name="connsiteX1" fmla="*/ 49050 w 90660"/>
                <a:gd name="connsiteY1" fmla="*/ 102 h 166248"/>
                <a:gd name="connsiteX2" fmla="*/ 233 w 90660"/>
                <a:gd name="connsiteY2" fmla="*/ 16126 h 166248"/>
                <a:gd name="connsiteX3" fmla="*/ 233 w 90660"/>
                <a:gd name="connsiteY3" fmla="*/ 25140 h 166248"/>
                <a:gd name="connsiteX4" fmla="*/ 36348 w 90660"/>
                <a:gd name="connsiteY4" fmla="*/ 18129 h 166248"/>
                <a:gd name="connsiteX5" fmla="*/ 36348 w 90660"/>
                <a:gd name="connsiteY5" fmla="*/ 145820 h 166248"/>
                <a:gd name="connsiteX6" fmla="*/ 11441 w 90660"/>
                <a:gd name="connsiteY6" fmla="*/ 157338 h 166248"/>
                <a:gd name="connsiteX7" fmla="*/ 1976 w 90660"/>
                <a:gd name="connsiteY7" fmla="*/ 157338 h 166248"/>
                <a:gd name="connsiteX8" fmla="*/ 1976 w 90660"/>
                <a:gd name="connsiteY8" fmla="*/ 166351 h 166248"/>
                <a:gd name="connsiteX9" fmla="*/ 46310 w 90660"/>
                <a:gd name="connsiteY9" fmla="*/ 165350 h 166248"/>
                <a:gd name="connsiteX10" fmla="*/ 90894 w 90660"/>
                <a:gd name="connsiteY10" fmla="*/ 166351 h 166248"/>
                <a:gd name="connsiteX11" fmla="*/ 90894 w 90660"/>
                <a:gd name="connsiteY11" fmla="*/ 157338 h 166248"/>
                <a:gd name="connsiteX12" fmla="*/ 81429 w 90660"/>
                <a:gd name="connsiteY12" fmla="*/ 157338 h 166248"/>
                <a:gd name="connsiteX13" fmla="*/ 56522 w 90660"/>
                <a:gd name="connsiteY13" fmla="*/ 145820 h 166248"/>
                <a:gd name="connsiteX14" fmla="*/ 56522 w 90660"/>
                <a:gd name="connsiteY14" fmla="*/ 7113 h 16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660" h="166248">
                  <a:moveTo>
                    <a:pt x="56522" y="7113"/>
                  </a:moveTo>
                  <a:cubicBezTo>
                    <a:pt x="56522" y="353"/>
                    <a:pt x="56024" y="102"/>
                    <a:pt x="49050" y="102"/>
                  </a:cubicBezTo>
                  <a:cubicBezTo>
                    <a:pt x="33110" y="15876"/>
                    <a:pt x="10445" y="16126"/>
                    <a:pt x="233" y="16126"/>
                  </a:cubicBezTo>
                  <a:lnTo>
                    <a:pt x="233" y="25140"/>
                  </a:lnTo>
                  <a:cubicBezTo>
                    <a:pt x="6210" y="25140"/>
                    <a:pt x="22649" y="25140"/>
                    <a:pt x="36348" y="18129"/>
                  </a:cubicBezTo>
                  <a:lnTo>
                    <a:pt x="36348" y="145820"/>
                  </a:lnTo>
                  <a:cubicBezTo>
                    <a:pt x="36348" y="154083"/>
                    <a:pt x="36348" y="157338"/>
                    <a:pt x="11441" y="157338"/>
                  </a:cubicBezTo>
                  <a:lnTo>
                    <a:pt x="1976" y="157338"/>
                  </a:lnTo>
                  <a:lnTo>
                    <a:pt x="1976" y="166351"/>
                  </a:lnTo>
                  <a:cubicBezTo>
                    <a:pt x="6460" y="166101"/>
                    <a:pt x="37095" y="165350"/>
                    <a:pt x="46310" y="165350"/>
                  </a:cubicBezTo>
                  <a:cubicBezTo>
                    <a:pt x="54032" y="165350"/>
                    <a:pt x="85414" y="166101"/>
                    <a:pt x="90894" y="166351"/>
                  </a:cubicBezTo>
                  <a:lnTo>
                    <a:pt x="90894" y="157338"/>
                  </a:lnTo>
                  <a:lnTo>
                    <a:pt x="81429" y="157338"/>
                  </a:lnTo>
                  <a:cubicBezTo>
                    <a:pt x="56522" y="157338"/>
                    <a:pt x="56522" y="154083"/>
                    <a:pt x="56522" y="145820"/>
                  </a:cubicBezTo>
                  <a:lnTo>
                    <a:pt x="56522" y="7113"/>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0" name="Freeform: Shape 109">
              <a:extLst>
                <a:ext uri="{FF2B5EF4-FFF2-40B4-BE49-F238E27FC236}">
                  <a16:creationId xmlns:a16="http://schemas.microsoft.com/office/drawing/2014/main" id="{B5A3328C-7FB2-D487-BDD3-5A8A93B84CC2}"/>
                </a:ext>
              </a:extLst>
            </p:cNvPr>
            <p:cNvSpPr/>
            <p:nvPr/>
          </p:nvSpPr>
          <p:spPr>
            <a:xfrm>
              <a:off x="5000284" y="4909320"/>
              <a:ext cx="64508" cy="250124"/>
            </a:xfrm>
            <a:custGeom>
              <a:avLst/>
              <a:gdLst>
                <a:gd name="connsiteX0" fmla="*/ 4969 w 64508"/>
                <a:gd name="connsiteY0" fmla="*/ 102 h 250124"/>
                <a:gd name="connsiteX1" fmla="*/ 237 w 64508"/>
                <a:gd name="connsiteY1" fmla="*/ 3107 h 250124"/>
                <a:gd name="connsiteX2" fmla="*/ 2478 w 64508"/>
                <a:gd name="connsiteY2" fmla="*/ 6863 h 250124"/>
                <a:gd name="connsiteX3" fmla="*/ 47809 w 64508"/>
                <a:gd name="connsiteY3" fmla="*/ 125039 h 250124"/>
                <a:gd name="connsiteX4" fmla="*/ 4720 w 64508"/>
                <a:gd name="connsiteY4" fmla="*/ 241464 h 250124"/>
                <a:gd name="connsiteX5" fmla="*/ 237 w 64508"/>
                <a:gd name="connsiteY5" fmla="*/ 247222 h 250124"/>
                <a:gd name="connsiteX6" fmla="*/ 3475 w 64508"/>
                <a:gd name="connsiteY6" fmla="*/ 250227 h 250124"/>
                <a:gd name="connsiteX7" fmla="*/ 46563 w 64508"/>
                <a:gd name="connsiteY7" fmla="*/ 202405 h 250124"/>
                <a:gd name="connsiteX8" fmla="*/ 64745 w 64508"/>
                <a:gd name="connsiteY8" fmla="*/ 125290 h 250124"/>
                <a:gd name="connsiteX9" fmla="*/ 4969 w 64508"/>
                <a:gd name="connsiteY9"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08" h="250124">
                  <a:moveTo>
                    <a:pt x="4969" y="102"/>
                  </a:moveTo>
                  <a:cubicBezTo>
                    <a:pt x="3226" y="102"/>
                    <a:pt x="237" y="102"/>
                    <a:pt x="237" y="3107"/>
                  </a:cubicBezTo>
                  <a:cubicBezTo>
                    <a:pt x="237" y="4359"/>
                    <a:pt x="984" y="5110"/>
                    <a:pt x="2478" y="6863"/>
                  </a:cubicBezTo>
                  <a:cubicBezTo>
                    <a:pt x="23898" y="26642"/>
                    <a:pt x="47809" y="60443"/>
                    <a:pt x="47809" y="125039"/>
                  </a:cubicBezTo>
                  <a:cubicBezTo>
                    <a:pt x="47809" y="177368"/>
                    <a:pt x="31619" y="216927"/>
                    <a:pt x="4720" y="241464"/>
                  </a:cubicBezTo>
                  <a:cubicBezTo>
                    <a:pt x="486" y="245720"/>
                    <a:pt x="237" y="245970"/>
                    <a:pt x="237" y="247222"/>
                  </a:cubicBezTo>
                  <a:cubicBezTo>
                    <a:pt x="237" y="248474"/>
                    <a:pt x="984" y="250227"/>
                    <a:pt x="3475" y="250227"/>
                  </a:cubicBezTo>
                  <a:cubicBezTo>
                    <a:pt x="6463" y="250227"/>
                    <a:pt x="30125" y="233702"/>
                    <a:pt x="46563" y="202405"/>
                  </a:cubicBezTo>
                  <a:cubicBezTo>
                    <a:pt x="57522" y="181624"/>
                    <a:pt x="64745" y="154584"/>
                    <a:pt x="64745" y="125290"/>
                  </a:cubicBezTo>
                  <a:cubicBezTo>
                    <a:pt x="64745" y="89987"/>
                    <a:pt x="54285" y="35155"/>
                    <a:pt x="4969"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1" name="Freeform: Shape 110">
              <a:extLst>
                <a:ext uri="{FF2B5EF4-FFF2-40B4-BE49-F238E27FC236}">
                  <a16:creationId xmlns:a16="http://schemas.microsoft.com/office/drawing/2014/main" id="{9DDCE9A7-D924-2178-9655-0377B0BF2EAA}"/>
                </a:ext>
              </a:extLst>
            </p:cNvPr>
            <p:cNvSpPr/>
            <p:nvPr/>
          </p:nvSpPr>
          <p:spPr>
            <a:xfrm>
              <a:off x="5122968" y="5085974"/>
              <a:ext cx="152999" cy="158808"/>
            </a:xfrm>
            <a:custGeom>
              <a:avLst/>
              <a:gdLst>
                <a:gd name="connsiteX0" fmla="*/ 148614 w 152999"/>
                <a:gd name="connsiteY0" fmla="*/ 15487 h 158808"/>
                <a:gd name="connsiteX1" fmla="*/ 152172 w 152999"/>
                <a:gd name="connsiteY1" fmla="*/ 7618 h 158808"/>
                <a:gd name="connsiteX2" fmla="*/ 140786 w 152999"/>
                <a:gd name="connsiteY2" fmla="*/ 107 h 158808"/>
                <a:gd name="connsiteX3" fmla="*/ 10203 w 152999"/>
                <a:gd name="connsiteY3" fmla="*/ 107 h 158808"/>
                <a:gd name="connsiteX4" fmla="*/ 5933 w 152999"/>
                <a:gd name="connsiteY4" fmla="*/ 62700 h 158808"/>
                <a:gd name="connsiteX5" fmla="*/ 22657 w 152999"/>
                <a:gd name="connsiteY5" fmla="*/ 62700 h 158808"/>
                <a:gd name="connsiteX6" fmla="*/ 72470 w 152999"/>
                <a:gd name="connsiteY6" fmla="*/ 12983 h 158808"/>
                <a:gd name="connsiteX7" fmla="*/ 102714 w 152999"/>
                <a:gd name="connsiteY7" fmla="*/ 12983 h 158808"/>
                <a:gd name="connsiteX8" fmla="*/ 3443 w 152999"/>
                <a:gd name="connsiteY8" fmla="*/ 143178 h 158808"/>
                <a:gd name="connsiteX9" fmla="*/ 240 w 152999"/>
                <a:gd name="connsiteY9" fmla="*/ 151047 h 158808"/>
                <a:gd name="connsiteX10" fmla="*/ 11626 w 152999"/>
                <a:gd name="connsiteY10" fmla="*/ 158916 h 158808"/>
                <a:gd name="connsiteX11" fmla="*/ 146835 w 152999"/>
                <a:gd name="connsiteY11" fmla="*/ 158916 h 158808"/>
                <a:gd name="connsiteX12" fmla="*/ 153239 w 152999"/>
                <a:gd name="connsiteY12" fmla="*/ 86665 h 158808"/>
                <a:gd name="connsiteX13" fmla="*/ 136516 w 152999"/>
                <a:gd name="connsiteY13" fmla="*/ 86665 h 158808"/>
                <a:gd name="connsiteX14" fmla="*/ 80654 w 152999"/>
                <a:gd name="connsiteY14" fmla="*/ 144608 h 158808"/>
                <a:gd name="connsiteX15" fmla="*/ 50054 w 152999"/>
                <a:gd name="connsiteY15" fmla="*/ 144608 h 158808"/>
                <a:gd name="connsiteX16" fmla="*/ 148614 w 152999"/>
                <a:gd name="connsiteY16" fmla="*/ 15487 h 158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999" h="158808">
                  <a:moveTo>
                    <a:pt x="148614" y="15487"/>
                  </a:moveTo>
                  <a:cubicBezTo>
                    <a:pt x="151460" y="11552"/>
                    <a:pt x="152172" y="10837"/>
                    <a:pt x="152172" y="7618"/>
                  </a:cubicBezTo>
                  <a:cubicBezTo>
                    <a:pt x="152172" y="107"/>
                    <a:pt x="147191" y="107"/>
                    <a:pt x="140786" y="107"/>
                  </a:cubicBezTo>
                  <a:lnTo>
                    <a:pt x="10203" y="107"/>
                  </a:lnTo>
                  <a:lnTo>
                    <a:pt x="5933" y="62700"/>
                  </a:lnTo>
                  <a:lnTo>
                    <a:pt x="22657" y="62700"/>
                  </a:lnTo>
                  <a:cubicBezTo>
                    <a:pt x="24791" y="25859"/>
                    <a:pt x="35822" y="12983"/>
                    <a:pt x="72470" y="12983"/>
                  </a:cubicBezTo>
                  <a:lnTo>
                    <a:pt x="102714" y="12983"/>
                  </a:lnTo>
                  <a:lnTo>
                    <a:pt x="3443" y="143178"/>
                  </a:lnTo>
                  <a:cubicBezTo>
                    <a:pt x="240" y="147112"/>
                    <a:pt x="240" y="147828"/>
                    <a:pt x="240" y="151047"/>
                  </a:cubicBezTo>
                  <a:cubicBezTo>
                    <a:pt x="240" y="158916"/>
                    <a:pt x="4866" y="158916"/>
                    <a:pt x="11626" y="158916"/>
                  </a:cubicBezTo>
                  <a:lnTo>
                    <a:pt x="146835" y="158916"/>
                  </a:lnTo>
                  <a:lnTo>
                    <a:pt x="153239" y="86665"/>
                  </a:lnTo>
                  <a:lnTo>
                    <a:pt x="136516" y="86665"/>
                  </a:lnTo>
                  <a:cubicBezTo>
                    <a:pt x="133314" y="122790"/>
                    <a:pt x="127621" y="144608"/>
                    <a:pt x="80654" y="144608"/>
                  </a:cubicBezTo>
                  <a:lnTo>
                    <a:pt x="50054" y="144608"/>
                  </a:lnTo>
                  <a:lnTo>
                    <a:pt x="148614" y="15487"/>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2" name="Freeform: Shape 111">
              <a:extLst>
                <a:ext uri="{FF2B5EF4-FFF2-40B4-BE49-F238E27FC236}">
                  <a16:creationId xmlns:a16="http://schemas.microsoft.com/office/drawing/2014/main" id="{8818CF11-6F31-2885-24C0-3E6769EECC14}"/>
                </a:ext>
              </a:extLst>
            </p:cNvPr>
            <p:cNvSpPr/>
            <p:nvPr/>
          </p:nvSpPr>
          <p:spPr>
            <a:xfrm>
              <a:off x="5322083" y="4909320"/>
              <a:ext cx="64757" cy="250124"/>
            </a:xfrm>
            <a:custGeom>
              <a:avLst/>
              <a:gdLst>
                <a:gd name="connsiteX0" fmla="*/ 60022 w 64757"/>
                <a:gd name="connsiteY0" fmla="*/ 102 h 250124"/>
                <a:gd name="connsiteX1" fmla="*/ 245 w 64757"/>
                <a:gd name="connsiteY1" fmla="*/ 125039 h 250124"/>
                <a:gd name="connsiteX2" fmla="*/ 60022 w 64757"/>
                <a:gd name="connsiteY2" fmla="*/ 250227 h 250124"/>
                <a:gd name="connsiteX3" fmla="*/ 65003 w 64757"/>
                <a:gd name="connsiteY3" fmla="*/ 247222 h 250124"/>
                <a:gd name="connsiteX4" fmla="*/ 62513 w 64757"/>
                <a:gd name="connsiteY4" fmla="*/ 243467 h 250124"/>
                <a:gd name="connsiteX5" fmla="*/ 17182 w 64757"/>
                <a:gd name="connsiteY5" fmla="*/ 125290 h 250124"/>
                <a:gd name="connsiteX6" fmla="*/ 63260 w 64757"/>
                <a:gd name="connsiteY6" fmla="*/ 6111 h 250124"/>
                <a:gd name="connsiteX7" fmla="*/ 65003 w 64757"/>
                <a:gd name="connsiteY7" fmla="*/ 3107 h 250124"/>
                <a:gd name="connsiteX8" fmla="*/ 60022 w 64757"/>
                <a:gd name="connsiteY8"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57" h="250124">
                  <a:moveTo>
                    <a:pt x="60022" y="102"/>
                  </a:moveTo>
                  <a:cubicBezTo>
                    <a:pt x="12699" y="33653"/>
                    <a:pt x="245" y="86732"/>
                    <a:pt x="245" y="125039"/>
                  </a:cubicBezTo>
                  <a:cubicBezTo>
                    <a:pt x="245" y="160342"/>
                    <a:pt x="10706" y="215174"/>
                    <a:pt x="60022" y="250227"/>
                  </a:cubicBezTo>
                  <a:cubicBezTo>
                    <a:pt x="62014" y="250227"/>
                    <a:pt x="65003" y="250227"/>
                    <a:pt x="65003" y="247222"/>
                  </a:cubicBezTo>
                  <a:cubicBezTo>
                    <a:pt x="65003" y="245720"/>
                    <a:pt x="64256" y="245219"/>
                    <a:pt x="62513" y="243467"/>
                  </a:cubicBezTo>
                  <a:cubicBezTo>
                    <a:pt x="29386" y="213422"/>
                    <a:pt x="17182" y="170858"/>
                    <a:pt x="17182" y="125290"/>
                  </a:cubicBezTo>
                  <a:cubicBezTo>
                    <a:pt x="17182" y="57689"/>
                    <a:pt x="42836" y="24639"/>
                    <a:pt x="63260" y="6111"/>
                  </a:cubicBezTo>
                  <a:cubicBezTo>
                    <a:pt x="64256" y="5110"/>
                    <a:pt x="65003" y="4359"/>
                    <a:pt x="65003" y="3107"/>
                  </a:cubicBezTo>
                  <a:cubicBezTo>
                    <a:pt x="65003" y="102"/>
                    <a:pt x="62014" y="102"/>
                    <a:pt x="60022"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3" name="Freeform: Shape 112">
              <a:extLst>
                <a:ext uri="{FF2B5EF4-FFF2-40B4-BE49-F238E27FC236}">
                  <a16:creationId xmlns:a16="http://schemas.microsoft.com/office/drawing/2014/main" id="{585A2DB8-722C-3567-26D0-1261BC642F39}"/>
                </a:ext>
              </a:extLst>
            </p:cNvPr>
            <p:cNvSpPr/>
            <p:nvPr/>
          </p:nvSpPr>
          <p:spPr>
            <a:xfrm>
              <a:off x="5431781" y="4930852"/>
              <a:ext cx="90660" cy="166248"/>
            </a:xfrm>
            <a:custGeom>
              <a:avLst/>
              <a:gdLst>
                <a:gd name="connsiteX0" fmla="*/ 56538 w 90660"/>
                <a:gd name="connsiteY0" fmla="*/ 7113 h 166248"/>
                <a:gd name="connsiteX1" fmla="*/ 49066 w 90660"/>
                <a:gd name="connsiteY1" fmla="*/ 102 h 166248"/>
                <a:gd name="connsiteX2" fmla="*/ 249 w 90660"/>
                <a:gd name="connsiteY2" fmla="*/ 16126 h 166248"/>
                <a:gd name="connsiteX3" fmla="*/ 249 w 90660"/>
                <a:gd name="connsiteY3" fmla="*/ 25140 h 166248"/>
                <a:gd name="connsiteX4" fmla="*/ 36363 w 90660"/>
                <a:gd name="connsiteY4" fmla="*/ 18129 h 166248"/>
                <a:gd name="connsiteX5" fmla="*/ 36363 w 90660"/>
                <a:gd name="connsiteY5" fmla="*/ 145820 h 166248"/>
                <a:gd name="connsiteX6" fmla="*/ 11457 w 90660"/>
                <a:gd name="connsiteY6" fmla="*/ 157338 h 166248"/>
                <a:gd name="connsiteX7" fmla="*/ 1992 w 90660"/>
                <a:gd name="connsiteY7" fmla="*/ 157338 h 166248"/>
                <a:gd name="connsiteX8" fmla="*/ 1992 w 90660"/>
                <a:gd name="connsiteY8" fmla="*/ 166351 h 166248"/>
                <a:gd name="connsiteX9" fmla="*/ 46326 w 90660"/>
                <a:gd name="connsiteY9" fmla="*/ 165350 h 166248"/>
                <a:gd name="connsiteX10" fmla="*/ 90909 w 90660"/>
                <a:gd name="connsiteY10" fmla="*/ 166351 h 166248"/>
                <a:gd name="connsiteX11" fmla="*/ 90909 w 90660"/>
                <a:gd name="connsiteY11" fmla="*/ 157338 h 166248"/>
                <a:gd name="connsiteX12" fmla="*/ 81445 w 90660"/>
                <a:gd name="connsiteY12" fmla="*/ 157338 h 166248"/>
                <a:gd name="connsiteX13" fmla="*/ 56538 w 90660"/>
                <a:gd name="connsiteY13" fmla="*/ 145820 h 166248"/>
                <a:gd name="connsiteX14" fmla="*/ 56538 w 90660"/>
                <a:gd name="connsiteY14" fmla="*/ 7113 h 16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660" h="166248">
                  <a:moveTo>
                    <a:pt x="56538" y="7113"/>
                  </a:moveTo>
                  <a:cubicBezTo>
                    <a:pt x="56538" y="353"/>
                    <a:pt x="56040" y="102"/>
                    <a:pt x="49066" y="102"/>
                  </a:cubicBezTo>
                  <a:cubicBezTo>
                    <a:pt x="33126" y="15876"/>
                    <a:pt x="10460" y="16126"/>
                    <a:pt x="249" y="16126"/>
                  </a:cubicBezTo>
                  <a:lnTo>
                    <a:pt x="249" y="25140"/>
                  </a:lnTo>
                  <a:cubicBezTo>
                    <a:pt x="6226" y="25140"/>
                    <a:pt x="22665" y="25140"/>
                    <a:pt x="36363" y="18129"/>
                  </a:cubicBezTo>
                  <a:lnTo>
                    <a:pt x="36363" y="145820"/>
                  </a:lnTo>
                  <a:cubicBezTo>
                    <a:pt x="36363" y="154083"/>
                    <a:pt x="36363" y="157338"/>
                    <a:pt x="11457" y="157338"/>
                  </a:cubicBezTo>
                  <a:lnTo>
                    <a:pt x="1992" y="157338"/>
                  </a:lnTo>
                  <a:lnTo>
                    <a:pt x="1992" y="166351"/>
                  </a:lnTo>
                  <a:cubicBezTo>
                    <a:pt x="6475" y="166101"/>
                    <a:pt x="37111" y="165350"/>
                    <a:pt x="46326" y="165350"/>
                  </a:cubicBezTo>
                  <a:cubicBezTo>
                    <a:pt x="54047" y="165350"/>
                    <a:pt x="85430" y="166101"/>
                    <a:pt x="90909" y="166351"/>
                  </a:cubicBezTo>
                  <a:lnTo>
                    <a:pt x="90909" y="157338"/>
                  </a:lnTo>
                  <a:lnTo>
                    <a:pt x="81445" y="157338"/>
                  </a:lnTo>
                  <a:cubicBezTo>
                    <a:pt x="56538" y="157338"/>
                    <a:pt x="56538" y="154083"/>
                    <a:pt x="56538" y="145820"/>
                  </a:cubicBezTo>
                  <a:lnTo>
                    <a:pt x="56538" y="7113"/>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4" name="Freeform: Shape 113">
              <a:extLst>
                <a:ext uri="{FF2B5EF4-FFF2-40B4-BE49-F238E27FC236}">
                  <a16:creationId xmlns:a16="http://schemas.microsoft.com/office/drawing/2014/main" id="{73FF9FA4-3779-E7AF-775D-E3FF02B52E60}"/>
                </a:ext>
              </a:extLst>
            </p:cNvPr>
            <p:cNvSpPr/>
            <p:nvPr/>
          </p:nvSpPr>
          <p:spPr>
            <a:xfrm>
              <a:off x="5564147" y="4909320"/>
              <a:ext cx="64508" cy="250124"/>
            </a:xfrm>
            <a:custGeom>
              <a:avLst/>
              <a:gdLst>
                <a:gd name="connsiteX0" fmla="*/ 4985 w 64508"/>
                <a:gd name="connsiteY0" fmla="*/ 102 h 250124"/>
                <a:gd name="connsiteX1" fmla="*/ 253 w 64508"/>
                <a:gd name="connsiteY1" fmla="*/ 3107 h 250124"/>
                <a:gd name="connsiteX2" fmla="*/ 2494 w 64508"/>
                <a:gd name="connsiteY2" fmla="*/ 6863 h 250124"/>
                <a:gd name="connsiteX3" fmla="*/ 47825 w 64508"/>
                <a:gd name="connsiteY3" fmla="*/ 125039 h 250124"/>
                <a:gd name="connsiteX4" fmla="*/ 4736 w 64508"/>
                <a:gd name="connsiteY4" fmla="*/ 241464 h 250124"/>
                <a:gd name="connsiteX5" fmla="*/ 253 w 64508"/>
                <a:gd name="connsiteY5" fmla="*/ 247222 h 250124"/>
                <a:gd name="connsiteX6" fmla="*/ 3490 w 64508"/>
                <a:gd name="connsiteY6" fmla="*/ 250227 h 250124"/>
                <a:gd name="connsiteX7" fmla="*/ 46579 w 64508"/>
                <a:gd name="connsiteY7" fmla="*/ 202405 h 250124"/>
                <a:gd name="connsiteX8" fmla="*/ 64761 w 64508"/>
                <a:gd name="connsiteY8" fmla="*/ 125290 h 250124"/>
                <a:gd name="connsiteX9" fmla="*/ 4985 w 64508"/>
                <a:gd name="connsiteY9"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08" h="250124">
                  <a:moveTo>
                    <a:pt x="4985" y="102"/>
                  </a:moveTo>
                  <a:cubicBezTo>
                    <a:pt x="3241" y="102"/>
                    <a:pt x="253" y="102"/>
                    <a:pt x="253" y="3107"/>
                  </a:cubicBezTo>
                  <a:cubicBezTo>
                    <a:pt x="253" y="4359"/>
                    <a:pt x="1000" y="5110"/>
                    <a:pt x="2494" y="6863"/>
                  </a:cubicBezTo>
                  <a:cubicBezTo>
                    <a:pt x="23914" y="26642"/>
                    <a:pt x="47825" y="60443"/>
                    <a:pt x="47825" y="125039"/>
                  </a:cubicBezTo>
                  <a:cubicBezTo>
                    <a:pt x="47825" y="177368"/>
                    <a:pt x="31635" y="216927"/>
                    <a:pt x="4736" y="241464"/>
                  </a:cubicBezTo>
                  <a:cubicBezTo>
                    <a:pt x="502" y="245720"/>
                    <a:pt x="253" y="245970"/>
                    <a:pt x="253" y="247222"/>
                  </a:cubicBezTo>
                  <a:cubicBezTo>
                    <a:pt x="253" y="248474"/>
                    <a:pt x="1000" y="250227"/>
                    <a:pt x="3490" y="250227"/>
                  </a:cubicBezTo>
                  <a:cubicBezTo>
                    <a:pt x="6479" y="250227"/>
                    <a:pt x="30141" y="233702"/>
                    <a:pt x="46579" y="202405"/>
                  </a:cubicBezTo>
                  <a:cubicBezTo>
                    <a:pt x="57538" y="181624"/>
                    <a:pt x="64761" y="154584"/>
                    <a:pt x="64761" y="125290"/>
                  </a:cubicBezTo>
                  <a:cubicBezTo>
                    <a:pt x="64761" y="89987"/>
                    <a:pt x="54300" y="35155"/>
                    <a:pt x="4985"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5" name="Freeform: Shape 114">
              <a:extLst>
                <a:ext uri="{FF2B5EF4-FFF2-40B4-BE49-F238E27FC236}">
                  <a16:creationId xmlns:a16="http://schemas.microsoft.com/office/drawing/2014/main" id="{C2E595B0-B19B-3644-27D4-4F16EBB99067}"/>
                </a:ext>
              </a:extLst>
            </p:cNvPr>
            <p:cNvSpPr/>
            <p:nvPr/>
          </p:nvSpPr>
          <p:spPr>
            <a:xfrm>
              <a:off x="5774438" y="5036257"/>
              <a:ext cx="236614" cy="238213"/>
            </a:xfrm>
            <a:custGeom>
              <a:avLst/>
              <a:gdLst>
                <a:gd name="connsiteX0" fmla="*/ 125860 w 236614"/>
                <a:gd name="connsiteY0" fmla="*/ 126367 h 238213"/>
                <a:gd name="connsiteX1" fmla="*/ 225131 w 236614"/>
                <a:gd name="connsiteY1" fmla="*/ 126367 h 238213"/>
                <a:gd name="connsiteX2" fmla="*/ 236873 w 236614"/>
                <a:gd name="connsiteY2" fmla="*/ 119213 h 238213"/>
                <a:gd name="connsiteX3" fmla="*/ 225131 w 236614"/>
                <a:gd name="connsiteY3" fmla="*/ 112060 h 238213"/>
                <a:gd name="connsiteX4" fmla="*/ 125860 w 236614"/>
                <a:gd name="connsiteY4" fmla="*/ 112060 h 238213"/>
                <a:gd name="connsiteX5" fmla="*/ 125860 w 236614"/>
                <a:gd name="connsiteY5" fmla="*/ 11910 h 238213"/>
                <a:gd name="connsiteX6" fmla="*/ 118744 w 236614"/>
                <a:gd name="connsiteY6" fmla="*/ 107 h 238213"/>
                <a:gd name="connsiteX7" fmla="*/ 111627 w 236614"/>
                <a:gd name="connsiteY7" fmla="*/ 11910 h 238213"/>
                <a:gd name="connsiteX8" fmla="*/ 111627 w 236614"/>
                <a:gd name="connsiteY8" fmla="*/ 112060 h 238213"/>
                <a:gd name="connsiteX9" fmla="*/ 12000 w 236614"/>
                <a:gd name="connsiteY9" fmla="*/ 112060 h 238213"/>
                <a:gd name="connsiteX10" fmla="*/ 258 w 236614"/>
                <a:gd name="connsiteY10" fmla="*/ 119213 h 238213"/>
                <a:gd name="connsiteX11" fmla="*/ 12000 w 236614"/>
                <a:gd name="connsiteY11" fmla="*/ 126367 h 238213"/>
                <a:gd name="connsiteX12" fmla="*/ 111627 w 236614"/>
                <a:gd name="connsiteY12" fmla="*/ 126367 h 238213"/>
                <a:gd name="connsiteX13" fmla="*/ 111627 w 236614"/>
                <a:gd name="connsiteY13" fmla="*/ 226517 h 238213"/>
                <a:gd name="connsiteX14" fmla="*/ 118744 w 236614"/>
                <a:gd name="connsiteY14" fmla="*/ 238320 h 238213"/>
                <a:gd name="connsiteX15" fmla="*/ 125860 w 236614"/>
                <a:gd name="connsiteY15" fmla="*/ 226517 h 238213"/>
                <a:gd name="connsiteX16" fmla="*/ 125860 w 236614"/>
                <a:gd name="connsiteY16" fmla="*/ 126367 h 238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6614" h="238213">
                  <a:moveTo>
                    <a:pt x="125860" y="126367"/>
                  </a:moveTo>
                  <a:lnTo>
                    <a:pt x="225131" y="126367"/>
                  </a:lnTo>
                  <a:cubicBezTo>
                    <a:pt x="230113" y="126367"/>
                    <a:pt x="236873" y="126367"/>
                    <a:pt x="236873" y="119213"/>
                  </a:cubicBezTo>
                  <a:cubicBezTo>
                    <a:pt x="236873" y="112060"/>
                    <a:pt x="230113" y="112060"/>
                    <a:pt x="225131" y="112060"/>
                  </a:cubicBezTo>
                  <a:lnTo>
                    <a:pt x="125860" y="112060"/>
                  </a:lnTo>
                  <a:lnTo>
                    <a:pt x="125860" y="11910"/>
                  </a:lnTo>
                  <a:cubicBezTo>
                    <a:pt x="125860" y="6902"/>
                    <a:pt x="125860" y="107"/>
                    <a:pt x="118744" y="107"/>
                  </a:cubicBezTo>
                  <a:cubicBezTo>
                    <a:pt x="111627" y="107"/>
                    <a:pt x="111627" y="6902"/>
                    <a:pt x="111627" y="11910"/>
                  </a:cubicBezTo>
                  <a:lnTo>
                    <a:pt x="111627" y="112060"/>
                  </a:lnTo>
                  <a:lnTo>
                    <a:pt x="12000" y="112060"/>
                  </a:lnTo>
                  <a:cubicBezTo>
                    <a:pt x="7019" y="112060"/>
                    <a:pt x="258" y="112060"/>
                    <a:pt x="258" y="119213"/>
                  </a:cubicBezTo>
                  <a:cubicBezTo>
                    <a:pt x="258" y="126367"/>
                    <a:pt x="7019" y="126367"/>
                    <a:pt x="12000" y="126367"/>
                  </a:cubicBezTo>
                  <a:lnTo>
                    <a:pt x="111627" y="126367"/>
                  </a:lnTo>
                  <a:lnTo>
                    <a:pt x="111627" y="226517"/>
                  </a:lnTo>
                  <a:cubicBezTo>
                    <a:pt x="111627" y="231524"/>
                    <a:pt x="111627" y="238320"/>
                    <a:pt x="118744" y="238320"/>
                  </a:cubicBezTo>
                  <a:cubicBezTo>
                    <a:pt x="125860" y="238320"/>
                    <a:pt x="125860" y="231524"/>
                    <a:pt x="125860" y="226517"/>
                  </a:cubicBezTo>
                  <a:lnTo>
                    <a:pt x="125860" y="126367"/>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6" name="Freeform: Shape 115">
              <a:extLst>
                <a:ext uri="{FF2B5EF4-FFF2-40B4-BE49-F238E27FC236}">
                  <a16:creationId xmlns:a16="http://schemas.microsoft.com/office/drawing/2014/main" id="{6AD72D80-44B3-4B38-523C-A7EC4A259B74}"/>
                </a:ext>
              </a:extLst>
            </p:cNvPr>
            <p:cNvSpPr/>
            <p:nvPr/>
          </p:nvSpPr>
          <p:spPr>
            <a:xfrm>
              <a:off x="6123489" y="4996555"/>
              <a:ext cx="200321" cy="250374"/>
            </a:xfrm>
            <a:custGeom>
              <a:avLst/>
              <a:gdLst>
                <a:gd name="connsiteX0" fmla="*/ 63247 w 200321"/>
                <a:gd name="connsiteY0" fmla="*/ 104906 h 250374"/>
                <a:gd name="connsiteX1" fmla="*/ 63247 w 200321"/>
                <a:gd name="connsiteY1" fmla="*/ 107 h 250374"/>
                <a:gd name="connsiteX2" fmla="*/ 268 w 200321"/>
                <a:gd name="connsiteY2" fmla="*/ 2968 h 250374"/>
                <a:gd name="connsiteX3" fmla="*/ 268 w 200321"/>
                <a:gd name="connsiteY3" fmla="*/ 19779 h 250374"/>
                <a:gd name="connsiteX4" fmla="*/ 24819 w 200321"/>
                <a:gd name="connsiteY4" fmla="*/ 33728 h 250374"/>
                <a:gd name="connsiteX5" fmla="*/ 24819 w 200321"/>
                <a:gd name="connsiteY5" fmla="*/ 248335 h 250374"/>
                <a:gd name="connsiteX6" fmla="*/ 41542 w 200321"/>
                <a:gd name="connsiteY6" fmla="*/ 248335 h 250374"/>
                <a:gd name="connsiteX7" fmla="*/ 58977 w 200321"/>
                <a:gd name="connsiteY7" fmla="*/ 228305 h 250374"/>
                <a:gd name="connsiteX8" fmla="*/ 110926 w 200321"/>
                <a:gd name="connsiteY8" fmla="*/ 250481 h 250374"/>
                <a:gd name="connsiteX9" fmla="*/ 200590 w 200321"/>
                <a:gd name="connsiteY9" fmla="*/ 168573 h 250374"/>
                <a:gd name="connsiteX10" fmla="*/ 115551 w 200321"/>
                <a:gd name="connsiteY10" fmla="*/ 87380 h 250374"/>
                <a:gd name="connsiteX11" fmla="*/ 63247 w 200321"/>
                <a:gd name="connsiteY11" fmla="*/ 104906 h 250374"/>
                <a:gd name="connsiteX12" fmla="*/ 65382 w 200321"/>
                <a:gd name="connsiteY12" fmla="*/ 212925 h 250374"/>
                <a:gd name="connsiteX13" fmla="*/ 65382 w 200321"/>
                <a:gd name="connsiteY13" fmla="*/ 123148 h 250374"/>
                <a:gd name="connsiteX14" fmla="*/ 111637 w 200321"/>
                <a:gd name="connsiteY14" fmla="*/ 100256 h 250374"/>
                <a:gd name="connsiteX15" fmla="*/ 155046 w 200321"/>
                <a:gd name="connsiteY15" fmla="*/ 168573 h 250374"/>
                <a:gd name="connsiteX16" fmla="*/ 145795 w 200321"/>
                <a:gd name="connsiteY16" fmla="*/ 219006 h 250374"/>
                <a:gd name="connsiteX17" fmla="*/ 107723 w 200321"/>
                <a:gd name="connsiteY17" fmla="*/ 237605 h 250374"/>
                <a:gd name="connsiteX18" fmla="*/ 65382 w 200321"/>
                <a:gd name="connsiteY18" fmla="*/ 212925 h 250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0321" h="250374">
                  <a:moveTo>
                    <a:pt x="63247" y="104906"/>
                  </a:moveTo>
                  <a:lnTo>
                    <a:pt x="63247" y="107"/>
                  </a:lnTo>
                  <a:lnTo>
                    <a:pt x="268" y="2968"/>
                  </a:lnTo>
                  <a:lnTo>
                    <a:pt x="268" y="19779"/>
                  </a:lnTo>
                  <a:cubicBezTo>
                    <a:pt x="22329" y="19779"/>
                    <a:pt x="24819" y="19779"/>
                    <a:pt x="24819" y="33728"/>
                  </a:cubicBezTo>
                  <a:lnTo>
                    <a:pt x="24819" y="248335"/>
                  </a:lnTo>
                  <a:lnTo>
                    <a:pt x="41542" y="248335"/>
                  </a:lnTo>
                  <a:lnTo>
                    <a:pt x="58977" y="228305"/>
                  </a:lnTo>
                  <a:cubicBezTo>
                    <a:pt x="61824" y="231167"/>
                    <a:pt x="79259" y="250481"/>
                    <a:pt x="110926" y="250481"/>
                  </a:cubicBezTo>
                  <a:cubicBezTo>
                    <a:pt x="163942" y="250481"/>
                    <a:pt x="200590" y="218290"/>
                    <a:pt x="200590" y="168573"/>
                  </a:cubicBezTo>
                  <a:cubicBezTo>
                    <a:pt x="200590" y="121002"/>
                    <a:pt x="167144" y="87380"/>
                    <a:pt x="115551" y="87380"/>
                  </a:cubicBezTo>
                  <a:cubicBezTo>
                    <a:pt x="89577" y="87380"/>
                    <a:pt x="71786" y="97753"/>
                    <a:pt x="63247" y="104906"/>
                  </a:cubicBezTo>
                  <a:close/>
                  <a:moveTo>
                    <a:pt x="65382" y="212925"/>
                  </a:moveTo>
                  <a:lnTo>
                    <a:pt x="65382" y="123148"/>
                  </a:lnTo>
                  <a:cubicBezTo>
                    <a:pt x="74989" y="110629"/>
                    <a:pt x="92068" y="100256"/>
                    <a:pt x="111637" y="100256"/>
                  </a:cubicBezTo>
                  <a:cubicBezTo>
                    <a:pt x="155046" y="100256"/>
                    <a:pt x="155046" y="143535"/>
                    <a:pt x="155046" y="168573"/>
                  </a:cubicBezTo>
                  <a:cubicBezTo>
                    <a:pt x="155046" y="185384"/>
                    <a:pt x="155046" y="205056"/>
                    <a:pt x="145795" y="219006"/>
                  </a:cubicBezTo>
                  <a:cubicBezTo>
                    <a:pt x="135477" y="233670"/>
                    <a:pt x="119109" y="237605"/>
                    <a:pt x="107723" y="237605"/>
                  </a:cubicBezTo>
                  <a:cubicBezTo>
                    <a:pt x="82817" y="237605"/>
                    <a:pt x="68940" y="218290"/>
                    <a:pt x="65382" y="212925"/>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7" name="Freeform: Shape 116">
              <a:extLst>
                <a:ext uri="{FF2B5EF4-FFF2-40B4-BE49-F238E27FC236}">
                  <a16:creationId xmlns:a16="http://schemas.microsoft.com/office/drawing/2014/main" id="{32A93A91-5D8C-FAF3-58A1-4CF66F99BADE}"/>
                </a:ext>
              </a:extLst>
            </p:cNvPr>
            <p:cNvSpPr/>
            <p:nvPr/>
          </p:nvSpPr>
          <p:spPr>
            <a:xfrm>
              <a:off x="6366289" y="4909320"/>
              <a:ext cx="64757" cy="250124"/>
            </a:xfrm>
            <a:custGeom>
              <a:avLst/>
              <a:gdLst>
                <a:gd name="connsiteX0" fmla="*/ 60051 w 64757"/>
                <a:gd name="connsiteY0" fmla="*/ 102 h 250124"/>
                <a:gd name="connsiteX1" fmla="*/ 275 w 64757"/>
                <a:gd name="connsiteY1" fmla="*/ 125039 h 250124"/>
                <a:gd name="connsiteX2" fmla="*/ 60051 w 64757"/>
                <a:gd name="connsiteY2" fmla="*/ 250227 h 250124"/>
                <a:gd name="connsiteX3" fmla="*/ 65032 w 64757"/>
                <a:gd name="connsiteY3" fmla="*/ 247222 h 250124"/>
                <a:gd name="connsiteX4" fmla="*/ 62542 w 64757"/>
                <a:gd name="connsiteY4" fmla="*/ 243467 h 250124"/>
                <a:gd name="connsiteX5" fmla="*/ 17211 w 64757"/>
                <a:gd name="connsiteY5" fmla="*/ 125290 h 250124"/>
                <a:gd name="connsiteX6" fmla="*/ 63289 w 64757"/>
                <a:gd name="connsiteY6" fmla="*/ 6111 h 250124"/>
                <a:gd name="connsiteX7" fmla="*/ 65032 w 64757"/>
                <a:gd name="connsiteY7" fmla="*/ 3107 h 250124"/>
                <a:gd name="connsiteX8" fmla="*/ 60051 w 64757"/>
                <a:gd name="connsiteY8"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57" h="250124">
                  <a:moveTo>
                    <a:pt x="60051" y="102"/>
                  </a:moveTo>
                  <a:cubicBezTo>
                    <a:pt x="12728" y="33653"/>
                    <a:pt x="275" y="86732"/>
                    <a:pt x="275" y="125039"/>
                  </a:cubicBezTo>
                  <a:cubicBezTo>
                    <a:pt x="275" y="160342"/>
                    <a:pt x="10736" y="215174"/>
                    <a:pt x="60051" y="250227"/>
                  </a:cubicBezTo>
                  <a:cubicBezTo>
                    <a:pt x="62044" y="250227"/>
                    <a:pt x="65032" y="250227"/>
                    <a:pt x="65032" y="247222"/>
                  </a:cubicBezTo>
                  <a:cubicBezTo>
                    <a:pt x="65032" y="245720"/>
                    <a:pt x="64285" y="245219"/>
                    <a:pt x="62542" y="243467"/>
                  </a:cubicBezTo>
                  <a:cubicBezTo>
                    <a:pt x="29416" y="213422"/>
                    <a:pt x="17211" y="170858"/>
                    <a:pt x="17211" y="125290"/>
                  </a:cubicBezTo>
                  <a:cubicBezTo>
                    <a:pt x="17211" y="57689"/>
                    <a:pt x="42865" y="24639"/>
                    <a:pt x="63289" y="6111"/>
                  </a:cubicBezTo>
                  <a:cubicBezTo>
                    <a:pt x="64285" y="5110"/>
                    <a:pt x="65032" y="4359"/>
                    <a:pt x="65032" y="3107"/>
                  </a:cubicBezTo>
                  <a:cubicBezTo>
                    <a:pt x="65032" y="102"/>
                    <a:pt x="62044" y="102"/>
                    <a:pt x="60051"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8" name="Freeform: Shape 117">
              <a:extLst>
                <a:ext uri="{FF2B5EF4-FFF2-40B4-BE49-F238E27FC236}">
                  <a16:creationId xmlns:a16="http://schemas.microsoft.com/office/drawing/2014/main" id="{F4211AE2-A1B3-6ECE-F780-2820119D345D}"/>
                </a:ext>
              </a:extLst>
            </p:cNvPr>
            <p:cNvSpPr/>
            <p:nvPr/>
          </p:nvSpPr>
          <p:spPr>
            <a:xfrm>
              <a:off x="6475987" y="4930852"/>
              <a:ext cx="90660" cy="166248"/>
            </a:xfrm>
            <a:custGeom>
              <a:avLst/>
              <a:gdLst>
                <a:gd name="connsiteX0" fmla="*/ 56567 w 90660"/>
                <a:gd name="connsiteY0" fmla="*/ 7113 h 166248"/>
                <a:gd name="connsiteX1" fmla="*/ 49095 w 90660"/>
                <a:gd name="connsiteY1" fmla="*/ 102 h 166248"/>
                <a:gd name="connsiteX2" fmla="*/ 278 w 90660"/>
                <a:gd name="connsiteY2" fmla="*/ 16126 h 166248"/>
                <a:gd name="connsiteX3" fmla="*/ 278 w 90660"/>
                <a:gd name="connsiteY3" fmla="*/ 25140 h 166248"/>
                <a:gd name="connsiteX4" fmla="*/ 36393 w 90660"/>
                <a:gd name="connsiteY4" fmla="*/ 18129 h 166248"/>
                <a:gd name="connsiteX5" fmla="*/ 36393 w 90660"/>
                <a:gd name="connsiteY5" fmla="*/ 145820 h 166248"/>
                <a:gd name="connsiteX6" fmla="*/ 11486 w 90660"/>
                <a:gd name="connsiteY6" fmla="*/ 157338 h 166248"/>
                <a:gd name="connsiteX7" fmla="*/ 2021 w 90660"/>
                <a:gd name="connsiteY7" fmla="*/ 157338 h 166248"/>
                <a:gd name="connsiteX8" fmla="*/ 2021 w 90660"/>
                <a:gd name="connsiteY8" fmla="*/ 166351 h 166248"/>
                <a:gd name="connsiteX9" fmla="*/ 46355 w 90660"/>
                <a:gd name="connsiteY9" fmla="*/ 165350 h 166248"/>
                <a:gd name="connsiteX10" fmla="*/ 90939 w 90660"/>
                <a:gd name="connsiteY10" fmla="*/ 166351 h 166248"/>
                <a:gd name="connsiteX11" fmla="*/ 90939 w 90660"/>
                <a:gd name="connsiteY11" fmla="*/ 157338 h 166248"/>
                <a:gd name="connsiteX12" fmla="*/ 81474 w 90660"/>
                <a:gd name="connsiteY12" fmla="*/ 157338 h 166248"/>
                <a:gd name="connsiteX13" fmla="*/ 56567 w 90660"/>
                <a:gd name="connsiteY13" fmla="*/ 145820 h 166248"/>
                <a:gd name="connsiteX14" fmla="*/ 56567 w 90660"/>
                <a:gd name="connsiteY14" fmla="*/ 7113 h 16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660" h="166248">
                  <a:moveTo>
                    <a:pt x="56567" y="7113"/>
                  </a:moveTo>
                  <a:cubicBezTo>
                    <a:pt x="56567" y="353"/>
                    <a:pt x="56069" y="102"/>
                    <a:pt x="49095" y="102"/>
                  </a:cubicBezTo>
                  <a:cubicBezTo>
                    <a:pt x="33155" y="15876"/>
                    <a:pt x="10490" y="16126"/>
                    <a:pt x="278" y="16126"/>
                  </a:cubicBezTo>
                  <a:lnTo>
                    <a:pt x="278" y="25140"/>
                  </a:lnTo>
                  <a:cubicBezTo>
                    <a:pt x="6255" y="25140"/>
                    <a:pt x="22694" y="25140"/>
                    <a:pt x="36393" y="18129"/>
                  </a:cubicBezTo>
                  <a:lnTo>
                    <a:pt x="36393" y="145820"/>
                  </a:lnTo>
                  <a:cubicBezTo>
                    <a:pt x="36393" y="154083"/>
                    <a:pt x="36393" y="157338"/>
                    <a:pt x="11486" y="157338"/>
                  </a:cubicBezTo>
                  <a:lnTo>
                    <a:pt x="2021" y="157338"/>
                  </a:lnTo>
                  <a:lnTo>
                    <a:pt x="2021" y="166351"/>
                  </a:lnTo>
                  <a:cubicBezTo>
                    <a:pt x="6505" y="166101"/>
                    <a:pt x="37140" y="165350"/>
                    <a:pt x="46355" y="165350"/>
                  </a:cubicBezTo>
                  <a:cubicBezTo>
                    <a:pt x="54077" y="165350"/>
                    <a:pt x="85459" y="166101"/>
                    <a:pt x="90939" y="166351"/>
                  </a:cubicBezTo>
                  <a:lnTo>
                    <a:pt x="90939" y="157338"/>
                  </a:lnTo>
                  <a:lnTo>
                    <a:pt x="81474" y="157338"/>
                  </a:lnTo>
                  <a:cubicBezTo>
                    <a:pt x="56567" y="157338"/>
                    <a:pt x="56567" y="154083"/>
                    <a:pt x="56567" y="145820"/>
                  </a:cubicBezTo>
                  <a:lnTo>
                    <a:pt x="56567" y="7113"/>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9" name="Freeform: Shape 118">
              <a:extLst>
                <a:ext uri="{FF2B5EF4-FFF2-40B4-BE49-F238E27FC236}">
                  <a16:creationId xmlns:a16="http://schemas.microsoft.com/office/drawing/2014/main" id="{66957F83-3236-4F1B-8332-BBFE657C61CF}"/>
                </a:ext>
              </a:extLst>
            </p:cNvPr>
            <p:cNvSpPr/>
            <p:nvPr/>
          </p:nvSpPr>
          <p:spPr>
            <a:xfrm>
              <a:off x="6608353" y="4909320"/>
              <a:ext cx="64508" cy="250124"/>
            </a:xfrm>
            <a:custGeom>
              <a:avLst/>
              <a:gdLst>
                <a:gd name="connsiteX0" fmla="*/ 5014 w 64508"/>
                <a:gd name="connsiteY0" fmla="*/ 102 h 250124"/>
                <a:gd name="connsiteX1" fmla="*/ 282 w 64508"/>
                <a:gd name="connsiteY1" fmla="*/ 3107 h 250124"/>
                <a:gd name="connsiteX2" fmla="*/ 2523 w 64508"/>
                <a:gd name="connsiteY2" fmla="*/ 6863 h 250124"/>
                <a:gd name="connsiteX3" fmla="*/ 47854 w 64508"/>
                <a:gd name="connsiteY3" fmla="*/ 125039 h 250124"/>
                <a:gd name="connsiteX4" fmla="*/ 4765 w 64508"/>
                <a:gd name="connsiteY4" fmla="*/ 241464 h 250124"/>
                <a:gd name="connsiteX5" fmla="*/ 282 w 64508"/>
                <a:gd name="connsiteY5" fmla="*/ 247222 h 250124"/>
                <a:gd name="connsiteX6" fmla="*/ 3520 w 64508"/>
                <a:gd name="connsiteY6" fmla="*/ 250227 h 250124"/>
                <a:gd name="connsiteX7" fmla="*/ 46608 w 64508"/>
                <a:gd name="connsiteY7" fmla="*/ 202405 h 250124"/>
                <a:gd name="connsiteX8" fmla="*/ 64790 w 64508"/>
                <a:gd name="connsiteY8" fmla="*/ 125290 h 250124"/>
                <a:gd name="connsiteX9" fmla="*/ 5014 w 64508"/>
                <a:gd name="connsiteY9" fmla="*/ 102 h 250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508" h="250124">
                  <a:moveTo>
                    <a:pt x="5014" y="102"/>
                  </a:moveTo>
                  <a:cubicBezTo>
                    <a:pt x="3271" y="102"/>
                    <a:pt x="282" y="102"/>
                    <a:pt x="282" y="3107"/>
                  </a:cubicBezTo>
                  <a:cubicBezTo>
                    <a:pt x="282" y="4359"/>
                    <a:pt x="1029" y="5110"/>
                    <a:pt x="2523" y="6863"/>
                  </a:cubicBezTo>
                  <a:cubicBezTo>
                    <a:pt x="23943" y="26642"/>
                    <a:pt x="47854" y="60443"/>
                    <a:pt x="47854" y="125039"/>
                  </a:cubicBezTo>
                  <a:cubicBezTo>
                    <a:pt x="47854" y="177368"/>
                    <a:pt x="31664" y="216927"/>
                    <a:pt x="4765" y="241464"/>
                  </a:cubicBezTo>
                  <a:cubicBezTo>
                    <a:pt x="531" y="245720"/>
                    <a:pt x="282" y="245970"/>
                    <a:pt x="282" y="247222"/>
                  </a:cubicBezTo>
                  <a:cubicBezTo>
                    <a:pt x="282" y="248474"/>
                    <a:pt x="1029" y="250227"/>
                    <a:pt x="3520" y="250227"/>
                  </a:cubicBezTo>
                  <a:cubicBezTo>
                    <a:pt x="6508" y="250227"/>
                    <a:pt x="30170" y="233702"/>
                    <a:pt x="46608" y="202405"/>
                  </a:cubicBezTo>
                  <a:cubicBezTo>
                    <a:pt x="57567" y="181624"/>
                    <a:pt x="64790" y="154584"/>
                    <a:pt x="64790" y="125290"/>
                  </a:cubicBezTo>
                  <a:cubicBezTo>
                    <a:pt x="64790" y="89987"/>
                    <a:pt x="54330" y="35155"/>
                    <a:pt x="5014" y="10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0" name="Freeform: Shape 119">
              <a:extLst>
                <a:ext uri="{FF2B5EF4-FFF2-40B4-BE49-F238E27FC236}">
                  <a16:creationId xmlns:a16="http://schemas.microsoft.com/office/drawing/2014/main" id="{BDB5102B-71E1-CB8E-21B4-7113BA6CFE7E}"/>
                </a:ext>
              </a:extLst>
            </p:cNvPr>
            <p:cNvSpPr/>
            <p:nvPr/>
          </p:nvSpPr>
          <p:spPr>
            <a:xfrm>
              <a:off x="6732461" y="4833450"/>
              <a:ext cx="135208" cy="643462"/>
            </a:xfrm>
            <a:custGeom>
              <a:avLst/>
              <a:gdLst>
                <a:gd name="connsiteX0" fmla="*/ 135494 w 135208"/>
                <a:gd name="connsiteY0" fmla="*/ 321648 h 643462"/>
                <a:gd name="connsiteX1" fmla="*/ 41560 w 135208"/>
                <a:gd name="connsiteY1" fmla="*/ 29425 h 643462"/>
                <a:gd name="connsiteX2" fmla="*/ 14874 w 135208"/>
                <a:gd name="connsiteY2" fmla="*/ 2242 h 643462"/>
                <a:gd name="connsiteX3" fmla="*/ 7046 w 135208"/>
                <a:gd name="connsiteY3" fmla="*/ 96 h 643462"/>
                <a:gd name="connsiteX4" fmla="*/ 285 w 135208"/>
                <a:gd name="connsiteY4" fmla="*/ 3672 h 643462"/>
                <a:gd name="connsiteX5" fmla="*/ 2420 w 135208"/>
                <a:gd name="connsiteY5" fmla="*/ 7249 h 643462"/>
                <a:gd name="connsiteX6" fmla="*/ 55792 w 135208"/>
                <a:gd name="connsiteY6" fmla="*/ 78785 h 643462"/>
                <a:gd name="connsiteX7" fmla="*/ 108452 w 135208"/>
                <a:gd name="connsiteY7" fmla="*/ 321648 h 643462"/>
                <a:gd name="connsiteX8" fmla="*/ 1709 w 135208"/>
                <a:gd name="connsiteY8" fmla="*/ 637120 h 643462"/>
                <a:gd name="connsiteX9" fmla="*/ 285 w 135208"/>
                <a:gd name="connsiteY9" fmla="*/ 639981 h 643462"/>
                <a:gd name="connsiteX10" fmla="*/ 7046 w 135208"/>
                <a:gd name="connsiteY10" fmla="*/ 643558 h 643462"/>
                <a:gd name="connsiteX11" fmla="*/ 15585 w 135208"/>
                <a:gd name="connsiteY11" fmla="*/ 640697 h 643462"/>
                <a:gd name="connsiteX12" fmla="*/ 112010 w 135208"/>
                <a:gd name="connsiteY12" fmla="*/ 486180 h 643462"/>
                <a:gd name="connsiteX13" fmla="*/ 135494 w 135208"/>
                <a:gd name="connsiteY13" fmla="*/ 321648 h 643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208" h="643462">
                  <a:moveTo>
                    <a:pt x="135494" y="321648"/>
                  </a:moveTo>
                  <a:cubicBezTo>
                    <a:pt x="135494" y="218994"/>
                    <a:pt x="111654" y="109903"/>
                    <a:pt x="41560" y="29425"/>
                  </a:cubicBezTo>
                  <a:cubicBezTo>
                    <a:pt x="36578" y="23702"/>
                    <a:pt x="23413" y="9753"/>
                    <a:pt x="14874" y="2242"/>
                  </a:cubicBezTo>
                  <a:cubicBezTo>
                    <a:pt x="12383" y="96"/>
                    <a:pt x="11671" y="96"/>
                    <a:pt x="7046" y="96"/>
                  </a:cubicBezTo>
                  <a:cubicBezTo>
                    <a:pt x="3488" y="96"/>
                    <a:pt x="285" y="96"/>
                    <a:pt x="285" y="3672"/>
                  </a:cubicBezTo>
                  <a:cubicBezTo>
                    <a:pt x="285" y="5103"/>
                    <a:pt x="1709" y="6534"/>
                    <a:pt x="2420" y="7249"/>
                  </a:cubicBezTo>
                  <a:cubicBezTo>
                    <a:pt x="14518" y="19768"/>
                    <a:pt x="33732" y="39440"/>
                    <a:pt x="55792" y="78785"/>
                  </a:cubicBezTo>
                  <a:cubicBezTo>
                    <a:pt x="94220" y="147459"/>
                    <a:pt x="108452" y="235805"/>
                    <a:pt x="108452" y="321648"/>
                  </a:cubicBezTo>
                  <a:cubicBezTo>
                    <a:pt x="108452" y="476880"/>
                    <a:pt x="65755" y="571665"/>
                    <a:pt x="1709" y="637120"/>
                  </a:cubicBezTo>
                  <a:cubicBezTo>
                    <a:pt x="997" y="637835"/>
                    <a:pt x="285" y="638908"/>
                    <a:pt x="285" y="639981"/>
                  </a:cubicBezTo>
                  <a:cubicBezTo>
                    <a:pt x="285" y="643558"/>
                    <a:pt x="3488" y="643558"/>
                    <a:pt x="7046" y="643558"/>
                  </a:cubicBezTo>
                  <a:cubicBezTo>
                    <a:pt x="11671" y="643558"/>
                    <a:pt x="12383" y="643558"/>
                    <a:pt x="15585" y="640697"/>
                  </a:cubicBezTo>
                  <a:cubicBezTo>
                    <a:pt x="49387" y="611367"/>
                    <a:pt x="87459" y="561650"/>
                    <a:pt x="112010" y="486180"/>
                  </a:cubicBezTo>
                  <a:cubicBezTo>
                    <a:pt x="127666" y="437178"/>
                    <a:pt x="135494" y="379234"/>
                    <a:pt x="135494" y="321648"/>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1" name="Freeform: Shape 120">
              <a:extLst>
                <a:ext uri="{FF2B5EF4-FFF2-40B4-BE49-F238E27FC236}">
                  <a16:creationId xmlns:a16="http://schemas.microsoft.com/office/drawing/2014/main" id="{8193FCEF-70A6-DBD3-0F64-4150A9F27A52}"/>
                </a:ext>
              </a:extLst>
            </p:cNvPr>
            <p:cNvSpPr/>
            <p:nvPr/>
          </p:nvSpPr>
          <p:spPr>
            <a:xfrm>
              <a:off x="2987675" y="5882883"/>
              <a:ext cx="37716" cy="37913"/>
            </a:xfrm>
            <a:custGeom>
              <a:avLst/>
              <a:gdLst>
                <a:gd name="connsiteX0" fmla="*/ 37896 w 37716"/>
                <a:gd name="connsiteY0" fmla="*/ 19082 h 37913"/>
                <a:gd name="connsiteX1" fmla="*/ 19038 w 37716"/>
                <a:gd name="connsiteY1" fmla="*/ 125 h 37913"/>
                <a:gd name="connsiteX2" fmla="*/ 180 w 37716"/>
                <a:gd name="connsiteY2" fmla="*/ 19082 h 37913"/>
                <a:gd name="connsiteX3" fmla="*/ 19038 w 37716"/>
                <a:gd name="connsiteY3" fmla="*/ 38039 h 37913"/>
                <a:gd name="connsiteX4" fmla="*/ 37896 w 37716"/>
                <a:gd name="connsiteY4" fmla="*/ 19082 h 3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6" h="37913">
                  <a:moveTo>
                    <a:pt x="37896" y="19082"/>
                  </a:moveTo>
                  <a:cubicBezTo>
                    <a:pt x="37896" y="8710"/>
                    <a:pt x="29357" y="125"/>
                    <a:pt x="19038" y="125"/>
                  </a:cubicBezTo>
                  <a:cubicBezTo>
                    <a:pt x="8720" y="125"/>
                    <a:pt x="180" y="8710"/>
                    <a:pt x="180" y="19082"/>
                  </a:cubicBezTo>
                  <a:cubicBezTo>
                    <a:pt x="180" y="29455"/>
                    <a:pt x="8720" y="38039"/>
                    <a:pt x="19038" y="38039"/>
                  </a:cubicBezTo>
                  <a:cubicBezTo>
                    <a:pt x="29357" y="38039"/>
                    <a:pt x="37896" y="29455"/>
                    <a:pt x="37896" y="1908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2" name="Freeform: Shape 121">
              <a:extLst>
                <a:ext uri="{FF2B5EF4-FFF2-40B4-BE49-F238E27FC236}">
                  <a16:creationId xmlns:a16="http://schemas.microsoft.com/office/drawing/2014/main" id="{C66DDF9A-394D-DB29-3F15-2AED57402465}"/>
                </a:ext>
              </a:extLst>
            </p:cNvPr>
            <p:cNvSpPr/>
            <p:nvPr/>
          </p:nvSpPr>
          <p:spPr>
            <a:xfrm>
              <a:off x="3145813" y="5882883"/>
              <a:ext cx="37716" cy="37913"/>
            </a:xfrm>
            <a:custGeom>
              <a:avLst/>
              <a:gdLst>
                <a:gd name="connsiteX0" fmla="*/ 37901 w 37716"/>
                <a:gd name="connsiteY0" fmla="*/ 19082 h 37913"/>
                <a:gd name="connsiteX1" fmla="*/ 19043 w 37716"/>
                <a:gd name="connsiteY1" fmla="*/ 125 h 37913"/>
                <a:gd name="connsiteX2" fmla="*/ 184 w 37716"/>
                <a:gd name="connsiteY2" fmla="*/ 19082 h 37913"/>
                <a:gd name="connsiteX3" fmla="*/ 19043 w 37716"/>
                <a:gd name="connsiteY3" fmla="*/ 38039 h 37913"/>
                <a:gd name="connsiteX4" fmla="*/ 37901 w 37716"/>
                <a:gd name="connsiteY4" fmla="*/ 19082 h 3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6" h="37913">
                  <a:moveTo>
                    <a:pt x="37901" y="19082"/>
                  </a:moveTo>
                  <a:cubicBezTo>
                    <a:pt x="37901" y="8710"/>
                    <a:pt x="29361" y="125"/>
                    <a:pt x="19043" y="125"/>
                  </a:cubicBezTo>
                  <a:cubicBezTo>
                    <a:pt x="8724" y="125"/>
                    <a:pt x="184" y="8710"/>
                    <a:pt x="184" y="19082"/>
                  </a:cubicBezTo>
                  <a:cubicBezTo>
                    <a:pt x="184" y="29455"/>
                    <a:pt x="8724" y="38039"/>
                    <a:pt x="19043" y="38039"/>
                  </a:cubicBezTo>
                  <a:cubicBezTo>
                    <a:pt x="29361" y="38039"/>
                    <a:pt x="37901" y="29455"/>
                    <a:pt x="37901" y="1908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3" name="Freeform: Shape 122">
              <a:extLst>
                <a:ext uri="{FF2B5EF4-FFF2-40B4-BE49-F238E27FC236}">
                  <a16:creationId xmlns:a16="http://schemas.microsoft.com/office/drawing/2014/main" id="{380066E1-14FE-D970-EAC0-A24E8DE9C1E9}"/>
                </a:ext>
              </a:extLst>
            </p:cNvPr>
            <p:cNvSpPr/>
            <p:nvPr/>
          </p:nvSpPr>
          <p:spPr>
            <a:xfrm>
              <a:off x="3303950" y="5882883"/>
              <a:ext cx="37716" cy="37913"/>
            </a:xfrm>
            <a:custGeom>
              <a:avLst/>
              <a:gdLst>
                <a:gd name="connsiteX0" fmla="*/ 37905 w 37716"/>
                <a:gd name="connsiteY0" fmla="*/ 19082 h 37913"/>
                <a:gd name="connsiteX1" fmla="*/ 19047 w 37716"/>
                <a:gd name="connsiteY1" fmla="*/ 125 h 37913"/>
                <a:gd name="connsiteX2" fmla="*/ 189 w 37716"/>
                <a:gd name="connsiteY2" fmla="*/ 19082 h 37913"/>
                <a:gd name="connsiteX3" fmla="*/ 19047 w 37716"/>
                <a:gd name="connsiteY3" fmla="*/ 38039 h 37913"/>
                <a:gd name="connsiteX4" fmla="*/ 37905 w 37716"/>
                <a:gd name="connsiteY4" fmla="*/ 19082 h 379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716" h="37913">
                  <a:moveTo>
                    <a:pt x="37905" y="19082"/>
                  </a:moveTo>
                  <a:cubicBezTo>
                    <a:pt x="37905" y="8710"/>
                    <a:pt x="29365" y="125"/>
                    <a:pt x="19047" y="125"/>
                  </a:cubicBezTo>
                  <a:cubicBezTo>
                    <a:pt x="8728" y="125"/>
                    <a:pt x="189" y="8710"/>
                    <a:pt x="189" y="19082"/>
                  </a:cubicBezTo>
                  <a:cubicBezTo>
                    <a:pt x="189" y="29455"/>
                    <a:pt x="8728" y="38039"/>
                    <a:pt x="19047" y="38039"/>
                  </a:cubicBezTo>
                  <a:cubicBezTo>
                    <a:pt x="29365" y="38039"/>
                    <a:pt x="37905" y="29455"/>
                    <a:pt x="37905" y="1908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sp>
        <p:nvSpPr>
          <p:cNvPr id="125" name="Content Placeholder 4">
            <a:extLst>
              <a:ext uri="{FF2B5EF4-FFF2-40B4-BE49-F238E27FC236}">
                <a16:creationId xmlns:a16="http://schemas.microsoft.com/office/drawing/2014/main" id="{41A66BB3-E194-C5EE-A80E-0E1CB638B075}"/>
              </a:ext>
            </a:extLst>
          </p:cNvPr>
          <p:cNvSpPr txBox="1">
            <a:spLocks/>
          </p:cNvSpPr>
          <p:nvPr/>
        </p:nvSpPr>
        <p:spPr>
          <a:xfrm>
            <a:off x="404751" y="5192971"/>
            <a:ext cx="10515600" cy="1665029"/>
          </a:xfrm>
          <a:prstGeom prst="rect">
            <a:avLst/>
          </a:prstGeom>
        </p:spPr>
        <p:txBody>
          <a:bodyPr vert="horz" lIns="91440" tIns="45720" rIns="91440" bIns="45720" rtlCol="0">
            <a:normAutofit/>
          </a:bodyPr>
          <a:lstStyle>
            <a:defPPr>
              <a:defRPr lang="en-US"/>
            </a:defPPr>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CA" sz="2400" dirty="0">
                <a:latin typeface="Nunito" pitchFamily="2" charset="0"/>
              </a:rPr>
              <a:t>Use output of one layer as input to the next</a:t>
            </a:r>
          </a:p>
          <a:p>
            <a:r>
              <a:rPr lang="en-CA" sz="2400" i="1" dirty="0">
                <a:latin typeface="Nunito" pitchFamily="2" charset="0"/>
              </a:rPr>
              <a:t>Feed-forward</a:t>
            </a:r>
            <a:r>
              <a:rPr lang="en-CA" sz="2400" dirty="0">
                <a:latin typeface="Nunito" pitchFamily="2" charset="0"/>
              </a:rPr>
              <a:t> and/or </a:t>
            </a:r>
            <a:r>
              <a:rPr lang="en-CA" sz="2400" i="1" dirty="0">
                <a:latin typeface="Nunito" pitchFamily="2" charset="0"/>
              </a:rPr>
              <a:t>fully-connected</a:t>
            </a:r>
            <a:r>
              <a:rPr lang="en-CA" sz="2400" dirty="0">
                <a:latin typeface="Nunito" pitchFamily="2" charset="0"/>
              </a:rPr>
              <a:t> layers</a:t>
            </a:r>
          </a:p>
          <a:p>
            <a:r>
              <a:rPr lang="en-US" altLang="zh-CN" sz="2400" dirty="0">
                <a:latin typeface="Nunito" pitchFamily="2" charset="0"/>
              </a:rPr>
              <a:t>Also called </a:t>
            </a:r>
            <a:r>
              <a:rPr lang="en-US" altLang="zh-CN" sz="2400" i="1" dirty="0">
                <a:latin typeface="Nunito" pitchFamily="2" charset="0"/>
              </a:rPr>
              <a:t>multi-layer perceptron (MLP)</a:t>
            </a:r>
            <a:endParaRPr lang="en-CA" sz="2400" i="1" dirty="0">
              <a:latin typeface="Nunito" pitchFamily="2" charset="0"/>
            </a:endParaRPr>
          </a:p>
        </p:txBody>
      </p:sp>
    </p:spTree>
    <p:extLst>
      <p:ext uri="{BB962C8B-B14F-4D97-AF65-F5344CB8AC3E}">
        <p14:creationId xmlns:p14="http://schemas.microsoft.com/office/powerpoint/2010/main" val="4228864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2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EDB32-9691-B5F3-1D3C-9519C85AE6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49069-9FD1-2D7C-12EB-50701972A07A}"/>
              </a:ext>
            </a:extLst>
          </p:cNvPr>
          <p:cNvSpPr>
            <a:spLocks noGrp="1"/>
          </p:cNvSpPr>
          <p:nvPr>
            <p:ph type="title"/>
          </p:nvPr>
        </p:nvSpPr>
        <p:spPr/>
        <p:txBody>
          <a:bodyPr/>
          <a:lstStyle/>
          <a:p>
            <a:r>
              <a:rPr lang="en-CA" dirty="0"/>
              <a:t>Nonlinearities (activation function)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9F1B97D-77A3-7CC7-7CA5-AD73C97790F1}"/>
                  </a:ext>
                </a:extLst>
              </p:cNvPr>
              <p:cNvSpPr>
                <a:spLocks noGrp="1"/>
              </p:cNvSpPr>
              <p:nvPr>
                <p:ph idx="1"/>
              </p:nvPr>
            </p:nvSpPr>
            <p:spPr/>
            <p:txBody>
              <a:bodyPr/>
              <a:lstStyle/>
              <a:p>
                <a:pPr marL="0" indent="0">
                  <a:buNone/>
                </a:pPr>
                <a:endParaRPr lang="en-CA" dirty="0"/>
              </a:p>
              <a:p>
                <a:pPr marL="0" indent="0">
                  <a:buNone/>
                </a:pPr>
                <a:endParaRPr lang="en-CA" dirty="0"/>
              </a:p>
              <a:p>
                <a14:m>
                  <m:oMath xmlns:m="http://schemas.openxmlformats.org/officeDocument/2006/math">
                    <m:r>
                      <a:rPr lang="en-US" i="1">
                        <a:latin typeface="Cambria Math" panose="02040503050406030204" pitchFamily="18" charset="0"/>
                      </a:rPr>
                      <m:t>𝑔</m:t>
                    </m:r>
                  </m:oMath>
                </a14:m>
                <a:r>
                  <a:rPr lang="en-US" dirty="0"/>
                  <a:t> can be applied to each entry in a vector in an element-wise manner</a:t>
                </a:r>
              </a:p>
              <a:p>
                <a:r>
                  <a:rPr lang="en-US" dirty="0"/>
                  <a:t>Common activation functions: tanh, sigmoid, and </a:t>
                </a:r>
                <a:r>
                  <a:rPr lang="en-US" dirty="0" err="1"/>
                  <a:t>ReLU</a:t>
                </a:r>
                <a:endParaRPr lang="en-US" dirty="0"/>
              </a:p>
              <a:p>
                <a:endParaRPr lang="en-US" dirty="0"/>
              </a:p>
              <a:p>
                <a:pPr marL="0" indent="0">
                  <a:buNone/>
                </a:pPr>
                <a:r>
                  <a:rPr lang="en-US" dirty="0"/>
                  <a:t>Why nonlinearities?</a:t>
                </a:r>
              </a:p>
              <a:p>
                <a:r>
                  <a:rPr lang="en-US" dirty="0"/>
                  <a:t>Otherwise stacking neural layers results in a simple affine transform.</a:t>
                </a:r>
                <a:endParaRPr lang="en-CA" dirty="0"/>
              </a:p>
              <a:p>
                <a:pPr marL="0" indent="0">
                  <a:buNone/>
                </a:pPr>
                <a:endParaRPr lang="en-CA" dirty="0"/>
              </a:p>
            </p:txBody>
          </p:sp>
        </mc:Choice>
        <mc:Fallback>
          <p:sp>
            <p:nvSpPr>
              <p:cNvPr id="3" name="Content Placeholder 2">
                <a:extLst>
                  <a:ext uri="{FF2B5EF4-FFF2-40B4-BE49-F238E27FC236}">
                    <a16:creationId xmlns:a16="http://schemas.microsoft.com/office/drawing/2014/main" id="{49F1B97D-77A3-7CC7-7CA5-AD73C97790F1}"/>
                  </a:ext>
                </a:extLst>
              </p:cNvPr>
              <p:cNvSpPr>
                <a:spLocks noGrp="1" noRot="1" noChangeAspect="1" noMove="1" noResize="1" noEditPoints="1" noAdjustHandles="1" noChangeArrowheads="1" noChangeShapeType="1" noTextEdit="1"/>
              </p:cNvSpPr>
              <p:nvPr>
                <p:ph idx="1"/>
              </p:nvPr>
            </p:nvSpPr>
            <p:spPr>
              <a:blipFill>
                <a:blip r:embed="rId3"/>
                <a:stretch>
                  <a:fillRect l="-803"/>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0D5425B7-89BF-B256-7B52-8DB4BCC4C6ED}"/>
              </a:ext>
            </a:extLst>
          </p:cNvPr>
          <p:cNvSpPr>
            <a:spLocks noGrp="1"/>
          </p:cNvSpPr>
          <p:nvPr>
            <p:ph type="sldNum" sz="quarter" idx="12"/>
          </p:nvPr>
        </p:nvSpPr>
        <p:spPr/>
        <p:txBody>
          <a:bodyPr/>
          <a:lstStyle/>
          <a:p>
            <a:fld id="{A36FF760-4833-4FC2-9C74-46CD274694B2}" type="slidenum">
              <a:rPr lang="en-CA" smtClean="0"/>
              <a:pPr/>
              <a:t>27</a:t>
            </a:fld>
            <a:endParaRPr lang="en-CA"/>
          </a:p>
        </p:txBody>
      </p:sp>
      <p:grpSp>
        <p:nvGrpSpPr>
          <p:cNvPr id="5" name="Group 4" descr="\documentclass{article}&#10;\usepackage{amsmath,amssymb}&#10;\pagestyle{empty}&#10;\begin{document}&#10;&#10;\newcommand{\score}{\textrm{score}}&#10;\newcommand{\classify}{\textrm{classify}}&#10;\newcommand{\bx}{\mathbf{x}}&#10;&#10;\begin{align*}&#10;\mathbf{z}^{(1)} &amp;= g\left(\mathbf{W}^{(0)}\mathbf{x} + \mathbf{b}^{(0)}\right)&#10;\end{align*}&#10;&#10;&#10;\end{document}" title="IguanaTex Vector Display">
            <a:extLst>
              <a:ext uri="{FF2B5EF4-FFF2-40B4-BE49-F238E27FC236}">
                <a16:creationId xmlns:a16="http://schemas.microsoft.com/office/drawing/2014/main" id="{A68B4033-6E0C-543A-2353-FE7809F02DCC}"/>
              </a:ext>
            </a:extLst>
          </p:cNvPr>
          <p:cNvGrpSpPr>
            <a:grpSpLocks noChangeAspect="1"/>
          </p:cNvGrpSpPr>
          <p:nvPr/>
        </p:nvGrpSpPr>
        <p:grpSpPr>
          <a:xfrm>
            <a:off x="4258327" y="1378184"/>
            <a:ext cx="3675347" cy="637334"/>
            <a:chOff x="11166560" y="7544191"/>
            <a:chExt cx="3675347" cy="637334"/>
          </a:xfrm>
        </p:grpSpPr>
        <p:sp>
          <p:nvSpPr>
            <p:cNvPr id="6" name="Freeform: Shape 5">
              <a:extLst>
                <a:ext uri="{FF2B5EF4-FFF2-40B4-BE49-F238E27FC236}">
                  <a16:creationId xmlns:a16="http://schemas.microsoft.com/office/drawing/2014/main" id="{6095CCC0-4F56-952E-C607-716337727730}"/>
                </a:ext>
              </a:extLst>
            </p:cNvPr>
            <p:cNvSpPr/>
            <p:nvPr/>
          </p:nvSpPr>
          <p:spPr>
            <a:xfrm>
              <a:off x="11166560" y="7794311"/>
              <a:ext cx="151977" cy="157296"/>
            </a:xfrm>
            <a:custGeom>
              <a:avLst/>
              <a:gdLst>
                <a:gd name="connsiteX0" fmla="*/ 147564 w 151977"/>
                <a:gd name="connsiteY0" fmla="*/ 15318 h 157296"/>
                <a:gd name="connsiteX1" fmla="*/ 151098 w 151977"/>
                <a:gd name="connsiteY1" fmla="*/ 7524 h 157296"/>
                <a:gd name="connsiteX2" fmla="*/ 139788 w 151977"/>
                <a:gd name="connsiteY2" fmla="*/ 85 h 157296"/>
                <a:gd name="connsiteX3" fmla="*/ 10077 w 151977"/>
                <a:gd name="connsiteY3" fmla="*/ 85 h 157296"/>
                <a:gd name="connsiteX4" fmla="*/ 5836 w 151977"/>
                <a:gd name="connsiteY4" fmla="*/ 62082 h 157296"/>
                <a:gd name="connsiteX5" fmla="*/ 22447 w 151977"/>
                <a:gd name="connsiteY5" fmla="*/ 62082 h 157296"/>
                <a:gd name="connsiteX6" fmla="*/ 71928 w 151977"/>
                <a:gd name="connsiteY6" fmla="*/ 12838 h 157296"/>
                <a:gd name="connsiteX7" fmla="*/ 101970 w 151977"/>
                <a:gd name="connsiteY7" fmla="*/ 12838 h 157296"/>
                <a:gd name="connsiteX8" fmla="*/ 3362 w 151977"/>
                <a:gd name="connsiteY8" fmla="*/ 141793 h 157296"/>
                <a:gd name="connsiteX9" fmla="*/ 181 w 151977"/>
                <a:gd name="connsiteY9" fmla="*/ 149587 h 157296"/>
                <a:gd name="connsiteX10" fmla="*/ 11491 w 151977"/>
                <a:gd name="connsiteY10" fmla="*/ 157381 h 157296"/>
                <a:gd name="connsiteX11" fmla="*/ 145796 w 151977"/>
                <a:gd name="connsiteY11" fmla="*/ 157381 h 157296"/>
                <a:gd name="connsiteX12" fmla="*/ 152158 w 151977"/>
                <a:gd name="connsiteY12" fmla="*/ 85818 h 157296"/>
                <a:gd name="connsiteX13" fmla="*/ 135547 w 151977"/>
                <a:gd name="connsiteY13" fmla="*/ 85818 h 157296"/>
                <a:gd name="connsiteX14" fmla="*/ 80057 w 151977"/>
                <a:gd name="connsiteY14" fmla="*/ 143210 h 157296"/>
                <a:gd name="connsiteX15" fmla="*/ 49662 w 151977"/>
                <a:gd name="connsiteY15" fmla="*/ 143210 h 157296"/>
                <a:gd name="connsiteX16" fmla="*/ 147564 w 151977"/>
                <a:gd name="connsiteY16" fmla="*/ 15318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77" h="157296">
                  <a:moveTo>
                    <a:pt x="147564" y="15318"/>
                  </a:moveTo>
                  <a:cubicBezTo>
                    <a:pt x="150391" y="11421"/>
                    <a:pt x="151098" y="10713"/>
                    <a:pt x="151098" y="7524"/>
                  </a:cubicBezTo>
                  <a:cubicBezTo>
                    <a:pt x="151098" y="85"/>
                    <a:pt x="146150" y="85"/>
                    <a:pt x="139788" y="85"/>
                  </a:cubicBezTo>
                  <a:lnTo>
                    <a:pt x="10077" y="85"/>
                  </a:lnTo>
                  <a:lnTo>
                    <a:pt x="5836" y="62082"/>
                  </a:lnTo>
                  <a:lnTo>
                    <a:pt x="22447" y="62082"/>
                  </a:lnTo>
                  <a:cubicBezTo>
                    <a:pt x="24568" y="25592"/>
                    <a:pt x="35524" y="12838"/>
                    <a:pt x="71928" y="12838"/>
                  </a:cubicBezTo>
                  <a:lnTo>
                    <a:pt x="101970" y="12838"/>
                  </a:lnTo>
                  <a:lnTo>
                    <a:pt x="3362" y="141793"/>
                  </a:lnTo>
                  <a:cubicBezTo>
                    <a:pt x="181" y="145690"/>
                    <a:pt x="181" y="146399"/>
                    <a:pt x="181" y="149587"/>
                  </a:cubicBezTo>
                  <a:cubicBezTo>
                    <a:pt x="181" y="157381"/>
                    <a:pt x="4775" y="157381"/>
                    <a:pt x="11491" y="157381"/>
                  </a:cubicBezTo>
                  <a:lnTo>
                    <a:pt x="145796" y="157381"/>
                  </a:lnTo>
                  <a:lnTo>
                    <a:pt x="152158" y="85818"/>
                  </a:lnTo>
                  <a:lnTo>
                    <a:pt x="135547" y="85818"/>
                  </a:lnTo>
                  <a:cubicBezTo>
                    <a:pt x="132366" y="121600"/>
                    <a:pt x="126711" y="143210"/>
                    <a:pt x="80057" y="143210"/>
                  </a:cubicBezTo>
                  <a:lnTo>
                    <a:pt x="49662" y="143210"/>
                  </a:lnTo>
                  <a:lnTo>
                    <a:pt x="147564" y="15318"/>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5" name="Freeform: Shape 64">
              <a:extLst>
                <a:ext uri="{FF2B5EF4-FFF2-40B4-BE49-F238E27FC236}">
                  <a16:creationId xmlns:a16="http://schemas.microsoft.com/office/drawing/2014/main" id="{DC0DB7AA-1984-ED63-DE05-219E9AEBFAE1}"/>
                </a:ext>
              </a:extLst>
            </p:cNvPr>
            <p:cNvSpPr/>
            <p:nvPr/>
          </p:nvSpPr>
          <p:spPr>
            <a:xfrm>
              <a:off x="11364346" y="7619339"/>
              <a:ext cx="64325" cy="247742"/>
            </a:xfrm>
            <a:custGeom>
              <a:avLst/>
              <a:gdLst>
                <a:gd name="connsiteX0" fmla="*/ 59563 w 64325"/>
                <a:gd name="connsiteY0" fmla="*/ 81 h 247742"/>
                <a:gd name="connsiteX1" fmla="*/ 186 w 64325"/>
                <a:gd name="connsiteY1" fmla="*/ 123828 h 247742"/>
                <a:gd name="connsiteX2" fmla="*/ 59563 w 64325"/>
                <a:gd name="connsiteY2" fmla="*/ 247823 h 247742"/>
                <a:gd name="connsiteX3" fmla="*/ 64511 w 64325"/>
                <a:gd name="connsiteY3" fmla="*/ 244847 h 247742"/>
                <a:gd name="connsiteX4" fmla="*/ 62037 w 64325"/>
                <a:gd name="connsiteY4" fmla="*/ 241127 h 247742"/>
                <a:gd name="connsiteX5" fmla="*/ 17009 w 64325"/>
                <a:gd name="connsiteY5" fmla="*/ 124076 h 247742"/>
                <a:gd name="connsiteX6" fmla="*/ 62779 w 64325"/>
                <a:gd name="connsiteY6" fmla="*/ 6032 h 247742"/>
                <a:gd name="connsiteX7" fmla="*/ 64511 w 64325"/>
                <a:gd name="connsiteY7" fmla="*/ 3056 h 247742"/>
                <a:gd name="connsiteX8" fmla="*/ 59563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563" y="81"/>
                  </a:moveTo>
                  <a:cubicBezTo>
                    <a:pt x="12556" y="33311"/>
                    <a:pt x="186" y="85885"/>
                    <a:pt x="186" y="123828"/>
                  </a:cubicBezTo>
                  <a:cubicBezTo>
                    <a:pt x="186" y="158794"/>
                    <a:pt x="10577" y="213104"/>
                    <a:pt x="59563" y="247823"/>
                  </a:cubicBezTo>
                  <a:cubicBezTo>
                    <a:pt x="61542" y="247823"/>
                    <a:pt x="64511" y="247823"/>
                    <a:pt x="64511" y="244847"/>
                  </a:cubicBezTo>
                  <a:cubicBezTo>
                    <a:pt x="64511" y="243359"/>
                    <a:pt x="63769" y="242863"/>
                    <a:pt x="62037" y="241127"/>
                  </a:cubicBezTo>
                  <a:cubicBezTo>
                    <a:pt x="29132" y="211368"/>
                    <a:pt x="17009" y="169210"/>
                    <a:pt x="17009" y="124076"/>
                  </a:cubicBezTo>
                  <a:cubicBezTo>
                    <a:pt x="17009" y="57118"/>
                    <a:pt x="42492" y="24384"/>
                    <a:pt x="62779" y="6032"/>
                  </a:cubicBezTo>
                  <a:cubicBezTo>
                    <a:pt x="63769" y="5040"/>
                    <a:pt x="64511" y="4296"/>
                    <a:pt x="64511" y="3056"/>
                  </a:cubicBezTo>
                  <a:cubicBezTo>
                    <a:pt x="64511" y="81"/>
                    <a:pt x="61542" y="81"/>
                    <a:pt x="59563"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6" name="Freeform: Shape 65">
              <a:extLst>
                <a:ext uri="{FF2B5EF4-FFF2-40B4-BE49-F238E27FC236}">
                  <a16:creationId xmlns:a16="http://schemas.microsoft.com/office/drawing/2014/main" id="{EC2A7368-D0B2-9ADA-6BA1-0C5781233E97}"/>
                </a:ext>
              </a:extLst>
            </p:cNvPr>
            <p:cNvSpPr/>
            <p:nvPr/>
          </p:nvSpPr>
          <p:spPr>
            <a:xfrm>
              <a:off x="11473311" y="7640666"/>
              <a:ext cx="90055" cy="164665"/>
            </a:xfrm>
            <a:custGeom>
              <a:avLst/>
              <a:gdLst>
                <a:gd name="connsiteX0" fmla="*/ 56103 w 90055"/>
                <a:gd name="connsiteY0" fmla="*/ 7024 h 164665"/>
                <a:gd name="connsiteX1" fmla="*/ 48680 w 90055"/>
                <a:gd name="connsiteY1" fmla="*/ 81 h 164665"/>
                <a:gd name="connsiteX2" fmla="*/ 189 w 90055"/>
                <a:gd name="connsiteY2" fmla="*/ 15952 h 164665"/>
                <a:gd name="connsiteX3" fmla="*/ 189 w 90055"/>
                <a:gd name="connsiteY3" fmla="*/ 24880 h 164665"/>
                <a:gd name="connsiteX4" fmla="*/ 36063 w 90055"/>
                <a:gd name="connsiteY4" fmla="*/ 17936 h 164665"/>
                <a:gd name="connsiteX5" fmla="*/ 36063 w 90055"/>
                <a:gd name="connsiteY5" fmla="*/ 144411 h 164665"/>
                <a:gd name="connsiteX6" fmla="*/ 11322 w 90055"/>
                <a:gd name="connsiteY6" fmla="*/ 155818 h 164665"/>
                <a:gd name="connsiteX7" fmla="*/ 1921 w 90055"/>
                <a:gd name="connsiteY7" fmla="*/ 155818 h 164665"/>
                <a:gd name="connsiteX8" fmla="*/ 1921 w 90055"/>
                <a:gd name="connsiteY8" fmla="*/ 164746 h 164665"/>
                <a:gd name="connsiteX9" fmla="*/ 45959 w 90055"/>
                <a:gd name="connsiteY9" fmla="*/ 163754 h 164665"/>
                <a:gd name="connsiteX10" fmla="*/ 90244 w 90055"/>
                <a:gd name="connsiteY10" fmla="*/ 164746 h 164665"/>
                <a:gd name="connsiteX11" fmla="*/ 90244 w 90055"/>
                <a:gd name="connsiteY11" fmla="*/ 155818 h 164665"/>
                <a:gd name="connsiteX12" fmla="*/ 80843 w 90055"/>
                <a:gd name="connsiteY12" fmla="*/ 155818 h 164665"/>
                <a:gd name="connsiteX13" fmla="*/ 56103 w 90055"/>
                <a:gd name="connsiteY13" fmla="*/ 144411 h 164665"/>
                <a:gd name="connsiteX14" fmla="*/ 56103 w 90055"/>
                <a:gd name="connsiteY14" fmla="*/ 7024 h 16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55" h="164665">
                  <a:moveTo>
                    <a:pt x="56103" y="7024"/>
                  </a:moveTo>
                  <a:cubicBezTo>
                    <a:pt x="56103" y="329"/>
                    <a:pt x="55608" y="81"/>
                    <a:pt x="48680" y="81"/>
                  </a:cubicBezTo>
                  <a:cubicBezTo>
                    <a:pt x="32846" y="15704"/>
                    <a:pt x="10333" y="15952"/>
                    <a:pt x="189" y="15952"/>
                  </a:cubicBezTo>
                  <a:lnTo>
                    <a:pt x="189" y="24880"/>
                  </a:lnTo>
                  <a:cubicBezTo>
                    <a:pt x="6127" y="24880"/>
                    <a:pt x="22455" y="24880"/>
                    <a:pt x="36063" y="17936"/>
                  </a:cubicBezTo>
                  <a:lnTo>
                    <a:pt x="36063" y="144411"/>
                  </a:lnTo>
                  <a:cubicBezTo>
                    <a:pt x="36063" y="152594"/>
                    <a:pt x="36063" y="155818"/>
                    <a:pt x="11322" y="155818"/>
                  </a:cubicBezTo>
                  <a:lnTo>
                    <a:pt x="1921" y="155818"/>
                  </a:lnTo>
                  <a:lnTo>
                    <a:pt x="1921" y="164746"/>
                  </a:lnTo>
                  <a:cubicBezTo>
                    <a:pt x="6374" y="164498"/>
                    <a:pt x="36805" y="163754"/>
                    <a:pt x="45959" y="163754"/>
                  </a:cubicBezTo>
                  <a:cubicBezTo>
                    <a:pt x="53629" y="163754"/>
                    <a:pt x="84802" y="164498"/>
                    <a:pt x="90244" y="164746"/>
                  </a:cubicBezTo>
                  <a:lnTo>
                    <a:pt x="90244" y="155818"/>
                  </a:lnTo>
                  <a:lnTo>
                    <a:pt x="80843" y="155818"/>
                  </a:lnTo>
                  <a:cubicBezTo>
                    <a:pt x="56103" y="155818"/>
                    <a:pt x="56103" y="152594"/>
                    <a:pt x="56103" y="144411"/>
                  </a:cubicBezTo>
                  <a:lnTo>
                    <a:pt x="56103" y="7024"/>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7" name="Freeform: Shape 66">
              <a:extLst>
                <a:ext uri="{FF2B5EF4-FFF2-40B4-BE49-F238E27FC236}">
                  <a16:creationId xmlns:a16="http://schemas.microsoft.com/office/drawing/2014/main" id="{5589C43B-1D29-7F08-ECE0-52A24233EA1F}"/>
                </a:ext>
              </a:extLst>
            </p:cNvPr>
            <p:cNvSpPr/>
            <p:nvPr/>
          </p:nvSpPr>
          <p:spPr>
            <a:xfrm>
              <a:off x="11604793" y="7619339"/>
              <a:ext cx="64077" cy="247742"/>
            </a:xfrm>
            <a:custGeom>
              <a:avLst/>
              <a:gdLst>
                <a:gd name="connsiteX0" fmla="*/ 4894 w 64077"/>
                <a:gd name="connsiteY0" fmla="*/ 81 h 247742"/>
                <a:gd name="connsiteX1" fmla="*/ 193 w 64077"/>
                <a:gd name="connsiteY1" fmla="*/ 3056 h 247742"/>
                <a:gd name="connsiteX2" fmla="*/ 2420 w 64077"/>
                <a:gd name="connsiteY2" fmla="*/ 6776 h 247742"/>
                <a:gd name="connsiteX3" fmla="*/ 47447 w 64077"/>
                <a:gd name="connsiteY3" fmla="*/ 123828 h 247742"/>
                <a:gd name="connsiteX4" fmla="*/ 4646 w 64077"/>
                <a:gd name="connsiteY4" fmla="*/ 239143 h 247742"/>
                <a:gd name="connsiteX5" fmla="*/ 193 w 64077"/>
                <a:gd name="connsiteY5" fmla="*/ 244847 h 247742"/>
                <a:gd name="connsiteX6" fmla="*/ 3409 w 64077"/>
                <a:gd name="connsiteY6" fmla="*/ 247823 h 247742"/>
                <a:gd name="connsiteX7" fmla="*/ 46210 w 64077"/>
                <a:gd name="connsiteY7" fmla="*/ 200457 h 247742"/>
                <a:gd name="connsiteX8" fmla="*/ 64271 w 64077"/>
                <a:gd name="connsiteY8" fmla="*/ 124076 h 247742"/>
                <a:gd name="connsiteX9" fmla="*/ 4894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894" y="81"/>
                  </a:moveTo>
                  <a:cubicBezTo>
                    <a:pt x="3162" y="81"/>
                    <a:pt x="193" y="81"/>
                    <a:pt x="193" y="3056"/>
                  </a:cubicBezTo>
                  <a:cubicBezTo>
                    <a:pt x="193" y="4296"/>
                    <a:pt x="935" y="5040"/>
                    <a:pt x="2420" y="6776"/>
                  </a:cubicBezTo>
                  <a:cubicBezTo>
                    <a:pt x="23696" y="26368"/>
                    <a:pt x="47447" y="59846"/>
                    <a:pt x="47447" y="123828"/>
                  </a:cubicBezTo>
                  <a:cubicBezTo>
                    <a:pt x="47447" y="175658"/>
                    <a:pt x="31366" y="214840"/>
                    <a:pt x="4646" y="239143"/>
                  </a:cubicBezTo>
                  <a:cubicBezTo>
                    <a:pt x="440" y="243359"/>
                    <a:pt x="193" y="243607"/>
                    <a:pt x="193" y="244847"/>
                  </a:cubicBezTo>
                  <a:cubicBezTo>
                    <a:pt x="193" y="246087"/>
                    <a:pt x="935" y="247823"/>
                    <a:pt x="3409" y="247823"/>
                  </a:cubicBezTo>
                  <a:cubicBezTo>
                    <a:pt x="6378" y="247823"/>
                    <a:pt x="29882" y="231455"/>
                    <a:pt x="46210" y="200457"/>
                  </a:cubicBezTo>
                  <a:cubicBezTo>
                    <a:pt x="57096" y="179873"/>
                    <a:pt x="64271" y="153090"/>
                    <a:pt x="64271" y="124076"/>
                  </a:cubicBezTo>
                  <a:cubicBezTo>
                    <a:pt x="64271" y="89109"/>
                    <a:pt x="53880" y="34799"/>
                    <a:pt x="4894"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8" name="Freeform: Shape 67">
              <a:extLst>
                <a:ext uri="{FF2B5EF4-FFF2-40B4-BE49-F238E27FC236}">
                  <a16:creationId xmlns:a16="http://schemas.microsoft.com/office/drawing/2014/main" id="{FCBACE2D-81BA-8FCB-6233-8F76F9628E9E}"/>
                </a:ext>
              </a:extLst>
            </p:cNvPr>
            <p:cNvSpPr/>
            <p:nvPr/>
          </p:nvSpPr>
          <p:spPr>
            <a:xfrm>
              <a:off x="11833315" y="7821589"/>
              <a:ext cx="235034" cy="82899"/>
            </a:xfrm>
            <a:custGeom>
              <a:avLst/>
              <a:gdLst>
                <a:gd name="connsiteX0" fmla="*/ 223217 w 235034"/>
                <a:gd name="connsiteY0" fmla="*/ 14256 h 82899"/>
                <a:gd name="connsiteX1" fmla="*/ 235234 w 235034"/>
                <a:gd name="connsiteY1" fmla="*/ 7170 h 82899"/>
                <a:gd name="connsiteX2" fmla="*/ 223571 w 235034"/>
                <a:gd name="connsiteY2" fmla="*/ 85 h 82899"/>
                <a:gd name="connsiteX3" fmla="*/ 11863 w 235034"/>
                <a:gd name="connsiteY3" fmla="*/ 85 h 82899"/>
                <a:gd name="connsiteX4" fmla="*/ 199 w 235034"/>
                <a:gd name="connsiteY4" fmla="*/ 7170 h 82899"/>
                <a:gd name="connsiteX5" fmla="*/ 12216 w 235034"/>
                <a:gd name="connsiteY5" fmla="*/ 14256 h 82899"/>
                <a:gd name="connsiteX6" fmla="*/ 223217 w 235034"/>
                <a:gd name="connsiteY6" fmla="*/ 14256 h 82899"/>
                <a:gd name="connsiteX7" fmla="*/ 223571 w 235034"/>
                <a:gd name="connsiteY7" fmla="*/ 82984 h 82899"/>
                <a:gd name="connsiteX8" fmla="*/ 235234 w 235034"/>
                <a:gd name="connsiteY8" fmla="*/ 75899 h 82899"/>
                <a:gd name="connsiteX9" fmla="*/ 223217 w 235034"/>
                <a:gd name="connsiteY9" fmla="*/ 68813 h 82899"/>
                <a:gd name="connsiteX10" fmla="*/ 12216 w 235034"/>
                <a:gd name="connsiteY10" fmla="*/ 68813 h 82899"/>
                <a:gd name="connsiteX11" fmla="*/ 199 w 235034"/>
                <a:gd name="connsiteY11" fmla="*/ 75899 h 82899"/>
                <a:gd name="connsiteX12" fmla="*/ 11863 w 235034"/>
                <a:gd name="connsiteY12" fmla="*/ 82984 h 82899"/>
                <a:gd name="connsiteX13" fmla="*/ 223571 w 235034"/>
                <a:gd name="connsiteY13" fmla="*/ 82984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34" h="82899">
                  <a:moveTo>
                    <a:pt x="223217" y="14256"/>
                  </a:moveTo>
                  <a:cubicBezTo>
                    <a:pt x="228519" y="14256"/>
                    <a:pt x="235234" y="14256"/>
                    <a:pt x="235234" y="7170"/>
                  </a:cubicBezTo>
                  <a:cubicBezTo>
                    <a:pt x="235234" y="85"/>
                    <a:pt x="228519" y="85"/>
                    <a:pt x="223571" y="85"/>
                  </a:cubicBezTo>
                  <a:lnTo>
                    <a:pt x="11863" y="85"/>
                  </a:lnTo>
                  <a:cubicBezTo>
                    <a:pt x="6915" y="85"/>
                    <a:pt x="199" y="85"/>
                    <a:pt x="199" y="7170"/>
                  </a:cubicBezTo>
                  <a:cubicBezTo>
                    <a:pt x="199" y="14256"/>
                    <a:pt x="6915" y="14256"/>
                    <a:pt x="12216" y="14256"/>
                  </a:cubicBezTo>
                  <a:lnTo>
                    <a:pt x="223217" y="14256"/>
                  </a:lnTo>
                  <a:close/>
                  <a:moveTo>
                    <a:pt x="223571" y="82984"/>
                  </a:moveTo>
                  <a:cubicBezTo>
                    <a:pt x="228519" y="82984"/>
                    <a:pt x="235234" y="82984"/>
                    <a:pt x="235234" y="75899"/>
                  </a:cubicBezTo>
                  <a:cubicBezTo>
                    <a:pt x="235234" y="68813"/>
                    <a:pt x="228519" y="68813"/>
                    <a:pt x="223217" y="68813"/>
                  </a:cubicBezTo>
                  <a:lnTo>
                    <a:pt x="12216" y="68813"/>
                  </a:lnTo>
                  <a:cubicBezTo>
                    <a:pt x="6915" y="68813"/>
                    <a:pt x="199" y="68813"/>
                    <a:pt x="199" y="75899"/>
                  </a:cubicBezTo>
                  <a:cubicBezTo>
                    <a:pt x="199" y="82984"/>
                    <a:pt x="6915" y="82984"/>
                    <a:pt x="11863" y="82984"/>
                  </a:cubicBezTo>
                  <a:lnTo>
                    <a:pt x="223571" y="82984"/>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9" name="Freeform: Shape 68">
              <a:extLst>
                <a:ext uri="{FF2B5EF4-FFF2-40B4-BE49-F238E27FC236}">
                  <a16:creationId xmlns:a16="http://schemas.microsoft.com/office/drawing/2014/main" id="{E705416B-A22B-E9A9-A2D0-11FF12120B32}"/>
                </a:ext>
              </a:extLst>
            </p:cNvPr>
            <p:cNvSpPr/>
            <p:nvPr/>
          </p:nvSpPr>
          <p:spPr>
            <a:xfrm>
              <a:off x="12191894" y="7795019"/>
              <a:ext cx="162227" cy="229213"/>
            </a:xfrm>
            <a:custGeom>
              <a:avLst/>
              <a:gdLst>
                <a:gd name="connsiteX0" fmla="*/ 161377 w 162227"/>
                <a:gd name="connsiteY0" fmla="*/ 23112 h 229213"/>
                <a:gd name="connsiteX1" fmla="*/ 162437 w 162227"/>
                <a:gd name="connsiteY1" fmla="*/ 16735 h 229213"/>
                <a:gd name="connsiteX2" fmla="*/ 152187 w 162227"/>
                <a:gd name="connsiteY2" fmla="*/ 7170 h 229213"/>
                <a:gd name="connsiteX3" fmla="*/ 137696 w 162227"/>
                <a:gd name="connsiteY3" fmla="*/ 22404 h 229213"/>
                <a:gd name="connsiteX4" fmla="*/ 104827 w 162227"/>
                <a:gd name="connsiteY4" fmla="*/ 85 h 229213"/>
                <a:gd name="connsiteX5" fmla="*/ 20709 w 162227"/>
                <a:gd name="connsiteY5" fmla="*/ 100698 h 229213"/>
                <a:gd name="connsiteX6" fmla="*/ 67716 w 162227"/>
                <a:gd name="connsiteY6" fmla="*/ 156673 h 229213"/>
                <a:gd name="connsiteX7" fmla="*/ 108715 w 162227"/>
                <a:gd name="connsiteY7" fmla="*/ 136125 h 229213"/>
                <a:gd name="connsiteX8" fmla="*/ 109068 w 162227"/>
                <a:gd name="connsiteY8" fmla="*/ 136479 h 229213"/>
                <a:gd name="connsiteX9" fmla="*/ 97405 w 162227"/>
                <a:gd name="connsiteY9" fmla="*/ 183243 h 229213"/>
                <a:gd name="connsiteX10" fmla="*/ 46510 w 162227"/>
                <a:gd name="connsiteY10" fmla="*/ 221504 h 229213"/>
                <a:gd name="connsiteX11" fmla="*/ 18235 w 162227"/>
                <a:gd name="connsiteY11" fmla="*/ 217962 h 229213"/>
                <a:gd name="connsiteX12" fmla="*/ 32726 w 162227"/>
                <a:gd name="connsiteY12" fmla="*/ 199540 h 229213"/>
                <a:gd name="connsiteX13" fmla="*/ 19295 w 162227"/>
                <a:gd name="connsiteY13" fmla="*/ 187140 h 229213"/>
                <a:gd name="connsiteX14" fmla="*/ 210 w 162227"/>
                <a:gd name="connsiteY14" fmla="*/ 207688 h 229213"/>
                <a:gd name="connsiteX15" fmla="*/ 47217 w 162227"/>
                <a:gd name="connsiteY15" fmla="*/ 229298 h 229213"/>
                <a:gd name="connsiteX16" fmla="*/ 122145 w 162227"/>
                <a:gd name="connsiteY16" fmla="*/ 180409 h 229213"/>
                <a:gd name="connsiteX17" fmla="*/ 161377 w 162227"/>
                <a:gd name="connsiteY17" fmla="*/ 23112 h 229213"/>
                <a:gd name="connsiteX18" fmla="*/ 115430 w 162227"/>
                <a:gd name="connsiteY18" fmla="*/ 111326 h 229213"/>
                <a:gd name="connsiteX19" fmla="*/ 97405 w 162227"/>
                <a:gd name="connsiteY19" fmla="*/ 136125 h 229213"/>
                <a:gd name="connsiteX20" fmla="*/ 68776 w 162227"/>
                <a:gd name="connsiteY20" fmla="*/ 148879 h 229213"/>
                <a:gd name="connsiteX21" fmla="*/ 45803 w 162227"/>
                <a:gd name="connsiteY21" fmla="*/ 116286 h 229213"/>
                <a:gd name="connsiteX22" fmla="*/ 65595 w 162227"/>
                <a:gd name="connsiteY22" fmla="*/ 39409 h 229213"/>
                <a:gd name="connsiteX23" fmla="*/ 105180 w 162227"/>
                <a:gd name="connsiteY23" fmla="*/ 7879 h 229213"/>
                <a:gd name="connsiteX24" fmla="*/ 133455 w 162227"/>
                <a:gd name="connsiteY24" fmla="*/ 38346 h 229213"/>
                <a:gd name="connsiteX25" fmla="*/ 132395 w 162227"/>
                <a:gd name="connsiteY25" fmla="*/ 43660 h 229213"/>
                <a:gd name="connsiteX26" fmla="*/ 115430 w 162227"/>
                <a:gd name="connsiteY26" fmla="*/ 111326 h 22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2227" h="229213">
                  <a:moveTo>
                    <a:pt x="161377" y="23112"/>
                  </a:moveTo>
                  <a:cubicBezTo>
                    <a:pt x="161730" y="20987"/>
                    <a:pt x="162437" y="19215"/>
                    <a:pt x="162437" y="16735"/>
                  </a:cubicBezTo>
                  <a:cubicBezTo>
                    <a:pt x="162437" y="10713"/>
                    <a:pt x="158196" y="7170"/>
                    <a:pt x="152187" y="7170"/>
                  </a:cubicBezTo>
                  <a:cubicBezTo>
                    <a:pt x="148653" y="7170"/>
                    <a:pt x="139110" y="9650"/>
                    <a:pt x="137696" y="22404"/>
                  </a:cubicBezTo>
                  <a:cubicBezTo>
                    <a:pt x="131335" y="9296"/>
                    <a:pt x="118964" y="85"/>
                    <a:pt x="104827" y="85"/>
                  </a:cubicBezTo>
                  <a:cubicBezTo>
                    <a:pt x="64535" y="85"/>
                    <a:pt x="20709" y="49683"/>
                    <a:pt x="20709" y="100698"/>
                  </a:cubicBezTo>
                  <a:cubicBezTo>
                    <a:pt x="20709" y="135771"/>
                    <a:pt x="42269" y="156673"/>
                    <a:pt x="67716" y="156673"/>
                  </a:cubicBezTo>
                  <a:cubicBezTo>
                    <a:pt x="88569" y="156673"/>
                    <a:pt x="105180" y="140022"/>
                    <a:pt x="108715" y="136125"/>
                  </a:cubicBezTo>
                  <a:lnTo>
                    <a:pt x="109068" y="136479"/>
                  </a:lnTo>
                  <a:cubicBezTo>
                    <a:pt x="101646" y="168009"/>
                    <a:pt x="97405" y="182535"/>
                    <a:pt x="97405" y="183243"/>
                  </a:cubicBezTo>
                  <a:cubicBezTo>
                    <a:pt x="95991" y="186432"/>
                    <a:pt x="83974" y="221504"/>
                    <a:pt x="46510" y="221504"/>
                  </a:cubicBezTo>
                  <a:cubicBezTo>
                    <a:pt x="39795" y="221504"/>
                    <a:pt x="28131" y="221150"/>
                    <a:pt x="18235" y="217962"/>
                  </a:cubicBezTo>
                  <a:cubicBezTo>
                    <a:pt x="28838" y="214773"/>
                    <a:pt x="32726" y="205562"/>
                    <a:pt x="32726" y="199540"/>
                  </a:cubicBezTo>
                  <a:cubicBezTo>
                    <a:pt x="32726" y="193871"/>
                    <a:pt x="28838" y="187140"/>
                    <a:pt x="19295" y="187140"/>
                  </a:cubicBezTo>
                  <a:cubicBezTo>
                    <a:pt x="11520" y="187140"/>
                    <a:pt x="210" y="193517"/>
                    <a:pt x="210" y="207688"/>
                  </a:cubicBezTo>
                  <a:cubicBezTo>
                    <a:pt x="210" y="222213"/>
                    <a:pt x="13287" y="229298"/>
                    <a:pt x="47217" y="229298"/>
                  </a:cubicBezTo>
                  <a:cubicBezTo>
                    <a:pt x="91396" y="229298"/>
                    <a:pt x="116844" y="201665"/>
                    <a:pt x="122145" y="180409"/>
                  </a:cubicBezTo>
                  <a:lnTo>
                    <a:pt x="161377" y="23112"/>
                  </a:lnTo>
                  <a:close/>
                  <a:moveTo>
                    <a:pt x="115430" y="111326"/>
                  </a:moveTo>
                  <a:cubicBezTo>
                    <a:pt x="113309" y="120537"/>
                    <a:pt x="105180" y="129394"/>
                    <a:pt x="97405" y="136125"/>
                  </a:cubicBezTo>
                  <a:cubicBezTo>
                    <a:pt x="89983" y="142502"/>
                    <a:pt x="79026" y="148879"/>
                    <a:pt x="68776" y="148879"/>
                  </a:cubicBezTo>
                  <a:cubicBezTo>
                    <a:pt x="51105" y="148879"/>
                    <a:pt x="45803" y="130457"/>
                    <a:pt x="45803" y="116286"/>
                  </a:cubicBezTo>
                  <a:cubicBezTo>
                    <a:pt x="45803" y="99281"/>
                    <a:pt x="56053" y="57477"/>
                    <a:pt x="65595" y="39409"/>
                  </a:cubicBezTo>
                  <a:cubicBezTo>
                    <a:pt x="75138" y="22050"/>
                    <a:pt x="90336" y="7879"/>
                    <a:pt x="105180" y="7879"/>
                  </a:cubicBezTo>
                  <a:cubicBezTo>
                    <a:pt x="128507" y="7879"/>
                    <a:pt x="133455" y="36575"/>
                    <a:pt x="133455" y="38346"/>
                  </a:cubicBezTo>
                  <a:cubicBezTo>
                    <a:pt x="133455" y="40117"/>
                    <a:pt x="132748" y="42243"/>
                    <a:pt x="132395" y="43660"/>
                  </a:cubicBezTo>
                  <a:lnTo>
                    <a:pt x="115430" y="111326"/>
                  </a:lnTo>
                  <a:close/>
                </a:path>
              </a:pathLst>
            </a:custGeom>
            <a:solidFill>
              <a:srgbClr val="2683C6"/>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0" name="Freeform: Shape 69">
              <a:extLst>
                <a:ext uri="{FF2B5EF4-FFF2-40B4-BE49-F238E27FC236}">
                  <a16:creationId xmlns:a16="http://schemas.microsoft.com/office/drawing/2014/main" id="{9252A598-1EB9-3454-FB6F-D12020B1E572}"/>
                </a:ext>
              </a:extLst>
            </p:cNvPr>
            <p:cNvSpPr/>
            <p:nvPr/>
          </p:nvSpPr>
          <p:spPr>
            <a:xfrm>
              <a:off x="12490374" y="7544191"/>
              <a:ext cx="134305" cy="637334"/>
            </a:xfrm>
            <a:custGeom>
              <a:avLst/>
              <a:gdLst>
                <a:gd name="connsiteX0" fmla="*/ 118618 w 134305"/>
                <a:gd name="connsiteY0" fmla="*/ 633511 h 637334"/>
                <a:gd name="connsiteX1" fmla="*/ 122859 w 134305"/>
                <a:gd name="connsiteY1" fmla="*/ 637408 h 637334"/>
                <a:gd name="connsiteX2" fmla="*/ 130634 w 134305"/>
                <a:gd name="connsiteY2" fmla="*/ 637408 h 637334"/>
                <a:gd name="connsiteX3" fmla="*/ 134522 w 134305"/>
                <a:gd name="connsiteY3" fmla="*/ 633865 h 637334"/>
                <a:gd name="connsiteX4" fmla="*/ 133109 w 134305"/>
                <a:gd name="connsiteY4" fmla="*/ 630677 h 637334"/>
                <a:gd name="connsiteX5" fmla="*/ 79386 w 134305"/>
                <a:gd name="connsiteY5" fmla="*/ 559468 h 637334"/>
                <a:gd name="connsiteX6" fmla="*/ 27078 w 134305"/>
                <a:gd name="connsiteY6" fmla="*/ 318918 h 637334"/>
                <a:gd name="connsiteX7" fmla="*/ 133462 w 134305"/>
                <a:gd name="connsiteY7" fmla="*/ 6451 h 637334"/>
                <a:gd name="connsiteX8" fmla="*/ 134522 w 134305"/>
                <a:gd name="connsiteY8" fmla="*/ 3616 h 637334"/>
                <a:gd name="connsiteX9" fmla="*/ 127807 w 134305"/>
                <a:gd name="connsiteY9" fmla="*/ 74 h 637334"/>
                <a:gd name="connsiteX10" fmla="*/ 119325 w 134305"/>
                <a:gd name="connsiteY10" fmla="*/ 2908 h 637334"/>
                <a:gd name="connsiteX11" fmla="*/ 23543 w 134305"/>
                <a:gd name="connsiteY11" fmla="*/ 155953 h 637334"/>
                <a:gd name="connsiteX12" fmla="*/ 217 w 134305"/>
                <a:gd name="connsiteY12" fmla="*/ 318564 h 637334"/>
                <a:gd name="connsiteX13" fmla="*/ 70904 w 134305"/>
                <a:gd name="connsiteY13" fmla="*/ 579662 h 637334"/>
                <a:gd name="connsiteX14" fmla="*/ 93524 w 134305"/>
                <a:gd name="connsiteY14" fmla="*/ 608358 h 637334"/>
                <a:gd name="connsiteX15" fmla="*/ 104834 w 134305"/>
                <a:gd name="connsiteY15" fmla="*/ 620757 h 637334"/>
                <a:gd name="connsiteX16" fmla="*/ 118618 w 134305"/>
                <a:gd name="connsiteY16" fmla="*/ 633511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4305" h="637334">
                  <a:moveTo>
                    <a:pt x="118618" y="633511"/>
                  </a:moveTo>
                  <a:cubicBezTo>
                    <a:pt x="119325" y="633865"/>
                    <a:pt x="122505" y="637408"/>
                    <a:pt x="122859" y="637408"/>
                  </a:cubicBezTo>
                  <a:lnTo>
                    <a:pt x="130634" y="637408"/>
                  </a:lnTo>
                  <a:cubicBezTo>
                    <a:pt x="131695" y="637408"/>
                    <a:pt x="134522" y="637054"/>
                    <a:pt x="134522" y="633865"/>
                  </a:cubicBezTo>
                  <a:cubicBezTo>
                    <a:pt x="134522" y="632448"/>
                    <a:pt x="133815" y="631740"/>
                    <a:pt x="133109" y="630677"/>
                  </a:cubicBezTo>
                  <a:cubicBezTo>
                    <a:pt x="120385" y="617923"/>
                    <a:pt x="101299" y="598438"/>
                    <a:pt x="79386" y="559468"/>
                  </a:cubicBezTo>
                  <a:cubicBezTo>
                    <a:pt x="41215" y="491448"/>
                    <a:pt x="27078" y="403943"/>
                    <a:pt x="27078" y="318918"/>
                  </a:cubicBezTo>
                  <a:cubicBezTo>
                    <a:pt x="27078" y="161621"/>
                    <a:pt x="71611" y="69157"/>
                    <a:pt x="133462" y="6451"/>
                  </a:cubicBezTo>
                  <a:cubicBezTo>
                    <a:pt x="134522" y="5388"/>
                    <a:pt x="134522" y="4325"/>
                    <a:pt x="134522" y="3616"/>
                  </a:cubicBezTo>
                  <a:cubicBezTo>
                    <a:pt x="134522" y="74"/>
                    <a:pt x="132048" y="74"/>
                    <a:pt x="127807" y="74"/>
                  </a:cubicBezTo>
                  <a:cubicBezTo>
                    <a:pt x="123212" y="74"/>
                    <a:pt x="122505" y="74"/>
                    <a:pt x="119325" y="2908"/>
                  </a:cubicBezTo>
                  <a:cubicBezTo>
                    <a:pt x="85748" y="31958"/>
                    <a:pt x="47930" y="81202"/>
                    <a:pt x="23543" y="155953"/>
                  </a:cubicBezTo>
                  <a:cubicBezTo>
                    <a:pt x="8346" y="202717"/>
                    <a:pt x="217" y="259755"/>
                    <a:pt x="217" y="318564"/>
                  </a:cubicBezTo>
                  <a:cubicBezTo>
                    <a:pt x="217" y="402526"/>
                    <a:pt x="15414" y="497471"/>
                    <a:pt x="70904" y="579662"/>
                  </a:cubicBezTo>
                  <a:cubicBezTo>
                    <a:pt x="80447" y="593478"/>
                    <a:pt x="93524" y="608004"/>
                    <a:pt x="93524" y="608358"/>
                  </a:cubicBezTo>
                  <a:cubicBezTo>
                    <a:pt x="97058" y="612609"/>
                    <a:pt x="102006" y="618277"/>
                    <a:pt x="104834" y="620757"/>
                  </a:cubicBezTo>
                  <a:lnTo>
                    <a:pt x="118618" y="633511"/>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1" name="Freeform: Shape 70">
              <a:extLst>
                <a:ext uri="{FF2B5EF4-FFF2-40B4-BE49-F238E27FC236}">
                  <a16:creationId xmlns:a16="http://schemas.microsoft.com/office/drawing/2014/main" id="{48B9BEA1-C04F-511B-2E2C-96C9591CE8B0}"/>
                </a:ext>
              </a:extLst>
            </p:cNvPr>
            <p:cNvSpPr/>
            <p:nvPr/>
          </p:nvSpPr>
          <p:spPr>
            <a:xfrm>
              <a:off x="12646318" y="7708577"/>
              <a:ext cx="402916" cy="245864"/>
            </a:xfrm>
            <a:custGeom>
              <a:avLst/>
              <a:gdLst>
                <a:gd name="connsiteX0" fmla="*/ 369563 w 402916"/>
                <a:gd name="connsiteY0" fmla="*/ 25238 h 245864"/>
                <a:gd name="connsiteX1" fmla="*/ 382994 w 402916"/>
                <a:gd name="connsiteY1" fmla="*/ 17444 h 245864"/>
                <a:gd name="connsiteX2" fmla="*/ 403140 w 402916"/>
                <a:gd name="connsiteY2" fmla="*/ 16735 h 245864"/>
                <a:gd name="connsiteX3" fmla="*/ 403140 w 402916"/>
                <a:gd name="connsiteY3" fmla="*/ 85 h 245864"/>
                <a:gd name="connsiteX4" fmla="*/ 365322 w 402916"/>
                <a:gd name="connsiteY4" fmla="*/ 1148 h 245864"/>
                <a:gd name="connsiteX5" fmla="*/ 317255 w 402916"/>
                <a:gd name="connsiteY5" fmla="*/ 85 h 245864"/>
                <a:gd name="connsiteX6" fmla="*/ 317255 w 402916"/>
                <a:gd name="connsiteY6" fmla="*/ 16735 h 245864"/>
                <a:gd name="connsiteX7" fmla="*/ 353305 w 402916"/>
                <a:gd name="connsiteY7" fmla="*/ 20632 h 245864"/>
                <a:gd name="connsiteX8" fmla="*/ 292514 w 402916"/>
                <a:gd name="connsiteY8" fmla="*/ 178992 h 245864"/>
                <a:gd name="connsiteX9" fmla="*/ 229956 w 402916"/>
                <a:gd name="connsiteY9" fmla="*/ 16735 h 245864"/>
                <a:gd name="connsiteX10" fmla="*/ 263886 w 402916"/>
                <a:gd name="connsiteY10" fmla="*/ 16735 h 245864"/>
                <a:gd name="connsiteX11" fmla="*/ 263886 w 402916"/>
                <a:gd name="connsiteY11" fmla="*/ 85 h 245864"/>
                <a:gd name="connsiteX12" fmla="*/ 202035 w 402916"/>
                <a:gd name="connsiteY12" fmla="*/ 1148 h 245864"/>
                <a:gd name="connsiteX13" fmla="*/ 147959 w 402916"/>
                <a:gd name="connsiteY13" fmla="*/ 85 h 245864"/>
                <a:gd name="connsiteX14" fmla="*/ 147959 w 402916"/>
                <a:gd name="connsiteY14" fmla="*/ 16735 h 245864"/>
                <a:gd name="connsiteX15" fmla="*/ 178354 w 402916"/>
                <a:gd name="connsiteY15" fmla="*/ 16735 h 245864"/>
                <a:gd name="connsiteX16" fmla="*/ 192845 w 402916"/>
                <a:gd name="connsiteY16" fmla="*/ 54288 h 245864"/>
                <a:gd name="connsiteX17" fmla="*/ 144778 w 402916"/>
                <a:gd name="connsiteY17" fmla="*/ 178992 h 245864"/>
                <a:gd name="connsiteX18" fmla="*/ 82220 w 402916"/>
                <a:gd name="connsiteY18" fmla="*/ 16735 h 245864"/>
                <a:gd name="connsiteX19" fmla="*/ 116150 w 402916"/>
                <a:gd name="connsiteY19" fmla="*/ 16735 h 245864"/>
                <a:gd name="connsiteX20" fmla="*/ 116150 w 402916"/>
                <a:gd name="connsiteY20" fmla="*/ 85 h 245864"/>
                <a:gd name="connsiteX21" fmla="*/ 54298 w 402916"/>
                <a:gd name="connsiteY21" fmla="*/ 1148 h 245864"/>
                <a:gd name="connsiteX22" fmla="*/ 223 w 402916"/>
                <a:gd name="connsiteY22" fmla="*/ 85 h 245864"/>
                <a:gd name="connsiteX23" fmla="*/ 223 w 402916"/>
                <a:gd name="connsiteY23" fmla="*/ 16735 h 245864"/>
                <a:gd name="connsiteX24" fmla="*/ 30618 w 402916"/>
                <a:gd name="connsiteY24" fmla="*/ 16735 h 245864"/>
                <a:gd name="connsiteX25" fmla="*/ 115443 w 402916"/>
                <a:gd name="connsiteY25" fmla="*/ 236738 h 245864"/>
                <a:gd name="connsiteX26" fmla="*/ 127813 w 402916"/>
                <a:gd name="connsiteY26" fmla="*/ 245949 h 245864"/>
                <a:gd name="connsiteX27" fmla="*/ 140183 w 402916"/>
                <a:gd name="connsiteY27" fmla="*/ 236738 h 245864"/>
                <a:gd name="connsiteX28" fmla="*/ 201681 w 402916"/>
                <a:gd name="connsiteY28" fmla="*/ 77316 h 245864"/>
                <a:gd name="connsiteX29" fmla="*/ 263179 w 402916"/>
                <a:gd name="connsiteY29" fmla="*/ 236738 h 245864"/>
                <a:gd name="connsiteX30" fmla="*/ 275549 w 402916"/>
                <a:gd name="connsiteY30" fmla="*/ 245949 h 245864"/>
                <a:gd name="connsiteX31" fmla="*/ 287919 w 402916"/>
                <a:gd name="connsiteY31" fmla="*/ 236738 h 245864"/>
                <a:gd name="connsiteX32" fmla="*/ 369563 w 402916"/>
                <a:gd name="connsiteY32" fmla="*/ 25238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2916" h="245864">
                  <a:moveTo>
                    <a:pt x="369563" y="25238"/>
                  </a:moveTo>
                  <a:cubicBezTo>
                    <a:pt x="371684" y="19215"/>
                    <a:pt x="372037" y="18507"/>
                    <a:pt x="382994" y="17444"/>
                  </a:cubicBezTo>
                  <a:cubicBezTo>
                    <a:pt x="390062" y="16735"/>
                    <a:pt x="397485" y="16735"/>
                    <a:pt x="403140" y="16735"/>
                  </a:cubicBezTo>
                  <a:lnTo>
                    <a:pt x="403140" y="85"/>
                  </a:lnTo>
                  <a:cubicBezTo>
                    <a:pt x="393597" y="439"/>
                    <a:pt x="381227" y="1148"/>
                    <a:pt x="365322" y="1148"/>
                  </a:cubicBezTo>
                  <a:cubicBezTo>
                    <a:pt x="351891" y="1148"/>
                    <a:pt x="329978" y="1148"/>
                    <a:pt x="317255" y="85"/>
                  </a:cubicBezTo>
                  <a:lnTo>
                    <a:pt x="317255" y="16735"/>
                  </a:lnTo>
                  <a:cubicBezTo>
                    <a:pt x="326091" y="16735"/>
                    <a:pt x="343055" y="16735"/>
                    <a:pt x="353305" y="20632"/>
                  </a:cubicBezTo>
                  <a:lnTo>
                    <a:pt x="292514" y="178992"/>
                  </a:lnTo>
                  <a:lnTo>
                    <a:pt x="229956" y="16735"/>
                  </a:lnTo>
                  <a:lnTo>
                    <a:pt x="263886" y="16735"/>
                  </a:lnTo>
                  <a:lnTo>
                    <a:pt x="263886" y="85"/>
                  </a:lnTo>
                  <a:cubicBezTo>
                    <a:pt x="250455" y="1148"/>
                    <a:pt x="217232" y="1148"/>
                    <a:pt x="202035" y="1148"/>
                  </a:cubicBezTo>
                  <a:cubicBezTo>
                    <a:pt x="188250" y="1148"/>
                    <a:pt x="160329" y="1148"/>
                    <a:pt x="147959" y="85"/>
                  </a:cubicBezTo>
                  <a:lnTo>
                    <a:pt x="147959" y="16735"/>
                  </a:lnTo>
                  <a:lnTo>
                    <a:pt x="178354" y="16735"/>
                  </a:lnTo>
                  <a:lnTo>
                    <a:pt x="192845" y="54288"/>
                  </a:lnTo>
                  <a:lnTo>
                    <a:pt x="144778" y="178992"/>
                  </a:lnTo>
                  <a:lnTo>
                    <a:pt x="82220" y="16735"/>
                  </a:lnTo>
                  <a:lnTo>
                    <a:pt x="116150" y="16735"/>
                  </a:lnTo>
                  <a:lnTo>
                    <a:pt x="116150" y="85"/>
                  </a:lnTo>
                  <a:cubicBezTo>
                    <a:pt x="102719" y="1148"/>
                    <a:pt x="69496" y="1148"/>
                    <a:pt x="54298" y="1148"/>
                  </a:cubicBezTo>
                  <a:cubicBezTo>
                    <a:pt x="40514" y="1148"/>
                    <a:pt x="12593" y="1148"/>
                    <a:pt x="223" y="85"/>
                  </a:cubicBezTo>
                  <a:lnTo>
                    <a:pt x="223" y="16735"/>
                  </a:lnTo>
                  <a:lnTo>
                    <a:pt x="30618" y="16735"/>
                  </a:lnTo>
                  <a:lnTo>
                    <a:pt x="115443" y="236738"/>
                  </a:lnTo>
                  <a:cubicBezTo>
                    <a:pt x="117563" y="242406"/>
                    <a:pt x="118977" y="245949"/>
                    <a:pt x="127813" y="245949"/>
                  </a:cubicBezTo>
                  <a:cubicBezTo>
                    <a:pt x="136649" y="245949"/>
                    <a:pt x="138063" y="242406"/>
                    <a:pt x="140183" y="236738"/>
                  </a:cubicBezTo>
                  <a:lnTo>
                    <a:pt x="201681" y="77316"/>
                  </a:lnTo>
                  <a:lnTo>
                    <a:pt x="263179" y="236738"/>
                  </a:lnTo>
                  <a:cubicBezTo>
                    <a:pt x="265300" y="242406"/>
                    <a:pt x="266713" y="245949"/>
                    <a:pt x="275549" y="245949"/>
                  </a:cubicBezTo>
                  <a:cubicBezTo>
                    <a:pt x="284385" y="245949"/>
                    <a:pt x="285799" y="242406"/>
                    <a:pt x="287919" y="236738"/>
                  </a:cubicBezTo>
                  <a:lnTo>
                    <a:pt x="369563" y="25238"/>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8" name="Freeform: Shape 77">
              <a:extLst>
                <a:ext uri="{FF2B5EF4-FFF2-40B4-BE49-F238E27FC236}">
                  <a16:creationId xmlns:a16="http://schemas.microsoft.com/office/drawing/2014/main" id="{DC16B2DE-3726-C8BA-0279-4E254BDCACDD}"/>
                </a:ext>
              </a:extLst>
            </p:cNvPr>
            <p:cNvSpPr/>
            <p:nvPr/>
          </p:nvSpPr>
          <p:spPr>
            <a:xfrm>
              <a:off x="13092127" y="7619339"/>
              <a:ext cx="64325" cy="247742"/>
            </a:xfrm>
            <a:custGeom>
              <a:avLst/>
              <a:gdLst>
                <a:gd name="connsiteX0" fmla="*/ 59612 w 64325"/>
                <a:gd name="connsiteY0" fmla="*/ 81 h 247742"/>
                <a:gd name="connsiteX1" fmla="*/ 235 w 64325"/>
                <a:gd name="connsiteY1" fmla="*/ 123828 h 247742"/>
                <a:gd name="connsiteX2" fmla="*/ 59612 w 64325"/>
                <a:gd name="connsiteY2" fmla="*/ 247823 h 247742"/>
                <a:gd name="connsiteX3" fmla="*/ 64560 w 64325"/>
                <a:gd name="connsiteY3" fmla="*/ 244847 h 247742"/>
                <a:gd name="connsiteX4" fmla="*/ 62086 w 64325"/>
                <a:gd name="connsiteY4" fmla="*/ 241127 h 247742"/>
                <a:gd name="connsiteX5" fmla="*/ 17058 w 64325"/>
                <a:gd name="connsiteY5" fmla="*/ 124076 h 247742"/>
                <a:gd name="connsiteX6" fmla="*/ 62828 w 64325"/>
                <a:gd name="connsiteY6" fmla="*/ 6032 h 247742"/>
                <a:gd name="connsiteX7" fmla="*/ 64560 w 64325"/>
                <a:gd name="connsiteY7" fmla="*/ 3056 h 247742"/>
                <a:gd name="connsiteX8" fmla="*/ 59612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612" y="81"/>
                  </a:moveTo>
                  <a:cubicBezTo>
                    <a:pt x="12605" y="33311"/>
                    <a:pt x="235" y="85885"/>
                    <a:pt x="235" y="123828"/>
                  </a:cubicBezTo>
                  <a:cubicBezTo>
                    <a:pt x="235" y="158794"/>
                    <a:pt x="10626" y="213104"/>
                    <a:pt x="59612" y="247823"/>
                  </a:cubicBezTo>
                  <a:cubicBezTo>
                    <a:pt x="61591" y="247823"/>
                    <a:pt x="64560" y="247823"/>
                    <a:pt x="64560" y="244847"/>
                  </a:cubicBezTo>
                  <a:cubicBezTo>
                    <a:pt x="64560" y="243359"/>
                    <a:pt x="63818" y="242863"/>
                    <a:pt x="62086" y="241127"/>
                  </a:cubicBezTo>
                  <a:cubicBezTo>
                    <a:pt x="29181" y="211368"/>
                    <a:pt x="17058" y="169210"/>
                    <a:pt x="17058" y="124076"/>
                  </a:cubicBezTo>
                  <a:cubicBezTo>
                    <a:pt x="17058" y="57118"/>
                    <a:pt x="42541" y="24384"/>
                    <a:pt x="62828" y="6032"/>
                  </a:cubicBezTo>
                  <a:cubicBezTo>
                    <a:pt x="63818" y="5040"/>
                    <a:pt x="64560" y="4296"/>
                    <a:pt x="64560" y="3056"/>
                  </a:cubicBezTo>
                  <a:cubicBezTo>
                    <a:pt x="64560" y="81"/>
                    <a:pt x="61591" y="81"/>
                    <a:pt x="59612"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0" name="Freeform: Shape 79">
              <a:extLst>
                <a:ext uri="{FF2B5EF4-FFF2-40B4-BE49-F238E27FC236}">
                  <a16:creationId xmlns:a16="http://schemas.microsoft.com/office/drawing/2014/main" id="{F6654623-B7BB-BD24-2622-693FFABCD3A1}"/>
                </a:ext>
              </a:extLst>
            </p:cNvPr>
            <p:cNvSpPr/>
            <p:nvPr/>
          </p:nvSpPr>
          <p:spPr>
            <a:xfrm>
              <a:off x="13186989" y="7640666"/>
              <a:ext cx="114796" cy="169625"/>
            </a:xfrm>
            <a:custGeom>
              <a:avLst/>
              <a:gdLst>
                <a:gd name="connsiteX0" fmla="*/ 115034 w 114796"/>
                <a:gd name="connsiteY0" fmla="*/ 85637 h 169625"/>
                <a:gd name="connsiteX1" fmla="*/ 100437 w 114796"/>
                <a:gd name="connsiteY1" fmla="*/ 21408 h 169625"/>
                <a:gd name="connsiteX2" fmla="*/ 57636 w 114796"/>
                <a:gd name="connsiteY2" fmla="*/ 81 h 169625"/>
                <a:gd name="connsiteX3" fmla="*/ 238 w 114796"/>
                <a:gd name="connsiteY3" fmla="*/ 85637 h 169625"/>
                <a:gd name="connsiteX4" fmla="*/ 57636 w 114796"/>
                <a:gd name="connsiteY4" fmla="*/ 169706 h 169625"/>
                <a:gd name="connsiteX5" fmla="*/ 115034 w 114796"/>
                <a:gd name="connsiteY5" fmla="*/ 85637 h 169625"/>
                <a:gd name="connsiteX6" fmla="*/ 57636 w 114796"/>
                <a:gd name="connsiteY6" fmla="*/ 162762 h 169625"/>
                <a:gd name="connsiteX7" fmla="*/ 26215 w 114796"/>
                <a:gd name="connsiteY7" fmla="*/ 135731 h 169625"/>
                <a:gd name="connsiteX8" fmla="*/ 22752 w 114796"/>
                <a:gd name="connsiteY8" fmla="*/ 82413 h 169625"/>
                <a:gd name="connsiteX9" fmla="*/ 26463 w 114796"/>
                <a:gd name="connsiteY9" fmla="*/ 31823 h 169625"/>
                <a:gd name="connsiteX10" fmla="*/ 57636 w 114796"/>
                <a:gd name="connsiteY10" fmla="*/ 7024 h 169625"/>
                <a:gd name="connsiteX11" fmla="*/ 88314 w 114796"/>
                <a:gd name="connsiteY11" fmla="*/ 29591 h 169625"/>
                <a:gd name="connsiteX12" fmla="*/ 92520 w 114796"/>
                <a:gd name="connsiteY12" fmla="*/ 82413 h 169625"/>
                <a:gd name="connsiteX13" fmla="*/ 89304 w 114796"/>
                <a:gd name="connsiteY13" fmla="*/ 134739 h 169625"/>
                <a:gd name="connsiteX14" fmla="*/ 57636 w 114796"/>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69625">
                  <a:moveTo>
                    <a:pt x="115034" y="85637"/>
                  </a:moveTo>
                  <a:cubicBezTo>
                    <a:pt x="115034" y="58358"/>
                    <a:pt x="111817" y="38767"/>
                    <a:pt x="100437" y="21408"/>
                  </a:cubicBezTo>
                  <a:cubicBezTo>
                    <a:pt x="92767" y="10000"/>
                    <a:pt x="77428" y="81"/>
                    <a:pt x="57636" y="81"/>
                  </a:cubicBezTo>
                  <a:cubicBezTo>
                    <a:pt x="238" y="81"/>
                    <a:pt x="238" y="67782"/>
                    <a:pt x="238" y="85637"/>
                  </a:cubicBezTo>
                  <a:cubicBezTo>
                    <a:pt x="238" y="103492"/>
                    <a:pt x="238" y="169706"/>
                    <a:pt x="57636" y="169706"/>
                  </a:cubicBezTo>
                  <a:cubicBezTo>
                    <a:pt x="115034" y="169706"/>
                    <a:pt x="115034" y="103492"/>
                    <a:pt x="115034" y="85637"/>
                  </a:cubicBezTo>
                  <a:close/>
                  <a:moveTo>
                    <a:pt x="57636" y="162762"/>
                  </a:moveTo>
                  <a:cubicBezTo>
                    <a:pt x="46255" y="162762"/>
                    <a:pt x="31163" y="156066"/>
                    <a:pt x="26215" y="135731"/>
                  </a:cubicBezTo>
                  <a:cubicBezTo>
                    <a:pt x="22752" y="121100"/>
                    <a:pt x="22752" y="100765"/>
                    <a:pt x="22752" y="82413"/>
                  </a:cubicBezTo>
                  <a:cubicBezTo>
                    <a:pt x="22752" y="64310"/>
                    <a:pt x="22752" y="45463"/>
                    <a:pt x="26463" y="31823"/>
                  </a:cubicBezTo>
                  <a:cubicBezTo>
                    <a:pt x="31658" y="12232"/>
                    <a:pt x="47492" y="7024"/>
                    <a:pt x="57636" y="7024"/>
                  </a:cubicBezTo>
                  <a:cubicBezTo>
                    <a:pt x="70996" y="7024"/>
                    <a:pt x="83861" y="15208"/>
                    <a:pt x="88314" y="29591"/>
                  </a:cubicBezTo>
                  <a:cubicBezTo>
                    <a:pt x="92272" y="42983"/>
                    <a:pt x="92520" y="60838"/>
                    <a:pt x="92520" y="82413"/>
                  </a:cubicBezTo>
                  <a:cubicBezTo>
                    <a:pt x="92520" y="100765"/>
                    <a:pt x="92520" y="119116"/>
                    <a:pt x="89304" y="134739"/>
                  </a:cubicBezTo>
                  <a:cubicBezTo>
                    <a:pt x="84355" y="157306"/>
                    <a:pt x="67532" y="162762"/>
                    <a:pt x="57636" y="16276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1" name="Freeform: Shape 80">
              <a:extLst>
                <a:ext uri="{FF2B5EF4-FFF2-40B4-BE49-F238E27FC236}">
                  <a16:creationId xmlns:a16="http://schemas.microsoft.com/office/drawing/2014/main" id="{E1637777-03BE-3CEC-9EBB-1220E3577F84}"/>
                </a:ext>
              </a:extLst>
            </p:cNvPr>
            <p:cNvSpPr/>
            <p:nvPr/>
          </p:nvSpPr>
          <p:spPr>
            <a:xfrm>
              <a:off x="13332574" y="7619339"/>
              <a:ext cx="64077" cy="247742"/>
            </a:xfrm>
            <a:custGeom>
              <a:avLst/>
              <a:gdLst>
                <a:gd name="connsiteX0" fmla="*/ 4942 w 64077"/>
                <a:gd name="connsiteY0" fmla="*/ 81 h 247742"/>
                <a:gd name="connsiteX1" fmla="*/ 242 w 64077"/>
                <a:gd name="connsiteY1" fmla="*/ 3056 h 247742"/>
                <a:gd name="connsiteX2" fmla="*/ 2468 w 64077"/>
                <a:gd name="connsiteY2" fmla="*/ 6776 h 247742"/>
                <a:gd name="connsiteX3" fmla="*/ 47496 w 64077"/>
                <a:gd name="connsiteY3" fmla="*/ 123828 h 247742"/>
                <a:gd name="connsiteX4" fmla="*/ 4695 w 64077"/>
                <a:gd name="connsiteY4" fmla="*/ 239143 h 247742"/>
                <a:gd name="connsiteX5" fmla="*/ 242 w 64077"/>
                <a:gd name="connsiteY5" fmla="*/ 244847 h 247742"/>
                <a:gd name="connsiteX6" fmla="*/ 3458 w 64077"/>
                <a:gd name="connsiteY6" fmla="*/ 247823 h 247742"/>
                <a:gd name="connsiteX7" fmla="*/ 46259 w 64077"/>
                <a:gd name="connsiteY7" fmla="*/ 200457 h 247742"/>
                <a:gd name="connsiteX8" fmla="*/ 64320 w 64077"/>
                <a:gd name="connsiteY8" fmla="*/ 124076 h 247742"/>
                <a:gd name="connsiteX9" fmla="*/ 4942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942" y="81"/>
                  </a:moveTo>
                  <a:cubicBezTo>
                    <a:pt x="3210" y="81"/>
                    <a:pt x="242" y="81"/>
                    <a:pt x="242" y="3056"/>
                  </a:cubicBezTo>
                  <a:cubicBezTo>
                    <a:pt x="242" y="4296"/>
                    <a:pt x="984" y="5040"/>
                    <a:pt x="2468" y="6776"/>
                  </a:cubicBezTo>
                  <a:cubicBezTo>
                    <a:pt x="23745" y="26368"/>
                    <a:pt x="47496" y="59846"/>
                    <a:pt x="47496" y="123828"/>
                  </a:cubicBezTo>
                  <a:cubicBezTo>
                    <a:pt x="47496" y="175658"/>
                    <a:pt x="31415" y="214840"/>
                    <a:pt x="4695" y="239143"/>
                  </a:cubicBezTo>
                  <a:cubicBezTo>
                    <a:pt x="489" y="243359"/>
                    <a:pt x="242" y="243607"/>
                    <a:pt x="242" y="244847"/>
                  </a:cubicBezTo>
                  <a:cubicBezTo>
                    <a:pt x="242" y="246087"/>
                    <a:pt x="984" y="247823"/>
                    <a:pt x="3458" y="247823"/>
                  </a:cubicBezTo>
                  <a:cubicBezTo>
                    <a:pt x="6427" y="247823"/>
                    <a:pt x="29930" y="231455"/>
                    <a:pt x="46259" y="200457"/>
                  </a:cubicBezTo>
                  <a:cubicBezTo>
                    <a:pt x="57145" y="179873"/>
                    <a:pt x="64320" y="153090"/>
                    <a:pt x="64320" y="124076"/>
                  </a:cubicBezTo>
                  <a:cubicBezTo>
                    <a:pt x="64320" y="89109"/>
                    <a:pt x="53929" y="34799"/>
                    <a:pt x="4942"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2" name="Freeform: Shape 81">
              <a:extLst>
                <a:ext uri="{FF2B5EF4-FFF2-40B4-BE49-F238E27FC236}">
                  <a16:creationId xmlns:a16="http://schemas.microsoft.com/office/drawing/2014/main" id="{52F86D48-B9ED-A518-6291-304B0E02EDB4}"/>
                </a:ext>
              </a:extLst>
            </p:cNvPr>
            <p:cNvSpPr/>
            <p:nvPr/>
          </p:nvSpPr>
          <p:spPr>
            <a:xfrm>
              <a:off x="13450905" y="7794311"/>
              <a:ext cx="198984" cy="157296"/>
            </a:xfrm>
            <a:custGeom>
              <a:avLst/>
              <a:gdLst>
                <a:gd name="connsiteX0" fmla="*/ 114758 w 198984"/>
                <a:gd name="connsiteY0" fmla="*/ 70230 h 157296"/>
                <a:gd name="connsiteX1" fmla="*/ 156110 w 198984"/>
                <a:gd name="connsiteY1" fmla="*/ 24175 h 157296"/>
                <a:gd name="connsiteX2" fmla="*/ 192161 w 198984"/>
                <a:gd name="connsiteY2" fmla="*/ 16735 h 157296"/>
                <a:gd name="connsiteX3" fmla="*/ 192161 w 198984"/>
                <a:gd name="connsiteY3" fmla="*/ 85 h 157296"/>
                <a:gd name="connsiteX4" fmla="*/ 159645 w 198984"/>
                <a:gd name="connsiteY4" fmla="*/ 1147 h 157296"/>
                <a:gd name="connsiteX5" fmla="*/ 123241 w 198984"/>
                <a:gd name="connsiteY5" fmla="*/ 85 h 157296"/>
                <a:gd name="connsiteX6" fmla="*/ 123241 w 198984"/>
                <a:gd name="connsiteY6" fmla="*/ 16735 h 157296"/>
                <a:gd name="connsiteX7" fmla="*/ 136672 w 198984"/>
                <a:gd name="connsiteY7" fmla="*/ 19924 h 157296"/>
                <a:gd name="connsiteX8" fmla="*/ 133844 w 198984"/>
                <a:gd name="connsiteY8" fmla="*/ 24175 h 157296"/>
                <a:gd name="connsiteX9" fmla="*/ 104155 w 198984"/>
                <a:gd name="connsiteY9" fmla="*/ 57477 h 157296"/>
                <a:gd name="connsiteX10" fmla="*/ 69519 w 198984"/>
                <a:gd name="connsiteY10" fmla="*/ 16735 h 157296"/>
                <a:gd name="connsiteX11" fmla="*/ 83656 w 198984"/>
                <a:gd name="connsiteY11" fmla="*/ 16735 h 157296"/>
                <a:gd name="connsiteX12" fmla="*/ 83656 w 198984"/>
                <a:gd name="connsiteY12" fmla="*/ 85 h 157296"/>
                <a:gd name="connsiteX13" fmla="*/ 40890 w 198984"/>
                <a:gd name="connsiteY13" fmla="*/ 1147 h 157296"/>
                <a:gd name="connsiteX14" fmla="*/ 2012 w 198984"/>
                <a:gd name="connsiteY14" fmla="*/ 85 h 157296"/>
                <a:gd name="connsiteX15" fmla="*/ 2012 w 198984"/>
                <a:gd name="connsiteY15" fmla="*/ 16735 h 157296"/>
                <a:gd name="connsiteX16" fmla="*/ 27106 w 198984"/>
                <a:gd name="connsiteY16" fmla="*/ 16735 h 157296"/>
                <a:gd name="connsiteX17" fmla="*/ 82242 w 198984"/>
                <a:gd name="connsiteY17" fmla="*/ 81921 h 157296"/>
                <a:gd name="connsiteX18" fmla="*/ 35942 w 198984"/>
                <a:gd name="connsiteY18" fmla="*/ 133999 h 157296"/>
                <a:gd name="connsiteX19" fmla="*/ 245 w 198984"/>
                <a:gd name="connsiteY19" fmla="*/ 140730 h 157296"/>
                <a:gd name="connsiteX20" fmla="*/ 245 w 198984"/>
                <a:gd name="connsiteY20" fmla="*/ 157381 h 157296"/>
                <a:gd name="connsiteX21" fmla="*/ 32761 w 198984"/>
                <a:gd name="connsiteY21" fmla="*/ 156318 h 157296"/>
                <a:gd name="connsiteX22" fmla="*/ 69165 w 198984"/>
                <a:gd name="connsiteY22" fmla="*/ 157381 h 157296"/>
                <a:gd name="connsiteX23" fmla="*/ 69165 w 198984"/>
                <a:gd name="connsiteY23" fmla="*/ 140730 h 157296"/>
                <a:gd name="connsiteX24" fmla="*/ 56088 w 198984"/>
                <a:gd name="connsiteY24" fmla="*/ 136833 h 157296"/>
                <a:gd name="connsiteX25" fmla="*/ 58562 w 198984"/>
                <a:gd name="connsiteY25" fmla="*/ 133291 h 157296"/>
                <a:gd name="connsiteX26" fmla="*/ 92845 w 198984"/>
                <a:gd name="connsiteY26" fmla="*/ 94675 h 157296"/>
                <a:gd name="connsiteX27" fmla="*/ 131723 w 198984"/>
                <a:gd name="connsiteY27" fmla="*/ 140730 h 157296"/>
                <a:gd name="connsiteX28" fmla="*/ 117939 w 198984"/>
                <a:gd name="connsiteY28" fmla="*/ 140730 h 157296"/>
                <a:gd name="connsiteX29" fmla="*/ 117939 w 198984"/>
                <a:gd name="connsiteY29" fmla="*/ 157381 h 157296"/>
                <a:gd name="connsiteX30" fmla="*/ 160352 w 198984"/>
                <a:gd name="connsiteY30" fmla="*/ 156318 h 157296"/>
                <a:gd name="connsiteX31" fmla="*/ 199230 w 198984"/>
                <a:gd name="connsiteY31" fmla="*/ 157381 h 157296"/>
                <a:gd name="connsiteX32" fmla="*/ 199230 w 198984"/>
                <a:gd name="connsiteY32" fmla="*/ 140730 h 157296"/>
                <a:gd name="connsiteX33" fmla="*/ 174136 w 198984"/>
                <a:gd name="connsiteY33" fmla="*/ 140730 h 157296"/>
                <a:gd name="connsiteX34" fmla="*/ 114758 w 198984"/>
                <a:gd name="connsiteY34" fmla="*/ 70230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8984" h="157296">
                  <a:moveTo>
                    <a:pt x="114758" y="70230"/>
                  </a:moveTo>
                  <a:lnTo>
                    <a:pt x="156110" y="24175"/>
                  </a:lnTo>
                  <a:cubicBezTo>
                    <a:pt x="160705" y="19215"/>
                    <a:pt x="162826" y="16735"/>
                    <a:pt x="192161" y="16735"/>
                  </a:cubicBezTo>
                  <a:lnTo>
                    <a:pt x="192161" y="85"/>
                  </a:lnTo>
                  <a:cubicBezTo>
                    <a:pt x="179791" y="793"/>
                    <a:pt x="161412" y="1147"/>
                    <a:pt x="159645" y="1147"/>
                  </a:cubicBezTo>
                  <a:cubicBezTo>
                    <a:pt x="150809" y="1147"/>
                    <a:pt x="133137" y="439"/>
                    <a:pt x="123241" y="85"/>
                  </a:cubicBezTo>
                  <a:lnTo>
                    <a:pt x="123241" y="16735"/>
                  </a:lnTo>
                  <a:cubicBezTo>
                    <a:pt x="128189" y="16735"/>
                    <a:pt x="132430" y="17444"/>
                    <a:pt x="136672" y="19924"/>
                  </a:cubicBezTo>
                  <a:cubicBezTo>
                    <a:pt x="135258" y="22049"/>
                    <a:pt x="135258" y="22758"/>
                    <a:pt x="133844" y="24175"/>
                  </a:cubicBezTo>
                  <a:lnTo>
                    <a:pt x="104155" y="57477"/>
                  </a:lnTo>
                  <a:lnTo>
                    <a:pt x="69519" y="16735"/>
                  </a:lnTo>
                  <a:lnTo>
                    <a:pt x="83656" y="16735"/>
                  </a:lnTo>
                  <a:lnTo>
                    <a:pt x="83656" y="85"/>
                  </a:lnTo>
                  <a:cubicBezTo>
                    <a:pt x="74467" y="439"/>
                    <a:pt x="52200" y="1147"/>
                    <a:pt x="40890" y="1147"/>
                  </a:cubicBezTo>
                  <a:cubicBezTo>
                    <a:pt x="29580" y="1147"/>
                    <a:pt x="13676" y="439"/>
                    <a:pt x="2012" y="85"/>
                  </a:cubicBezTo>
                  <a:lnTo>
                    <a:pt x="2012" y="16735"/>
                  </a:lnTo>
                  <a:lnTo>
                    <a:pt x="27106" y="16735"/>
                  </a:lnTo>
                  <a:lnTo>
                    <a:pt x="82242" y="81921"/>
                  </a:lnTo>
                  <a:lnTo>
                    <a:pt x="35942" y="133999"/>
                  </a:lnTo>
                  <a:cubicBezTo>
                    <a:pt x="29934" y="140730"/>
                    <a:pt x="17210" y="140730"/>
                    <a:pt x="245" y="140730"/>
                  </a:cubicBezTo>
                  <a:lnTo>
                    <a:pt x="245" y="157381"/>
                  </a:lnTo>
                  <a:cubicBezTo>
                    <a:pt x="12615" y="156673"/>
                    <a:pt x="30994" y="156318"/>
                    <a:pt x="32761" y="156318"/>
                  </a:cubicBezTo>
                  <a:cubicBezTo>
                    <a:pt x="41597" y="156318"/>
                    <a:pt x="62097" y="157027"/>
                    <a:pt x="69165" y="157381"/>
                  </a:cubicBezTo>
                  <a:lnTo>
                    <a:pt x="69165" y="140730"/>
                  </a:lnTo>
                  <a:cubicBezTo>
                    <a:pt x="62803" y="140730"/>
                    <a:pt x="56088" y="138959"/>
                    <a:pt x="56088" y="136833"/>
                  </a:cubicBezTo>
                  <a:cubicBezTo>
                    <a:pt x="56088" y="136479"/>
                    <a:pt x="56088" y="136125"/>
                    <a:pt x="58562" y="133291"/>
                  </a:cubicBezTo>
                  <a:lnTo>
                    <a:pt x="92845" y="94675"/>
                  </a:lnTo>
                  <a:lnTo>
                    <a:pt x="131723" y="140730"/>
                  </a:lnTo>
                  <a:lnTo>
                    <a:pt x="117939" y="140730"/>
                  </a:lnTo>
                  <a:lnTo>
                    <a:pt x="117939" y="157381"/>
                  </a:lnTo>
                  <a:cubicBezTo>
                    <a:pt x="127129" y="157027"/>
                    <a:pt x="148688" y="156318"/>
                    <a:pt x="160352" y="156318"/>
                  </a:cubicBezTo>
                  <a:cubicBezTo>
                    <a:pt x="171662" y="156318"/>
                    <a:pt x="187566" y="157027"/>
                    <a:pt x="199230" y="157381"/>
                  </a:cubicBezTo>
                  <a:lnTo>
                    <a:pt x="199230" y="140730"/>
                  </a:lnTo>
                  <a:lnTo>
                    <a:pt x="174136" y="140730"/>
                  </a:lnTo>
                  <a:lnTo>
                    <a:pt x="114758" y="70230"/>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3" name="Freeform: Shape 82">
              <a:extLst>
                <a:ext uri="{FF2B5EF4-FFF2-40B4-BE49-F238E27FC236}">
                  <a16:creationId xmlns:a16="http://schemas.microsoft.com/office/drawing/2014/main" id="{EA55838F-705E-7FBB-C766-D3B1D6544912}"/>
                </a:ext>
              </a:extLst>
            </p:cNvPr>
            <p:cNvSpPr/>
            <p:nvPr/>
          </p:nvSpPr>
          <p:spPr>
            <a:xfrm>
              <a:off x="13755976" y="7745067"/>
              <a:ext cx="235034" cy="235944"/>
            </a:xfrm>
            <a:custGeom>
              <a:avLst/>
              <a:gdLst>
                <a:gd name="connsiteX0" fmla="*/ 125016 w 235034"/>
                <a:gd name="connsiteY0" fmla="*/ 125143 h 235944"/>
                <a:gd name="connsiteX1" fmla="*/ 223625 w 235034"/>
                <a:gd name="connsiteY1" fmla="*/ 125143 h 235944"/>
                <a:gd name="connsiteX2" fmla="*/ 235288 w 235034"/>
                <a:gd name="connsiteY2" fmla="*/ 118057 h 235944"/>
                <a:gd name="connsiteX3" fmla="*/ 223625 w 235034"/>
                <a:gd name="connsiteY3" fmla="*/ 110972 h 235944"/>
                <a:gd name="connsiteX4" fmla="*/ 125016 w 235034"/>
                <a:gd name="connsiteY4" fmla="*/ 110972 h 235944"/>
                <a:gd name="connsiteX5" fmla="*/ 125016 w 235034"/>
                <a:gd name="connsiteY5" fmla="*/ 11776 h 235944"/>
                <a:gd name="connsiteX6" fmla="*/ 117948 w 235034"/>
                <a:gd name="connsiteY6" fmla="*/ 85 h 235944"/>
                <a:gd name="connsiteX7" fmla="*/ 110879 w 235034"/>
                <a:gd name="connsiteY7" fmla="*/ 11776 h 235944"/>
                <a:gd name="connsiteX8" fmla="*/ 110879 w 235034"/>
                <a:gd name="connsiteY8" fmla="*/ 110972 h 235944"/>
                <a:gd name="connsiteX9" fmla="*/ 11917 w 235034"/>
                <a:gd name="connsiteY9" fmla="*/ 110972 h 235944"/>
                <a:gd name="connsiteX10" fmla="*/ 254 w 235034"/>
                <a:gd name="connsiteY10" fmla="*/ 118057 h 235944"/>
                <a:gd name="connsiteX11" fmla="*/ 11917 w 235034"/>
                <a:gd name="connsiteY11" fmla="*/ 125143 h 235944"/>
                <a:gd name="connsiteX12" fmla="*/ 110879 w 235034"/>
                <a:gd name="connsiteY12" fmla="*/ 125143 h 235944"/>
                <a:gd name="connsiteX13" fmla="*/ 110879 w 235034"/>
                <a:gd name="connsiteY13" fmla="*/ 224339 h 235944"/>
                <a:gd name="connsiteX14" fmla="*/ 117948 w 235034"/>
                <a:gd name="connsiteY14" fmla="*/ 236029 h 235944"/>
                <a:gd name="connsiteX15" fmla="*/ 125016 w 235034"/>
                <a:gd name="connsiteY15" fmla="*/ 224339 h 235944"/>
                <a:gd name="connsiteX16" fmla="*/ 125016 w 235034"/>
                <a:gd name="connsiteY16" fmla="*/ 125143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034" h="235944">
                  <a:moveTo>
                    <a:pt x="125016" y="125143"/>
                  </a:moveTo>
                  <a:lnTo>
                    <a:pt x="223625" y="125143"/>
                  </a:lnTo>
                  <a:cubicBezTo>
                    <a:pt x="228573" y="125143"/>
                    <a:pt x="235288" y="125143"/>
                    <a:pt x="235288" y="118057"/>
                  </a:cubicBezTo>
                  <a:cubicBezTo>
                    <a:pt x="235288" y="110972"/>
                    <a:pt x="228573" y="110972"/>
                    <a:pt x="223625" y="110972"/>
                  </a:cubicBezTo>
                  <a:lnTo>
                    <a:pt x="125016" y="110972"/>
                  </a:lnTo>
                  <a:lnTo>
                    <a:pt x="125016" y="11776"/>
                  </a:lnTo>
                  <a:cubicBezTo>
                    <a:pt x="125016" y="6816"/>
                    <a:pt x="125016" y="85"/>
                    <a:pt x="117948" y="85"/>
                  </a:cubicBezTo>
                  <a:cubicBezTo>
                    <a:pt x="110879" y="85"/>
                    <a:pt x="110879" y="6816"/>
                    <a:pt x="110879" y="11776"/>
                  </a:cubicBezTo>
                  <a:lnTo>
                    <a:pt x="110879" y="110972"/>
                  </a:lnTo>
                  <a:lnTo>
                    <a:pt x="11917" y="110972"/>
                  </a:lnTo>
                  <a:cubicBezTo>
                    <a:pt x="6969" y="110972"/>
                    <a:pt x="254" y="110972"/>
                    <a:pt x="254" y="118057"/>
                  </a:cubicBezTo>
                  <a:cubicBezTo>
                    <a:pt x="254" y="125143"/>
                    <a:pt x="6969" y="125143"/>
                    <a:pt x="11917" y="125143"/>
                  </a:cubicBezTo>
                  <a:lnTo>
                    <a:pt x="110879" y="125143"/>
                  </a:lnTo>
                  <a:lnTo>
                    <a:pt x="110879" y="224339"/>
                  </a:lnTo>
                  <a:cubicBezTo>
                    <a:pt x="110879" y="229298"/>
                    <a:pt x="110879" y="236029"/>
                    <a:pt x="117948" y="236029"/>
                  </a:cubicBezTo>
                  <a:cubicBezTo>
                    <a:pt x="125016" y="236029"/>
                    <a:pt x="125016" y="229298"/>
                    <a:pt x="125016" y="224339"/>
                  </a:cubicBezTo>
                  <a:lnTo>
                    <a:pt x="125016" y="125143"/>
                  </a:ln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4" name="Freeform: Shape 83">
              <a:extLst>
                <a:ext uri="{FF2B5EF4-FFF2-40B4-BE49-F238E27FC236}">
                  <a16:creationId xmlns:a16="http://schemas.microsoft.com/office/drawing/2014/main" id="{9F25DC55-B4EA-9BFE-6690-48BA56FBF204}"/>
                </a:ext>
              </a:extLst>
            </p:cNvPr>
            <p:cNvSpPr/>
            <p:nvPr/>
          </p:nvSpPr>
          <p:spPr>
            <a:xfrm>
              <a:off x="14102696" y="7705743"/>
              <a:ext cx="198984" cy="247990"/>
            </a:xfrm>
            <a:custGeom>
              <a:avLst/>
              <a:gdLst>
                <a:gd name="connsiteX0" fmla="*/ 62822 w 198984"/>
                <a:gd name="connsiteY0" fmla="*/ 103886 h 247990"/>
                <a:gd name="connsiteX1" fmla="*/ 62822 w 198984"/>
                <a:gd name="connsiteY1" fmla="*/ 85 h 247990"/>
                <a:gd name="connsiteX2" fmla="*/ 263 w 198984"/>
                <a:gd name="connsiteY2" fmla="*/ 2919 h 247990"/>
                <a:gd name="connsiteX3" fmla="*/ 263 w 198984"/>
                <a:gd name="connsiteY3" fmla="*/ 19570 h 247990"/>
                <a:gd name="connsiteX4" fmla="*/ 24651 w 198984"/>
                <a:gd name="connsiteY4" fmla="*/ 33386 h 247990"/>
                <a:gd name="connsiteX5" fmla="*/ 24651 w 198984"/>
                <a:gd name="connsiteY5" fmla="*/ 245949 h 247990"/>
                <a:gd name="connsiteX6" fmla="*/ 41262 w 198984"/>
                <a:gd name="connsiteY6" fmla="*/ 245949 h 247990"/>
                <a:gd name="connsiteX7" fmla="*/ 58580 w 198984"/>
                <a:gd name="connsiteY7" fmla="*/ 226110 h 247990"/>
                <a:gd name="connsiteX8" fmla="*/ 110182 w 198984"/>
                <a:gd name="connsiteY8" fmla="*/ 248075 h 247990"/>
                <a:gd name="connsiteX9" fmla="*/ 199248 w 198984"/>
                <a:gd name="connsiteY9" fmla="*/ 166947 h 247990"/>
                <a:gd name="connsiteX10" fmla="*/ 114777 w 198984"/>
                <a:gd name="connsiteY10" fmla="*/ 86527 h 247990"/>
                <a:gd name="connsiteX11" fmla="*/ 62822 w 198984"/>
                <a:gd name="connsiteY11" fmla="*/ 103886 h 247990"/>
                <a:gd name="connsiteX12" fmla="*/ 64942 w 198984"/>
                <a:gd name="connsiteY12" fmla="*/ 210876 h 247990"/>
                <a:gd name="connsiteX13" fmla="*/ 64942 w 198984"/>
                <a:gd name="connsiteY13" fmla="*/ 121954 h 247990"/>
                <a:gd name="connsiteX14" fmla="*/ 110889 w 198984"/>
                <a:gd name="connsiteY14" fmla="*/ 99281 h 247990"/>
                <a:gd name="connsiteX15" fmla="*/ 154008 w 198984"/>
                <a:gd name="connsiteY15" fmla="*/ 166947 h 247990"/>
                <a:gd name="connsiteX16" fmla="*/ 144819 w 198984"/>
                <a:gd name="connsiteY16" fmla="*/ 216899 h 247990"/>
                <a:gd name="connsiteX17" fmla="*/ 107001 w 198984"/>
                <a:gd name="connsiteY17" fmla="*/ 235321 h 247990"/>
                <a:gd name="connsiteX18" fmla="*/ 64942 w 198984"/>
                <a:gd name="connsiteY18" fmla="*/ 210876 h 24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984" h="247990">
                  <a:moveTo>
                    <a:pt x="62822" y="103886"/>
                  </a:moveTo>
                  <a:lnTo>
                    <a:pt x="62822" y="85"/>
                  </a:lnTo>
                  <a:lnTo>
                    <a:pt x="263" y="2919"/>
                  </a:lnTo>
                  <a:lnTo>
                    <a:pt x="263" y="19570"/>
                  </a:lnTo>
                  <a:cubicBezTo>
                    <a:pt x="22176" y="19570"/>
                    <a:pt x="24651" y="19570"/>
                    <a:pt x="24651" y="33386"/>
                  </a:cubicBezTo>
                  <a:lnTo>
                    <a:pt x="24651" y="245949"/>
                  </a:lnTo>
                  <a:lnTo>
                    <a:pt x="41262" y="245949"/>
                  </a:lnTo>
                  <a:lnTo>
                    <a:pt x="58580" y="226110"/>
                  </a:lnTo>
                  <a:cubicBezTo>
                    <a:pt x="61408" y="228944"/>
                    <a:pt x="78726" y="248075"/>
                    <a:pt x="110182" y="248075"/>
                  </a:cubicBezTo>
                  <a:cubicBezTo>
                    <a:pt x="162844" y="248075"/>
                    <a:pt x="199248" y="216190"/>
                    <a:pt x="199248" y="166947"/>
                  </a:cubicBezTo>
                  <a:cubicBezTo>
                    <a:pt x="199248" y="119828"/>
                    <a:pt x="166025" y="86527"/>
                    <a:pt x="114777" y="86527"/>
                  </a:cubicBezTo>
                  <a:cubicBezTo>
                    <a:pt x="88976" y="86527"/>
                    <a:pt x="71304" y="96801"/>
                    <a:pt x="62822" y="103886"/>
                  </a:cubicBezTo>
                  <a:close/>
                  <a:moveTo>
                    <a:pt x="64942" y="210876"/>
                  </a:moveTo>
                  <a:lnTo>
                    <a:pt x="64942" y="121954"/>
                  </a:lnTo>
                  <a:cubicBezTo>
                    <a:pt x="74485" y="109555"/>
                    <a:pt x="91450" y="99281"/>
                    <a:pt x="110889" y="99281"/>
                  </a:cubicBezTo>
                  <a:cubicBezTo>
                    <a:pt x="154008" y="99281"/>
                    <a:pt x="154008" y="142148"/>
                    <a:pt x="154008" y="166947"/>
                  </a:cubicBezTo>
                  <a:cubicBezTo>
                    <a:pt x="154008" y="183597"/>
                    <a:pt x="154008" y="203082"/>
                    <a:pt x="144819" y="216899"/>
                  </a:cubicBezTo>
                  <a:cubicBezTo>
                    <a:pt x="134569" y="231424"/>
                    <a:pt x="118311" y="235321"/>
                    <a:pt x="107001" y="235321"/>
                  </a:cubicBezTo>
                  <a:cubicBezTo>
                    <a:pt x="82261" y="235321"/>
                    <a:pt x="68477" y="216190"/>
                    <a:pt x="64942" y="210876"/>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5" name="Freeform: Shape 84">
              <a:extLst>
                <a:ext uri="{FF2B5EF4-FFF2-40B4-BE49-F238E27FC236}">
                  <a16:creationId xmlns:a16="http://schemas.microsoft.com/office/drawing/2014/main" id="{AF192B5D-A491-3A78-7D63-0CC39786A604}"/>
                </a:ext>
              </a:extLst>
            </p:cNvPr>
            <p:cNvSpPr/>
            <p:nvPr/>
          </p:nvSpPr>
          <p:spPr>
            <a:xfrm>
              <a:off x="14343875" y="7619339"/>
              <a:ext cx="64325" cy="247742"/>
            </a:xfrm>
            <a:custGeom>
              <a:avLst/>
              <a:gdLst>
                <a:gd name="connsiteX0" fmla="*/ 59647 w 64325"/>
                <a:gd name="connsiteY0" fmla="*/ 81 h 247742"/>
                <a:gd name="connsiteX1" fmla="*/ 270 w 64325"/>
                <a:gd name="connsiteY1" fmla="*/ 123828 h 247742"/>
                <a:gd name="connsiteX2" fmla="*/ 59647 w 64325"/>
                <a:gd name="connsiteY2" fmla="*/ 247823 h 247742"/>
                <a:gd name="connsiteX3" fmla="*/ 64595 w 64325"/>
                <a:gd name="connsiteY3" fmla="*/ 244847 h 247742"/>
                <a:gd name="connsiteX4" fmla="*/ 62121 w 64325"/>
                <a:gd name="connsiteY4" fmla="*/ 241127 h 247742"/>
                <a:gd name="connsiteX5" fmla="*/ 17093 w 64325"/>
                <a:gd name="connsiteY5" fmla="*/ 124076 h 247742"/>
                <a:gd name="connsiteX6" fmla="*/ 62863 w 64325"/>
                <a:gd name="connsiteY6" fmla="*/ 6032 h 247742"/>
                <a:gd name="connsiteX7" fmla="*/ 64595 w 64325"/>
                <a:gd name="connsiteY7" fmla="*/ 3056 h 247742"/>
                <a:gd name="connsiteX8" fmla="*/ 59647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647" y="81"/>
                  </a:moveTo>
                  <a:cubicBezTo>
                    <a:pt x="12640" y="33311"/>
                    <a:pt x="270" y="85885"/>
                    <a:pt x="270" y="123828"/>
                  </a:cubicBezTo>
                  <a:cubicBezTo>
                    <a:pt x="270" y="158794"/>
                    <a:pt x="10661" y="213104"/>
                    <a:pt x="59647" y="247823"/>
                  </a:cubicBezTo>
                  <a:cubicBezTo>
                    <a:pt x="61626" y="247823"/>
                    <a:pt x="64595" y="247823"/>
                    <a:pt x="64595" y="244847"/>
                  </a:cubicBezTo>
                  <a:cubicBezTo>
                    <a:pt x="64595" y="243359"/>
                    <a:pt x="63853" y="242863"/>
                    <a:pt x="62121" y="241127"/>
                  </a:cubicBezTo>
                  <a:cubicBezTo>
                    <a:pt x="29216" y="211368"/>
                    <a:pt x="17093" y="169210"/>
                    <a:pt x="17093" y="124076"/>
                  </a:cubicBezTo>
                  <a:cubicBezTo>
                    <a:pt x="17093" y="57118"/>
                    <a:pt x="42576" y="24384"/>
                    <a:pt x="62863" y="6032"/>
                  </a:cubicBezTo>
                  <a:cubicBezTo>
                    <a:pt x="63853" y="5040"/>
                    <a:pt x="64595" y="4296"/>
                    <a:pt x="64595" y="3056"/>
                  </a:cubicBezTo>
                  <a:cubicBezTo>
                    <a:pt x="64595" y="81"/>
                    <a:pt x="61626" y="81"/>
                    <a:pt x="59647"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6" name="Freeform: Shape 85">
              <a:extLst>
                <a:ext uri="{FF2B5EF4-FFF2-40B4-BE49-F238E27FC236}">
                  <a16:creationId xmlns:a16="http://schemas.microsoft.com/office/drawing/2014/main" id="{52CCBAA3-8969-BA12-AF28-ADD79C589958}"/>
                </a:ext>
              </a:extLst>
            </p:cNvPr>
            <p:cNvSpPr/>
            <p:nvPr/>
          </p:nvSpPr>
          <p:spPr>
            <a:xfrm>
              <a:off x="14438738" y="7640666"/>
              <a:ext cx="114796" cy="169625"/>
            </a:xfrm>
            <a:custGeom>
              <a:avLst/>
              <a:gdLst>
                <a:gd name="connsiteX0" fmla="*/ 115069 w 114796"/>
                <a:gd name="connsiteY0" fmla="*/ 85637 h 169625"/>
                <a:gd name="connsiteX1" fmla="*/ 100472 w 114796"/>
                <a:gd name="connsiteY1" fmla="*/ 21408 h 169625"/>
                <a:gd name="connsiteX2" fmla="*/ 57671 w 114796"/>
                <a:gd name="connsiteY2" fmla="*/ 81 h 169625"/>
                <a:gd name="connsiteX3" fmla="*/ 273 w 114796"/>
                <a:gd name="connsiteY3" fmla="*/ 85637 h 169625"/>
                <a:gd name="connsiteX4" fmla="*/ 57671 w 114796"/>
                <a:gd name="connsiteY4" fmla="*/ 169706 h 169625"/>
                <a:gd name="connsiteX5" fmla="*/ 115069 w 114796"/>
                <a:gd name="connsiteY5" fmla="*/ 85637 h 169625"/>
                <a:gd name="connsiteX6" fmla="*/ 57671 w 114796"/>
                <a:gd name="connsiteY6" fmla="*/ 162762 h 169625"/>
                <a:gd name="connsiteX7" fmla="*/ 26250 w 114796"/>
                <a:gd name="connsiteY7" fmla="*/ 135731 h 169625"/>
                <a:gd name="connsiteX8" fmla="*/ 22787 w 114796"/>
                <a:gd name="connsiteY8" fmla="*/ 82413 h 169625"/>
                <a:gd name="connsiteX9" fmla="*/ 26498 w 114796"/>
                <a:gd name="connsiteY9" fmla="*/ 31823 h 169625"/>
                <a:gd name="connsiteX10" fmla="*/ 57671 w 114796"/>
                <a:gd name="connsiteY10" fmla="*/ 7024 h 169625"/>
                <a:gd name="connsiteX11" fmla="*/ 88349 w 114796"/>
                <a:gd name="connsiteY11" fmla="*/ 29591 h 169625"/>
                <a:gd name="connsiteX12" fmla="*/ 92555 w 114796"/>
                <a:gd name="connsiteY12" fmla="*/ 82413 h 169625"/>
                <a:gd name="connsiteX13" fmla="*/ 89339 w 114796"/>
                <a:gd name="connsiteY13" fmla="*/ 134739 h 169625"/>
                <a:gd name="connsiteX14" fmla="*/ 57671 w 114796"/>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69625">
                  <a:moveTo>
                    <a:pt x="115069" y="85637"/>
                  </a:moveTo>
                  <a:cubicBezTo>
                    <a:pt x="115069" y="58358"/>
                    <a:pt x="111853" y="38767"/>
                    <a:pt x="100472" y="21408"/>
                  </a:cubicBezTo>
                  <a:cubicBezTo>
                    <a:pt x="92802" y="10000"/>
                    <a:pt x="77463" y="81"/>
                    <a:pt x="57671" y="81"/>
                  </a:cubicBezTo>
                  <a:cubicBezTo>
                    <a:pt x="273" y="81"/>
                    <a:pt x="273" y="67782"/>
                    <a:pt x="273" y="85637"/>
                  </a:cubicBezTo>
                  <a:cubicBezTo>
                    <a:pt x="273" y="103492"/>
                    <a:pt x="273" y="169706"/>
                    <a:pt x="57671" y="169706"/>
                  </a:cubicBezTo>
                  <a:cubicBezTo>
                    <a:pt x="115069" y="169706"/>
                    <a:pt x="115069" y="103492"/>
                    <a:pt x="115069" y="85637"/>
                  </a:cubicBezTo>
                  <a:close/>
                  <a:moveTo>
                    <a:pt x="57671" y="162762"/>
                  </a:moveTo>
                  <a:cubicBezTo>
                    <a:pt x="46290" y="162762"/>
                    <a:pt x="31199" y="156066"/>
                    <a:pt x="26250" y="135731"/>
                  </a:cubicBezTo>
                  <a:cubicBezTo>
                    <a:pt x="22787" y="121100"/>
                    <a:pt x="22787" y="100765"/>
                    <a:pt x="22787" y="82413"/>
                  </a:cubicBezTo>
                  <a:cubicBezTo>
                    <a:pt x="22787" y="64310"/>
                    <a:pt x="22787" y="45463"/>
                    <a:pt x="26498" y="31823"/>
                  </a:cubicBezTo>
                  <a:cubicBezTo>
                    <a:pt x="31693" y="12232"/>
                    <a:pt x="47527" y="7024"/>
                    <a:pt x="57671" y="7024"/>
                  </a:cubicBezTo>
                  <a:cubicBezTo>
                    <a:pt x="71031" y="7024"/>
                    <a:pt x="83896" y="15208"/>
                    <a:pt x="88349" y="29591"/>
                  </a:cubicBezTo>
                  <a:cubicBezTo>
                    <a:pt x="92308" y="42983"/>
                    <a:pt x="92555" y="60838"/>
                    <a:pt x="92555" y="82413"/>
                  </a:cubicBezTo>
                  <a:cubicBezTo>
                    <a:pt x="92555" y="100765"/>
                    <a:pt x="92555" y="119116"/>
                    <a:pt x="89339" y="134739"/>
                  </a:cubicBezTo>
                  <a:cubicBezTo>
                    <a:pt x="84391" y="157306"/>
                    <a:pt x="67567" y="162762"/>
                    <a:pt x="57671" y="162762"/>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7" name="Freeform: Shape 86">
              <a:extLst>
                <a:ext uri="{FF2B5EF4-FFF2-40B4-BE49-F238E27FC236}">
                  <a16:creationId xmlns:a16="http://schemas.microsoft.com/office/drawing/2014/main" id="{16ED9EEE-A355-17B8-A18B-74F3B0BA0A90}"/>
                </a:ext>
              </a:extLst>
            </p:cNvPr>
            <p:cNvSpPr/>
            <p:nvPr/>
          </p:nvSpPr>
          <p:spPr>
            <a:xfrm>
              <a:off x="14584323" y="7619339"/>
              <a:ext cx="64077" cy="247742"/>
            </a:xfrm>
            <a:custGeom>
              <a:avLst/>
              <a:gdLst>
                <a:gd name="connsiteX0" fmla="*/ 4978 w 64077"/>
                <a:gd name="connsiteY0" fmla="*/ 81 h 247742"/>
                <a:gd name="connsiteX1" fmla="*/ 277 w 64077"/>
                <a:gd name="connsiteY1" fmla="*/ 3056 h 247742"/>
                <a:gd name="connsiteX2" fmla="*/ 2504 w 64077"/>
                <a:gd name="connsiteY2" fmla="*/ 6776 h 247742"/>
                <a:gd name="connsiteX3" fmla="*/ 47531 w 64077"/>
                <a:gd name="connsiteY3" fmla="*/ 123828 h 247742"/>
                <a:gd name="connsiteX4" fmla="*/ 4730 w 64077"/>
                <a:gd name="connsiteY4" fmla="*/ 239143 h 247742"/>
                <a:gd name="connsiteX5" fmla="*/ 277 w 64077"/>
                <a:gd name="connsiteY5" fmla="*/ 244847 h 247742"/>
                <a:gd name="connsiteX6" fmla="*/ 3493 w 64077"/>
                <a:gd name="connsiteY6" fmla="*/ 247823 h 247742"/>
                <a:gd name="connsiteX7" fmla="*/ 46294 w 64077"/>
                <a:gd name="connsiteY7" fmla="*/ 200457 h 247742"/>
                <a:gd name="connsiteX8" fmla="*/ 64355 w 64077"/>
                <a:gd name="connsiteY8" fmla="*/ 124076 h 247742"/>
                <a:gd name="connsiteX9" fmla="*/ 4978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978" y="81"/>
                  </a:moveTo>
                  <a:cubicBezTo>
                    <a:pt x="3246" y="81"/>
                    <a:pt x="277" y="81"/>
                    <a:pt x="277" y="3056"/>
                  </a:cubicBezTo>
                  <a:cubicBezTo>
                    <a:pt x="277" y="4296"/>
                    <a:pt x="1019" y="5040"/>
                    <a:pt x="2504" y="6776"/>
                  </a:cubicBezTo>
                  <a:cubicBezTo>
                    <a:pt x="23780" y="26368"/>
                    <a:pt x="47531" y="59846"/>
                    <a:pt x="47531" y="123828"/>
                  </a:cubicBezTo>
                  <a:cubicBezTo>
                    <a:pt x="47531" y="175658"/>
                    <a:pt x="31450" y="214840"/>
                    <a:pt x="4730" y="239143"/>
                  </a:cubicBezTo>
                  <a:cubicBezTo>
                    <a:pt x="524" y="243359"/>
                    <a:pt x="277" y="243607"/>
                    <a:pt x="277" y="244847"/>
                  </a:cubicBezTo>
                  <a:cubicBezTo>
                    <a:pt x="277" y="246087"/>
                    <a:pt x="1019" y="247823"/>
                    <a:pt x="3493" y="247823"/>
                  </a:cubicBezTo>
                  <a:cubicBezTo>
                    <a:pt x="6462" y="247823"/>
                    <a:pt x="29966" y="231455"/>
                    <a:pt x="46294" y="200457"/>
                  </a:cubicBezTo>
                  <a:cubicBezTo>
                    <a:pt x="57180" y="179873"/>
                    <a:pt x="64355" y="153090"/>
                    <a:pt x="64355" y="124076"/>
                  </a:cubicBezTo>
                  <a:cubicBezTo>
                    <a:pt x="64355" y="89109"/>
                    <a:pt x="53964" y="34799"/>
                    <a:pt x="4978" y="81"/>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8" name="Freeform: Shape 87">
              <a:extLst>
                <a:ext uri="{FF2B5EF4-FFF2-40B4-BE49-F238E27FC236}">
                  <a16:creationId xmlns:a16="http://schemas.microsoft.com/office/drawing/2014/main" id="{78892988-718C-9C5C-458F-2F89B1C837C0}"/>
                </a:ext>
              </a:extLst>
            </p:cNvPr>
            <p:cNvSpPr/>
            <p:nvPr/>
          </p:nvSpPr>
          <p:spPr>
            <a:xfrm>
              <a:off x="14707602" y="7544191"/>
              <a:ext cx="134305" cy="637334"/>
            </a:xfrm>
            <a:custGeom>
              <a:avLst/>
              <a:gdLst>
                <a:gd name="connsiteX0" fmla="*/ 134586 w 134305"/>
                <a:gd name="connsiteY0" fmla="*/ 318564 h 637334"/>
                <a:gd name="connsiteX1" fmla="*/ 41279 w 134305"/>
                <a:gd name="connsiteY1" fmla="*/ 29124 h 637334"/>
                <a:gd name="connsiteX2" fmla="*/ 14771 w 134305"/>
                <a:gd name="connsiteY2" fmla="*/ 2199 h 637334"/>
                <a:gd name="connsiteX3" fmla="*/ 6996 w 134305"/>
                <a:gd name="connsiteY3" fmla="*/ 74 h 637334"/>
                <a:gd name="connsiteX4" fmla="*/ 281 w 134305"/>
                <a:gd name="connsiteY4" fmla="*/ 3616 h 637334"/>
                <a:gd name="connsiteX5" fmla="*/ 2401 w 134305"/>
                <a:gd name="connsiteY5" fmla="*/ 7159 h 637334"/>
                <a:gd name="connsiteX6" fmla="*/ 55417 w 134305"/>
                <a:gd name="connsiteY6" fmla="*/ 78013 h 637334"/>
                <a:gd name="connsiteX7" fmla="*/ 107725 w 134305"/>
                <a:gd name="connsiteY7" fmla="*/ 318564 h 637334"/>
                <a:gd name="connsiteX8" fmla="*/ 1694 w 134305"/>
                <a:gd name="connsiteY8" fmla="*/ 631031 h 637334"/>
                <a:gd name="connsiteX9" fmla="*/ 281 w 134305"/>
                <a:gd name="connsiteY9" fmla="*/ 633865 h 637334"/>
                <a:gd name="connsiteX10" fmla="*/ 6996 w 134305"/>
                <a:gd name="connsiteY10" fmla="*/ 637408 h 637334"/>
                <a:gd name="connsiteX11" fmla="*/ 15478 w 134305"/>
                <a:gd name="connsiteY11" fmla="*/ 634574 h 637334"/>
                <a:gd name="connsiteX12" fmla="*/ 111259 w 134305"/>
                <a:gd name="connsiteY12" fmla="*/ 481529 h 637334"/>
                <a:gd name="connsiteX13" fmla="*/ 134586 w 134305"/>
                <a:gd name="connsiteY13" fmla="*/ 318564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305" h="637334">
                  <a:moveTo>
                    <a:pt x="134586" y="318564"/>
                  </a:moveTo>
                  <a:cubicBezTo>
                    <a:pt x="134586" y="216888"/>
                    <a:pt x="110906" y="108835"/>
                    <a:pt x="41279" y="29124"/>
                  </a:cubicBezTo>
                  <a:cubicBezTo>
                    <a:pt x="36331" y="23456"/>
                    <a:pt x="23254" y="9639"/>
                    <a:pt x="14771" y="2199"/>
                  </a:cubicBezTo>
                  <a:cubicBezTo>
                    <a:pt x="12297" y="74"/>
                    <a:pt x="11591" y="74"/>
                    <a:pt x="6996" y="74"/>
                  </a:cubicBezTo>
                  <a:cubicBezTo>
                    <a:pt x="3461" y="74"/>
                    <a:pt x="281" y="74"/>
                    <a:pt x="281" y="3616"/>
                  </a:cubicBezTo>
                  <a:cubicBezTo>
                    <a:pt x="281" y="5033"/>
                    <a:pt x="1694" y="6451"/>
                    <a:pt x="2401" y="7159"/>
                  </a:cubicBezTo>
                  <a:cubicBezTo>
                    <a:pt x="14418" y="19559"/>
                    <a:pt x="33504" y="39044"/>
                    <a:pt x="55417" y="78013"/>
                  </a:cubicBezTo>
                  <a:cubicBezTo>
                    <a:pt x="93588" y="146033"/>
                    <a:pt x="107725" y="233539"/>
                    <a:pt x="107725" y="318564"/>
                  </a:cubicBezTo>
                  <a:cubicBezTo>
                    <a:pt x="107725" y="472318"/>
                    <a:pt x="65313" y="566199"/>
                    <a:pt x="1694" y="631031"/>
                  </a:cubicBezTo>
                  <a:cubicBezTo>
                    <a:pt x="987" y="631740"/>
                    <a:pt x="281" y="632803"/>
                    <a:pt x="281" y="633865"/>
                  </a:cubicBezTo>
                  <a:cubicBezTo>
                    <a:pt x="281" y="637408"/>
                    <a:pt x="3461" y="637408"/>
                    <a:pt x="6996" y="637408"/>
                  </a:cubicBezTo>
                  <a:cubicBezTo>
                    <a:pt x="11591" y="637408"/>
                    <a:pt x="12297" y="637408"/>
                    <a:pt x="15478" y="634574"/>
                  </a:cubicBezTo>
                  <a:cubicBezTo>
                    <a:pt x="49055" y="605524"/>
                    <a:pt x="86872" y="556280"/>
                    <a:pt x="111259" y="481529"/>
                  </a:cubicBezTo>
                  <a:cubicBezTo>
                    <a:pt x="126811" y="432993"/>
                    <a:pt x="134586" y="375601"/>
                    <a:pt x="134586" y="318564"/>
                  </a:cubicBezTo>
                  <a:close/>
                </a:path>
              </a:pathLst>
            </a:custGeom>
            <a:solidFill>
              <a:srgbClr val="000000"/>
            </a:solidFill>
            <a:ln w="35593"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spTree>
    <p:extLst>
      <p:ext uri="{BB962C8B-B14F-4D97-AF65-F5344CB8AC3E}">
        <p14:creationId xmlns:p14="http://schemas.microsoft.com/office/powerpoint/2010/main" val="3557754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D7C94-7487-D49E-54EA-CEAA1AF84422}"/>
              </a:ext>
            </a:extLst>
          </p:cNvPr>
          <p:cNvSpPr>
            <a:spLocks noGrp="1"/>
          </p:cNvSpPr>
          <p:nvPr>
            <p:ph type="title"/>
          </p:nvPr>
        </p:nvSpPr>
        <p:spPr/>
        <p:txBody>
          <a:bodyPr/>
          <a:lstStyle/>
          <a:p>
            <a:r>
              <a:rPr lang="en-CA" sz="3600" dirty="0"/>
              <a:t>Nonlinearities: tanh</a:t>
            </a:r>
            <a:endParaRPr lang="en-CA" dirty="0"/>
          </a:p>
        </p:txBody>
      </p:sp>
      <p:sp>
        <p:nvSpPr>
          <p:cNvPr id="4" name="Slide Number Placeholder 3">
            <a:extLst>
              <a:ext uri="{FF2B5EF4-FFF2-40B4-BE49-F238E27FC236}">
                <a16:creationId xmlns:a16="http://schemas.microsoft.com/office/drawing/2014/main" id="{65C44867-3915-FF6A-7182-472039B877BC}"/>
              </a:ext>
            </a:extLst>
          </p:cNvPr>
          <p:cNvSpPr>
            <a:spLocks noGrp="1"/>
          </p:cNvSpPr>
          <p:nvPr>
            <p:ph type="sldNum" sz="quarter" idx="12"/>
          </p:nvPr>
        </p:nvSpPr>
        <p:spPr/>
        <p:txBody>
          <a:bodyPr/>
          <a:lstStyle/>
          <a:p>
            <a:fld id="{A36FF760-4833-4FC2-9C74-46CD274694B2}" type="slidenum">
              <a:rPr lang="en-CA" smtClean="0"/>
              <a:pPr/>
              <a:t>28</a:t>
            </a:fld>
            <a:endParaRPr lang="en-CA"/>
          </a:p>
        </p:txBody>
      </p:sp>
      <p:pic>
        <p:nvPicPr>
          <p:cNvPr id="5" name="Picture 4">
            <a:extLst>
              <a:ext uri="{FF2B5EF4-FFF2-40B4-BE49-F238E27FC236}">
                <a16:creationId xmlns:a16="http://schemas.microsoft.com/office/drawing/2014/main" id="{A0699879-7B41-267B-22A1-178CA7536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9541" y="2080952"/>
            <a:ext cx="6972919" cy="3530453"/>
          </a:xfrm>
          <a:prstGeom prst="rect">
            <a:avLst/>
          </a:prstGeom>
        </p:spPr>
      </p:pic>
      <p:grpSp>
        <p:nvGrpSpPr>
          <p:cNvPr id="6" name="Group 5" descr="\documentclass{article}&#10;\usepackage{amsmath,amssymb}&#10;\pagestyle{empty}&#10;\begin{document}&#10;&#10;\newcommand{\score}{\textrm{score}}&#10;\newcommand{\classify}{\textrm{classify}}&#10;\newcommand{\bx}{\mathbf{x}}&#10;&#10;\begin{align*}&#10;y = \tanh\left(x\right) = \frac{e^{x}+e^{-x}}{e^x-e^{-x}}&#10;\end{align*}&#10;&#10;&#10;\end{document}" title="IguanaTex Vector Display">
            <a:extLst>
              <a:ext uri="{FF2B5EF4-FFF2-40B4-BE49-F238E27FC236}">
                <a16:creationId xmlns:a16="http://schemas.microsoft.com/office/drawing/2014/main" id="{F5FA4F68-6FB4-A977-A337-E9312DA4FDAA}"/>
              </a:ext>
            </a:extLst>
          </p:cNvPr>
          <p:cNvGrpSpPr>
            <a:grpSpLocks noChangeAspect="1"/>
          </p:cNvGrpSpPr>
          <p:nvPr/>
        </p:nvGrpSpPr>
        <p:grpSpPr>
          <a:xfrm>
            <a:off x="4225406" y="1246596"/>
            <a:ext cx="3741188" cy="740969"/>
            <a:chOff x="11580949" y="4759781"/>
            <a:chExt cx="3741188" cy="740969"/>
          </a:xfrm>
        </p:grpSpPr>
        <p:sp>
          <p:nvSpPr>
            <p:cNvPr id="7" name="Freeform: Shape 6">
              <a:extLst>
                <a:ext uri="{FF2B5EF4-FFF2-40B4-BE49-F238E27FC236}">
                  <a16:creationId xmlns:a16="http://schemas.microsoft.com/office/drawing/2014/main" id="{05B812D9-98CE-055B-65D6-5A5E7802EBF3}"/>
                </a:ext>
              </a:extLst>
            </p:cNvPr>
            <p:cNvSpPr/>
            <p:nvPr/>
          </p:nvSpPr>
          <p:spPr>
            <a:xfrm>
              <a:off x="11580949" y="5088082"/>
              <a:ext cx="162933" cy="234423"/>
            </a:xfrm>
            <a:custGeom>
              <a:avLst/>
              <a:gdLst>
                <a:gd name="connsiteX0" fmla="*/ 161700 w 162933"/>
                <a:gd name="connsiteY0" fmla="*/ 22190 h 234423"/>
                <a:gd name="connsiteX1" fmla="*/ 163114 w 162933"/>
                <a:gd name="connsiteY1" fmla="*/ 13857 h 234423"/>
                <a:gd name="connsiteX2" fmla="*/ 152864 w 162933"/>
                <a:gd name="connsiteY2" fmla="*/ 4074 h 234423"/>
                <a:gd name="connsiteX3" fmla="*/ 140494 w 162933"/>
                <a:gd name="connsiteY3" fmla="*/ 11683 h 234423"/>
                <a:gd name="connsiteX4" fmla="*/ 135546 w 162933"/>
                <a:gd name="connsiteY4" fmla="*/ 31248 h 234423"/>
                <a:gd name="connsiteX5" fmla="*/ 128477 w 162933"/>
                <a:gd name="connsiteY5" fmla="*/ 60234 h 234423"/>
                <a:gd name="connsiteX6" fmla="*/ 112573 w 162933"/>
                <a:gd name="connsiteY6" fmla="*/ 125452 h 234423"/>
                <a:gd name="connsiteX7" fmla="*/ 72635 w 162933"/>
                <a:gd name="connsiteY7" fmla="*/ 156250 h 234423"/>
                <a:gd name="connsiteX8" fmla="*/ 50721 w 162933"/>
                <a:gd name="connsiteY8" fmla="*/ 126901 h 234423"/>
                <a:gd name="connsiteX9" fmla="*/ 68747 w 162933"/>
                <a:gd name="connsiteY9" fmla="*/ 55886 h 234423"/>
                <a:gd name="connsiteX10" fmla="*/ 75815 w 162933"/>
                <a:gd name="connsiteY10" fmla="*/ 29799 h 234423"/>
                <a:gd name="connsiteX11" fmla="*/ 46834 w 162933"/>
                <a:gd name="connsiteY11" fmla="*/ 88 h 234423"/>
                <a:gd name="connsiteX12" fmla="*/ 180 w 162933"/>
                <a:gd name="connsiteY12" fmla="*/ 55886 h 234423"/>
                <a:gd name="connsiteX13" fmla="*/ 4421 w 162933"/>
                <a:gd name="connsiteY13" fmla="*/ 59509 h 234423"/>
                <a:gd name="connsiteX14" fmla="*/ 10076 w 162933"/>
                <a:gd name="connsiteY14" fmla="*/ 52988 h 234423"/>
                <a:gd name="connsiteX15" fmla="*/ 45773 w 162933"/>
                <a:gd name="connsiteY15" fmla="*/ 8060 h 234423"/>
                <a:gd name="connsiteX16" fmla="*/ 54609 w 162933"/>
                <a:gd name="connsiteY16" fmla="*/ 19654 h 234423"/>
                <a:gd name="connsiteX17" fmla="*/ 48601 w 162933"/>
                <a:gd name="connsiteY17" fmla="*/ 45016 h 234423"/>
                <a:gd name="connsiteX18" fmla="*/ 28102 w 162933"/>
                <a:gd name="connsiteY18" fmla="*/ 121104 h 234423"/>
                <a:gd name="connsiteX19" fmla="*/ 71221 w 162933"/>
                <a:gd name="connsiteY19" fmla="*/ 164221 h 234423"/>
                <a:gd name="connsiteX20" fmla="*/ 106918 w 162933"/>
                <a:gd name="connsiteY20" fmla="*/ 147916 h 234423"/>
                <a:gd name="connsiteX21" fmla="*/ 83944 w 162933"/>
                <a:gd name="connsiteY21" fmla="*/ 203714 h 234423"/>
                <a:gd name="connsiteX22" fmla="*/ 45067 w 162933"/>
                <a:gd name="connsiteY22" fmla="*/ 226540 h 234423"/>
                <a:gd name="connsiteX23" fmla="*/ 18205 w 162933"/>
                <a:gd name="connsiteY23" fmla="*/ 211323 h 234423"/>
                <a:gd name="connsiteX24" fmla="*/ 33403 w 162933"/>
                <a:gd name="connsiteY24" fmla="*/ 206975 h 234423"/>
                <a:gd name="connsiteX25" fmla="*/ 40472 w 162933"/>
                <a:gd name="connsiteY25" fmla="*/ 192120 h 234423"/>
                <a:gd name="connsiteX26" fmla="*/ 27395 w 162933"/>
                <a:gd name="connsiteY26" fmla="*/ 179438 h 234423"/>
                <a:gd name="connsiteX27" fmla="*/ 7602 w 162933"/>
                <a:gd name="connsiteY27" fmla="*/ 202989 h 234423"/>
                <a:gd name="connsiteX28" fmla="*/ 45067 w 162933"/>
                <a:gd name="connsiteY28" fmla="*/ 234511 h 234423"/>
                <a:gd name="connsiteX29" fmla="*/ 127771 w 162933"/>
                <a:gd name="connsiteY29" fmla="*/ 160598 h 234423"/>
                <a:gd name="connsiteX30" fmla="*/ 161700 w 162933"/>
                <a:gd name="connsiteY30" fmla="*/ 22190 h 23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2933" h="234423">
                  <a:moveTo>
                    <a:pt x="161700" y="22190"/>
                  </a:moveTo>
                  <a:cubicBezTo>
                    <a:pt x="163114" y="17118"/>
                    <a:pt x="163114" y="16393"/>
                    <a:pt x="163114" y="13857"/>
                  </a:cubicBezTo>
                  <a:cubicBezTo>
                    <a:pt x="163114" y="7335"/>
                    <a:pt x="158166" y="4074"/>
                    <a:pt x="152864" y="4074"/>
                  </a:cubicBezTo>
                  <a:cubicBezTo>
                    <a:pt x="149330" y="4074"/>
                    <a:pt x="143675" y="6248"/>
                    <a:pt x="140494" y="11683"/>
                  </a:cubicBezTo>
                  <a:cubicBezTo>
                    <a:pt x="139787" y="13494"/>
                    <a:pt x="136960" y="24726"/>
                    <a:pt x="135546" y="31248"/>
                  </a:cubicBezTo>
                  <a:cubicBezTo>
                    <a:pt x="133072" y="40669"/>
                    <a:pt x="130598" y="50451"/>
                    <a:pt x="128477" y="60234"/>
                  </a:cubicBezTo>
                  <a:lnTo>
                    <a:pt x="112573" y="125452"/>
                  </a:lnTo>
                  <a:cubicBezTo>
                    <a:pt x="111159" y="130887"/>
                    <a:pt x="95961" y="156250"/>
                    <a:pt x="72635" y="156250"/>
                  </a:cubicBezTo>
                  <a:cubicBezTo>
                    <a:pt x="54609" y="156250"/>
                    <a:pt x="50721" y="140307"/>
                    <a:pt x="50721" y="126901"/>
                  </a:cubicBezTo>
                  <a:cubicBezTo>
                    <a:pt x="50721" y="110235"/>
                    <a:pt x="56730" y="87771"/>
                    <a:pt x="68747" y="55886"/>
                  </a:cubicBezTo>
                  <a:cubicBezTo>
                    <a:pt x="74402" y="41031"/>
                    <a:pt x="75815" y="37045"/>
                    <a:pt x="75815" y="29799"/>
                  </a:cubicBezTo>
                  <a:cubicBezTo>
                    <a:pt x="75815" y="13494"/>
                    <a:pt x="64505" y="88"/>
                    <a:pt x="46834" y="88"/>
                  </a:cubicBezTo>
                  <a:cubicBezTo>
                    <a:pt x="13257" y="88"/>
                    <a:pt x="180" y="52625"/>
                    <a:pt x="180" y="55886"/>
                  </a:cubicBezTo>
                  <a:cubicBezTo>
                    <a:pt x="180" y="59509"/>
                    <a:pt x="3714" y="59509"/>
                    <a:pt x="4421" y="59509"/>
                  </a:cubicBezTo>
                  <a:cubicBezTo>
                    <a:pt x="7956" y="59509"/>
                    <a:pt x="8309" y="58785"/>
                    <a:pt x="10076" y="52988"/>
                  </a:cubicBezTo>
                  <a:cubicBezTo>
                    <a:pt x="19619" y="18929"/>
                    <a:pt x="33757" y="8060"/>
                    <a:pt x="45773" y="8060"/>
                  </a:cubicBezTo>
                  <a:cubicBezTo>
                    <a:pt x="48601" y="8060"/>
                    <a:pt x="54609" y="8060"/>
                    <a:pt x="54609" y="19654"/>
                  </a:cubicBezTo>
                  <a:cubicBezTo>
                    <a:pt x="54609" y="28712"/>
                    <a:pt x="51075" y="38132"/>
                    <a:pt x="48601" y="45016"/>
                  </a:cubicBezTo>
                  <a:cubicBezTo>
                    <a:pt x="34463" y="83423"/>
                    <a:pt x="28102" y="104075"/>
                    <a:pt x="28102" y="121104"/>
                  </a:cubicBezTo>
                  <a:cubicBezTo>
                    <a:pt x="28102" y="153351"/>
                    <a:pt x="50368" y="164221"/>
                    <a:pt x="71221" y="164221"/>
                  </a:cubicBezTo>
                  <a:cubicBezTo>
                    <a:pt x="85005" y="164221"/>
                    <a:pt x="97022" y="158061"/>
                    <a:pt x="106918" y="147916"/>
                  </a:cubicBezTo>
                  <a:cubicBezTo>
                    <a:pt x="102323" y="166757"/>
                    <a:pt x="98082" y="184511"/>
                    <a:pt x="83944" y="203714"/>
                  </a:cubicBezTo>
                  <a:cubicBezTo>
                    <a:pt x="74755" y="216033"/>
                    <a:pt x="61325" y="226540"/>
                    <a:pt x="45067" y="226540"/>
                  </a:cubicBezTo>
                  <a:cubicBezTo>
                    <a:pt x="40118" y="226540"/>
                    <a:pt x="24214" y="225453"/>
                    <a:pt x="18205" y="211323"/>
                  </a:cubicBezTo>
                  <a:cubicBezTo>
                    <a:pt x="23860" y="211323"/>
                    <a:pt x="28455" y="211323"/>
                    <a:pt x="33403" y="206975"/>
                  </a:cubicBezTo>
                  <a:cubicBezTo>
                    <a:pt x="36937" y="203714"/>
                    <a:pt x="40472" y="199004"/>
                    <a:pt x="40472" y="192120"/>
                  </a:cubicBezTo>
                  <a:cubicBezTo>
                    <a:pt x="40472" y="180888"/>
                    <a:pt x="30929" y="179438"/>
                    <a:pt x="27395" y="179438"/>
                  </a:cubicBezTo>
                  <a:cubicBezTo>
                    <a:pt x="19266" y="179438"/>
                    <a:pt x="7602" y="185236"/>
                    <a:pt x="7602" y="202989"/>
                  </a:cubicBezTo>
                  <a:cubicBezTo>
                    <a:pt x="7602" y="221106"/>
                    <a:pt x="23153" y="234511"/>
                    <a:pt x="45067" y="234511"/>
                  </a:cubicBezTo>
                  <a:cubicBezTo>
                    <a:pt x="81470" y="234511"/>
                    <a:pt x="117874" y="201540"/>
                    <a:pt x="127771" y="160598"/>
                  </a:cubicBezTo>
                  <a:lnTo>
                    <a:pt x="161700" y="2219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 name="Freeform: Shape 7">
              <a:extLst>
                <a:ext uri="{FF2B5EF4-FFF2-40B4-BE49-F238E27FC236}">
                  <a16:creationId xmlns:a16="http://schemas.microsoft.com/office/drawing/2014/main" id="{6C65C887-438D-786E-A6E2-11F9353CBDCE}"/>
                </a:ext>
              </a:extLst>
            </p:cNvPr>
            <p:cNvSpPr/>
            <p:nvPr/>
          </p:nvSpPr>
          <p:spPr>
            <a:xfrm>
              <a:off x="11874630" y="5115256"/>
              <a:ext cx="235034" cy="84783"/>
            </a:xfrm>
            <a:custGeom>
              <a:avLst/>
              <a:gdLst>
                <a:gd name="connsiteX0" fmla="*/ 223206 w 235034"/>
                <a:gd name="connsiteY0" fmla="*/ 14581 h 84783"/>
                <a:gd name="connsiteX1" fmla="*/ 235223 w 235034"/>
                <a:gd name="connsiteY1" fmla="*/ 7335 h 84783"/>
                <a:gd name="connsiteX2" fmla="*/ 223560 w 235034"/>
                <a:gd name="connsiteY2" fmla="*/ 88 h 84783"/>
                <a:gd name="connsiteX3" fmla="*/ 11852 w 235034"/>
                <a:gd name="connsiteY3" fmla="*/ 88 h 84783"/>
                <a:gd name="connsiteX4" fmla="*/ 188 w 235034"/>
                <a:gd name="connsiteY4" fmla="*/ 7335 h 84783"/>
                <a:gd name="connsiteX5" fmla="*/ 12205 w 235034"/>
                <a:gd name="connsiteY5" fmla="*/ 14581 h 84783"/>
                <a:gd name="connsiteX6" fmla="*/ 223206 w 235034"/>
                <a:gd name="connsiteY6" fmla="*/ 14581 h 84783"/>
                <a:gd name="connsiteX7" fmla="*/ 223560 w 235034"/>
                <a:gd name="connsiteY7" fmla="*/ 84872 h 84783"/>
                <a:gd name="connsiteX8" fmla="*/ 235223 w 235034"/>
                <a:gd name="connsiteY8" fmla="*/ 77626 h 84783"/>
                <a:gd name="connsiteX9" fmla="*/ 223206 w 235034"/>
                <a:gd name="connsiteY9" fmla="*/ 70379 h 84783"/>
                <a:gd name="connsiteX10" fmla="*/ 12205 w 235034"/>
                <a:gd name="connsiteY10" fmla="*/ 70379 h 84783"/>
                <a:gd name="connsiteX11" fmla="*/ 188 w 235034"/>
                <a:gd name="connsiteY11" fmla="*/ 77626 h 84783"/>
                <a:gd name="connsiteX12" fmla="*/ 11852 w 235034"/>
                <a:gd name="connsiteY12" fmla="*/ 84872 h 84783"/>
                <a:gd name="connsiteX13" fmla="*/ 223560 w 235034"/>
                <a:gd name="connsiteY13" fmla="*/ 84872 h 8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34" h="84783">
                  <a:moveTo>
                    <a:pt x="223206" y="14581"/>
                  </a:moveTo>
                  <a:cubicBezTo>
                    <a:pt x="228508" y="14581"/>
                    <a:pt x="235223" y="14581"/>
                    <a:pt x="235223" y="7335"/>
                  </a:cubicBezTo>
                  <a:cubicBezTo>
                    <a:pt x="235223" y="88"/>
                    <a:pt x="228508" y="88"/>
                    <a:pt x="223560" y="88"/>
                  </a:cubicBezTo>
                  <a:lnTo>
                    <a:pt x="11852" y="88"/>
                  </a:lnTo>
                  <a:cubicBezTo>
                    <a:pt x="6903" y="88"/>
                    <a:pt x="188" y="88"/>
                    <a:pt x="188" y="7335"/>
                  </a:cubicBezTo>
                  <a:cubicBezTo>
                    <a:pt x="188" y="14581"/>
                    <a:pt x="6903" y="14581"/>
                    <a:pt x="12205" y="14581"/>
                  </a:cubicBezTo>
                  <a:lnTo>
                    <a:pt x="223206" y="14581"/>
                  </a:lnTo>
                  <a:close/>
                  <a:moveTo>
                    <a:pt x="223560" y="84872"/>
                  </a:moveTo>
                  <a:cubicBezTo>
                    <a:pt x="228508" y="84872"/>
                    <a:pt x="235223" y="84872"/>
                    <a:pt x="235223" y="77626"/>
                  </a:cubicBezTo>
                  <a:cubicBezTo>
                    <a:pt x="235223" y="70379"/>
                    <a:pt x="228508" y="70379"/>
                    <a:pt x="223206" y="70379"/>
                  </a:cubicBezTo>
                  <a:lnTo>
                    <a:pt x="12205" y="70379"/>
                  </a:lnTo>
                  <a:cubicBezTo>
                    <a:pt x="6903" y="70379"/>
                    <a:pt x="188" y="70379"/>
                    <a:pt x="188" y="77626"/>
                  </a:cubicBezTo>
                  <a:cubicBezTo>
                    <a:pt x="188" y="84872"/>
                    <a:pt x="6903" y="84872"/>
                    <a:pt x="11852" y="84872"/>
                  </a:cubicBezTo>
                  <a:lnTo>
                    <a:pt x="223560" y="8487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 name="Freeform: Shape 8">
              <a:extLst>
                <a:ext uri="{FF2B5EF4-FFF2-40B4-BE49-F238E27FC236}">
                  <a16:creationId xmlns:a16="http://schemas.microsoft.com/office/drawing/2014/main" id="{3829F2AE-CC29-6E53-22E1-C535084095BE}"/>
                </a:ext>
              </a:extLst>
            </p:cNvPr>
            <p:cNvSpPr/>
            <p:nvPr/>
          </p:nvSpPr>
          <p:spPr>
            <a:xfrm>
              <a:off x="12234622" y="5025400"/>
              <a:ext cx="110625" cy="226814"/>
            </a:xfrm>
            <a:custGeom>
              <a:avLst/>
              <a:gdLst>
                <a:gd name="connsiteX0" fmla="*/ 54628 w 110625"/>
                <a:gd name="connsiteY0" fmla="*/ 77988 h 226814"/>
                <a:gd name="connsiteX1" fmla="*/ 105169 w 110625"/>
                <a:gd name="connsiteY1" fmla="*/ 77988 h 226814"/>
                <a:gd name="connsiteX2" fmla="*/ 105169 w 110625"/>
                <a:gd name="connsiteY2" fmla="*/ 66756 h 226814"/>
                <a:gd name="connsiteX3" fmla="*/ 54628 w 110625"/>
                <a:gd name="connsiteY3" fmla="*/ 66756 h 226814"/>
                <a:gd name="connsiteX4" fmla="*/ 54628 w 110625"/>
                <a:gd name="connsiteY4" fmla="*/ 88 h 226814"/>
                <a:gd name="connsiteX5" fmla="*/ 45792 w 110625"/>
                <a:gd name="connsiteY5" fmla="*/ 88 h 226814"/>
                <a:gd name="connsiteX6" fmla="*/ 199 w 110625"/>
                <a:gd name="connsiteY6" fmla="*/ 70017 h 226814"/>
                <a:gd name="connsiteX7" fmla="*/ 199 w 110625"/>
                <a:gd name="connsiteY7" fmla="*/ 77988 h 226814"/>
                <a:gd name="connsiteX8" fmla="*/ 30241 w 110625"/>
                <a:gd name="connsiteY8" fmla="*/ 77988 h 226814"/>
                <a:gd name="connsiteX9" fmla="*/ 30241 w 110625"/>
                <a:gd name="connsiteY9" fmla="*/ 177989 h 226814"/>
                <a:gd name="connsiteX10" fmla="*/ 75834 w 110625"/>
                <a:gd name="connsiteY10" fmla="*/ 226903 h 226814"/>
                <a:gd name="connsiteX11" fmla="*/ 110824 w 110625"/>
                <a:gd name="connsiteY11" fmla="*/ 177989 h 226814"/>
                <a:gd name="connsiteX12" fmla="*/ 110824 w 110625"/>
                <a:gd name="connsiteY12" fmla="*/ 157337 h 226814"/>
                <a:gd name="connsiteX13" fmla="*/ 101988 w 110625"/>
                <a:gd name="connsiteY13" fmla="*/ 157337 h 226814"/>
                <a:gd name="connsiteX14" fmla="*/ 101988 w 110625"/>
                <a:gd name="connsiteY14" fmla="*/ 177264 h 226814"/>
                <a:gd name="connsiteX15" fmla="*/ 78308 w 110625"/>
                <a:gd name="connsiteY15" fmla="*/ 217845 h 226814"/>
                <a:gd name="connsiteX16" fmla="*/ 54628 w 110625"/>
                <a:gd name="connsiteY16" fmla="*/ 178714 h 226814"/>
                <a:gd name="connsiteX17" fmla="*/ 54628 w 110625"/>
                <a:gd name="connsiteY17" fmla="*/ 77988 h 2268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0625" h="226814">
                  <a:moveTo>
                    <a:pt x="54628" y="77988"/>
                  </a:moveTo>
                  <a:lnTo>
                    <a:pt x="105169" y="77988"/>
                  </a:lnTo>
                  <a:lnTo>
                    <a:pt x="105169" y="66756"/>
                  </a:lnTo>
                  <a:lnTo>
                    <a:pt x="54628" y="66756"/>
                  </a:lnTo>
                  <a:lnTo>
                    <a:pt x="54628" y="88"/>
                  </a:lnTo>
                  <a:lnTo>
                    <a:pt x="45792" y="88"/>
                  </a:lnTo>
                  <a:cubicBezTo>
                    <a:pt x="45438" y="29799"/>
                    <a:pt x="34835" y="68567"/>
                    <a:pt x="199" y="70017"/>
                  </a:cubicBezTo>
                  <a:lnTo>
                    <a:pt x="199" y="77988"/>
                  </a:lnTo>
                  <a:lnTo>
                    <a:pt x="30241" y="77988"/>
                  </a:lnTo>
                  <a:lnTo>
                    <a:pt x="30241" y="177989"/>
                  </a:lnTo>
                  <a:cubicBezTo>
                    <a:pt x="30241" y="222555"/>
                    <a:pt x="63110" y="226903"/>
                    <a:pt x="75834" y="226903"/>
                  </a:cubicBezTo>
                  <a:cubicBezTo>
                    <a:pt x="100928" y="226903"/>
                    <a:pt x="110824" y="201178"/>
                    <a:pt x="110824" y="177989"/>
                  </a:cubicBezTo>
                  <a:lnTo>
                    <a:pt x="110824" y="157337"/>
                  </a:lnTo>
                  <a:lnTo>
                    <a:pt x="101988" y="157337"/>
                  </a:lnTo>
                  <a:lnTo>
                    <a:pt x="101988" y="177264"/>
                  </a:lnTo>
                  <a:cubicBezTo>
                    <a:pt x="101988" y="204076"/>
                    <a:pt x="91385" y="217845"/>
                    <a:pt x="78308" y="217845"/>
                  </a:cubicBezTo>
                  <a:cubicBezTo>
                    <a:pt x="54628" y="217845"/>
                    <a:pt x="54628" y="184873"/>
                    <a:pt x="54628" y="178714"/>
                  </a:cubicBezTo>
                  <a:lnTo>
                    <a:pt x="54628" y="7798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 name="Freeform: Shape 9">
              <a:extLst>
                <a:ext uri="{FF2B5EF4-FFF2-40B4-BE49-F238E27FC236}">
                  <a16:creationId xmlns:a16="http://schemas.microsoft.com/office/drawing/2014/main" id="{45624D9A-C838-ACE5-7538-DDA8CAF2C576}"/>
                </a:ext>
              </a:extLst>
            </p:cNvPr>
            <p:cNvSpPr/>
            <p:nvPr/>
          </p:nvSpPr>
          <p:spPr>
            <a:xfrm>
              <a:off x="12380199" y="5085908"/>
              <a:ext cx="159399" cy="166306"/>
            </a:xfrm>
            <a:custGeom>
              <a:avLst/>
              <a:gdLst>
                <a:gd name="connsiteX0" fmla="*/ 103052 w 159399"/>
                <a:gd name="connsiteY0" fmla="*/ 134873 h 166306"/>
                <a:gd name="connsiteX1" fmla="*/ 130620 w 159399"/>
                <a:gd name="connsiteY1" fmla="*/ 164583 h 166306"/>
                <a:gd name="connsiteX2" fmla="*/ 159602 w 159399"/>
                <a:gd name="connsiteY2" fmla="*/ 130162 h 166306"/>
                <a:gd name="connsiteX3" fmla="*/ 159602 w 159399"/>
                <a:gd name="connsiteY3" fmla="*/ 109872 h 166306"/>
                <a:gd name="connsiteX4" fmla="*/ 150766 w 159399"/>
                <a:gd name="connsiteY4" fmla="*/ 109872 h 166306"/>
                <a:gd name="connsiteX5" fmla="*/ 150766 w 159399"/>
                <a:gd name="connsiteY5" fmla="*/ 130162 h 166306"/>
                <a:gd name="connsiteX6" fmla="*/ 138043 w 159399"/>
                <a:gd name="connsiteY6" fmla="*/ 153351 h 166306"/>
                <a:gd name="connsiteX7" fmla="*/ 124965 w 159399"/>
                <a:gd name="connsiteY7" fmla="*/ 135235 h 166306"/>
                <a:gd name="connsiteX8" fmla="*/ 124965 w 159399"/>
                <a:gd name="connsiteY8" fmla="*/ 62770 h 166306"/>
                <a:gd name="connsiteX9" fmla="*/ 112242 w 159399"/>
                <a:gd name="connsiteY9" fmla="*/ 20016 h 166306"/>
                <a:gd name="connsiteX10" fmla="*/ 63821 w 159399"/>
                <a:gd name="connsiteY10" fmla="*/ 88 h 166306"/>
                <a:gd name="connsiteX11" fmla="*/ 10452 w 159399"/>
                <a:gd name="connsiteY11" fmla="*/ 41031 h 166306"/>
                <a:gd name="connsiteX12" fmla="*/ 26710 w 159399"/>
                <a:gd name="connsiteY12" fmla="*/ 58060 h 166306"/>
                <a:gd name="connsiteX13" fmla="*/ 42968 w 159399"/>
                <a:gd name="connsiteY13" fmla="*/ 41393 h 166306"/>
                <a:gd name="connsiteX14" fmla="*/ 24943 w 159399"/>
                <a:gd name="connsiteY14" fmla="*/ 24726 h 166306"/>
                <a:gd name="connsiteX15" fmla="*/ 63114 w 159399"/>
                <a:gd name="connsiteY15" fmla="*/ 8060 h 166306"/>
                <a:gd name="connsiteX16" fmla="*/ 100578 w 159399"/>
                <a:gd name="connsiteY16" fmla="*/ 54437 h 166306"/>
                <a:gd name="connsiteX17" fmla="*/ 100578 w 159399"/>
                <a:gd name="connsiteY17" fmla="*/ 67843 h 166306"/>
                <a:gd name="connsiteX18" fmla="*/ 35546 w 159399"/>
                <a:gd name="connsiteY18" fmla="*/ 80886 h 166306"/>
                <a:gd name="connsiteX19" fmla="*/ 203 w 159399"/>
                <a:gd name="connsiteY19" fmla="*/ 127988 h 166306"/>
                <a:gd name="connsiteX20" fmla="*/ 56752 w 159399"/>
                <a:gd name="connsiteY20" fmla="*/ 166395 h 166306"/>
                <a:gd name="connsiteX21" fmla="*/ 103052 w 159399"/>
                <a:gd name="connsiteY21" fmla="*/ 134873 h 166306"/>
                <a:gd name="connsiteX22" fmla="*/ 100578 w 159399"/>
                <a:gd name="connsiteY22" fmla="*/ 75452 h 166306"/>
                <a:gd name="connsiteX23" fmla="*/ 100578 w 159399"/>
                <a:gd name="connsiteY23" fmla="*/ 111684 h 166306"/>
                <a:gd name="connsiteX24" fmla="*/ 59226 w 159399"/>
                <a:gd name="connsiteY24" fmla="*/ 158424 h 166306"/>
                <a:gd name="connsiteX25" fmla="*/ 27417 w 159399"/>
                <a:gd name="connsiteY25" fmla="*/ 127626 h 166306"/>
                <a:gd name="connsiteX26" fmla="*/ 100578 w 159399"/>
                <a:gd name="connsiteY26" fmla="*/ 75452 h 166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9399" h="166306">
                  <a:moveTo>
                    <a:pt x="103052" y="134873"/>
                  </a:moveTo>
                  <a:cubicBezTo>
                    <a:pt x="104466" y="149366"/>
                    <a:pt x="114009" y="164583"/>
                    <a:pt x="130620" y="164583"/>
                  </a:cubicBezTo>
                  <a:cubicBezTo>
                    <a:pt x="138043" y="164583"/>
                    <a:pt x="159602" y="159511"/>
                    <a:pt x="159602" y="130162"/>
                  </a:cubicBezTo>
                  <a:lnTo>
                    <a:pt x="159602" y="109872"/>
                  </a:lnTo>
                  <a:lnTo>
                    <a:pt x="150766" y="109872"/>
                  </a:lnTo>
                  <a:lnTo>
                    <a:pt x="150766" y="130162"/>
                  </a:lnTo>
                  <a:cubicBezTo>
                    <a:pt x="150766" y="151177"/>
                    <a:pt x="141930" y="153351"/>
                    <a:pt x="138043" y="153351"/>
                  </a:cubicBezTo>
                  <a:cubicBezTo>
                    <a:pt x="126379" y="153351"/>
                    <a:pt x="124965" y="137047"/>
                    <a:pt x="124965" y="135235"/>
                  </a:cubicBezTo>
                  <a:lnTo>
                    <a:pt x="124965" y="62770"/>
                  </a:lnTo>
                  <a:cubicBezTo>
                    <a:pt x="124965" y="47553"/>
                    <a:pt x="124965" y="33422"/>
                    <a:pt x="112242" y="20016"/>
                  </a:cubicBezTo>
                  <a:cubicBezTo>
                    <a:pt x="98458" y="5886"/>
                    <a:pt x="80786" y="88"/>
                    <a:pt x="63821" y="88"/>
                  </a:cubicBezTo>
                  <a:cubicBezTo>
                    <a:pt x="34839" y="88"/>
                    <a:pt x="10452" y="17118"/>
                    <a:pt x="10452" y="41031"/>
                  </a:cubicBezTo>
                  <a:cubicBezTo>
                    <a:pt x="10452" y="51901"/>
                    <a:pt x="17521" y="58060"/>
                    <a:pt x="26710" y="58060"/>
                  </a:cubicBezTo>
                  <a:cubicBezTo>
                    <a:pt x="36606" y="58060"/>
                    <a:pt x="42968" y="50814"/>
                    <a:pt x="42968" y="41393"/>
                  </a:cubicBezTo>
                  <a:cubicBezTo>
                    <a:pt x="42968" y="37045"/>
                    <a:pt x="41201" y="25089"/>
                    <a:pt x="24943" y="24726"/>
                  </a:cubicBezTo>
                  <a:cubicBezTo>
                    <a:pt x="34486" y="12045"/>
                    <a:pt x="51804" y="8060"/>
                    <a:pt x="63114" y="8060"/>
                  </a:cubicBezTo>
                  <a:cubicBezTo>
                    <a:pt x="80433" y="8060"/>
                    <a:pt x="100578" y="22190"/>
                    <a:pt x="100578" y="54437"/>
                  </a:cubicBezTo>
                  <a:lnTo>
                    <a:pt x="100578" y="67843"/>
                  </a:lnTo>
                  <a:cubicBezTo>
                    <a:pt x="82553" y="68930"/>
                    <a:pt x="57813" y="70017"/>
                    <a:pt x="35546" y="80886"/>
                  </a:cubicBezTo>
                  <a:cubicBezTo>
                    <a:pt x="9038" y="93205"/>
                    <a:pt x="203" y="112046"/>
                    <a:pt x="203" y="127988"/>
                  </a:cubicBezTo>
                  <a:cubicBezTo>
                    <a:pt x="203" y="157337"/>
                    <a:pt x="34486" y="166395"/>
                    <a:pt x="56752" y="166395"/>
                  </a:cubicBezTo>
                  <a:cubicBezTo>
                    <a:pt x="80079" y="166395"/>
                    <a:pt x="96337" y="151902"/>
                    <a:pt x="103052" y="134873"/>
                  </a:cubicBezTo>
                  <a:close/>
                  <a:moveTo>
                    <a:pt x="100578" y="75452"/>
                  </a:moveTo>
                  <a:lnTo>
                    <a:pt x="100578" y="111684"/>
                  </a:lnTo>
                  <a:cubicBezTo>
                    <a:pt x="100578" y="146105"/>
                    <a:pt x="75131" y="158424"/>
                    <a:pt x="59226" y="158424"/>
                  </a:cubicBezTo>
                  <a:cubicBezTo>
                    <a:pt x="41908" y="158424"/>
                    <a:pt x="27417" y="145742"/>
                    <a:pt x="27417" y="127626"/>
                  </a:cubicBezTo>
                  <a:cubicBezTo>
                    <a:pt x="27417" y="107698"/>
                    <a:pt x="42261" y="77626"/>
                    <a:pt x="100578" y="75452"/>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 name="Freeform: Shape 10">
              <a:extLst>
                <a:ext uri="{FF2B5EF4-FFF2-40B4-BE49-F238E27FC236}">
                  <a16:creationId xmlns:a16="http://schemas.microsoft.com/office/drawing/2014/main" id="{2DC3E1F6-8B9A-CA12-7F95-E9402B638F98}"/>
                </a:ext>
              </a:extLst>
            </p:cNvPr>
            <p:cNvSpPr/>
            <p:nvPr/>
          </p:nvSpPr>
          <p:spPr>
            <a:xfrm>
              <a:off x="12553383" y="5088082"/>
              <a:ext cx="177778" cy="160146"/>
            </a:xfrm>
            <a:custGeom>
              <a:avLst/>
              <a:gdLst>
                <a:gd name="connsiteX0" fmla="*/ 27776 w 177778"/>
                <a:gd name="connsiteY0" fmla="*/ 35596 h 160146"/>
                <a:gd name="connsiteX1" fmla="*/ 27776 w 177778"/>
                <a:gd name="connsiteY1" fmla="*/ 132699 h 160146"/>
                <a:gd name="connsiteX2" fmla="*/ 208 w 177778"/>
                <a:gd name="connsiteY2" fmla="*/ 149003 h 160146"/>
                <a:gd name="connsiteX3" fmla="*/ 208 w 177778"/>
                <a:gd name="connsiteY3" fmla="*/ 160235 h 160146"/>
                <a:gd name="connsiteX4" fmla="*/ 40146 w 177778"/>
                <a:gd name="connsiteY4" fmla="*/ 159148 h 160146"/>
                <a:gd name="connsiteX5" fmla="*/ 79731 w 177778"/>
                <a:gd name="connsiteY5" fmla="*/ 160235 h 160146"/>
                <a:gd name="connsiteX6" fmla="*/ 79731 w 177778"/>
                <a:gd name="connsiteY6" fmla="*/ 149003 h 160146"/>
                <a:gd name="connsiteX7" fmla="*/ 52163 w 177778"/>
                <a:gd name="connsiteY7" fmla="*/ 132699 h 160146"/>
                <a:gd name="connsiteX8" fmla="*/ 52163 w 177778"/>
                <a:gd name="connsiteY8" fmla="*/ 66031 h 160146"/>
                <a:gd name="connsiteX9" fmla="*/ 99876 w 177778"/>
                <a:gd name="connsiteY9" fmla="*/ 8060 h 160146"/>
                <a:gd name="connsiteX10" fmla="*/ 126031 w 177778"/>
                <a:gd name="connsiteY10" fmla="*/ 48277 h 160146"/>
                <a:gd name="connsiteX11" fmla="*/ 126031 w 177778"/>
                <a:gd name="connsiteY11" fmla="*/ 132699 h 160146"/>
                <a:gd name="connsiteX12" fmla="*/ 98463 w 177778"/>
                <a:gd name="connsiteY12" fmla="*/ 149003 h 160146"/>
                <a:gd name="connsiteX13" fmla="*/ 98463 w 177778"/>
                <a:gd name="connsiteY13" fmla="*/ 160235 h 160146"/>
                <a:gd name="connsiteX14" fmla="*/ 138401 w 177778"/>
                <a:gd name="connsiteY14" fmla="*/ 159148 h 160146"/>
                <a:gd name="connsiteX15" fmla="*/ 177986 w 177778"/>
                <a:gd name="connsiteY15" fmla="*/ 160235 h 160146"/>
                <a:gd name="connsiteX16" fmla="*/ 177986 w 177778"/>
                <a:gd name="connsiteY16" fmla="*/ 149003 h 160146"/>
                <a:gd name="connsiteX17" fmla="*/ 150418 w 177778"/>
                <a:gd name="connsiteY17" fmla="*/ 138134 h 160146"/>
                <a:gd name="connsiteX18" fmla="*/ 150418 w 177778"/>
                <a:gd name="connsiteY18" fmla="*/ 68930 h 160146"/>
                <a:gd name="connsiteX19" fmla="*/ 139461 w 177778"/>
                <a:gd name="connsiteY19" fmla="*/ 13494 h 160146"/>
                <a:gd name="connsiteX20" fmla="*/ 102351 w 177778"/>
                <a:gd name="connsiteY20" fmla="*/ 88 h 160146"/>
                <a:gd name="connsiteX21" fmla="*/ 50042 w 177778"/>
                <a:gd name="connsiteY21" fmla="*/ 38132 h 160146"/>
                <a:gd name="connsiteX22" fmla="*/ 50042 w 177778"/>
                <a:gd name="connsiteY22" fmla="*/ 88 h 160146"/>
                <a:gd name="connsiteX23" fmla="*/ 208 w 177778"/>
                <a:gd name="connsiteY23" fmla="*/ 4074 h 160146"/>
                <a:gd name="connsiteX24" fmla="*/ 208 w 177778"/>
                <a:gd name="connsiteY24" fmla="*/ 15306 h 160146"/>
                <a:gd name="connsiteX25" fmla="*/ 27776 w 177778"/>
                <a:gd name="connsiteY25" fmla="*/ 35596 h 160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7778" h="160146">
                  <a:moveTo>
                    <a:pt x="27776" y="35596"/>
                  </a:moveTo>
                  <a:lnTo>
                    <a:pt x="27776" y="132699"/>
                  </a:lnTo>
                  <a:cubicBezTo>
                    <a:pt x="27776" y="149003"/>
                    <a:pt x="23888" y="149003"/>
                    <a:pt x="208" y="149003"/>
                  </a:cubicBezTo>
                  <a:lnTo>
                    <a:pt x="208" y="160235"/>
                  </a:lnTo>
                  <a:cubicBezTo>
                    <a:pt x="12578" y="159873"/>
                    <a:pt x="30603" y="159148"/>
                    <a:pt x="40146" y="159148"/>
                  </a:cubicBezTo>
                  <a:cubicBezTo>
                    <a:pt x="49335" y="159148"/>
                    <a:pt x="67714" y="159873"/>
                    <a:pt x="79731" y="160235"/>
                  </a:cubicBezTo>
                  <a:lnTo>
                    <a:pt x="79731" y="149003"/>
                  </a:lnTo>
                  <a:cubicBezTo>
                    <a:pt x="56050" y="149003"/>
                    <a:pt x="52163" y="149003"/>
                    <a:pt x="52163" y="132699"/>
                  </a:cubicBezTo>
                  <a:lnTo>
                    <a:pt x="52163" y="66031"/>
                  </a:lnTo>
                  <a:cubicBezTo>
                    <a:pt x="52163" y="28350"/>
                    <a:pt x="77257" y="8060"/>
                    <a:pt x="99876" y="8060"/>
                  </a:cubicBezTo>
                  <a:cubicBezTo>
                    <a:pt x="122143" y="8060"/>
                    <a:pt x="126031" y="27625"/>
                    <a:pt x="126031" y="48277"/>
                  </a:cubicBezTo>
                  <a:lnTo>
                    <a:pt x="126031" y="132699"/>
                  </a:lnTo>
                  <a:cubicBezTo>
                    <a:pt x="126031" y="149003"/>
                    <a:pt x="122143" y="149003"/>
                    <a:pt x="98463" y="149003"/>
                  </a:cubicBezTo>
                  <a:lnTo>
                    <a:pt x="98463" y="160235"/>
                  </a:lnTo>
                  <a:cubicBezTo>
                    <a:pt x="110833" y="159873"/>
                    <a:pt x="128858" y="159148"/>
                    <a:pt x="138401" y="159148"/>
                  </a:cubicBezTo>
                  <a:cubicBezTo>
                    <a:pt x="147590" y="159148"/>
                    <a:pt x="165969" y="159873"/>
                    <a:pt x="177986" y="160235"/>
                  </a:cubicBezTo>
                  <a:lnTo>
                    <a:pt x="177986" y="149003"/>
                  </a:lnTo>
                  <a:cubicBezTo>
                    <a:pt x="159607" y="149003"/>
                    <a:pt x="150771" y="149003"/>
                    <a:pt x="150418" y="138134"/>
                  </a:cubicBezTo>
                  <a:lnTo>
                    <a:pt x="150418" y="68930"/>
                  </a:lnTo>
                  <a:cubicBezTo>
                    <a:pt x="150418" y="37770"/>
                    <a:pt x="150418" y="26538"/>
                    <a:pt x="139461" y="13494"/>
                  </a:cubicBezTo>
                  <a:cubicBezTo>
                    <a:pt x="134513" y="7335"/>
                    <a:pt x="122850" y="88"/>
                    <a:pt x="102351" y="88"/>
                  </a:cubicBezTo>
                  <a:cubicBezTo>
                    <a:pt x="76550" y="88"/>
                    <a:pt x="59938" y="15668"/>
                    <a:pt x="50042" y="38132"/>
                  </a:cubicBezTo>
                  <a:lnTo>
                    <a:pt x="50042" y="88"/>
                  </a:lnTo>
                  <a:lnTo>
                    <a:pt x="208" y="4074"/>
                  </a:lnTo>
                  <a:lnTo>
                    <a:pt x="208" y="15306"/>
                  </a:lnTo>
                  <a:cubicBezTo>
                    <a:pt x="24948" y="15306"/>
                    <a:pt x="27776" y="17842"/>
                    <a:pt x="27776" y="35596"/>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 name="Freeform: Shape 11">
              <a:extLst>
                <a:ext uri="{FF2B5EF4-FFF2-40B4-BE49-F238E27FC236}">
                  <a16:creationId xmlns:a16="http://schemas.microsoft.com/office/drawing/2014/main" id="{B848EEBC-D65E-F8C1-B0B2-13679DE03C3B}"/>
                </a:ext>
              </a:extLst>
            </p:cNvPr>
            <p:cNvSpPr/>
            <p:nvPr/>
          </p:nvSpPr>
          <p:spPr>
            <a:xfrm>
              <a:off x="12749737" y="4996777"/>
              <a:ext cx="177778" cy="251452"/>
            </a:xfrm>
            <a:custGeom>
              <a:avLst/>
              <a:gdLst>
                <a:gd name="connsiteX0" fmla="*/ 27781 w 177778"/>
                <a:gd name="connsiteY0" fmla="*/ 224004 h 251452"/>
                <a:gd name="connsiteX1" fmla="*/ 213 w 177778"/>
                <a:gd name="connsiteY1" fmla="*/ 240309 h 251452"/>
                <a:gd name="connsiteX2" fmla="*/ 213 w 177778"/>
                <a:gd name="connsiteY2" fmla="*/ 251541 h 251452"/>
                <a:gd name="connsiteX3" fmla="*/ 40151 w 177778"/>
                <a:gd name="connsiteY3" fmla="*/ 250454 h 251452"/>
                <a:gd name="connsiteX4" fmla="*/ 79736 w 177778"/>
                <a:gd name="connsiteY4" fmla="*/ 251541 h 251452"/>
                <a:gd name="connsiteX5" fmla="*/ 79736 w 177778"/>
                <a:gd name="connsiteY5" fmla="*/ 240309 h 251452"/>
                <a:gd name="connsiteX6" fmla="*/ 52168 w 177778"/>
                <a:gd name="connsiteY6" fmla="*/ 224004 h 251452"/>
                <a:gd name="connsiteX7" fmla="*/ 52168 w 177778"/>
                <a:gd name="connsiteY7" fmla="*/ 157337 h 251452"/>
                <a:gd name="connsiteX8" fmla="*/ 99882 w 177778"/>
                <a:gd name="connsiteY8" fmla="*/ 99365 h 251452"/>
                <a:gd name="connsiteX9" fmla="*/ 126036 w 177778"/>
                <a:gd name="connsiteY9" fmla="*/ 139583 h 251452"/>
                <a:gd name="connsiteX10" fmla="*/ 126036 w 177778"/>
                <a:gd name="connsiteY10" fmla="*/ 224004 h 251452"/>
                <a:gd name="connsiteX11" fmla="*/ 98468 w 177778"/>
                <a:gd name="connsiteY11" fmla="*/ 240309 h 251452"/>
                <a:gd name="connsiteX12" fmla="*/ 98468 w 177778"/>
                <a:gd name="connsiteY12" fmla="*/ 251541 h 251452"/>
                <a:gd name="connsiteX13" fmla="*/ 138407 w 177778"/>
                <a:gd name="connsiteY13" fmla="*/ 250454 h 251452"/>
                <a:gd name="connsiteX14" fmla="*/ 177991 w 177778"/>
                <a:gd name="connsiteY14" fmla="*/ 251541 h 251452"/>
                <a:gd name="connsiteX15" fmla="*/ 177991 w 177778"/>
                <a:gd name="connsiteY15" fmla="*/ 240309 h 251452"/>
                <a:gd name="connsiteX16" fmla="*/ 150423 w 177778"/>
                <a:gd name="connsiteY16" fmla="*/ 229439 h 251452"/>
                <a:gd name="connsiteX17" fmla="*/ 150423 w 177778"/>
                <a:gd name="connsiteY17" fmla="*/ 160235 h 251452"/>
                <a:gd name="connsiteX18" fmla="*/ 139467 w 177778"/>
                <a:gd name="connsiteY18" fmla="*/ 104800 h 251452"/>
                <a:gd name="connsiteX19" fmla="*/ 102356 w 177778"/>
                <a:gd name="connsiteY19" fmla="*/ 91394 h 251452"/>
                <a:gd name="connsiteX20" fmla="*/ 51108 w 177778"/>
                <a:gd name="connsiteY20" fmla="*/ 126901 h 251452"/>
                <a:gd name="connsiteX21" fmla="*/ 51108 w 177778"/>
                <a:gd name="connsiteY21" fmla="*/ 88 h 251452"/>
                <a:gd name="connsiteX22" fmla="*/ 213 w 177778"/>
                <a:gd name="connsiteY22" fmla="*/ 4074 h 251452"/>
                <a:gd name="connsiteX23" fmla="*/ 213 w 177778"/>
                <a:gd name="connsiteY23" fmla="*/ 15306 h 251452"/>
                <a:gd name="connsiteX24" fmla="*/ 27781 w 177778"/>
                <a:gd name="connsiteY24" fmla="*/ 35596 h 251452"/>
                <a:gd name="connsiteX25" fmla="*/ 27781 w 177778"/>
                <a:gd name="connsiteY25" fmla="*/ 224004 h 25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7778" h="251452">
                  <a:moveTo>
                    <a:pt x="27781" y="224004"/>
                  </a:moveTo>
                  <a:cubicBezTo>
                    <a:pt x="27781" y="240309"/>
                    <a:pt x="23893" y="240309"/>
                    <a:pt x="213" y="240309"/>
                  </a:cubicBezTo>
                  <a:lnTo>
                    <a:pt x="213" y="251541"/>
                  </a:lnTo>
                  <a:cubicBezTo>
                    <a:pt x="12583" y="251178"/>
                    <a:pt x="30609" y="250454"/>
                    <a:pt x="40151" y="250454"/>
                  </a:cubicBezTo>
                  <a:cubicBezTo>
                    <a:pt x="49341" y="250454"/>
                    <a:pt x="67719" y="251178"/>
                    <a:pt x="79736" y="251541"/>
                  </a:cubicBezTo>
                  <a:lnTo>
                    <a:pt x="79736" y="240309"/>
                  </a:lnTo>
                  <a:cubicBezTo>
                    <a:pt x="56056" y="240309"/>
                    <a:pt x="52168" y="240309"/>
                    <a:pt x="52168" y="224004"/>
                  </a:cubicBezTo>
                  <a:lnTo>
                    <a:pt x="52168" y="157337"/>
                  </a:lnTo>
                  <a:cubicBezTo>
                    <a:pt x="52168" y="119655"/>
                    <a:pt x="77262" y="99365"/>
                    <a:pt x="99882" y="99365"/>
                  </a:cubicBezTo>
                  <a:cubicBezTo>
                    <a:pt x="122148" y="99365"/>
                    <a:pt x="126036" y="118930"/>
                    <a:pt x="126036" y="139583"/>
                  </a:cubicBezTo>
                  <a:lnTo>
                    <a:pt x="126036" y="224004"/>
                  </a:lnTo>
                  <a:cubicBezTo>
                    <a:pt x="126036" y="240309"/>
                    <a:pt x="122148" y="240309"/>
                    <a:pt x="98468" y="240309"/>
                  </a:cubicBezTo>
                  <a:lnTo>
                    <a:pt x="98468" y="251541"/>
                  </a:lnTo>
                  <a:cubicBezTo>
                    <a:pt x="110839" y="251178"/>
                    <a:pt x="128864" y="250454"/>
                    <a:pt x="138407" y="250454"/>
                  </a:cubicBezTo>
                  <a:cubicBezTo>
                    <a:pt x="147596" y="250454"/>
                    <a:pt x="165975" y="251178"/>
                    <a:pt x="177991" y="251541"/>
                  </a:cubicBezTo>
                  <a:lnTo>
                    <a:pt x="177991" y="240309"/>
                  </a:lnTo>
                  <a:cubicBezTo>
                    <a:pt x="159613" y="240309"/>
                    <a:pt x="150777" y="240309"/>
                    <a:pt x="150423" y="229439"/>
                  </a:cubicBezTo>
                  <a:lnTo>
                    <a:pt x="150423" y="160235"/>
                  </a:lnTo>
                  <a:cubicBezTo>
                    <a:pt x="150423" y="129075"/>
                    <a:pt x="150423" y="117843"/>
                    <a:pt x="139467" y="104800"/>
                  </a:cubicBezTo>
                  <a:cubicBezTo>
                    <a:pt x="134519" y="98640"/>
                    <a:pt x="122855" y="91394"/>
                    <a:pt x="102356" y="91394"/>
                  </a:cubicBezTo>
                  <a:cubicBezTo>
                    <a:pt x="72667" y="91394"/>
                    <a:pt x="57116" y="113133"/>
                    <a:pt x="51108" y="126901"/>
                  </a:cubicBezTo>
                  <a:lnTo>
                    <a:pt x="51108" y="88"/>
                  </a:lnTo>
                  <a:lnTo>
                    <a:pt x="213" y="4074"/>
                  </a:lnTo>
                  <a:lnTo>
                    <a:pt x="213" y="15306"/>
                  </a:lnTo>
                  <a:cubicBezTo>
                    <a:pt x="24954" y="15306"/>
                    <a:pt x="27781" y="17842"/>
                    <a:pt x="27781" y="35596"/>
                  </a:cubicBezTo>
                  <a:lnTo>
                    <a:pt x="27781" y="22400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 name="Freeform: Shape 12">
              <a:extLst>
                <a:ext uri="{FF2B5EF4-FFF2-40B4-BE49-F238E27FC236}">
                  <a16:creationId xmlns:a16="http://schemas.microsoft.com/office/drawing/2014/main" id="{C7C2E08C-7AA5-AD49-47DA-6F879528F595}"/>
                </a:ext>
              </a:extLst>
            </p:cNvPr>
            <p:cNvSpPr/>
            <p:nvPr/>
          </p:nvSpPr>
          <p:spPr>
            <a:xfrm>
              <a:off x="13028676" y="4976487"/>
              <a:ext cx="81997" cy="362323"/>
            </a:xfrm>
            <a:custGeom>
              <a:avLst/>
              <a:gdLst>
                <a:gd name="connsiteX0" fmla="*/ 82217 w 81997"/>
                <a:gd name="connsiteY0" fmla="*/ 358788 h 362323"/>
                <a:gd name="connsiteX1" fmla="*/ 76209 w 81997"/>
                <a:gd name="connsiteY1" fmla="*/ 350817 h 362323"/>
                <a:gd name="connsiteX2" fmla="*/ 20720 w 81997"/>
                <a:gd name="connsiteY2" fmla="*/ 181250 h 362323"/>
                <a:gd name="connsiteX3" fmla="*/ 77623 w 81997"/>
                <a:gd name="connsiteY3" fmla="*/ 9871 h 362323"/>
                <a:gd name="connsiteX4" fmla="*/ 82217 w 81997"/>
                <a:gd name="connsiteY4" fmla="*/ 3712 h 362323"/>
                <a:gd name="connsiteX5" fmla="*/ 78683 w 81997"/>
                <a:gd name="connsiteY5" fmla="*/ 88 h 362323"/>
                <a:gd name="connsiteX6" fmla="*/ 22487 w 81997"/>
                <a:gd name="connsiteY6" fmla="*/ 70741 h 362323"/>
                <a:gd name="connsiteX7" fmla="*/ 220 w 81997"/>
                <a:gd name="connsiteY7" fmla="*/ 181250 h 362323"/>
                <a:gd name="connsiteX8" fmla="*/ 23547 w 81997"/>
                <a:gd name="connsiteY8" fmla="*/ 294295 h 362323"/>
                <a:gd name="connsiteX9" fmla="*/ 78683 w 81997"/>
                <a:gd name="connsiteY9" fmla="*/ 362412 h 362323"/>
                <a:gd name="connsiteX10" fmla="*/ 82217 w 81997"/>
                <a:gd name="connsiteY10" fmla="*/ 358788 h 36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97" h="362323">
                  <a:moveTo>
                    <a:pt x="82217" y="358788"/>
                  </a:moveTo>
                  <a:cubicBezTo>
                    <a:pt x="82217" y="357701"/>
                    <a:pt x="82217" y="356977"/>
                    <a:pt x="76209" y="350817"/>
                  </a:cubicBezTo>
                  <a:cubicBezTo>
                    <a:pt x="32030" y="305164"/>
                    <a:pt x="20720" y="236685"/>
                    <a:pt x="20720" y="181250"/>
                  </a:cubicBezTo>
                  <a:cubicBezTo>
                    <a:pt x="20720" y="118206"/>
                    <a:pt x="34150" y="55162"/>
                    <a:pt x="77623" y="9871"/>
                  </a:cubicBezTo>
                  <a:cubicBezTo>
                    <a:pt x="82217" y="5523"/>
                    <a:pt x="82217" y="4799"/>
                    <a:pt x="82217" y="3712"/>
                  </a:cubicBezTo>
                  <a:cubicBezTo>
                    <a:pt x="82217" y="1175"/>
                    <a:pt x="80804" y="88"/>
                    <a:pt x="78683" y="88"/>
                  </a:cubicBezTo>
                  <a:cubicBezTo>
                    <a:pt x="75149" y="88"/>
                    <a:pt x="43339" y="24726"/>
                    <a:pt x="22487" y="70741"/>
                  </a:cubicBezTo>
                  <a:cubicBezTo>
                    <a:pt x="4462" y="110597"/>
                    <a:pt x="220" y="150815"/>
                    <a:pt x="220" y="181250"/>
                  </a:cubicBezTo>
                  <a:cubicBezTo>
                    <a:pt x="220" y="209511"/>
                    <a:pt x="4108" y="253352"/>
                    <a:pt x="23547" y="294295"/>
                  </a:cubicBezTo>
                  <a:cubicBezTo>
                    <a:pt x="44753" y="338861"/>
                    <a:pt x="75149" y="362412"/>
                    <a:pt x="78683" y="362412"/>
                  </a:cubicBezTo>
                  <a:cubicBezTo>
                    <a:pt x="80804" y="362412"/>
                    <a:pt x="82217" y="361325"/>
                    <a:pt x="82217" y="358788"/>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 name="Freeform: Shape 13">
              <a:extLst>
                <a:ext uri="{FF2B5EF4-FFF2-40B4-BE49-F238E27FC236}">
                  <a16:creationId xmlns:a16="http://schemas.microsoft.com/office/drawing/2014/main" id="{BCBF8BB4-BABD-7F81-E3A3-0C7827484EDA}"/>
                </a:ext>
              </a:extLst>
            </p:cNvPr>
            <p:cNvSpPr/>
            <p:nvPr/>
          </p:nvSpPr>
          <p:spPr>
            <a:xfrm>
              <a:off x="13141383" y="5088082"/>
              <a:ext cx="176011" cy="164132"/>
            </a:xfrm>
            <a:custGeom>
              <a:avLst/>
              <a:gdLst>
                <a:gd name="connsiteX0" fmla="*/ 108022 w 176011"/>
                <a:gd name="connsiteY0" fmla="*/ 50814 h 164132"/>
                <a:gd name="connsiteX1" fmla="*/ 143012 w 176011"/>
                <a:gd name="connsiteY1" fmla="*/ 8060 h 164132"/>
                <a:gd name="connsiteX2" fmla="*/ 160684 w 176011"/>
                <a:gd name="connsiteY2" fmla="*/ 12770 h 164132"/>
                <a:gd name="connsiteX3" fmla="*/ 143719 w 176011"/>
                <a:gd name="connsiteY3" fmla="*/ 32335 h 164132"/>
                <a:gd name="connsiteX4" fmla="*/ 157150 w 176011"/>
                <a:gd name="connsiteY4" fmla="*/ 45016 h 164132"/>
                <a:gd name="connsiteX5" fmla="*/ 176235 w 176011"/>
                <a:gd name="connsiteY5" fmla="*/ 24002 h 164132"/>
                <a:gd name="connsiteX6" fmla="*/ 143366 w 176011"/>
                <a:gd name="connsiteY6" fmla="*/ 88 h 164132"/>
                <a:gd name="connsiteX7" fmla="*/ 106255 w 176011"/>
                <a:gd name="connsiteY7" fmla="*/ 27625 h 164132"/>
                <a:gd name="connsiteX8" fmla="*/ 68084 w 176011"/>
                <a:gd name="connsiteY8" fmla="*/ 88 h 164132"/>
                <a:gd name="connsiteX9" fmla="*/ 11181 w 176011"/>
                <a:gd name="connsiteY9" fmla="*/ 55886 h 164132"/>
                <a:gd name="connsiteX10" fmla="*/ 15422 w 176011"/>
                <a:gd name="connsiteY10" fmla="*/ 59509 h 164132"/>
                <a:gd name="connsiteX11" fmla="*/ 20017 w 176011"/>
                <a:gd name="connsiteY11" fmla="*/ 55524 h 164132"/>
                <a:gd name="connsiteX12" fmla="*/ 67377 w 176011"/>
                <a:gd name="connsiteY12" fmla="*/ 8060 h 164132"/>
                <a:gd name="connsiteX13" fmla="*/ 86463 w 176011"/>
                <a:gd name="connsiteY13" fmla="*/ 32335 h 164132"/>
                <a:gd name="connsiteX14" fmla="*/ 67377 w 176011"/>
                <a:gd name="connsiteY14" fmla="*/ 118568 h 164132"/>
                <a:gd name="connsiteX15" fmla="*/ 33801 w 176011"/>
                <a:gd name="connsiteY15" fmla="*/ 156250 h 164132"/>
                <a:gd name="connsiteX16" fmla="*/ 16129 w 176011"/>
                <a:gd name="connsiteY16" fmla="*/ 151539 h 164132"/>
                <a:gd name="connsiteX17" fmla="*/ 32740 w 176011"/>
                <a:gd name="connsiteY17" fmla="*/ 131974 h 164132"/>
                <a:gd name="connsiteX18" fmla="*/ 19663 w 176011"/>
                <a:gd name="connsiteY18" fmla="*/ 119293 h 164132"/>
                <a:gd name="connsiteX19" fmla="*/ 224 w 176011"/>
                <a:gd name="connsiteY19" fmla="*/ 140307 h 164132"/>
                <a:gd name="connsiteX20" fmla="*/ 33447 w 176011"/>
                <a:gd name="connsiteY20" fmla="*/ 164221 h 164132"/>
                <a:gd name="connsiteX21" fmla="*/ 70558 w 176011"/>
                <a:gd name="connsiteY21" fmla="*/ 136684 h 164132"/>
                <a:gd name="connsiteX22" fmla="*/ 108729 w 176011"/>
                <a:gd name="connsiteY22" fmla="*/ 164221 h 164132"/>
                <a:gd name="connsiteX23" fmla="*/ 165279 w 176011"/>
                <a:gd name="connsiteY23" fmla="*/ 108423 h 164132"/>
                <a:gd name="connsiteX24" fmla="*/ 161037 w 176011"/>
                <a:gd name="connsiteY24" fmla="*/ 104800 h 164132"/>
                <a:gd name="connsiteX25" fmla="*/ 156443 w 176011"/>
                <a:gd name="connsiteY25" fmla="*/ 108785 h 164132"/>
                <a:gd name="connsiteX26" fmla="*/ 109436 w 176011"/>
                <a:gd name="connsiteY26" fmla="*/ 156250 h 164132"/>
                <a:gd name="connsiteX27" fmla="*/ 89997 w 176011"/>
                <a:gd name="connsiteY27" fmla="*/ 132336 h 164132"/>
                <a:gd name="connsiteX28" fmla="*/ 96005 w 176011"/>
                <a:gd name="connsiteY28" fmla="*/ 100452 h 164132"/>
                <a:gd name="connsiteX29" fmla="*/ 108022 w 176011"/>
                <a:gd name="connsiteY29" fmla="*/ 50814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011" h="164132">
                  <a:moveTo>
                    <a:pt x="108022" y="50814"/>
                  </a:moveTo>
                  <a:cubicBezTo>
                    <a:pt x="110143" y="41393"/>
                    <a:pt x="118272" y="8060"/>
                    <a:pt x="143012" y="8060"/>
                  </a:cubicBezTo>
                  <a:cubicBezTo>
                    <a:pt x="144779" y="8060"/>
                    <a:pt x="153262" y="8060"/>
                    <a:pt x="160684" y="12770"/>
                  </a:cubicBezTo>
                  <a:cubicBezTo>
                    <a:pt x="150788" y="14581"/>
                    <a:pt x="143719" y="23639"/>
                    <a:pt x="143719" y="32335"/>
                  </a:cubicBezTo>
                  <a:cubicBezTo>
                    <a:pt x="143719" y="38132"/>
                    <a:pt x="147607" y="45016"/>
                    <a:pt x="157150" y="45016"/>
                  </a:cubicBezTo>
                  <a:cubicBezTo>
                    <a:pt x="164925" y="45016"/>
                    <a:pt x="176235" y="38495"/>
                    <a:pt x="176235" y="24002"/>
                  </a:cubicBezTo>
                  <a:cubicBezTo>
                    <a:pt x="176235" y="5161"/>
                    <a:pt x="155383" y="88"/>
                    <a:pt x="143366" y="88"/>
                  </a:cubicBezTo>
                  <a:cubicBezTo>
                    <a:pt x="122866" y="88"/>
                    <a:pt x="110496" y="19292"/>
                    <a:pt x="106255" y="27625"/>
                  </a:cubicBezTo>
                  <a:cubicBezTo>
                    <a:pt x="97419" y="3712"/>
                    <a:pt x="78333" y="88"/>
                    <a:pt x="68084" y="88"/>
                  </a:cubicBezTo>
                  <a:cubicBezTo>
                    <a:pt x="31326" y="88"/>
                    <a:pt x="11181" y="46828"/>
                    <a:pt x="11181" y="55886"/>
                  </a:cubicBezTo>
                  <a:cubicBezTo>
                    <a:pt x="11181" y="59509"/>
                    <a:pt x="14715" y="59509"/>
                    <a:pt x="15422" y="59509"/>
                  </a:cubicBezTo>
                  <a:cubicBezTo>
                    <a:pt x="18249" y="59509"/>
                    <a:pt x="19310" y="58785"/>
                    <a:pt x="20017" y="55524"/>
                  </a:cubicBezTo>
                  <a:cubicBezTo>
                    <a:pt x="32033" y="17118"/>
                    <a:pt x="55360" y="8060"/>
                    <a:pt x="67377" y="8060"/>
                  </a:cubicBezTo>
                  <a:cubicBezTo>
                    <a:pt x="74092" y="8060"/>
                    <a:pt x="86463" y="11320"/>
                    <a:pt x="86463" y="32335"/>
                  </a:cubicBezTo>
                  <a:cubicBezTo>
                    <a:pt x="86463" y="43567"/>
                    <a:pt x="80454" y="67843"/>
                    <a:pt x="67377" y="118568"/>
                  </a:cubicBezTo>
                  <a:cubicBezTo>
                    <a:pt x="61722" y="141032"/>
                    <a:pt x="49352" y="156250"/>
                    <a:pt x="33801" y="156250"/>
                  </a:cubicBezTo>
                  <a:cubicBezTo>
                    <a:pt x="31680" y="156250"/>
                    <a:pt x="23551" y="156250"/>
                    <a:pt x="16129" y="151539"/>
                  </a:cubicBezTo>
                  <a:cubicBezTo>
                    <a:pt x="24965" y="149728"/>
                    <a:pt x="32740" y="142119"/>
                    <a:pt x="32740" y="131974"/>
                  </a:cubicBezTo>
                  <a:cubicBezTo>
                    <a:pt x="32740" y="122191"/>
                    <a:pt x="24965" y="119293"/>
                    <a:pt x="19663" y="119293"/>
                  </a:cubicBezTo>
                  <a:cubicBezTo>
                    <a:pt x="9060" y="119293"/>
                    <a:pt x="224" y="128713"/>
                    <a:pt x="224" y="140307"/>
                  </a:cubicBezTo>
                  <a:cubicBezTo>
                    <a:pt x="224" y="156974"/>
                    <a:pt x="17896" y="164221"/>
                    <a:pt x="33447" y="164221"/>
                  </a:cubicBezTo>
                  <a:cubicBezTo>
                    <a:pt x="56774" y="164221"/>
                    <a:pt x="69498" y="138858"/>
                    <a:pt x="70558" y="136684"/>
                  </a:cubicBezTo>
                  <a:cubicBezTo>
                    <a:pt x="74799" y="150090"/>
                    <a:pt x="87523" y="164221"/>
                    <a:pt x="108729" y="164221"/>
                  </a:cubicBezTo>
                  <a:cubicBezTo>
                    <a:pt x="145133" y="164221"/>
                    <a:pt x="165279" y="117481"/>
                    <a:pt x="165279" y="108423"/>
                  </a:cubicBezTo>
                  <a:cubicBezTo>
                    <a:pt x="165279" y="104800"/>
                    <a:pt x="162098" y="104800"/>
                    <a:pt x="161037" y="104800"/>
                  </a:cubicBezTo>
                  <a:cubicBezTo>
                    <a:pt x="157857" y="104800"/>
                    <a:pt x="157150" y="106249"/>
                    <a:pt x="156443" y="108785"/>
                  </a:cubicBezTo>
                  <a:cubicBezTo>
                    <a:pt x="144779" y="147554"/>
                    <a:pt x="120746" y="156250"/>
                    <a:pt x="109436" y="156250"/>
                  </a:cubicBezTo>
                  <a:cubicBezTo>
                    <a:pt x="95652" y="156250"/>
                    <a:pt x="89997" y="144655"/>
                    <a:pt x="89997" y="132336"/>
                  </a:cubicBezTo>
                  <a:cubicBezTo>
                    <a:pt x="89997" y="124365"/>
                    <a:pt x="92117" y="116394"/>
                    <a:pt x="96005" y="100452"/>
                  </a:cubicBezTo>
                  <a:lnTo>
                    <a:pt x="108022" y="5081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5" name="Freeform: Shape 14">
              <a:extLst>
                <a:ext uri="{FF2B5EF4-FFF2-40B4-BE49-F238E27FC236}">
                  <a16:creationId xmlns:a16="http://schemas.microsoft.com/office/drawing/2014/main" id="{3BB89EC8-085C-47F7-9D91-03958A91B783}"/>
                </a:ext>
              </a:extLst>
            </p:cNvPr>
            <p:cNvSpPr/>
            <p:nvPr/>
          </p:nvSpPr>
          <p:spPr>
            <a:xfrm>
              <a:off x="13353278" y="4976487"/>
              <a:ext cx="81997" cy="362323"/>
            </a:xfrm>
            <a:custGeom>
              <a:avLst/>
              <a:gdLst>
                <a:gd name="connsiteX0" fmla="*/ 82227 w 81997"/>
                <a:gd name="connsiteY0" fmla="*/ 181250 h 362323"/>
                <a:gd name="connsiteX1" fmla="*/ 58900 w 81997"/>
                <a:gd name="connsiteY1" fmla="*/ 68205 h 362323"/>
                <a:gd name="connsiteX2" fmla="*/ 3764 w 81997"/>
                <a:gd name="connsiteY2" fmla="*/ 88 h 362323"/>
                <a:gd name="connsiteX3" fmla="*/ 230 w 81997"/>
                <a:gd name="connsiteY3" fmla="*/ 3712 h 362323"/>
                <a:gd name="connsiteX4" fmla="*/ 6945 w 81997"/>
                <a:gd name="connsiteY4" fmla="*/ 12045 h 362323"/>
                <a:gd name="connsiteX5" fmla="*/ 61728 w 81997"/>
                <a:gd name="connsiteY5" fmla="*/ 181250 h 362323"/>
                <a:gd name="connsiteX6" fmla="*/ 4825 w 81997"/>
                <a:gd name="connsiteY6" fmla="*/ 352629 h 362323"/>
                <a:gd name="connsiteX7" fmla="*/ 230 w 81997"/>
                <a:gd name="connsiteY7" fmla="*/ 358788 h 362323"/>
                <a:gd name="connsiteX8" fmla="*/ 3764 w 81997"/>
                <a:gd name="connsiteY8" fmla="*/ 362412 h 362323"/>
                <a:gd name="connsiteX9" fmla="*/ 59961 w 81997"/>
                <a:gd name="connsiteY9" fmla="*/ 291759 h 362323"/>
                <a:gd name="connsiteX10" fmla="*/ 82227 w 81997"/>
                <a:gd name="connsiteY10" fmla="*/ 181250 h 36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97" h="362323">
                  <a:moveTo>
                    <a:pt x="82227" y="181250"/>
                  </a:moveTo>
                  <a:cubicBezTo>
                    <a:pt x="82227" y="152989"/>
                    <a:pt x="78339" y="109148"/>
                    <a:pt x="58900" y="68205"/>
                  </a:cubicBezTo>
                  <a:cubicBezTo>
                    <a:pt x="37694" y="23639"/>
                    <a:pt x="7299" y="88"/>
                    <a:pt x="3764" y="88"/>
                  </a:cubicBezTo>
                  <a:cubicBezTo>
                    <a:pt x="1644" y="88"/>
                    <a:pt x="230" y="1538"/>
                    <a:pt x="230" y="3712"/>
                  </a:cubicBezTo>
                  <a:cubicBezTo>
                    <a:pt x="230" y="4799"/>
                    <a:pt x="230" y="5523"/>
                    <a:pt x="6945" y="12045"/>
                  </a:cubicBezTo>
                  <a:cubicBezTo>
                    <a:pt x="41582" y="47915"/>
                    <a:pt x="61728" y="105524"/>
                    <a:pt x="61728" y="181250"/>
                  </a:cubicBezTo>
                  <a:cubicBezTo>
                    <a:pt x="61728" y="243207"/>
                    <a:pt x="48651" y="306976"/>
                    <a:pt x="4825" y="352629"/>
                  </a:cubicBezTo>
                  <a:cubicBezTo>
                    <a:pt x="230" y="356977"/>
                    <a:pt x="230" y="357701"/>
                    <a:pt x="230" y="358788"/>
                  </a:cubicBezTo>
                  <a:cubicBezTo>
                    <a:pt x="230" y="360962"/>
                    <a:pt x="1644" y="362412"/>
                    <a:pt x="3764" y="362412"/>
                  </a:cubicBezTo>
                  <a:cubicBezTo>
                    <a:pt x="7299" y="362412"/>
                    <a:pt x="39108" y="337774"/>
                    <a:pt x="59961" y="291759"/>
                  </a:cubicBezTo>
                  <a:cubicBezTo>
                    <a:pt x="77986" y="251903"/>
                    <a:pt x="82227" y="211685"/>
                    <a:pt x="82227" y="181250"/>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6" name="Freeform: Shape 15">
              <a:extLst>
                <a:ext uri="{FF2B5EF4-FFF2-40B4-BE49-F238E27FC236}">
                  <a16:creationId xmlns:a16="http://schemas.microsoft.com/office/drawing/2014/main" id="{7E65D875-AA51-3268-E29C-08E7CE90BAE5}"/>
                </a:ext>
              </a:extLst>
            </p:cNvPr>
            <p:cNvSpPr/>
            <p:nvPr/>
          </p:nvSpPr>
          <p:spPr>
            <a:xfrm>
              <a:off x="13588546" y="5115256"/>
              <a:ext cx="235034" cy="84783"/>
            </a:xfrm>
            <a:custGeom>
              <a:avLst/>
              <a:gdLst>
                <a:gd name="connsiteX0" fmla="*/ 223255 w 235034"/>
                <a:gd name="connsiteY0" fmla="*/ 14581 h 84783"/>
                <a:gd name="connsiteX1" fmla="*/ 235271 w 235034"/>
                <a:gd name="connsiteY1" fmla="*/ 7335 h 84783"/>
                <a:gd name="connsiteX2" fmla="*/ 223608 w 235034"/>
                <a:gd name="connsiteY2" fmla="*/ 88 h 84783"/>
                <a:gd name="connsiteX3" fmla="*/ 11900 w 235034"/>
                <a:gd name="connsiteY3" fmla="*/ 88 h 84783"/>
                <a:gd name="connsiteX4" fmla="*/ 236 w 235034"/>
                <a:gd name="connsiteY4" fmla="*/ 7335 h 84783"/>
                <a:gd name="connsiteX5" fmla="*/ 12253 w 235034"/>
                <a:gd name="connsiteY5" fmla="*/ 14581 h 84783"/>
                <a:gd name="connsiteX6" fmla="*/ 223255 w 235034"/>
                <a:gd name="connsiteY6" fmla="*/ 14581 h 84783"/>
                <a:gd name="connsiteX7" fmla="*/ 223608 w 235034"/>
                <a:gd name="connsiteY7" fmla="*/ 84872 h 84783"/>
                <a:gd name="connsiteX8" fmla="*/ 235271 w 235034"/>
                <a:gd name="connsiteY8" fmla="*/ 77626 h 84783"/>
                <a:gd name="connsiteX9" fmla="*/ 223255 w 235034"/>
                <a:gd name="connsiteY9" fmla="*/ 70379 h 84783"/>
                <a:gd name="connsiteX10" fmla="*/ 12253 w 235034"/>
                <a:gd name="connsiteY10" fmla="*/ 70379 h 84783"/>
                <a:gd name="connsiteX11" fmla="*/ 236 w 235034"/>
                <a:gd name="connsiteY11" fmla="*/ 77626 h 84783"/>
                <a:gd name="connsiteX12" fmla="*/ 11900 w 235034"/>
                <a:gd name="connsiteY12" fmla="*/ 84872 h 84783"/>
                <a:gd name="connsiteX13" fmla="*/ 223608 w 235034"/>
                <a:gd name="connsiteY13" fmla="*/ 84872 h 8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34" h="84783">
                  <a:moveTo>
                    <a:pt x="223255" y="14581"/>
                  </a:moveTo>
                  <a:cubicBezTo>
                    <a:pt x="228556" y="14581"/>
                    <a:pt x="235271" y="14581"/>
                    <a:pt x="235271" y="7335"/>
                  </a:cubicBezTo>
                  <a:cubicBezTo>
                    <a:pt x="235271" y="88"/>
                    <a:pt x="228556" y="88"/>
                    <a:pt x="223608" y="88"/>
                  </a:cubicBezTo>
                  <a:lnTo>
                    <a:pt x="11900" y="88"/>
                  </a:lnTo>
                  <a:cubicBezTo>
                    <a:pt x="6952" y="88"/>
                    <a:pt x="236" y="88"/>
                    <a:pt x="236" y="7335"/>
                  </a:cubicBezTo>
                  <a:cubicBezTo>
                    <a:pt x="236" y="14581"/>
                    <a:pt x="6952" y="14581"/>
                    <a:pt x="12253" y="14581"/>
                  </a:cubicBezTo>
                  <a:lnTo>
                    <a:pt x="223255" y="14581"/>
                  </a:lnTo>
                  <a:close/>
                  <a:moveTo>
                    <a:pt x="223608" y="84872"/>
                  </a:moveTo>
                  <a:cubicBezTo>
                    <a:pt x="228556" y="84872"/>
                    <a:pt x="235271" y="84872"/>
                    <a:pt x="235271" y="77626"/>
                  </a:cubicBezTo>
                  <a:cubicBezTo>
                    <a:pt x="235271" y="70379"/>
                    <a:pt x="228556" y="70379"/>
                    <a:pt x="223255" y="70379"/>
                  </a:cubicBezTo>
                  <a:lnTo>
                    <a:pt x="12253" y="70379"/>
                  </a:lnTo>
                  <a:cubicBezTo>
                    <a:pt x="6952" y="70379"/>
                    <a:pt x="236" y="70379"/>
                    <a:pt x="236" y="77626"/>
                  </a:cubicBezTo>
                  <a:cubicBezTo>
                    <a:pt x="236" y="84872"/>
                    <a:pt x="6952" y="84872"/>
                    <a:pt x="11900" y="84872"/>
                  </a:cubicBezTo>
                  <a:lnTo>
                    <a:pt x="223608" y="8487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7" name="Freeform: Shape 16">
              <a:extLst>
                <a:ext uri="{FF2B5EF4-FFF2-40B4-BE49-F238E27FC236}">
                  <a16:creationId xmlns:a16="http://schemas.microsoft.com/office/drawing/2014/main" id="{D1AE9055-C0D9-B898-B294-877F649766E3}"/>
                </a:ext>
              </a:extLst>
            </p:cNvPr>
            <p:cNvSpPr/>
            <p:nvPr/>
          </p:nvSpPr>
          <p:spPr>
            <a:xfrm>
              <a:off x="14000494" y="4842968"/>
              <a:ext cx="135719" cy="164132"/>
            </a:xfrm>
            <a:custGeom>
              <a:avLst/>
              <a:gdLst>
                <a:gd name="connsiteX0" fmla="*/ 50083 w 135719"/>
                <a:gd name="connsiteY0" fmla="*/ 76532 h 164132"/>
                <a:gd name="connsiteX1" fmla="*/ 104158 w 135719"/>
                <a:gd name="connsiteY1" fmla="*/ 68198 h 164132"/>
                <a:gd name="connsiteX2" fmla="*/ 130666 w 135719"/>
                <a:gd name="connsiteY2" fmla="*/ 30879 h 164132"/>
                <a:gd name="connsiteX3" fmla="*/ 92848 w 135719"/>
                <a:gd name="connsiteY3" fmla="*/ 82 h 164132"/>
                <a:gd name="connsiteX4" fmla="*/ 248 w 135719"/>
                <a:gd name="connsiteY4" fmla="*/ 98634 h 164132"/>
                <a:gd name="connsiteX5" fmla="*/ 55738 w 135719"/>
                <a:gd name="connsiteY5" fmla="*/ 164214 h 164132"/>
                <a:gd name="connsiteX6" fmla="*/ 135968 w 135719"/>
                <a:gd name="connsiteY6" fmla="*/ 121460 h 164132"/>
                <a:gd name="connsiteX7" fmla="*/ 131726 w 135719"/>
                <a:gd name="connsiteY7" fmla="*/ 116750 h 164132"/>
                <a:gd name="connsiteX8" fmla="*/ 127132 w 135719"/>
                <a:gd name="connsiteY8" fmla="*/ 120373 h 164132"/>
                <a:gd name="connsiteX9" fmla="*/ 56445 w 135719"/>
                <a:gd name="connsiteY9" fmla="*/ 156243 h 164132"/>
                <a:gd name="connsiteX10" fmla="*/ 25696 w 135719"/>
                <a:gd name="connsiteY10" fmla="*/ 114213 h 164132"/>
                <a:gd name="connsiteX11" fmla="*/ 31351 w 135719"/>
                <a:gd name="connsiteY11" fmla="*/ 76532 h 164132"/>
                <a:gd name="connsiteX12" fmla="*/ 50083 w 135719"/>
                <a:gd name="connsiteY12" fmla="*/ 76532 h 164132"/>
                <a:gd name="connsiteX13" fmla="*/ 33471 w 135719"/>
                <a:gd name="connsiteY13" fmla="*/ 68561 h 164132"/>
                <a:gd name="connsiteX14" fmla="*/ 92848 w 135719"/>
                <a:gd name="connsiteY14" fmla="*/ 8053 h 164132"/>
                <a:gd name="connsiteX15" fmla="*/ 119003 w 135719"/>
                <a:gd name="connsiteY15" fmla="*/ 30879 h 164132"/>
                <a:gd name="connsiteX16" fmla="*/ 47962 w 135719"/>
                <a:gd name="connsiteY16" fmla="*/ 68561 h 164132"/>
                <a:gd name="connsiteX17" fmla="*/ 33471 w 135719"/>
                <a:gd name="connsiteY17" fmla="*/ 68561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719" h="164132">
                  <a:moveTo>
                    <a:pt x="50083" y="76532"/>
                  </a:moveTo>
                  <a:cubicBezTo>
                    <a:pt x="60332" y="76532"/>
                    <a:pt x="86487" y="75807"/>
                    <a:pt x="104158" y="68198"/>
                  </a:cubicBezTo>
                  <a:cubicBezTo>
                    <a:pt x="128899" y="57329"/>
                    <a:pt x="130666" y="35952"/>
                    <a:pt x="130666" y="30879"/>
                  </a:cubicBezTo>
                  <a:cubicBezTo>
                    <a:pt x="130666" y="14937"/>
                    <a:pt x="117235" y="82"/>
                    <a:pt x="92848" y="82"/>
                  </a:cubicBezTo>
                  <a:cubicBezTo>
                    <a:pt x="53617" y="82"/>
                    <a:pt x="248" y="35227"/>
                    <a:pt x="248" y="98634"/>
                  </a:cubicBezTo>
                  <a:cubicBezTo>
                    <a:pt x="248" y="135590"/>
                    <a:pt x="21101" y="164214"/>
                    <a:pt x="55738" y="164214"/>
                  </a:cubicBezTo>
                  <a:cubicBezTo>
                    <a:pt x="106279" y="164214"/>
                    <a:pt x="135968" y="125808"/>
                    <a:pt x="135968" y="121460"/>
                  </a:cubicBezTo>
                  <a:cubicBezTo>
                    <a:pt x="135968" y="119286"/>
                    <a:pt x="133847" y="116750"/>
                    <a:pt x="131726" y="116750"/>
                  </a:cubicBezTo>
                  <a:cubicBezTo>
                    <a:pt x="129959" y="116750"/>
                    <a:pt x="129252" y="117474"/>
                    <a:pt x="127132" y="120373"/>
                  </a:cubicBezTo>
                  <a:cubicBezTo>
                    <a:pt x="99210" y="156243"/>
                    <a:pt x="60686" y="156243"/>
                    <a:pt x="56445" y="156243"/>
                  </a:cubicBezTo>
                  <a:cubicBezTo>
                    <a:pt x="28877" y="156243"/>
                    <a:pt x="25696" y="125808"/>
                    <a:pt x="25696" y="114213"/>
                  </a:cubicBezTo>
                  <a:cubicBezTo>
                    <a:pt x="25696" y="109866"/>
                    <a:pt x="26049" y="98634"/>
                    <a:pt x="31351" y="76532"/>
                  </a:cubicBezTo>
                  <a:lnTo>
                    <a:pt x="50083" y="76532"/>
                  </a:lnTo>
                  <a:close/>
                  <a:moveTo>
                    <a:pt x="33471" y="68561"/>
                  </a:moveTo>
                  <a:cubicBezTo>
                    <a:pt x="47255" y="13488"/>
                    <a:pt x="83659" y="8053"/>
                    <a:pt x="92848" y="8053"/>
                  </a:cubicBezTo>
                  <a:cubicBezTo>
                    <a:pt x="109460" y="8053"/>
                    <a:pt x="119003" y="18560"/>
                    <a:pt x="119003" y="30879"/>
                  </a:cubicBezTo>
                  <a:cubicBezTo>
                    <a:pt x="119003" y="68561"/>
                    <a:pt x="62453" y="68561"/>
                    <a:pt x="47962" y="68561"/>
                  </a:cubicBezTo>
                  <a:lnTo>
                    <a:pt x="33471" y="6856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8" name="Freeform: Shape 17">
              <a:extLst>
                <a:ext uri="{FF2B5EF4-FFF2-40B4-BE49-F238E27FC236}">
                  <a16:creationId xmlns:a16="http://schemas.microsoft.com/office/drawing/2014/main" id="{6E242387-1693-EC3B-0C99-0DF6457331F4}"/>
                </a:ext>
              </a:extLst>
            </p:cNvPr>
            <p:cNvSpPr/>
            <p:nvPr/>
          </p:nvSpPr>
          <p:spPr>
            <a:xfrm>
              <a:off x="14160680" y="4759781"/>
              <a:ext cx="132361" cy="114385"/>
            </a:xfrm>
            <a:custGeom>
              <a:avLst/>
              <a:gdLst>
                <a:gd name="connsiteX0" fmla="*/ 49981 w 132361"/>
                <a:gd name="connsiteY0" fmla="*/ 85043 h 114385"/>
                <a:gd name="connsiteX1" fmla="*/ 26725 w 132361"/>
                <a:gd name="connsiteY1" fmla="*/ 107362 h 114385"/>
                <a:gd name="connsiteX2" fmla="*/ 13365 w 132361"/>
                <a:gd name="connsiteY2" fmla="*/ 103811 h 114385"/>
                <a:gd name="connsiteX3" fmla="*/ 24251 w 132361"/>
                <a:gd name="connsiteY3" fmla="*/ 89862 h 114385"/>
                <a:gd name="connsiteX4" fmla="*/ 14355 w 132361"/>
                <a:gd name="connsiteY4" fmla="*/ 80478 h 114385"/>
                <a:gd name="connsiteX5" fmla="*/ 253 w 132361"/>
                <a:gd name="connsiteY5" fmla="*/ 95949 h 114385"/>
                <a:gd name="connsiteX6" fmla="*/ 26230 w 132361"/>
                <a:gd name="connsiteY6" fmla="*/ 114463 h 114385"/>
                <a:gd name="connsiteX7" fmla="*/ 53940 w 132361"/>
                <a:gd name="connsiteY7" fmla="*/ 96456 h 114385"/>
                <a:gd name="connsiteX8" fmla="*/ 83381 w 132361"/>
                <a:gd name="connsiteY8" fmla="*/ 114463 h 114385"/>
                <a:gd name="connsiteX9" fmla="*/ 126924 w 132361"/>
                <a:gd name="connsiteY9" fmla="*/ 75659 h 114385"/>
                <a:gd name="connsiteX10" fmla="*/ 122966 w 132361"/>
                <a:gd name="connsiteY10" fmla="*/ 72362 h 114385"/>
                <a:gd name="connsiteX11" fmla="*/ 118265 w 132361"/>
                <a:gd name="connsiteY11" fmla="*/ 76673 h 114385"/>
                <a:gd name="connsiteX12" fmla="*/ 84371 w 132361"/>
                <a:gd name="connsiteY12" fmla="*/ 107362 h 114385"/>
                <a:gd name="connsiteX13" fmla="*/ 69279 w 132361"/>
                <a:gd name="connsiteY13" fmla="*/ 90876 h 114385"/>
                <a:gd name="connsiteX14" fmla="*/ 82144 w 132361"/>
                <a:gd name="connsiteY14" fmla="*/ 33049 h 114385"/>
                <a:gd name="connsiteX15" fmla="*/ 106390 w 132361"/>
                <a:gd name="connsiteY15" fmla="*/ 7180 h 114385"/>
                <a:gd name="connsiteX16" fmla="*/ 119750 w 132361"/>
                <a:gd name="connsiteY16" fmla="*/ 10730 h 114385"/>
                <a:gd name="connsiteX17" fmla="*/ 108864 w 132361"/>
                <a:gd name="connsiteY17" fmla="*/ 24680 h 114385"/>
                <a:gd name="connsiteX18" fmla="*/ 118760 w 132361"/>
                <a:gd name="connsiteY18" fmla="*/ 34064 h 114385"/>
                <a:gd name="connsiteX19" fmla="*/ 132615 w 132361"/>
                <a:gd name="connsiteY19" fmla="*/ 18593 h 114385"/>
                <a:gd name="connsiteX20" fmla="*/ 106884 w 132361"/>
                <a:gd name="connsiteY20" fmla="*/ 78 h 114385"/>
                <a:gd name="connsiteX21" fmla="*/ 79175 w 132361"/>
                <a:gd name="connsiteY21" fmla="*/ 18085 h 114385"/>
                <a:gd name="connsiteX22" fmla="*/ 49486 w 132361"/>
                <a:gd name="connsiteY22" fmla="*/ 78 h 114385"/>
                <a:gd name="connsiteX23" fmla="*/ 5943 w 132361"/>
                <a:gd name="connsiteY23" fmla="*/ 38883 h 114385"/>
                <a:gd name="connsiteX24" fmla="*/ 10149 w 132361"/>
                <a:gd name="connsiteY24" fmla="*/ 42180 h 114385"/>
                <a:gd name="connsiteX25" fmla="*/ 14850 w 132361"/>
                <a:gd name="connsiteY25" fmla="*/ 37868 h 114385"/>
                <a:gd name="connsiteX26" fmla="*/ 48744 w 132361"/>
                <a:gd name="connsiteY26" fmla="*/ 7180 h 114385"/>
                <a:gd name="connsiteX27" fmla="*/ 63589 w 132361"/>
                <a:gd name="connsiteY27" fmla="*/ 23919 h 114385"/>
                <a:gd name="connsiteX28" fmla="*/ 58393 w 132361"/>
                <a:gd name="connsiteY28" fmla="*/ 50296 h 114385"/>
                <a:gd name="connsiteX29" fmla="*/ 49981 w 132361"/>
                <a:gd name="connsiteY29" fmla="*/ 85043 h 11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361" h="114385">
                  <a:moveTo>
                    <a:pt x="49981" y="85043"/>
                  </a:moveTo>
                  <a:cubicBezTo>
                    <a:pt x="47507" y="93666"/>
                    <a:pt x="39343" y="107362"/>
                    <a:pt x="26725" y="107362"/>
                  </a:cubicBezTo>
                  <a:cubicBezTo>
                    <a:pt x="25983" y="107362"/>
                    <a:pt x="18561" y="107362"/>
                    <a:pt x="13365" y="103811"/>
                  </a:cubicBezTo>
                  <a:cubicBezTo>
                    <a:pt x="23509" y="100514"/>
                    <a:pt x="24251" y="91383"/>
                    <a:pt x="24251" y="89862"/>
                  </a:cubicBezTo>
                  <a:cubicBezTo>
                    <a:pt x="24251" y="84282"/>
                    <a:pt x="20045" y="80478"/>
                    <a:pt x="14355" y="80478"/>
                  </a:cubicBezTo>
                  <a:cubicBezTo>
                    <a:pt x="7428" y="80478"/>
                    <a:pt x="253" y="86565"/>
                    <a:pt x="253" y="95949"/>
                  </a:cubicBezTo>
                  <a:cubicBezTo>
                    <a:pt x="253" y="108630"/>
                    <a:pt x="14107" y="114463"/>
                    <a:pt x="26230" y="114463"/>
                  </a:cubicBezTo>
                  <a:cubicBezTo>
                    <a:pt x="37611" y="114463"/>
                    <a:pt x="47755" y="107108"/>
                    <a:pt x="53940" y="96456"/>
                  </a:cubicBezTo>
                  <a:cubicBezTo>
                    <a:pt x="59877" y="109898"/>
                    <a:pt x="73485" y="114463"/>
                    <a:pt x="83381" y="114463"/>
                  </a:cubicBezTo>
                  <a:cubicBezTo>
                    <a:pt x="111833" y="114463"/>
                    <a:pt x="126924" y="82760"/>
                    <a:pt x="126924" y="75659"/>
                  </a:cubicBezTo>
                  <a:cubicBezTo>
                    <a:pt x="126924" y="72362"/>
                    <a:pt x="123708" y="72362"/>
                    <a:pt x="122966" y="72362"/>
                  </a:cubicBezTo>
                  <a:cubicBezTo>
                    <a:pt x="119502" y="72362"/>
                    <a:pt x="119255" y="73630"/>
                    <a:pt x="118265" y="76673"/>
                  </a:cubicBezTo>
                  <a:cubicBezTo>
                    <a:pt x="113070" y="94173"/>
                    <a:pt x="98225" y="107362"/>
                    <a:pt x="84371" y="107362"/>
                  </a:cubicBezTo>
                  <a:cubicBezTo>
                    <a:pt x="74474" y="107362"/>
                    <a:pt x="69279" y="100514"/>
                    <a:pt x="69279" y="90876"/>
                  </a:cubicBezTo>
                  <a:cubicBezTo>
                    <a:pt x="69279" y="84282"/>
                    <a:pt x="75217" y="61202"/>
                    <a:pt x="82144" y="33049"/>
                  </a:cubicBezTo>
                  <a:cubicBezTo>
                    <a:pt x="87092" y="13520"/>
                    <a:pt x="98225" y="7180"/>
                    <a:pt x="106390" y="7180"/>
                  </a:cubicBezTo>
                  <a:cubicBezTo>
                    <a:pt x="106884" y="7180"/>
                    <a:pt x="114554" y="7180"/>
                    <a:pt x="119750" y="10730"/>
                  </a:cubicBezTo>
                  <a:cubicBezTo>
                    <a:pt x="111833" y="13013"/>
                    <a:pt x="108864" y="20115"/>
                    <a:pt x="108864" y="24680"/>
                  </a:cubicBezTo>
                  <a:cubicBezTo>
                    <a:pt x="108864" y="30260"/>
                    <a:pt x="113070" y="34064"/>
                    <a:pt x="118760" y="34064"/>
                  </a:cubicBezTo>
                  <a:cubicBezTo>
                    <a:pt x="124450" y="34064"/>
                    <a:pt x="132615" y="29245"/>
                    <a:pt x="132615" y="18593"/>
                  </a:cubicBezTo>
                  <a:cubicBezTo>
                    <a:pt x="132615" y="4390"/>
                    <a:pt x="116781" y="78"/>
                    <a:pt x="106884" y="78"/>
                  </a:cubicBezTo>
                  <a:cubicBezTo>
                    <a:pt x="94514" y="78"/>
                    <a:pt x="84618" y="8448"/>
                    <a:pt x="79175" y="18085"/>
                  </a:cubicBezTo>
                  <a:cubicBezTo>
                    <a:pt x="74722" y="7687"/>
                    <a:pt x="63341" y="78"/>
                    <a:pt x="49486" y="78"/>
                  </a:cubicBezTo>
                  <a:cubicBezTo>
                    <a:pt x="21777" y="78"/>
                    <a:pt x="5943" y="31274"/>
                    <a:pt x="5943" y="38883"/>
                  </a:cubicBezTo>
                  <a:cubicBezTo>
                    <a:pt x="5943" y="42180"/>
                    <a:pt x="9407" y="42180"/>
                    <a:pt x="10149" y="42180"/>
                  </a:cubicBezTo>
                  <a:cubicBezTo>
                    <a:pt x="13365" y="42180"/>
                    <a:pt x="13613" y="41165"/>
                    <a:pt x="14850" y="37868"/>
                  </a:cubicBezTo>
                  <a:cubicBezTo>
                    <a:pt x="21035" y="18085"/>
                    <a:pt x="36621" y="7180"/>
                    <a:pt x="48744" y="7180"/>
                  </a:cubicBezTo>
                  <a:cubicBezTo>
                    <a:pt x="56909" y="7180"/>
                    <a:pt x="63589" y="11745"/>
                    <a:pt x="63589" y="23919"/>
                  </a:cubicBezTo>
                  <a:cubicBezTo>
                    <a:pt x="63589" y="28991"/>
                    <a:pt x="60620" y="41673"/>
                    <a:pt x="58393" y="50296"/>
                  </a:cubicBezTo>
                  <a:lnTo>
                    <a:pt x="49981" y="8504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9" name="Freeform: Shape 18">
              <a:extLst>
                <a:ext uri="{FF2B5EF4-FFF2-40B4-BE49-F238E27FC236}">
                  <a16:creationId xmlns:a16="http://schemas.microsoft.com/office/drawing/2014/main" id="{9D107D2F-1618-E90D-4FAF-BC77E693A9F0}"/>
                </a:ext>
              </a:extLst>
            </p:cNvPr>
            <p:cNvSpPr/>
            <p:nvPr/>
          </p:nvSpPr>
          <p:spPr>
            <a:xfrm>
              <a:off x="14425082" y="4791880"/>
              <a:ext cx="235034" cy="241307"/>
            </a:xfrm>
            <a:custGeom>
              <a:avLst/>
              <a:gdLst>
                <a:gd name="connsiteX0" fmla="*/ 125023 w 235034"/>
                <a:gd name="connsiteY0" fmla="*/ 127982 h 241307"/>
                <a:gd name="connsiteX1" fmla="*/ 223632 w 235034"/>
                <a:gd name="connsiteY1" fmla="*/ 127982 h 241307"/>
                <a:gd name="connsiteX2" fmla="*/ 235295 w 235034"/>
                <a:gd name="connsiteY2" fmla="*/ 120735 h 241307"/>
                <a:gd name="connsiteX3" fmla="*/ 223632 w 235034"/>
                <a:gd name="connsiteY3" fmla="*/ 113489 h 241307"/>
                <a:gd name="connsiteX4" fmla="*/ 125023 w 235034"/>
                <a:gd name="connsiteY4" fmla="*/ 113489 h 241307"/>
                <a:gd name="connsiteX5" fmla="*/ 125023 w 235034"/>
                <a:gd name="connsiteY5" fmla="*/ 12038 h 241307"/>
                <a:gd name="connsiteX6" fmla="*/ 117954 w 235034"/>
                <a:gd name="connsiteY6" fmla="*/ 82 h 241307"/>
                <a:gd name="connsiteX7" fmla="*/ 110885 w 235034"/>
                <a:gd name="connsiteY7" fmla="*/ 12038 h 241307"/>
                <a:gd name="connsiteX8" fmla="*/ 110885 w 235034"/>
                <a:gd name="connsiteY8" fmla="*/ 113489 h 241307"/>
                <a:gd name="connsiteX9" fmla="*/ 11923 w 235034"/>
                <a:gd name="connsiteY9" fmla="*/ 113489 h 241307"/>
                <a:gd name="connsiteX10" fmla="*/ 260 w 235034"/>
                <a:gd name="connsiteY10" fmla="*/ 120735 h 241307"/>
                <a:gd name="connsiteX11" fmla="*/ 11923 w 235034"/>
                <a:gd name="connsiteY11" fmla="*/ 127982 h 241307"/>
                <a:gd name="connsiteX12" fmla="*/ 110885 w 235034"/>
                <a:gd name="connsiteY12" fmla="*/ 127982 h 241307"/>
                <a:gd name="connsiteX13" fmla="*/ 110885 w 235034"/>
                <a:gd name="connsiteY13" fmla="*/ 229432 h 241307"/>
                <a:gd name="connsiteX14" fmla="*/ 117954 w 235034"/>
                <a:gd name="connsiteY14" fmla="*/ 241389 h 241307"/>
                <a:gd name="connsiteX15" fmla="*/ 125023 w 235034"/>
                <a:gd name="connsiteY15" fmla="*/ 229432 h 241307"/>
                <a:gd name="connsiteX16" fmla="*/ 125023 w 235034"/>
                <a:gd name="connsiteY16" fmla="*/ 127982 h 2413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034" h="241307">
                  <a:moveTo>
                    <a:pt x="125023" y="127982"/>
                  </a:moveTo>
                  <a:lnTo>
                    <a:pt x="223632" y="127982"/>
                  </a:lnTo>
                  <a:cubicBezTo>
                    <a:pt x="228580" y="127982"/>
                    <a:pt x="235295" y="127982"/>
                    <a:pt x="235295" y="120735"/>
                  </a:cubicBezTo>
                  <a:cubicBezTo>
                    <a:pt x="235295" y="113489"/>
                    <a:pt x="228580" y="113489"/>
                    <a:pt x="223632" y="113489"/>
                  </a:cubicBezTo>
                  <a:lnTo>
                    <a:pt x="125023" y="113489"/>
                  </a:lnTo>
                  <a:lnTo>
                    <a:pt x="125023" y="12038"/>
                  </a:lnTo>
                  <a:cubicBezTo>
                    <a:pt x="125023" y="6966"/>
                    <a:pt x="125023" y="82"/>
                    <a:pt x="117954" y="82"/>
                  </a:cubicBezTo>
                  <a:cubicBezTo>
                    <a:pt x="110885" y="82"/>
                    <a:pt x="110885" y="6966"/>
                    <a:pt x="110885" y="12038"/>
                  </a:cubicBezTo>
                  <a:lnTo>
                    <a:pt x="110885" y="113489"/>
                  </a:lnTo>
                  <a:lnTo>
                    <a:pt x="11923" y="113489"/>
                  </a:lnTo>
                  <a:cubicBezTo>
                    <a:pt x="6975" y="113489"/>
                    <a:pt x="260" y="113489"/>
                    <a:pt x="260" y="120735"/>
                  </a:cubicBezTo>
                  <a:cubicBezTo>
                    <a:pt x="260" y="127982"/>
                    <a:pt x="6975" y="127982"/>
                    <a:pt x="11923" y="127982"/>
                  </a:cubicBezTo>
                  <a:lnTo>
                    <a:pt x="110885" y="127982"/>
                  </a:lnTo>
                  <a:lnTo>
                    <a:pt x="110885" y="229432"/>
                  </a:lnTo>
                  <a:cubicBezTo>
                    <a:pt x="110885" y="234505"/>
                    <a:pt x="110885" y="241389"/>
                    <a:pt x="117954" y="241389"/>
                  </a:cubicBezTo>
                  <a:cubicBezTo>
                    <a:pt x="125023" y="241389"/>
                    <a:pt x="125023" y="234505"/>
                    <a:pt x="125023" y="229432"/>
                  </a:cubicBezTo>
                  <a:lnTo>
                    <a:pt x="125023" y="12798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0" name="Freeform: Shape 19">
              <a:extLst>
                <a:ext uri="{FF2B5EF4-FFF2-40B4-BE49-F238E27FC236}">
                  <a16:creationId xmlns:a16="http://schemas.microsoft.com/office/drawing/2014/main" id="{E9916AFC-AE9B-410B-503C-DDF48EDE33A3}"/>
                </a:ext>
              </a:extLst>
            </p:cNvPr>
            <p:cNvSpPr/>
            <p:nvPr/>
          </p:nvSpPr>
          <p:spPr>
            <a:xfrm>
              <a:off x="14774983" y="4842968"/>
              <a:ext cx="135719" cy="164132"/>
            </a:xfrm>
            <a:custGeom>
              <a:avLst/>
              <a:gdLst>
                <a:gd name="connsiteX0" fmla="*/ 50105 w 135719"/>
                <a:gd name="connsiteY0" fmla="*/ 76532 h 164132"/>
                <a:gd name="connsiteX1" fmla="*/ 104180 w 135719"/>
                <a:gd name="connsiteY1" fmla="*/ 68198 h 164132"/>
                <a:gd name="connsiteX2" fmla="*/ 130688 w 135719"/>
                <a:gd name="connsiteY2" fmla="*/ 30879 h 164132"/>
                <a:gd name="connsiteX3" fmla="*/ 92870 w 135719"/>
                <a:gd name="connsiteY3" fmla="*/ 82 h 164132"/>
                <a:gd name="connsiteX4" fmla="*/ 270 w 135719"/>
                <a:gd name="connsiteY4" fmla="*/ 98634 h 164132"/>
                <a:gd name="connsiteX5" fmla="*/ 55759 w 135719"/>
                <a:gd name="connsiteY5" fmla="*/ 164214 h 164132"/>
                <a:gd name="connsiteX6" fmla="*/ 135989 w 135719"/>
                <a:gd name="connsiteY6" fmla="*/ 121460 h 164132"/>
                <a:gd name="connsiteX7" fmla="*/ 131748 w 135719"/>
                <a:gd name="connsiteY7" fmla="*/ 116750 h 164132"/>
                <a:gd name="connsiteX8" fmla="*/ 127154 w 135719"/>
                <a:gd name="connsiteY8" fmla="*/ 120373 h 164132"/>
                <a:gd name="connsiteX9" fmla="*/ 56466 w 135719"/>
                <a:gd name="connsiteY9" fmla="*/ 156243 h 164132"/>
                <a:gd name="connsiteX10" fmla="*/ 25717 w 135719"/>
                <a:gd name="connsiteY10" fmla="*/ 114213 h 164132"/>
                <a:gd name="connsiteX11" fmla="*/ 31372 w 135719"/>
                <a:gd name="connsiteY11" fmla="*/ 76532 h 164132"/>
                <a:gd name="connsiteX12" fmla="*/ 50105 w 135719"/>
                <a:gd name="connsiteY12" fmla="*/ 76532 h 164132"/>
                <a:gd name="connsiteX13" fmla="*/ 33493 w 135719"/>
                <a:gd name="connsiteY13" fmla="*/ 68561 h 164132"/>
                <a:gd name="connsiteX14" fmla="*/ 92870 w 135719"/>
                <a:gd name="connsiteY14" fmla="*/ 8053 h 164132"/>
                <a:gd name="connsiteX15" fmla="*/ 119025 w 135719"/>
                <a:gd name="connsiteY15" fmla="*/ 30879 h 164132"/>
                <a:gd name="connsiteX16" fmla="*/ 47984 w 135719"/>
                <a:gd name="connsiteY16" fmla="*/ 68561 h 164132"/>
                <a:gd name="connsiteX17" fmla="*/ 33493 w 135719"/>
                <a:gd name="connsiteY17" fmla="*/ 68561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719" h="164132">
                  <a:moveTo>
                    <a:pt x="50105" y="76532"/>
                  </a:moveTo>
                  <a:cubicBezTo>
                    <a:pt x="60354" y="76532"/>
                    <a:pt x="86508" y="75807"/>
                    <a:pt x="104180" y="68198"/>
                  </a:cubicBezTo>
                  <a:cubicBezTo>
                    <a:pt x="128921" y="57329"/>
                    <a:pt x="130688" y="35952"/>
                    <a:pt x="130688" y="30879"/>
                  </a:cubicBezTo>
                  <a:cubicBezTo>
                    <a:pt x="130688" y="14937"/>
                    <a:pt x="117257" y="82"/>
                    <a:pt x="92870" y="82"/>
                  </a:cubicBezTo>
                  <a:cubicBezTo>
                    <a:pt x="53639" y="82"/>
                    <a:pt x="270" y="35227"/>
                    <a:pt x="270" y="98634"/>
                  </a:cubicBezTo>
                  <a:cubicBezTo>
                    <a:pt x="270" y="135590"/>
                    <a:pt x="21123" y="164214"/>
                    <a:pt x="55759" y="164214"/>
                  </a:cubicBezTo>
                  <a:cubicBezTo>
                    <a:pt x="106301" y="164214"/>
                    <a:pt x="135989" y="125808"/>
                    <a:pt x="135989" y="121460"/>
                  </a:cubicBezTo>
                  <a:cubicBezTo>
                    <a:pt x="135989" y="119286"/>
                    <a:pt x="133869" y="116750"/>
                    <a:pt x="131748" y="116750"/>
                  </a:cubicBezTo>
                  <a:cubicBezTo>
                    <a:pt x="129981" y="116750"/>
                    <a:pt x="129274" y="117474"/>
                    <a:pt x="127154" y="120373"/>
                  </a:cubicBezTo>
                  <a:cubicBezTo>
                    <a:pt x="99232" y="156243"/>
                    <a:pt x="60708" y="156243"/>
                    <a:pt x="56466" y="156243"/>
                  </a:cubicBezTo>
                  <a:cubicBezTo>
                    <a:pt x="28898" y="156243"/>
                    <a:pt x="25717" y="125808"/>
                    <a:pt x="25717" y="114213"/>
                  </a:cubicBezTo>
                  <a:cubicBezTo>
                    <a:pt x="25717" y="109866"/>
                    <a:pt x="26071" y="98634"/>
                    <a:pt x="31372" y="76532"/>
                  </a:cubicBezTo>
                  <a:lnTo>
                    <a:pt x="50105" y="76532"/>
                  </a:lnTo>
                  <a:close/>
                  <a:moveTo>
                    <a:pt x="33493" y="68561"/>
                  </a:moveTo>
                  <a:cubicBezTo>
                    <a:pt x="47277" y="13488"/>
                    <a:pt x="83681" y="8053"/>
                    <a:pt x="92870" y="8053"/>
                  </a:cubicBezTo>
                  <a:cubicBezTo>
                    <a:pt x="109482" y="8053"/>
                    <a:pt x="119025" y="18560"/>
                    <a:pt x="119025" y="30879"/>
                  </a:cubicBezTo>
                  <a:cubicBezTo>
                    <a:pt x="119025" y="68561"/>
                    <a:pt x="62475" y="68561"/>
                    <a:pt x="47984" y="68561"/>
                  </a:cubicBezTo>
                  <a:lnTo>
                    <a:pt x="33493" y="6856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1" name="Freeform: Shape 20">
              <a:extLst>
                <a:ext uri="{FF2B5EF4-FFF2-40B4-BE49-F238E27FC236}">
                  <a16:creationId xmlns:a16="http://schemas.microsoft.com/office/drawing/2014/main" id="{1CA10C9B-1CAA-FAA8-DEFD-9A0AC644349F}"/>
                </a:ext>
              </a:extLst>
            </p:cNvPr>
            <p:cNvSpPr/>
            <p:nvPr/>
          </p:nvSpPr>
          <p:spPr>
            <a:xfrm>
              <a:off x="14950014" y="4801883"/>
              <a:ext cx="167245" cy="12427"/>
            </a:xfrm>
            <a:custGeom>
              <a:avLst/>
              <a:gdLst>
                <a:gd name="connsiteX0" fmla="*/ 157624 w 167245"/>
                <a:gd name="connsiteY0" fmla="*/ 12506 h 12427"/>
                <a:gd name="connsiteX1" fmla="*/ 167521 w 167245"/>
                <a:gd name="connsiteY1" fmla="*/ 6419 h 12427"/>
                <a:gd name="connsiteX2" fmla="*/ 157624 w 167245"/>
                <a:gd name="connsiteY2" fmla="*/ 78 h 12427"/>
                <a:gd name="connsiteX3" fmla="*/ 10171 w 167245"/>
                <a:gd name="connsiteY3" fmla="*/ 78 h 12427"/>
                <a:gd name="connsiteX4" fmla="*/ 275 w 167245"/>
                <a:gd name="connsiteY4" fmla="*/ 6165 h 12427"/>
                <a:gd name="connsiteX5" fmla="*/ 10171 w 167245"/>
                <a:gd name="connsiteY5" fmla="*/ 12506 h 12427"/>
                <a:gd name="connsiteX6" fmla="*/ 157624 w 167245"/>
                <a:gd name="connsiteY6" fmla="*/ 12506 h 1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45" h="12427">
                  <a:moveTo>
                    <a:pt x="157624" y="12506"/>
                  </a:moveTo>
                  <a:cubicBezTo>
                    <a:pt x="161583" y="12506"/>
                    <a:pt x="167521" y="12506"/>
                    <a:pt x="167521" y="6419"/>
                  </a:cubicBezTo>
                  <a:cubicBezTo>
                    <a:pt x="167521" y="78"/>
                    <a:pt x="161830" y="78"/>
                    <a:pt x="157624" y="78"/>
                  </a:cubicBezTo>
                  <a:lnTo>
                    <a:pt x="10171" y="78"/>
                  </a:lnTo>
                  <a:cubicBezTo>
                    <a:pt x="6212" y="78"/>
                    <a:pt x="275" y="78"/>
                    <a:pt x="275" y="6165"/>
                  </a:cubicBezTo>
                  <a:cubicBezTo>
                    <a:pt x="275" y="12506"/>
                    <a:pt x="5965" y="12506"/>
                    <a:pt x="10171" y="12506"/>
                  </a:cubicBezTo>
                  <a:lnTo>
                    <a:pt x="157624" y="1250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2" name="Freeform: Shape 21">
              <a:extLst>
                <a:ext uri="{FF2B5EF4-FFF2-40B4-BE49-F238E27FC236}">
                  <a16:creationId xmlns:a16="http://schemas.microsoft.com/office/drawing/2014/main" id="{B67CDF47-9CEC-B699-6995-38AC398F0B24}"/>
                </a:ext>
              </a:extLst>
            </p:cNvPr>
            <p:cNvSpPr/>
            <p:nvPr/>
          </p:nvSpPr>
          <p:spPr>
            <a:xfrm>
              <a:off x="15156068" y="4759781"/>
              <a:ext cx="132361" cy="114385"/>
            </a:xfrm>
            <a:custGeom>
              <a:avLst/>
              <a:gdLst>
                <a:gd name="connsiteX0" fmla="*/ 50009 w 132361"/>
                <a:gd name="connsiteY0" fmla="*/ 85043 h 114385"/>
                <a:gd name="connsiteX1" fmla="*/ 26753 w 132361"/>
                <a:gd name="connsiteY1" fmla="*/ 107362 h 114385"/>
                <a:gd name="connsiteX2" fmla="*/ 13393 w 132361"/>
                <a:gd name="connsiteY2" fmla="*/ 103811 h 114385"/>
                <a:gd name="connsiteX3" fmla="*/ 24279 w 132361"/>
                <a:gd name="connsiteY3" fmla="*/ 89862 h 114385"/>
                <a:gd name="connsiteX4" fmla="*/ 14383 w 132361"/>
                <a:gd name="connsiteY4" fmla="*/ 80478 h 114385"/>
                <a:gd name="connsiteX5" fmla="*/ 281 w 132361"/>
                <a:gd name="connsiteY5" fmla="*/ 95949 h 114385"/>
                <a:gd name="connsiteX6" fmla="*/ 26258 w 132361"/>
                <a:gd name="connsiteY6" fmla="*/ 114463 h 114385"/>
                <a:gd name="connsiteX7" fmla="*/ 53968 w 132361"/>
                <a:gd name="connsiteY7" fmla="*/ 96456 h 114385"/>
                <a:gd name="connsiteX8" fmla="*/ 83409 w 132361"/>
                <a:gd name="connsiteY8" fmla="*/ 114463 h 114385"/>
                <a:gd name="connsiteX9" fmla="*/ 126952 w 132361"/>
                <a:gd name="connsiteY9" fmla="*/ 75659 h 114385"/>
                <a:gd name="connsiteX10" fmla="*/ 122994 w 132361"/>
                <a:gd name="connsiteY10" fmla="*/ 72362 h 114385"/>
                <a:gd name="connsiteX11" fmla="*/ 118293 w 132361"/>
                <a:gd name="connsiteY11" fmla="*/ 76673 h 114385"/>
                <a:gd name="connsiteX12" fmla="*/ 84399 w 132361"/>
                <a:gd name="connsiteY12" fmla="*/ 107362 h 114385"/>
                <a:gd name="connsiteX13" fmla="*/ 69307 w 132361"/>
                <a:gd name="connsiteY13" fmla="*/ 90876 h 114385"/>
                <a:gd name="connsiteX14" fmla="*/ 82172 w 132361"/>
                <a:gd name="connsiteY14" fmla="*/ 33049 h 114385"/>
                <a:gd name="connsiteX15" fmla="*/ 106418 w 132361"/>
                <a:gd name="connsiteY15" fmla="*/ 7180 h 114385"/>
                <a:gd name="connsiteX16" fmla="*/ 119778 w 132361"/>
                <a:gd name="connsiteY16" fmla="*/ 10730 h 114385"/>
                <a:gd name="connsiteX17" fmla="*/ 108892 w 132361"/>
                <a:gd name="connsiteY17" fmla="*/ 24680 h 114385"/>
                <a:gd name="connsiteX18" fmla="*/ 118788 w 132361"/>
                <a:gd name="connsiteY18" fmla="*/ 34064 h 114385"/>
                <a:gd name="connsiteX19" fmla="*/ 132643 w 132361"/>
                <a:gd name="connsiteY19" fmla="*/ 18593 h 114385"/>
                <a:gd name="connsiteX20" fmla="*/ 106912 w 132361"/>
                <a:gd name="connsiteY20" fmla="*/ 78 h 114385"/>
                <a:gd name="connsiteX21" fmla="*/ 79203 w 132361"/>
                <a:gd name="connsiteY21" fmla="*/ 18085 h 114385"/>
                <a:gd name="connsiteX22" fmla="*/ 49514 w 132361"/>
                <a:gd name="connsiteY22" fmla="*/ 78 h 114385"/>
                <a:gd name="connsiteX23" fmla="*/ 5971 w 132361"/>
                <a:gd name="connsiteY23" fmla="*/ 38883 h 114385"/>
                <a:gd name="connsiteX24" fmla="*/ 10177 w 132361"/>
                <a:gd name="connsiteY24" fmla="*/ 42180 h 114385"/>
                <a:gd name="connsiteX25" fmla="*/ 14878 w 132361"/>
                <a:gd name="connsiteY25" fmla="*/ 37868 h 114385"/>
                <a:gd name="connsiteX26" fmla="*/ 48772 w 132361"/>
                <a:gd name="connsiteY26" fmla="*/ 7180 h 114385"/>
                <a:gd name="connsiteX27" fmla="*/ 63617 w 132361"/>
                <a:gd name="connsiteY27" fmla="*/ 23919 h 114385"/>
                <a:gd name="connsiteX28" fmla="*/ 58421 w 132361"/>
                <a:gd name="connsiteY28" fmla="*/ 50296 h 114385"/>
                <a:gd name="connsiteX29" fmla="*/ 50009 w 132361"/>
                <a:gd name="connsiteY29" fmla="*/ 85043 h 11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361" h="114385">
                  <a:moveTo>
                    <a:pt x="50009" y="85043"/>
                  </a:moveTo>
                  <a:cubicBezTo>
                    <a:pt x="47535" y="93666"/>
                    <a:pt x="39371" y="107362"/>
                    <a:pt x="26753" y="107362"/>
                  </a:cubicBezTo>
                  <a:cubicBezTo>
                    <a:pt x="26011" y="107362"/>
                    <a:pt x="18589" y="107362"/>
                    <a:pt x="13393" y="103811"/>
                  </a:cubicBezTo>
                  <a:cubicBezTo>
                    <a:pt x="23537" y="100514"/>
                    <a:pt x="24279" y="91383"/>
                    <a:pt x="24279" y="89862"/>
                  </a:cubicBezTo>
                  <a:cubicBezTo>
                    <a:pt x="24279" y="84282"/>
                    <a:pt x="20073" y="80478"/>
                    <a:pt x="14383" y="80478"/>
                  </a:cubicBezTo>
                  <a:cubicBezTo>
                    <a:pt x="7456" y="80478"/>
                    <a:pt x="281" y="86565"/>
                    <a:pt x="281" y="95949"/>
                  </a:cubicBezTo>
                  <a:cubicBezTo>
                    <a:pt x="281" y="108630"/>
                    <a:pt x="14136" y="114463"/>
                    <a:pt x="26258" y="114463"/>
                  </a:cubicBezTo>
                  <a:cubicBezTo>
                    <a:pt x="37639" y="114463"/>
                    <a:pt x="47783" y="107108"/>
                    <a:pt x="53968" y="96456"/>
                  </a:cubicBezTo>
                  <a:cubicBezTo>
                    <a:pt x="59906" y="109898"/>
                    <a:pt x="73513" y="114463"/>
                    <a:pt x="83409" y="114463"/>
                  </a:cubicBezTo>
                  <a:cubicBezTo>
                    <a:pt x="111861" y="114463"/>
                    <a:pt x="126952" y="82760"/>
                    <a:pt x="126952" y="75659"/>
                  </a:cubicBezTo>
                  <a:cubicBezTo>
                    <a:pt x="126952" y="72362"/>
                    <a:pt x="123736" y="72362"/>
                    <a:pt x="122994" y="72362"/>
                  </a:cubicBezTo>
                  <a:cubicBezTo>
                    <a:pt x="119530" y="72362"/>
                    <a:pt x="119283" y="73630"/>
                    <a:pt x="118293" y="76673"/>
                  </a:cubicBezTo>
                  <a:cubicBezTo>
                    <a:pt x="113098" y="94173"/>
                    <a:pt x="98253" y="107362"/>
                    <a:pt x="84399" y="107362"/>
                  </a:cubicBezTo>
                  <a:cubicBezTo>
                    <a:pt x="74502" y="107362"/>
                    <a:pt x="69307" y="100514"/>
                    <a:pt x="69307" y="90876"/>
                  </a:cubicBezTo>
                  <a:cubicBezTo>
                    <a:pt x="69307" y="84282"/>
                    <a:pt x="75245" y="61202"/>
                    <a:pt x="82172" y="33049"/>
                  </a:cubicBezTo>
                  <a:cubicBezTo>
                    <a:pt x="87120" y="13520"/>
                    <a:pt x="98253" y="7180"/>
                    <a:pt x="106418" y="7180"/>
                  </a:cubicBezTo>
                  <a:cubicBezTo>
                    <a:pt x="106912" y="7180"/>
                    <a:pt x="114582" y="7180"/>
                    <a:pt x="119778" y="10730"/>
                  </a:cubicBezTo>
                  <a:cubicBezTo>
                    <a:pt x="111861" y="13013"/>
                    <a:pt x="108892" y="20115"/>
                    <a:pt x="108892" y="24680"/>
                  </a:cubicBezTo>
                  <a:cubicBezTo>
                    <a:pt x="108892" y="30260"/>
                    <a:pt x="113098" y="34064"/>
                    <a:pt x="118788" y="34064"/>
                  </a:cubicBezTo>
                  <a:cubicBezTo>
                    <a:pt x="124478" y="34064"/>
                    <a:pt x="132643" y="29245"/>
                    <a:pt x="132643" y="18593"/>
                  </a:cubicBezTo>
                  <a:cubicBezTo>
                    <a:pt x="132643" y="4390"/>
                    <a:pt x="116809" y="78"/>
                    <a:pt x="106912" y="78"/>
                  </a:cubicBezTo>
                  <a:cubicBezTo>
                    <a:pt x="94542" y="78"/>
                    <a:pt x="84646" y="8448"/>
                    <a:pt x="79203" y="18085"/>
                  </a:cubicBezTo>
                  <a:cubicBezTo>
                    <a:pt x="74750" y="7687"/>
                    <a:pt x="63369" y="78"/>
                    <a:pt x="49514" y="78"/>
                  </a:cubicBezTo>
                  <a:cubicBezTo>
                    <a:pt x="21805" y="78"/>
                    <a:pt x="5971" y="31274"/>
                    <a:pt x="5971" y="38883"/>
                  </a:cubicBezTo>
                  <a:cubicBezTo>
                    <a:pt x="5971" y="42180"/>
                    <a:pt x="9435" y="42180"/>
                    <a:pt x="10177" y="42180"/>
                  </a:cubicBezTo>
                  <a:cubicBezTo>
                    <a:pt x="13393" y="42180"/>
                    <a:pt x="13641" y="41165"/>
                    <a:pt x="14878" y="37868"/>
                  </a:cubicBezTo>
                  <a:cubicBezTo>
                    <a:pt x="21063" y="18085"/>
                    <a:pt x="36649" y="7180"/>
                    <a:pt x="48772" y="7180"/>
                  </a:cubicBezTo>
                  <a:cubicBezTo>
                    <a:pt x="56937" y="7180"/>
                    <a:pt x="63617" y="11745"/>
                    <a:pt x="63617" y="23919"/>
                  </a:cubicBezTo>
                  <a:cubicBezTo>
                    <a:pt x="63617" y="28991"/>
                    <a:pt x="60648" y="41673"/>
                    <a:pt x="58421" y="50296"/>
                  </a:cubicBezTo>
                  <a:lnTo>
                    <a:pt x="50009" y="8504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3" name="Freeform: Shape 22">
              <a:extLst>
                <a:ext uri="{FF2B5EF4-FFF2-40B4-BE49-F238E27FC236}">
                  <a16:creationId xmlns:a16="http://schemas.microsoft.com/office/drawing/2014/main" id="{E74512B5-313E-BB7E-1D8F-672787124BF9}"/>
                </a:ext>
              </a:extLst>
            </p:cNvPr>
            <p:cNvSpPr/>
            <p:nvPr/>
          </p:nvSpPr>
          <p:spPr>
            <a:xfrm>
              <a:off x="13984236" y="5150402"/>
              <a:ext cx="1337901" cy="14492"/>
            </a:xfrm>
            <a:custGeom>
              <a:avLst/>
              <a:gdLst>
                <a:gd name="connsiteX0" fmla="*/ 0 w 1337901"/>
                <a:gd name="connsiteY0" fmla="*/ 0 h 14492"/>
                <a:gd name="connsiteX1" fmla="*/ 1337902 w 1337901"/>
                <a:gd name="connsiteY1" fmla="*/ 0 h 14492"/>
                <a:gd name="connsiteX2" fmla="*/ 1337902 w 1337901"/>
                <a:gd name="connsiteY2" fmla="*/ 14492 h 14492"/>
                <a:gd name="connsiteX3" fmla="*/ 0 w 1337901"/>
                <a:gd name="connsiteY3" fmla="*/ 14492 h 14492"/>
              </a:gdLst>
              <a:ahLst/>
              <a:cxnLst>
                <a:cxn ang="0">
                  <a:pos x="connsiteX0" y="connsiteY0"/>
                </a:cxn>
                <a:cxn ang="0">
                  <a:pos x="connsiteX1" y="connsiteY1"/>
                </a:cxn>
                <a:cxn ang="0">
                  <a:pos x="connsiteX2" y="connsiteY2"/>
                </a:cxn>
                <a:cxn ang="0">
                  <a:pos x="connsiteX3" y="connsiteY3"/>
                </a:cxn>
              </a:cxnLst>
              <a:rect l="l" t="t" r="r" b="b"/>
              <a:pathLst>
                <a:path w="1337901" h="14492">
                  <a:moveTo>
                    <a:pt x="0" y="0"/>
                  </a:moveTo>
                  <a:lnTo>
                    <a:pt x="1337902" y="0"/>
                  </a:lnTo>
                  <a:lnTo>
                    <a:pt x="1337902" y="14492"/>
                  </a:lnTo>
                  <a:lnTo>
                    <a:pt x="0" y="1449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4" name="Freeform: Shape 23">
              <a:extLst>
                <a:ext uri="{FF2B5EF4-FFF2-40B4-BE49-F238E27FC236}">
                  <a16:creationId xmlns:a16="http://schemas.microsoft.com/office/drawing/2014/main" id="{5F7ACEB0-CE63-01FC-1D0C-4911711C9561}"/>
                </a:ext>
              </a:extLst>
            </p:cNvPr>
            <p:cNvSpPr/>
            <p:nvPr/>
          </p:nvSpPr>
          <p:spPr>
            <a:xfrm>
              <a:off x="14000494" y="5336618"/>
              <a:ext cx="135719" cy="164132"/>
            </a:xfrm>
            <a:custGeom>
              <a:avLst/>
              <a:gdLst>
                <a:gd name="connsiteX0" fmla="*/ 50083 w 135719"/>
                <a:gd name="connsiteY0" fmla="*/ 76545 h 164132"/>
                <a:gd name="connsiteX1" fmla="*/ 104158 w 135719"/>
                <a:gd name="connsiteY1" fmla="*/ 68212 h 164132"/>
                <a:gd name="connsiteX2" fmla="*/ 130666 w 135719"/>
                <a:gd name="connsiteY2" fmla="*/ 30893 h 164132"/>
                <a:gd name="connsiteX3" fmla="*/ 92848 w 135719"/>
                <a:gd name="connsiteY3" fmla="*/ 95 h 164132"/>
                <a:gd name="connsiteX4" fmla="*/ 248 w 135719"/>
                <a:gd name="connsiteY4" fmla="*/ 98647 h 164132"/>
                <a:gd name="connsiteX5" fmla="*/ 55738 w 135719"/>
                <a:gd name="connsiteY5" fmla="*/ 164228 h 164132"/>
                <a:gd name="connsiteX6" fmla="*/ 135968 w 135719"/>
                <a:gd name="connsiteY6" fmla="*/ 121474 h 164132"/>
                <a:gd name="connsiteX7" fmla="*/ 131726 w 135719"/>
                <a:gd name="connsiteY7" fmla="*/ 116763 h 164132"/>
                <a:gd name="connsiteX8" fmla="*/ 127132 w 135719"/>
                <a:gd name="connsiteY8" fmla="*/ 120387 h 164132"/>
                <a:gd name="connsiteX9" fmla="*/ 56445 w 135719"/>
                <a:gd name="connsiteY9" fmla="*/ 156257 h 164132"/>
                <a:gd name="connsiteX10" fmla="*/ 25696 w 135719"/>
                <a:gd name="connsiteY10" fmla="*/ 114227 h 164132"/>
                <a:gd name="connsiteX11" fmla="*/ 31351 w 135719"/>
                <a:gd name="connsiteY11" fmla="*/ 76545 h 164132"/>
                <a:gd name="connsiteX12" fmla="*/ 50083 w 135719"/>
                <a:gd name="connsiteY12" fmla="*/ 76545 h 164132"/>
                <a:gd name="connsiteX13" fmla="*/ 33471 w 135719"/>
                <a:gd name="connsiteY13" fmla="*/ 68574 h 164132"/>
                <a:gd name="connsiteX14" fmla="*/ 92848 w 135719"/>
                <a:gd name="connsiteY14" fmla="*/ 8066 h 164132"/>
                <a:gd name="connsiteX15" fmla="*/ 119003 w 135719"/>
                <a:gd name="connsiteY15" fmla="*/ 30893 h 164132"/>
                <a:gd name="connsiteX16" fmla="*/ 47962 w 135719"/>
                <a:gd name="connsiteY16" fmla="*/ 68574 h 164132"/>
                <a:gd name="connsiteX17" fmla="*/ 33471 w 135719"/>
                <a:gd name="connsiteY17" fmla="*/ 68574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719" h="164132">
                  <a:moveTo>
                    <a:pt x="50083" y="76545"/>
                  </a:moveTo>
                  <a:cubicBezTo>
                    <a:pt x="60332" y="76545"/>
                    <a:pt x="86487" y="75821"/>
                    <a:pt x="104158" y="68212"/>
                  </a:cubicBezTo>
                  <a:cubicBezTo>
                    <a:pt x="128899" y="57342"/>
                    <a:pt x="130666" y="35965"/>
                    <a:pt x="130666" y="30893"/>
                  </a:cubicBezTo>
                  <a:cubicBezTo>
                    <a:pt x="130666" y="14950"/>
                    <a:pt x="117235" y="95"/>
                    <a:pt x="92848" y="95"/>
                  </a:cubicBezTo>
                  <a:cubicBezTo>
                    <a:pt x="53617" y="95"/>
                    <a:pt x="248" y="35241"/>
                    <a:pt x="248" y="98647"/>
                  </a:cubicBezTo>
                  <a:cubicBezTo>
                    <a:pt x="248" y="135604"/>
                    <a:pt x="21101" y="164228"/>
                    <a:pt x="55738" y="164228"/>
                  </a:cubicBezTo>
                  <a:cubicBezTo>
                    <a:pt x="106279" y="164228"/>
                    <a:pt x="135968" y="125821"/>
                    <a:pt x="135968" y="121474"/>
                  </a:cubicBezTo>
                  <a:cubicBezTo>
                    <a:pt x="135968" y="119300"/>
                    <a:pt x="133847" y="116763"/>
                    <a:pt x="131726" y="116763"/>
                  </a:cubicBezTo>
                  <a:cubicBezTo>
                    <a:pt x="129959" y="116763"/>
                    <a:pt x="129252" y="117488"/>
                    <a:pt x="127132" y="120387"/>
                  </a:cubicBezTo>
                  <a:cubicBezTo>
                    <a:pt x="99210" y="156257"/>
                    <a:pt x="60686" y="156257"/>
                    <a:pt x="56445" y="156257"/>
                  </a:cubicBezTo>
                  <a:cubicBezTo>
                    <a:pt x="28877" y="156257"/>
                    <a:pt x="25696" y="125821"/>
                    <a:pt x="25696" y="114227"/>
                  </a:cubicBezTo>
                  <a:cubicBezTo>
                    <a:pt x="25696" y="109879"/>
                    <a:pt x="26049" y="98647"/>
                    <a:pt x="31351" y="76545"/>
                  </a:cubicBezTo>
                  <a:lnTo>
                    <a:pt x="50083" y="76545"/>
                  </a:lnTo>
                  <a:close/>
                  <a:moveTo>
                    <a:pt x="33471" y="68574"/>
                  </a:moveTo>
                  <a:cubicBezTo>
                    <a:pt x="47255" y="13501"/>
                    <a:pt x="83659" y="8066"/>
                    <a:pt x="92848" y="8066"/>
                  </a:cubicBezTo>
                  <a:cubicBezTo>
                    <a:pt x="109460" y="8066"/>
                    <a:pt x="119003" y="18574"/>
                    <a:pt x="119003" y="30893"/>
                  </a:cubicBezTo>
                  <a:cubicBezTo>
                    <a:pt x="119003" y="68574"/>
                    <a:pt x="62453" y="68574"/>
                    <a:pt x="47962" y="68574"/>
                  </a:cubicBezTo>
                  <a:lnTo>
                    <a:pt x="33471" y="6857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5" name="Freeform: Shape 24">
              <a:extLst>
                <a:ext uri="{FF2B5EF4-FFF2-40B4-BE49-F238E27FC236}">
                  <a16:creationId xmlns:a16="http://schemas.microsoft.com/office/drawing/2014/main" id="{95F3B7A1-6CC6-BCA1-8EF6-018932A30E45}"/>
                </a:ext>
              </a:extLst>
            </p:cNvPr>
            <p:cNvSpPr/>
            <p:nvPr/>
          </p:nvSpPr>
          <p:spPr>
            <a:xfrm>
              <a:off x="14160680" y="5280244"/>
              <a:ext cx="132361" cy="114385"/>
            </a:xfrm>
            <a:custGeom>
              <a:avLst/>
              <a:gdLst>
                <a:gd name="connsiteX0" fmla="*/ 49981 w 132361"/>
                <a:gd name="connsiteY0" fmla="*/ 85057 h 114385"/>
                <a:gd name="connsiteX1" fmla="*/ 26725 w 132361"/>
                <a:gd name="connsiteY1" fmla="*/ 107376 h 114385"/>
                <a:gd name="connsiteX2" fmla="*/ 13365 w 132361"/>
                <a:gd name="connsiteY2" fmla="*/ 103825 h 114385"/>
                <a:gd name="connsiteX3" fmla="*/ 24251 w 132361"/>
                <a:gd name="connsiteY3" fmla="*/ 89876 h 114385"/>
                <a:gd name="connsiteX4" fmla="*/ 14355 w 132361"/>
                <a:gd name="connsiteY4" fmla="*/ 80492 h 114385"/>
                <a:gd name="connsiteX5" fmla="*/ 253 w 132361"/>
                <a:gd name="connsiteY5" fmla="*/ 95963 h 114385"/>
                <a:gd name="connsiteX6" fmla="*/ 26230 w 132361"/>
                <a:gd name="connsiteY6" fmla="*/ 114478 h 114385"/>
                <a:gd name="connsiteX7" fmla="*/ 53940 w 132361"/>
                <a:gd name="connsiteY7" fmla="*/ 96470 h 114385"/>
                <a:gd name="connsiteX8" fmla="*/ 83381 w 132361"/>
                <a:gd name="connsiteY8" fmla="*/ 114478 h 114385"/>
                <a:gd name="connsiteX9" fmla="*/ 126924 w 132361"/>
                <a:gd name="connsiteY9" fmla="*/ 75673 h 114385"/>
                <a:gd name="connsiteX10" fmla="*/ 122966 w 132361"/>
                <a:gd name="connsiteY10" fmla="*/ 72376 h 114385"/>
                <a:gd name="connsiteX11" fmla="*/ 118265 w 132361"/>
                <a:gd name="connsiteY11" fmla="*/ 76687 h 114385"/>
                <a:gd name="connsiteX12" fmla="*/ 84371 w 132361"/>
                <a:gd name="connsiteY12" fmla="*/ 107376 h 114385"/>
                <a:gd name="connsiteX13" fmla="*/ 69279 w 132361"/>
                <a:gd name="connsiteY13" fmla="*/ 90891 h 114385"/>
                <a:gd name="connsiteX14" fmla="*/ 82144 w 132361"/>
                <a:gd name="connsiteY14" fmla="*/ 33064 h 114385"/>
                <a:gd name="connsiteX15" fmla="*/ 106390 w 132361"/>
                <a:gd name="connsiteY15" fmla="*/ 7194 h 114385"/>
                <a:gd name="connsiteX16" fmla="*/ 119750 w 132361"/>
                <a:gd name="connsiteY16" fmla="*/ 10745 h 114385"/>
                <a:gd name="connsiteX17" fmla="*/ 108864 w 132361"/>
                <a:gd name="connsiteY17" fmla="*/ 24694 h 114385"/>
                <a:gd name="connsiteX18" fmla="*/ 118760 w 132361"/>
                <a:gd name="connsiteY18" fmla="*/ 34078 h 114385"/>
                <a:gd name="connsiteX19" fmla="*/ 132615 w 132361"/>
                <a:gd name="connsiteY19" fmla="*/ 18607 h 114385"/>
                <a:gd name="connsiteX20" fmla="*/ 106884 w 132361"/>
                <a:gd name="connsiteY20" fmla="*/ 92 h 114385"/>
                <a:gd name="connsiteX21" fmla="*/ 79175 w 132361"/>
                <a:gd name="connsiteY21" fmla="*/ 18100 h 114385"/>
                <a:gd name="connsiteX22" fmla="*/ 49486 w 132361"/>
                <a:gd name="connsiteY22" fmla="*/ 92 h 114385"/>
                <a:gd name="connsiteX23" fmla="*/ 5943 w 132361"/>
                <a:gd name="connsiteY23" fmla="*/ 38897 h 114385"/>
                <a:gd name="connsiteX24" fmla="*/ 10149 w 132361"/>
                <a:gd name="connsiteY24" fmla="*/ 42194 h 114385"/>
                <a:gd name="connsiteX25" fmla="*/ 14850 w 132361"/>
                <a:gd name="connsiteY25" fmla="*/ 37883 h 114385"/>
                <a:gd name="connsiteX26" fmla="*/ 48744 w 132361"/>
                <a:gd name="connsiteY26" fmla="*/ 7194 h 114385"/>
                <a:gd name="connsiteX27" fmla="*/ 63589 w 132361"/>
                <a:gd name="connsiteY27" fmla="*/ 23933 h 114385"/>
                <a:gd name="connsiteX28" fmla="*/ 58393 w 132361"/>
                <a:gd name="connsiteY28" fmla="*/ 50310 h 114385"/>
                <a:gd name="connsiteX29" fmla="*/ 49981 w 132361"/>
                <a:gd name="connsiteY29" fmla="*/ 85057 h 11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361" h="114385">
                  <a:moveTo>
                    <a:pt x="49981" y="85057"/>
                  </a:moveTo>
                  <a:cubicBezTo>
                    <a:pt x="47507" y="93680"/>
                    <a:pt x="39343" y="107376"/>
                    <a:pt x="26725" y="107376"/>
                  </a:cubicBezTo>
                  <a:cubicBezTo>
                    <a:pt x="25983" y="107376"/>
                    <a:pt x="18561" y="107376"/>
                    <a:pt x="13365" y="103825"/>
                  </a:cubicBezTo>
                  <a:cubicBezTo>
                    <a:pt x="23509" y="100528"/>
                    <a:pt x="24251" y="91398"/>
                    <a:pt x="24251" y="89876"/>
                  </a:cubicBezTo>
                  <a:cubicBezTo>
                    <a:pt x="24251" y="84296"/>
                    <a:pt x="20045" y="80492"/>
                    <a:pt x="14355" y="80492"/>
                  </a:cubicBezTo>
                  <a:cubicBezTo>
                    <a:pt x="7428" y="80492"/>
                    <a:pt x="253" y="86579"/>
                    <a:pt x="253" y="95963"/>
                  </a:cubicBezTo>
                  <a:cubicBezTo>
                    <a:pt x="253" y="108644"/>
                    <a:pt x="14107" y="114478"/>
                    <a:pt x="26230" y="114478"/>
                  </a:cubicBezTo>
                  <a:cubicBezTo>
                    <a:pt x="37611" y="114478"/>
                    <a:pt x="47755" y="107123"/>
                    <a:pt x="53940" y="96470"/>
                  </a:cubicBezTo>
                  <a:cubicBezTo>
                    <a:pt x="59877" y="109912"/>
                    <a:pt x="73485" y="114478"/>
                    <a:pt x="83381" y="114478"/>
                  </a:cubicBezTo>
                  <a:cubicBezTo>
                    <a:pt x="111833" y="114478"/>
                    <a:pt x="126924" y="82774"/>
                    <a:pt x="126924" y="75673"/>
                  </a:cubicBezTo>
                  <a:cubicBezTo>
                    <a:pt x="126924" y="72376"/>
                    <a:pt x="123708" y="72376"/>
                    <a:pt x="122966" y="72376"/>
                  </a:cubicBezTo>
                  <a:cubicBezTo>
                    <a:pt x="119502" y="72376"/>
                    <a:pt x="119255" y="73644"/>
                    <a:pt x="118265" y="76687"/>
                  </a:cubicBezTo>
                  <a:cubicBezTo>
                    <a:pt x="113070" y="94188"/>
                    <a:pt x="98225" y="107376"/>
                    <a:pt x="84371" y="107376"/>
                  </a:cubicBezTo>
                  <a:cubicBezTo>
                    <a:pt x="74474" y="107376"/>
                    <a:pt x="69279" y="100528"/>
                    <a:pt x="69279" y="90891"/>
                  </a:cubicBezTo>
                  <a:cubicBezTo>
                    <a:pt x="69279" y="84296"/>
                    <a:pt x="75217" y="61216"/>
                    <a:pt x="82144" y="33064"/>
                  </a:cubicBezTo>
                  <a:cubicBezTo>
                    <a:pt x="87092" y="13535"/>
                    <a:pt x="98225" y="7194"/>
                    <a:pt x="106390" y="7194"/>
                  </a:cubicBezTo>
                  <a:cubicBezTo>
                    <a:pt x="106884" y="7194"/>
                    <a:pt x="114554" y="7194"/>
                    <a:pt x="119750" y="10745"/>
                  </a:cubicBezTo>
                  <a:cubicBezTo>
                    <a:pt x="111833" y="13027"/>
                    <a:pt x="108864" y="20129"/>
                    <a:pt x="108864" y="24694"/>
                  </a:cubicBezTo>
                  <a:cubicBezTo>
                    <a:pt x="108864" y="30274"/>
                    <a:pt x="113070" y="34078"/>
                    <a:pt x="118760" y="34078"/>
                  </a:cubicBezTo>
                  <a:cubicBezTo>
                    <a:pt x="124450" y="34078"/>
                    <a:pt x="132615" y="29259"/>
                    <a:pt x="132615" y="18607"/>
                  </a:cubicBezTo>
                  <a:cubicBezTo>
                    <a:pt x="132615" y="4404"/>
                    <a:pt x="116781" y="92"/>
                    <a:pt x="106884" y="92"/>
                  </a:cubicBezTo>
                  <a:cubicBezTo>
                    <a:pt x="94514" y="92"/>
                    <a:pt x="84618" y="8462"/>
                    <a:pt x="79175" y="18100"/>
                  </a:cubicBezTo>
                  <a:cubicBezTo>
                    <a:pt x="74722" y="7701"/>
                    <a:pt x="63341" y="92"/>
                    <a:pt x="49486" y="92"/>
                  </a:cubicBezTo>
                  <a:cubicBezTo>
                    <a:pt x="21777" y="92"/>
                    <a:pt x="5943" y="31288"/>
                    <a:pt x="5943" y="38897"/>
                  </a:cubicBezTo>
                  <a:cubicBezTo>
                    <a:pt x="5943" y="42194"/>
                    <a:pt x="9407" y="42194"/>
                    <a:pt x="10149" y="42194"/>
                  </a:cubicBezTo>
                  <a:cubicBezTo>
                    <a:pt x="13365" y="42194"/>
                    <a:pt x="13613" y="41180"/>
                    <a:pt x="14850" y="37883"/>
                  </a:cubicBezTo>
                  <a:cubicBezTo>
                    <a:pt x="21035" y="18100"/>
                    <a:pt x="36621" y="7194"/>
                    <a:pt x="48744" y="7194"/>
                  </a:cubicBezTo>
                  <a:cubicBezTo>
                    <a:pt x="56909" y="7194"/>
                    <a:pt x="63589" y="11759"/>
                    <a:pt x="63589" y="23933"/>
                  </a:cubicBezTo>
                  <a:cubicBezTo>
                    <a:pt x="63589" y="29006"/>
                    <a:pt x="60620" y="41687"/>
                    <a:pt x="58393" y="50310"/>
                  </a:cubicBezTo>
                  <a:lnTo>
                    <a:pt x="49981" y="85057"/>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6" name="Freeform: Shape 25">
              <a:extLst>
                <a:ext uri="{FF2B5EF4-FFF2-40B4-BE49-F238E27FC236}">
                  <a16:creationId xmlns:a16="http://schemas.microsoft.com/office/drawing/2014/main" id="{1CA6D081-CD39-09F5-52B0-03D5590EA139}"/>
                </a:ext>
              </a:extLst>
            </p:cNvPr>
            <p:cNvSpPr/>
            <p:nvPr/>
          </p:nvSpPr>
          <p:spPr>
            <a:xfrm>
              <a:off x="14434625" y="5398937"/>
              <a:ext cx="215949" cy="14492"/>
            </a:xfrm>
            <a:custGeom>
              <a:avLst/>
              <a:gdLst>
                <a:gd name="connsiteX0" fmla="*/ 203839 w 215949"/>
                <a:gd name="connsiteY0" fmla="*/ 14588 h 14492"/>
                <a:gd name="connsiteX1" fmla="*/ 216209 w 215949"/>
                <a:gd name="connsiteY1" fmla="*/ 7342 h 14492"/>
                <a:gd name="connsiteX2" fmla="*/ 203839 w 215949"/>
                <a:gd name="connsiteY2" fmla="*/ 95 h 14492"/>
                <a:gd name="connsiteX3" fmla="*/ 12630 w 215949"/>
                <a:gd name="connsiteY3" fmla="*/ 95 h 14492"/>
                <a:gd name="connsiteX4" fmla="*/ 260 w 215949"/>
                <a:gd name="connsiteY4" fmla="*/ 7342 h 14492"/>
                <a:gd name="connsiteX5" fmla="*/ 12630 w 215949"/>
                <a:gd name="connsiteY5" fmla="*/ 14588 h 14492"/>
                <a:gd name="connsiteX6" fmla="*/ 203839 w 215949"/>
                <a:gd name="connsiteY6" fmla="*/ 14588 h 1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949" h="14492">
                  <a:moveTo>
                    <a:pt x="203839" y="14588"/>
                  </a:moveTo>
                  <a:cubicBezTo>
                    <a:pt x="209848" y="14588"/>
                    <a:pt x="216209" y="14588"/>
                    <a:pt x="216209" y="7342"/>
                  </a:cubicBezTo>
                  <a:cubicBezTo>
                    <a:pt x="216209" y="95"/>
                    <a:pt x="209848" y="95"/>
                    <a:pt x="203839" y="95"/>
                  </a:cubicBezTo>
                  <a:lnTo>
                    <a:pt x="12630" y="95"/>
                  </a:lnTo>
                  <a:cubicBezTo>
                    <a:pt x="6622" y="95"/>
                    <a:pt x="260" y="95"/>
                    <a:pt x="260" y="7342"/>
                  </a:cubicBezTo>
                  <a:cubicBezTo>
                    <a:pt x="260" y="14588"/>
                    <a:pt x="6622" y="14588"/>
                    <a:pt x="12630" y="14588"/>
                  </a:cubicBezTo>
                  <a:lnTo>
                    <a:pt x="203839" y="1458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7" name="Freeform: Shape 26">
              <a:extLst>
                <a:ext uri="{FF2B5EF4-FFF2-40B4-BE49-F238E27FC236}">
                  <a16:creationId xmlns:a16="http://schemas.microsoft.com/office/drawing/2014/main" id="{D4A43D07-848C-F650-EBAB-84D3A738A5B1}"/>
                </a:ext>
              </a:extLst>
            </p:cNvPr>
            <p:cNvSpPr/>
            <p:nvPr/>
          </p:nvSpPr>
          <p:spPr>
            <a:xfrm>
              <a:off x="14774983" y="5336618"/>
              <a:ext cx="135719" cy="164132"/>
            </a:xfrm>
            <a:custGeom>
              <a:avLst/>
              <a:gdLst>
                <a:gd name="connsiteX0" fmla="*/ 50105 w 135719"/>
                <a:gd name="connsiteY0" fmla="*/ 76545 h 164132"/>
                <a:gd name="connsiteX1" fmla="*/ 104180 w 135719"/>
                <a:gd name="connsiteY1" fmla="*/ 68212 h 164132"/>
                <a:gd name="connsiteX2" fmla="*/ 130688 w 135719"/>
                <a:gd name="connsiteY2" fmla="*/ 30893 h 164132"/>
                <a:gd name="connsiteX3" fmla="*/ 92870 w 135719"/>
                <a:gd name="connsiteY3" fmla="*/ 95 h 164132"/>
                <a:gd name="connsiteX4" fmla="*/ 270 w 135719"/>
                <a:gd name="connsiteY4" fmla="*/ 98647 h 164132"/>
                <a:gd name="connsiteX5" fmla="*/ 55759 w 135719"/>
                <a:gd name="connsiteY5" fmla="*/ 164228 h 164132"/>
                <a:gd name="connsiteX6" fmla="*/ 135989 w 135719"/>
                <a:gd name="connsiteY6" fmla="*/ 121474 h 164132"/>
                <a:gd name="connsiteX7" fmla="*/ 131748 w 135719"/>
                <a:gd name="connsiteY7" fmla="*/ 116763 h 164132"/>
                <a:gd name="connsiteX8" fmla="*/ 127154 w 135719"/>
                <a:gd name="connsiteY8" fmla="*/ 120387 h 164132"/>
                <a:gd name="connsiteX9" fmla="*/ 56466 w 135719"/>
                <a:gd name="connsiteY9" fmla="*/ 156257 h 164132"/>
                <a:gd name="connsiteX10" fmla="*/ 25717 w 135719"/>
                <a:gd name="connsiteY10" fmla="*/ 114227 h 164132"/>
                <a:gd name="connsiteX11" fmla="*/ 31372 w 135719"/>
                <a:gd name="connsiteY11" fmla="*/ 76545 h 164132"/>
                <a:gd name="connsiteX12" fmla="*/ 50105 w 135719"/>
                <a:gd name="connsiteY12" fmla="*/ 76545 h 164132"/>
                <a:gd name="connsiteX13" fmla="*/ 33493 w 135719"/>
                <a:gd name="connsiteY13" fmla="*/ 68574 h 164132"/>
                <a:gd name="connsiteX14" fmla="*/ 92870 w 135719"/>
                <a:gd name="connsiteY14" fmla="*/ 8066 h 164132"/>
                <a:gd name="connsiteX15" fmla="*/ 119025 w 135719"/>
                <a:gd name="connsiteY15" fmla="*/ 30893 h 164132"/>
                <a:gd name="connsiteX16" fmla="*/ 47984 w 135719"/>
                <a:gd name="connsiteY16" fmla="*/ 68574 h 164132"/>
                <a:gd name="connsiteX17" fmla="*/ 33493 w 135719"/>
                <a:gd name="connsiteY17" fmla="*/ 68574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719" h="164132">
                  <a:moveTo>
                    <a:pt x="50105" y="76545"/>
                  </a:moveTo>
                  <a:cubicBezTo>
                    <a:pt x="60354" y="76545"/>
                    <a:pt x="86508" y="75821"/>
                    <a:pt x="104180" y="68212"/>
                  </a:cubicBezTo>
                  <a:cubicBezTo>
                    <a:pt x="128921" y="57342"/>
                    <a:pt x="130688" y="35965"/>
                    <a:pt x="130688" y="30893"/>
                  </a:cubicBezTo>
                  <a:cubicBezTo>
                    <a:pt x="130688" y="14950"/>
                    <a:pt x="117257" y="95"/>
                    <a:pt x="92870" y="95"/>
                  </a:cubicBezTo>
                  <a:cubicBezTo>
                    <a:pt x="53639" y="95"/>
                    <a:pt x="270" y="35241"/>
                    <a:pt x="270" y="98647"/>
                  </a:cubicBezTo>
                  <a:cubicBezTo>
                    <a:pt x="270" y="135604"/>
                    <a:pt x="21123" y="164228"/>
                    <a:pt x="55759" y="164228"/>
                  </a:cubicBezTo>
                  <a:cubicBezTo>
                    <a:pt x="106301" y="164228"/>
                    <a:pt x="135989" y="125821"/>
                    <a:pt x="135989" y="121474"/>
                  </a:cubicBezTo>
                  <a:cubicBezTo>
                    <a:pt x="135989" y="119300"/>
                    <a:pt x="133869" y="116763"/>
                    <a:pt x="131748" y="116763"/>
                  </a:cubicBezTo>
                  <a:cubicBezTo>
                    <a:pt x="129981" y="116763"/>
                    <a:pt x="129274" y="117488"/>
                    <a:pt x="127154" y="120387"/>
                  </a:cubicBezTo>
                  <a:cubicBezTo>
                    <a:pt x="99232" y="156257"/>
                    <a:pt x="60708" y="156257"/>
                    <a:pt x="56466" y="156257"/>
                  </a:cubicBezTo>
                  <a:cubicBezTo>
                    <a:pt x="28898" y="156257"/>
                    <a:pt x="25717" y="125821"/>
                    <a:pt x="25717" y="114227"/>
                  </a:cubicBezTo>
                  <a:cubicBezTo>
                    <a:pt x="25717" y="109879"/>
                    <a:pt x="26071" y="98647"/>
                    <a:pt x="31372" y="76545"/>
                  </a:cubicBezTo>
                  <a:lnTo>
                    <a:pt x="50105" y="76545"/>
                  </a:lnTo>
                  <a:close/>
                  <a:moveTo>
                    <a:pt x="33493" y="68574"/>
                  </a:moveTo>
                  <a:cubicBezTo>
                    <a:pt x="47277" y="13501"/>
                    <a:pt x="83681" y="8066"/>
                    <a:pt x="92870" y="8066"/>
                  </a:cubicBezTo>
                  <a:cubicBezTo>
                    <a:pt x="109482" y="8066"/>
                    <a:pt x="119025" y="18574"/>
                    <a:pt x="119025" y="30893"/>
                  </a:cubicBezTo>
                  <a:cubicBezTo>
                    <a:pt x="119025" y="68574"/>
                    <a:pt x="62475" y="68574"/>
                    <a:pt x="47984" y="68574"/>
                  </a:cubicBezTo>
                  <a:lnTo>
                    <a:pt x="33493" y="6857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8" name="Freeform: Shape 27">
              <a:extLst>
                <a:ext uri="{FF2B5EF4-FFF2-40B4-BE49-F238E27FC236}">
                  <a16:creationId xmlns:a16="http://schemas.microsoft.com/office/drawing/2014/main" id="{8D09C498-7E65-FF19-43A2-A2BFBD3000B9}"/>
                </a:ext>
              </a:extLst>
            </p:cNvPr>
            <p:cNvSpPr/>
            <p:nvPr/>
          </p:nvSpPr>
          <p:spPr>
            <a:xfrm>
              <a:off x="14950014" y="5322346"/>
              <a:ext cx="167245" cy="12427"/>
            </a:xfrm>
            <a:custGeom>
              <a:avLst/>
              <a:gdLst>
                <a:gd name="connsiteX0" fmla="*/ 157624 w 167245"/>
                <a:gd name="connsiteY0" fmla="*/ 12520 h 12427"/>
                <a:gd name="connsiteX1" fmla="*/ 167521 w 167245"/>
                <a:gd name="connsiteY1" fmla="*/ 6433 h 12427"/>
                <a:gd name="connsiteX2" fmla="*/ 157624 w 167245"/>
                <a:gd name="connsiteY2" fmla="*/ 92 h 12427"/>
                <a:gd name="connsiteX3" fmla="*/ 10171 w 167245"/>
                <a:gd name="connsiteY3" fmla="*/ 92 h 12427"/>
                <a:gd name="connsiteX4" fmla="*/ 275 w 167245"/>
                <a:gd name="connsiteY4" fmla="*/ 6179 h 12427"/>
                <a:gd name="connsiteX5" fmla="*/ 10171 w 167245"/>
                <a:gd name="connsiteY5" fmla="*/ 12520 h 12427"/>
                <a:gd name="connsiteX6" fmla="*/ 157624 w 167245"/>
                <a:gd name="connsiteY6" fmla="*/ 12520 h 1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45" h="12427">
                  <a:moveTo>
                    <a:pt x="157624" y="12520"/>
                  </a:moveTo>
                  <a:cubicBezTo>
                    <a:pt x="161583" y="12520"/>
                    <a:pt x="167521" y="12520"/>
                    <a:pt x="167521" y="6433"/>
                  </a:cubicBezTo>
                  <a:cubicBezTo>
                    <a:pt x="167521" y="92"/>
                    <a:pt x="161830" y="92"/>
                    <a:pt x="157624" y="92"/>
                  </a:cubicBezTo>
                  <a:lnTo>
                    <a:pt x="10171" y="92"/>
                  </a:lnTo>
                  <a:cubicBezTo>
                    <a:pt x="6212" y="92"/>
                    <a:pt x="275" y="92"/>
                    <a:pt x="275" y="6179"/>
                  </a:cubicBezTo>
                  <a:cubicBezTo>
                    <a:pt x="275" y="12520"/>
                    <a:pt x="5965" y="12520"/>
                    <a:pt x="10171" y="12520"/>
                  </a:cubicBezTo>
                  <a:lnTo>
                    <a:pt x="157624" y="1252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9" name="Freeform: Shape 28">
              <a:extLst>
                <a:ext uri="{FF2B5EF4-FFF2-40B4-BE49-F238E27FC236}">
                  <a16:creationId xmlns:a16="http://schemas.microsoft.com/office/drawing/2014/main" id="{F00875FB-9D9F-DEC2-B8F3-A58082F85E7A}"/>
                </a:ext>
              </a:extLst>
            </p:cNvPr>
            <p:cNvSpPr/>
            <p:nvPr/>
          </p:nvSpPr>
          <p:spPr>
            <a:xfrm>
              <a:off x="15156068" y="5280244"/>
              <a:ext cx="132361" cy="114385"/>
            </a:xfrm>
            <a:custGeom>
              <a:avLst/>
              <a:gdLst>
                <a:gd name="connsiteX0" fmla="*/ 50009 w 132361"/>
                <a:gd name="connsiteY0" fmla="*/ 85057 h 114385"/>
                <a:gd name="connsiteX1" fmla="*/ 26753 w 132361"/>
                <a:gd name="connsiteY1" fmla="*/ 107376 h 114385"/>
                <a:gd name="connsiteX2" fmla="*/ 13393 w 132361"/>
                <a:gd name="connsiteY2" fmla="*/ 103825 h 114385"/>
                <a:gd name="connsiteX3" fmla="*/ 24279 w 132361"/>
                <a:gd name="connsiteY3" fmla="*/ 89876 h 114385"/>
                <a:gd name="connsiteX4" fmla="*/ 14383 w 132361"/>
                <a:gd name="connsiteY4" fmla="*/ 80492 h 114385"/>
                <a:gd name="connsiteX5" fmla="*/ 281 w 132361"/>
                <a:gd name="connsiteY5" fmla="*/ 95963 h 114385"/>
                <a:gd name="connsiteX6" fmla="*/ 26258 w 132361"/>
                <a:gd name="connsiteY6" fmla="*/ 114478 h 114385"/>
                <a:gd name="connsiteX7" fmla="*/ 53968 w 132361"/>
                <a:gd name="connsiteY7" fmla="*/ 96470 h 114385"/>
                <a:gd name="connsiteX8" fmla="*/ 83409 w 132361"/>
                <a:gd name="connsiteY8" fmla="*/ 114478 h 114385"/>
                <a:gd name="connsiteX9" fmla="*/ 126952 w 132361"/>
                <a:gd name="connsiteY9" fmla="*/ 75673 h 114385"/>
                <a:gd name="connsiteX10" fmla="*/ 122994 w 132361"/>
                <a:gd name="connsiteY10" fmla="*/ 72376 h 114385"/>
                <a:gd name="connsiteX11" fmla="*/ 118293 w 132361"/>
                <a:gd name="connsiteY11" fmla="*/ 76687 h 114385"/>
                <a:gd name="connsiteX12" fmla="*/ 84399 w 132361"/>
                <a:gd name="connsiteY12" fmla="*/ 107376 h 114385"/>
                <a:gd name="connsiteX13" fmla="*/ 69307 w 132361"/>
                <a:gd name="connsiteY13" fmla="*/ 90891 h 114385"/>
                <a:gd name="connsiteX14" fmla="*/ 82172 w 132361"/>
                <a:gd name="connsiteY14" fmla="*/ 33064 h 114385"/>
                <a:gd name="connsiteX15" fmla="*/ 106418 w 132361"/>
                <a:gd name="connsiteY15" fmla="*/ 7194 h 114385"/>
                <a:gd name="connsiteX16" fmla="*/ 119778 w 132361"/>
                <a:gd name="connsiteY16" fmla="*/ 10745 h 114385"/>
                <a:gd name="connsiteX17" fmla="*/ 108892 w 132361"/>
                <a:gd name="connsiteY17" fmla="*/ 24694 h 114385"/>
                <a:gd name="connsiteX18" fmla="*/ 118788 w 132361"/>
                <a:gd name="connsiteY18" fmla="*/ 34078 h 114385"/>
                <a:gd name="connsiteX19" fmla="*/ 132643 w 132361"/>
                <a:gd name="connsiteY19" fmla="*/ 18607 h 114385"/>
                <a:gd name="connsiteX20" fmla="*/ 106912 w 132361"/>
                <a:gd name="connsiteY20" fmla="*/ 92 h 114385"/>
                <a:gd name="connsiteX21" fmla="*/ 79203 w 132361"/>
                <a:gd name="connsiteY21" fmla="*/ 18100 h 114385"/>
                <a:gd name="connsiteX22" fmla="*/ 49514 w 132361"/>
                <a:gd name="connsiteY22" fmla="*/ 92 h 114385"/>
                <a:gd name="connsiteX23" fmla="*/ 5971 w 132361"/>
                <a:gd name="connsiteY23" fmla="*/ 38897 h 114385"/>
                <a:gd name="connsiteX24" fmla="*/ 10177 w 132361"/>
                <a:gd name="connsiteY24" fmla="*/ 42194 h 114385"/>
                <a:gd name="connsiteX25" fmla="*/ 14878 w 132361"/>
                <a:gd name="connsiteY25" fmla="*/ 37883 h 114385"/>
                <a:gd name="connsiteX26" fmla="*/ 48772 w 132361"/>
                <a:gd name="connsiteY26" fmla="*/ 7194 h 114385"/>
                <a:gd name="connsiteX27" fmla="*/ 63617 w 132361"/>
                <a:gd name="connsiteY27" fmla="*/ 23933 h 114385"/>
                <a:gd name="connsiteX28" fmla="*/ 58421 w 132361"/>
                <a:gd name="connsiteY28" fmla="*/ 50310 h 114385"/>
                <a:gd name="connsiteX29" fmla="*/ 50009 w 132361"/>
                <a:gd name="connsiteY29" fmla="*/ 85057 h 114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361" h="114385">
                  <a:moveTo>
                    <a:pt x="50009" y="85057"/>
                  </a:moveTo>
                  <a:cubicBezTo>
                    <a:pt x="47535" y="93680"/>
                    <a:pt x="39371" y="107376"/>
                    <a:pt x="26753" y="107376"/>
                  </a:cubicBezTo>
                  <a:cubicBezTo>
                    <a:pt x="26011" y="107376"/>
                    <a:pt x="18589" y="107376"/>
                    <a:pt x="13393" y="103825"/>
                  </a:cubicBezTo>
                  <a:cubicBezTo>
                    <a:pt x="23537" y="100528"/>
                    <a:pt x="24279" y="91398"/>
                    <a:pt x="24279" y="89876"/>
                  </a:cubicBezTo>
                  <a:cubicBezTo>
                    <a:pt x="24279" y="84296"/>
                    <a:pt x="20073" y="80492"/>
                    <a:pt x="14383" y="80492"/>
                  </a:cubicBezTo>
                  <a:cubicBezTo>
                    <a:pt x="7456" y="80492"/>
                    <a:pt x="281" y="86579"/>
                    <a:pt x="281" y="95963"/>
                  </a:cubicBezTo>
                  <a:cubicBezTo>
                    <a:pt x="281" y="108644"/>
                    <a:pt x="14136" y="114478"/>
                    <a:pt x="26258" y="114478"/>
                  </a:cubicBezTo>
                  <a:cubicBezTo>
                    <a:pt x="37639" y="114478"/>
                    <a:pt x="47783" y="107123"/>
                    <a:pt x="53968" y="96470"/>
                  </a:cubicBezTo>
                  <a:cubicBezTo>
                    <a:pt x="59906" y="109912"/>
                    <a:pt x="73513" y="114478"/>
                    <a:pt x="83409" y="114478"/>
                  </a:cubicBezTo>
                  <a:cubicBezTo>
                    <a:pt x="111861" y="114478"/>
                    <a:pt x="126952" y="82774"/>
                    <a:pt x="126952" y="75673"/>
                  </a:cubicBezTo>
                  <a:cubicBezTo>
                    <a:pt x="126952" y="72376"/>
                    <a:pt x="123736" y="72376"/>
                    <a:pt x="122994" y="72376"/>
                  </a:cubicBezTo>
                  <a:cubicBezTo>
                    <a:pt x="119530" y="72376"/>
                    <a:pt x="119283" y="73644"/>
                    <a:pt x="118293" y="76687"/>
                  </a:cubicBezTo>
                  <a:cubicBezTo>
                    <a:pt x="113098" y="94188"/>
                    <a:pt x="98253" y="107376"/>
                    <a:pt x="84399" y="107376"/>
                  </a:cubicBezTo>
                  <a:cubicBezTo>
                    <a:pt x="74502" y="107376"/>
                    <a:pt x="69307" y="100528"/>
                    <a:pt x="69307" y="90891"/>
                  </a:cubicBezTo>
                  <a:cubicBezTo>
                    <a:pt x="69307" y="84296"/>
                    <a:pt x="75245" y="61216"/>
                    <a:pt x="82172" y="33064"/>
                  </a:cubicBezTo>
                  <a:cubicBezTo>
                    <a:pt x="87120" y="13535"/>
                    <a:pt x="98253" y="7194"/>
                    <a:pt x="106418" y="7194"/>
                  </a:cubicBezTo>
                  <a:cubicBezTo>
                    <a:pt x="106912" y="7194"/>
                    <a:pt x="114582" y="7194"/>
                    <a:pt x="119778" y="10745"/>
                  </a:cubicBezTo>
                  <a:cubicBezTo>
                    <a:pt x="111861" y="13027"/>
                    <a:pt x="108892" y="20129"/>
                    <a:pt x="108892" y="24694"/>
                  </a:cubicBezTo>
                  <a:cubicBezTo>
                    <a:pt x="108892" y="30274"/>
                    <a:pt x="113098" y="34078"/>
                    <a:pt x="118788" y="34078"/>
                  </a:cubicBezTo>
                  <a:cubicBezTo>
                    <a:pt x="124478" y="34078"/>
                    <a:pt x="132643" y="29259"/>
                    <a:pt x="132643" y="18607"/>
                  </a:cubicBezTo>
                  <a:cubicBezTo>
                    <a:pt x="132643" y="4404"/>
                    <a:pt x="116809" y="92"/>
                    <a:pt x="106912" y="92"/>
                  </a:cubicBezTo>
                  <a:cubicBezTo>
                    <a:pt x="94542" y="92"/>
                    <a:pt x="84646" y="8462"/>
                    <a:pt x="79203" y="18100"/>
                  </a:cubicBezTo>
                  <a:cubicBezTo>
                    <a:pt x="74750" y="7701"/>
                    <a:pt x="63369" y="92"/>
                    <a:pt x="49514" y="92"/>
                  </a:cubicBezTo>
                  <a:cubicBezTo>
                    <a:pt x="21805" y="92"/>
                    <a:pt x="5971" y="31288"/>
                    <a:pt x="5971" y="38897"/>
                  </a:cubicBezTo>
                  <a:cubicBezTo>
                    <a:pt x="5971" y="42194"/>
                    <a:pt x="9435" y="42194"/>
                    <a:pt x="10177" y="42194"/>
                  </a:cubicBezTo>
                  <a:cubicBezTo>
                    <a:pt x="13393" y="42194"/>
                    <a:pt x="13641" y="41180"/>
                    <a:pt x="14878" y="37883"/>
                  </a:cubicBezTo>
                  <a:cubicBezTo>
                    <a:pt x="21063" y="18100"/>
                    <a:pt x="36649" y="7194"/>
                    <a:pt x="48772" y="7194"/>
                  </a:cubicBezTo>
                  <a:cubicBezTo>
                    <a:pt x="56937" y="7194"/>
                    <a:pt x="63617" y="11759"/>
                    <a:pt x="63617" y="23933"/>
                  </a:cubicBezTo>
                  <a:cubicBezTo>
                    <a:pt x="63617" y="29006"/>
                    <a:pt x="60648" y="41687"/>
                    <a:pt x="58421" y="50310"/>
                  </a:cubicBezTo>
                  <a:lnTo>
                    <a:pt x="50009" y="85057"/>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spTree>
    <p:extLst>
      <p:ext uri="{BB962C8B-B14F-4D97-AF65-F5344CB8AC3E}">
        <p14:creationId xmlns:p14="http://schemas.microsoft.com/office/powerpoint/2010/main" val="1953230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2573C-A42B-301D-FB31-100448DE5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2081D2-63BB-44F8-7048-969B5A91E818}"/>
              </a:ext>
            </a:extLst>
          </p:cNvPr>
          <p:cNvSpPr>
            <a:spLocks noGrp="1"/>
          </p:cNvSpPr>
          <p:nvPr>
            <p:ph type="title"/>
          </p:nvPr>
        </p:nvSpPr>
        <p:spPr/>
        <p:txBody>
          <a:bodyPr/>
          <a:lstStyle/>
          <a:p>
            <a:r>
              <a:rPr lang="en-CA" sz="3600" dirty="0"/>
              <a:t>Nonlinearities: sigmoid</a:t>
            </a:r>
            <a:endParaRPr lang="en-CA" dirty="0"/>
          </a:p>
        </p:txBody>
      </p:sp>
      <p:sp>
        <p:nvSpPr>
          <p:cNvPr id="4" name="Slide Number Placeholder 3">
            <a:extLst>
              <a:ext uri="{FF2B5EF4-FFF2-40B4-BE49-F238E27FC236}">
                <a16:creationId xmlns:a16="http://schemas.microsoft.com/office/drawing/2014/main" id="{E668E95C-DA79-D20E-F6A1-EA779D37E9CB}"/>
              </a:ext>
            </a:extLst>
          </p:cNvPr>
          <p:cNvSpPr>
            <a:spLocks noGrp="1"/>
          </p:cNvSpPr>
          <p:nvPr>
            <p:ph type="sldNum" sz="quarter" idx="12"/>
          </p:nvPr>
        </p:nvSpPr>
        <p:spPr/>
        <p:txBody>
          <a:bodyPr/>
          <a:lstStyle/>
          <a:p>
            <a:fld id="{A36FF760-4833-4FC2-9C74-46CD274694B2}" type="slidenum">
              <a:rPr lang="en-CA" smtClean="0"/>
              <a:pPr/>
              <a:t>29</a:t>
            </a:fld>
            <a:endParaRPr lang="en-CA"/>
          </a:p>
        </p:txBody>
      </p:sp>
      <p:pic>
        <p:nvPicPr>
          <p:cNvPr id="3" name="Picture 2">
            <a:extLst>
              <a:ext uri="{FF2B5EF4-FFF2-40B4-BE49-F238E27FC236}">
                <a16:creationId xmlns:a16="http://schemas.microsoft.com/office/drawing/2014/main" id="{A0699879-7B41-267B-22A1-178CA7536ED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609541" y="2077691"/>
            <a:ext cx="6972919" cy="3528027"/>
          </a:xfrm>
          <a:prstGeom prst="rect">
            <a:avLst/>
          </a:prstGeom>
        </p:spPr>
      </p:pic>
      <p:grpSp>
        <p:nvGrpSpPr>
          <p:cNvPr id="30" name="Group 29" descr="\documentclass{article}&#10;\usepackage{amsmath,amssymb}&#10;\pagestyle{empty}&#10;\begin{document}&#10;&#10;\newcommand{\score}{\textrm{score}}&#10;\newcommand{\classify}{\textrm{classify}}&#10;\newcommand{\bx}{\mathbf{x}}&#10;&#10;\begin{align*}&#10;y = \sigma(x) = \frac{1}{1 + e^{-x}}&#10;\end{align*}&#10;&#10;&#10;\end{document}" title="IguanaTex Vector Display">
            <a:extLst>
              <a:ext uri="{FF2B5EF4-FFF2-40B4-BE49-F238E27FC236}">
                <a16:creationId xmlns:a16="http://schemas.microsoft.com/office/drawing/2014/main" id="{238C45C2-DB62-F813-187A-802F86E70393}"/>
              </a:ext>
            </a:extLst>
          </p:cNvPr>
          <p:cNvGrpSpPr>
            <a:grpSpLocks noChangeAspect="1"/>
          </p:cNvGrpSpPr>
          <p:nvPr/>
        </p:nvGrpSpPr>
        <p:grpSpPr>
          <a:xfrm>
            <a:off x="4589111" y="1252282"/>
            <a:ext cx="3013778" cy="748028"/>
            <a:chOff x="11916004" y="4647405"/>
            <a:chExt cx="3013778" cy="748028"/>
          </a:xfrm>
        </p:grpSpPr>
        <p:sp>
          <p:nvSpPr>
            <p:cNvPr id="31" name="Freeform: Shape 30">
              <a:extLst>
                <a:ext uri="{FF2B5EF4-FFF2-40B4-BE49-F238E27FC236}">
                  <a16:creationId xmlns:a16="http://schemas.microsoft.com/office/drawing/2014/main" id="{F5EF43B0-1224-A26E-4395-64795DA589A7}"/>
                </a:ext>
              </a:extLst>
            </p:cNvPr>
            <p:cNvSpPr/>
            <p:nvPr/>
          </p:nvSpPr>
          <p:spPr>
            <a:xfrm>
              <a:off x="11916004" y="4966429"/>
              <a:ext cx="162369" cy="229213"/>
            </a:xfrm>
            <a:custGeom>
              <a:avLst/>
              <a:gdLst>
                <a:gd name="connsiteX0" fmla="*/ 161151 w 162369"/>
                <a:gd name="connsiteY0" fmla="*/ 21697 h 229213"/>
                <a:gd name="connsiteX1" fmla="*/ 162560 w 162369"/>
                <a:gd name="connsiteY1" fmla="*/ 13549 h 229213"/>
                <a:gd name="connsiteX2" fmla="*/ 152346 w 162369"/>
                <a:gd name="connsiteY2" fmla="*/ 3984 h 229213"/>
                <a:gd name="connsiteX3" fmla="*/ 140018 w 162369"/>
                <a:gd name="connsiteY3" fmla="*/ 11424 h 229213"/>
                <a:gd name="connsiteX4" fmla="*/ 135087 w 162369"/>
                <a:gd name="connsiteY4" fmla="*/ 30554 h 229213"/>
                <a:gd name="connsiteX5" fmla="*/ 128043 w 162369"/>
                <a:gd name="connsiteY5" fmla="*/ 58896 h 229213"/>
                <a:gd name="connsiteX6" fmla="*/ 112194 w 162369"/>
                <a:gd name="connsiteY6" fmla="*/ 122665 h 229213"/>
                <a:gd name="connsiteX7" fmla="*/ 72394 w 162369"/>
                <a:gd name="connsiteY7" fmla="*/ 152778 h 229213"/>
                <a:gd name="connsiteX8" fmla="*/ 50557 w 162369"/>
                <a:gd name="connsiteY8" fmla="*/ 124082 h 229213"/>
                <a:gd name="connsiteX9" fmla="*/ 68519 w 162369"/>
                <a:gd name="connsiteY9" fmla="*/ 54645 h 229213"/>
                <a:gd name="connsiteX10" fmla="*/ 75564 w 162369"/>
                <a:gd name="connsiteY10" fmla="*/ 29137 h 229213"/>
                <a:gd name="connsiteX11" fmla="*/ 46682 w 162369"/>
                <a:gd name="connsiteY11" fmla="*/ 87 h 229213"/>
                <a:gd name="connsiteX12" fmla="*/ 190 w 162369"/>
                <a:gd name="connsiteY12" fmla="*/ 54645 h 229213"/>
                <a:gd name="connsiteX13" fmla="*/ 4417 w 162369"/>
                <a:gd name="connsiteY13" fmla="*/ 58187 h 229213"/>
                <a:gd name="connsiteX14" fmla="*/ 10052 w 162369"/>
                <a:gd name="connsiteY14" fmla="*/ 51811 h 229213"/>
                <a:gd name="connsiteX15" fmla="*/ 45626 w 162369"/>
                <a:gd name="connsiteY15" fmla="*/ 7881 h 229213"/>
                <a:gd name="connsiteX16" fmla="*/ 54431 w 162369"/>
                <a:gd name="connsiteY16" fmla="*/ 19218 h 229213"/>
                <a:gd name="connsiteX17" fmla="*/ 48443 w 162369"/>
                <a:gd name="connsiteY17" fmla="*/ 44017 h 229213"/>
                <a:gd name="connsiteX18" fmla="*/ 28015 w 162369"/>
                <a:gd name="connsiteY18" fmla="*/ 118414 h 229213"/>
                <a:gd name="connsiteX19" fmla="*/ 70985 w 162369"/>
                <a:gd name="connsiteY19" fmla="*/ 160572 h 229213"/>
                <a:gd name="connsiteX20" fmla="*/ 106558 w 162369"/>
                <a:gd name="connsiteY20" fmla="*/ 144630 h 229213"/>
                <a:gd name="connsiteX21" fmla="*/ 83664 w 162369"/>
                <a:gd name="connsiteY21" fmla="*/ 199187 h 229213"/>
                <a:gd name="connsiteX22" fmla="*/ 44921 w 162369"/>
                <a:gd name="connsiteY22" fmla="*/ 221507 h 229213"/>
                <a:gd name="connsiteX23" fmla="*/ 18153 w 162369"/>
                <a:gd name="connsiteY23" fmla="*/ 206627 h 229213"/>
                <a:gd name="connsiteX24" fmla="*/ 33298 w 162369"/>
                <a:gd name="connsiteY24" fmla="*/ 202376 h 229213"/>
                <a:gd name="connsiteX25" fmla="*/ 40342 w 162369"/>
                <a:gd name="connsiteY25" fmla="*/ 187851 h 229213"/>
                <a:gd name="connsiteX26" fmla="*/ 27311 w 162369"/>
                <a:gd name="connsiteY26" fmla="*/ 175451 h 229213"/>
                <a:gd name="connsiteX27" fmla="*/ 7587 w 162369"/>
                <a:gd name="connsiteY27" fmla="*/ 198479 h 229213"/>
                <a:gd name="connsiteX28" fmla="*/ 44921 w 162369"/>
                <a:gd name="connsiteY28" fmla="*/ 229301 h 229213"/>
                <a:gd name="connsiteX29" fmla="*/ 127339 w 162369"/>
                <a:gd name="connsiteY29" fmla="*/ 157029 h 229213"/>
                <a:gd name="connsiteX30" fmla="*/ 161151 w 162369"/>
                <a:gd name="connsiteY30" fmla="*/ 21697 h 22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2369" h="229213">
                  <a:moveTo>
                    <a:pt x="161151" y="21697"/>
                  </a:moveTo>
                  <a:cubicBezTo>
                    <a:pt x="162560" y="16738"/>
                    <a:pt x="162560" y="16029"/>
                    <a:pt x="162560" y="13549"/>
                  </a:cubicBezTo>
                  <a:cubicBezTo>
                    <a:pt x="162560" y="7172"/>
                    <a:pt x="157629" y="3984"/>
                    <a:pt x="152346" y="3984"/>
                  </a:cubicBezTo>
                  <a:cubicBezTo>
                    <a:pt x="148824" y="3984"/>
                    <a:pt x="143188" y="6110"/>
                    <a:pt x="140018" y="11424"/>
                  </a:cubicBezTo>
                  <a:cubicBezTo>
                    <a:pt x="139314" y="13195"/>
                    <a:pt x="136496" y="24177"/>
                    <a:pt x="135087" y="30554"/>
                  </a:cubicBezTo>
                  <a:cubicBezTo>
                    <a:pt x="132622" y="39765"/>
                    <a:pt x="130156" y="49331"/>
                    <a:pt x="128043" y="58896"/>
                  </a:cubicBezTo>
                  <a:lnTo>
                    <a:pt x="112194" y="122665"/>
                  </a:lnTo>
                  <a:cubicBezTo>
                    <a:pt x="110785" y="127979"/>
                    <a:pt x="95640" y="152778"/>
                    <a:pt x="72394" y="152778"/>
                  </a:cubicBezTo>
                  <a:cubicBezTo>
                    <a:pt x="54431" y="152778"/>
                    <a:pt x="50557" y="137190"/>
                    <a:pt x="50557" y="124082"/>
                  </a:cubicBezTo>
                  <a:cubicBezTo>
                    <a:pt x="50557" y="107785"/>
                    <a:pt x="56544" y="85821"/>
                    <a:pt x="68519" y="54645"/>
                  </a:cubicBezTo>
                  <a:cubicBezTo>
                    <a:pt x="74155" y="40120"/>
                    <a:pt x="75564" y="36223"/>
                    <a:pt x="75564" y="29137"/>
                  </a:cubicBezTo>
                  <a:cubicBezTo>
                    <a:pt x="75564" y="13195"/>
                    <a:pt x="64293" y="87"/>
                    <a:pt x="46682" y="87"/>
                  </a:cubicBezTo>
                  <a:cubicBezTo>
                    <a:pt x="13222" y="87"/>
                    <a:pt x="190" y="51456"/>
                    <a:pt x="190" y="54645"/>
                  </a:cubicBezTo>
                  <a:cubicBezTo>
                    <a:pt x="190" y="58187"/>
                    <a:pt x="3712" y="58187"/>
                    <a:pt x="4417" y="58187"/>
                  </a:cubicBezTo>
                  <a:cubicBezTo>
                    <a:pt x="7939" y="58187"/>
                    <a:pt x="8291" y="57479"/>
                    <a:pt x="10052" y="51811"/>
                  </a:cubicBezTo>
                  <a:cubicBezTo>
                    <a:pt x="19562" y="18509"/>
                    <a:pt x="33650" y="7881"/>
                    <a:pt x="45626" y="7881"/>
                  </a:cubicBezTo>
                  <a:cubicBezTo>
                    <a:pt x="48443" y="7881"/>
                    <a:pt x="54431" y="7881"/>
                    <a:pt x="54431" y="19218"/>
                  </a:cubicBezTo>
                  <a:cubicBezTo>
                    <a:pt x="54431" y="28074"/>
                    <a:pt x="50909" y="37285"/>
                    <a:pt x="48443" y="44017"/>
                  </a:cubicBezTo>
                  <a:cubicBezTo>
                    <a:pt x="34355" y="81569"/>
                    <a:pt x="28015" y="101763"/>
                    <a:pt x="28015" y="118414"/>
                  </a:cubicBezTo>
                  <a:cubicBezTo>
                    <a:pt x="28015" y="149944"/>
                    <a:pt x="50204" y="160572"/>
                    <a:pt x="70985" y="160572"/>
                  </a:cubicBezTo>
                  <a:cubicBezTo>
                    <a:pt x="84721" y="160572"/>
                    <a:pt x="96696" y="154549"/>
                    <a:pt x="106558" y="144630"/>
                  </a:cubicBezTo>
                  <a:cubicBezTo>
                    <a:pt x="101979" y="163052"/>
                    <a:pt x="97753" y="180411"/>
                    <a:pt x="83664" y="199187"/>
                  </a:cubicBezTo>
                  <a:cubicBezTo>
                    <a:pt x="74507" y="211233"/>
                    <a:pt x="61123" y="221507"/>
                    <a:pt x="44921" y="221507"/>
                  </a:cubicBezTo>
                  <a:cubicBezTo>
                    <a:pt x="39990" y="221507"/>
                    <a:pt x="24141" y="220444"/>
                    <a:pt x="18153" y="206627"/>
                  </a:cubicBezTo>
                  <a:cubicBezTo>
                    <a:pt x="23788" y="206627"/>
                    <a:pt x="28367" y="206627"/>
                    <a:pt x="33298" y="202376"/>
                  </a:cubicBezTo>
                  <a:cubicBezTo>
                    <a:pt x="36820" y="199187"/>
                    <a:pt x="40342" y="194582"/>
                    <a:pt x="40342" y="187851"/>
                  </a:cubicBezTo>
                  <a:cubicBezTo>
                    <a:pt x="40342" y="176868"/>
                    <a:pt x="30833" y="175451"/>
                    <a:pt x="27311" y="175451"/>
                  </a:cubicBezTo>
                  <a:cubicBezTo>
                    <a:pt x="19210" y="175451"/>
                    <a:pt x="7587" y="181120"/>
                    <a:pt x="7587" y="198479"/>
                  </a:cubicBezTo>
                  <a:cubicBezTo>
                    <a:pt x="7587" y="216193"/>
                    <a:pt x="23084" y="229301"/>
                    <a:pt x="44921" y="229301"/>
                  </a:cubicBezTo>
                  <a:cubicBezTo>
                    <a:pt x="81199" y="229301"/>
                    <a:pt x="117477" y="197062"/>
                    <a:pt x="127339" y="157029"/>
                  </a:cubicBezTo>
                  <a:lnTo>
                    <a:pt x="161151" y="21697"/>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2" name="Freeform: Shape 31">
              <a:extLst>
                <a:ext uri="{FF2B5EF4-FFF2-40B4-BE49-F238E27FC236}">
                  <a16:creationId xmlns:a16="http://schemas.microsoft.com/office/drawing/2014/main" id="{E6577615-CBDD-0D25-D7CD-ED942051F3B1}"/>
                </a:ext>
              </a:extLst>
            </p:cNvPr>
            <p:cNvSpPr/>
            <p:nvPr/>
          </p:nvSpPr>
          <p:spPr>
            <a:xfrm>
              <a:off x="12208668" y="4992999"/>
              <a:ext cx="234220" cy="82899"/>
            </a:xfrm>
            <a:custGeom>
              <a:avLst/>
              <a:gdLst>
                <a:gd name="connsiteX0" fmla="*/ 222444 w 234220"/>
                <a:gd name="connsiteY0" fmla="*/ 14258 h 82899"/>
                <a:gd name="connsiteX1" fmla="*/ 234419 w 234220"/>
                <a:gd name="connsiteY1" fmla="*/ 7172 h 82899"/>
                <a:gd name="connsiteX2" fmla="*/ 222796 w 234220"/>
                <a:gd name="connsiteY2" fmla="*/ 87 h 82899"/>
                <a:gd name="connsiteX3" fmla="*/ 11821 w 234220"/>
                <a:gd name="connsiteY3" fmla="*/ 87 h 82899"/>
                <a:gd name="connsiteX4" fmla="*/ 198 w 234220"/>
                <a:gd name="connsiteY4" fmla="*/ 7172 h 82899"/>
                <a:gd name="connsiteX5" fmla="*/ 12173 w 234220"/>
                <a:gd name="connsiteY5" fmla="*/ 14258 h 82899"/>
                <a:gd name="connsiteX6" fmla="*/ 222444 w 234220"/>
                <a:gd name="connsiteY6" fmla="*/ 14258 h 82899"/>
                <a:gd name="connsiteX7" fmla="*/ 222796 w 234220"/>
                <a:gd name="connsiteY7" fmla="*/ 82986 h 82899"/>
                <a:gd name="connsiteX8" fmla="*/ 234419 w 234220"/>
                <a:gd name="connsiteY8" fmla="*/ 75901 h 82899"/>
                <a:gd name="connsiteX9" fmla="*/ 222444 w 234220"/>
                <a:gd name="connsiteY9" fmla="*/ 68816 h 82899"/>
                <a:gd name="connsiteX10" fmla="*/ 12173 w 234220"/>
                <a:gd name="connsiteY10" fmla="*/ 68816 h 82899"/>
                <a:gd name="connsiteX11" fmla="*/ 198 w 234220"/>
                <a:gd name="connsiteY11" fmla="*/ 75901 h 82899"/>
                <a:gd name="connsiteX12" fmla="*/ 11821 w 234220"/>
                <a:gd name="connsiteY12" fmla="*/ 82986 h 82899"/>
                <a:gd name="connsiteX13" fmla="*/ 222796 w 234220"/>
                <a:gd name="connsiteY13" fmla="*/ 82986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220" h="82899">
                  <a:moveTo>
                    <a:pt x="222444" y="14258"/>
                  </a:moveTo>
                  <a:cubicBezTo>
                    <a:pt x="227727" y="14258"/>
                    <a:pt x="234419" y="14258"/>
                    <a:pt x="234419" y="7172"/>
                  </a:cubicBezTo>
                  <a:cubicBezTo>
                    <a:pt x="234419" y="87"/>
                    <a:pt x="227727" y="87"/>
                    <a:pt x="222796" y="87"/>
                  </a:cubicBezTo>
                  <a:lnTo>
                    <a:pt x="11821" y="87"/>
                  </a:lnTo>
                  <a:cubicBezTo>
                    <a:pt x="6890" y="87"/>
                    <a:pt x="198" y="87"/>
                    <a:pt x="198" y="7172"/>
                  </a:cubicBezTo>
                  <a:cubicBezTo>
                    <a:pt x="198" y="14258"/>
                    <a:pt x="6890" y="14258"/>
                    <a:pt x="12173" y="14258"/>
                  </a:cubicBezTo>
                  <a:lnTo>
                    <a:pt x="222444" y="14258"/>
                  </a:lnTo>
                  <a:close/>
                  <a:moveTo>
                    <a:pt x="222796" y="82986"/>
                  </a:moveTo>
                  <a:cubicBezTo>
                    <a:pt x="227727" y="82986"/>
                    <a:pt x="234419" y="82986"/>
                    <a:pt x="234419" y="75901"/>
                  </a:cubicBezTo>
                  <a:cubicBezTo>
                    <a:pt x="234419" y="68816"/>
                    <a:pt x="227727" y="68816"/>
                    <a:pt x="222444" y="68816"/>
                  </a:cubicBezTo>
                  <a:lnTo>
                    <a:pt x="12173" y="68816"/>
                  </a:lnTo>
                  <a:cubicBezTo>
                    <a:pt x="6890" y="68816"/>
                    <a:pt x="198" y="68816"/>
                    <a:pt x="198" y="75901"/>
                  </a:cubicBezTo>
                  <a:cubicBezTo>
                    <a:pt x="198" y="82986"/>
                    <a:pt x="6890" y="82986"/>
                    <a:pt x="11821" y="82986"/>
                  </a:cubicBezTo>
                  <a:lnTo>
                    <a:pt x="222796" y="8298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3" name="Freeform: Shape 32">
              <a:extLst>
                <a:ext uri="{FF2B5EF4-FFF2-40B4-BE49-F238E27FC236}">
                  <a16:creationId xmlns:a16="http://schemas.microsoft.com/office/drawing/2014/main" id="{EFCEAE27-2764-333A-656C-F894C8839880}"/>
                </a:ext>
              </a:extLst>
            </p:cNvPr>
            <p:cNvSpPr/>
            <p:nvPr/>
          </p:nvSpPr>
          <p:spPr>
            <a:xfrm>
              <a:off x="12574106" y="4970326"/>
              <a:ext cx="186320" cy="156588"/>
            </a:xfrm>
            <a:custGeom>
              <a:avLst/>
              <a:gdLst>
                <a:gd name="connsiteX0" fmla="*/ 169270 w 186320"/>
                <a:gd name="connsiteY0" fmla="*/ 20635 h 156588"/>
                <a:gd name="connsiteX1" fmla="*/ 186529 w 186320"/>
                <a:gd name="connsiteY1" fmla="*/ 8589 h 156588"/>
                <a:gd name="connsiteX2" fmla="*/ 172793 w 186320"/>
                <a:gd name="connsiteY2" fmla="*/ 87 h 156588"/>
                <a:gd name="connsiteX3" fmla="*/ 92488 w 186320"/>
                <a:gd name="connsiteY3" fmla="*/ 87 h 156588"/>
                <a:gd name="connsiteX4" fmla="*/ 209 w 186320"/>
                <a:gd name="connsiteY4" fmla="*/ 100700 h 156588"/>
                <a:gd name="connsiteX5" fmla="*/ 53041 w 186320"/>
                <a:gd name="connsiteY5" fmla="*/ 156675 h 156588"/>
                <a:gd name="connsiteX6" fmla="*/ 141446 w 186320"/>
                <a:gd name="connsiteY6" fmla="*/ 59250 h 156588"/>
                <a:gd name="connsiteX7" fmla="*/ 130527 w 186320"/>
                <a:gd name="connsiteY7" fmla="*/ 20635 h 156588"/>
                <a:gd name="connsiteX8" fmla="*/ 169270 w 186320"/>
                <a:gd name="connsiteY8" fmla="*/ 20635 h 156588"/>
                <a:gd name="connsiteX9" fmla="*/ 53393 w 186320"/>
                <a:gd name="connsiteY9" fmla="*/ 148881 h 156588"/>
                <a:gd name="connsiteX10" fmla="*/ 22046 w 186320"/>
                <a:gd name="connsiteY10" fmla="*/ 110620 h 156588"/>
                <a:gd name="connsiteX11" fmla="*/ 38600 w 186320"/>
                <a:gd name="connsiteY11" fmla="*/ 50039 h 156588"/>
                <a:gd name="connsiteX12" fmla="*/ 86501 w 186320"/>
                <a:gd name="connsiteY12" fmla="*/ 20635 h 156588"/>
                <a:gd name="connsiteX13" fmla="*/ 118904 w 186320"/>
                <a:gd name="connsiteY13" fmla="*/ 54999 h 156588"/>
                <a:gd name="connsiteX14" fmla="*/ 99885 w 186320"/>
                <a:gd name="connsiteY14" fmla="*/ 118768 h 156588"/>
                <a:gd name="connsiteX15" fmla="*/ 53393 w 186320"/>
                <a:gd name="connsiteY15" fmla="*/ 148881 h 15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6320" h="156588">
                  <a:moveTo>
                    <a:pt x="169270" y="20635"/>
                  </a:moveTo>
                  <a:cubicBezTo>
                    <a:pt x="173849" y="20635"/>
                    <a:pt x="186529" y="20635"/>
                    <a:pt x="186529" y="8589"/>
                  </a:cubicBezTo>
                  <a:cubicBezTo>
                    <a:pt x="186529" y="87"/>
                    <a:pt x="179132" y="87"/>
                    <a:pt x="172793" y="87"/>
                  </a:cubicBezTo>
                  <a:lnTo>
                    <a:pt x="92488" y="87"/>
                  </a:lnTo>
                  <a:cubicBezTo>
                    <a:pt x="39304" y="87"/>
                    <a:pt x="209" y="58542"/>
                    <a:pt x="209" y="100700"/>
                  </a:cubicBezTo>
                  <a:cubicBezTo>
                    <a:pt x="209" y="131876"/>
                    <a:pt x="20989" y="156675"/>
                    <a:pt x="53041" y="156675"/>
                  </a:cubicBezTo>
                  <a:cubicBezTo>
                    <a:pt x="94602" y="156675"/>
                    <a:pt x="141446" y="113808"/>
                    <a:pt x="141446" y="59250"/>
                  </a:cubicBezTo>
                  <a:cubicBezTo>
                    <a:pt x="141446" y="53228"/>
                    <a:pt x="141446" y="36223"/>
                    <a:pt x="130527" y="20635"/>
                  </a:cubicBezTo>
                  <a:lnTo>
                    <a:pt x="169270" y="20635"/>
                  </a:lnTo>
                  <a:close/>
                  <a:moveTo>
                    <a:pt x="53393" y="148881"/>
                  </a:moveTo>
                  <a:cubicBezTo>
                    <a:pt x="36134" y="148881"/>
                    <a:pt x="22046" y="136127"/>
                    <a:pt x="22046" y="110620"/>
                  </a:cubicBezTo>
                  <a:cubicBezTo>
                    <a:pt x="22046" y="99991"/>
                    <a:pt x="26272" y="70941"/>
                    <a:pt x="38600" y="50039"/>
                  </a:cubicBezTo>
                  <a:cubicBezTo>
                    <a:pt x="53393" y="25594"/>
                    <a:pt x="74525" y="20635"/>
                    <a:pt x="86501" y="20635"/>
                  </a:cubicBezTo>
                  <a:cubicBezTo>
                    <a:pt x="116086" y="20635"/>
                    <a:pt x="118904" y="44017"/>
                    <a:pt x="118904" y="54999"/>
                  </a:cubicBezTo>
                  <a:cubicBezTo>
                    <a:pt x="118904" y="71650"/>
                    <a:pt x="111860" y="100700"/>
                    <a:pt x="99885" y="118768"/>
                  </a:cubicBezTo>
                  <a:cubicBezTo>
                    <a:pt x="86148" y="139670"/>
                    <a:pt x="67129" y="148881"/>
                    <a:pt x="53393" y="148881"/>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4" name="Freeform: Shape 33">
              <a:extLst>
                <a:ext uri="{FF2B5EF4-FFF2-40B4-BE49-F238E27FC236}">
                  <a16:creationId xmlns:a16="http://schemas.microsoft.com/office/drawing/2014/main" id="{AF99B06D-1881-1756-E860-27AE7003B7F7}"/>
                </a:ext>
              </a:extLst>
            </p:cNvPr>
            <p:cNvSpPr/>
            <p:nvPr/>
          </p:nvSpPr>
          <p:spPr>
            <a:xfrm>
              <a:off x="12809486" y="4857313"/>
              <a:ext cx="81713" cy="354271"/>
            </a:xfrm>
            <a:custGeom>
              <a:avLst/>
              <a:gdLst>
                <a:gd name="connsiteX0" fmla="*/ 81928 w 81713"/>
                <a:gd name="connsiteY0" fmla="*/ 350816 h 354271"/>
                <a:gd name="connsiteX1" fmla="*/ 75940 w 81713"/>
                <a:gd name="connsiteY1" fmla="*/ 343022 h 354271"/>
                <a:gd name="connsiteX2" fmla="*/ 20643 w 81713"/>
                <a:gd name="connsiteY2" fmla="*/ 177223 h 354271"/>
                <a:gd name="connsiteX3" fmla="*/ 77349 w 81713"/>
                <a:gd name="connsiteY3" fmla="*/ 9652 h 354271"/>
                <a:gd name="connsiteX4" fmla="*/ 81928 w 81713"/>
                <a:gd name="connsiteY4" fmla="*/ 3630 h 354271"/>
                <a:gd name="connsiteX5" fmla="*/ 78406 w 81713"/>
                <a:gd name="connsiteY5" fmla="*/ 87 h 354271"/>
                <a:gd name="connsiteX6" fmla="*/ 22404 w 81713"/>
                <a:gd name="connsiteY6" fmla="*/ 69170 h 354271"/>
                <a:gd name="connsiteX7" fmla="*/ 215 w 81713"/>
                <a:gd name="connsiteY7" fmla="*/ 177223 h 354271"/>
                <a:gd name="connsiteX8" fmla="*/ 23461 w 81713"/>
                <a:gd name="connsiteY8" fmla="*/ 287755 h 354271"/>
                <a:gd name="connsiteX9" fmla="*/ 78406 w 81713"/>
                <a:gd name="connsiteY9" fmla="*/ 354358 h 354271"/>
                <a:gd name="connsiteX10" fmla="*/ 81928 w 81713"/>
                <a:gd name="connsiteY10" fmla="*/ 350816 h 35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713" h="354271">
                  <a:moveTo>
                    <a:pt x="81928" y="350816"/>
                  </a:moveTo>
                  <a:cubicBezTo>
                    <a:pt x="81928" y="349753"/>
                    <a:pt x="81928" y="349044"/>
                    <a:pt x="75940" y="343022"/>
                  </a:cubicBezTo>
                  <a:cubicBezTo>
                    <a:pt x="31914" y="298383"/>
                    <a:pt x="20643" y="231426"/>
                    <a:pt x="20643" y="177223"/>
                  </a:cubicBezTo>
                  <a:cubicBezTo>
                    <a:pt x="20643" y="115579"/>
                    <a:pt x="34027" y="53936"/>
                    <a:pt x="77349" y="9652"/>
                  </a:cubicBezTo>
                  <a:cubicBezTo>
                    <a:pt x="81928" y="5401"/>
                    <a:pt x="81928" y="4692"/>
                    <a:pt x="81928" y="3630"/>
                  </a:cubicBezTo>
                  <a:cubicBezTo>
                    <a:pt x="81928" y="1150"/>
                    <a:pt x="80519" y="87"/>
                    <a:pt x="78406" y="87"/>
                  </a:cubicBezTo>
                  <a:cubicBezTo>
                    <a:pt x="74884" y="87"/>
                    <a:pt x="43185" y="24177"/>
                    <a:pt x="22404" y="69170"/>
                  </a:cubicBezTo>
                  <a:cubicBezTo>
                    <a:pt x="4441" y="108140"/>
                    <a:pt x="215" y="147464"/>
                    <a:pt x="215" y="177223"/>
                  </a:cubicBezTo>
                  <a:cubicBezTo>
                    <a:pt x="215" y="204856"/>
                    <a:pt x="4089" y="247723"/>
                    <a:pt x="23461" y="287755"/>
                  </a:cubicBezTo>
                  <a:cubicBezTo>
                    <a:pt x="44594" y="331331"/>
                    <a:pt x="74884" y="354358"/>
                    <a:pt x="78406" y="354358"/>
                  </a:cubicBezTo>
                  <a:cubicBezTo>
                    <a:pt x="80519" y="354358"/>
                    <a:pt x="81928" y="353296"/>
                    <a:pt x="81928" y="350816"/>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5" name="Freeform: Shape 34">
              <a:extLst>
                <a:ext uri="{FF2B5EF4-FFF2-40B4-BE49-F238E27FC236}">
                  <a16:creationId xmlns:a16="http://schemas.microsoft.com/office/drawing/2014/main" id="{D1264749-D865-6BA9-90B8-C7C98A8134AE}"/>
                </a:ext>
              </a:extLst>
            </p:cNvPr>
            <p:cNvSpPr/>
            <p:nvPr/>
          </p:nvSpPr>
          <p:spPr>
            <a:xfrm>
              <a:off x="12921803" y="4966429"/>
              <a:ext cx="175401" cy="160484"/>
            </a:xfrm>
            <a:custGeom>
              <a:avLst/>
              <a:gdLst>
                <a:gd name="connsiteX0" fmla="*/ 107643 w 175401"/>
                <a:gd name="connsiteY0" fmla="*/ 49685 h 160484"/>
                <a:gd name="connsiteX1" fmla="*/ 142512 w 175401"/>
                <a:gd name="connsiteY1" fmla="*/ 7881 h 160484"/>
                <a:gd name="connsiteX2" fmla="*/ 160123 w 175401"/>
                <a:gd name="connsiteY2" fmla="*/ 12486 h 160484"/>
                <a:gd name="connsiteX3" fmla="*/ 143217 w 175401"/>
                <a:gd name="connsiteY3" fmla="*/ 31617 h 160484"/>
                <a:gd name="connsiteX4" fmla="*/ 156601 w 175401"/>
                <a:gd name="connsiteY4" fmla="*/ 44017 h 160484"/>
                <a:gd name="connsiteX5" fmla="*/ 175620 w 175401"/>
                <a:gd name="connsiteY5" fmla="*/ 23469 h 160484"/>
                <a:gd name="connsiteX6" fmla="*/ 142864 w 175401"/>
                <a:gd name="connsiteY6" fmla="*/ 87 h 160484"/>
                <a:gd name="connsiteX7" fmla="*/ 105882 w 175401"/>
                <a:gd name="connsiteY7" fmla="*/ 27012 h 160484"/>
                <a:gd name="connsiteX8" fmla="*/ 67843 w 175401"/>
                <a:gd name="connsiteY8" fmla="*/ 87 h 160484"/>
                <a:gd name="connsiteX9" fmla="*/ 11137 w 175401"/>
                <a:gd name="connsiteY9" fmla="*/ 54645 h 160484"/>
                <a:gd name="connsiteX10" fmla="*/ 15364 w 175401"/>
                <a:gd name="connsiteY10" fmla="*/ 58187 h 160484"/>
                <a:gd name="connsiteX11" fmla="*/ 19943 w 175401"/>
                <a:gd name="connsiteY11" fmla="*/ 54290 h 160484"/>
                <a:gd name="connsiteX12" fmla="*/ 67139 w 175401"/>
                <a:gd name="connsiteY12" fmla="*/ 7881 h 160484"/>
                <a:gd name="connsiteX13" fmla="*/ 86158 w 175401"/>
                <a:gd name="connsiteY13" fmla="*/ 31617 h 160484"/>
                <a:gd name="connsiteX14" fmla="*/ 67139 w 175401"/>
                <a:gd name="connsiteY14" fmla="*/ 115934 h 160484"/>
                <a:gd name="connsiteX15" fmla="*/ 33679 w 175401"/>
                <a:gd name="connsiteY15" fmla="*/ 152778 h 160484"/>
                <a:gd name="connsiteX16" fmla="*/ 16068 w 175401"/>
                <a:gd name="connsiteY16" fmla="*/ 148172 h 160484"/>
                <a:gd name="connsiteX17" fmla="*/ 32622 w 175401"/>
                <a:gd name="connsiteY17" fmla="*/ 129042 h 160484"/>
                <a:gd name="connsiteX18" fmla="*/ 19590 w 175401"/>
                <a:gd name="connsiteY18" fmla="*/ 116642 h 160484"/>
                <a:gd name="connsiteX19" fmla="*/ 219 w 175401"/>
                <a:gd name="connsiteY19" fmla="*/ 137190 h 160484"/>
                <a:gd name="connsiteX20" fmla="*/ 33327 w 175401"/>
                <a:gd name="connsiteY20" fmla="*/ 160572 h 160484"/>
                <a:gd name="connsiteX21" fmla="*/ 70309 w 175401"/>
                <a:gd name="connsiteY21" fmla="*/ 133647 h 160484"/>
                <a:gd name="connsiteX22" fmla="*/ 108348 w 175401"/>
                <a:gd name="connsiteY22" fmla="*/ 160572 h 160484"/>
                <a:gd name="connsiteX23" fmla="*/ 164702 w 175401"/>
                <a:gd name="connsiteY23" fmla="*/ 106014 h 160484"/>
                <a:gd name="connsiteX24" fmla="*/ 160475 w 175401"/>
                <a:gd name="connsiteY24" fmla="*/ 102471 h 160484"/>
                <a:gd name="connsiteX25" fmla="*/ 155896 w 175401"/>
                <a:gd name="connsiteY25" fmla="*/ 106368 h 160484"/>
                <a:gd name="connsiteX26" fmla="*/ 109052 w 175401"/>
                <a:gd name="connsiteY26" fmla="*/ 152778 h 160484"/>
                <a:gd name="connsiteX27" fmla="*/ 89680 w 175401"/>
                <a:gd name="connsiteY27" fmla="*/ 129396 h 160484"/>
                <a:gd name="connsiteX28" fmla="*/ 95668 w 175401"/>
                <a:gd name="connsiteY28" fmla="*/ 98220 h 160484"/>
                <a:gd name="connsiteX29" fmla="*/ 107643 w 175401"/>
                <a:gd name="connsiteY29" fmla="*/ 49685 h 16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5401" h="160484">
                  <a:moveTo>
                    <a:pt x="107643" y="49685"/>
                  </a:moveTo>
                  <a:cubicBezTo>
                    <a:pt x="109757" y="40474"/>
                    <a:pt x="117857" y="7881"/>
                    <a:pt x="142512" y="7881"/>
                  </a:cubicBezTo>
                  <a:cubicBezTo>
                    <a:pt x="144273" y="7881"/>
                    <a:pt x="152726" y="7881"/>
                    <a:pt x="160123" y="12486"/>
                  </a:cubicBezTo>
                  <a:cubicBezTo>
                    <a:pt x="150261" y="14258"/>
                    <a:pt x="143217" y="23115"/>
                    <a:pt x="143217" y="31617"/>
                  </a:cubicBezTo>
                  <a:cubicBezTo>
                    <a:pt x="143217" y="37285"/>
                    <a:pt x="147091" y="44017"/>
                    <a:pt x="156601" y="44017"/>
                  </a:cubicBezTo>
                  <a:cubicBezTo>
                    <a:pt x="164349" y="44017"/>
                    <a:pt x="175620" y="37640"/>
                    <a:pt x="175620" y="23469"/>
                  </a:cubicBezTo>
                  <a:cubicBezTo>
                    <a:pt x="175620" y="5047"/>
                    <a:pt x="154840" y="87"/>
                    <a:pt x="142864" y="87"/>
                  </a:cubicBezTo>
                  <a:cubicBezTo>
                    <a:pt x="122436" y="87"/>
                    <a:pt x="110109" y="18863"/>
                    <a:pt x="105882" y="27012"/>
                  </a:cubicBezTo>
                  <a:cubicBezTo>
                    <a:pt x="97077" y="3630"/>
                    <a:pt x="78057" y="87"/>
                    <a:pt x="67843" y="87"/>
                  </a:cubicBezTo>
                  <a:cubicBezTo>
                    <a:pt x="31213" y="87"/>
                    <a:pt x="11137" y="45788"/>
                    <a:pt x="11137" y="54645"/>
                  </a:cubicBezTo>
                  <a:cubicBezTo>
                    <a:pt x="11137" y="58187"/>
                    <a:pt x="14659" y="58187"/>
                    <a:pt x="15364" y="58187"/>
                  </a:cubicBezTo>
                  <a:cubicBezTo>
                    <a:pt x="18181" y="58187"/>
                    <a:pt x="19238" y="57479"/>
                    <a:pt x="19943" y="54290"/>
                  </a:cubicBezTo>
                  <a:cubicBezTo>
                    <a:pt x="31918" y="16738"/>
                    <a:pt x="55164" y="7881"/>
                    <a:pt x="67139" y="7881"/>
                  </a:cubicBezTo>
                  <a:cubicBezTo>
                    <a:pt x="73831" y="7881"/>
                    <a:pt x="86158" y="11069"/>
                    <a:pt x="86158" y="31617"/>
                  </a:cubicBezTo>
                  <a:cubicBezTo>
                    <a:pt x="86158" y="42599"/>
                    <a:pt x="80171" y="66336"/>
                    <a:pt x="67139" y="115934"/>
                  </a:cubicBezTo>
                  <a:cubicBezTo>
                    <a:pt x="61504" y="137899"/>
                    <a:pt x="49176" y="152778"/>
                    <a:pt x="33679" y="152778"/>
                  </a:cubicBezTo>
                  <a:cubicBezTo>
                    <a:pt x="31566" y="152778"/>
                    <a:pt x="23465" y="152778"/>
                    <a:pt x="16068" y="148172"/>
                  </a:cubicBezTo>
                  <a:cubicBezTo>
                    <a:pt x="24874" y="146401"/>
                    <a:pt x="32622" y="138961"/>
                    <a:pt x="32622" y="129042"/>
                  </a:cubicBezTo>
                  <a:cubicBezTo>
                    <a:pt x="32622" y="119476"/>
                    <a:pt x="24874" y="116642"/>
                    <a:pt x="19590" y="116642"/>
                  </a:cubicBezTo>
                  <a:cubicBezTo>
                    <a:pt x="9024" y="116642"/>
                    <a:pt x="219" y="125853"/>
                    <a:pt x="219" y="137190"/>
                  </a:cubicBezTo>
                  <a:cubicBezTo>
                    <a:pt x="219" y="153486"/>
                    <a:pt x="17829" y="160572"/>
                    <a:pt x="33327" y="160572"/>
                  </a:cubicBezTo>
                  <a:cubicBezTo>
                    <a:pt x="56573" y="160572"/>
                    <a:pt x="69252" y="135773"/>
                    <a:pt x="70309" y="133647"/>
                  </a:cubicBezTo>
                  <a:cubicBezTo>
                    <a:pt x="74535" y="146755"/>
                    <a:pt x="87215" y="160572"/>
                    <a:pt x="108348" y="160572"/>
                  </a:cubicBezTo>
                  <a:cubicBezTo>
                    <a:pt x="144626" y="160572"/>
                    <a:pt x="164702" y="114871"/>
                    <a:pt x="164702" y="106014"/>
                  </a:cubicBezTo>
                  <a:cubicBezTo>
                    <a:pt x="164702" y="102471"/>
                    <a:pt x="161532" y="102471"/>
                    <a:pt x="160475" y="102471"/>
                  </a:cubicBezTo>
                  <a:cubicBezTo>
                    <a:pt x="157305" y="102471"/>
                    <a:pt x="156601" y="103888"/>
                    <a:pt x="155896" y="106368"/>
                  </a:cubicBezTo>
                  <a:cubicBezTo>
                    <a:pt x="144273" y="144275"/>
                    <a:pt x="120323" y="152778"/>
                    <a:pt x="109052" y="152778"/>
                  </a:cubicBezTo>
                  <a:cubicBezTo>
                    <a:pt x="95316" y="152778"/>
                    <a:pt x="89680" y="141441"/>
                    <a:pt x="89680" y="129396"/>
                  </a:cubicBezTo>
                  <a:cubicBezTo>
                    <a:pt x="89680" y="121602"/>
                    <a:pt x="91794" y="113808"/>
                    <a:pt x="95668" y="98220"/>
                  </a:cubicBezTo>
                  <a:lnTo>
                    <a:pt x="107643" y="49685"/>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6" name="Freeform: Shape 35">
              <a:extLst>
                <a:ext uri="{FF2B5EF4-FFF2-40B4-BE49-F238E27FC236}">
                  <a16:creationId xmlns:a16="http://schemas.microsoft.com/office/drawing/2014/main" id="{A5EC3344-D360-0899-5A7F-43408C9E5D93}"/>
                </a:ext>
              </a:extLst>
            </p:cNvPr>
            <p:cNvSpPr/>
            <p:nvPr/>
          </p:nvSpPr>
          <p:spPr>
            <a:xfrm>
              <a:off x="13132964" y="4857313"/>
              <a:ext cx="81713" cy="354271"/>
            </a:xfrm>
            <a:custGeom>
              <a:avLst/>
              <a:gdLst>
                <a:gd name="connsiteX0" fmla="*/ 81938 w 81713"/>
                <a:gd name="connsiteY0" fmla="*/ 177223 h 354271"/>
                <a:gd name="connsiteX1" fmla="*/ 58692 w 81713"/>
                <a:gd name="connsiteY1" fmla="*/ 66690 h 354271"/>
                <a:gd name="connsiteX2" fmla="*/ 3747 w 81713"/>
                <a:gd name="connsiteY2" fmla="*/ 87 h 354271"/>
                <a:gd name="connsiteX3" fmla="*/ 224 w 81713"/>
                <a:gd name="connsiteY3" fmla="*/ 3630 h 354271"/>
                <a:gd name="connsiteX4" fmla="*/ 6916 w 81713"/>
                <a:gd name="connsiteY4" fmla="*/ 11778 h 354271"/>
                <a:gd name="connsiteX5" fmla="*/ 61509 w 81713"/>
                <a:gd name="connsiteY5" fmla="*/ 177223 h 354271"/>
                <a:gd name="connsiteX6" fmla="*/ 4803 w 81713"/>
                <a:gd name="connsiteY6" fmla="*/ 344793 h 354271"/>
                <a:gd name="connsiteX7" fmla="*/ 224 w 81713"/>
                <a:gd name="connsiteY7" fmla="*/ 350816 h 354271"/>
                <a:gd name="connsiteX8" fmla="*/ 3747 w 81713"/>
                <a:gd name="connsiteY8" fmla="*/ 354358 h 354271"/>
                <a:gd name="connsiteX9" fmla="*/ 59748 w 81713"/>
                <a:gd name="connsiteY9" fmla="*/ 285275 h 354271"/>
                <a:gd name="connsiteX10" fmla="*/ 81938 w 81713"/>
                <a:gd name="connsiteY10" fmla="*/ 177223 h 35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713" h="354271">
                  <a:moveTo>
                    <a:pt x="81938" y="177223"/>
                  </a:moveTo>
                  <a:cubicBezTo>
                    <a:pt x="81938" y="149589"/>
                    <a:pt x="78063" y="106723"/>
                    <a:pt x="58692" y="66690"/>
                  </a:cubicBezTo>
                  <a:cubicBezTo>
                    <a:pt x="37559" y="23115"/>
                    <a:pt x="7269" y="87"/>
                    <a:pt x="3747" y="87"/>
                  </a:cubicBezTo>
                  <a:cubicBezTo>
                    <a:pt x="1633" y="87"/>
                    <a:pt x="224" y="1504"/>
                    <a:pt x="224" y="3630"/>
                  </a:cubicBezTo>
                  <a:cubicBezTo>
                    <a:pt x="224" y="4692"/>
                    <a:pt x="224" y="5401"/>
                    <a:pt x="6916" y="11778"/>
                  </a:cubicBezTo>
                  <a:cubicBezTo>
                    <a:pt x="41433" y="46851"/>
                    <a:pt x="61509" y="103180"/>
                    <a:pt x="61509" y="177223"/>
                  </a:cubicBezTo>
                  <a:cubicBezTo>
                    <a:pt x="61509" y="237803"/>
                    <a:pt x="48477" y="300155"/>
                    <a:pt x="4803" y="344793"/>
                  </a:cubicBezTo>
                  <a:cubicBezTo>
                    <a:pt x="224" y="349044"/>
                    <a:pt x="224" y="349753"/>
                    <a:pt x="224" y="350816"/>
                  </a:cubicBezTo>
                  <a:cubicBezTo>
                    <a:pt x="224" y="352941"/>
                    <a:pt x="1633" y="354358"/>
                    <a:pt x="3747" y="354358"/>
                  </a:cubicBezTo>
                  <a:cubicBezTo>
                    <a:pt x="7269" y="354358"/>
                    <a:pt x="38968" y="330268"/>
                    <a:pt x="59748" y="285275"/>
                  </a:cubicBezTo>
                  <a:cubicBezTo>
                    <a:pt x="77711" y="246306"/>
                    <a:pt x="81938" y="206981"/>
                    <a:pt x="81938" y="177223"/>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7" name="Freeform: Shape 36">
              <a:extLst>
                <a:ext uri="{FF2B5EF4-FFF2-40B4-BE49-F238E27FC236}">
                  <a16:creationId xmlns:a16="http://schemas.microsoft.com/office/drawing/2014/main" id="{AA86EC8D-CC4A-AA79-A11B-ED355B30805B}"/>
                </a:ext>
              </a:extLst>
            </p:cNvPr>
            <p:cNvSpPr/>
            <p:nvPr/>
          </p:nvSpPr>
          <p:spPr>
            <a:xfrm>
              <a:off x="13367418" y="4992999"/>
              <a:ext cx="234220" cy="82899"/>
            </a:xfrm>
            <a:custGeom>
              <a:avLst/>
              <a:gdLst>
                <a:gd name="connsiteX0" fmla="*/ 222477 w 234220"/>
                <a:gd name="connsiteY0" fmla="*/ 14258 h 82899"/>
                <a:gd name="connsiteX1" fmla="*/ 234452 w 234220"/>
                <a:gd name="connsiteY1" fmla="*/ 7172 h 82899"/>
                <a:gd name="connsiteX2" fmla="*/ 222829 w 234220"/>
                <a:gd name="connsiteY2" fmla="*/ 87 h 82899"/>
                <a:gd name="connsiteX3" fmla="*/ 11854 w 234220"/>
                <a:gd name="connsiteY3" fmla="*/ 87 h 82899"/>
                <a:gd name="connsiteX4" fmla="*/ 231 w 234220"/>
                <a:gd name="connsiteY4" fmla="*/ 7172 h 82899"/>
                <a:gd name="connsiteX5" fmla="*/ 12206 w 234220"/>
                <a:gd name="connsiteY5" fmla="*/ 14258 h 82899"/>
                <a:gd name="connsiteX6" fmla="*/ 222477 w 234220"/>
                <a:gd name="connsiteY6" fmla="*/ 14258 h 82899"/>
                <a:gd name="connsiteX7" fmla="*/ 222829 w 234220"/>
                <a:gd name="connsiteY7" fmla="*/ 82986 h 82899"/>
                <a:gd name="connsiteX8" fmla="*/ 234452 w 234220"/>
                <a:gd name="connsiteY8" fmla="*/ 75901 h 82899"/>
                <a:gd name="connsiteX9" fmla="*/ 222477 w 234220"/>
                <a:gd name="connsiteY9" fmla="*/ 68816 h 82899"/>
                <a:gd name="connsiteX10" fmla="*/ 12206 w 234220"/>
                <a:gd name="connsiteY10" fmla="*/ 68816 h 82899"/>
                <a:gd name="connsiteX11" fmla="*/ 231 w 234220"/>
                <a:gd name="connsiteY11" fmla="*/ 75901 h 82899"/>
                <a:gd name="connsiteX12" fmla="*/ 11854 w 234220"/>
                <a:gd name="connsiteY12" fmla="*/ 82986 h 82899"/>
                <a:gd name="connsiteX13" fmla="*/ 222829 w 234220"/>
                <a:gd name="connsiteY13" fmla="*/ 82986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220" h="82899">
                  <a:moveTo>
                    <a:pt x="222477" y="14258"/>
                  </a:moveTo>
                  <a:cubicBezTo>
                    <a:pt x="227760" y="14258"/>
                    <a:pt x="234452" y="14258"/>
                    <a:pt x="234452" y="7172"/>
                  </a:cubicBezTo>
                  <a:cubicBezTo>
                    <a:pt x="234452" y="87"/>
                    <a:pt x="227760" y="87"/>
                    <a:pt x="222829" y="87"/>
                  </a:cubicBezTo>
                  <a:lnTo>
                    <a:pt x="11854" y="87"/>
                  </a:lnTo>
                  <a:cubicBezTo>
                    <a:pt x="6923" y="87"/>
                    <a:pt x="231" y="87"/>
                    <a:pt x="231" y="7172"/>
                  </a:cubicBezTo>
                  <a:cubicBezTo>
                    <a:pt x="231" y="14258"/>
                    <a:pt x="6923" y="14258"/>
                    <a:pt x="12206" y="14258"/>
                  </a:cubicBezTo>
                  <a:lnTo>
                    <a:pt x="222477" y="14258"/>
                  </a:lnTo>
                  <a:close/>
                  <a:moveTo>
                    <a:pt x="222829" y="82986"/>
                  </a:moveTo>
                  <a:cubicBezTo>
                    <a:pt x="227760" y="82986"/>
                    <a:pt x="234452" y="82986"/>
                    <a:pt x="234452" y="75901"/>
                  </a:cubicBezTo>
                  <a:cubicBezTo>
                    <a:pt x="234452" y="68816"/>
                    <a:pt x="227760" y="68816"/>
                    <a:pt x="222477" y="68816"/>
                  </a:cubicBezTo>
                  <a:lnTo>
                    <a:pt x="12206" y="68816"/>
                  </a:lnTo>
                  <a:cubicBezTo>
                    <a:pt x="6923" y="68816"/>
                    <a:pt x="231" y="68816"/>
                    <a:pt x="231" y="75901"/>
                  </a:cubicBezTo>
                  <a:cubicBezTo>
                    <a:pt x="231" y="82986"/>
                    <a:pt x="6923" y="82986"/>
                    <a:pt x="11854" y="82986"/>
                  </a:cubicBezTo>
                  <a:lnTo>
                    <a:pt x="222829" y="8298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8" name="Freeform: Shape 37">
              <a:extLst>
                <a:ext uri="{FF2B5EF4-FFF2-40B4-BE49-F238E27FC236}">
                  <a16:creationId xmlns:a16="http://schemas.microsoft.com/office/drawing/2014/main" id="{99FDC7CB-4C99-67BF-89AE-29CA0F4FB87E}"/>
                </a:ext>
              </a:extLst>
            </p:cNvPr>
            <p:cNvSpPr/>
            <p:nvPr/>
          </p:nvSpPr>
          <p:spPr>
            <a:xfrm>
              <a:off x="14289053" y="4647405"/>
              <a:ext cx="116229" cy="235944"/>
            </a:xfrm>
            <a:custGeom>
              <a:avLst/>
              <a:gdLst>
                <a:gd name="connsiteX0" fmla="*/ 72460 w 116229"/>
                <a:gd name="connsiteY0" fmla="*/ 9291 h 235944"/>
                <a:gd name="connsiteX1" fmla="*/ 64359 w 116229"/>
                <a:gd name="connsiteY1" fmla="*/ 80 h 235944"/>
                <a:gd name="connsiteX2" fmla="*/ 257 w 116229"/>
                <a:gd name="connsiteY2" fmla="*/ 22754 h 235944"/>
                <a:gd name="connsiteX3" fmla="*/ 257 w 116229"/>
                <a:gd name="connsiteY3" fmla="*/ 33736 h 235944"/>
                <a:gd name="connsiteX4" fmla="*/ 46397 w 116229"/>
                <a:gd name="connsiteY4" fmla="*/ 24525 h 235944"/>
                <a:gd name="connsiteX5" fmla="*/ 46397 w 116229"/>
                <a:gd name="connsiteY5" fmla="*/ 208037 h 235944"/>
                <a:gd name="connsiteX6" fmla="*/ 13641 w 116229"/>
                <a:gd name="connsiteY6" fmla="*/ 225043 h 235944"/>
                <a:gd name="connsiteX7" fmla="*/ 2370 w 116229"/>
                <a:gd name="connsiteY7" fmla="*/ 225043 h 235944"/>
                <a:gd name="connsiteX8" fmla="*/ 2370 w 116229"/>
                <a:gd name="connsiteY8" fmla="*/ 236025 h 235944"/>
                <a:gd name="connsiteX9" fmla="*/ 59428 w 116229"/>
                <a:gd name="connsiteY9" fmla="*/ 234962 h 235944"/>
                <a:gd name="connsiteX10" fmla="*/ 116487 w 116229"/>
                <a:gd name="connsiteY10" fmla="*/ 236025 h 235944"/>
                <a:gd name="connsiteX11" fmla="*/ 116487 w 116229"/>
                <a:gd name="connsiteY11" fmla="*/ 225043 h 235944"/>
                <a:gd name="connsiteX12" fmla="*/ 105216 w 116229"/>
                <a:gd name="connsiteY12" fmla="*/ 225043 h 235944"/>
                <a:gd name="connsiteX13" fmla="*/ 72460 w 116229"/>
                <a:gd name="connsiteY13" fmla="*/ 208037 h 235944"/>
                <a:gd name="connsiteX14" fmla="*/ 72460 w 116229"/>
                <a:gd name="connsiteY14" fmla="*/ 9291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229" h="235944">
                  <a:moveTo>
                    <a:pt x="72460" y="9291"/>
                  </a:moveTo>
                  <a:cubicBezTo>
                    <a:pt x="72460" y="789"/>
                    <a:pt x="72460" y="80"/>
                    <a:pt x="64359" y="80"/>
                  </a:cubicBezTo>
                  <a:cubicBezTo>
                    <a:pt x="42522" y="22754"/>
                    <a:pt x="11528" y="22754"/>
                    <a:pt x="257" y="22754"/>
                  </a:cubicBezTo>
                  <a:lnTo>
                    <a:pt x="257" y="33736"/>
                  </a:lnTo>
                  <a:cubicBezTo>
                    <a:pt x="7301" y="33736"/>
                    <a:pt x="28082" y="33736"/>
                    <a:pt x="46397" y="24525"/>
                  </a:cubicBezTo>
                  <a:lnTo>
                    <a:pt x="46397" y="208037"/>
                  </a:lnTo>
                  <a:cubicBezTo>
                    <a:pt x="46397" y="220791"/>
                    <a:pt x="45340" y="225043"/>
                    <a:pt x="13641" y="225043"/>
                  </a:cubicBezTo>
                  <a:lnTo>
                    <a:pt x="2370" y="225043"/>
                  </a:lnTo>
                  <a:lnTo>
                    <a:pt x="2370" y="236025"/>
                  </a:lnTo>
                  <a:cubicBezTo>
                    <a:pt x="14697" y="234962"/>
                    <a:pt x="45340" y="234962"/>
                    <a:pt x="59428" y="234962"/>
                  </a:cubicBezTo>
                  <a:cubicBezTo>
                    <a:pt x="73517" y="234962"/>
                    <a:pt x="104159" y="234962"/>
                    <a:pt x="116487" y="236025"/>
                  </a:cubicBezTo>
                  <a:lnTo>
                    <a:pt x="116487" y="225043"/>
                  </a:lnTo>
                  <a:lnTo>
                    <a:pt x="105216" y="225043"/>
                  </a:lnTo>
                  <a:cubicBezTo>
                    <a:pt x="73517" y="225043"/>
                    <a:pt x="72460" y="221146"/>
                    <a:pt x="72460" y="208037"/>
                  </a:cubicBezTo>
                  <a:lnTo>
                    <a:pt x="72460" y="929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9" name="Freeform: Shape 38">
              <a:extLst>
                <a:ext uri="{FF2B5EF4-FFF2-40B4-BE49-F238E27FC236}">
                  <a16:creationId xmlns:a16="http://schemas.microsoft.com/office/drawing/2014/main" id="{2AADB308-51A6-1344-ADD2-1C3727956CFC}"/>
                </a:ext>
              </a:extLst>
            </p:cNvPr>
            <p:cNvSpPr/>
            <p:nvPr/>
          </p:nvSpPr>
          <p:spPr>
            <a:xfrm>
              <a:off x="13761737" y="5027364"/>
              <a:ext cx="1168045" cy="14170"/>
            </a:xfrm>
            <a:custGeom>
              <a:avLst/>
              <a:gdLst>
                <a:gd name="connsiteX0" fmla="*/ 0 w 1168045"/>
                <a:gd name="connsiteY0" fmla="*/ 0 h 14170"/>
                <a:gd name="connsiteX1" fmla="*/ 1168046 w 1168045"/>
                <a:gd name="connsiteY1" fmla="*/ 0 h 14170"/>
                <a:gd name="connsiteX2" fmla="*/ 1168046 w 1168045"/>
                <a:gd name="connsiteY2" fmla="*/ 14170 h 14170"/>
                <a:gd name="connsiteX3" fmla="*/ 0 w 1168045"/>
                <a:gd name="connsiteY3" fmla="*/ 14170 h 14170"/>
              </a:gdLst>
              <a:ahLst/>
              <a:cxnLst>
                <a:cxn ang="0">
                  <a:pos x="connsiteX0" y="connsiteY0"/>
                </a:cxn>
                <a:cxn ang="0">
                  <a:pos x="connsiteX1" y="connsiteY1"/>
                </a:cxn>
                <a:cxn ang="0">
                  <a:pos x="connsiteX2" y="connsiteY2"/>
                </a:cxn>
                <a:cxn ang="0">
                  <a:pos x="connsiteX3" y="connsiteY3"/>
                </a:cxn>
              </a:cxnLst>
              <a:rect l="l" t="t" r="r" b="b"/>
              <a:pathLst>
                <a:path w="1168045" h="14170">
                  <a:moveTo>
                    <a:pt x="0" y="0"/>
                  </a:moveTo>
                  <a:lnTo>
                    <a:pt x="1168046" y="0"/>
                  </a:lnTo>
                  <a:lnTo>
                    <a:pt x="1168046" y="14170"/>
                  </a:lnTo>
                  <a:lnTo>
                    <a:pt x="0" y="1417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0" name="Freeform: Shape 39">
              <a:extLst>
                <a:ext uri="{FF2B5EF4-FFF2-40B4-BE49-F238E27FC236}">
                  <a16:creationId xmlns:a16="http://schemas.microsoft.com/office/drawing/2014/main" id="{FE837EBF-6E51-F5D6-25AC-C752E999C1A5}"/>
                </a:ext>
              </a:extLst>
            </p:cNvPr>
            <p:cNvSpPr/>
            <p:nvPr/>
          </p:nvSpPr>
          <p:spPr>
            <a:xfrm>
              <a:off x="13793084" y="5130085"/>
              <a:ext cx="116229" cy="235944"/>
            </a:xfrm>
            <a:custGeom>
              <a:avLst/>
              <a:gdLst>
                <a:gd name="connsiteX0" fmla="*/ 72446 w 116229"/>
                <a:gd name="connsiteY0" fmla="*/ 9305 h 235944"/>
                <a:gd name="connsiteX1" fmla="*/ 64345 w 116229"/>
                <a:gd name="connsiteY1" fmla="*/ 94 h 235944"/>
                <a:gd name="connsiteX2" fmla="*/ 243 w 116229"/>
                <a:gd name="connsiteY2" fmla="*/ 22767 h 235944"/>
                <a:gd name="connsiteX3" fmla="*/ 243 w 116229"/>
                <a:gd name="connsiteY3" fmla="*/ 33750 h 235944"/>
                <a:gd name="connsiteX4" fmla="*/ 46383 w 116229"/>
                <a:gd name="connsiteY4" fmla="*/ 24538 h 235944"/>
                <a:gd name="connsiteX5" fmla="*/ 46383 w 116229"/>
                <a:gd name="connsiteY5" fmla="*/ 208051 h 235944"/>
                <a:gd name="connsiteX6" fmla="*/ 13627 w 116229"/>
                <a:gd name="connsiteY6" fmla="*/ 225056 h 235944"/>
                <a:gd name="connsiteX7" fmla="*/ 2356 w 116229"/>
                <a:gd name="connsiteY7" fmla="*/ 225056 h 235944"/>
                <a:gd name="connsiteX8" fmla="*/ 2356 w 116229"/>
                <a:gd name="connsiteY8" fmla="*/ 236039 h 235944"/>
                <a:gd name="connsiteX9" fmla="*/ 59414 w 116229"/>
                <a:gd name="connsiteY9" fmla="*/ 234976 h 235944"/>
                <a:gd name="connsiteX10" fmla="*/ 116473 w 116229"/>
                <a:gd name="connsiteY10" fmla="*/ 236039 h 235944"/>
                <a:gd name="connsiteX11" fmla="*/ 116473 w 116229"/>
                <a:gd name="connsiteY11" fmla="*/ 225056 h 235944"/>
                <a:gd name="connsiteX12" fmla="*/ 105202 w 116229"/>
                <a:gd name="connsiteY12" fmla="*/ 225056 h 235944"/>
                <a:gd name="connsiteX13" fmla="*/ 72446 w 116229"/>
                <a:gd name="connsiteY13" fmla="*/ 208051 h 235944"/>
                <a:gd name="connsiteX14" fmla="*/ 72446 w 116229"/>
                <a:gd name="connsiteY14" fmla="*/ 9305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229" h="235944">
                  <a:moveTo>
                    <a:pt x="72446" y="9305"/>
                  </a:moveTo>
                  <a:cubicBezTo>
                    <a:pt x="72446" y="802"/>
                    <a:pt x="72446" y="94"/>
                    <a:pt x="64345" y="94"/>
                  </a:cubicBezTo>
                  <a:cubicBezTo>
                    <a:pt x="42508" y="22767"/>
                    <a:pt x="11514" y="22767"/>
                    <a:pt x="243" y="22767"/>
                  </a:cubicBezTo>
                  <a:lnTo>
                    <a:pt x="243" y="33750"/>
                  </a:lnTo>
                  <a:cubicBezTo>
                    <a:pt x="7287" y="33750"/>
                    <a:pt x="28068" y="33750"/>
                    <a:pt x="46383" y="24538"/>
                  </a:cubicBezTo>
                  <a:lnTo>
                    <a:pt x="46383" y="208051"/>
                  </a:lnTo>
                  <a:cubicBezTo>
                    <a:pt x="46383" y="220805"/>
                    <a:pt x="45326" y="225056"/>
                    <a:pt x="13627" y="225056"/>
                  </a:cubicBezTo>
                  <a:lnTo>
                    <a:pt x="2356" y="225056"/>
                  </a:lnTo>
                  <a:lnTo>
                    <a:pt x="2356" y="236039"/>
                  </a:lnTo>
                  <a:cubicBezTo>
                    <a:pt x="14683" y="234976"/>
                    <a:pt x="45326" y="234976"/>
                    <a:pt x="59414" y="234976"/>
                  </a:cubicBezTo>
                  <a:cubicBezTo>
                    <a:pt x="73503" y="234976"/>
                    <a:pt x="104145" y="234976"/>
                    <a:pt x="116473" y="236039"/>
                  </a:cubicBezTo>
                  <a:lnTo>
                    <a:pt x="116473" y="225056"/>
                  </a:lnTo>
                  <a:lnTo>
                    <a:pt x="105202" y="225056"/>
                  </a:lnTo>
                  <a:cubicBezTo>
                    <a:pt x="73503" y="225056"/>
                    <a:pt x="72446" y="221159"/>
                    <a:pt x="72446" y="208051"/>
                  </a:cubicBezTo>
                  <a:lnTo>
                    <a:pt x="72446" y="9305"/>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1" name="Freeform: Shape 40">
              <a:extLst>
                <a:ext uri="{FF2B5EF4-FFF2-40B4-BE49-F238E27FC236}">
                  <a16:creationId xmlns:a16="http://schemas.microsoft.com/office/drawing/2014/main" id="{16806E00-0289-F575-EBEA-5FDB07FB98CC}"/>
                </a:ext>
              </a:extLst>
            </p:cNvPr>
            <p:cNvSpPr/>
            <p:nvPr/>
          </p:nvSpPr>
          <p:spPr>
            <a:xfrm>
              <a:off x="14035835" y="5159489"/>
              <a:ext cx="234220" cy="235944"/>
            </a:xfrm>
            <a:custGeom>
              <a:avLst/>
              <a:gdLst>
                <a:gd name="connsiteX0" fmla="*/ 124581 w 234220"/>
                <a:gd name="connsiteY0" fmla="*/ 125152 h 235944"/>
                <a:gd name="connsiteX1" fmla="*/ 222848 w 234220"/>
                <a:gd name="connsiteY1" fmla="*/ 125152 h 235944"/>
                <a:gd name="connsiteX2" fmla="*/ 234471 w 234220"/>
                <a:gd name="connsiteY2" fmla="*/ 118066 h 235944"/>
                <a:gd name="connsiteX3" fmla="*/ 222848 w 234220"/>
                <a:gd name="connsiteY3" fmla="*/ 110981 h 235944"/>
                <a:gd name="connsiteX4" fmla="*/ 124581 w 234220"/>
                <a:gd name="connsiteY4" fmla="*/ 110981 h 235944"/>
                <a:gd name="connsiteX5" fmla="*/ 124581 w 234220"/>
                <a:gd name="connsiteY5" fmla="*/ 11785 h 235944"/>
                <a:gd name="connsiteX6" fmla="*/ 117536 w 234220"/>
                <a:gd name="connsiteY6" fmla="*/ 94 h 235944"/>
                <a:gd name="connsiteX7" fmla="*/ 110492 w 234220"/>
                <a:gd name="connsiteY7" fmla="*/ 11785 h 235944"/>
                <a:gd name="connsiteX8" fmla="*/ 110492 w 234220"/>
                <a:gd name="connsiteY8" fmla="*/ 110981 h 235944"/>
                <a:gd name="connsiteX9" fmla="*/ 11873 w 234220"/>
                <a:gd name="connsiteY9" fmla="*/ 110981 h 235944"/>
                <a:gd name="connsiteX10" fmla="*/ 250 w 234220"/>
                <a:gd name="connsiteY10" fmla="*/ 118066 h 235944"/>
                <a:gd name="connsiteX11" fmla="*/ 11873 w 234220"/>
                <a:gd name="connsiteY11" fmla="*/ 125152 h 235944"/>
                <a:gd name="connsiteX12" fmla="*/ 110492 w 234220"/>
                <a:gd name="connsiteY12" fmla="*/ 125152 h 235944"/>
                <a:gd name="connsiteX13" fmla="*/ 110492 w 234220"/>
                <a:gd name="connsiteY13" fmla="*/ 224348 h 235944"/>
                <a:gd name="connsiteX14" fmla="*/ 117536 w 234220"/>
                <a:gd name="connsiteY14" fmla="*/ 236039 h 235944"/>
                <a:gd name="connsiteX15" fmla="*/ 124581 w 234220"/>
                <a:gd name="connsiteY15" fmla="*/ 224348 h 235944"/>
                <a:gd name="connsiteX16" fmla="*/ 124581 w 234220"/>
                <a:gd name="connsiteY16" fmla="*/ 125152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220" h="235944">
                  <a:moveTo>
                    <a:pt x="124581" y="125152"/>
                  </a:moveTo>
                  <a:lnTo>
                    <a:pt x="222848" y="125152"/>
                  </a:lnTo>
                  <a:cubicBezTo>
                    <a:pt x="227779" y="125152"/>
                    <a:pt x="234471" y="125152"/>
                    <a:pt x="234471" y="118066"/>
                  </a:cubicBezTo>
                  <a:cubicBezTo>
                    <a:pt x="234471" y="110981"/>
                    <a:pt x="227779" y="110981"/>
                    <a:pt x="222848" y="110981"/>
                  </a:cubicBezTo>
                  <a:lnTo>
                    <a:pt x="124581" y="110981"/>
                  </a:lnTo>
                  <a:lnTo>
                    <a:pt x="124581" y="11785"/>
                  </a:lnTo>
                  <a:cubicBezTo>
                    <a:pt x="124581" y="6825"/>
                    <a:pt x="124581" y="94"/>
                    <a:pt x="117536" y="94"/>
                  </a:cubicBezTo>
                  <a:cubicBezTo>
                    <a:pt x="110492" y="94"/>
                    <a:pt x="110492" y="6825"/>
                    <a:pt x="110492" y="11785"/>
                  </a:cubicBezTo>
                  <a:lnTo>
                    <a:pt x="110492" y="110981"/>
                  </a:lnTo>
                  <a:lnTo>
                    <a:pt x="11873" y="110981"/>
                  </a:lnTo>
                  <a:cubicBezTo>
                    <a:pt x="6942" y="110981"/>
                    <a:pt x="250" y="110981"/>
                    <a:pt x="250" y="118066"/>
                  </a:cubicBezTo>
                  <a:cubicBezTo>
                    <a:pt x="250" y="125152"/>
                    <a:pt x="6942" y="125152"/>
                    <a:pt x="11873" y="125152"/>
                  </a:cubicBezTo>
                  <a:lnTo>
                    <a:pt x="110492" y="125152"/>
                  </a:lnTo>
                  <a:lnTo>
                    <a:pt x="110492" y="224348"/>
                  </a:lnTo>
                  <a:cubicBezTo>
                    <a:pt x="110492" y="229307"/>
                    <a:pt x="110492" y="236039"/>
                    <a:pt x="117536" y="236039"/>
                  </a:cubicBezTo>
                  <a:cubicBezTo>
                    <a:pt x="124581" y="236039"/>
                    <a:pt x="124581" y="229307"/>
                    <a:pt x="124581" y="224348"/>
                  </a:cubicBezTo>
                  <a:lnTo>
                    <a:pt x="124581" y="12515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2" name="Freeform: Shape 41">
              <a:extLst>
                <a:ext uri="{FF2B5EF4-FFF2-40B4-BE49-F238E27FC236}">
                  <a16:creationId xmlns:a16="http://schemas.microsoft.com/office/drawing/2014/main" id="{F718E01D-988F-CACD-539E-3C223EE485F1}"/>
                </a:ext>
              </a:extLst>
            </p:cNvPr>
            <p:cNvSpPr/>
            <p:nvPr/>
          </p:nvSpPr>
          <p:spPr>
            <a:xfrm>
              <a:off x="14384523" y="5209441"/>
              <a:ext cx="135249" cy="160484"/>
            </a:xfrm>
            <a:custGeom>
              <a:avLst/>
              <a:gdLst>
                <a:gd name="connsiteX0" fmla="*/ 49922 w 135249"/>
                <a:gd name="connsiteY0" fmla="*/ 74845 h 160484"/>
                <a:gd name="connsiteX1" fmla="*/ 103810 w 135249"/>
                <a:gd name="connsiteY1" fmla="*/ 66697 h 160484"/>
                <a:gd name="connsiteX2" fmla="*/ 130226 w 135249"/>
                <a:gd name="connsiteY2" fmla="*/ 30207 h 160484"/>
                <a:gd name="connsiteX3" fmla="*/ 92539 w 135249"/>
                <a:gd name="connsiteY3" fmla="*/ 94 h 160484"/>
                <a:gd name="connsiteX4" fmla="*/ 260 w 135249"/>
                <a:gd name="connsiteY4" fmla="*/ 96456 h 160484"/>
                <a:gd name="connsiteX5" fmla="*/ 55557 w 135249"/>
                <a:gd name="connsiteY5" fmla="*/ 160579 h 160484"/>
                <a:gd name="connsiteX6" fmla="*/ 135509 w 135249"/>
                <a:gd name="connsiteY6" fmla="*/ 118775 h 160484"/>
                <a:gd name="connsiteX7" fmla="*/ 131283 w 135249"/>
                <a:gd name="connsiteY7" fmla="*/ 114169 h 160484"/>
                <a:gd name="connsiteX8" fmla="*/ 126704 w 135249"/>
                <a:gd name="connsiteY8" fmla="*/ 117712 h 160484"/>
                <a:gd name="connsiteX9" fmla="*/ 56262 w 135249"/>
                <a:gd name="connsiteY9" fmla="*/ 152785 h 160484"/>
                <a:gd name="connsiteX10" fmla="*/ 25619 w 135249"/>
                <a:gd name="connsiteY10" fmla="*/ 111689 h 160484"/>
                <a:gd name="connsiteX11" fmla="*/ 31255 w 135249"/>
                <a:gd name="connsiteY11" fmla="*/ 74845 h 160484"/>
                <a:gd name="connsiteX12" fmla="*/ 49922 w 135249"/>
                <a:gd name="connsiteY12" fmla="*/ 74845 h 160484"/>
                <a:gd name="connsiteX13" fmla="*/ 33368 w 135249"/>
                <a:gd name="connsiteY13" fmla="*/ 67051 h 160484"/>
                <a:gd name="connsiteX14" fmla="*/ 92539 w 135249"/>
                <a:gd name="connsiteY14" fmla="*/ 7888 h 160484"/>
                <a:gd name="connsiteX15" fmla="*/ 118603 w 135249"/>
                <a:gd name="connsiteY15" fmla="*/ 30207 h 160484"/>
                <a:gd name="connsiteX16" fmla="*/ 47809 w 135249"/>
                <a:gd name="connsiteY16" fmla="*/ 67051 h 160484"/>
                <a:gd name="connsiteX17" fmla="*/ 33368 w 135249"/>
                <a:gd name="connsiteY17" fmla="*/ 67051 h 16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249" h="160484">
                  <a:moveTo>
                    <a:pt x="49922" y="74845"/>
                  </a:moveTo>
                  <a:cubicBezTo>
                    <a:pt x="60136" y="74845"/>
                    <a:pt x="86200" y="74136"/>
                    <a:pt x="103810" y="66697"/>
                  </a:cubicBezTo>
                  <a:cubicBezTo>
                    <a:pt x="128465" y="56069"/>
                    <a:pt x="130226" y="35167"/>
                    <a:pt x="130226" y="30207"/>
                  </a:cubicBezTo>
                  <a:cubicBezTo>
                    <a:pt x="130226" y="14619"/>
                    <a:pt x="116842" y="94"/>
                    <a:pt x="92539" y="94"/>
                  </a:cubicBezTo>
                  <a:cubicBezTo>
                    <a:pt x="53444" y="94"/>
                    <a:pt x="260" y="34458"/>
                    <a:pt x="260" y="96456"/>
                  </a:cubicBezTo>
                  <a:cubicBezTo>
                    <a:pt x="260" y="132591"/>
                    <a:pt x="21040" y="160579"/>
                    <a:pt x="55557" y="160579"/>
                  </a:cubicBezTo>
                  <a:cubicBezTo>
                    <a:pt x="105923" y="160579"/>
                    <a:pt x="135509" y="123026"/>
                    <a:pt x="135509" y="118775"/>
                  </a:cubicBezTo>
                  <a:cubicBezTo>
                    <a:pt x="135509" y="116649"/>
                    <a:pt x="133396" y="114169"/>
                    <a:pt x="131283" y="114169"/>
                  </a:cubicBezTo>
                  <a:cubicBezTo>
                    <a:pt x="129522" y="114169"/>
                    <a:pt x="128817" y="114878"/>
                    <a:pt x="126704" y="117712"/>
                  </a:cubicBezTo>
                  <a:cubicBezTo>
                    <a:pt x="98879" y="152785"/>
                    <a:pt x="60488" y="152785"/>
                    <a:pt x="56262" y="152785"/>
                  </a:cubicBezTo>
                  <a:cubicBezTo>
                    <a:pt x="28789" y="152785"/>
                    <a:pt x="25619" y="123026"/>
                    <a:pt x="25619" y="111689"/>
                  </a:cubicBezTo>
                  <a:cubicBezTo>
                    <a:pt x="25619" y="107438"/>
                    <a:pt x="25971" y="96456"/>
                    <a:pt x="31255" y="74845"/>
                  </a:cubicBezTo>
                  <a:lnTo>
                    <a:pt x="49922" y="74845"/>
                  </a:lnTo>
                  <a:close/>
                  <a:moveTo>
                    <a:pt x="33368" y="67051"/>
                  </a:moveTo>
                  <a:cubicBezTo>
                    <a:pt x="47104" y="13202"/>
                    <a:pt x="83382" y="7888"/>
                    <a:pt x="92539" y="7888"/>
                  </a:cubicBezTo>
                  <a:cubicBezTo>
                    <a:pt x="109093" y="7888"/>
                    <a:pt x="118603" y="18162"/>
                    <a:pt x="118603" y="30207"/>
                  </a:cubicBezTo>
                  <a:cubicBezTo>
                    <a:pt x="118603" y="67051"/>
                    <a:pt x="62249" y="67051"/>
                    <a:pt x="47809" y="67051"/>
                  </a:cubicBezTo>
                  <a:lnTo>
                    <a:pt x="33368" y="6705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3" name="Freeform: Shape 42">
              <a:extLst>
                <a:ext uri="{FF2B5EF4-FFF2-40B4-BE49-F238E27FC236}">
                  <a16:creationId xmlns:a16="http://schemas.microsoft.com/office/drawing/2014/main" id="{9A18272D-2B63-EB1B-C204-E1D1542C12C9}"/>
                </a:ext>
              </a:extLst>
            </p:cNvPr>
            <p:cNvSpPr/>
            <p:nvPr/>
          </p:nvSpPr>
          <p:spPr>
            <a:xfrm>
              <a:off x="14558948" y="5195487"/>
              <a:ext cx="166666" cy="12151"/>
            </a:xfrm>
            <a:custGeom>
              <a:avLst/>
              <a:gdLst>
                <a:gd name="connsiteX0" fmla="*/ 157069 w 166666"/>
                <a:gd name="connsiteY0" fmla="*/ 12242 h 12151"/>
                <a:gd name="connsiteX1" fmla="*/ 166931 w 166666"/>
                <a:gd name="connsiteY1" fmla="*/ 6291 h 12151"/>
                <a:gd name="connsiteX2" fmla="*/ 157069 w 166666"/>
                <a:gd name="connsiteY2" fmla="*/ 91 h 12151"/>
                <a:gd name="connsiteX3" fmla="*/ 10126 w 166666"/>
                <a:gd name="connsiteY3" fmla="*/ 91 h 12151"/>
                <a:gd name="connsiteX4" fmla="*/ 265 w 166666"/>
                <a:gd name="connsiteY4" fmla="*/ 6043 h 12151"/>
                <a:gd name="connsiteX5" fmla="*/ 10126 w 166666"/>
                <a:gd name="connsiteY5" fmla="*/ 12242 h 12151"/>
                <a:gd name="connsiteX6" fmla="*/ 157069 w 166666"/>
                <a:gd name="connsiteY6" fmla="*/ 12242 h 12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6666" h="12151">
                  <a:moveTo>
                    <a:pt x="157069" y="12242"/>
                  </a:moveTo>
                  <a:cubicBezTo>
                    <a:pt x="161014" y="12242"/>
                    <a:pt x="166931" y="12242"/>
                    <a:pt x="166931" y="6291"/>
                  </a:cubicBezTo>
                  <a:cubicBezTo>
                    <a:pt x="166931" y="91"/>
                    <a:pt x="161261" y="91"/>
                    <a:pt x="157069" y="91"/>
                  </a:cubicBezTo>
                  <a:lnTo>
                    <a:pt x="10126" y="91"/>
                  </a:lnTo>
                  <a:cubicBezTo>
                    <a:pt x="6182" y="91"/>
                    <a:pt x="265" y="91"/>
                    <a:pt x="265" y="6043"/>
                  </a:cubicBezTo>
                  <a:cubicBezTo>
                    <a:pt x="265" y="12242"/>
                    <a:pt x="5935" y="12242"/>
                    <a:pt x="10126" y="12242"/>
                  </a:cubicBezTo>
                  <a:lnTo>
                    <a:pt x="157069" y="1224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4" name="Freeform: Shape 43">
              <a:extLst>
                <a:ext uri="{FF2B5EF4-FFF2-40B4-BE49-F238E27FC236}">
                  <a16:creationId xmlns:a16="http://schemas.microsoft.com/office/drawing/2014/main" id="{DF2A97D3-5117-90F4-33BD-F8C1CF88E569}"/>
                </a:ext>
              </a:extLst>
            </p:cNvPr>
            <p:cNvSpPr/>
            <p:nvPr/>
          </p:nvSpPr>
          <p:spPr>
            <a:xfrm>
              <a:off x="14764288" y="5154321"/>
              <a:ext cx="131903" cy="111843"/>
            </a:xfrm>
            <a:custGeom>
              <a:avLst/>
              <a:gdLst>
                <a:gd name="connsiteX0" fmla="*/ 49827 w 131903"/>
                <a:gd name="connsiteY0" fmla="*/ 83168 h 111843"/>
                <a:gd name="connsiteX1" fmla="*/ 26651 w 131903"/>
                <a:gd name="connsiteY1" fmla="*/ 104991 h 111843"/>
                <a:gd name="connsiteX2" fmla="*/ 13338 w 131903"/>
                <a:gd name="connsiteY2" fmla="*/ 101519 h 111843"/>
                <a:gd name="connsiteX3" fmla="*/ 24186 w 131903"/>
                <a:gd name="connsiteY3" fmla="*/ 87879 h 111843"/>
                <a:gd name="connsiteX4" fmla="*/ 14324 w 131903"/>
                <a:gd name="connsiteY4" fmla="*/ 78704 h 111843"/>
                <a:gd name="connsiteX5" fmla="*/ 271 w 131903"/>
                <a:gd name="connsiteY5" fmla="*/ 93831 h 111843"/>
                <a:gd name="connsiteX6" fmla="*/ 26158 w 131903"/>
                <a:gd name="connsiteY6" fmla="*/ 111934 h 111843"/>
                <a:gd name="connsiteX7" fmla="*/ 53772 w 131903"/>
                <a:gd name="connsiteY7" fmla="*/ 94327 h 111843"/>
                <a:gd name="connsiteX8" fmla="*/ 83111 w 131903"/>
                <a:gd name="connsiteY8" fmla="*/ 111934 h 111843"/>
                <a:gd name="connsiteX9" fmla="*/ 126503 w 131903"/>
                <a:gd name="connsiteY9" fmla="*/ 73992 h 111843"/>
                <a:gd name="connsiteX10" fmla="*/ 122559 w 131903"/>
                <a:gd name="connsiteY10" fmla="*/ 70768 h 111843"/>
                <a:gd name="connsiteX11" fmla="*/ 117874 w 131903"/>
                <a:gd name="connsiteY11" fmla="*/ 74984 h 111843"/>
                <a:gd name="connsiteX12" fmla="*/ 84097 w 131903"/>
                <a:gd name="connsiteY12" fmla="*/ 104991 h 111843"/>
                <a:gd name="connsiteX13" fmla="*/ 69058 w 131903"/>
                <a:gd name="connsiteY13" fmla="*/ 88871 h 111843"/>
                <a:gd name="connsiteX14" fmla="*/ 81878 w 131903"/>
                <a:gd name="connsiteY14" fmla="*/ 32330 h 111843"/>
                <a:gd name="connsiteX15" fmla="*/ 106040 w 131903"/>
                <a:gd name="connsiteY15" fmla="*/ 7035 h 111843"/>
                <a:gd name="connsiteX16" fmla="*/ 119354 w 131903"/>
                <a:gd name="connsiteY16" fmla="*/ 10506 h 111843"/>
                <a:gd name="connsiteX17" fmla="*/ 108505 w 131903"/>
                <a:gd name="connsiteY17" fmla="*/ 24146 h 111843"/>
                <a:gd name="connsiteX18" fmla="*/ 118367 w 131903"/>
                <a:gd name="connsiteY18" fmla="*/ 33322 h 111843"/>
                <a:gd name="connsiteX19" fmla="*/ 132174 w 131903"/>
                <a:gd name="connsiteY19" fmla="*/ 18194 h 111843"/>
                <a:gd name="connsiteX20" fmla="*/ 106533 w 131903"/>
                <a:gd name="connsiteY20" fmla="*/ 91 h 111843"/>
                <a:gd name="connsiteX21" fmla="*/ 78920 w 131903"/>
                <a:gd name="connsiteY21" fmla="*/ 17698 h 111843"/>
                <a:gd name="connsiteX22" fmla="*/ 49334 w 131903"/>
                <a:gd name="connsiteY22" fmla="*/ 91 h 111843"/>
                <a:gd name="connsiteX23" fmla="*/ 5941 w 131903"/>
                <a:gd name="connsiteY23" fmla="*/ 38033 h 111843"/>
                <a:gd name="connsiteX24" fmla="*/ 10133 w 131903"/>
                <a:gd name="connsiteY24" fmla="*/ 41257 h 111843"/>
                <a:gd name="connsiteX25" fmla="*/ 14817 w 131903"/>
                <a:gd name="connsiteY25" fmla="*/ 37041 h 111843"/>
                <a:gd name="connsiteX26" fmla="*/ 48594 w 131903"/>
                <a:gd name="connsiteY26" fmla="*/ 7035 h 111843"/>
                <a:gd name="connsiteX27" fmla="*/ 63387 w 131903"/>
                <a:gd name="connsiteY27" fmla="*/ 23402 h 111843"/>
                <a:gd name="connsiteX28" fmla="*/ 58210 w 131903"/>
                <a:gd name="connsiteY28" fmla="*/ 49193 h 111843"/>
                <a:gd name="connsiteX29" fmla="*/ 49827 w 131903"/>
                <a:gd name="connsiteY29" fmla="*/ 83168 h 1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1903" h="111843">
                  <a:moveTo>
                    <a:pt x="49827" y="83168"/>
                  </a:moveTo>
                  <a:cubicBezTo>
                    <a:pt x="47361" y="91599"/>
                    <a:pt x="39225" y="104991"/>
                    <a:pt x="26651" y="104991"/>
                  </a:cubicBezTo>
                  <a:cubicBezTo>
                    <a:pt x="25912" y="104991"/>
                    <a:pt x="18515" y="104991"/>
                    <a:pt x="13338" y="101519"/>
                  </a:cubicBezTo>
                  <a:cubicBezTo>
                    <a:pt x="23446" y="98295"/>
                    <a:pt x="24186" y="89367"/>
                    <a:pt x="24186" y="87879"/>
                  </a:cubicBezTo>
                  <a:cubicBezTo>
                    <a:pt x="24186" y="82424"/>
                    <a:pt x="19995" y="78704"/>
                    <a:pt x="14324" y="78704"/>
                  </a:cubicBezTo>
                  <a:cubicBezTo>
                    <a:pt x="7421" y="78704"/>
                    <a:pt x="271" y="84655"/>
                    <a:pt x="271" y="93831"/>
                  </a:cubicBezTo>
                  <a:cubicBezTo>
                    <a:pt x="271" y="106231"/>
                    <a:pt x="14077" y="111934"/>
                    <a:pt x="26158" y="111934"/>
                  </a:cubicBezTo>
                  <a:cubicBezTo>
                    <a:pt x="37500" y="111934"/>
                    <a:pt x="47608" y="104743"/>
                    <a:pt x="53772" y="94327"/>
                  </a:cubicBezTo>
                  <a:cubicBezTo>
                    <a:pt x="59689" y="107471"/>
                    <a:pt x="73249" y="111934"/>
                    <a:pt x="83111" y="111934"/>
                  </a:cubicBezTo>
                  <a:cubicBezTo>
                    <a:pt x="111464" y="111934"/>
                    <a:pt x="126503" y="80936"/>
                    <a:pt x="126503" y="73992"/>
                  </a:cubicBezTo>
                  <a:cubicBezTo>
                    <a:pt x="126503" y="70768"/>
                    <a:pt x="123298" y="70768"/>
                    <a:pt x="122559" y="70768"/>
                  </a:cubicBezTo>
                  <a:cubicBezTo>
                    <a:pt x="119107" y="70768"/>
                    <a:pt x="118860" y="72008"/>
                    <a:pt x="117874" y="74984"/>
                  </a:cubicBezTo>
                  <a:cubicBezTo>
                    <a:pt x="112697" y="92095"/>
                    <a:pt x="97904" y="104991"/>
                    <a:pt x="84097" y="104991"/>
                  </a:cubicBezTo>
                  <a:cubicBezTo>
                    <a:pt x="74235" y="104991"/>
                    <a:pt x="69058" y="98295"/>
                    <a:pt x="69058" y="88871"/>
                  </a:cubicBezTo>
                  <a:cubicBezTo>
                    <a:pt x="69058" y="82424"/>
                    <a:pt x="74975" y="59856"/>
                    <a:pt x="81878" y="32330"/>
                  </a:cubicBezTo>
                  <a:cubicBezTo>
                    <a:pt x="86809" y="13234"/>
                    <a:pt x="97904" y="7035"/>
                    <a:pt x="106040" y="7035"/>
                  </a:cubicBezTo>
                  <a:cubicBezTo>
                    <a:pt x="106533" y="7035"/>
                    <a:pt x="114176" y="7035"/>
                    <a:pt x="119354" y="10506"/>
                  </a:cubicBezTo>
                  <a:cubicBezTo>
                    <a:pt x="111464" y="12738"/>
                    <a:pt x="108505" y="19682"/>
                    <a:pt x="108505" y="24146"/>
                  </a:cubicBezTo>
                  <a:cubicBezTo>
                    <a:pt x="108505" y="29602"/>
                    <a:pt x="112697" y="33322"/>
                    <a:pt x="118367" y="33322"/>
                  </a:cubicBezTo>
                  <a:cubicBezTo>
                    <a:pt x="124038" y="33322"/>
                    <a:pt x="132174" y="28610"/>
                    <a:pt x="132174" y="18194"/>
                  </a:cubicBezTo>
                  <a:cubicBezTo>
                    <a:pt x="132174" y="4307"/>
                    <a:pt x="116395" y="91"/>
                    <a:pt x="106533" y="91"/>
                  </a:cubicBezTo>
                  <a:cubicBezTo>
                    <a:pt x="94206" y="91"/>
                    <a:pt x="84344" y="8275"/>
                    <a:pt x="78920" y="17698"/>
                  </a:cubicBezTo>
                  <a:cubicBezTo>
                    <a:pt x="74482" y="7531"/>
                    <a:pt x="63141" y="91"/>
                    <a:pt x="49334" y="91"/>
                  </a:cubicBezTo>
                  <a:cubicBezTo>
                    <a:pt x="21720" y="91"/>
                    <a:pt x="5941" y="30594"/>
                    <a:pt x="5941" y="38033"/>
                  </a:cubicBezTo>
                  <a:cubicBezTo>
                    <a:pt x="5941" y="41257"/>
                    <a:pt x="9393" y="41257"/>
                    <a:pt x="10133" y="41257"/>
                  </a:cubicBezTo>
                  <a:cubicBezTo>
                    <a:pt x="13338" y="41257"/>
                    <a:pt x="13584" y="40265"/>
                    <a:pt x="14817" y="37041"/>
                  </a:cubicBezTo>
                  <a:cubicBezTo>
                    <a:pt x="20981" y="17698"/>
                    <a:pt x="36513" y="7035"/>
                    <a:pt x="48594" y="7035"/>
                  </a:cubicBezTo>
                  <a:cubicBezTo>
                    <a:pt x="56730" y="7035"/>
                    <a:pt x="63387" y="11498"/>
                    <a:pt x="63387" y="23402"/>
                  </a:cubicBezTo>
                  <a:cubicBezTo>
                    <a:pt x="63387" y="28362"/>
                    <a:pt x="60429" y="40761"/>
                    <a:pt x="58210" y="49193"/>
                  </a:cubicBezTo>
                  <a:lnTo>
                    <a:pt x="49827" y="8316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spTree>
    <p:extLst>
      <p:ext uri="{BB962C8B-B14F-4D97-AF65-F5344CB8AC3E}">
        <p14:creationId xmlns:p14="http://schemas.microsoft.com/office/powerpoint/2010/main" val="2202147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1A0A-BE5B-87F4-A6DB-CE52073B5884}"/>
              </a:ext>
            </a:extLst>
          </p:cNvPr>
          <p:cNvSpPr>
            <a:spLocks noGrp="1"/>
          </p:cNvSpPr>
          <p:nvPr>
            <p:ph type="title"/>
          </p:nvPr>
        </p:nvSpPr>
        <p:spPr/>
        <p:txBody>
          <a:bodyPr/>
          <a:lstStyle/>
          <a:p>
            <a:r>
              <a:rPr lang="en-CA" dirty="0"/>
              <a:t>Sigmoid and tanh</a:t>
            </a:r>
          </a:p>
        </p:txBody>
      </p:sp>
      <p:sp>
        <p:nvSpPr>
          <p:cNvPr id="4" name="Slide Number Placeholder 3">
            <a:extLst>
              <a:ext uri="{FF2B5EF4-FFF2-40B4-BE49-F238E27FC236}">
                <a16:creationId xmlns:a16="http://schemas.microsoft.com/office/drawing/2014/main" id="{9E521ED8-2C72-8EB7-CF6D-F5F5DA2C9343}"/>
              </a:ext>
            </a:extLst>
          </p:cNvPr>
          <p:cNvSpPr>
            <a:spLocks noGrp="1"/>
          </p:cNvSpPr>
          <p:nvPr>
            <p:ph type="sldNum" sz="quarter" idx="12"/>
          </p:nvPr>
        </p:nvSpPr>
        <p:spPr/>
        <p:txBody>
          <a:bodyPr/>
          <a:lstStyle/>
          <a:p>
            <a:fld id="{A36FF760-4833-4FC2-9C74-46CD274694B2}" type="slidenum">
              <a:rPr lang="en-CA" smtClean="0"/>
              <a:pPr/>
              <a:t>30</a:t>
            </a:fld>
            <a:endParaRPr lang="en-CA"/>
          </a:p>
        </p:txBody>
      </p:sp>
      <mc:AlternateContent xmlns:mc="http://schemas.openxmlformats.org/markup-compatibility/2006">
        <mc:Choice xmlns:a14="http://schemas.microsoft.com/office/drawing/2010/main" Requires="a14">
          <p:sp>
            <p:nvSpPr>
              <p:cNvPr id="6" name="TextBox 1604">
                <a:extLst>
                  <a:ext uri="{FF2B5EF4-FFF2-40B4-BE49-F238E27FC236}">
                    <a16:creationId xmlns:a16="http://schemas.microsoft.com/office/drawing/2014/main" id="{1D733494-6A37-17D4-040B-6BEE06E7F5A3}"/>
                  </a:ext>
                </a:extLst>
              </p:cNvPr>
              <p:cNvSpPr txBox="1"/>
              <p:nvPr/>
            </p:nvSpPr>
            <p:spPr>
              <a:xfrm>
                <a:off x="6252262" y="2918961"/>
                <a:ext cx="4028583" cy="52322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2800" dirty="0">
                    <a:solidFill>
                      <a:srgbClr val="2683C6"/>
                    </a:solidFill>
                    <a:latin typeface="Nunito" pitchFamily="2" charset="0"/>
                  </a:rPr>
                  <a:t>divide </a:t>
                </a:r>
                <a:r>
                  <a:rPr lang="en-US" altLang="zh-CN" sz="2800" dirty="0">
                    <a:solidFill>
                      <a:srgbClr val="2683C6"/>
                    </a:solidFill>
                    <a:latin typeface="Nunito" pitchFamily="2" charset="0"/>
                  </a:rPr>
                  <a:t>both sides </a:t>
                </a:r>
                <a:r>
                  <a:rPr lang="en-US" sz="2800" dirty="0">
                    <a:solidFill>
                      <a:srgbClr val="2683C6"/>
                    </a:solidFill>
                    <a:latin typeface="Nunito" pitchFamily="2" charset="0"/>
                  </a:rPr>
                  <a:t>by </a:t>
                </a:r>
                <a14:m>
                  <m:oMath xmlns:m="http://schemas.openxmlformats.org/officeDocument/2006/math">
                    <m:sSup>
                      <m:sSupPr>
                        <m:ctrlPr>
                          <a:rPr lang="en-US" sz="2800" b="0" i="1" smtClean="0">
                            <a:solidFill>
                              <a:srgbClr val="2683C6"/>
                            </a:solidFill>
                            <a:latin typeface="Cambria Math" panose="02040503050406030204" pitchFamily="18" charset="0"/>
                          </a:rPr>
                        </m:ctrlPr>
                      </m:sSupPr>
                      <m:e>
                        <m:r>
                          <a:rPr lang="en-US" sz="2800" b="0" i="1" smtClean="0">
                            <a:solidFill>
                              <a:srgbClr val="2683C6"/>
                            </a:solidFill>
                            <a:latin typeface="Cambria Math" panose="02040503050406030204" pitchFamily="18" charset="0"/>
                          </a:rPr>
                          <m:t>𝑒</m:t>
                        </m:r>
                      </m:e>
                      <m:sup>
                        <m:r>
                          <a:rPr lang="en-US" sz="2800" b="0" i="1" smtClean="0">
                            <a:solidFill>
                              <a:srgbClr val="2683C6"/>
                            </a:solidFill>
                            <a:latin typeface="Cambria Math" panose="02040503050406030204" pitchFamily="18" charset="0"/>
                          </a:rPr>
                          <m:t>𝑥</m:t>
                        </m:r>
                      </m:sup>
                    </m:sSup>
                  </m:oMath>
                </a14:m>
                <a:r>
                  <a:rPr lang="en-CA" sz="2800" dirty="0">
                    <a:solidFill>
                      <a:srgbClr val="2683C6"/>
                    </a:solidFill>
                    <a:latin typeface="Nunito" pitchFamily="2" charset="0"/>
                  </a:rPr>
                  <a:t> </a:t>
                </a:r>
              </a:p>
            </p:txBody>
          </p:sp>
        </mc:Choice>
        <mc:Fallback>
          <p:sp>
            <p:nvSpPr>
              <p:cNvPr id="6" name="TextBox 1604">
                <a:extLst>
                  <a:ext uri="{FF2B5EF4-FFF2-40B4-BE49-F238E27FC236}">
                    <a16:creationId xmlns:a16="http://schemas.microsoft.com/office/drawing/2014/main" id="{1D733494-6A37-17D4-040B-6BEE06E7F5A3}"/>
                  </a:ext>
                </a:extLst>
              </p:cNvPr>
              <p:cNvSpPr txBox="1">
                <a:spLocks noRot="1" noChangeAspect="1" noMove="1" noResize="1" noEditPoints="1" noAdjustHandles="1" noChangeArrowheads="1" noChangeShapeType="1" noTextEdit="1"/>
              </p:cNvSpPr>
              <p:nvPr/>
            </p:nvSpPr>
            <p:spPr>
              <a:xfrm>
                <a:off x="6252262" y="2918961"/>
                <a:ext cx="4028583" cy="523220"/>
              </a:xfrm>
              <a:prstGeom prst="rect">
                <a:avLst/>
              </a:prstGeom>
              <a:blipFill>
                <a:blip r:embed="rId2"/>
                <a:stretch>
                  <a:fillRect l="-758" t="-11628" b="-32558"/>
                </a:stretch>
              </a:blipFill>
            </p:spPr>
            <p:txBody>
              <a:bodyPr/>
              <a:lstStyle/>
              <a:p>
                <a:r>
                  <a:rPr lang="en-CA">
                    <a:noFill/>
                  </a:rPr>
                  <a:t> </a:t>
                </a:r>
              </a:p>
            </p:txBody>
          </p:sp>
        </mc:Fallback>
      </mc:AlternateContent>
      <p:grpSp>
        <p:nvGrpSpPr>
          <p:cNvPr id="54" name="Group 53" descr="\documentclass{article}&#10;\usepackage{amsmath,amssymb}&#10;\pagestyle{empty}&#10;\begin{document}&#10;&#10;\newcommand{\score}{\textrm{score}}&#10;\newcommand{\classify}{\textrm{classify}}&#10;\newcommand{\bx}{\mathbf{x}}&#10;&#10;\begin{align*}&#10; \sigma(x) &amp;= \frac{1}{1 + e^{-x}} \\&#10; \tanh\left(x\right) &amp;= \frac{e^{x}-e^{-x}}{e^x+e^{-x}} \\&#10; &amp;= \frac{1 -e^{-2x}}{1 + e^{-2x}} \\&#10;&amp;=  \sigma(2x) - (1 - \sigma(2x)) = 2\sigma(2x) - 1&#10;\end{align*}&#10;&#10;&#10;\end{document}" title="IguanaTex Vector Display">
            <a:extLst>
              <a:ext uri="{FF2B5EF4-FFF2-40B4-BE49-F238E27FC236}">
                <a16:creationId xmlns:a16="http://schemas.microsoft.com/office/drawing/2014/main" id="{F4257FF7-6C36-651C-CF70-CB7565F2B5A1}"/>
              </a:ext>
            </a:extLst>
          </p:cNvPr>
          <p:cNvGrpSpPr>
            <a:grpSpLocks noChangeAspect="1"/>
          </p:cNvGrpSpPr>
          <p:nvPr/>
        </p:nvGrpSpPr>
        <p:grpSpPr>
          <a:xfrm>
            <a:off x="2655697" y="1842893"/>
            <a:ext cx="6880607" cy="3172214"/>
            <a:chOff x="6327572" y="4838624"/>
            <a:chExt cx="6880607" cy="3172214"/>
          </a:xfrm>
        </p:grpSpPr>
        <p:sp>
          <p:nvSpPr>
            <p:cNvPr id="55" name="Freeform: Shape 54">
              <a:extLst>
                <a:ext uri="{FF2B5EF4-FFF2-40B4-BE49-F238E27FC236}">
                  <a16:creationId xmlns:a16="http://schemas.microsoft.com/office/drawing/2014/main" id="{C2F6C812-690B-F503-FCB1-BBE7914FF728}"/>
                </a:ext>
              </a:extLst>
            </p:cNvPr>
            <p:cNvSpPr/>
            <p:nvPr/>
          </p:nvSpPr>
          <p:spPr>
            <a:xfrm>
              <a:off x="6887467" y="5163380"/>
              <a:ext cx="187651" cy="157477"/>
            </a:xfrm>
            <a:custGeom>
              <a:avLst/>
              <a:gdLst>
                <a:gd name="connsiteX0" fmla="*/ 170421 w 187651"/>
                <a:gd name="connsiteY0" fmla="*/ 20751 h 157477"/>
                <a:gd name="connsiteX1" fmla="*/ 187803 w 187651"/>
                <a:gd name="connsiteY1" fmla="*/ 8638 h 157477"/>
                <a:gd name="connsiteX2" fmla="*/ 173969 w 187651"/>
                <a:gd name="connsiteY2" fmla="*/ 87 h 157477"/>
                <a:gd name="connsiteX3" fmla="*/ 93091 w 187651"/>
                <a:gd name="connsiteY3" fmla="*/ 87 h 157477"/>
                <a:gd name="connsiteX4" fmla="*/ 152 w 187651"/>
                <a:gd name="connsiteY4" fmla="*/ 101272 h 157477"/>
                <a:gd name="connsiteX5" fmla="*/ 53361 w 187651"/>
                <a:gd name="connsiteY5" fmla="*/ 157565 h 157477"/>
                <a:gd name="connsiteX6" fmla="*/ 142398 w 187651"/>
                <a:gd name="connsiteY6" fmla="*/ 59586 h 157477"/>
                <a:gd name="connsiteX7" fmla="*/ 131401 w 187651"/>
                <a:gd name="connsiteY7" fmla="*/ 20751 h 157477"/>
                <a:gd name="connsiteX8" fmla="*/ 170421 w 187651"/>
                <a:gd name="connsiteY8" fmla="*/ 20751 h 157477"/>
                <a:gd name="connsiteX9" fmla="*/ 53716 w 187651"/>
                <a:gd name="connsiteY9" fmla="*/ 149726 h 157477"/>
                <a:gd name="connsiteX10" fmla="*/ 22145 w 187651"/>
                <a:gd name="connsiteY10" fmla="*/ 111248 h 157477"/>
                <a:gd name="connsiteX11" fmla="*/ 38817 w 187651"/>
                <a:gd name="connsiteY11" fmla="*/ 50323 h 157477"/>
                <a:gd name="connsiteX12" fmla="*/ 87060 w 187651"/>
                <a:gd name="connsiteY12" fmla="*/ 20751 h 157477"/>
                <a:gd name="connsiteX13" fmla="*/ 119695 w 187651"/>
                <a:gd name="connsiteY13" fmla="*/ 55311 h 157477"/>
                <a:gd name="connsiteX14" fmla="*/ 100540 w 187651"/>
                <a:gd name="connsiteY14" fmla="*/ 119442 h 157477"/>
                <a:gd name="connsiteX15" fmla="*/ 53716 w 187651"/>
                <a:gd name="connsiteY15" fmla="*/ 149726 h 15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7651" h="157477">
                  <a:moveTo>
                    <a:pt x="170421" y="20751"/>
                  </a:moveTo>
                  <a:cubicBezTo>
                    <a:pt x="175033" y="20751"/>
                    <a:pt x="187803" y="20751"/>
                    <a:pt x="187803" y="8638"/>
                  </a:cubicBezTo>
                  <a:cubicBezTo>
                    <a:pt x="187803" y="87"/>
                    <a:pt x="180354" y="87"/>
                    <a:pt x="173969" y="87"/>
                  </a:cubicBezTo>
                  <a:lnTo>
                    <a:pt x="93091" y="87"/>
                  </a:lnTo>
                  <a:cubicBezTo>
                    <a:pt x="39527" y="87"/>
                    <a:pt x="152" y="58874"/>
                    <a:pt x="152" y="101272"/>
                  </a:cubicBezTo>
                  <a:cubicBezTo>
                    <a:pt x="152" y="132625"/>
                    <a:pt x="21081" y="157565"/>
                    <a:pt x="53361" y="157565"/>
                  </a:cubicBezTo>
                  <a:cubicBezTo>
                    <a:pt x="95219" y="157565"/>
                    <a:pt x="142398" y="114454"/>
                    <a:pt x="142398" y="59586"/>
                  </a:cubicBezTo>
                  <a:cubicBezTo>
                    <a:pt x="142398" y="53530"/>
                    <a:pt x="142398" y="36428"/>
                    <a:pt x="131401" y="20751"/>
                  </a:cubicBezTo>
                  <a:lnTo>
                    <a:pt x="170421" y="20751"/>
                  </a:lnTo>
                  <a:close/>
                  <a:moveTo>
                    <a:pt x="53716" y="149726"/>
                  </a:moveTo>
                  <a:cubicBezTo>
                    <a:pt x="36334" y="149726"/>
                    <a:pt x="22145" y="136900"/>
                    <a:pt x="22145" y="111248"/>
                  </a:cubicBezTo>
                  <a:cubicBezTo>
                    <a:pt x="22145" y="100559"/>
                    <a:pt x="26402" y="71344"/>
                    <a:pt x="38817" y="50323"/>
                  </a:cubicBezTo>
                  <a:cubicBezTo>
                    <a:pt x="53716" y="25739"/>
                    <a:pt x="75000" y="20751"/>
                    <a:pt x="87060" y="20751"/>
                  </a:cubicBezTo>
                  <a:cubicBezTo>
                    <a:pt x="116858" y="20751"/>
                    <a:pt x="119695" y="44266"/>
                    <a:pt x="119695" y="55311"/>
                  </a:cubicBezTo>
                  <a:cubicBezTo>
                    <a:pt x="119695" y="72056"/>
                    <a:pt x="112601" y="101272"/>
                    <a:pt x="100540" y="119442"/>
                  </a:cubicBezTo>
                  <a:cubicBezTo>
                    <a:pt x="86706" y="140463"/>
                    <a:pt x="67550" y="149726"/>
                    <a:pt x="53716" y="149726"/>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6" name="Freeform: Shape 55">
              <a:extLst>
                <a:ext uri="{FF2B5EF4-FFF2-40B4-BE49-F238E27FC236}">
                  <a16:creationId xmlns:a16="http://schemas.microsoft.com/office/drawing/2014/main" id="{50C76529-3D4A-316B-6F45-6338D69DBE43}"/>
                </a:ext>
              </a:extLst>
            </p:cNvPr>
            <p:cNvSpPr/>
            <p:nvPr/>
          </p:nvSpPr>
          <p:spPr>
            <a:xfrm>
              <a:off x="7124529" y="5049725"/>
              <a:ext cx="82296" cy="356284"/>
            </a:xfrm>
            <a:custGeom>
              <a:avLst/>
              <a:gdLst>
                <a:gd name="connsiteX0" fmla="*/ 82455 w 82296"/>
                <a:gd name="connsiteY0" fmla="*/ 352808 h 356284"/>
                <a:gd name="connsiteX1" fmla="*/ 76425 w 82296"/>
                <a:gd name="connsiteY1" fmla="*/ 344970 h 356284"/>
                <a:gd name="connsiteX2" fmla="*/ 20732 w 82296"/>
                <a:gd name="connsiteY2" fmla="*/ 178229 h 356284"/>
                <a:gd name="connsiteX3" fmla="*/ 77844 w 82296"/>
                <a:gd name="connsiteY3" fmla="*/ 9707 h 356284"/>
                <a:gd name="connsiteX4" fmla="*/ 82455 w 82296"/>
                <a:gd name="connsiteY4" fmla="*/ 3650 h 356284"/>
                <a:gd name="connsiteX5" fmla="*/ 78908 w 82296"/>
                <a:gd name="connsiteY5" fmla="*/ 87 h 356284"/>
                <a:gd name="connsiteX6" fmla="*/ 22506 w 82296"/>
                <a:gd name="connsiteY6" fmla="*/ 69562 h 356284"/>
                <a:gd name="connsiteX7" fmla="*/ 158 w 82296"/>
                <a:gd name="connsiteY7" fmla="*/ 178229 h 356284"/>
                <a:gd name="connsiteX8" fmla="*/ 23570 w 82296"/>
                <a:gd name="connsiteY8" fmla="*/ 289390 h 356284"/>
                <a:gd name="connsiteX9" fmla="*/ 78908 w 82296"/>
                <a:gd name="connsiteY9" fmla="*/ 356371 h 356284"/>
                <a:gd name="connsiteX10" fmla="*/ 82455 w 82296"/>
                <a:gd name="connsiteY10" fmla="*/ 352808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455" y="352808"/>
                  </a:moveTo>
                  <a:cubicBezTo>
                    <a:pt x="82455" y="351740"/>
                    <a:pt x="82455" y="351027"/>
                    <a:pt x="76425" y="344970"/>
                  </a:cubicBezTo>
                  <a:cubicBezTo>
                    <a:pt x="32084" y="300078"/>
                    <a:pt x="20732" y="232741"/>
                    <a:pt x="20732" y="178229"/>
                  </a:cubicBezTo>
                  <a:cubicBezTo>
                    <a:pt x="20732" y="116236"/>
                    <a:pt x="34212" y="54242"/>
                    <a:pt x="77844" y="9707"/>
                  </a:cubicBezTo>
                  <a:cubicBezTo>
                    <a:pt x="82455" y="5431"/>
                    <a:pt x="82455" y="4719"/>
                    <a:pt x="82455" y="3650"/>
                  </a:cubicBezTo>
                  <a:cubicBezTo>
                    <a:pt x="82455" y="1156"/>
                    <a:pt x="81036" y="87"/>
                    <a:pt x="78908" y="87"/>
                  </a:cubicBezTo>
                  <a:cubicBezTo>
                    <a:pt x="75360" y="87"/>
                    <a:pt x="43435" y="24314"/>
                    <a:pt x="22506" y="69562"/>
                  </a:cubicBezTo>
                  <a:cubicBezTo>
                    <a:pt x="4415" y="108754"/>
                    <a:pt x="158" y="148301"/>
                    <a:pt x="158" y="178229"/>
                  </a:cubicBezTo>
                  <a:cubicBezTo>
                    <a:pt x="158" y="206019"/>
                    <a:pt x="4060" y="249130"/>
                    <a:pt x="23570" y="289390"/>
                  </a:cubicBezTo>
                  <a:cubicBezTo>
                    <a:pt x="44854" y="333213"/>
                    <a:pt x="75360" y="356371"/>
                    <a:pt x="78908" y="356371"/>
                  </a:cubicBezTo>
                  <a:cubicBezTo>
                    <a:pt x="81036" y="356371"/>
                    <a:pt x="82455" y="355302"/>
                    <a:pt x="82455" y="352808"/>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7" name="Freeform: Shape 56">
              <a:extLst>
                <a:ext uri="{FF2B5EF4-FFF2-40B4-BE49-F238E27FC236}">
                  <a16:creationId xmlns:a16="http://schemas.microsoft.com/office/drawing/2014/main" id="{4B2DC56E-E6E6-B83B-9A58-60D2131FF17D}"/>
                </a:ext>
              </a:extLst>
            </p:cNvPr>
            <p:cNvSpPr/>
            <p:nvPr/>
          </p:nvSpPr>
          <p:spPr>
            <a:xfrm>
              <a:off x="7237648" y="5159461"/>
              <a:ext cx="176654" cy="161396"/>
            </a:xfrm>
            <a:custGeom>
              <a:avLst/>
              <a:gdLst>
                <a:gd name="connsiteX0" fmla="*/ 108354 w 176654"/>
                <a:gd name="connsiteY0" fmla="*/ 49967 h 161396"/>
                <a:gd name="connsiteX1" fmla="*/ 143472 w 176654"/>
                <a:gd name="connsiteY1" fmla="*/ 7925 h 161396"/>
                <a:gd name="connsiteX2" fmla="*/ 161208 w 176654"/>
                <a:gd name="connsiteY2" fmla="*/ 12557 h 161396"/>
                <a:gd name="connsiteX3" fmla="*/ 144181 w 176654"/>
                <a:gd name="connsiteY3" fmla="*/ 31796 h 161396"/>
                <a:gd name="connsiteX4" fmla="*/ 157661 w 176654"/>
                <a:gd name="connsiteY4" fmla="*/ 44266 h 161396"/>
                <a:gd name="connsiteX5" fmla="*/ 176816 w 176654"/>
                <a:gd name="connsiteY5" fmla="*/ 23602 h 161396"/>
                <a:gd name="connsiteX6" fmla="*/ 143827 w 176654"/>
                <a:gd name="connsiteY6" fmla="*/ 87 h 161396"/>
                <a:gd name="connsiteX7" fmla="*/ 106580 w 176654"/>
                <a:gd name="connsiteY7" fmla="*/ 27165 h 161396"/>
                <a:gd name="connsiteX8" fmla="*/ 68270 w 176654"/>
                <a:gd name="connsiteY8" fmla="*/ 87 h 161396"/>
                <a:gd name="connsiteX9" fmla="*/ 11159 w 176654"/>
                <a:gd name="connsiteY9" fmla="*/ 54955 h 161396"/>
                <a:gd name="connsiteX10" fmla="*/ 15415 w 176654"/>
                <a:gd name="connsiteY10" fmla="*/ 58518 h 161396"/>
                <a:gd name="connsiteX11" fmla="*/ 20027 w 176654"/>
                <a:gd name="connsiteY11" fmla="*/ 54598 h 161396"/>
                <a:gd name="connsiteX12" fmla="*/ 67560 w 176654"/>
                <a:gd name="connsiteY12" fmla="*/ 7925 h 161396"/>
                <a:gd name="connsiteX13" fmla="*/ 86716 w 176654"/>
                <a:gd name="connsiteY13" fmla="*/ 31796 h 161396"/>
                <a:gd name="connsiteX14" fmla="*/ 67560 w 176654"/>
                <a:gd name="connsiteY14" fmla="*/ 116592 h 161396"/>
                <a:gd name="connsiteX15" fmla="*/ 33861 w 176654"/>
                <a:gd name="connsiteY15" fmla="*/ 153645 h 161396"/>
                <a:gd name="connsiteX16" fmla="*/ 16125 w 176654"/>
                <a:gd name="connsiteY16" fmla="*/ 149014 h 161396"/>
                <a:gd name="connsiteX17" fmla="*/ 32797 w 176654"/>
                <a:gd name="connsiteY17" fmla="*/ 129774 h 161396"/>
                <a:gd name="connsiteX18" fmla="*/ 19672 w 176654"/>
                <a:gd name="connsiteY18" fmla="*/ 117304 h 161396"/>
                <a:gd name="connsiteX19" fmla="*/ 162 w 176654"/>
                <a:gd name="connsiteY19" fmla="*/ 137969 h 161396"/>
                <a:gd name="connsiteX20" fmla="*/ 33506 w 176654"/>
                <a:gd name="connsiteY20" fmla="*/ 161484 h 161396"/>
                <a:gd name="connsiteX21" fmla="*/ 70753 w 176654"/>
                <a:gd name="connsiteY21" fmla="*/ 134406 h 161396"/>
                <a:gd name="connsiteX22" fmla="*/ 109063 w 176654"/>
                <a:gd name="connsiteY22" fmla="*/ 161484 h 161396"/>
                <a:gd name="connsiteX23" fmla="*/ 165820 w 176654"/>
                <a:gd name="connsiteY23" fmla="*/ 106616 h 161396"/>
                <a:gd name="connsiteX24" fmla="*/ 161563 w 176654"/>
                <a:gd name="connsiteY24" fmla="*/ 103053 h 161396"/>
                <a:gd name="connsiteX25" fmla="*/ 156952 w 176654"/>
                <a:gd name="connsiteY25" fmla="*/ 106972 h 161396"/>
                <a:gd name="connsiteX26" fmla="*/ 109773 w 176654"/>
                <a:gd name="connsiteY26" fmla="*/ 153645 h 161396"/>
                <a:gd name="connsiteX27" fmla="*/ 90263 w 176654"/>
                <a:gd name="connsiteY27" fmla="*/ 130131 h 161396"/>
                <a:gd name="connsiteX28" fmla="*/ 96293 w 176654"/>
                <a:gd name="connsiteY28" fmla="*/ 98778 h 161396"/>
                <a:gd name="connsiteX29" fmla="*/ 108354 w 176654"/>
                <a:gd name="connsiteY29" fmla="*/ 49967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54" h="161396">
                  <a:moveTo>
                    <a:pt x="108354" y="49967"/>
                  </a:moveTo>
                  <a:cubicBezTo>
                    <a:pt x="110482" y="40703"/>
                    <a:pt x="118641" y="7925"/>
                    <a:pt x="143472" y="7925"/>
                  </a:cubicBezTo>
                  <a:cubicBezTo>
                    <a:pt x="145246" y="7925"/>
                    <a:pt x="153759" y="7925"/>
                    <a:pt x="161208" y="12557"/>
                  </a:cubicBezTo>
                  <a:cubicBezTo>
                    <a:pt x="151276" y="14338"/>
                    <a:pt x="144181" y="23245"/>
                    <a:pt x="144181" y="31796"/>
                  </a:cubicBezTo>
                  <a:cubicBezTo>
                    <a:pt x="144181" y="37497"/>
                    <a:pt x="148083" y="44266"/>
                    <a:pt x="157661" y="44266"/>
                  </a:cubicBezTo>
                  <a:cubicBezTo>
                    <a:pt x="165465" y="44266"/>
                    <a:pt x="176816" y="37853"/>
                    <a:pt x="176816" y="23602"/>
                  </a:cubicBezTo>
                  <a:cubicBezTo>
                    <a:pt x="176816" y="5075"/>
                    <a:pt x="155888" y="87"/>
                    <a:pt x="143827" y="87"/>
                  </a:cubicBezTo>
                  <a:cubicBezTo>
                    <a:pt x="123253" y="87"/>
                    <a:pt x="110837" y="18970"/>
                    <a:pt x="106580" y="27165"/>
                  </a:cubicBezTo>
                  <a:cubicBezTo>
                    <a:pt x="97712" y="3650"/>
                    <a:pt x="78557" y="87"/>
                    <a:pt x="68270" y="87"/>
                  </a:cubicBezTo>
                  <a:cubicBezTo>
                    <a:pt x="31378" y="87"/>
                    <a:pt x="11159" y="46048"/>
                    <a:pt x="11159" y="54955"/>
                  </a:cubicBezTo>
                  <a:cubicBezTo>
                    <a:pt x="11159" y="58518"/>
                    <a:pt x="14706" y="58518"/>
                    <a:pt x="15415" y="58518"/>
                  </a:cubicBezTo>
                  <a:cubicBezTo>
                    <a:pt x="18253" y="58518"/>
                    <a:pt x="19317" y="57805"/>
                    <a:pt x="20027" y="54598"/>
                  </a:cubicBezTo>
                  <a:cubicBezTo>
                    <a:pt x="32087" y="16832"/>
                    <a:pt x="55499" y="7925"/>
                    <a:pt x="67560" y="7925"/>
                  </a:cubicBezTo>
                  <a:cubicBezTo>
                    <a:pt x="74300" y="7925"/>
                    <a:pt x="86716" y="11132"/>
                    <a:pt x="86716" y="31796"/>
                  </a:cubicBezTo>
                  <a:cubicBezTo>
                    <a:pt x="86716" y="42841"/>
                    <a:pt x="80685" y="66712"/>
                    <a:pt x="67560" y="116592"/>
                  </a:cubicBezTo>
                  <a:cubicBezTo>
                    <a:pt x="61885" y="138682"/>
                    <a:pt x="49469" y="153645"/>
                    <a:pt x="33861" y="153645"/>
                  </a:cubicBezTo>
                  <a:cubicBezTo>
                    <a:pt x="31733" y="153645"/>
                    <a:pt x="23574" y="153645"/>
                    <a:pt x="16125" y="149014"/>
                  </a:cubicBezTo>
                  <a:cubicBezTo>
                    <a:pt x="24993" y="147232"/>
                    <a:pt x="32797" y="139750"/>
                    <a:pt x="32797" y="129774"/>
                  </a:cubicBezTo>
                  <a:cubicBezTo>
                    <a:pt x="32797" y="120155"/>
                    <a:pt x="24993" y="117304"/>
                    <a:pt x="19672" y="117304"/>
                  </a:cubicBezTo>
                  <a:cubicBezTo>
                    <a:pt x="9030" y="117304"/>
                    <a:pt x="162" y="126568"/>
                    <a:pt x="162" y="137969"/>
                  </a:cubicBezTo>
                  <a:cubicBezTo>
                    <a:pt x="162" y="154358"/>
                    <a:pt x="17898" y="161484"/>
                    <a:pt x="33506" y="161484"/>
                  </a:cubicBezTo>
                  <a:cubicBezTo>
                    <a:pt x="56918" y="161484"/>
                    <a:pt x="69689" y="136544"/>
                    <a:pt x="70753" y="134406"/>
                  </a:cubicBezTo>
                  <a:cubicBezTo>
                    <a:pt x="75010" y="147589"/>
                    <a:pt x="87780" y="161484"/>
                    <a:pt x="109063" y="161484"/>
                  </a:cubicBezTo>
                  <a:cubicBezTo>
                    <a:pt x="145600" y="161484"/>
                    <a:pt x="165820" y="115523"/>
                    <a:pt x="165820" y="106616"/>
                  </a:cubicBezTo>
                  <a:cubicBezTo>
                    <a:pt x="165820" y="103053"/>
                    <a:pt x="162627" y="103053"/>
                    <a:pt x="161563" y="103053"/>
                  </a:cubicBezTo>
                  <a:cubicBezTo>
                    <a:pt x="158371" y="103053"/>
                    <a:pt x="157661" y="104478"/>
                    <a:pt x="156952" y="106972"/>
                  </a:cubicBezTo>
                  <a:cubicBezTo>
                    <a:pt x="145246" y="145095"/>
                    <a:pt x="121124" y="153645"/>
                    <a:pt x="109773" y="153645"/>
                  </a:cubicBezTo>
                  <a:cubicBezTo>
                    <a:pt x="95938" y="153645"/>
                    <a:pt x="90263" y="142244"/>
                    <a:pt x="90263" y="130131"/>
                  </a:cubicBezTo>
                  <a:cubicBezTo>
                    <a:pt x="90263" y="122292"/>
                    <a:pt x="92391" y="114454"/>
                    <a:pt x="96293" y="98778"/>
                  </a:cubicBezTo>
                  <a:lnTo>
                    <a:pt x="108354" y="49967"/>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8" name="Freeform: Shape 57">
              <a:extLst>
                <a:ext uri="{FF2B5EF4-FFF2-40B4-BE49-F238E27FC236}">
                  <a16:creationId xmlns:a16="http://schemas.microsoft.com/office/drawing/2014/main" id="{5A3E4CBB-610E-4E91-9C7E-48F154C30E72}"/>
                </a:ext>
              </a:extLst>
            </p:cNvPr>
            <p:cNvSpPr/>
            <p:nvPr/>
          </p:nvSpPr>
          <p:spPr>
            <a:xfrm>
              <a:off x="7450318" y="5049725"/>
              <a:ext cx="82296" cy="356284"/>
            </a:xfrm>
            <a:custGeom>
              <a:avLst/>
              <a:gdLst>
                <a:gd name="connsiteX0" fmla="*/ 82465 w 82296"/>
                <a:gd name="connsiteY0" fmla="*/ 178229 h 356284"/>
                <a:gd name="connsiteX1" fmla="*/ 59053 w 82296"/>
                <a:gd name="connsiteY1" fmla="*/ 67068 h 356284"/>
                <a:gd name="connsiteX2" fmla="*/ 3715 w 82296"/>
                <a:gd name="connsiteY2" fmla="*/ 87 h 356284"/>
                <a:gd name="connsiteX3" fmla="*/ 168 w 82296"/>
                <a:gd name="connsiteY3" fmla="*/ 3650 h 356284"/>
                <a:gd name="connsiteX4" fmla="*/ 6908 w 82296"/>
                <a:gd name="connsiteY4" fmla="*/ 11844 h 356284"/>
                <a:gd name="connsiteX5" fmla="*/ 61890 w 82296"/>
                <a:gd name="connsiteY5" fmla="*/ 178229 h 356284"/>
                <a:gd name="connsiteX6" fmla="*/ 4779 w 82296"/>
                <a:gd name="connsiteY6" fmla="*/ 346752 h 356284"/>
                <a:gd name="connsiteX7" fmla="*/ 168 w 82296"/>
                <a:gd name="connsiteY7" fmla="*/ 352808 h 356284"/>
                <a:gd name="connsiteX8" fmla="*/ 3715 w 82296"/>
                <a:gd name="connsiteY8" fmla="*/ 356371 h 356284"/>
                <a:gd name="connsiteX9" fmla="*/ 60117 w 82296"/>
                <a:gd name="connsiteY9" fmla="*/ 286896 h 356284"/>
                <a:gd name="connsiteX10" fmla="*/ 82465 w 82296"/>
                <a:gd name="connsiteY10" fmla="*/ 178229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465" y="178229"/>
                  </a:moveTo>
                  <a:cubicBezTo>
                    <a:pt x="82465" y="150439"/>
                    <a:pt x="78563" y="107328"/>
                    <a:pt x="59053" y="67068"/>
                  </a:cubicBezTo>
                  <a:cubicBezTo>
                    <a:pt x="37769" y="23245"/>
                    <a:pt x="7262" y="87"/>
                    <a:pt x="3715" y="87"/>
                  </a:cubicBezTo>
                  <a:cubicBezTo>
                    <a:pt x="1587" y="87"/>
                    <a:pt x="168" y="1512"/>
                    <a:pt x="168" y="3650"/>
                  </a:cubicBezTo>
                  <a:cubicBezTo>
                    <a:pt x="168" y="4719"/>
                    <a:pt x="168" y="5431"/>
                    <a:pt x="6908" y="11844"/>
                  </a:cubicBezTo>
                  <a:cubicBezTo>
                    <a:pt x="41671" y="47116"/>
                    <a:pt x="61890" y="103766"/>
                    <a:pt x="61890" y="178229"/>
                  </a:cubicBezTo>
                  <a:cubicBezTo>
                    <a:pt x="61890" y="239154"/>
                    <a:pt x="48765" y="301860"/>
                    <a:pt x="4779" y="346752"/>
                  </a:cubicBezTo>
                  <a:cubicBezTo>
                    <a:pt x="168" y="351027"/>
                    <a:pt x="168" y="351740"/>
                    <a:pt x="168" y="352808"/>
                  </a:cubicBezTo>
                  <a:cubicBezTo>
                    <a:pt x="168" y="354946"/>
                    <a:pt x="1587" y="356371"/>
                    <a:pt x="3715" y="356371"/>
                  </a:cubicBezTo>
                  <a:cubicBezTo>
                    <a:pt x="7262" y="356371"/>
                    <a:pt x="39188" y="332144"/>
                    <a:pt x="60117" y="286896"/>
                  </a:cubicBezTo>
                  <a:cubicBezTo>
                    <a:pt x="78208" y="247705"/>
                    <a:pt x="82465" y="208157"/>
                    <a:pt x="82465" y="178229"/>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9" name="Freeform: Shape 58">
              <a:extLst>
                <a:ext uri="{FF2B5EF4-FFF2-40B4-BE49-F238E27FC236}">
                  <a16:creationId xmlns:a16="http://schemas.microsoft.com/office/drawing/2014/main" id="{A5E51B13-F0D6-B5AC-FAC1-0638E9D2B16F}"/>
                </a:ext>
              </a:extLst>
            </p:cNvPr>
            <p:cNvSpPr/>
            <p:nvPr/>
          </p:nvSpPr>
          <p:spPr>
            <a:xfrm>
              <a:off x="7686445" y="5186182"/>
              <a:ext cx="235894" cy="83370"/>
            </a:xfrm>
            <a:custGeom>
              <a:avLst/>
              <a:gdLst>
                <a:gd name="connsiteX0" fmla="*/ 224008 w 235894"/>
                <a:gd name="connsiteY0" fmla="*/ 14338 h 83370"/>
                <a:gd name="connsiteX1" fmla="*/ 236068 w 235894"/>
                <a:gd name="connsiteY1" fmla="*/ 7213 h 83370"/>
                <a:gd name="connsiteX2" fmla="*/ 224362 w 235894"/>
                <a:gd name="connsiteY2" fmla="*/ 87 h 83370"/>
                <a:gd name="connsiteX3" fmla="*/ 11880 w 235894"/>
                <a:gd name="connsiteY3" fmla="*/ 87 h 83370"/>
                <a:gd name="connsiteX4" fmla="*/ 174 w 235894"/>
                <a:gd name="connsiteY4" fmla="*/ 7213 h 83370"/>
                <a:gd name="connsiteX5" fmla="*/ 12235 w 235894"/>
                <a:gd name="connsiteY5" fmla="*/ 14338 h 83370"/>
                <a:gd name="connsiteX6" fmla="*/ 224008 w 235894"/>
                <a:gd name="connsiteY6" fmla="*/ 14338 h 83370"/>
                <a:gd name="connsiteX7" fmla="*/ 224362 w 235894"/>
                <a:gd name="connsiteY7" fmla="*/ 83457 h 83370"/>
                <a:gd name="connsiteX8" fmla="*/ 236068 w 235894"/>
                <a:gd name="connsiteY8" fmla="*/ 76332 h 83370"/>
                <a:gd name="connsiteX9" fmla="*/ 224008 w 235894"/>
                <a:gd name="connsiteY9" fmla="*/ 69206 h 83370"/>
                <a:gd name="connsiteX10" fmla="*/ 12235 w 235894"/>
                <a:gd name="connsiteY10" fmla="*/ 69206 h 83370"/>
                <a:gd name="connsiteX11" fmla="*/ 174 w 235894"/>
                <a:gd name="connsiteY11" fmla="*/ 76332 h 83370"/>
                <a:gd name="connsiteX12" fmla="*/ 11880 w 235894"/>
                <a:gd name="connsiteY12" fmla="*/ 83457 h 83370"/>
                <a:gd name="connsiteX13" fmla="*/ 224362 w 235894"/>
                <a:gd name="connsiteY13" fmla="*/ 83457 h 8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894" h="83370">
                  <a:moveTo>
                    <a:pt x="224008" y="14338"/>
                  </a:moveTo>
                  <a:cubicBezTo>
                    <a:pt x="229329" y="14338"/>
                    <a:pt x="236068" y="14338"/>
                    <a:pt x="236068" y="7213"/>
                  </a:cubicBezTo>
                  <a:cubicBezTo>
                    <a:pt x="236068" y="87"/>
                    <a:pt x="229329" y="87"/>
                    <a:pt x="224362" y="87"/>
                  </a:cubicBezTo>
                  <a:lnTo>
                    <a:pt x="11880" y="87"/>
                  </a:lnTo>
                  <a:cubicBezTo>
                    <a:pt x="6914" y="87"/>
                    <a:pt x="174" y="87"/>
                    <a:pt x="174" y="7213"/>
                  </a:cubicBezTo>
                  <a:cubicBezTo>
                    <a:pt x="174" y="14338"/>
                    <a:pt x="6914" y="14338"/>
                    <a:pt x="12235" y="14338"/>
                  </a:cubicBezTo>
                  <a:lnTo>
                    <a:pt x="224008" y="14338"/>
                  </a:lnTo>
                  <a:close/>
                  <a:moveTo>
                    <a:pt x="224362" y="83457"/>
                  </a:moveTo>
                  <a:cubicBezTo>
                    <a:pt x="229329" y="83457"/>
                    <a:pt x="236068" y="83457"/>
                    <a:pt x="236068" y="76332"/>
                  </a:cubicBezTo>
                  <a:cubicBezTo>
                    <a:pt x="236068" y="69206"/>
                    <a:pt x="229329" y="69206"/>
                    <a:pt x="224008" y="69206"/>
                  </a:cubicBezTo>
                  <a:lnTo>
                    <a:pt x="12235" y="69206"/>
                  </a:lnTo>
                  <a:cubicBezTo>
                    <a:pt x="6914" y="69206"/>
                    <a:pt x="174" y="69206"/>
                    <a:pt x="174" y="76332"/>
                  </a:cubicBezTo>
                  <a:cubicBezTo>
                    <a:pt x="174" y="83457"/>
                    <a:pt x="6914" y="83457"/>
                    <a:pt x="11880" y="83457"/>
                  </a:cubicBezTo>
                  <a:lnTo>
                    <a:pt x="224362" y="83457"/>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0" name="Freeform: Shape 59">
              <a:extLst>
                <a:ext uri="{FF2B5EF4-FFF2-40B4-BE49-F238E27FC236}">
                  <a16:creationId xmlns:a16="http://schemas.microsoft.com/office/drawing/2014/main" id="{FBF49B20-4C44-7486-EDC5-300E13868459}"/>
                </a:ext>
              </a:extLst>
            </p:cNvPr>
            <p:cNvSpPr/>
            <p:nvPr/>
          </p:nvSpPr>
          <p:spPr>
            <a:xfrm>
              <a:off x="8614665" y="4838624"/>
              <a:ext cx="117060" cy="237285"/>
            </a:xfrm>
            <a:custGeom>
              <a:avLst/>
              <a:gdLst>
                <a:gd name="connsiteX0" fmla="*/ 72919 w 117060"/>
                <a:gd name="connsiteY0" fmla="*/ 9344 h 237285"/>
                <a:gd name="connsiteX1" fmla="*/ 64761 w 117060"/>
                <a:gd name="connsiteY1" fmla="*/ 80 h 237285"/>
                <a:gd name="connsiteX2" fmla="*/ 200 w 117060"/>
                <a:gd name="connsiteY2" fmla="*/ 22882 h 237285"/>
                <a:gd name="connsiteX3" fmla="*/ 200 w 117060"/>
                <a:gd name="connsiteY3" fmla="*/ 33927 h 237285"/>
                <a:gd name="connsiteX4" fmla="*/ 46669 w 117060"/>
                <a:gd name="connsiteY4" fmla="*/ 24664 h 237285"/>
                <a:gd name="connsiteX5" fmla="*/ 46669 w 117060"/>
                <a:gd name="connsiteY5" fmla="*/ 209219 h 237285"/>
                <a:gd name="connsiteX6" fmla="*/ 13680 w 117060"/>
                <a:gd name="connsiteY6" fmla="*/ 226321 h 237285"/>
                <a:gd name="connsiteX7" fmla="*/ 2328 w 117060"/>
                <a:gd name="connsiteY7" fmla="*/ 226321 h 237285"/>
                <a:gd name="connsiteX8" fmla="*/ 2328 w 117060"/>
                <a:gd name="connsiteY8" fmla="*/ 237366 h 237285"/>
                <a:gd name="connsiteX9" fmla="*/ 59794 w 117060"/>
                <a:gd name="connsiteY9" fmla="*/ 236297 h 237285"/>
                <a:gd name="connsiteX10" fmla="*/ 117260 w 117060"/>
                <a:gd name="connsiteY10" fmla="*/ 237366 h 237285"/>
                <a:gd name="connsiteX11" fmla="*/ 117260 w 117060"/>
                <a:gd name="connsiteY11" fmla="*/ 226321 h 237285"/>
                <a:gd name="connsiteX12" fmla="*/ 105909 w 117060"/>
                <a:gd name="connsiteY12" fmla="*/ 226321 h 237285"/>
                <a:gd name="connsiteX13" fmla="*/ 72919 w 117060"/>
                <a:gd name="connsiteY13" fmla="*/ 209219 h 237285"/>
                <a:gd name="connsiteX14" fmla="*/ 72919 w 117060"/>
                <a:gd name="connsiteY14" fmla="*/ 9344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060" h="237285">
                  <a:moveTo>
                    <a:pt x="72919" y="9344"/>
                  </a:moveTo>
                  <a:cubicBezTo>
                    <a:pt x="72919" y="793"/>
                    <a:pt x="72919" y="80"/>
                    <a:pt x="64761" y="80"/>
                  </a:cubicBezTo>
                  <a:cubicBezTo>
                    <a:pt x="42767" y="22882"/>
                    <a:pt x="11551" y="22882"/>
                    <a:pt x="200" y="22882"/>
                  </a:cubicBezTo>
                  <a:lnTo>
                    <a:pt x="200" y="33927"/>
                  </a:lnTo>
                  <a:cubicBezTo>
                    <a:pt x="7295" y="33927"/>
                    <a:pt x="28224" y="33927"/>
                    <a:pt x="46669" y="24664"/>
                  </a:cubicBezTo>
                  <a:lnTo>
                    <a:pt x="46669" y="209219"/>
                  </a:lnTo>
                  <a:cubicBezTo>
                    <a:pt x="46669" y="222045"/>
                    <a:pt x="45605" y="226321"/>
                    <a:pt x="13680" y="226321"/>
                  </a:cubicBezTo>
                  <a:lnTo>
                    <a:pt x="2328" y="226321"/>
                  </a:lnTo>
                  <a:lnTo>
                    <a:pt x="2328" y="237366"/>
                  </a:lnTo>
                  <a:cubicBezTo>
                    <a:pt x="14744" y="236297"/>
                    <a:pt x="45605" y="236297"/>
                    <a:pt x="59794" y="236297"/>
                  </a:cubicBezTo>
                  <a:cubicBezTo>
                    <a:pt x="73983" y="236297"/>
                    <a:pt x="104845" y="236297"/>
                    <a:pt x="117260" y="237366"/>
                  </a:cubicBezTo>
                  <a:lnTo>
                    <a:pt x="117260" y="226321"/>
                  </a:lnTo>
                  <a:lnTo>
                    <a:pt x="105909" y="226321"/>
                  </a:lnTo>
                  <a:cubicBezTo>
                    <a:pt x="73983" y="226321"/>
                    <a:pt x="72919" y="222402"/>
                    <a:pt x="72919" y="209219"/>
                  </a:cubicBezTo>
                  <a:lnTo>
                    <a:pt x="72919" y="934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1" name="Freeform: Shape 60">
              <a:extLst>
                <a:ext uri="{FF2B5EF4-FFF2-40B4-BE49-F238E27FC236}">
                  <a16:creationId xmlns:a16="http://schemas.microsoft.com/office/drawing/2014/main" id="{D6BB33B1-7023-0CFB-89B8-C57232DF6CB2}"/>
                </a:ext>
              </a:extLst>
            </p:cNvPr>
            <p:cNvSpPr/>
            <p:nvPr/>
          </p:nvSpPr>
          <p:spPr>
            <a:xfrm>
              <a:off x="8083581" y="5220742"/>
              <a:ext cx="1176390" cy="14250"/>
            </a:xfrm>
            <a:custGeom>
              <a:avLst/>
              <a:gdLst>
                <a:gd name="connsiteX0" fmla="*/ 0 w 1176390"/>
                <a:gd name="connsiteY0" fmla="*/ 0 h 14250"/>
                <a:gd name="connsiteX1" fmla="*/ 1176390 w 1176390"/>
                <a:gd name="connsiteY1" fmla="*/ 0 h 14250"/>
                <a:gd name="connsiteX2" fmla="*/ 1176390 w 1176390"/>
                <a:gd name="connsiteY2" fmla="*/ 14251 h 14250"/>
                <a:gd name="connsiteX3" fmla="*/ 0 w 1176390"/>
                <a:gd name="connsiteY3" fmla="*/ 14251 h 14250"/>
              </a:gdLst>
              <a:ahLst/>
              <a:cxnLst>
                <a:cxn ang="0">
                  <a:pos x="connsiteX0" y="connsiteY0"/>
                </a:cxn>
                <a:cxn ang="0">
                  <a:pos x="connsiteX1" y="connsiteY1"/>
                </a:cxn>
                <a:cxn ang="0">
                  <a:pos x="connsiteX2" y="connsiteY2"/>
                </a:cxn>
                <a:cxn ang="0">
                  <a:pos x="connsiteX3" y="connsiteY3"/>
                </a:cxn>
              </a:cxnLst>
              <a:rect l="l" t="t" r="r" b="b"/>
              <a:pathLst>
                <a:path w="1176390" h="14250">
                  <a:moveTo>
                    <a:pt x="0" y="0"/>
                  </a:moveTo>
                  <a:lnTo>
                    <a:pt x="1176390" y="0"/>
                  </a:lnTo>
                  <a:lnTo>
                    <a:pt x="1176390" y="14251"/>
                  </a:lnTo>
                  <a:lnTo>
                    <a:pt x="0" y="1425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2" name="Freeform: Shape 61">
              <a:extLst>
                <a:ext uri="{FF2B5EF4-FFF2-40B4-BE49-F238E27FC236}">
                  <a16:creationId xmlns:a16="http://schemas.microsoft.com/office/drawing/2014/main" id="{62573524-B837-2651-F3DC-06081FEE1D75}"/>
                </a:ext>
              </a:extLst>
            </p:cNvPr>
            <p:cNvSpPr/>
            <p:nvPr/>
          </p:nvSpPr>
          <p:spPr>
            <a:xfrm>
              <a:off x="8115152" y="5324046"/>
              <a:ext cx="117060" cy="237285"/>
            </a:xfrm>
            <a:custGeom>
              <a:avLst/>
              <a:gdLst>
                <a:gd name="connsiteX0" fmla="*/ 72905 w 117060"/>
                <a:gd name="connsiteY0" fmla="*/ 9357 h 237285"/>
                <a:gd name="connsiteX1" fmla="*/ 64746 w 117060"/>
                <a:gd name="connsiteY1" fmla="*/ 94 h 237285"/>
                <a:gd name="connsiteX2" fmla="*/ 186 w 117060"/>
                <a:gd name="connsiteY2" fmla="*/ 22896 h 237285"/>
                <a:gd name="connsiteX3" fmla="*/ 186 w 117060"/>
                <a:gd name="connsiteY3" fmla="*/ 33941 h 237285"/>
                <a:gd name="connsiteX4" fmla="*/ 46655 w 117060"/>
                <a:gd name="connsiteY4" fmla="*/ 24677 h 237285"/>
                <a:gd name="connsiteX5" fmla="*/ 46655 w 117060"/>
                <a:gd name="connsiteY5" fmla="*/ 209233 h 237285"/>
                <a:gd name="connsiteX6" fmla="*/ 13666 w 117060"/>
                <a:gd name="connsiteY6" fmla="*/ 226334 h 237285"/>
                <a:gd name="connsiteX7" fmla="*/ 2314 w 117060"/>
                <a:gd name="connsiteY7" fmla="*/ 226334 h 237285"/>
                <a:gd name="connsiteX8" fmla="*/ 2314 w 117060"/>
                <a:gd name="connsiteY8" fmla="*/ 237379 h 237285"/>
                <a:gd name="connsiteX9" fmla="*/ 59780 w 117060"/>
                <a:gd name="connsiteY9" fmla="*/ 236310 h 237285"/>
                <a:gd name="connsiteX10" fmla="*/ 117246 w 117060"/>
                <a:gd name="connsiteY10" fmla="*/ 237379 h 237285"/>
                <a:gd name="connsiteX11" fmla="*/ 117246 w 117060"/>
                <a:gd name="connsiteY11" fmla="*/ 226334 h 237285"/>
                <a:gd name="connsiteX12" fmla="*/ 105895 w 117060"/>
                <a:gd name="connsiteY12" fmla="*/ 226334 h 237285"/>
                <a:gd name="connsiteX13" fmla="*/ 72905 w 117060"/>
                <a:gd name="connsiteY13" fmla="*/ 209233 h 237285"/>
                <a:gd name="connsiteX14" fmla="*/ 72905 w 117060"/>
                <a:gd name="connsiteY14" fmla="*/ 9357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060" h="237285">
                  <a:moveTo>
                    <a:pt x="72905" y="9357"/>
                  </a:moveTo>
                  <a:cubicBezTo>
                    <a:pt x="72905" y="806"/>
                    <a:pt x="72905" y="94"/>
                    <a:pt x="64746" y="94"/>
                  </a:cubicBezTo>
                  <a:cubicBezTo>
                    <a:pt x="42753" y="22896"/>
                    <a:pt x="11537" y="22896"/>
                    <a:pt x="186" y="22896"/>
                  </a:cubicBezTo>
                  <a:lnTo>
                    <a:pt x="186" y="33941"/>
                  </a:lnTo>
                  <a:cubicBezTo>
                    <a:pt x="7281" y="33941"/>
                    <a:pt x="28210" y="33941"/>
                    <a:pt x="46655" y="24677"/>
                  </a:cubicBezTo>
                  <a:lnTo>
                    <a:pt x="46655" y="209233"/>
                  </a:lnTo>
                  <a:cubicBezTo>
                    <a:pt x="46655" y="222059"/>
                    <a:pt x="45591" y="226334"/>
                    <a:pt x="13666" y="226334"/>
                  </a:cubicBezTo>
                  <a:lnTo>
                    <a:pt x="2314" y="226334"/>
                  </a:lnTo>
                  <a:lnTo>
                    <a:pt x="2314" y="237379"/>
                  </a:lnTo>
                  <a:cubicBezTo>
                    <a:pt x="14730" y="236310"/>
                    <a:pt x="45591" y="236310"/>
                    <a:pt x="59780" y="236310"/>
                  </a:cubicBezTo>
                  <a:cubicBezTo>
                    <a:pt x="73969" y="236310"/>
                    <a:pt x="104831" y="236310"/>
                    <a:pt x="117246" y="237379"/>
                  </a:cubicBezTo>
                  <a:lnTo>
                    <a:pt x="117246" y="226334"/>
                  </a:lnTo>
                  <a:lnTo>
                    <a:pt x="105895" y="226334"/>
                  </a:lnTo>
                  <a:cubicBezTo>
                    <a:pt x="73969" y="226334"/>
                    <a:pt x="72905" y="222415"/>
                    <a:pt x="72905" y="209233"/>
                  </a:cubicBezTo>
                  <a:lnTo>
                    <a:pt x="72905" y="9357"/>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3" name="Freeform: Shape 62">
              <a:extLst>
                <a:ext uri="{FF2B5EF4-FFF2-40B4-BE49-F238E27FC236}">
                  <a16:creationId xmlns:a16="http://schemas.microsoft.com/office/drawing/2014/main" id="{B45678FA-3382-E0A8-A2AC-736249714B38}"/>
                </a:ext>
              </a:extLst>
            </p:cNvPr>
            <p:cNvSpPr/>
            <p:nvPr/>
          </p:nvSpPr>
          <p:spPr>
            <a:xfrm>
              <a:off x="8359637" y="5353618"/>
              <a:ext cx="235894" cy="237285"/>
            </a:xfrm>
            <a:custGeom>
              <a:avLst/>
              <a:gdLst>
                <a:gd name="connsiteX0" fmla="*/ 125412 w 235894"/>
                <a:gd name="connsiteY0" fmla="*/ 125862 h 237285"/>
                <a:gd name="connsiteX1" fmla="*/ 224381 w 235894"/>
                <a:gd name="connsiteY1" fmla="*/ 125862 h 237285"/>
                <a:gd name="connsiteX2" fmla="*/ 236087 w 235894"/>
                <a:gd name="connsiteY2" fmla="*/ 118736 h 237285"/>
                <a:gd name="connsiteX3" fmla="*/ 224381 w 235894"/>
                <a:gd name="connsiteY3" fmla="*/ 111611 h 237285"/>
                <a:gd name="connsiteX4" fmla="*/ 125412 w 235894"/>
                <a:gd name="connsiteY4" fmla="*/ 111611 h 237285"/>
                <a:gd name="connsiteX5" fmla="*/ 125412 w 235894"/>
                <a:gd name="connsiteY5" fmla="*/ 11851 h 237285"/>
                <a:gd name="connsiteX6" fmla="*/ 118318 w 235894"/>
                <a:gd name="connsiteY6" fmla="*/ 94 h 237285"/>
                <a:gd name="connsiteX7" fmla="*/ 111223 w 235894"/>
                <a:gd name="connsiteY7" fmla="*/ 11851 h 237285"/>
                <a:gd name="connsiteX8" fmla="*/ 111223 w 235894"/>
                <a:gd name="connsiteY8" fmla="*/ 111611 h 237285"/>
                <a:gd name="connsiteX9" fmla="*/ 11899 w 235894"/>
                <a:gd name="connsiteY9" fmla="*/ 111611 h 237285"/>
                <a:gd name="connsiteX10" fmla="*/ 193 w 235894"/>
                <a:gd name="connsiteY10" fmla="*/ 118736 h 237285"/>
                <a:gd name="connsiteX11" fmla="*/ 11899 w 235894"/>
                <a:gd name="connsiteY11" fmla="*/ 125862 h 237285"/>
                <a:gd name="connsiteX12" fmla="*/ 111223 w 235894"/>
                <a:gd name="connsiteY12" fmla="*/ 125862 h 237285"/>
                <a:gd name="connsiteX13" fmla="*/ 111223 w 235894"/>
                <a:gd name="connsiteY13" fmla="*/ 225622 h 237285"/>
                <a:gd name="connsiteX14" fmla="*/ 118318 w 235894"/>
                <a:gd name="connsiteY14" fmla="*/ 237379 h 237285"/>
                <a:gd name="connsiteX15" fmla="*/ 125412 w 235894"/>
                <a:gd name="connsiteY15" fmla="*/ 225622 h 237285"/>
                <a:gd name="connsiteX16" fmla="*/ 125412 w 235894"/>
                <a:gd name="connsiteY16" fmla="*/ 125862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894" h="237285">
                  <a:moveTo>
                    <a:pt x="125412" y="125862"/>
                  </a:moveTo>
                  <a:lnTo>
                    <a:pt x="224381" y="125862"/>
                  </a:lnTo>
                  <a:cubicBezTo>
                    <a:pt x="229347" y="125862"/>
                    <a:pt x="236087" y="125862"/>
                    <a:pt x="236087" y="118736"/>
                  </a:cubicBezTo>
                  <a:cubicBezTo>
                    <a:pt x="236087" y="111611"/>
                    <a:pt x="229347" y="111611"/>
                    <a:pt x="224381" y="111611"/>
                  </a:cubicBezTo>
                  <a:lnTo>
                    <a:pt x="125412" y="111611"/>
                  </a:lnTo>
                  <a:lnTo>
                    <a:pt x="125412" y="11851"/>
                  </a:lnTo>
                  <a:cubicBezTo>
                    <a:pt x="125412" y="6863"/>
                    <a:pt x="125412" y="94"/>
                    <a:pt x="118318" y="94"/>
                  </a:cubicBezTo>
                  <a:cubicBezTo>
                    <a:pt x="111223" y="94"/>
                    <a:pt x="111223" y="6863"/>
                    <a:pt x="111223" y="11851"/>
                  </a:cubicBezTo>
                  <a:lnTo>
                    <a:pt x="111223" y="111611"/>
                  </a:lnTo>
                  <a:lnTo>
                    <a:pt x="11899" y="111611"/>
                  </a:lnTo>
                  <a:cubicBezTo>
                    <a:pt x="6933" y="111611"/>
                    <a:pt x="193" y="111611"/>
                    <a:pt x="193" y="118736"/>
                  </a:cubicBezTo>
                  <a:cubicBezTo>
                    <a:pt x="193" y="125862"/>
                    <a:pt x="6933" y="125862"/>
                    <a:pt x="11899" y="125862"/>
                  </a:cubicBezTo>
                  <a:lnTo>
                    <a:pt x="111223" y="125862"/>
                  </a:lnTo>
                  <a:lnTo>
                    <a:pt x="111223" y="225622"/>
                  </a:lnTo>
                  <a:cubicBezTo>
                    <a:pt x="111223" y="230610"/>
                    <a:pt x="111223" y="237379"/>
                    <a:pt x="118318" y="237379"/>
                  </a:cubicBezTo>
                  <a:cubicBezTo>
                    <a:pt x="125412" y="237379"/>
                    <a:pt x="125412" y="230610"/>
                    <a:pt x="125412" y="225622"/>
                  </a:cubicBezTo>
                  <a:lnTo>
                    <a:pt x="125412" y="12586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4" name="Freeform: Shape 63">
              <a:extLst>
                <a:ext uri="{FF2B5EF4-FFF2-40B4-BE49-F238E27FC236}">
                  <a16:creationId xmlns:a16="http://schemas.microsoft.com/office/drawing/2014/main" id="{A801182E-B196-7C62-9385-01488FD487C9}"/>
                </a:ext>
              </a:extLst>
            </p:cNvPr>
            <p:cNvSpPr/>
            <p:nvPr/>
          </p:nvSpPr>
          <p:spPr>
            <a:xfrm>
              <a:off x="8710817" y="5403854"/>
              <a:ext cx="136215" cy="161396"/>
            </a:xfrm>
            <a:custGeom>
              <a:avLst/>
              <a:gdLst>
                <a:gd name="connsiteX0" fmla="*/ 50220 w 136215"/>
                <a:gd name="connsiteY0" fmla="*/ 75270 h 161396"/>
                <a:gd name="connsiteX1" fmla="*/ 104493 w 136215"/>
                <a:gd name="connsiteY1" fmla="*/ 67075 h 161396"/>
                <a:gd name="connsiteX2" fmla="*/ 131098 w 136215"/>
                <a:gd name="connsiteY2" fmla="*/ 30378 h 161396"/>
                <a:gd name="connsiteX3" fmla="*/ 93142 w 136215"/>
                <a:gd name="connsiteY3" fmla="*/ 94 h 161396"/>
                <a:gd name="connsiteX4" fmla="*/ 203 w 136215"/>
                <a:gd name="connsiteY4" fmla="*/ 97003 h 161396"/>
                <a:gd name="connsiteX5" fmla="*/ 55895 w 136215"/>
                <a:gd name="connsiteY5" fmla="*/ 161491 h 161396"/>
                <a:gd name="connsiteX6" fmla="*/ 136419 w 136215"/>
                <a:gd name="connsiteY6" fmla="*/ 119449 h 161396"/>
                <a:gd name="connsiteX7" fmla="*/ 132162 w 136215"/>
                <a:gd name="connsiteY7" fmla="*/ 114817 h 161396"/>
                <a:gd name="connsiteX8" fmla="*/ 127551 w 136215"/>
                <a:gd name="connsiteY8" fmla="*/ 118380 h 161396"/>
                <a:gd name="connsiteX9" fmla="*/ 56605 w 136215"/>
                <a:gd name="connsiteY9" fmla="*/ 153652 h 161396"/>
                <a:gd name="connsiteX10" fmla="*/ 25744 w 136215"/>
                <a:gd name="connsiteY10" fmla="*/ 112323 h 161396"/>
                <a:gd name="connsiteX11" fmla="*/ 31419 w 136215"/>
                <a:gd name="connsiteY11" fmla="*/ 75270 h 161396"/>
                <a:gd name="connsiteX12" fmla="*/ 50220 w 136215"/>
                <a:gd name="connsiteY12" fmla="*/ 75270 h 161396"/>
                <a:gd name="connsiteX13" fmla="*/ 33548 w 136215"/>
                <a:gd name="connsiteY13" fmla="*/ 67431 h 161396"/>
                <a:gd name="connsiteX14" fmla="*/ 93142 w 136215"/>
                <a:gd name="connsiteY14" fmla="*/ 7932 h 161396"/>
                <a:gd name="connsiteX15" fmla="*/ 119392 w 136215"/>
                <a:gd name="connsiteY15" fmla="*/ 30378 h 161396"/>
                <a:gd name="connsiteX16" fmla="*/ 48091 w 136215"/>
                <a:gd name="connsiteY16" fmla="*/ 67431 h 161396"/>
                <a:gd name="connsiteX17" fmla="*/ 33548 w 136215"/>
                <a:gd name="connsiteY17" fmla="*/ 67431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5" h="161396">
                  <a:moveTo>
                    <a:pt x="50220" y="75270"/>
                  </a:moveTo>
                  <a:cubicBezTo>
                    <a:pt x="60507" y="75270"/>
                    <a:pt x="86757" y="74557"/>
                    <a:pt x="104493" y="67075"/>
                  </a:cubicBezTo>
                  <a:cubicBezTo>
                    <a:pt x="129324" y="56387"/>
                    <a:pt x="131098" y="35366"/>
                    <a:pt x="131098" y="30378"/>
                  </a:cubicBezTo>
                  <a:cubicBezTo>
                    <a:pt x="131098" y="14701"/>
                    <a:pt x="117618" y="94"/>
                    <a:pt x="93142" y="94"/>
                  </a:cubicBezTo>
                  <a:cubicBezTo>
                    <a:pt x="53767" y="94"/>
                    <a:pt x="203" y="34653"/>
                    <a:pt x="203" y="97003"/>
                  </a:cubicBezTo>
                  <a:cubicBezTo>
                    <a:pt x="203" y="133344"/>
                    <a:pt x="21132" y="161491"/>
                    <a:pt x="55895" y="161491"/>
                  </a:cubicBezTo>
                  <a:cubicBezTo>
                    <a:pt x="106622" y="161491"/>
                    <a:pt x="136419" y="123724"/>
                    <a:pt x="136419" y="119449"/>
                  </a:cubicBezTo>
                  <a:cubicBezTo>
                    <a:pt x="136419" y="117311"/>
                    <a:pt x="134290" y="114817"/>
                    <a:pt x="132162" y="114817"/>
                  </a:cubicBezTo>
                  <a:cubicBezTo>
                    <a:pt x="130388" y="114817"/>
                    <a:pt x="129679" y="115530"/>
                    <a:pt x="127551" y="118380"/>
                  </a:cubicBezTo>
                  <a:cubicBezTo>
                    <a:pt x="99527" y="153652"/>
                    <a:pt x="60862" y="153652"/>
                    <a:pt x="56605" y="153652"/>
                  </a:cubicBezTo>
                  <a:cubicBezTo>
                    <a:pt x="28936" y="153652"/>
                    <a:pt x="25744" y="123724"/>
                    <a:pt x="25744" y="112323"/>
                  </a:cubicBezTo>
                  <a:cubicBezTo>
                    <a:pt x="25744" y="108048"/>
                    <a:pt x="26098" y="97003"/>
                    <a:pt x="31419" y="75270"/>
                  </a:cubicBezTo>
                  <a:lnTo>
                    <a:pt x="50220" y="75270"/>
                  </a:lnTo>
                  <a:close/>
                  <a:moveTo>
                    <a:pt x="33548" y="67431"/>
                  </a:moveTo>
                  <a:cubicBezTo>
                    <a:pt x="47382" y="13276"/>
                    <a:pt x="83919" y="7932"/>
                    <a:pt x="93142" y="7932"/>
                  </a:cubicBezTo>
                  <a:cubicBezTo>
                    <a:pt x="109814" y="7932"/>
                    <a:pt x="119392" y="18264"/>
                    <a:pt x="119392" y="30378"/>
                  </a:cubicBezTo>
                  <a:cubicBezTo>
                    <a:pt x="119392" y="67431"/>
                    <a:pt x="62635" y="67431"/>
                    <a:pt x="48091" y="67431"/>
                  </a:cubicBezTo>
                  <a:lnTo>
                    <a:pt x="33548" y="6743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5" name="Freeform: Shape 64">
              <a:extLst>
                <a:ext uri="{FF2B5EF4-FFF2-40B4-BE49-F238E27FC236}">
                  <a16:creationId xmlns:a16="http://schemas.microsoft.com/office/drawing/2014/main" id="{42D65F82-606E-A2D1-7539-2B02D7A8CC1A}"/>
                </a:ext>
              </a:extLst>
            </p:cNvPr>
            <p:cNvSpPr/>
            <p:nvPr/>
          </p:nvSpPr>
          <p:spPr>
            <a:xfrm>
              <a:off x="8886488" y="5389820"/>
              <a:ext cx="167857" cy="12220"/>
            </a:xfrm>
            <a:custGeom>
              <a:avLst/>
              <a:gdLst>
                <a:gd name="connsiteX0" fmla="*/ 158133 w 167857"/>
                <a:gd name="connsiteY0" fmla="*/ 12311 h 12220"/>
                <a:gd name="connsiteX1" fmla="*/ 168065 w 167857"/>
                <a:gd name="connsiteY1" fmla="*/ 6326 h 12220"/>
                <a:gd name="connsiteX2" fmla="*/ 158133 w 167857"/>
                <a:gd name="connsiteY2" fmla="*/ 91 h 12220"/>
                <a:gd name="connsiteX3" fmla="*/ 10140 w 167857"/>
                <a:gd name="connsiteY3" fmla="*/ 91 h 12220"/>
                <a:gd name="connsiteX4" fmla="*/ 208 w 167857"/>
                <a:gd name="connsiteY4" fmla="*/ 6076 h 12220"/>
                <a:gd name="connsiteX5" fmla="*/ 10140 w 167857"/>
                <a:gd name="connsiteY5" fmla="*/ 12311 h 12220"/>
                <a:gd name="connsiteX6" fmla="*/ 158133 w 167857"/>
                <a:gd name="connsiteY6" fmla="*/ 12311 h 1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857" h="12220">
                  <a:moveTo>
                    <a:pt x="158133" y="12311"/>
                  </a:moveTo>
                  <a:cubicBezTo>
                    <a:pt x="162106" y="12311"/>
                    <a:pt x="168065" y="12311"/>
                    <a:pt x="168065" y="6326"/>
                  </a:cubicBezTo>
                  <a:cubicBezTo>
                    <a:pt x="168065" y="91"/>
                    <a:pt x="162354" y="91"/>
                    <a:pt x="158133" y="91"/>
                  </a:cubicBezTo>
                  <a:lnTo>
                    <a:pt x="10140" y="91"/>
                  </a:lnTo>
                  <a:cubicBezTo>
                    <a:pt x="6167" y="91"/>
                    <a:pt x="208" y="91"/>
                    <a:pt x="208" y="6076"/>
                  </a:cubicBezTo>
                  <a:cubicBezTo>
                    <a:pt x="208" y="12311"/>
                    <a:pt x="5919" y="12311"/>
                    <a:pt x="10140" y="12311"/>
                  </a:cubicBezTo>
                  <a:lnTo>
                    <a:pt x="158133" y="123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6" name="Freeform: Shape 65">
              <a:extLst>
                <a:ext uri="{FF2B5EF4-FFF2-40B4-BE49-F238E27FC236}">
                  <a16:creationId xmlns:a16="http://schemas.microsoft.com/office/drawing/2014/main" id="{A1B6D143-8ECB-AB86-B813-403B53AC209B}"/>
                </a:ext>
              </a:extLst>
            </p:cNvPr>
            <p:cNvSpPr/>
            <p:nvPr/>
          </p:nvSpPr>
          <p:spPr>
            <a:xfrm>
              <a:off x="9093295" y="5348420"/>
              <a:ext cx="132845" cy="112478"/>
            </a:xfrm>
            <a:custGeom>
              <a:avLst/>
              <a:gdLst>
                <a:gd name="connsiteX0" fmla="*/ 50124 w 132845"/>
                <a:gd name="connsiteY0" fmla="*/ 83640 h 112478"/>
                <a:gd name="connsiteX1" fmla="*/ 26783 w 132845"/>
                <a:gd name="connsiteY1" fmla="*/ 105587 h 112478"/>
                <a:gd name="connsiteX2" fmla="*/ 13374 w 132845"/>
                <a:gd name="connsiteY2" fmla="*/ 102095 h 112478"/>
                <a:gd name="connsiteX3" fmla="*/ 24300 w 132845"/>
                <a:gd name="connsiteY3" fmla="*/ 88378 h 112478"/>
                <a:gd name="connsiteX4" fmla="*/ 14368 w 132845"/>
                <a:gd name="connsiteY4" fmla="*/ 79150 h 112478"/>
                <a:gd name="connsiteX5" fmla="*/ 214 w 132845"/>
                <a:gd name="connsiteY5" fmla="*/ 94364 h 112478"/>
                <a:gd name="connsiteX6" fmla="*/ 26287 w 132845"/>
                <a:gd name="connsiteY6" fmla="*/ 112570 h 112478"/>
                <a:gd name="connsiteX7" fmla="*/ 54097 w 132845"/>
                <a:gd name="connsiteY7" fmla="*/ 94862 h 112478"/>
                <a:gd name="connsiteX8" fmla="*/ 83646 w 132845"/>
                <a:gd name="connsiteY8" fmla="*/ 112570 h 112478"/>
                <a:gd name="connsiteX9" fmla="*/ 127349 w 132845"/>
                <a:gd name="connsiteY9" fmla="*/ 74412 h 112478"/>
                <a:gd name="connsiteX10" fmla="*/ 123376 w 132845"/>
                <a:gd name="connsiteY10" fmla="*/ 71170 h 112478"/>
                <a:gd name="connsiteX11" fmla="*/ 118658 w 132845"/>
                <a:gd name="connsiteY11" fmla="*/ 75409 h 112478"/>
                <a:gd name="connsiteX12" fmla="*/ 84639 w 132845"/>
                <a:gd name="connsiteY12" fmla="*/ 105587 h 112478"/>
                <a:gd name="connsiteX13" fmla="*/ 69492 w 132845"/>
                <a:gd name="connsiteY13" fmla="*/ 89376 h 112478"/>
                <a:gd name="connsiteX14" fmla="*/ 82404 w 132845"/>
                <a:gd name="connsiteY14" fmla="*/ 32513 h 112478"/>
                <a:gd name="connsiteX15" fmla="*/ 106739 w 132845"/>
                <a:gd name="connsiteY15" fmla="*/ 7074 h 112478"/>
                <a:gd name="connsiteX16" fmla="*/ 120148 w 132845"/>
                <a:gd name="connsiteY16" fmla="*/ 10566 h 112478"/>
                <a:gd name="connsiteX17" fmla="*/ 109222 w 132845"/>
                <a:gd name="connsiteY17" fmla="*/ 24283 h 112478"/>
                <a:gd name="connsiteX18" fmla="*/ 119154 w 132845"/>
                <a:gd name="connsiteY18" fmla="*/ 33510 h 112478"/>
                <a:gd name="connsiteX19" fmla="*/ 133060 w 132845"/>
                <a:gd name="connsiteY19" fmla="*/ 18297 h 112478"/>
                <a:gd name="connsiteX20" fmla="*/ 107235 w 132845"/>
                <a:gd name="connsiteY20" fmla="*/ 91 h 112478"/>
                <a:gd name="connsiteX21" fmla="*/ 79425 w 132845"/>
                <a:gd name="connsiteY21" fmla="*/ 17798 h 112478"/>
                <a:gd name="connsiteX22" fmla="*/ 49628 w 132845"/>
                <a:gd name="connsiteY22" fmla="*/ 91 h 112478"/>
                <a:gd name="connsiteX23" fmla="*/ 5925 w 132845"/>
                <a:gd name="connsiteY23" fmla="*/ 38249 h 112478"/>
                <a:gd name="connsiteX24" fmla="*/ 10146 w 132845"/>
                <a:gd name="connsiteY24" fmla="*/ 41491 h 112478"/>
                <a:gd name="connsiteX25" fmla="*/ 14864 w 132845"/>
                <a:gd name="connsiteY25" fmla="*/ 37251 h 112478"/>
                <a:gd name="connsiteX26" fmla="*/ 48883 w 132845"/>
                <a:gd name="connsiteY26" fmla="*/ 7074 h 112478"/>
                <a:gd name="connsiteX27" fmla="*/ 63781 w 132845"/>
                <a:gd name="connsiteY27" fmla="*/ 23534 h 112478"/>
                <a:gd name="connsiteX28" fmla="*/ 58567 w 132845"/>
                <a:gd name="connsiteY28" fmla="*/ 49472 h 112478"/>
                <a:gd name="connsiteX29" fmla="*/ 50124 w 132845"/>
                <a:gd name="connsiteY29" fmla="*/ 83640 h 11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845" h="112478">
                  <a:moveTo>
                    <a:pt x="50124" y="83640"/>
                  </a:moveTo>
                  <a:cubicBezTo>
                    <a:pt x="47641" y="92119"/>
                    <a:pt x="39447" y="105587"/>
                    <a:pt x="26783" y="105587"/>
                  </a:cubicBezTo>
                  <a:cubicBezTo>
                    <a:pt x="26038" y="105587"/>
                    <a:pt x="18589" y="105587"/>
                    <a:pt x="13374" y="102095"/>
                  </a:cubicBezTo>
                  <a:cubicBezTo>
                    <a:pt x="23555" y="98853"/>
                    <a:pt x="24300" y="89875"/>
                    <a:pt x="24300" y="88378"/>
                  </a:cubicBezTo>
                  <a:cubicBezTo>
                    <a:pt x="24300" y="82891"/>
                    <a:pt x="20079" y="79150"/>
                    <a:pt x="14368" y="79150"/>
                  </a:cubicBezTo>
                  <a:cubicBezTo>
                    <a:pt x="7415" y="79150"/>
                    <a:pt x="214" y="85136"/>
                    <a:pt x="214" y="94364"/>
                  </a:cubicBezTo>
                  <a:cubicBezTo>
                    <a:pt x="214" y="106834"/>
                    <a:pt x="14119" y="112570"/>
                    <a:pt x="26287" y="112570"/>
                  </a:cubicBezTo>
                  <a:cubicBezTo>
                    <a:pt x="37709" y="112570"/>
                    <a:pt x="47889" y="105337"/>
                    <a:pt x="54097" y="94862"/>
                  </a:cubicBezTo>
                  <a:cubicBezTo>
                    <a:pt x="60057" y="108081"/>
                    <a:pt x="73714" y="112570"/>
                    <a:pt x="83646" y="112570"/>
                  </a:cubicBezTo>
                  <a:cubicBezTo>
                    <a:pt x="112202" y="112570"/>
                    <a:pt x="127349" y="81395"/>
                    <a:pt x="127349" y="74412"/>
                  </a:cubicBezTo>
                  <a:cubicBezTo>
                    <a:pt x="127349" y="71170"/>
                    <a:pt x="124121" y="71170"/>
                    <a:pt x="123376" y="71170"/>
                  </a:cubicBezTo>
                  <a:cubicBezTo>
                    <a:pt x="119899" y="71170"/>
                    <a:pt x="119651" y="72417"/>
                    <a:pt x="118658" y="75409"/>
                  </a:cubicBezTo>
                  <a:cubicBezTo>
                    <a:pt x="113443" y="92618"/>
                    <a:pt x="98545" y="105587"/>
                    <a:pt x="84639" y="105587"/>
                  </a:cubicBezTo>
                  <a:cubicBezTo>
                    <a:pt x="74707" y="105587"/>
                    <a:pt x="69492" y="98853"/>
                    <a:pt x="69492" y="89376"/>
                  </a:cubicBezTo>
                  <a:cubicBezTo>
                    <a:pt x="69492" y="82891"/>
                    <a:pt x="75452" y="60196"/>
                    <a:pt x="82404" y="32513"/>
                  </a:cubicBezTo>
                  <a:cubicBezTo>
                    <a:pt x="87371" y="13309"/>
                    <a:pt x="98545" y="7074"/>
                    <a:pt x="106739" y="7074"/>
                  </a:cubicBezTo>
                  <a:cubicBezTo>
                    <a:pt x="107235" y="7074"/>
                    <a:pt x="114933" y="7074"/>
                    <a:pt x="120148" y="10566"/>
                  </a:cubicBezTo>
                  <a:cubicBezTo>
                    <a:pt x="112202" y="12810"/>
                    <a:pt x="109222" y="19793"/>
                    <a:pt x="109222" y="24283"/>
                  </a:cubicBezTo>
                  <a:cubicBezTo>
                    <a:pt x="109222" y="29769"/>
                    <a:pt x="113443" y="33510"/>
                    <a:pt x="119154" y="33510"/>
                  </a:cubicBezTo>
                  <a:cubicBezTo>
                    <a:pt x="124865" y="33510"/>
                    <a:pt x="133060" y="28772"/>
                    <a:pt x="133060" y="18297"/>
                  </a:cubicBezTo>
                  <a:cubicBezTo>
                    <a:pt x="133060" y="4331"/>
                    <a:pt x="117168" y="91"/>
                    <a:pt x="107235" y="91"/>
                  </a:cubicBezTo>
                  <a:cubicBezTo>
                    <a:pt x="94820" y="91"/>
                    <a:pt x="84888" y="8321"/>
                    <a:pt x="79425" y="17798"/>
                  </a:cubicBezTo>
                  <a:cubicBezTo>
                    <a:pt x="74955" y="7573"/>
                    <a:pt x="63533" y="91"/>
                    <a:pt x="49628" y="91"/>
                  </a:cubicBezTo>
                  <a:cubicBezTo>
                    <a:pt x="21817" y="91"/>
                    <a:pt x="5925" y="30767"/>
                    <a:pt x="5925" y="38249"/>
                  </a:cubicBezTo>
                  <a:cubicBezTo>
                    <a:pt x="5925" y="41491"/>
                    <a:pt x="9401" y="41491"/>
                    <a:pt x="10146" y="41491"/>
                  </a:cubicBezTo>
                  <a:cubicBezTo>
                    <a:pt x="13374" y="41491"/>
                    <a:pt x="13623" y="40493"/>
                    <a:pt x="14864" y="37251"/>
                  </a:cubicBezTo>
                  <a:cubicBezTo>
                    <a:pt x="21072" y="17798"/>
                    <a:pt x="36716" y="7074"/>
                    <a:pt x="48883" y="7074"/>
                  </a:cubicBezTo>
                  <a:cubicBezTo>
                    <a:pt x="57077" y="7074"/>
                    <a:pt x="63781" y="11563"/>
                    <a:pt x="63781" y="23534"/>
                  </a:cubicBezTo>
                  <a:cubicBezTo>
                    <a:pt x="63781" y="28522"/>
                    <a:pt x="60802" y="40992"/>
                    <a:pt x="58567" y="49472"/>
                  </a:cubicBezTo>
                  <a:lnTo>
                    <a:pt x="50124" y="8364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7" name="Freeform: Shape 66">
              <a:extLst>
                <a:ext uri="{FF2B5EF4-FFF2-40B4-BE49-F238E27FC236}">
                  <a16:creationId xmlns:a16="http://schemas.microsoft.com/office/drawing/2014/main" id="{E2FB38F4-65F5-4196-6400-358DE2754574}"/>
                </a:ext>
              </a:extLst>
            </p:cNvPr>
            <p:cNvSpPr/>
            <p:nvPr/>
          </p:nvSpPr>
          <p:spPr>
            <a:xfrm>
              <a:off x="6327572" y="6039133"/>
              <a:ext cx="111029" cy="223034"/>
            </a:xfrm>
            <a:custGeom>
              <a:avLst/>
              <a:gdLst>
                <a:gd name="connsiteX0" fmla="*/ 54765 w 111029"/>
                <a:gd name="connsiteY0" fmla="*/ 76714 h 223034"/>
                <a:gd name="connsiteX1" fmla="*/ 105491 w 111029"/>
                <a:gd name="connsiteY1" fmla="*/ 76714 h 223034"/>
                <a:gd name="connsiteX2" fmla="*/ 105491 w 111029"/>
                <a:gd name="connsiteY2" fmla="*/ 65670 h 223034"/>
                <a:gd name="connsiteX3" fmla="*/ 54765 w 111029"/>
                <a:gd name="connsiteY3" fmla="*/ 65670 h 223034"/>
                <a:gd name="connsiteX4" fmla="*/ 54765 w 111029"/>
                <a:gd name="connsiteY4" fmla="*/ 113 h 223034"/>
                <a:gd name="connsiteX5" fmla="*/ 45896 w 111029"/>
                <a:gd name="connsiteY5" fmla="*/ 113 h 223034"/>
                <a:gd name="connsiteX6" fmla="*/ 137 w 111029"/>
                <a:gd name="connsiteY6" fmla="*/ 68876 h 223034"/>
                <a:gd name="connsiteX7" fmla="*/ 137 w 111029"/>
                <a:gd name="connsiteY7" fmla="*/ 76714 h 223034"/>
                <a:gd name="connsiteX8" fmla="*/ 30288 w 111029"/>
                <a:gd name="connsiteY8" fmla="*/ 76714 h 223034"/>
                <a:gd name="connsiteX9" fmla="*/ 30288 w 111029"/>
                <a:gd name="connsiteY9" fmla="*/ 175049 h 223034"/>
                <a:gd name="connsiteX10" fmla="*/ 76048 w 111029"/>
                <a:gd name="connsiteY10" fmla="*/ 223147 h 223034"/>
                <a:gd name="connsiteX11" fmla="*/ 111166 w 111029"/>
                <a:gd name="connsiteY11" fmla="*/ 175049 h 223034"/>
                <a:gd name="connsiteX12" fmla="*/ 111166 w 111029"/>
                <a:gd name="connsiteY12" fmla="*/ 154741 h 223034"/>
                <a:gd name="connsiteX13" fmla="*/ 102298 w 111029"/>
                <a:gd name="connsiteY13" fmla="*/ 154741 h 223034"/>
                <a:gd name="connsiteX14" fmla="*/ 102298 w 111029"/>
                <a:gd name="connsiteY14" fmla="*/ 174336 h 223034"/>
                <a:gd name="connsiteX15" fmla="*/ 78531 w 111029"/>
                <a:gd name="connsiteY15" fmla="*/ 214240 h 223034"/>
                <a:gd name="connsiteX16" fmla="*/ 54765 w 111029"/>
                <a:gd name="connsiteY16" fmla="*/ 175761 h 223034"/>
                <a:gd name="connsiteX17" fmla="*/ 54765 w 111029"/>
                <a:gd name="connsiteY17" fmla="*/ 76714 h 223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1029" h="223034">
                  <a:moveTo>
                    <a:pt x="54765" y="76714"/>
                  </a:moveTo>
                  <a:lnTo>
                    <a:pt x="105491" y="76714"/>
                  </a:lnTo>
                  <a:lnTo>
                    <a:pt x="105491" y="65670"/>
                  </a:lnTo>
                  <a:lnTo>
                    <a:pt x="54765" y="65670"/>
                  </a:lnTo>
                  <a:lnTo>
                    <a:pt x="54765" y="113"/>
                  </a:lnTo>
                  <a:lnTo>
                    <a:pt x="45896" y="113"/>
                  </a:lnTo>
                  <a:cubicBezTo>
                    <a:pt x="45542" y="29329"/>
                    <a:pt x="34900" y="67451"/>
                    <a:pt x="137" y="68876"/>
                  </a:cubicBezTo>
                  <a:lnTo>
                    <a:pt x="137" y="76714"/>
                  </a:lnTo>
                  <a:lnTo>
                    <a:pt x="30288" y="76714"/>
                  </a:lnTo>
                  <a:lnTo>
                    <a:pt x="30288" y="175049"/>
                  </a:lnTo>
                  <a:cubicBezTo>
                    <a:pt x="30288" y="218872"/>
                    <a:pt x="63278" y="223147"/>
                    <a:pt x="76048" y="223147"/>
                  </a:cubicBezTo>
                  <a:cubicBezTo>
                    <a:pt x="101234" y="223147"/>
                    <a:pt x="111166" y="197851"/>
                    <a:pt x="111166" y="175049"/>
                  </a:cubicBezTo>
                  <a:lnTo>
                    <a:pt x="111166" y="154741"/>
                  </a:lnTo>
                  <a:lnTo>
                    <a:pt x="102298" y="154741"/>
                  </a:lnTo>
                  <a:lnTo>
                    <a:pt x="102298" y="174336"/>
                  </a:lnTo>
                  <a:cubicBezTo>
                    <a:pt x="102298" y="200701"/>
                    <a:pt x="91656" y="214240"/>
                    <a:pt x="78531" y="214240"/>
                  </a:cubicBezTo>
                  <a:cubicBezTo>
                    <a:pt x="54765" y="214240"/>
                    <a:pt x="54765" y="181818"/>
                    <a:pt x="54765" y="175761"/>
                  </a:cubicBezTo>
                  <a:lnTo>
                    <a:pt x="54765" y="7671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8" name="Freeform: Shape 67">
              <a:extLst>
                <a:ext uri="{FF2B5EF4-FFF2-40B4-BE49-F238E27FC236}">
                  <a16:creationId xmlns:a16="http://schemas.microsoft.com/office/drawing/2014/main" id="{DA2E1D33-8EE8-CCE1-FFC7-9390E2AE2DE2}"/>
                </a:ext>
              </a:extLst>
            </p:cNvPr>
            <p:cNvSpPr/>
            <p:nvPr/>
          </p:nvSpPr>
          <p:spPr>
            <a:xfrm>
              <a:off x="6473681" y="6098633"/>
              <a:ext cx="159982" cy="163534"/>
            </a:xfrm>
            <a:custGeom>
              <a:avLst/>
              <a:gdLst>
                <a:gd name="connsiteX0" fmla="*/ 103366 w 159982"/>
                <a:gd name="connsiteY0" fmla="*/ 132651 h 163534"/>
                <a:gd name="connsiteX1" fmla="*/ 131035 w 159982"/>
                <a:gd name="connsiteY1" fmla="*/ 161866 h 163534"/>
                <a:gd name="connsiteX2" fmla="*/ 160123 w 159982"/>
                <a:gd name="connsiteY2" fmla="*/ 128019 h 163534"/>
                <a:gd name="connsiteX3" fmla="*/ 160123 w 159982"/>
                <a:gd name="connsiteY3" fmla="*/ 108067 h 163534"/>
                <a:gd name="connsiteX4" fmla="*/ 151255 w 159982"/>
                <a:gd name="connsiteY4" fmla="*/ 108067 h 163534"/>
                <a:gd name="connsiteX5" fmla="*/ 151255 w 159982"/>
                <a:gd name="connsiteY5" fmla="*/ 128019 h 163534"/>
                <a:gd name="connsiteX6" fmla="*/ 138484 w 159982"/>
                <a:gd name="connsiteY6" fmla="*/ 150822 h 163534"/>
                <a:gd name="connsiteX7" fmla="*/ 125359 w 159982"/>
                <a:gd name="connsiteY7" fmla="*/ 133007 h 163534"/>
                <a:gd name="connsiteX8" fmla="*/ 125359 w 159982"/>
                <a:gd name="connsiteY8" fmla="*/ 61750 h 163534"/>
                <a:gd name="connsiteX9" fmla="*/ 112589 w 159982"/>
                <a:gd name="connsiteY9" fmla="*/ 19709 h 163534"/>
                <a:gd name="connsiteX10" fmla="*/ 63991 w 159982"/>
                <a:gd name="connsiteY10" fmla="*/ 113 h 163534"/>
                <a:gd name="connsiteX11" fmla="*/ 10427 w 159982"/>
                <a:gd name="connsiteY11" fmla="*/ 40373 h 163534"/>
                <a:gd name="connsiteX12" fmla="*/ 26745 w 159982"/>
                <a:gd name="connsiteY12" fmla="*/ 57119 h 163534"/>
                <a:gd name="connsiteX13" fmla="*/ 43062 w 159982"/>
                <a:gd name="connsiteY13" fmla="*/ 40730 h 163534"/>
                <a:gd name="connsiteX14" fmla="*/ 24971 w 159982"/>
                <a:gd name="connsiteY14" fmla="*/ 24341 h 163534"/>
                <a:gd name="connsiteX15" fmla="*/ 63282 w 159982"/>
                <a:gd name="connsiteY15" fmla="*/ 7951 h 163534"/>
                <a:gd name="connsiteX16" fmla="*/ 100883 w 159982"/>
                <a:gd name="connsiteY16" fmla="*/ 53556 h 163534"/>
                <a:gd name="connsiteX17" fmla="*/ 100883 w 159982"/>
                <a:gd name="connsiteY17" fmla="*/ 66738 h 163534"/>
                <a:gd name="connsiteX18" fmla="*/ 35613 w 159982"/>
                <a:gd name="connsiteY18" fmla="*/ 79565 h 163534"/>
                <a:gd name="connsiteX19" fmla="*/ 140 w 159982"/>
                <a:gd name="connsiteY19" fmla="*/ 125882 h 163534"/>
                <a:gd name="connsiteX20" fmla="*/ 56897 w 159982"/>
                <a:gd name="connsiteY20" fmla="*/ 163648 h 163534"/>
                <a:gd name="connsiteX21" fmla="*/ 103366 w 159982"/>
                <a:gd name="connsiteY21" fmla="*/ 132651 h 163534"/>
                <a:gd name="connsiteX22" fmla="*/ 100883 w 159982"/>
                <a:gd name="connsiteY22" fmla="*/ 74220 h 163534"/>
                <a:gd name="connsiteX23" fmla="*/ 100883 w 159982"/>
                <a:gd name="connsiteY23" fmla="*/ 109849 h 163534"/>
                <a:gd name="connsiteX24" fmla="*/ 59380 w 159982"/>
                <a:gd name="connsiteY24" fmla="*/ 155810 h 163534"/>
                <a:gd name="connsiteX25" fmla="*/ 27454 w 159982"/>
                <a:gd name="connsiteY25" fmla="*/ 125525 h 163534"/>
                <a:gd name="connsiteX26" fmla="*/ 100883 w 159982"/>
                <a:gd name="connsiteY26" fmla="*/ 74220 h 16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9982" h="163534">
                  <a:moveTo>
                    <a:pt x="103366" y="132651"/>
                  </a:moveTo>
                  <a:cubicBezTo>
                    <a:pt x="104785" y="146902"/>
                    <a:pt x="114363" y="161866"/>
                    <a:pt x="131035" y="161866"/>
                  </a:cubicBezTo>
                  <a:cubicBezTo>
                    <a:pt x="138484" y="161866"/>
                    <a:pt x="160123" y="156878"/>
                    <a:pt x="160123" y="128019"/>
                  </a:cubicBezTo>
                  <a:lnTo>
                    <a:pt x="160123" y="108067"/>
                  </a:lnTo>
                  <a:lnTo>
                    <a:pt x="151255" y="108067"/>
                  </a:lnTo>
                  <a:lnTo>
                    <a:pt x="151255" y="128019"/>
                  </a:lnTo>
                  <a:cubicBezTo>
                    <a:pt x="151255" y="148684"/>
                    <a:pt x="142386" y="150822"/>
                    <a:pt x="138484" y="150822"/>
                  </a:cubicBezTo>
                  <a:cubicBezTo>
                    <a:pt x="126778" y="150822"/>
                    <a:pt x="125359" y="134789"/>
                    <a:pt x="125359" y="133007"/>
                  </a:cubicBezTo>
                  <a:lnTo>
                    <a:pt x="125359" y="61750"/>
                  </a:lnTo>
                  <a:cubicBezTo>
                    <a:pt x="125359" y="46786"/>
                    <a:pt x="125359" y="32891"/>
                    <a:pt x="112589" y="19709"/>
                  </a:cubicBezTo>
                  <a:cubicBezTo>
                    <a:pt x="98755" y="5814"/>
                    <a:pt x="81018" y="113"/>
                    <a:pt x="63991" y="113"/>
                  </a:cubicBezTo>
                  <a:cubicBezTo>
                    <a:pt x="34904" y="113"/>
                    <a:pt x="10427" y="16859"/>
                    <a:pt x="10427" y="40373"/>
                  </a:cubicBezTo>
                  <a:cubicBezTo>
                    <a:pt x="10427" y="51062"/>
                    <a:pt x="17522" y="57119"/>
                    <a:pt x="26745" y="57119"/>
                  </a:cubicBezTo>
                  <a:cubicBezTo>
                    <a:pt x="36677" y="57119"/>
                    <a:pt x="43062" y="49993"/>
                    <a:pt x="43062" y="40730"/>
                  </a:cubicBezTo>
                  <a:cubicBezTo>
                    <a:pt x="43062" y="36454"/>
                    <a:pt x="41289" y="24697"/>
                    <a:pt x="24971" y="24341"/>
                  </a:cubicBezTo>
                  <a:cubicBezTo>
                    <a:pt x="34549" y="11871"/>
                    <a:pt x="51931" y="7951"/>
                    <a:pt x="63282" y="7951"/>
                  </a:cubicBezTo>
                  <a:cubicBezTo>
                    <a:pt x="80664" y="7951"/>
                    <a:pt x="100883" y="21847"/>
                    <a:pt x="100883" y="53556"/>
                  </a:cubicBezTo>
                  <a:lnTo>
                    <a:pt x="100883" y="66738"/>
                  </a:lnTo>
                  <a:cubicBezTo>
                    <a:pt x="82792" y="67807"/>
                    <a:pt x="57961" y="68876"/>
                    <a:pt x="35613" y="79565"/>
                  </a:cubicBezTo>
                  <a:cubicBezTo>
                    <a:pt x="9009" y="91678"/>
                    <a:pt x="140" y="110205"/>
                    <a:pt x="140" y="125882"/>
                  </a:cubicBezTo>
                  <a:cubicBezTo>
                    <a:pt x="140" y="154741"/>
                    <a:pt x="34549" y="163648"/>
                    <a:pt x="56897" y="163648"/>
                  </a:cubicBezTo>
                  <a:cubicBezTo>
                    <a:pt x="80309" y="163648"/>
                    <a:pt x="96626" y="149396"/>
                    <a:pt x="103366" y="132651"/>
                  </a:cubicBezTo>
                  <a:close/>
                  <a:moveTo>
                    <a:pt x="100883" y="74220"/>
                  </a:moveTo>
                  <a:lnTo>
                    <a:pt x="100883" y="109849"/>
                  </a:lnTo>
                  <a:cubicBezTo>
                    <a:pt x="100883" y="143696"/>
                    <a:pt x="75343" y="155810"/>
                    <a:pt x="59380" y="155810"/>
                  </a:cubicBezTo>
                  <a:cubicBezTo>
                    <a:pt x="41998" y="155810"/>
                    <a:pt x="27454" y="143340"/>
                    <a:pt x="27454" y="125525"/>
                  </a:cubicBezTo>
                  <a:cubicBezTo>
                    <a:pt x="27454" y="105930"/>
                    <a:pt x="42353" y="76358"/>
                    <a:pt x="100883" y="74220"/>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9" name="Freeform: Shape 68">
              <a:extLst>
                <a:ext uri="{FF2B5EF4-FFF2-40B4-BE49-F238E27FC236}">
                  <a16:creationId xmlns:a16="http://schemas.microsoft.com/office/drawing/2014/main" id="{0E1554DF-3296-393A-F528-7F3AC776C031}"/>
                </a:ext>
              </a:extLst>
            </p:cNvPr>
            <p:cNvSpPr/>
            <p:nvPr/>
          </p:nvSpPr>
          <p:spPr>
            <a:xfrm>
              <a:off x="6647499" y="6100771"/>
              <a:ext cx="178428" cy="157477"/>
            </a:xfrm>
            <a:custGeom>
              <a:avLst/>
              <a:gdLst>
                <a:gd name="connsiteX0" fmla="*/ 27814 w 178428"/>
                <a:gd name="connsiteY0" fmla="*/ 35029 h 157477"/>
                <a:gd name="connsiteX1" fmla="*/ 27814 w 178428"/>
                <a:gd name="connsiteY1" fmla="*/ 130513 h 157477"/>
                <a:gd name="connsiteX2" fmla="*/ 145 w 178428"/>
                <a:gd name="connsiteY2" fmla="*/ 146546 h 157477"/>
                <a:gd name="connsiteX3" fmla="*/ 145 w 178428"/>
                <a:gd name="connsiteY3" fmla="*/ 157591 h 157477"/>
                <a:gd name="connsiteX4" fmla="*/ 40230 w 178428"/>
                <a:gd name="connsiteY4" fmla="*/ 156522 h 157477"/>
                <a:gd name="connsiteX5" fmla="*/ 79959 w 178428"/>
                <a:gd name="connsiteY5" fmla="*/ 157591 h 157477"/>
                <a:gd name="connsiteX6" fmla="*/ 79959 w 178428"/>
                <a:gd name="connsiteY6" fmla="*/ 146546 h 157477"/>
                <a:gd name="connsiteX7" fmla="*/ 52290 w 178428"/>
                <a:gd name="connsiteY7" fmla="*/ 130513 h 157477"/>
                <a:gd name="connsiteX8" fmla="*/ 52290 w 178428"/>
                <a:gd name="connsiteY8" fmla="*/ 64957 h 157477"/>
                <a:gd name="connsiteX9" fmla="*/ 100179 w 178428"/>
                <a:gd name="connsiteY9" fmla="*/ 7951 h 157477"/>
                <a:gd name="connsiteX10" fmla="*/ 126429 w 178428"/>
                <a:gd name="connsiteY10" fmla="*/ 47499 h 157477"/>
                <a:gd name="connsiteX11" fmla="*/ 126429 w 178428"/>
                <a:gd name="connsiteY11" fmla="*/ 130513 h 157477"/>
                <a:gd name="connsiteX12" fmla="*/ 98760 w 178428"/>
                <a:gd name="connsiteY12" fmla="*/ 146546 h 157477"/>
                <a:gd name="connsiteX13" fmla="*/ 98760 w 178428"/>
                <a:gd name="connsiteY13" fmla="*/ 157591 h 157477"/>
                <a:gd name="connsiteX14" fmla="*/ 138844 w 178428"/>
                <a:gd name="connsiteY14" fmla="*/ 156522 h 157477"/>
                <a:gd name="connsiteX15" fmla="*/ 178574 w 178428"/>
                <a:gd name="connsiteY15" fmla="*/ 157591 h 157477"/>
                <a:gd name="connsiteX16" fmla="*/ 178574 w 178428"/>
                <a:gd name="connsiteY16" fmla="*/ 146546 h 157477"/>
                <a:gd name="connsiteX17" fmla="*/ 150905 w 178428"/>
                <a:gd name="connsiteY17" fmla="*/ 135858 h 157477"/>
                <a:gd name="connsiteX18" fmla="*/ 150905 w 178428"/>
                <a:gd name="connsiteY18" fmla="*/ 67807 h 157477"/>
                <a:gd name="connsiteX19" fmla="*/ 139908 w 178428"/>
                <a:gd name="connsiteY19" fmla="*/ 13296 h 157477"/>
                <a:gd name="connsiteX20" fmla="*/ 102662 w 178428"/>
                <a:gd name="connsiteY20" fmla="*/ 113 h 157477"/>
                <a:gd name="connsiteX21" fmla="*/ 50162 w 178428"/>
                <a:gd name="connsiteY21" fmla="*/ 37523 h 157477"/>
                <a:gd name="connsiteX22" fmla="*/ 50162 w 178428"/>
                <a:gd name="connsiteY22" fmla="*/ 113 h 157477"/>
                <a:gd name="connsiteX23" fmla="*/ 145 w 178428"/>
                <a:gd name="connsiteY23" fmla="*/ 4032 h 157477"/>
                <a:gd name="connsiteX24" fmla="*/ 145 w 178428"/>
                <a:gd name="connsiteY24" fmla="*/ 15077 h 157477"/>
                <a:gd name="connsiteX25" fmla="*/ 27814 w 178428"/>
                <a:gd name="connsiteY25" fmla="*/ 35029 h 15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8428" h="157477">
                  <a:moveTo>
                    <a:pt x="27814" y="35029"/>
                  </a:moveTo>
                  <a:lnTo>
                    <a:pt x="27814" y="130513"/>
                  </a:lnTo>
                  <a:cubicBezTo>
                    <a:pt x="27814" y="146546"/>
                    <a:pt x="23912" y="146546"/>
                    <a:pt x="145" y="146546"/>
                  </a:cubicBezTo>
                  <a:lnTo>
                    <a:pt x="145" y="157591"/>
                  </a:lnTo>
                  <a:cubicBezTo>
                    <a:pt x="12561" y="157235"/>
                    <a:pt x="30652" y="156522"/>
                    <a:pt x="40230" y="156522"/>
                  </a:cubicBezTo>
                  <a:cubicBezTo>
                    <a:pt x="49453" y="156522"/>
                    <a:pt x="67898" y="157235"/>
                    <a:pt x="79959" y="157591"/>
                  </a:cubicBezTo>
                  <a:lnTo>
                    <a:pt x="79959" y="146546"/>
                  </a:lnTo>
                  <a:cubicBezTo>
                    <a:pt x="56192" y="146546"/>
                    <a:pt x="52290" y="146546"/>
                    <a:pt x="52290" y="130513"/>
                  </a:cubicBezTo>
                  <a:lnTo>
                    <a:pt x="52290" y="64957"/>
                  </a:lnTo>
                  <a:cubicBezTo>
                    <a:pt x="52290" y="27903"/>
                    <a:pt x="77476" y="7951"/>
                    <a:pt x="100179" y="7951"/>
                  </a:cubicBezTo>
                  <a:cubicBezTo>
                    <a:pt x="122527" y="7951"/>
                    <a:pt x="126429" y="27191"/>
                    <a:pt x="126429" y="47499"/>
                  </a:cubicBezTo>
                  <a:lnTo>
                    <a:pt x="126429" y="130513"/>
                  </a:lnTo>
                  <a:cubicBezTo>
                    <a:pt x="126429" y="146546"/>
                    <a:pt x="122527" y="146546"/>
                    <a:pt x="98760" y="146546"/>
                  </a:cubicBezTo>
                  <a:lnTo>
                    <a:pt x="98760" y="157591"/>
                  </a:lnTo>
                  <a:cubicBezTo>
                    <a:pt x="111175" y="157235"/>
                    <a:pt x="129266" y="156522"/>
                    <a:pt x="138844" y="156522"/>
                  </a:cubicBezTo>
                  <a:cubicBezTo>
                    <a:pt x="148067" y="156522"/>
                    <a:pt x="166513" y="157235"/>
                    <a:pt x="178574" y="157591"/>
                  </a:cubicBezTo>
                  <a:lnTo>
                    <a:pt x="178574" y="146546"/>
                  </a:lnTo>
                  <a:cubicBezTo>
                    <a:pt x="160128" y="146546"/>
                    <a:pt x="151259" y="146546"/>
                    <a:pt x="150905" y="135858"/>
                  </a:cubicBezTo>
                  <a:lnTo>
                    <a:pt x="150905" y="67807"/>
                  </a:lnTo>
                  <a:cubicBezTo>
                    <a:pt x="150905" y="37167"/>
                    <a:pt x="150905" y="26122"/>
                    <a:pt x="139908" y="13296"/>
                  </a:cubicBezTo>
                  <a:cubicBezTo>
                    <a:pt x="134942" y="7239"/>
                    <a:pt x="123236" y="113"/>
                    <a:pt x="102662" y="113"/>
                  </a:cubicBezTo>
                  <a:cubicBezTo>
                    <a:pt x="76767" y="113"/>
                    <a:pt x="60094" y="15433"/>
                    <a:pt x="50162" y="37523"/>
                  </a:cubicBezTo>
                  <a:lnTo>
                    <a:pt x="50162" y="113"/>
                  </a:lnTo>
                  <a:lnTo>
                    <a:pt x="145" y="4032"/>
                  </a:lnTo>
                  <a:lnTo>
                    <a:pt x="145" y="15077"/>
                  </a:lnTo>
                  <a:cubicBezTo>
                    <a:pt x="24976" y="15077"/>
                    <a:pt x="27814" y="17571"/>
                    <a:pt x="27814" y="35029"/>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0" name="Freeform: Shape 69">
              <a:extLst>
                <a:ext uri="{FF2B5EF4-FFF2-40B4-BE49-F238E27FC236}">
                  <a16:creationId xmlns:a16="http://schemas.microsoft.com/office/drawing/2014/main" id="{C9630084-3530-8C90-540C-3117FF7F638B}"/>
                </a:ext>
              </a:extLst>
            </p:cNvPr>
            <p:cNvSpPr/>
            <p:nvPr/>
          </p:nvSpPr>
          <p:spPr>
            <a:xfrm>
              <a:off x="6844570" y="6010987"/>
              <a:ext cx="178428" cy="247261"/>
            </a:xfrm>
            <a:custGeom>
              <a:avLst/>
              <a:gdLst>
                <a:gd name="connsiteX0" fmla="*/ 27820 w 178428"/>
                <a:gd name="connsiteY0" fmla="*/ 220297 h 247261"/>
                <a:gd name="connsiteX1" fmla="*/ 151 w 178428"/>
                <a:gd name="connsiteY1" fmla="*/ 236330 h 247261"/>
                <a:gd name="connsiteX2" fmla="*/ 151 w 178428"/>
                <a:gd name="connsiteY2" fmla="*/ 247375 h 247261"/>
                <a:gd name="connsiteX3" fmla="*/ 40235 w 178428"/>
                <a:gd name="connsiteY3" fmla="*/ 246306 h 247261"/>
                <a:gd name="connsiteX4" fmla="*/ 79965 w 178428"/>
                <a:gd name="connsiteY4" fmla="*/ 247375 h 247261"/>
                <a:gd name="connsiteX5" fmla="*/ 79965 w 178428"/>
                <a:gd name="connsiteY5" fmla="*/ 236330 h 247261"/>
                <a:gd name="connsiteX6" fmla="*/ 52296 w 178428"/>
                <a:gd name="connsiteY6" fmla="*/ 220297 h 247261"/>
                <a:gd name="connsiteX7" fmla="*/ 52296 w 178428"/>
                <a:gd name="connsiteY7" fmla="*/ 154741 h 247261"/>
                <a:gd name="connsiteX8" fmla="*/ 100184 w 178428"/>
                <a:gd name="connsiteY8" fmla="*/ 97735 h 247261"/>
                <a:gd name="connsiteX9" fmla="*/ 126434 w 178428"/>
                <a:gd name="connsiteY9" fmla="*/ 137283 h 247261"/>
                <a:gd name="connsiteX10" fmla="*/ 126434 w 178428"/>
                <a:gd name="connsiteY10" fmla="*/ 220297 h 247261"/>
                <a:gd name="connsiteX11" fmla="*/ 98765 w 178428"/>
                <a:gd name="connsiteY11" fmla="*/ 236330 h 247261"/>
                <a:gd name="connsiteX12" fmla="*/ 98765 w 178428"/>
                <a:gd name="connsiteY12" fmla="*/ 247375 h 247261"/>
                <a:gd name="connsiteX13" fmla="*/ 138850 w 178428"/>
                <a:gd name="connsiteY13" fmla="*/ 246306 h 247261"/>
                <a:gd name="connsiteX14" fmla="*/ 178579 w 178428"/>
                <a:gd name="connsiteY14" fmla="*/ 247375 h 247261"/>
                <a:gd name="connsiteX15" fmla="*/ 178579 w 178428"/>
                <a:gd name="connsiteY15" fmla="*/ 236330 h 247261"/>
                <a:gd name="connsiteX16" fmla="*/ 150910 w 178428"/>
                <a:gd name="connsiteY16" fmla="*/ 225641 h 247261"/>
                <a:gd name="connsiteX17" fmla="*/ 150910 w 178428"/>
                <a:gd name="connsiteY17" fmla="*/ 157591 h 247261"/>
                <a:gd name="connsiteX18" fmla="*/ 139914 w 178428"/>
                <a:gd name="connsiteY18" fmla="*/ 103079 h 247261"/>
                <a:gd name="connsiteX19" fmla="*/ 102667 w 178428"/>
                <a:gd name="connsiteY19" fmla="*/ 89897 h 247261"/>
                <a:gd name="connsiteX20" fmla="*/ 51232 w 178428"/>
                <a:gd name="connsiteY20" fmla="*/ 124813 h 247261"/>
                <a:gd name="connsiteX21" fmla="*/ 51232 w 178428"/>
                <a:gd name="connsiteY21" fmla="*/ 113 h 247261"/>
                <a:gd name="connsiteX22" fmla="*/ 151 w 178428"/>
                <a:gd name="connsiteY22" fmla="*/ 4032 h 247261"/>
                <a:gd name="connsiteX23" fmla="*/ 151 w 178428"/>
                <a:gd name="connsiteY23" fmla="*/ 15077 h 247261"/>
                <a:gd name="connsiteX24" fmla="*/ 27820 w 178428"/>
                <a:gd name="connsiteY24" fmla="*/ 35029 h 247261"/>
                <a:gd name="connsiteX25" fmla="*/ 27820 w 178428"/>
                <a:gd name="connsiteY25" fmla="*/ 220297 h 247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78428" h="247261">
                  <a:moveTo>
                    <a:pt x="27820" y="220297"/>
                  </a:moveTo>
                  <a:cubicBezTo>
                    <a:pt x="27820" y="236330"/>
                    <a:pt x="23918" y="236330"/>
                    <a:pt x="151" y="236330"/>
                  </a:cubicBezTo>
                  <a:lnTo>
                    <a:pt x="151" y="247375"/>
                  </a:lnTo>
                  <a:cubicBezTo>
                    <a:pt x="12566" y="247018"/>
                    <a:pt x="30658" y="246306"/>
                    <a:pt x="40235" y="246306"/>
                  </a:cubicBezTo>
                  <a:cubicBezTo>
                    <a:pt x="49458" y="246306"/>
                    <a:pt x="67904" y="247018"/>
                    <a:pt x="79965" y="247375"/>
                  </a:cubicBezTo>
                  <a:lnTo>
                    <a:pt x="79965" y="236330"/>
                  </a:lnTo>
                  <a:cubicBezTo>
                    <a:pt x="56198" y="236330"/>
                    <a:pt x="52296" y="236330"/>
                    <a:pt x="52296" y="220297"/>
                  </a:cubicBezTo>
                  <a:lnTo>
                    <a:pt x="52296" y="154741"/>
                  </a:lnTo>
                  <a:cubicBezTo>
                    <a:pt x="52296" y="117687"/>
                    <a:pt x="77482" y="97735"/>
                    <a:pt x="100184" y="97735"/>
                  </a:cubicBezTo>
                  <a:cubicBezTo>
                    <a:pt x="122532" y="97735"/>
                    <a:pt x="126434" y="116974"/>
                    <a:pt x="126434" y="137283"/>
                  </a:cubicBezTo>
                  <a:lnTo>
                    <a:pt x="126434" y="220297"/>
                  </a:lnTo>
                  <a:cubicBezTo>
                    <a:pt x="126434" y="236330"/>
                    <a:pt x="122532" y="236330"/>
                    <a:pt x="98765" y="236330"/>
                  </a:cubicBezTo>
                  <a:lnTo>
                    <a:pt x="98765" y="247375"/>
                  </a:lnTo>
                  <a:cubicBezTo>
                    <a:pt x="111181" y="247018"/>
                    <a:pt x="129272" y="246306"/>
                    <a:pt x="138850" y="246306"/>
                  </a:cubicBezTo>
                  <a:cubicBezTo>
                    <a:pt x="148072" y="246306"/>
                    <a:pt x="166518" y="247018"/>
                    <a:pt x="178579" y="247375"/>
                  </a:cubicBezTo>
                  <a:lnTo>
                    <a:pt x="178579" y="236330"/>
                  </a:lnTo>
                  <a:cubicBezTo>
                    <a:pt x="160133" y="236330"/>
                    <a:pt x="151265" y="236330"/>
                    <a:pt x="150910" y="225641"/>
                  </a:cubicBezTo>
                  <a:lnTo>
                    <a:pt x="150910" y="157591"/>
                  </a:lnTo>
                  <a:cubicBezTo>
                    <a:pt x="150910" y="126950"/>
                    <a:pt x="150910" y="115906"/>
                    <a:pt x="139914" y="103079"/>
                  </a:cubicBezTo>
                  <a:cubicBezTo>
                    <a:pt x="134948" y="97023"/>
                    <a:pt x="123242" y="89897"/>
                    <a:pt x="102667" y="89897"/>
                  </a:cubicBezTo>
                  <a:cubicBezTo>
                    <a:pt x="72870" y="89897"/>
                    <a:pt x="57262" y="111274"/>
                    <a:pt x="51232" y="124813"/>
                  </a:cubicBezTo>
                  <a:lnTo>
                    <a:pt x="51232" y="113"/>
                  </a:lnTo>
                  <a:lnTo>
                    <a:pt x="151" y="4032"/>
                  </a:lnTo>
                  <a:lnTo>
                    <a:pt x="151" y="15077"/>
                  </a:lnTo>
                  <a:cubicBezTo>
                    <a:pt x="24982" y="15077"/>
                    <a:pt x="27820" y="17571"/>
                    <a:pt x="27820" y="35029"/>
                  </a:cubicBezTo>
                  <a:lnTo>
                    <a:pt x="27820" y="220297"/>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1" name="Freeform: Shape 70">
              <a:extLst>
                <a:ext uri="{FF2B5EF4-FFF2-40B4-BE49-F238E27FC236}">
                  <a16:creationId xmlns:a16="http://schemas.microsoft.com/office/drawing/2014/main" id="{4AE6EEF9-B99C-F10B-FDC3-FE798B5EE817}"/>
                </a:ext>
              </a:extLst>
            </p:cNvPr>
            <p:cNvSpPr/>
            <p:nvPr/>
          </p:nvSpPr>
          <p:spPr>
            <a:xfrm>
              <a:off x="7124528" y="5991035"/>
              <a:ext cx="82296" cy="356284"/>
            </a:xfrm>
            <a:custGeom>
              <a:avLst/>
              <a:gdLst>
                <a:gd name="connsiteX0" fmla="*/ 82455 w 82296"/>
                <a:gd name="connsiteY0" fmla="*/ 352835 h 356284"/>
                <a:gd name="connsiteX1" fmla="*/ 76425 w 82296"/>
                <a:gd name="connsiteY1" fmla="*/ 344997 h 356284"/>
                <a:gd name="connsiteX2" fmla="*/ 20732 w 82296"/>
                <a:gd name="connsiteY2" fmla="*/ 178255 h 356284"/>
                <a:gd name="connsiteX3" fmla="*/ 77844 w 82296"/>
                <a:gd name="connsiteY3" fmla="*/ 9733 h 356284"/>
                <a:gd name="connsiteX4" fmla="*/ 82455 w 82296"/>
                <a:gd name="connsiteY4" fmla="*/ 3676 h 356284"/>
                <a:gd name="connsiteX5" fmla="*/ 78908 w 82296"/>
                <a:gd name="connsiteY5" fmla="*/ 113 h 356284"/>
                <a:gd name="connsiteX6" fmla="*/ 22506 w 82296"/>
                <a:gd name="connsiteY6" fmla="*/ 69589 h 356284"/>
                <a:gd name="connsiteX7" fmla="*/ 158 w 82296"/>
                <a:gd name="connsiteY7" fmla="*/ 178255 h 356284"/>
                <a:gd name="connsiteX8" fmla="*/ 23570 w 82296"/>
                <a:gd name="connsiteY8" fmla="*/ 289416 h 356284"/>
                <a:gd name="connsiteX9" fmla="*/ 78908 w 82296"/>
                <a:gd name="connsiteY9" fmla="*/ 356398 h 356284"/>
                <a:gd name="connsiteX10" fmla="*/ 82455 w 82296"/>
                <a:gd name="connsiteY10" fmla="*/ 352835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455" y="352835"/>
                  </a:moveTo>
                  <a:cubicBezTo>
                    <a:pt x="82455" y="351766"/>
                    <a:pt x="82455" y="351053"/>
                    <a:pt x="76425" y="344997"/>
                  </a:cubicBezTo>
                  <a:cubicBezTo>
                    <a:pt x="32084" y="300105"/>
                    <a:pt x="20732" y="232767"/>
                    <a:pt x="20732" y="178255"/>
                  </a:cubicBezTo>
                  <a:cubicBezTo>
                    <a:pt x="20732" y="116262"/>
                    <a:pt x="34212" y="54268"/>
                    <a:pt x="77844" y="9733"/>
                  </a:cubicBezTo>
                  <a:cubicBezTo>
                    <a:pt x="82455" y="5457"/>
                    <a:pt x="82455" y="4745"/>
                    <a:pt x="82455" y="3676"/>
                  </a:cubicBezTo>
                  <a:cubicBezTo>
                    <a:pt x="82455" y="1182"/>
                    <a:pt x="81036" y="113"/>
                    <a:pt x="78908" y="113"/>
                  </a:cubicBezTo>
                  <a:cubicBezTo>
                    <a:pt x="75360" y="113"/>
                    <a:pt x="43435" y="24341"/>
                    <a:pt x="22506" y="69589"/>
                  </a:cubicBezTo>
                  <a:cubicBezTo>
                    <a:pt x="4415" y="108780"/>
                    <a:pt x="158" y="148328"/>
                    <a:pt x="158" y="178255"/>
                  </a:cubicBezTo>
                  <a:cubicBezTo>
                    <a:pt x="158" y="206046"/>
                    <a:pt x="4060" y="249156"/>
                    <a:pt x="23570" y="289416"/>
                  </a:cubicBezTo>
                  <a:cubicBezTo>
                    <a:pt x="44854" y="333239"/>
                    <a:pt x="75360" y="356398"/>
                    <a:pt x="78908" y="356398"/>
                  </a:cubicBezTo>
                  <a:cubicBezTo>
                    <a:pt x="81036" y="356398"/>
                    <a:pt x="82455" y="355329"/>
                    <a:pt x="82455" y="352835"/>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2" name="Freeform: Shape 71">
              <a:extLst>
                <a:ext uri="{FF2B5EF4-FFF2-40B4-BE49-F238E27FC236}">
                  <a16:creationId xmlns:a16="http://schemas.microsoft.com/office/drawing/2014/main" id="{2E36A6EF-505F-FB21-683E-BFC97D8E39F9}"/>
                </a:ext>
              </a:extLst>
            </p:cNvPr>
            <p:cNvSpPr/>
            <p:nvPr/>
          </p:nvSpPr>
          <p:spPr>
            <a:xfrm>
              <a:off x="7237648" y="6100771"/>
              <a:ext cx="176654" cy="161396"/>
            </a:xfrm>
            <a:custGeom>
              <a:avLst/>
              <a:gdLst>
                <a:gd name="connsiteX0" fmla="*/ 108354 w 176654"/>
                <a:gd name="connsiteY0" fmla="*/ 49993 h 161396"/>
                <a:gd name="connsiteX1" fmla="*/ 143472 w 176654"/>
                <a:gd name="connsiteY1" fmla="*/ 7951 h 161396"/>
                <a:gd name="connsiteX2" fmla="*/ 161208 w 176654"/>
                <a:gd name="connsiteY2" fmla="*/ 12583 h 161396"/>
                <a:gd name="connsiteX3" fmla="*/ 144181 w 176654"/>
                <a:gd name="connsiteY3" fmla="*/ 31823 h 161396"/>
                <a:gd name="connsiteX4" fmla="*/ 157661 w 176654"/>
                <a:gd name="connsiteY4" fmla="*/ 44292 h 161396"/>
                <a:gd name="connsiteX5" fmla="*/ 176816 w 176654"/>
                <a:gd name="connsiteY5" fmla="*/ 23628 h 161396"/>
                <a:gd name="connsiteX6" fmla="*/ 143827 w 176654"/>
                <a:gd name="connsiteY6" fmla="*/ 113 h 161396"/>
                <a:gd name="connsiteX7" fmla="*/ 106580 w 176654"/>
                <a:gd name="connsiteY7" fmla="*/ 27191 h 161396"/>
                <a:gd name="connsiteX8" fmla="*/ 68270 w 176654"/>
                <a:gd name="connsiteY8" fmla="*/ 113 h 161396"/>
                <a:gd name="connsiteX9" fmla="*/ 11159 w 176654"/>
                <a:gd name="connsiteY9" fmla="*/ 54981 h 161396"/>
                <a:gd name="connsiteX10" fmla="*/ 15415 w 176654"/>
                <a:gd name="connsiteY10" fmla="*/ 58544 h 161396"/>
                <a:gd name="connsiteX11" fmla="*/ 20027 w 176654"/>
                <a:gd name="connsiteY11" fmla="*/ 54625 h 161396"/>
                <a:gd name="connsiteX12" fmla="*/ 67560 w 176654"/>
                <a:gd name="connsiteY12" fmla="*/ 7951 h 161396"/>
                <a:gd name="connsiteX13" fmla="*/ 86716 w 176654"/>
                <a:gd name="connsiteY13" fmla="*/ 31823 h 161396"/>
                <a:gd name="connsiteX14" fmla="*/ 67560 w 176654"/>
                <a:gd name="connsiteY14" fmla="*/ 116618 h 161396"/>
                <a:gd name="connsiteX15" fmla="*/ 33861 w 176654"/>
                <a:gd name="connsiteY15" fmla="*/ 153672 h 161396"/>
                <a:gd name="connsiteX16" fmla="*/ 16125 w 176654"/>
                <a:gd name="connsiteY16" fmla="*/ 149040 h 161396"/>
                <a:gd name="connsiteX17" fmla="*/ 32797 w 176654"/>
                <a:gd name="connsiteY17" fmla="*/ 129801 h 161396"/>
                <a:gd name="connsiteX18" fmla="*/ 19672 w 176654"/>
                <a:gd name="connsiteY18" fmla="*/ 117331 h 161396"/>
                <a:gd name="connsiteX19" fmla="*/ 162 w 176654"/>
                <a:gd name="connsiteY19" fmla="*/ 137995 h 161396"/>
                <a:gd name="connsiteX20" fmla="*/ 33506 w 176654"/>
                <a:gd name="connsiteY20" fmla="*/ 161510 h 161396"/>
                <a:gd name="connsiteX21" fmla="*/ 70753 w 176654"/>
                <a:gd name="connsiteY21" fmla="*/ 134432 h 161396"/>
                <a:gd name="connsiteX22" fmla="*/ 109063 w 176654"/>
                <a:gd name="connsiteY22" fmla="*/ 161510 h 161396"/>
                <a:gd name="connsiteX23" fmla="*/ 165820 w 176654"/>
                <a:gd name="connsiteY23" fmla="*/ 106642 h 161396"/>
                <a:gd name="connsiteX24" fmla="*/ 161563 w 176654"/>
                <a:gd name="connsiteY24" fmla="*/ 103079 h 161396"/>
                <a:gd name="connsiteX25" fmla="*/ 156952 w 176654"/>
                <a:gd name="connsiteY25" fmla="*/ 106999 h 161396"/>
                <a:gd name="connsiteX26" fmla="*/ 109773 w 176654"/>
                <a:gd name="connsiteY26" fmla="*/ 153672 h 161396"/>
                <a:gd name="connsiteX27" fmla="*/ 90263 w 176654"/>
                <a:gd name="connsiteY27" fmla="*/ 130157 h 161396"/>
                <a:gd name="connsiteX28" fmla="*/ 96293 w 176654"/>
                <a:gd name="connsiteY28" fmla="*/ 98804 h 161396"/>
                <a:gd name="connsiteX29" fmla="*/ 108354 w 176654"/>
                <a:gd name="connsiteY29" fmla="*/ 49993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54" h="161396">
                  <a:moveTo>
                    <a:pt x="108354" y="49993"/>
                  </a:moveTo>
                  <a:cubicBezTo>
                    <a:pt x="110482" y="40730"/>
                    <a:pt x="118641" y="7951"/>
                    <a:pt x="143472" y="7951"/>
                  </a:cubicBezTo>
                  <a:cubicBezTo>
                    <a:pt x="145246" y="7951"/>
                    <a:pt x="153759" y="7951"/>
                    <a:pt x="161208" y="12583"/>
                  </a:cubicBezTo>
                  <a:cubicBezTo>
                    <a:pt x="151276" y="14365"/>
                    <a:pt x="144181" y="23272"/>
                    <a:pt x="144181" y="31823"/>
                  </a:cubicBezTo>
                  <a:cubicBezTo>
                    <a:pt x="144181" y="37523"/>
                    <a:pt x="148083" y="44292"/>
                    <a:pt x="157661" y="44292"/>
                  </a:cubicBezTo>
                  <a:cubicBezTo>
                    <a:pt x="165465" y="44292"/>
                    <a:pt x="176816" y="37879"/>
                    <a:pt x="176816" y="23628"/>
                  </a:cubicBezTo>
                  <a:cubicBezTo>
                    <a:pt x="176816" y="5101"/>
                    <a:pt x="155888" y="113"/>
                    <a:pt x="143827" y="113"/>
                  </a:cubicBezTo>
                  <a:cubicBezTo>
                    <a:pt x="123253" y="113"/>
                    <a:pt x="110837" y="18996"/>
                    <a:pt x="106580" y="27191"/>
                  </a:cubicBezTo>
                  <a:cubicBezTo>
                    <a:pt x="97712" y="3676"/>
                    <a:pt x="78557" y="113"/>
                    <a:pt x="68270" y="113"/>
                  </a:cubicBezTo>
                  <a:cubicBezTo>
                    <a:pt x="31378" y="113"/>
                    <a:pt x="11159" y="46074"/>
                    <a:pt x="11159" y="54981"/>
                  </a:cubicBezTo>
                  <a:cubicBezTo>
                    <a:pt x="11159" y="58544"/>
                    <a:pt x="14706" y="58544"/>
                    <a:pt x="15415" y="58544"/>
                  </a:cubicBezTo>
                  <a:cubicBezTo>
                    <a:pt x="18253" y="58544"/>
                    <a:pt x="19317" y="57831"/>
                    <a:pt x="20027" y="54625"/>
                  </a:cubicBezTo>
                  <a:cubicBezTo>
                    <a:pt x="32087" y="16859"/>
                    <a:pt x="55499" y="7951"/>
                    <a:pt x="67560" y="7951"/>
                  </a:cubicBezTo>
                  <a:cubicBezTo>
                    <a:pt x="74300" y="7951"/>
                    <a:pt x="86716" y="11158"/>
                    <a:pt x="86716" y="31823"/>
                  </a:cubicBezTo>
                  <a:cubicBezTo>
                    <a:pt x="86716" y="42867"/>
                    <a:pt x="80685" y="66738"/>
                    <a:pt x="67560" y="116618"/>
                  </a:cubicBezTo>
                  <a:cubicBezTo>
                    <a:pt x="61885" y="138708"/>
                    <a:pt x="49469" y="153672"/>
                    <a:pt x="33861" y="153672"/>
                  </a:cubicBezTo>
                  <a:cubicBezTo>
                    <a:pt x="31733" y="153672"/>
                    <a:pt x="23574" y="153672"/>
                    <a:pt x="16125" y="149040"/>
                  </a:cubicBezTo>
                  <a:cubicBezTo>
                    <a:pt x="24993" y="147259"/>
                    <a:pt x="32797" y="139777"/>
                    <a:pt x="32797" y="129801"/>
                  </a:cubicBezTo>
                  <a:cubicBezTo>
                    <a:pt x="32797" y="120181"/>
                    <a:pt x="24993" y="117331"/>
                    <a:pt x="19672" y="117331"/>
                  </a:cubicBezTo>
                  <a:cubicBezTo>
                    <a:pt x="9030" y="117331"/>
                    <a:pt x="162" y="126594"/>
                    <a:pt x="162" y="137995"/>
                  </a:cubicBezTo>
                  <a:cubicBezTo>
                    <a:pt x="162" y="154384"/>
                    <a:pt x="17898" y="161510"/>
                    <a:pt x="33506" y="161510"/>
                  </a:cubicBezTo>
                  <a:cubicBezTo>
                    <a:pt x="56918" y="161510"/>
                    <a:pt x="69689" y="136570"/>
                    <a:pt x="70753" y="134432"/>
                  </a:cubicBezTo>
                  <a:cubicBezTo>
                    <a:pt x="75010" y="147615"/>
                    <a:pt x="87780" y="161510"/>
                    <a:pt x="109063" y="161510"/>
                  </a:cubicBezTo>
                  <a:cubicBezTo>
                    <a:pt x="145600" y="161510"/>
                    <a:pt x="165820" y="115549"/>
                    <a:pt x="165820" y="106642"/>
                  </a:cubicBezTo>
                  <a:cubicBezTo>
                    <a:pt x="165820" y="103079"/>
                    <a:pt x="162627" y="103079"/>
                    <a:pt x="161563" y="103079"/>
                  </a:cubicBezTo>
                  <a:cubicBezTo>
                    <a:pt x="158371" y="103079"/>
                    <a:pt x="157661" y="104505"/>
                    <a:pt x="156952" y="106999"/>
                  </a:cubicBezTo>
                  <a:cubicBezTo>
                    <a:pt x="145246" y="145121"/>
                    <a:pt x="121124" y="153672"/>
                    <a:pt x="109773" y="153672"/>
                  </a:cubicBezTo>
                  <a:cubicBezTo>
                    <a:pt x="95938" y="153672"/>
                    <a:pt x="90263" y="142271"/>
                    <a:pt x="90263" y="130157"/>
                  </a:cubicBezTo>
                  <a:cubicBezTo>
                    <a:pt x="90263" y="122319"/>
                    <a:pt x="92391" y="114481"/>
                    <a:pt x="96293" y="98804"/>
                  </a:cubicBezTo>
                  <a:lnTo>
                    <a:pt x="108354" y="4999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3" name="Freeform: Shape 72">
              <a:extLst>
                <a:ext uri="{FF2B5EF4-FFF2-40B4-BE49-F238E27FC236}">
                  <a16:creationId xmlns:a16="http://schemas.microsoft.com/office/drawing/2014/main" id="{AFFCA979-92A2-E0B3-3948-9C5880E7E2C2}"/>
                </a:ext>
              </a:extLst>
            </p:cNvPr>
            <p:cNvSpPr/>
            <p:nvPr/>
          </p:nvSpPr>
          <p:spPr>
            <a:xfrm>
              <a:off x="7450317" y="5991035"/>
              <a:ext cx="82296" cy="356284"/>
            </a:xfrm>
            <a:custGeom>
              <a:avLst/>
              <a:gdLst>
                <a:gd name="connsiteX0" fmla="*/ 82465 w 82296"/>
                <a:gd name="connsiteY0" fmla="*/ 178255 h 356284"/>
                <a:gd name="connsiteX1" fmla="*/ 59053 w 82296"/>
                <a:gd name="connsiteY1" fmla="*/ 67095 h 356284"/>
                <a:gd name="connsiteX2" fmla="*/ 3715 w 82296"/>
                <a:gd name="connsiteY2" fmla="*/ 113 h 356284"/>
                <a:gd name="connsiteX3" fmla="*/ 168 w 82296"/>
                <a:gd name="connsiteY3" fmla="*/ 3676 h 356284"/>
                <a:gd name="connsiteX4" fmla="*/ 6908 w 82296"/>
                <a:gd name="connsiteY4" fmla="*/ 11871 h 356284"/>
                <a:gd name="connsiteX5" fmla="*/ 61890 w 82296"/>
                <a:gd name="connsiteY5" fmla="*/ 178255 h 356284"/>
                <a:gd name="connsiteX6" fmla="*/ 4779 w 82296"/>
                <a:gd name="connsiteY6" fmla="*/ 346778 h 356284"/>
                <a:gd name="connsiteX7" fmla="*/ 168 w 82296"/>
                <a:gd name="connsiteY7" fmla="*/ 352835 h 356284"/>
                <a:gd name="connsiteX8" fmla="*/ 3715 w 82296"/>
                <a:gd name="connsiteY8" fmla="*/ 356398 h 356284"/>
                <a:gd name="connsiteX9" fmla="*/ 60117 w 82296"/>
                <a:gd name="connsiteY9" fmla="*/ 286922 h 356284"/>
                <a:gd name="connsiteX10" fmla="*/ 82465 w 82296"/>
                <a:gd name="connsiteY10" fmla="*/ 178255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465" y="178255"/>
                  </a:moveTo>
                  <a:cubicBezTo>
                    <a:pt x="82465" y="150465"/>
                    <a:pt x="78563" y="107355"/>
                    <a:pt x="59053" y="67095"/>
                  </a:cubicBezTo>
                  <a:cubicBezTo>
                    <a:pt x="37769" y="23272"/>
                    <a:pt x="7262" y="113"/>
                    <a:pt x="3715" y="113"/>
                  </a:cubicBezTo>
                  <a:cubicBezTo>
                    <a:pt x="1587" y="113"/>
                    <a:pt x="168" y="1538"/>
                    <a:pt x="168" y="3676"/>
                  </a:cubicBezTo>
                  <a:cubicBezTo>
                    <a:pt x="168" y="4745"/>
                    <a:pt x="168" y="5457"/>
                    <a:pt x="6908" y="11871"/>
                  </a:cubicBezTo>
                  <a:cubicBezTo>
                    <a:pt x="41671" y="47143"/>
                    <a:pt x="61890" y="103792"/>
                    <a:pt x="61890" y="178255"/>
                  </a:cubicBezTo>
                  <a:cubicBezTo>
                    <a:pt x="61890" y="239180"/>
                    <a:pt x="48765" y="301886"/>
                    <a:pt x="4779" y="346778"/>
                  </a:cubicBezTo>
                  <a:cubicBezTo>
                    <a:pt x="168" y="351053"/>
                    <a:pt x="168" y="351766"/>
                    <a:pt x="168" y="352835"/>
                  </a:cubicBezTo>
                  <a:cubicBezTo>
                    <a:pt x="168" y="354972"/>
                    <a:pt x="1587" y="356398"/>
                    <a:pt x="3715" y="356398"/>
                  </a:cubicBezTo>
                  <a:cubicBezTo>
                    <a:pt x="7262" y="356398"/>
                    <a:pt x="39188" y="332170"/>
                    <a:pt x="60117" y="286922"/>
                  </a:cubicBezTo>
                  <a:cubicBezTo>
                    <a:pt x="78208" y="247731"/>
                    <a:pt x="82465" y="208183"/>
                    <a:pt x="82465" y="178255"/>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4" name="Freeform: Shape 73">
              <a:extLst>
                <a:ext uri="{FF2B5EF4-FFF2-40B4-BE49-F238E27FC236}">
                  <a16:creationId xmlns:a16="http://schemas.microsoft.com/office/drawing/2014/main" id="{295A44BB-636E-5A4F-ED0D-5E0FD1AD1930}"/>
                </a:ext>
              </a:extLst>
            </p:cNvPr>
            <p:cNvSpPr/>
            <p:nvPr/>
          </p:nvSpPr>
          <p:spPr>
            <a:xfrm>
              <a:off x="7686445" y="6127492"/>
              <a:ext cx="235894" cy="83370"/>
            </a:xfrm>
            <a:custGeom>
              <a:avLst/>
              <a:gdLst>
                <a:gd name="connsiteX0" fmla="*/ 224008 w 235894"/>
                <a:gd name="connsiteY0" fmla="*/ 14365 h 83370"/>
                <a:gd name="connsiteX1" fmla="*/ 236068 w 235894"/>
                <a:gd name="connsiteY1" fmla="*/ 7239 h 83370"/>
                <a:gd name="connsiteX2" fmla="*/ 224362 w 235894"/>
                <a:gd name="connsiteY2" fmla="*/ 113 h 83370"/>
                <a:gd name="connsiteX3" fmla="*/ 11880 w 235894"/>
                <a:gd name="connsiteY3" fmla="*/ 113 h 83370"/>
                <a:gd name="connsiteX4" fmla="*/ 174 w 235894"/>
                <a:gd name="connsiteY4" fmla="*/ 7239 h 83370"/>
                <a:gd name="connsiteX5" fmla="*/ 12235 w 235894"/>
                <a:gd name="connsiteY5" fmla="*/ 14365 h 83370"/>
                <a:gd name="connsiteX6" fmla="*/ 224008 w 235894"/>
                <a:gd name="connsiteY6" fmla="*/ 14365 h 83370"/>
                <a:gd name="connsiteX7" fmla="*/ 224362 w 235894"/>
                <a:gd name="connsiteY7" fmla="*/ 83484 h 83370"/>
                <a:gd name="connsiteX8" fmla="*/ 236068 w 235894"/>
                <a:gd name="connsiteY8" fmla="*/ 76358 h 83370"/>
                <a:gd name="connsiteX9" fmla="*/ 224008 w 235894"/>
                <a:gd name="connsiteY9" fmla="*/ 69232 h 83370"/>
                <a:gd name="connsiteX10" fmla="*/ 12235 w 235894"/>
                <a:gd name="connsiteY10" fmla="*/ 69232 h 83370"/>
                <a:gd name="connsiteX11" fmla="*/ 174 w 235894"/>
                <a:gd name="connsiteY11" fmla="*/ 76358 h 83370"/>
                <a:gd name="connsiteX12" fmla="*/ 11880 w 235894"/>
                <a:gd name="connsiteY12" fmla="*/ 83484 h 83370"/>
                <a:gd name="connsiteX13" fmla="*/ 224362 w 235894"/>
                <a:gd name="connsiteY13" fmla="*/ 83484 h 8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894" h="83370">
                  <a:moveTo>
                    <a:pt x="224008" y="14365"/>
                  </a:moveTo>
                  <a:cubicBezTo>
                    <a:pt x="229329" y="14365"/>
                    <a:pt x="236068" y="14365"/>
                    <a:pt x="236068" y="7239"/>
                  </a:cubicBezTo>
                  <a:cubicBezTo>
                    <a:pt x="236068" y="113"/>
                    <a:pt x="229329" y="113"/>
                    <a:pt x="224362" y="113"/>
                  </a:cubicBezTo>
                  <a:lnTo>
                    <a:pt x="11880" y="113"/>
                  </a:lnTo>
                  <a:cubicBezTo>
                    <a:pt x="6914" y="113"/>
                    <a:pt x="174" y="113"/>
                    <a:pt x="174" y="7239"/>
                  </a:cubicBezTo>
                  <a:cubicBezTo>
                    <a:pt x="174" y="14365"/>
                    <a:pt x="6914" y="14365"/>
                    <a:pt x="12235" y="14365"/>
                  </a:cubicBezTo>
                  <a:lnTo>
                    <a:pt x="224008" y="14365"/>
                  </a:lnTo>
                  <a:close/>
                  <a:moveTo>
                    <a:pt x="224362" y="83484"/>
                  </a:moveTo>
                  <a:cubicBezTo>
                    <a:pt x="229329" y="83484"/>
                    <a:pt x="236068" y="83484"/>
                    <a:pt x="236068" y="76358"/>
                  </a:cubicBezTo>
                  <a:cubicBezTo>
                    <a:pt x="236068" y="69232"/>
                    <a:pt x="229329" y="69232"/>
                    <a:pt x="224008" y="69232"/>
                  </a:cubicBezTo>
                  <a:lnTo>
                    <a:pt x="12235" y="69232"/>
                  </a:lnTo>
                  <a:cubicBezTo>
                    <a:pt x="6914" y="69232"/>
                    <a:pt x="174" y="69232"/>
                    <a:pt x="174" y="76358"/>
                  </a:cubicBezTo>
                  <a:cubicBezTo>
                    <a:pt x="174" y="83484"/>
                    <a:pt x="6914" y="83484"/>
                    <a:pt x="11880" y="83484"/>
                  </a:cubicBezTo>
                  <a:lnTo>
                    <a:pt x="224362" y="8348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5" name="Freeform: Shape 74">
              <a:extLst>
                <a:ext uri="{FF2B5EF4-FFF2-40B4-BE49-F238E27FC236}">
                  <a16:creationId xmlns:a16="http://schemas.microsoft.com/office/drawing/2014/main" id="{9A8CA2BA-A192-EB0C-CCF5-32EE68ADAE35}"/>
                </a:ext>
              </a:extLst>
            </p:cNvPr>
            <p:cNvSpPr/>
            <p:nvPr/>
          </p:nvSpPr>
          <p:spPr>
            <a:xfrm>
              <a:off x="8099899" y="5859742"/>
              <a:ext cx="136215" cy="161396"/>
            </a:xfrm>
            <a:custGeom>
              <a:avLst/>
              <a:gdLst>
                <a:gd name="connsiteX0" fmla="*/ 50203 w 136215"/>
                <a:gd name="connsiteY0" fmla="*/ 75282 h 161396"/>
                <a:gd name="connsiteX1" fmla="*/ 104476 w 136215"/>
                <a:gd name="connsiteY1" fmla="*/ 67088 h 161396"/>
                <a:gd name="connsiteX2" fmla="*/ 131081 w 136215"/>
                <a:gd name="connsiteY2" fmla="*/ 30391 h 161396"/>
                <a:gd name="connsiteX3" fmla="*/ 93125 w 136215"/>
                <a:gd name="connsiteY3" fmla="*/ 106 h 161396"/>
                <a:gd name="connsiteX4" fmla="*/ 186 w 136215"/>
                <a:gd name="connsiteY4" fmla="*/ 97016 h 161396"/>
                <a:gd name="connsiteX5" fmla="*/ 55878 w 136215"/>
                <a:gd name="connsiteY5" fmla="*/ 161503 h 161396"/>
                <a:gd name="connsiteX6" fmla="*/ 136402 w 136215"/>
                <a:gd name="connsiteY6" fmla="*/ 119462 h 161396"/>
                <a:gd name="connsiteX7" fmla="*/ 132145 w 136215"/>
                <a:gd name="connsiteY7" fmla="*/ 114830 h 161396"/>
                <a:gd name="connsiteX8" fmla="*/ 127533 w 136215"/>
                <a:gd name="connsiteY8" fmla="*/ 118393 h 161396"/>
                <a:gd name="connsiteX9" fmla="*/ 56588 w 136215"/>
                <a:gd name="connsiteY9" fmla="*/ 153665 h 161396"/>
                <a:gd name="connsiteX10" fmla="*/ 25726 w 136215"/>
                <a:gd name="connsiteY10" fmla="*/ 112336 h 161396"/>
                <a:gd name="connsiteX11" fmla="*/ 31402 w 136215"/>
                <a:gd name="connsiteY11" fmla="*/ 75282 h 161396"/>
                <a:gd name="connsiteX12" fmla="*/ 50203 w 136215"/>
                <a:gd name="connsiteY12" fmla="*/ 75282 h 161396"/>
                <a:gd name="connsiteX13" fmla="*/ 33530 w 136215"/>
                <a:gd name="connsiteY13" fmla="*/ 67444 h 161396"/>
                <a:gd name="connsiteX14" fmla="*/ 93125 w 136215"/>
                <a:gd name="connsiteY14" fmla="*/ 7945 h 161396"/>
                <a:gd name="connsiteX15" fmla="*/ 119375 w 136215"/>
                <a:gd name="connsiteY15" fmla="*/ 30391 h 161396"/>
                <a:gd name="connsiteX16" fmla="*/ 48074 w 136215"/>
                <a:gd name="connsiteY16" fmla="*/ 67444 h 161396"/>
                <a:gd name="connsiteX17" fmla="*/ 33530 w 136215"/>
                <a:gd name="connsiteY17" fmla="*/ 67444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5" h="161396">
                  <a:moveTo>
                    <a:pt x="50203" y="75282"/>
                  </a:moveTo>
                  <a:cubicBezTo>
                    <a:pt x="60490" y="75282"/>
                    <a:pt x="86740" y="74570"/>
                    <a:pt x="104476" y="67088"/>
                  </a:cubicBezTo>
                  <a:cubicBezTo>
                    <a:pt x="129307" y="56399"/>
                    <a:pt x="131081" y="35379"/>
                    <a:pt x="131081" y="30391"/>
                  </a:cubicBezTo>
                  <a:cubicBezTo>
                    <a:pt x="131081" y="14714"/>
                    <a:pt x="117601" y="106"/>
                    <a:pt x="93125" y="106"/>
                  </a:cubicBezTo>
                  <a:cubicBezTo>
                    <a:pt x="53750" y="106"/>
                    <a:pt x="186" y="34666"/>
                    <a:pt x="186" y="97016"/>
                  </a:cubicBezTo>
                  <a:cubicBezTo>
                    <a:pt x="186" y="133357"/>
                    <a:pt x="21115" y="161503"/>
                    <a:pt x="55878" y="161503"/>
                  </a:cubicBezTo>
                  <a:cubicBezTo>
                    <a:pt x="106604" y="161503"/>
                    <a:pt x="136402" y="123737"/>
                    <a:pt x="136402" y="119462"/>
                  </a:cubicBezTo>
                  <a:cubicBezTo>
                    <a:pt x="136402" y="117324"/>
                    <a:pt x="134273" y="114830"/>
                    <a:pt x="132145" y="114830"/>
                  </a:cubicBezTo>
                  <a:cubicBezTo>
                    <a:pt x="130371" y="114830"/>
                    <a:pt x="129662" y="115543"/>
                    <a:pt x="127533" y="118393"/>
                  </a:cubicBezTo>
                  <a:cubicBezTo>
                    <a:pt x="99510" y="153665"/>
                    <a:pt x="60845" y="153665"/>
                    <a:pt x="56588" y="153665"/>
                  </a:cubicBezTo>
                  <a:cubicBezTo>
                    <a:pt x="28919" y="153665"/>
                    <a:pt x="25726" y="123737"/>
                    <a:pt x="25726" y="112336"/>
                  </a:cubicBezTo>
                  <a:cubicBezTo>
                    <a:pt x="25726" y="108061"/>
                    <a:pt x="26081" y="97016"/>
                    <a:pt x="31402" y="75282"/>
                  </a:cubicBezTo>
                  <a:lnTo>
                    <a:pt x="50203" y="75282"/>
                  </a:lnTo>
                  <a:close/>
                  <a:moveTo>
                    <a:pt x="33530" y="67444"/>
                  </a:moveTo>
                  <a:cubicBezTo>
                    <a:pt x="47365" y="13289"/>
                    <a:pt x="83902" y="7945"/>
                    <a:pt x="93125" y="7945"/>
                  </a:cubicBezTo>
                  <a:cubicBezTo>
                    <a:pt x="109797" y="7945"/>
                    <a:pt x="119375" y="18277"/>
                    <a:pt x="119375" y="30391"/>
                  </a:cubicBezTo>
                  <a:cubicBezTo>
                    <a:pt x="119375" y="67444"/>
                    <a:pt x="62618" y="67444"/>
                    <a:pt x="48074" y="67444"/>
                  </a:cubicBezTo>
                  <a:lnTo>
                    <a:pt x="33530" y="6744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6" name="Freeform: Shape 75">
              <a:extLst>
                <a:ext uri="{FF2B5EF4-FFF2-40B4-BE49-F238E27FC236}">
                  <a16:creationId xmlns:a16="http://schemas.microsoft.com/office/drawing/2014/main" id="{0CA417DC-E009-A59E-66A8-5533432F80D1}"/>
                </a:ext>
              </a:extLst>
            </p:cNvPr>
            <p:cNvSpPr/>
            <p:nvPr/>
          </p:nvSpPr>
          <p:spPr>
            <a:xfrm>
              <a:off x="8260671" y="5777941"/>
              <a:ext cx="132845" cy="112478"/>
            </a:xfrm>
            <a:custGeom>
              <a:avLst/>
              <a:gdLst>
                <a:gd name="connsiteX0" fmla="*/ 50101 w 132845"/>
                <a:gd name="connsiteY0" fmla="*/ 83652 h 112478"/>
                <a:gd name="connsiteX1" fmla="*/ 26760 w 132845"/>
                <a:gd name="connsiteY1" fmla="*/ 105599 h 112478"/>
                <a:gd name="connsiteX2" fmla="*/ 13351 w 132845"/>
                <a:gd name="connsiteY2" fmla="*/ 102107 h 112478"/>
                <a:gd name="connsiteX3" fmla="*/ 24277 w 132845"/>
                <a:gd name="connsiteY3" fmla="*/ 88390 h 112478"/>
                <a:gd name="connsiteX4" fmla="*/ 14344 w 132845"/>
                <a:gd name="connsiteY4" fmla="*/ 79162 h 112478"/>
                <a:gd name="connsiteX5" fmla="*/ 191 w 132845"/>
                <a:gd name="connsiteY5" fmla="*/ 94376 h 112478"/>
                <a:gd name="connsiteX6" fmla="*/ 26263 w 132845"/>
                <a:gd name="connsiteY6" fmla="*/ 112582 h 112478"/>
                <a:gd name="connsiteX7" fmla="*/ 54074 w 132845"/>
                <a:gd name="connsiteY7" fmla="*/ 94874 h 112478"/>
                <a:gd name="connsiteX8" fmla="*/ 83623 w 132845"/>
                <a:gd name="connsiteY8" fmla="*/ 112582 h 112478"/>
                <a:gd name="connsiteX9" fmla="*/ 127325 w 132845"/>
                <a:gd name="connsiteY9" fmla="*/ 74424 h 112478"/>
                <a:gd name="connsiteX10" fmla="*/ 123352 w 132845"/>
                <a:gd name="connsiteY10" fmla="*/ 71182 h 112478"/>
                <a:gd name="connsiteX11" fmla="*/ 118634 w 132845"/>
                <a:gd name="connsiteY11" fmla="*/ 75421 h 112478"/>
                <a:gd name="connsiteX12" fmla="*/ 84616 w 132845"/>
                <a:gd name="connsiteY12" fmla="*/ 105599 h 112478"/>
                <a:gd name="connsiteX13" fmla="*/ 69469 w 132845"/>
                <a:gd name="connsiteY13" fmla="*/ 89388 h 112478"/>
                <a:gd name="connsiteX14" fmla="*/ 82381 w 132845"/>
                <a:gd name="connsiteY14" fmla="*/ 32525 h 112478"/>
                <a:gd name="connsiteX15" fmla="*/ 106715 w 132845"/>
                <a:gd name="connsiteY15" fmla="*/ 7086 h 112478"/>
                <a:gd name="connsiteX16" fmla="*/ 120124 w 132845"/>
                <a:gd name="connsiteY16" fmla="*/ 10578 h 112478"/>
                <a:gd name="connsiteX17" fmla="*/ 109199 w 132845"/>
                <a:gd name="connsiteY17" fmla="*/ 24295 h 112478"/>
                <a:gd name="connsiteX18" fmla="*/ 119131 w 132845"/>
                <a:gd name="connsiteY18" fmla="*/ 33522 h 112478"/>
                <a:gd name="connsiteX19" fmla="*/ 133036 w 132845"/>
                <a:gd name="connsiteY19" fmla="*/ 18309 h 112478"/>
                <a:gd name="connsiteX20" fmla="*/ 107212 w 132845"/>
                <a:gd name="connsiteY20" fmla="*/ 103 h 112478"/>
                <a:gd name="connsiteX21" fmla="*/ 79401 w 132845"/>
                <a:gd name="connsiteY21" fmla="*/ 17810 h 112478"/>
                <a:gd name="connsiteX22" fmla="*/ 49604 w 132845"/>
                <a:gd name="connsiteY22" fmla="*/ 103 h 112478"/>
                <a:gd name="connsiteX23" fmla="*/ 5902 w 132845"/>
                <a:gd name="connsiteY23" fmla="*/ 38261 h 112478"/>
                <a:gd name="connsiteX24" fmla="*/ 10123 w 132845"/>
                <a:gd name="connsiteY24" fmla="*/ 41503 h 112478"/>
                <a:gd name="connsiteX25" fmla="*/ 14841 w 132845"/>
                <a:gd name="connsiteY25" fmla="*/ 37263 h 112478"/>
                <a:gd name="connsiteX26" fmla="*/ 48859 w 132845"/>
                <a:gd name="connsiteY26" fmla="*/ 7086 h 112478"/>
                <a:gd name="connsiteX27" fmla="*/ 63758 w 132845"/>
                <a:gd name="connsiteY27" fmla="*/ 23546 h 112478"/>
                <a:gd name="connsiteX28" fmla="*/ 58543 w 132845"/>
                <a:gd name="connsiteY28" fmla="*/ 49484 h 112478"/>
                <a:gd name="connsiteX29" fmla="*/ 50101 w 132845"/>
                <a:gd name="connsiteY29" fmla="*/ 83652 h 11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845" h="112478">
                  <a:moveTo>
                    <a:pt x="50101" y="83652"/>
                  </a:moveTo>
                  <a:cubicBezTo>
                    <a:pt x="47618" y="92131"/>
                    <a:pt x="39424" y="105599"/>
                    <a:pt x="26760" y="105599"/>
                  </a:cubicBezTo>
                  <a:cubicBezTo>
                    <a:pt x="26015" y="105599"/>
                    <a:pt x="18566" y="105599"/>
                    <a:pt x="13351" y="102107"/>
                  </a:cubicBezTo>
                  <a:cubicBezTo>
                    <a:pt x="23532" y="98865"/>
                    <a:pt x="24277" y="89887"/>
                    <a:pt x="24277" y="88390"/>
                  </a:cubicBezTo>
                  <a:cubicBezTo>
                    <a:pt x="24277" y="82903"/>
                    <a:pt x="20055" y="79162"/>
                    <a:pt x="14344" y="79162"/>
                  </a:cubicBezTo>
                  <a:cubicBezTo>
                    <a:pt x="7392" y="79162"/>
                    <a:pt x="191" y="85148"/>
                    <a:pt x="191" y="94376"/>
                  </a:cubicBezTo>
                  <a:cubicBezTo>
                    <a:pt x="191" y="106846"/>
                    <a:pt x="14096" y="112582"/>
                    <a:pt x="26263" y="112582"/>
                  </a:cubicBezTo>
                  <a:cubicBezTo>
                    <a:pt x="37685" y="112582"/>
                    <a:pt x="47866" y="105349"/>
                    <a:pt x="54074" y="94874"/>
                  </a:cubicBezTo>
                  <a:cubicBezTo>
                    <a:pt x="60033" y="108093"/>
                    <a:pt x="73690" y="112582"/>
                    <a:pt x="83623" y="112582"/>
                  </a:cubicBezTo>
                  <a:cubicBezTo>
                    <a:pt x="112178" y="112582"/>
                    <a:pt x="127325" y="81407"/>
                    <a:pt x="127325" y="74424"/>
                  </a:cubicBezTo>
                  <a:cubicBezTo>
                    <a:pt x="127325" y="71182"/>
                    <a:pt x="124097" y="71182"/>
                    <a:pt x="123352" y="71182"/>
                  </a:cubicBezTo>
                  <a:cubicBezTo>
                    <a:pt x="119876" y="71182"/>
                    <a:pt x="119628" y="72429"/>
                    <a:pt x="118634" y="75421"/>
                  </a:cubicBezTo>
                  <a:cubicBezTo>
                    <a:pt x="113420" y="92630"/>
                    <a:pt x="98521" y="105599"/>
                    <a:pt x="84616" y="105599"/>
                  </a:cubicBezTo>
                  <a:cubicBezTo>
                    <a:pt x="74684" y="105599"/>
                    <a:pt x="69469" y="98865"/>
                    <a:pt x="69469" y="89388"/>
                  </a:cubicBezTo>
                  <a:cubicBezTo>
                    <a:pt x="69469" y="82903"/>
                    <a:pt x="75428" y="60208"/>
                    <a:pt x="82381" y="32525"/>
                  </a:cubicBezTo>
                  <a:cubicBezTo>
                    <a:pt x="87347" y="13321"/>
                    <a:pt x="98521" y="7086"/>
                    <a:pt x="106715" y="7086"/>
                  </a:cubicBezTo>
                  <a:cubicBezTo>
                    <a:pt x="107212" y="7086"/>
                    <a:pt x="114910" y="7086"/>
                    <a:pt x="120124" y="10578"/>
                  </a:cubicBezTo>
                  <a:cubicBezTo>
                    <a:pt x="112178" y="12822"/>
                    <a:pt x="109199" y="19805"/>
                    <a:pt x="109199" y="24295"/>
                  </a:cubicBezTo>
                  <a:cubicBezTo>
                    <a:pt x="109199" y="29781"/>
                    <a:pt x="113420" y="33522"/>
                    <a:pt x="119131" y="33522"/>
                  </a:cubicBezTo>
                  <a:cubicBezTo>
                    <a:pt x="124842" y="33522"/>
                    <a:pt x="133036" y="28784"/>
                    <a:pt x="133036" y="18309"/>
                  </a:cubicBezTo>
                  <a:cubicBezTo>
                    <a:pt x="133036" y="4343"/>
                    <a:pt x="117144" y="103"/>
                    <a:pt x="107212" y="103"/>
                  </a:cubicBezTo>
                  <a:cubicBezTo>
                    <a:pt x="94797" y="103"/>
                    <a:pt x="84864" y="8333"/>
                    <a:pt x="79401" y="17810"/>
                  </a:cubicBezTo>
                  <a:cubicBezTo>
                    <a:pt x="74932" y="7585"/>
                    <a:pt x="63510" y="103"/>
                    <a:pt x="49604" y="103"/>
                  </a:cubicBezTo>
                  <a:cubicBezTo>
                    <a:pt x="21794" y="103"/>
                    <a:pt x="5902" y="30779"/>
                    <a:pt x="5902" y="38261"/>
                  </a:cubicBezTo>
                  <a:cubicBezTo>
                    <a:pt x="5902" y="41503"/>
                    <a:pt x="9378" y="41503"/>
                    <a:pt x="10123" y="41503"/>
                  </a:cubicBezTo>
                  <a:cubicBezTo>
                    <a:pt x="13351" y="41503"/>
                    <a:pt x="13599" y="40505"/>
                    <a:pt x="14841" y="37263"/>
                  </a:cubicBezTo>
                  <a:cubicBezTo>
                    <a:pt x="21049" y="17810"/>
                    <a:pt x="36692" y="7086"/>
                    <a:pt x="48859" y="7086"/>
                  </a:cubicBezTo>
                  <a:cubicBezTo>
                    <a:pt x="57054" y="7086"/>
                    <a:pt x="63758" y="11575"/>
                    <a:pt x="63758" y="23546"/>
                  </a:cubicBezTo>
                  <a:cubicBezTo>
                    <a:pt x="63758" y="28534"/>
                    <a:pt x="60778" y="41004"/>
                    <a:pt x="58543" y="49484"/>
                  </a:cubicBezTo>
                  <a:lnTo>
                    <a:pt x="50101" y="8365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7" name="Freeform: Shape 76">
              <a:extLst>
                <a:ext uri="{FF2B5EF4-FFF2-40B4-BE49-F238E27FC236}">
                  <a16:creationId xmlns:a16="http://schemas.microsoft.com/office/drawing/2014/main" id="{E3ECA31A-BC0A-22CE-7676-B324CAB6EC68}"/>
                </a:ext>
              </a:extLst>
            </p:cNvPr>
            <p:cNvSpPr/>
            <p:nvPr/>
          </p:nvSpPr>
          <p:spPr>
            <a:xfrm>
              <a:off x="8535617" y="5921022"/>
              <a:ext cx="216738" cy="14251"/>
            </a:xfrm>
            <a:custGeom>
              <a:avLst/>
              <a:gdLst>
                <a:gd name="connsiteX0" fmla="*/ 204521 w 216738"/>
                <a:gd name="connsiteY0" fmla="*/ 14358 h 14251"/>
                <a:gd name="connsiteX1" fmla="*/ 216937 w 216738"/>
                <a:gd name="connsiteY1" fmla="*/ 7232 h 14251"/>
                <a:gd name="connsiteX2" fmla="*/ 204521 w 216738"/>
                <a:gd name="connsiteY2" fmla="*/ 106 h 14251"/>
                <a:gd name="connsiteX3" fmla="*/ 12613 w 216738"/>
                <a:gd name="connsiteY3" fmla="*/ 106 h 14251"/>
                <a:gd name="connsiteX4" fmla="*/ 198 w 216738"/>
                <a:gd name="connsiteY4" fmla="*/ 7232 h 14251"/>
                <a:gd name="connsiteX5" fmla="*/ 12613 w 216738"/>
                <a:gd name="connsiteY5" fmla="*/ 14358 h 14251"/>
                <a:gd name="connsiteX6" fmla="*/ 204521 w 216738"/>
                <a:gd name="connsiteY6" fmla="*/ 14358 h 1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738" h="14251">
                  <a:moveTo>
                    <a:pt x="204521" y="14358"/>
                  </a:moveTo>
                  <a:cubicBezTo>
                    <a:pt x="210552" y="14358"/>
                    <a:pt x="216937" y="14358"/>
                    <a:pt x="216937" y="7232"/>
                  </a:cubicBezTo>
                  <a:cubicBezTo>
                    <a:pt x="216937" y="106"/>
                    <a:pt x="210552" y="106"/>
                    <a:pt x="204521" y="106"/>
                  </a:cubicBezTo>
                  <a:lnTo>
                    <a:pt x="12613" y="106"/>
                  </a:lnTo>
                  <a:cubicBezTo>
                    <a:pt x="6583" y="106"/>
                    <a:pt x="198" y="106"/>
                    <a:pt x="198" y="7232"/>
                  </a:cubicBezTo>
                  <a:cubicBezTo>
                    <a:pt x="198" y="14358"/>
                    <a:pt x="6583" y="14358"/>
                    <a:pt x="12613" y="14358"/>
                  </a:cubicBezTo>
                  <a:lnTo>
                    <a:pt x="204521" y="1435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8" name="Freeform: Shape 77">
              <a:extLst>
                <a:ext uri="{FF2B5EF4-FFF2-40B4-BE49-F238E27FC236}">
                  <a16:creationId xmlns:a16="http://schemas.microsoft.com/office/drawing/2014/main" id="{972066C5-B9CD-67E8-380F-AE67CF4D609C}"/>
                </a:ext>
              </a:extLst>
            </p:cNvPr>
            <p:cNvSpPr/>
            <p:nvPr/>
          </p:nvSpPr>
          <p:spPr>
            <a:xfrm>
              <a:off x="8877219" y="5859742"/>
              <a:ext cx="136215" cy="161396"/>
            </a:xfrm>
            <a:custGeom>
              <a:avLst/>
              <a:gdLst>
                <a:gd name="connsiteX0" fmla="*/ 50225 w 136215"/>
                <a:gd name="connsiteY0" fmla="*/ 75282 h 161396"/>
                <a:gd name="connsiteX1" fmla="*/ 104498 w 136215"/>
                <a:gd name="connsiteY1" fmla="*/ 67088 h 161396"/>
                <a:gd name="connsiteX2" fmla="*/ 131103 w 136215"/>
                <a:gd name="connsiteY2" fmla="*/ 30391 h 161396"/>
                <a:gd name="connsiteX3" fmla="*/ 93147 w 136215"/>
                <a:gd name="connsiteY3" fmla="*/ 106 h 161396"/>
                <a:gd name="connsiteX4" fmla="*/ 208 w 136215"/>
                <a:gd name="connsiteY4" fmla="*/ 97016 h 161396"/>
                <a:gd name="connsiteX5" fmla="*/ 55900 w 136215"/>
                <a:gd name="connsiteY5" fmla="*/ 161503 h 161396"/>
                <a:gd name="connsiteX6" fmla="*/ 136423 w 136215"/>
                <a:gd name="connsiteY6" fmla="*/ 119462 h 161396"/>
                <a:gd name="connsiteX7" fmla="*/ 132167 w 136215"/>
                <a:gd name="connsiteY7" fmla="*/ 114830 h 161396"/>
                <a:gd name="connsiteX8" fmla="*/ 127555 w 136215"/>
                <a:gd name="connsiteY8" fmla="*/ 118393 h 161396"/>
                <a:gd name="connsiteX9" fmla="*/ 56610 w 136215"/>
                <a:gd name="connsiteY9" fmla="*/ 153665 h 161396"/>
                <a:gd name="connsiteX10" fmla="*/ 25748 w 136215"/>
                <a:gd name="connsiteY10" fmla="*/ 112336 h 161396"/>
                <a:gd name="connsiteX11" fmla="*/ 31424 w 136215"/>
                <a:gd name="connsiteY11" fmla="*/ 75282 h 161396"/>
                <a:gd name="connsiteX12" fmla="*/ 50225 w 136215"/>
                <a:gd name="connsiteY12" fmla="*/ 75282 h 161396"/>
                <a:gd name="connsiteX13" fmla="*/ 33552 w 136215"/>
                <a:gd name="connsiteY13" fmla="*/ 67444 h 161396"/>
                <a:gd name="connsiteX14" fmla="*/ 93147 w 136215"/>
                <a:gd name="connsiteY14" fmla="*/ 7945 h 161396"/>
                <a:gd name="connsiteX15" fmla="*/ 119396 w 136215"/>
                <a:gd name="connsiteY15" fmla="*/ 30391 h 161396"/>
                <a:gd name="connsiteX16" fmla="*/ 48096 w 136215"/>
                <a:gd name="connsiteY16" fmla="*/ 67444 h 161396"/>
                <a:gd name="connsiteX17" fmla="*/ 33552 w 136215"/>
                <a:gd name="connsiteY17" fmla="*/ 67444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5" h="161396">
                  <a:moveTo>
                    <a:pt x="50225" y="75282"/>
                  </a:moveTo>
                  <a:cubicBezTo>
                    <a:pt x="60512" y="75282"/>
                    <a:pt x="86762" y="74570"/>
                    <a:pt x="104498" y="67088"/>
                  </a:cubicBezTo>
                  <a:cubicBezTo>
                    <a:pt x="129329" y="56399"/>
                    <a:pt x="131103" y="35379"/>
                    <a:pt x="131103" y="30391"/>
                  </a:cubicBezTo>
                  <a:cubicBezTo>
                    <a:pt x="131103" y="14714"/>
                    <a:pt x="117623" y="106"/>
                    <a:pt x="93147" y="106"/>
                  </a:cubicBezTo>
                  <a:cubicBezTo>
                    <a:pt x="53772" y="106"/>
                    <a:pt x="208" y="34666"/>
                    <a:pt x="208" y="97016"/>
                  </a:cubicBezTo>
                  <a:cubicBezTo>
                    <a:pt x="208" y="133357"/>
                    <a:pt x="21137" y="161503"/>
                    <a:pt x="55900" y="161503"/>
                  </a:cubicBezTo>
                  <a:cubicBezTo>
                    <a:pt x="106626" y="161503"/>
                    <a:pt x="136423" y="123737"/>
                    <a:pt x="136423" y="119462"/>
                  </a:cubicBezTo>
                  <a:cubicBezTo>
                    <a:pt x="136423" y="117324"/>
                    <a:pt x="134295" y="114830"/>
                    <a:pt x="132167" y="114830"/>
                  </a:cubicBezTo>
                  <a:cubicBezTo>
                    <a:pt x="130393" y="114830"/>
                    <a:pt x="129684" y="115543"/>
                    <a:pt x="127555" y="118393"/>
                  </a:cubicBezTo>
                  <a:cubicBezTo>
                    <a:pt x="99532" y="153665"/>
                    <a:pt x="60866" y="153665"/>
                    <a:pt x="56610" y="153665"/>
                  </a:cubicBezTo>
                  <a:cubicBezTo>
                    <a:pt x="28941" y="153665"/>
                    <a:pt x="25748" y="123737"/>
                    <a:pt x="25748" y="112336"/>
                  </a:cubicBezTo>
                  <a:cubicBezTo>
                    <a:pt x="25748" y="108061"/>
                    <a:pt x="26103" y="97016"/>
                    <a:pt x="31424" y="75282"/>
                  </a:cubicBezTo>
                  <a:lnTo>
                    <a:pt x="50225" y="75282"/>
                  </a:lnTo>
                  <a:close/>
                  <a:moveTo>
                    <a:pt x="33552" y="67444"/>
                  </a:moveTo>
                  <a:cubicBezTo>
                    <a:pt x="47387" y="13289"/>
                    <a:pt x="83924" y="7945"/>
                    <a:pt x="93147" y="7945"/>
                  </a:cubicBezTo>
                  <a:cubicBezTo>
                    <a:pt x="109819" y="7945"/>
                    <a:pt x="119396" y="18277"/>
                    <a:pt x="119396" y="30391"/>
                  </a:cubicBezTo>
                  <a:cubicBezTo>
                    <a:pt x="119396" y="67444"/>
                    <a:pt x="62640" y="67444"/>
                    <a:pt x="48096" y="67444"/>
                  </a:cubicBezTo>
                  <a:lnTo>
                    <a:pt x="33552" y="6744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9" name="Freeform: Shape 78">
              <a:extLst>
                <a:ext uri="{FF2B5EF4-FFF2-40B4-BE49-F238E27FC236}">
                  <a16:creationId xmlns:a16="http://schemas.microsoft.com/office/drawing/2014/main" id="{81C15715-0A14-EE1D-B320-2ECF55E2A5E8}"/>
                </a:ext>
              </a:extLst>
            </p:cNvPr>
            <p:cNvSpPr/>
            <p:nvPr/>
          </p:nvSpPr>
          <p:spPr>
            <a:xfrm>
              <a:off x="9052890" y="5819342"/>
              <a:ext cx="167857" cy="12220"/>
            </a:xfrm>
            <a:custGeom>
              <a:avLst/>
              <a:gdLst>
                <a:gd name="connsiteX0" fmla="*/ 158137 w 167857"/>
                <a:gd name="connsiteY0" fmla="*/ 12323 h 12220"/>
                <a:gd name="connsiteX1" fmla="*/ 168070 w 167857"/>
                <a:gd name="connsiteY1" fmla="*/ 6338 h 12220"/>
                <a:gd name="connsiteX2" fmla="*/ 158137 w 167857"/>
                <a:gd name="connsiteY2" fmla="*/ 103 h 12220"/>
                <a:gd name="connsiteX3" fmla="*/ 10145 w 167857"/>
                <a:gd name="connsiteY3" fmla="*/ 103 h 12220"/>
                <a:gd name="connsiteX4" fmla="*/ 212 w 167857"/>
                <a:gd name="connsiteY4" fmla="*/ 6088 h 12220"/>
                <a:gd name="connsiteX5" fmla="*/ 10145 w 167857"/>
                <a:gd name="connsiteY5" fmla="*/ 12323 h 12220"/>
                <a:gd name="connsiteX6" fmla="*/ 158137 w 167857"/>
                <a:gd name="connsiteY6" fmla="*/ 12323 h 1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857" h="12220">
                  <a:moveTo>
                    <a:pt x="158137" y="12323"/>
                  </a:moveTo>
                  <a:cubicBezTo>
                    <a:pt x="162110" y="12323"/>
                    <a:pt x="168070" y="12323"/>
                    <a:pt x="168070" y="6338"/>
                  </a:cubicBezTo>
                  <a:cubicBezTo>
                    <a:pt x="168070" y="103"/>
                    <a:pt x="162359" y="103"/>
                    <a:pt x="158137" y="103"/>
                  </a:cubicBezTo>
                  <a:lnTo>
                    <a:pt x="10145" y="103"/>
                  </a:lnTo>
                  <a:cubicBezTo>
                    <a:pt x="6172" y="103"/>
                    <a:pt x="212" y="103"/>
                    <a:pt x="212" y="6088"/>
                  </a:cubicBezTo>
                  <a:cubicBezTo>
                    <a:pt x="212" y="12323"/>
                    <a:pt x="5924" y="12323"/>
                    <a:pt x="10145" y="12323"/>
                  </a:cubicBezTo>
                  <a:lnTo>
                    <a:pt x="158137" y="1232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0" name="Freeform: Shape 79">
              <a:extLst>
                <a:ext uri="{FF2B5EF4-FFF2-40B4-BE49-F238E27FC236}">
                  <a16:creationId xmlns:a16="http://schemas.microsoft.com/office/drawing/2014/main" id="{37DFAFDB-BB49-1FE2-92AC-BE6D6D03F92B}"/>
                </a:ext>
              </a:extLst>
            </p:cNvPr>
            <p:cNvSpPr/>
            <p:nvPr/>
          </p:nvSpPr>
          <p:spPr>
            <a:xfrm>
              <a:off x="9259697" y="5777941"/>
              <a:ext cx="132845" cy="112478"/>
            </a:xfrm>
            <a:custGeom>
              <a:avLst/>
              <a:gdLst>
                <a:gd name="connsiteX0" fmla="*/ 50129 w 132845"/>
                <a:gd name="connsiteY0" fmla="*/ 83652 h 112478"/>
                <a:gd name="connsiteX1" fmla="*/ 26788 w 132845"/>
                <a:gd name="connsiteY1" fmla="*/ 105599 h 112478"/>
                <a:gd name="connsiteX2" fmla="*/ 13379 w 132845"/>
                <a:gd name="connsiteY2" fmla="*/ 102107 h 112478"/>
                <a:gd name="connsiteX3" fmla="*/ 24305 w 132845"/>
                <a:gd name="connsiteY3" fmla="*/ 88390 h 112478"/>
                <a:gd name="connsiteX4" fmla="*/ 14372 w 132845"/>
                <a:gd name="connsiteY4" fmla="*/ 79162 h 112478"/>
                <a:gd name="connsiteX5" fmla="*/ 219 w 132845"/>
                <a:gd name="connsiteY5" fmla="*/ 94376 h 112478"/>
                <a:gd name="connsiteX6" fmla="*/ 26291 w 132845"/>
                <a:gd name="connsiteY6" fmla="*/ 112582 h 112478"/>
                <a:gd name="connsiteX7" fmla="*/ 54102 w 132845"/>
                <a:gd name="connsiteY7" fmla="*/ 94874 h 112478"/>
                <a:gd name="connsiteX8" fmla="*/ 83651 w 132845"/>
                <a:gd name="connsiteY8" fmla="*/ 112582 h 112478"/>
                <a:gd name="connsiteX9" fmla="*/ 127353 w 132845"/>
                <a:gd name="connsiteY9" fmla="*/ 74424 h 112478"/>
                <a:gd name="connsiteX10" fmla="*/ 123380 w 132845"/>
                <a:gd name="connsiteY10" fmla="*/ 71182 h 112478"/>
                <a:gd name="connsiteX11" fmla="*/ 118662 w 132845"/>
                <a:gd name="connsiteY11" fmla="*/ 75421 h 112478"/>
                <a:gd name="connsiteX12" fmla="*/ 84644 w 132845"/>
                <a:gd name="connsiteY12" fmla="*/ 105599 h 112478"/>
                <a:gd name="connsiteX13" fmla="*/ 69497 w 132845"/>
                <a:gd name="connsiteY13" fmla="*/ 89388 h 112478"/>
                <a:gd name="connsiteX14" fmla="*/ 82409 w 132845"/>
                <a:gd name="connsiteY14" fmla="*/ 32525 h 112478"/>
                <a:gd name="connsiteX15" fmla="*/ 106744 w 132845"/>
                <a:gd name="connsiteY15" fmla="*/ 7086 h 112478"/>
                <a:gd name="connsiteX16" fmla="*/ 120152 w 132845"/>
                <a:gd name="connsiteY16" fmla="*/ 10578 h 112478"/>
                <a:gd name="connsiteX17" fmla="*/ 109227 w 132845"/>
                <a:gd name="connsiteY17" fmla="*/ 24295 h 112478"/>
                <a:gd name="connsiteX18" fmla="*/ 119159 w 132845"/>
                <a:gd name="connsiteY18" fmla="*/ 33522 h 112478"/>
                <a:gd name="connsiteX19" fmla="*/ 133064 w 132845"/>
                <a:gd name="connsiteY19" fmla="*/ 18309 h 112478"/>
                <a:gd name="connsiteX20" fmla="*/ 107240 w 132845"/>
                <a:gd name="connsiteY20" fmla="*/ 103 h 112478"/>
                <a:gd name="connsiteX21" fmla="*/ 79429 w 132845"/>
                <a:gd name="connsiteY21" fmla="*/ 17810 h 112478"/>
                <a:gd name="connsiteX22" fmla="*/ 49632 w 132845"/>
                <a:gd name="connsiteY22" fmla="*/ 103 h 112478"/>
                <a:gd name="connsiteX23" fmla="*/ 5930 w 132845"/>
                <a:gd name="connsiteY23" fmla="*/ 38261 h 112478"/>
                <a:gd name="connsiteX24" fmla="*/ 10151 w 132845"/>
                <a:gd name="connsiteY24" fmla="*/ 41503 h 112478"/>
                <a:gd name="connsiteX25" fmla="*/ 14869 w 132845"/>
                <a:gd name="connsiteY25" fmla="*/ 37263 h 112478"/>
                <a:gd name="connsiteX26" fmla="*/ 48887 w 132845"/>
                <a:gd name="connsiteY26" fmla="*/ 7086 h 112478"/>
                <a:gd name="connsiteX27" fmla="*/ 63786 w 132845"/>
                <a:gd name="connsiteY27" fmla="*/ 23546 h 112478"/>
                <a:gd name="connsiteX28" fmla="*/ 58571 w 132845"/>
                <a:gd name="connsiteY28" fmla="*/ 49484 h 112478"/>
                <a:gd name="connsiteX29" fmla="*/ 50129 w 132845"/>
                <a:gd name="connsiteY29" fmla="*/ 83652 h 11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845" h="112478">
                  <a:moveTo>
                    <a:pt x="50129" y="83652"/>
                  </a:moveTo>
                  <a:cubicBezTo>
                    <a:pt x="47646" y="92131"/>
                    <a:pt x="39452" y="105599"/>
                    <a:pt x="26788" y="105599"/>
                  </a:cubicBezTo>
                  <a:cubicBezTo>
                    <a:pt x="26043" y="105599"/>
                    <a:pt x="18594" y="105599"/>
                    <a:pt x="13379" y="102107"/>
                  </a:cubicBezTo>
                  <a:cubicBezTo>
                    <a:pt x="23560" y="98865"/>
                    <a:pt x="24305" y="89887"/>
                    <a:pt x="24305" y="88390"/>
                  </a:cubicBezTo>
                  <a:cubicBezTo>
                    <a:pt x="24305" y="82903"/>
                    <a:pt x="20083" y="79162"/>
                    <a:pt x="14372" y="79162"/>
                  </a:cubicBezTo>
                  <a:cubicBezTo>
                    <a:pt x="7420" y="79162"/>
                    <a:pt x="219" y="85148"/>
                    <a:pt x="219" y="94376"/>
                  </a:cubicBezTo>
                  <a:cubicBezTo>
                    <a:pt x="219" y="106846"/>
                    <a:pt x="14124" y="112582"/>
                    <a:pt x="26291" y="112582"/>
                  </a:cubicBezTo>
                  <a:cubicBezTo>
                    <a:pt x="37713" y="112582"/>
                    <a:pt x="47894" y="105349"/>
                    <a:pt x="54102" y="94874"/>
                  </a:cubicBezTo>
                  <a:cubicBezTo>
                    <a:pt x="60061" y="108093"/>
                    <a:pt x="73718" y="112582"/>
                    <a:pt x="83651" y="112582"/>
                  </a:cubicBezTo>
                  <a:cubicBezTo>
                    <a:pt x="112206" y="112582"/>
                    <a:pt x="127353" y="81407"/>
                    <a:pt x="127353" y="74424"/>
                  </a:cubicBezTo>
                  <a:cubicBezTo>
                    <a:pt x="127353" y="71182"/>
                    <a:pt x="124125" y="71182"/>
                    <a:pt x="123380" y="71182"/>
                  </a:cubicBezTo>
                  <a:cubicBezTo>
                    <a:pt x="119904" y="71182"/>
                    <a:pt x="119656" y="72429"/>
                    <a:pt x="118662" y="75421"/>
                  </a:cubicBezTo>
                  <a:cubicBezTo>
                    <a:pt x="113448" y="92630"/>
                    <a:pt x="98549" y="105599"/>
                    <a:pt x="84644" y="105599"/>
                  </a:cubicBezTo>
                  <a:cubicBezTo>
                    <a:pt x="74712" y="105599"/>
                    <a:pt x="69497" y="98865"/>
                    <a:pt x="69497" y="89388"/>
                  </a:cubicBezTo>
                  <a:cubicBezTo>
                    <a:pt x="69497" y="82903"/>
                    <a:pt x="75457" y="60208"/>
                    <a:pt x="82409" y="32525"/>
                  </a:cubicBezTo>
                  <a:cubicBezTo>
                    <a:pt x="87375" y="13321"/>
                    <a:pt x="98549" y="7086"/>
                    <a:pt x="106744" y="7086"/>
                  </a:cubicBezTo>
                  <a:cubicBezTo>
                    <a:pt x="107240" y="7086"/>
                    <a:pt x="114938" y="7086"/>
                    <a:pt x="120152" y="10578"/>
                  </a:cubicBezTo>
                  <a:cubicBezTo>
                    <a:pt x="112206" y="12822"/>
                    <a:pt x="109227" y="19805"/>
                    <a:pt x="109227" y="24295"/>
                  </a:cubicBezTo>
                  <a:cubicBezTo>
                    <a:pt x="109227" y="29781"/>
                    <a:pt x="113448" y="33522"/>
                    <a:pt x="119159" y="33522"/>
                  </a:cubicBezTo>
                  <a:cubicBezTo>
                    <a:pt x="124870" y="33522"/>
                    <a:pt x="133064" y="28784"/>
                    <a:pt x="133064" y="18309"/>
                  </a:cubicBezTo>
                  <a:cubicBezTo>
                    <a:pt x="133064" y="4343"/>
                    <a:pt x="117173" y="103"/>
                    <a:pt x="107240" y="103"/>
                  </a:cubicBezTo>
                  <a:cubicBezTo>
                    <a:pt x="94825" y="103"/>
                    <a:pt x="84892" y="8333"/>
                    <a:pt x="79429" y="17810"/>
                  </a:cubicBezTo>
                  <a:cubicBezTo>
                    <a:pt x="74960" y="7585"/>
                    <a:pt x="63538" y="103"/>
                    <a:pt x="49632" y="103"/>
                  </a:cubicBezTo>
                  <a:cubicBezTo>
                    <a:pt x="21822" y="103"/>
                    <a:pt x="5930" y="30779"/>
                    <a:pt x="5930" y="38261"/>
                  </a:cubicBezTo>
                  <a:cubicBezTo>
                    <a:pt x="5930" y="41503"/>
                    <a:pt x="9406" y="41503"/>
                    <a:pt x="10151" y="41503"/>
                  </a:cubicBezTo>
                  <a:cubicBezTo>
                    <a:pt x="13379" y="41503"/>
                    <a:pt x="13627" y="40505"/>
                    <a:pt x="14869" y="37263"/>
                  </a:cubicBezTo>
                  <a:cubicBezTo>
                    <a:pt x="21077" y="17810"/>
                    <a:pt x="36720" y="7086"/>
                    <a:pt x="48887" y="7086"/>
                  </a:cubicBezTo>
                  <a:cubicBezTo>
                    <a:pt x="57082" y="7086"/>
                    <a:pt x="63786" y="11575"/>
                    <a:pt x="63786" y="23546"/>
                  </a:cubicBezTo>
                  <a:cubicBezTo>
                    <a:pt x="63786" y="28534"/>
                    <a:pt x="60806" y="41004"/>
                    <a:pt x="58571" y="49484"/>
                  </a:cubicBezTo>
                  <a:lnTo>
                    <a:pt x="50129" y="8365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1" name="Freeform: Shape 80">
              <a:extLst>
                <a:ext uri="{FF2B5EF4-FFF2-40B4-BE49-F238E27FC236}">
                  <a16:creationId xmlns:a16="http://schemas.microsoft.com/office/drawing/2014/main" id="{591D4D4E-7EFB-36FD-1B2F-48A056FD84BB}"/>
                </a:ext>
              </a:extLst>
            </p:cNvPr>
            <p:cNvSpPr/>
            <p:nvPr/>
          </p:nvSpPr>
          <p:spPr>
            <a:xfrm>
              <a:off x="8083581" y="6162052"/>
              <a:ext cx="1342792" cy="14250"/>
            </a:xfrm>
            <a:custGeom>
              <a:avLst/>
              <a:gdLst>
                <a:gd name="connsiteX0" fmla="*/ 0 w 1342792"/>
                <a:gd name="connsiteY0" fmla="*/ 0 h 14250"/>
                <a:gd name="connsiteX1" fmla="*/ 1342792 w 1342792"/>
                <a:gd name="connsiteY1" fmla="*/ 0 h 14250"/>
                <a:gd name="connsiteX2" fmla="*/ 1342792 w 1342792"/>
                <a:gd name="connsiteY2" fmla="*/ 14250 h 14250"/>
                <a:gd name="connsiteX3" fmla="*/ 0 w 1342792"/>
                <a:gd name="connsiteY3" fmla="*/ 14250 h 14250"/>
              </a:gdLst>
              <a:ahLst/>
              <a:cxnLst>
                <a:cxn ang="0">
                  <a:pos x="connsiteX0" y="connsiteY0"/>
                </a:cxn>
                <a:cxn ang="0">
                  <a:pos x="connsiteX1" y="connsiteY1"/>
                </a:cxn>
                <a:cxn ang="0">
                  <a:pos x="connsiteX2" y="connsiteY2"/>
                </a:cxn>
                <a:cxn ang="0">
                  <a:pos x="connsiteX3" y="connsiteY3"/>
                </a:cxn>
              </a:cxnLst>
              <a:rect l="l" t="t" r="r" b="b"/>
              <a:pathLst>
                <a:path w="1342792" h="14250">
                  <a:moveTo>
                    <a:pt x="0" y="0"/>
                  </a:moveTo>
                  <a:lnTo>
                    <a:pt x="1342792" y="0"/>
                  </a:lnTo>
                  <a:lnTo>
                    <a:pt x="1342792" y="14250"/>
                  </a:lnTo>
                  <a:lnTo>
                    <a:pt x="0" y="1425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2" name="Freeform: Shape 81">
              <a:extLst>
                <a:ext uri="{FF2B5EF4-FFF2-40B4-BE49-F238E27FC236}">
                  <a16:creationId xmlns:a16="http://schemas.microsoft.com/office/drawing/2014/main" id="{574805DC-4629-48C6-19EF-2EC5E4155C50}"/>
                </a:ext>
              </a:extLst>
            </p:cNvPr>
            <p:cNvSpPr/>
            <p:nvPr/>
          </p:nvSpPr>
          <p:spPr>
            <a:xfrm>
              <a:off x="8099899" y="6345164"/>
              <a:ext cx="136215" cy="161396"/>
            </a:xfrm>
            <a:custGeom>
              <a:avLst/>
              <a:gdLst>
                <a:gd name="connsiteX0" fmla="*/ 50203 w 136215"/>
                <a:gd name="connsiteY0" fmla="*/ 75296 h 161396"/>
                <a:gd name="connsiteX1" fmla="*/ 104476 w 136215"/>
                <a:gd name="connsiteY1" fmla="*/ 67102 h 161396"/>
                <a:gd name="connsiteX2" fmla="*/ 131081 w 136215"/>
                <a:gd name="connsiteY2" fmla="*/ 30404 h 161396"/>
                <a:gd name="connsiteX3" fmla="*/ 93125 w 136215"/>
                <a:gd name="connsiteY3" fmla="*/ 120 h 161396"/>
                <a:gd name="connsiteX4" fmla="*/ 186 w 136215"/>
                <a:gd name="connsiteY4" fmla="*/ 97029 h 161396"/>
                <a:gd name="connsiteX5" fmla="*/ 55878 w 136215"/>
                <a:gd name="connsiteY5" fmla="*/ 161517 h 161396"/>
                <a:gd name="connsiteX6" fmla="*/ 136402 w 136215"/>
                <a:gd name="connsiteY6" fmla="*/ 119475 h 161396"/>
                <a:gd name="connsiteX7" fmla="*/ 132145 w 136215"/>
                <a:gd name="connsiteY7" fmla="*/ 114844 h 161396"/>
                <a:gd name="connsiteX8" fmla="*/ 127533 w 136215"/>
                <a:gd name="connsiteY8" fmla="*/ 118406 h 161396"/>
                <a:gd name="connsiteX9" fmla="*/ 56588 w 136215"/>
                <a:gd name="connsiteY9" fmla="*/ 153679 h 161396"/>
                <a:gd name="connsiteX10" fmla="*/ 25726 w 136215"/>
                <a:gd name="connsiteY10" fmla="*/ 112350 h 161396"/>
                <a:gd name="connsiteX11" fmla="*/ 31402 w 136215"/>
                <a:gd name="connsiteY11" fmla="*/ 75296 h 161396"/>
                <a:gd name="connsiteX12" fmla="*/ 50203 w 136215"/>
                <a:gd name="connsiteY12" fmla="*/ 75296 h 161396"/>
                <a:gd name="connsiteX13" fmla="*/ 33530 w 136215"/>
                <a:gd name="connsiteY13" fmla="*/ 67458 h 161396"/>
                <a:gd name="connsiteX14" fmla="*/ 93125 w 136215"/>
                <a:gd name="connsiteY14" fmla="*/ 7958 h 161396"/>
                <a:gd name="connsiteX15" fmla="*/ 119375 w 136215"/>
                <a:gd name="connsiteY15" fmla="*/ 30404 h 161396"/>
                <a:gd name="connsiteX16" fmla="*/ 48074 w 136215"/>
                <a:gd name="connsiteY16" fmla="*/ 67458 h 161396"/>
                <a:gd name="connsiteX17" fmla="*/ 33530 w 136215"/>
                <a:gd name="connsiteY17" fmla="*/ 67458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5" h="161396">
                  <a:moveTo>
                    <a:pt x="50203" y="75296"/>
                  </a:moveTo>
                  <a:cubicBezTo>
                    <a:pt x="60490" y="75296"/>
                    <a:pt x="86740" y="74583"/>
                    <a:pt x="104476" y="67102"/>
                  </a:cubicBezTo>
                  <a:cubicBezTo>
                    <a:pt x="129307" y="56413"/>
                    <a:pt x="131081" y="35392"/>
                    <a:pt x="131081" y="30404"/>
                  </a:cubicBezTo>
                  <a:cubicBezTo>
                    <a:pt x="131081" y="14728"/>
                    <a:pt x="117601" y="120"/>
                    <a:pt x="93125" y="120"/>
                  </a:cubicBezTo>
                  <a:cubicBezTo>
                    <a:pt x="53750" y="120"/>
                    <a:pt x="186" y="34680"/>
                    <a:pt x="186" y="97029"/>
                  </a:cubicBezTo>
                  <a:cubicBezTo>
                    <a:pt x="186" y="133370"/>
                    <a:pt x="21115" y="161517"/>
                    <a:pt x="55878" y="161517"/>
                  </a:cubicBezTo>
                  <a:cubicBezTo>
                    <a:pt x="106604" y="161517"/>
                    <a:pt x="136402" y="123751"/>
                    <a:pt x="136402" y="119475"/>
                  </a:cubicBezTo>
                  <a:cubicBezTo>
                    <a:pt x="136402" y="117338"/>
                    <a:pt x="134273" y="114844"/>
                    <a:pt x="132145" y="114844"/>
                  </a:cubicBezTo>
                  <a:cubicBezTo>
                    <a:pt x="130371" y="114844"/>
                    <a:pt x="129662" y="115556"/>
                    <a:pt x="127533" y="118406"/>
                  </a:cubicBezTo>
                  <a:cubicBezTo>
                    <a:pt x="99510" y="153679"/>
                    <a:pt x="60845" y="153679"/>
                    <a:pt x="56588" y="153679"/>
                  </a:cubicBezTo>
                  <a:cubicBezTo>
                    <a:pt x="28919" y="153679"/>
                    <a:pt x="25726" y="123751"/>
                    <a:pt x="25726" y="112350"/>
                  </a:cubicBezTo>
                  <a:cubicBezTo>
                    <a:pt x="25726" y="108074"/>
                    <a:pt x="26081" y="97029"/>
                    <a:pt x="31402" y="75296"/>
                  </a:cubicBezTo>
                  <a:lnTo>
                    <a:pt x="50203" y="75296"/>
                  </a:lnTo>
                  <a:close/>
                  <a:moveTo>
                    <a:pt x="33530" y="67458"/>
                  </a:moveTo>
                  <a:cubicBezTo>
                    <a:pt x="47365" y="13303"/>
                    <a:pt x="83902" y="7958"/>
                    <a:pt x="93125" y="7958"/>
                  </a:cubicBezTo>
                  <a:cubicBezTo>
                    <a:pt x="109797" y="7958"/>
                    <a:pt x="119375" y="18291"/>
                    <a:pt x="119375" y="30404"/>
                  </a:cubicBezTo>
                  <a:cubicBezTo>
                    <a:pt x="119375" y="67458"/>
                    <a:pt x="62618" y="67458"/>
                    <a:pt x="48074" y="67458"/>
                  </a:cubicBezTo>
                  <a:lnTo>
                    <a:pt x="33530" y="6745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3" name="Freeform: Shape 82">
              <a:extLst>
                <a:ext uri="{FF2B5EF4-FFF2-40B4-BE49-F238E27FC236}">
                  <a16:creationId xmlns:a16="http://schemas.microsoft.com/office/drawing/2014/main" id="{18B624F1-A9EB-9379-4118-EC9126740DEA}"/>
                </a:ext>
              </a:extLst>
            </p:cNvPr>
            <p:cNvSpPr/>
            <p:nvPr/>
          </p:nvSpPr>
          <p:spPr>
            <a:xfrm>
              <a:off x="8260671" y="6289730"/>
              <a:ext cx="132845" cy="112478"/>
            </a:xfrm>
            <a:custGeom>
              <a:avLst/>
              <a:gdLst>
                <a:gd name="connsiteX0" fmla="*/ 50101 w 132845"/>
                <a:gd name="connsiteY0" fmla="*/ 83666 h 112478"/>
                <a:gd name="connsiteX1" fmla="*/ 26760 w 132845"/>
                <a:gd name="connsiteY1" fmla="*/ 105613 h 112478"/>
                <a:gd name="connsiteX2" fmla="*/ 13351 w 132845"/>
                <a:gd name="connsiteY2" fmla="*/ 102121 h 112478"/>
                <a:gd name="connsiteX3" fmla="*/ 24277 w 132845"/>
                <a:gd name="connsiteY3" fmla="*/ 88404 h 112478"/>
                <a:gd name="connsiteX4" fmla="*/ 14344 w 132845"/>
                <a:gd name="connsiteY4" fmla="*/ 79177 h 112478"/>
                <a:gd name="connsiteX5" fmla="*/ 191 w 132845"/>
                <a:gd name="connsiteY5" fmla="*/ 94390 h 112478"/>
                <a:gd name="connsiteX6" fmla="*/ 26263 w 132845"/>
                <a:gd name="connsiteY6" fmla="*/ 112596 h 112478"/>
                <a:gd name="connsiteX7" fmla="*/ 54074 w 132845"/>
                <a:gd name="connsiteY7" fmla="*/ 94889 h 112478"/>
                <a:gd name="connsiteX8" fmla="*/ 83623 w 132845"/>
                <a:gd name="connsiteY8" fmla="*/ 112596 h 112478"/>
                <a:gd name="connsiteX9" fmla="*/ 127325 w 132845"/>
                <a:gd name="connsiteY9" fmla="*/ 74438 h 112478"/>
                <a:gd name="connsiteX10" fmla="*/ 123352 w 132845"/>
                <a:gd name="connsiteY10" fmla="*/ 71196 h 112478"/>
                <a:gd name="connsiteX11" fmla="*/ 118634 w 132845"/>
                <a:gd name="connsiteY11" fmla="*/ 75436 h 112478"/>
                <a:gd name="connsiteX12" fmla="*/ 84616 w 132845"/>
                <a:gd name="connsiteY12" fmla="*/ 105613 h 112478"/>
                <a:gd name="connsiteX13" fmla="*/ 69469 w 132845"/>
                <a:gd name="connsiteY13" fmla="*/ 89402 h 112478"/>
                <a:gd name="connsiteX14" fmla="*/ 82381 w 132845"/>
                <a:gd name="connsiteY14" fmla="*/ 32539 h 112478"/>
                <a:gd name="connsiteX15" fmla="*/ 106715 w 132845"/>
                <a:gd name="connsiteY15" fmla="*/ 7100 h 112478"/>
                <a:gd name="connsiteX16" fmla="*/ 120124 w 132845"/>
                <a:gd name="connsiteY16" fmla="*/ 10592 h 112478"/>
                <a:gd name="connsiteX17" fmla="*/ 109199 w 132845"/>
                <a:gd name="connsiteY17" fmla="*/ 24309 h 112478"/>
                <a:gd name="connsiteX18" fmla="*/ 119131 w 132845"/>
                <a:gd name="connsiteY18" fmla="*/ 33537 h 112478"/>
                <a:gd name="connsiteX19" fmla="*/ 133036 w 132845"/>
                <a:gd name="connsiteY19" fmla="*/ 18323 h 112478"/>
                <a:gd name="connsiteX20" fmla="*/ 107212 w 132845"/>
                <a:gd name="connsiteY20" fmla="*/ 117 h 112478"/>
                <a:gd name="connsiteX21" fmla="*/ 79401 w 132845"/>
                <a:gd name="connsiteY21" fmla="*/ 17824 h 112478"/>
                <a:gd name="connsiteX22" fmla="*/ 49604 w 132845"/>
                <a:gd name="connsiteY22" fmla="*/ 117 h 112478"/>
                <a:gd name="connsiteX23" fmla="*/ 5902 w 132845"/>
                <a:gd name="connsiteY23" fmla="*/ 38275 h 112478"/>
                <a:gd name="connsiteX24" fmla="*/ 10123 w 132845"/>
                <a:gd name="connsiteY24" fmla="*/ 41517 h 112478"/>
                <a:gd name="connsiteX25" fmla="*/ 14841 w 132845"/>
                <a:gd name="connsiteY25" fmla="*/ 37278 h 112478"/>
                <a:gd name="connsiteX26" fmla="*/ 48859 w 132845"/>
                <a:gd name="connsiteY26" fmla="*/ 7100 h 112478"/>
                <a:gd name="connsiteX27" fmla="*/ 63758 w 132845"/>
                <a:gd name="connsiteY27" fmla="*/ 23561 h 112478"/>
                <a:gd name="connsiteX28" fmla="*/ 58543 w 132845"/>
                <a:gd name="connsiteY28" fmla="*/ 49498 h 112478"/>
                <a:gd name="connsiteX29" fmla="*/ 50101 w 132845"/>
                <a:gd name="connsiteY29" fmla="*/ 83666 h 11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845" h="112478">
                  <a:moveTo>
                    <a:pt x="50101" y="83666"/>
                  </a:moveTo>
                  <a:cubicBezTo>
                    <a:pt x="47618" y="92145"/>
                    <a:pt x="39424" y="105613"/>
                    <a:pt x="26760" y="105613"/>
                  </a:cubicBezTo>
                  <a:cubicBezTo>
                    <a:pt x="26015" y="105613"/>
                    <a:pt x="18566" y="105613"/>
                    <a:pt x="13351" y="102121"/>
                  </a:cubicBezTo>
                  <a:cubicBezTo>
                    <a:pt x="23532" y="98879"/>
                    <a:pt x="24277" y="89901"/>
                    <a:pt x="24277" y="88404"/>
                  </a:cubicBezTo>
                  <a:cubicBezTo>
                    <a:pt x="24277" y="82918"/>
                    <a:pt x="20055" y="79177"/>
                    <a:pt x="14344" y="79177"/>
                  </a:cubicBezTo>
                  <a:cubicBezTo>
                    <a:pt x="7392" y="79177"/>
                    <a:pt x="191" y="85162"/>
                    <a:pt x="191" y="94390"/>
                  </a:cubicBezTo>
                  <a:cubicBezTo>
                    <a:pt x="191" y="106860"/>
                    <a:pt x="14096" y="112596"/>
                    <a:pt x="26263" y="112596"/>
                  </a:cubicBezTo>
                  <a:cubicBezTo>
                    <a:pt x="37685" y="112596"/>
                    <a:pt x="47866" y="105364"/>
                    <a:pt x="54074" y="94889"/>
                  </a:cubicBezTo>
                  <a:cubicBezTo>
                    <a:pt x="60033" y="108107"/>
                    <a:pt x="73690" y="112596"/>
                    <a:pt x="83623" y="112596"/>
                  </a:cubicBezTo>
                  <a:cubicBezTo>
                    <a:pt x="112178" y="112596"/>
                    <a:pt x="127325" y="81421"/>
                    <a:pt x="127325" y="74438"/>
                  </a:cubicBezTo>
                  <a:cubicBezTo>
                    <a:pt x="127325" y="71196"/>
                    <a:pt x="124097" y="71196"/>
                    <a:pt x="123352" y="71196"/>
                  </a:cubicBezTo>
                  <a:cubicBezTo>
                    <a:pt x="119876" y="71196"/>
                    <a:pt x="119628" y="72443"/>
                    <a:pt x="118634" y="75436"/>
                  </a:cubicBezTo>
                  <a:cubicBezTo>
                    <a:pt x="113420" y="92644"/>
                    <a:pt x="98521" y="105613"/>
                    <a:pt x="84616" y="105613"/>
                  </a:cubicBezTo>
                  <a:cubicBezTo>
                    <a:pt x="74684" y="105613"/>
                    <a:pt x="69469" y="98879"/>
                    <a:pt x="69469" y="89402"/>
                  </a:cubicBezTo>
                  <a:cubicBezTo>
                    <a:pt x="69469" y="82918"/>
                    <a:pt x="75428" y="60222"/>
                    <a:pt x="82381" y="32539"/>
                  </a:cubicBezTo>
                  <a:cubicBezTo>
                    <a:pt x="87347" y="13335"/>
                    <a:pt x="98521" y="7100"/>
                    <a:pt x="106715" y="7100"/>
                  </a:cubicBezTo>
                  <a:cubicBezTo>
                    <a:pt x="107212" y="7100"/>
                    <a:pt x="114910" y="7100"/>
                    <a:pt x="120124" y="10592"/>
                  </a:cubicBezTo>
                  <a:cubicBezTo>
                    <a:pt x="112178" y="12837"/>
                    <a:pt x="109199" y="19820"/>
                    <a:pt x="109199" y="24309"/>
                  </a:cubicBezTo>
                  <a:cubicBezTo>
                    <a:pt x="109199" y="29796"/>
                    <a:pt x="113420" y="33537"/>
                    <a:pt x="119131" y="33537"/>
                  </a:cubicBezTo>
                  <a:cubicBezTo>
                    <a:pt x="124842" y="33537"/>
                    <a:pt x="133036" y="28798"/>
                    <a:pt x="133036" y="18323"/>
                  </a:cubicBezTo>
                  <a:cubicBezTo>
                    <a:pt x="133036" y="4357"/>
                    <a:pt x="117144" y="117"/>
                    <a:pt x="107212" y="117"/>
                  </a:cubicBezTo>
                  <a:cubicBezTo>
                    <a:pt x="94797" y="117"/>
                    <a:pt x="84864" y="8347"/>
                    <a:pt x="79401" y="17824"/>
                  </a:cubicBezTo>
                  <a:cubicBezTo>
                    <a:pt x="74932" y="7599"/>
                    <a:pt x="63510" y="117"/>
                    <a:pt x="49604" y="117"/>
                  </a:cubicBezTo>
                  <a:cubicBezTo>
                    <a:pt x="21794" y="117"/>
                    <a:pt x="5902" y="30793"/>
                    <a:pt x="5902" y="38275"/>
                  </a:cubicBezTo>
                  <a:cubicBezTo>
                    <a:pt x="5902" y="41517"/>
                    <a:pt x="9378" y="41517"/>
                    <a:pt x="10123" y="41517"/>
                  </a:cubicBezTo>
                  <a:cubicBezTo>
                    <a:pt x="13351" y="41517"/>
                    <a:pt x="13599" y="40520"/>
                    <a:pt x="14841" y="37278"/>
                  </a:cubicBezTo>
                  <a:cubicBezTo>
                    <a:pt x="21049" y="17824"/>
                    <a:pt x="36692" y="7100"/>
                    <a:pt x="48859" y="7100"/>
                  </a:cubicBezTo>
                  <a:cubicBezTo>
                    <a:pt x="57054" y="7100"/>
                    <a:pt x="63758" y="11590"/>
                    <a:pt x="63758" y="23561"/>
                  </a:cubicBezTo>
                  <a:cubicBezTo>
                    <a:pt x="63758" y="28549"/>
                    <a:pt x="60778" y="41019"/>
                    <a:pt x="58543" y="49498"/>
                  </a:cubicBezTo>
                  <a:lnTo>
                    <a:pt x="50101" y="8366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4" name="Freeform: Shape 83">
              <a:extLst>
                <a:ext uri="{FF2B5EF4-FFF2-40B4-BE49-F238E27FC236}">
                  <a16:creationId xmlns:a16="http://schemas.microsoft.com/office/drawing/2014/main" id="{655BD744-8CF9-3A40-E290-FF8DBB9F8A45}"/>
                </a:ext>
              </a:extLst>
            </p:cNvPr>
            <p:cNvSpPr/>
            <p:nvPr/>
          </p:nvSpPr>
          <p:spPr>
            <a:xfrm>
              <a:off x="8526039" y="6294928"/>
              <a:ext cx="235894" cy="237285"/>
            </a:xfrm>
            <a:custGeom>
              <a:avLst/>
              <a:gdLst>
                <a:gd name="connsiteX0" fmla="*/ 125417 w 235894"/>
                <a:gd name="connsiteY0" fmla="*/ 125888 h 237285"/>
                <a:gd name="connsiteX1" fmla="*/ 224386 w 235894"/>
                <a:gd name="connsiteY1" fmla="*/ 125888 h 237285"/>
                <a:gd name="connsiteX2" fmla="*/ 236092 w 235894"/>
                <a:gd name="connsiteY2" fmla="*/ 118763 h 237285"/>
                <a:gd name="connsiteX3" fmla="*/ 224386 w 235894"/>
                <a:gd name="connsiteY3" fmla="*/ 111637 h 237285"/>
                <a:gd name="connsiteX4" fmla="*/ 125417 w 235894"/>
                <a:gd name="connsiteY4" fmla="*/ 111637 h 237285"/>
                <a:gd name="connsiteX5" fmla="*/ 125417 w 235894"/>
                <a:gd name="connsiteY5" fmla="*/ 11877 h 237285"/>
                <a:gd name="connsiteX6" fmla="*/ 118322 w 235894"/>
                <a:gd name="connsiteY6" fmla="*/ 120 h 237285"/>
                <a:gd name="connsiteX7" fmla="*/ 111228 w 235894"/>
                <a:gd name="connsiteY7" fmla="*/ 11877 h 237285"/>
                <a:gd name="connsiteX8" fmla="*/ 111228 w 235894"/>
                <a:gd name="connsiteY8" fmla="*/ 111637 h 237285"/>
                <a:gd name="connsiteX9" fmla="*/ 11904 w 235894"/>
                <a:gd name="connsiteY9" fmla="*/ 111637 h 237285"/>
                <a:gd name="connsiteX10" fmla="*/ 198 w 235894"/>
                <a:gd name="connsiteY10" fmla="*/ 118763 h 237285"/>
                <a:gd name="connsiteX11" fmla="*/ 11904 w 235894"/>
                <a:gd name="connsiteY11" fmla="*/ 125888 h 237285"/>
                <a:gd name="connsiteX12" fmla="*/ 111228 w 235894"/>
                <a:gd name="connsiteY12" fmla="*/ 125888 h 237285"/>
                <a:gd name="connsiteX13" fmla="*/ 111228 w 235894"/>
                <a:gd name="connsiteY13" fmla="*/ 225648 h 237285"/>
                <a:gd name="connsiteX14" fmla="*/ 118322 w 235894"/>
                <a:gd name="connsiteY14" fmla="*/ 237405 h 237285"/>
                <a:gd name="connsiteX15" fmla="*/ 125417 w 235894"/>
                <a:gd name="connsiteY15" fmla="*/ 225648 h 237285"/>
                <a:gd name="connsiteX16" fmla="*/ 125417 w 235894"/>
                <a:gd name="connsiteY16" fmla="*/ 125888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894" h="237285">
                  <a:moveTo>
                    <a:pt x="125417" y="125888"/>
                  </a:moveTo>
                  <a:lnTo>
                    <a:pt x="224386" y="125888"/>
                  </a:lnTo>
                  <a:cubicBezTo>
                    <a:pt x="229352" y="125888"/>
                    <a:pt x="236092" y="125888"/>
                    <a:pt x="236092" y="118763"/>
                  </a:cubicBezTo>
                  <a:cubicBezTo>
                    <a:pt x="236092" y="111637"/>
                    <a:pt x="229352" y="111637"/>
                    <a:pt x="224386" y="111637"/>
                  </a:cubicBezTo>
                  <a:lnTo>
                    <a:pt x="125417" y="111637"/>
                  </a:lnTo>
                  <a:lnTo>
                    <a:pt x="125417" y="11877"/>
                  </a:lnTo>
                  <a:cubicBezTo>
                    <a:pt x="125417" y="6889"/>
                    <a:pt x="125417" y="120"/>
                    <a:pt x="118322" y="120"/>
                  </a:cubicBezTo>
                  <a:cubicBezTo>
                    <a:pt x="111228" y="120"/>
                    <a:pt x="111228" y="6889"/>
                    <a:pt x="111228" y="11877"/>
                  </a:cubicBezTo>
                  <a:lnTo>
                    <a:pt x="111228" y="111637"/>
                  </a:lnTo>
                  <a:lnTo>
                    <a:pt x="11904" y="111637"/>
                  </a:lnTo>
                  <a:cubicBezTo>
                    <a:pt x="6938" y="111637"/>
                    <a:pt x="198" y="111637"/>
                    <a:pt x="198" y="118763"/>
                  </a:cubicBezTo>
                  <a:cubicBezTo>
                    <a:pt x="198" y="125888"/>
                    <a:pt x="6938" y="125888"/>
                    <a:pt x="11904" y="125888"/>
                  </a:cubicBezTo>
                  <a:lnTo>
                    <a:pt x="111228" y="125888"/>
                  </a:lnTo>
                  <a:lnTo>
                    <a:pt x="111228" y="225648"/>
                  </a:lnTo>
                  <a:cubicBezTo>
                    <a:pt x="111228" y="230636"/>
                    <a:pt x="111228" y="237405"/>
                    <a:pt x="118322" y="237405"/>
                  </a:cubicBezTo>
                  <a:cubicBezTo>
                    <a:pt x="125417" y="237405"/>
                    <a:pt x="125417" y="230636"/>
                    <a:pt x="125417" y="225648"/>
                  </a:cubicBezTo>
                  <a:lnTo>
                    <a:pt x="125417" y="12588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5" name="Freeform: Shape 84">
              <a:extLst>
                <a:ext uri="{FF2B5EF4-FFF2-40B4-BE49-F238E27FC236}">
                  <a16:creationId xmlns:a16="http://schemas.microsoft.com/office/drawing/2014/main" id="{4D564131-A44E-5375-3659-0CBD97B46996}"/>
                </a:ext>
              </a:extLst>
            </p:cNvPr>
            <p:cNvSpPr/>
            <p:nvPr/>
          </p:nvSpPr>
          <p:spPr>
            <a:xfrm>
              <a:off x="8877219" y="6345164"/>
              <a:ext cx="136215" cy="161396"/>
            </a:xfrm>
            <a:custGeom>
              <a:avLst/>
              <a:gdLst>
                <a:gd name="connsiteX0" fmla="*/ 50225 w 136215"/>
                <a:gd name="connsiteY0" fmla="*/ 75296 h 161396"/>
                <a:gd name="connsiteX1" fmla="*/ 104498 w 136215"/>
                <a:gd name="connsiteY1" fmla="*/ 67102 h 161396"/>
                <a:gd name="connsiteX2" fmla="*/ 131103 w 136215"/>
                <a:gd name="connsiteY2" fmla="*/ 30404 h 161396"/>
                <a:gd name="connsiteX3" fmla="*/ 93147 w 136215"/>
                <a:gd name="connsiteY3" fmla="*/ 120 h 161396"/>
                <a:gd name="connsiteX4" fmla="*/ 208 w 136215"/>
                <a:gd name="connsiteY4" fmla="*/ 97029 h 161396"/>
                <a:gd name="connsiteX5" fmla="*/ 55900 w 136215"/>
                <a:gd name="connsiteY5" fmla="*/ 161517 h 161396"/>
                <a:gd name="connsiteX6" fmla="*/ 136423 w 136215"/>
                <a:gd name="connsiteY6" fmla="*/ 119475 h 161396"/>
                <a:gd name="connsiteX7" fmla="*/ 132167 w 136215"/>
                <a:gd name="connsiteY7" fmla="*/ 114844 h 161396"/>
                <a:gd name="connsiteX8" fmla="*/ 127555 w 136215"/>
                <a:gd name="connsiteY8" fmla="*/ 118406 h 161396"/>
                <a:gd name="connsiteX9" fmla="*/ 56610 w 136215"/>
                <a:gd name="connsiteY9" fmla="*/ 153679 h 161396"/>
                <a:gd name="connsiteX10" fmla="*/ 25748 w 136215"/>
                <a:gd name="connsiteY10" fmla="*/ 112350 h 161396"/>
                <a:gd name="connsiteX11" fmla="*/ 31424 w 136215"/>
                <a:gd name="connsiteY11" fmla="*/ 75296 h 161396"/>
                <a:gd name="connsiteX12" fmla="*/ 50225 w 136215"/>
                <a:gd name="connsiteY12" fmla="*/ 75296 h 161396"/>
                <a:gd name="connsiteX13" fmla="*/ 33552 w 136215"/>
                <a:gd name="connsiteY13" fmla="*/ 67458 h 161396"/>
                <a:gd name="connsiteX14" fmla="*/ 93147 w 136215"/>
                <a:gd name="connsiteY14" fmla="*/ 7958 h 161396"/>
                <a:gd name="connsiteX15" fmla="*/ 119396 w 136215"/>
                <a:gd name="connsiteY15" fmla="*/ 30404 h 161396"/>
                <a:gd name="connsiteX16" fmla="*/ 48096 w 136215"/>
                <a:gd name="connsiteY16" fmla="*/ 67458 h 161396"/>
                <a:gd name="connsiteX17" fmla="*/ 33552 w 136215"/>
                <a:gd name="connsiteY17" fmla="*/ 67458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5" h="161396">
                  <a:moveTo>
                    <a:pt x="50225" y="75296"/>
                  </a:moveTo>
                  <a:cubicBezTo>
                    <a:pt x="60512" y="75296"/>
                    <a:pt x="86762" y="74583"/>
                    <a:pt x="104498" y="67102"/>
                  </a:cubicBezTo>
                  <a:cubicBezTo>
                    <a:pt x="129329" y="56413"/>
                    <a:pt x="131103" y="35392"/>
                    <a:pt x="131103" y="30404"/>
                  </a:cubicBezTo>
                  <a:cubicBezTo>
                    <a:pt x="131103" y="14728"/>
                    <a:pt x="117623" y="120"/>
                    <a:pt x="93147" y="120"/>
                  </a:cubicBezTo>
                  <a:cubicBezTo>
                    <a:pt x="53772" y="120"/>
                    <a:pt x="208" y="34680"/>
                    <a:pt x="208" y="97029"/>
                  </a:cubicBezTo>
                  <a:cubicBezTo>
                    <a:pt x="208" y="133370"/>
                    <a:pt x="21137" y="161517"/>
                    <a:pt x="55900" y="161517"/>
                  </a:cubicBezTo>
                  <a:cubicBezTo>
                    <a:pt x="106626" y="161517"/>
                    <a:pt x="136423" y="123751"/>
                    <a:pt x="136423" y="119475"/>
                  </a:cubicBezTo>
                  <a:cubicBezTo>
                    <a:pt x="136423" y="117338"/>
                    <a:pt x="134295" y="114844"/>
                    <a:pt x="132167" y="114844"/>
                  </a:cubicBezTo>
                  <a:cubicBezTo>
                    <a:pt x="130393" y="114844"/>
                    <a:pt x="129684" y="115556"/>
                    <a:pt x="127555" y="118406"/>
                  </a:cubicBezTo>
                  <a:cubicBezTo>
                    <a:pt x="99532" y="153679"/>
                    <a:pt x="60866" y="153679"/>
                    <a:pt x="56610" y="153679"/>
                  </a:cubicBezTo>
                  <a:cubicBezTo>
                    <a:pt x="28941" y="153679"/>
                    <a:pt x="25748" y="123751"/>
                    <a:pt x="25748" y="112350"/>
                  </a:cubicBezTo>
                  <a:cubicBezTo>
                    <a:pt x="25748" y="108074"/>
                    <a:pt x="26103" y="97029"/>
                    <a:pt x="31424" y="75296"/>
                  </a:cubicBezTo>
                  <a:lnTo>
                    <a:pt x="50225" y="75296"/>
                  </a:lnTo>
                  <a:close/>
                  <a:moveTo>
                    <a:pt x="33552" y="67458"/>
                  </a:moveTo>
                  <a:cubicBezTo>
                    <a:pt x="47387" y="13303"/>
                    <a:pt x="83924" y="7958"/>
                    <a:pt x="93147" y="7958"/>
                  </a:cubicBezTo>
                  <a:cubicBezTo>
                    <a:pt x="109819" y="7958"/>
                    <a:pt x="119396" y="18291"/>
                    <a:pt x="119396" y="30404"/>
                  </a:cubicBezTo>
                  <a:cubicBezTo>
                    <a:pt x="119396" y="67458"/>
                    <a:pt x="62640" y="67458"/>
                    <a:pt x="48096" y="67458"/>
                  </a:cubicBezTo>
                  <a:lnTo>
                    <a:pt x="33552" y="6745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6" name="Freeform: Shape 85">
              <a:extLst>
                <a:ext uri="{FF2B5EF4-FFF2-40B4-BE49-F238E27FC236}">
                  <a16:creationId xmlns:a16="http://schemas.microsoft.com/office/drawing/2014/main" id="{C00286DE-A39D-F5AD-3C50-D46EDE7210A9}"/>
                </a:ext>
              </a:extLst>
            </p:cNvPr>
            <p:cNvSpPr/>
            <p:nvPr/>
          </p:nvSpPr>
          <p:spPr>
            <a:xfrm>
              <a:off x="9052890" y="6331130"/>
              <a:ext cx="167857" cy="12220"/>
            </a:xfrm>
            <a:custGeom>
              <a:avLst/>
              <a:gdLst>
                <a:gd name="connsiteX0" fmla="*/ 158137 w 167857"/>
                <a:gd name="connsiteY0" fmla="*/ 12338 h 12220"/>
                <a:gd name="connsiteX1" fmla="*/ 168070 w 167857"/>
                <a:gd name="connsiteY1" fmla="*/ 6352 h 12220"/>
                <a:gd name="connsiteX2" fmla="*/ 158137 w 167857"/>
                <a:gd name="connsiteY2" fmla="*/ 117 h 12220"/>
                <a:gd name="connsiteX3" fmla="*/ 10145 w 167857"/>
                <a:gd name="connsiteY3" fmla="*/ 117 h 12220"/>
                <a:gd name="connsiteX4" fmla="*/ 212 w 167857"/>
                <a:gd name="connsiteY4" fmla="*/ 6103 h 12220"/>
                <a:gd name="connsiteX5" fmla="*/ 10145 w 167857"/>
                <a:gd name="connsiteY5" fmla="*/ 12338 h 12220"/>
                <a:gd name="connsiteX6" fmla="*/ 158137 w 167857"/>
                <a:gd name="connsiteY6" fmla="*/ 12338 h 1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857" h="12220">
                  <a:moveTo>
                    <a:pt x="158137" y="12338"/>
                  </a:moveTo>
                  <a:cubicBezTo>
                    <a:pt x="162110" y="12338"/>
                    <a:pt x="168070" y="12338"/>
                    <a:pt x="168070" y="6352"/>
                  </a:cubicBezTo>
                  <a:cubicBezTo>
                    <a:pt x="168070" y="117"/>
                    <a:pt x="162359" y="117"/>
                    <a:pt x="158137" y="117"/>
                  </a:cubicBezTo>
                  <a:lnTo>
                    <a:pt x="10145" y="117"/>
                  </a:lnTo>
                  <a:cubicBezTo>
                    <a:pt x="6172" y="117"/>
                    <a:pt x="212" y="117"/>
                    <a:pt x="212" y="6103"/>
                  </a:cubicBezTo>
                  <a:cubicBezTo>
                    <a:pt x="212" y="12338"/>
                    <a:pt x="5924" y="12338"/>
                    <a:pt x="10145" y="12338"/>
                  </a:cubicBezTo>
                  <a:lnTo>
                    <a:pt x="158137" y="1233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7" name="Freeform: Shape 86">
              <a:extLst>
                <a:ext uri="{FF2B5EF4-FFF2-40B4-BE49-F238E27FC236}">
                  <a16:creationId xmlns:a16="http://schemas.microsoft.com/office/drawing/2014/main" id="{3B00E753-C529-59AC-617D-02305AA9E537}"/>
                </a:ext>
              </a:extLst>
            </p:cNvPr>
            <p:cNvSpPr/>
            <p:nvPr/>
          </p:nvSpPr>
          <p:spPr>
            <a:xfrm>
              <a:off x="9259697" y="6289730"/>
              <a:ext cx="132845" cy="112478"/>
            </a:xfrm>
            <a:custGeom>
              <a:avLst/>
              <a:gdLst>
                <a:gd name="connsiteX0" fmla="*/ 50129 w 132845"/>
                <a:gd name="connsiteY0" fmla="*/ 83666 h 112478"/>
                <a:gd name="connsiteX1" fmla="*/ 26788 w 132845"/>
                <a:gd name="connsiteY1" fmla="*/ 105613 h 112478"/>
                <a:gd name="connsiteX2" fmla="*/ 13379 w 132845"/>
                <a:gd name="connsiteY2" fmla="*/ 102121 h 112478"/>
                <a:gd name="connsiteX3" fmla="*/ 24305 w 132845"/>
                <a:gd name="connsiteY3" fmla="*/ 88404 h 112478"/>
                <a:gd name="connsiteX4" fmla="*/ 14372 w 132845"/>
                <a:gd name="connsiteY4" fmla="*/ 79177 h 112478"/>
                <a:gd name="connsiteX5" fmla="*/ 219 w 132845"/>
                <a:gd name="connsiteY5" fmla="*/ 94390 h 112478"/>
                <a:gd name="connsiteX6" fmla="*/ 26291 w 132845"/>
                <a:gd name="connsiteY6" fmla="*/ 112596 h 112478"/>
                <a:gd name="connsiteX7" fmla="*/ 54102 w 132845"/>
                <a:gd name="connsiteY7" fmla="*/ 94889 h 112478"/>
                <a:gd name="connsiteX8" fmla="*/ 83651 w 132845"/>
                <a:gd name="connsiteY8" fmla="*/ 112596 h 112478"/>
                <a:gd name="connsiteX9" fmla="*/ 127353 w 132845"/>
                <a:gd name="connsiteY9" fmla="*/ 74438 h 112478"/>
                <a:gd name="connsiteX10" fmla="*/ 123380 w 132845"/>
                <a:gd name="connsiteY10" fmla="*/ 71196 h 112478"/>
                <a:gd name="connsiteX11" fmla="*/ 118662 w 132845"/>
                <a:gd name="connsiteY11" fmla="*/ 75436 h 112478"/>
                <a:gd name="connsiteX12" fmla="*/ 84644 w 132845"/>
                <a:gd name="connsiteY12" fmla="*/ 105613 h 112478"/>
                <a:gd name="connsiteX13" fmla="*/ 69497 w 132845"/>
                <a:gd name="connsiteY13" fmla="*/ 89402 h 112478"/>
                <a:gd name="connsiteX14" fmla="*/ 82409 w 132845"/>
                <a:gd name="connsiteY14" fmla="*/ 32539 h 112478"/>
                <a:gd name="connsiteX15" fmla="*/ 106744 w 132845"/>
                <a:gd name="connsiteY15" fmla="*/ 7100 h 112478"/>
                <a:gd name="connsiteX16" fmla="*/ 120152 w 132845"/>
                <a:gd name="connsiteY16" fmla="*/ 10592 h 112478"/>
                <a:gd name="connsiteX17" fmla="*/ 109227 w 132845"/>
                <a:gd name="connsiteY17" fmla="*/ 24309 h 112478"/>
                <a:gd name="connsiteX18" fmla="*/ 119159 w 132845"/>
                <a:gd name="connsiteY18" fmla="*/ 33537 h 112478"/>
                <a:gd name="connsiteX19" fmla="*/ 133064 w 132845"/>
                <a:gd name="connsiteY19" fmla="*/ 18323 h 112478"/>
                <a:gd name="connsiteX20" fmla="*/ 107240 w 132845"/>
                <a:gd name="connsiteY20" fmla="*/ 117 h 112478"/>
                <a:gd name="connsiteX21" fmla="*/ 79429 w 132845"/>
                <a:gd name="connsiteY21" fmla="*/ 17824 h 112478"/>
                <a:gd name="connsiteX22" fmla="*/ 49632 w 132845"/>
                <a:gd name="connsiteY22" fmla="*/ 117 h 112478"/>
                <a:gd name="connsiteX23" fmla="*/ 5930 w 132845"/>
                <a:gd name="connsiteY23" fmla="*/ 38275 h 112478"/>
                <a:gd name="connsiteX24" fmla="*/ 10151 w 132845"/>
                <a:gd name="connsiteY24" fmla="*/ 41517 h 112478"/>
                <a:gd name="connsiteX25" fmla="*/ 14869 w 132845"/>
                <a:gd name="connsiteY25" fmla="*/ 37278 h 112478"/>
                <a:gd name="connsiteX26" fmla="*/ 48887 w 132845"/>
                <a:gd name="connsiteY26" fmla="*/ 7100 h 112478"/>
                <a:gd name="connsiteX27" fmla="*/ 63786 w 132845"/>
                <a:gd name="connsiteY27" fmla="*/ 23561 h 112478"/>
                <a:gd name="connsiteX28" fmla="*/ 58571 w 132845"/>
                <a:gd name="connsiteY28" fmla="*/ 49498 h 112478"/>
                <a:gd name="connsiteX29" fmla="*/ 50129 w 132845"/>
                <a:gd name="connsiteY29" fmla="*/ 83666 h 11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845" h="112478">
                  <a:moveTo>
                    <a:pt x="50129" y="83666"/>
                  </a:moveTo>
                  <a:cubicBezTo>
                    <a:pt x="47646" y="92145"/>
                    <a:pt x="39452" y="105613"/>
                    <a:pt x="26788" y="105613"/>
                  </a:cubicBezTo>
                  <a:cubicBezTo>
                    <a:pt x="26043" y="105613"/>
                    <a:pt x="18594" y="105613"/>
                    <a:pt x="13379" y="102121"/>
                  </a:cubicBezTo>
                  <a:cubicBezTo>
                    <a:pt x="23560" y="98879"/>
                    <a:pt x="24305" y="89901"/>
                    <a:pt x="24305" y="88404"/>
                  </a:cubicBezTo>
                  <a:cubicBezTo>
                    <a:pt x="24305" y="82918"/>
                    <a:pt x="20083" y="79177"/>
                    <a:pt x="14372" y="79177"/>
                  </a:cubicBezTo>
                  <a:cubicBezTo>
                    <a:pt x="7420" y="79177"/>
                    <a:pt x="219" y="85162"/>
                    <a:pt x="219" y="94390"/>
                  </a:cubicBezTo>
                  <a:cubicBezTo>
                    <a:pt x="219" y="106860"/>
                    <a:pt x="14124" y="112596"/>
                    <a:pt x="26291" y="112596"/>
                  </a:cubicBezTo>
                  <a:cubicBezTo>
                    <a:pt x="37713" y="112596"/>
                    <a:pt x="47894" y="105364"/>
                    <a:pt x="54102" y="94889"/>
                  </a:cubicBezTo>
                  <a:cubicBezTo>
                    <a:pt x="60061" y="108107"/>
                    <a:pt x="73718" y="112596"/>
                    <a:pt x="83651" y="112596"/>
                  </a:cubicBezTo>
                  <a:cubicBezTo>
                    <a:pt x="112206" y="112596"/>
                    <a:pt x="127353" y="81421"/>
                    <a:pt x="127353" y="74438"/>
                  </a:cubicBezTo>
                  <a:cubicBezTo>
                    <a:pt x="127353" y="71196"/>
                    <a:pt x="124125" y="71196"/>
                    <a:pt x="123380" y="71196"/>
                  </a:cubicBezTo>
                  <a:cubicBezTo>
                    <a:pt x="119904" y="71196"/>
                    <a:pt x="119656" y="72443"/>
                    <a:pt x="118662" y="75436"/>
                  </a:cubicBezTo>
                  <a:cubicBezTo>
                    <a:pt x="113448" y="92644"/>
                    <a:pt x="98549" y="105613"/>
                    <a:pt x="84644" y="105613"/>
                  </a:cubicBezTo>
                  <a:cubicBezTo>
                    <a:pt x="74712" y="105613"/>
                    <a:pt x="69497" y="98879"/>
                    <a:pt x="69497" y="89402"/>
                  </a:cubicBezTo>
                  <a:cubicBezTo>
                    <a:pt x="69497" y="82918"/>
                    <a:pt x="75457" y="60222"/>
                    <a:pt x="82409" y="32539"/>
                  </a:cubicBezTo>
                  <a:cubicBezTo>
                    <a:pt x="87375" y="13335"/>
                    <a:pt x="98549" y="7100"/>
                    <a:pt x="106744" y="7100"/>
                  </a:cubicBezTo>
                  <a:cubicBezTo>
                    <a:pt x="107240" y="7100"/>
                    <a:pt x="114938" y="7100"/>
                    <a:pt x="120152" y="10592"/>
                  </a:cubicBezTo>
                  <a:cubicBezTo>
                    <a:pt x="112206" y="12837"/>
                    <a:pt x="109227" y="19820"/>
                    <a:pt x="109227" y="24309"/>
                  </a:cubicBezTo>
                  <a:cubicBezTo>
                    <a:pt x="109227" y="29796"/>
                    <a:pt x="113448" y="33537"/>
                    <a:pt x="119159" y="33537"/>
                  </a:cubicBezTo>
                  <a:cubicBezTo>
                    <a:pt x="124870" y="33537"/>
                    <a:pt x="133064" y="28798"/>
                    <a:pt x="133064" y="18323"/>
                  </a:cubicBezTo>
                  <a:cubicBezTo>
                    <a:pt x="133064" y="4357"/>
                    <a:pt x="117173" y="117"/>
                    <a:pt x="107240" y="117"/>
                  </a:cubicBezTo>
                  <a:cubicBezTo>
                    <a:pt x="94825" y="117"/>
                    <a:pt x="84892" y="8347"/>
                    <a:pt x="79429" y="17824"/>
                  </a:cubicBezTo>
                  <a:cubicBezTo>
                    <a:pt x="74960" y="7599"/>
                    <a:pt x="63538" y="117"/>
                    <a:pt x="49632" y="117"/>
                  </a:cubicBezTo>
                  <a:cubicBezTo>
                    <a:pt x="21822" y="117"/>
                    <a:pt x="5930" y="30793"/>
                    <a:pt x="5930" y="38275"/>
                  </a:cubicBezTo>
                  <a:cubicBezTo>
                    <a:pt x="5930" y="41517"/>
                    <a:pt x="9406" y="41517"/>
                    <a:pt x="10151" y="41517"/>
                  </a:cubicBezTo>
                  <a:cubicBezTo>
                    <a:pt x="13379" y="41517"/>
                    <a:pt x="13627" y="40520"/>
                    <a:pt x="14869" y="37278"/>
                  </a:cubicBezTo>
                  <a:cubicBezTo>
                    <a:pt x="21077" y="17824"/>
                    <a:pt x="36720" y="7100"/>
                    <a:pt x="48887" y="7100"/>
                  </a:cubicBezTo>
                  <a:cubicBezTo>
                    <a:pt x="57082" y="7100"/>
                    <a:pt x="63786" y="11590"/>
                    <a:pt x="63786" y="23561"/>
                  </a:cubicBezTo>
                  <a:cubicBezTo>
                    <a:pt x="63786" y="28549"/>
                    <a:pt x="60806" y="41019"/>
                    <a:pt x="58571" y="49498"/>
                  </a:cubicBezTo>
                  <a:lnTo>
                    <a:pt x="50129" y="8366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8" name="Freeform: Shape 87">
              <a:extLst>
                <a:ext uri="{FF2B5EF4-FFF2-40B4-BE49-F238E27FC236}">
                  <a16:creationId xmlns:a16="http://schemas.microsoft.com/office/drawing/2014/main" id="{B3A6A604-87E8-B8FB-E36A-8087F6B62E0C}"/>
                </a:ext>
              </a:extLst>
            </p:cNvPr>
            <p:cNvSpPr/>
            <p:nvPr/>
          </p:nvSpPr>
          <p:spPr>
            <a:xfrm>
              <a:off x="7686445" y="7075135"/>
              <a:ext cx="235894" cy="83370"/>
            </a:xfrm>
            <a:custGeom>
              <a:avLst/>
              <a:gdLst>
                <a:gd name="connsiteX0" fmla="*/ 224008 w 235894"/>
                <a:gd name="connsiteY0" fmla="*/ 14391 h 83370"/>
                <a:gd name="connsiteX1" fmla="*/ 236068 w 235894"/>
                <a:gd name="connsiteY1" fmla="*/ 7265 h 83370"/>
                <a:gd name="connsiteX2" fmla="*/ 224362 w 235894"/>
                <a:gd name="connsiteY2" fmla="*/ 140 h 83370"/>
                <a:gd name="connsiteX3" fmla="*/ 11880 w 235894"/>
                <a:gd name="connsiteY3" fmla="*/ 140 h 83370"/>
                <a:gd name="connsiteX4" fmla="*/ 174 w 235894"/>
                <a:gd name="connsiteY4" fmla="*/ 7265 h 83370"/>
                <a:gd name="connsiteX5" fmla="*/ 12235 w 235894"/>
                <a:gd name="connsiteY5" fmla="*/ 14391 h 83370"/>
                <a:gd name="connsiteX6" fmla="*/ 224008 w 235894"/>
                <a:gd name="connsiteY6" fmla="*/ 14391 h 83370"/>
                <a:gd name="connsiteX7" fmla="*/ 224362 w 235894"/>
                <a:gd name="connsiteY7" fmla="*/ 83510 h 83370"/>
                <a:gd name="connsiteX8" fmla="*/ 236068 w 235894"/>
                <a:gd name="connsiteY8" fmla="*/ 76385 h 83370"/>
                <a:gd name="connsiteX9" fmla="*/ 224008 w 235894"/>
                <a:gd name="connsiteY9" fmla="*/ 69259 h 83370"/>
                <a:gd name="connsiteX10" fmla="*/ 12235 w 235894"/>
                <a:gd name="connsiteY10" fmla="*/ 69259 h 83370"/>
                <a:gd name="connsiteX11" fmla="*/ 174 w 235894"/>
                <a:gd name="connsiteY11" fmla="*/ 76385 h 83370"/>
                <a:gd name="connsiteX12" fmla="*/ 11880 w 235894"/>
                <a:gd name="connsiteY12" fmla="*/ 83510 h 83370"/>
                <a:gd name="connsiteX13" fmla="*/ 224362 w 235894"/>
                <a:gd name="connsiteY13" fmla="*/ 83510 h 8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894" h="83370">
                  <a:moveTo>
                    <a:pt x="224008" y="14391"/>
                  </a:moveTo>
                  <a:cubicBezTo>
                    <a:pt x="229329" y="14391"/>
                    <a:pt x="236068" y="14391"/>
                    <a:pt x="236068" y="7265"/>
                  </a:cubicBezTo>
                  <a:cubicBezTo>
                    <a:pt x="236068" y="140"/>
                    <a:pt x="229329" y="140"/>
                    <a:pt x="224362" y="140"/>
                  </a:cubicBezTo>
                  <a:lnTo>
                    <a:pt x="11880" y="140"/>
                  </a:lnTo>
                  <a:cubicBezTo>
                    <a:pt x="6914" y="140"/>
                    <a:pt x="174" y="140"/>
                    <a:pt x="174" y="7265"/>
                  </a:cubicBezTo>
                  <a:cubicBezTo>
                    <a:pt x="174" y="14391"/>
                    <a:pt x="6914" y="14391"/>
                    <a:pt x="12235" y="14391"/>
                  </a:cubicBezTo>
                  <a:lnTo>
                    <a:pt x="224008" y="14391"/>
                  </a:lnTo>
                  <a:close/>
                  <a:moveTo>
                    <a:pt x="224362" y="83510"/>
                  </a:moveTo>
                  <a:cubicBezTo>
                    <a:pt x="229329" y="83510"/>
                    <a:pt x="236068" y="83510"/>
                    <a:pt x="236068" y="76385"/>
                  </a:cubicBezTo>
                  <a:cubicBezTo>
                    <a:pt x="236068" y="69259"/>
                    <a:pt x="229329" y="69259"/>
                    <a:pt x="224008" y="69259"/>
                  </a:cubicBezTo>
                  <a:lnTo>
                    <a:pt x="12235" y="69259"/>
                  </a:lnTo>
                  <a:cubicBezTo>
                    <a:pt x="6914" y="69259"/>
                    <a:pt x="174" y="69259"/>
                    <a:pt x="174" y="76385"/>
                  </a:cubicBezTo>
                  <a:cubicBezTo>
                    <a:pt x="174" y="83510"/>
                    <a:pt x="6914" y="83510"/>
                    <a:pt x="11880" y="83510"/>
                  </a:cubicBezTo>
                  <a:lnTo>
                    <a:pt x="224362" y="8351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9" name="Freeform: Shape 88">
              <a:extLst>
                <a:ext uri="{FF2B5EF4-FFF2-40B4-BE49-F238E27FC236}">
                  <a16:creationId xmlns:a16="http://schemas.microsoft.com/office/drawing/2014/main" id="{18DBC728-2249-9DAA-F468-B71C5E5A045C}"/>
                </a:ext>
              </a:extLst>
            </p:cNvPr>
            <p:cNvSpPr/>
            <p:nvPr/>
          </p:nvSpPr>
          <p:spPr>
            <a:xfrm>
              <a:off x="8115152" y="6727577"/>
              <a:ext cx="117060" cy="237285"/>
            </a:xfrm>
            <a:custGeom>
              <a:avLst/>
              <a:gdLst>
                <a:gd name="connsiteX0" fmla="*/ 72905 w 117060"/>
                <a:gd name="connsiteY0" fmla="*/ 9396 h 237285"/>
                <a:gd name="connsiteX1" fmla="*/ 64746 w 117060"/>
                <a:gd name="connsiteY1" fmla="*/ 133 h 237285"/>
                <a:gd name="connsiteX2" fmla="*/ 186 w 117060"/>
                <a:gd name="connsiteY2" fmla="*/ 22935 h 237285"/>
                <a:gd name="connsiteX3" fmla="*/ 186 w 117060"/>
                <a:gd name="connsiteY3" fmla="*/ 33980 h 237285"/>
                <a:gd name="connsiteX4" fmla="*/ 46655 w 117060"/>
                <a:gd name="connsiteY4" fmla="*/ 24717 h 237285"/>
                <a:gd name="connsiteX5" fmla="*/ 46655 w 117060"/>
                <a:gd name="connsiteY5" fmla="*/ 209272 h 237285"/>
                <a:gd name="connsiteX6" fmla="*/ 13666 w 117060"/>
                <a:gd name="connsiteY6" fmla="*/ 226374 h 237285"/>
                <a:gd name="connsiteX7" fmla="*/ 2314 w 117060"/>
                <a:gd name="connsiteY7" fmla="*/ 226374 h 237285"/>
                <a:gd name="connsiteX8" fmla="*/ 2314 w 117060"/>
                <a:gd name="connsiteY8" fmla="*/ 237418 h 237285"/>
                <a:gd name="connsiteX9" fmla="*/ 59780 w 117060"/>
                <a:gd name="connsiteY9" fmla="*/ 236350 h 237285"/>
                <a:gd name="connsiteX10" fmla="*/ 117246 w 117060"/>
                <a:gd name="connsiteY10" fmla="*/ 237418 h 237285"/>
                <a:gd name="connsiteX11" fmla="*/ 117246 w 117060"/>
                <a:gd name="connsiteY11" fmla="*/ 226374 h 237285"/>
                <a:gd name="connsiteX12" fmla="*/ 105895 w 117060"/>
                <a:gd name="connsiteY12" fmla="*/ 226374 h 237285"/>
                <a:gd name="connsiteX13" fmla="*/ 72905 w 117060"/>
                <a:gd name="connsiteY13" fmla="*/ 209272 h 237285"/>
                <a:gd name="connsiteX14" fmla="*/ 72905 w 117060"/>
                <a:gd name="connsiteY14" fmla="*/ 9396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060" h="237285">
                  <a:moveTo>
                    <a:pt x="72905" y="9396"/>
                  </a:moveTo>
                  <a:cubicBezTo>
                    <a:pt x="72905" y="846"/>
                    <a:pt x="72905" y="133"/>
                    <a:pt x="64746" y="133"/>
                  </a:cubicBezTo>
                  <a:cubicBezTo>
                    <a:pt x="42753" y="22935"/>
                    <a:pt x="11537" y="22935"/>
                    <a:pt x="186" y="22935"/>
                  </a:cubicBezTo>
                  <a:lnTo>
                    <a:pt x="186" y="33980"/>
                  </a:lnTo>
                  <a:cubicBezTo>
                    <a:pt x="7281" y="33980"/>
                    <a:pt x="28210" y="33980"/>
                    <a:pt x="46655" y="24717"/>
                  </a:cubicBezTo>
                  <a:lnTo>
                    <a:pt x="46655" y="209272"/>
                  </a:lnTo>
                  <a:cubicBezTo>
                    <a:pt x="46655" y="222098"/>
                    <a:pt x="45591" y="226374"/>
                    <a:pt x="13666" y="226374"/>
                  </a:cubicBezTo>
                  <a:lnTo>
                    <a:pt x="2314" y="226374"/>
                  </a:lnTo>
                  <a:lnTo>
                    <a:pt x="2314" y="237418"/>
                  </a:lnTo>
                  <a:cubicBezTo>
                    <a:pt x="14730" y="236350"/>
                    <a:pt x="45591" y="236350"/>
                    <a:pt x="59780" y="236350"/>
                  </a:cubicBezTo>
                  <a:cubicBezTo>
                    <a:pt x="73969" y="236350"/>
                    <a:pt x="104831" y="236350"/>
                    <a:pt x="117246" y="237418"/>
                  </a:cubicBezTo>
                  <a:lnTo>
                    <a:pt x="117246" y="226374"/>
                  </a:lnTo>
                  <a:lnTo>
                    <a:pt x="105895" y="226374"/>
                  </a:lnTo>
                  <a:cubicBezTo>
                    <a:pt x="73969" y="226374"/>
                    <a:pt x="72905" y="222454"/>
                    <a:pt x="72905" y="209272"/>
                  </a:cubicBezTo>
                  <a:lnTo>
                    <a:pt x="72905" y="939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0" name="Freeform: Shape 89">
              <a:extLst>
                <a:ext uri="{FF2B5EF4-FFF2-40B4-BE49-F238E27FC236}">
                  <a16:creationId xmlns:a16="http://schemas.microsoft.com/office/drawing/2014/main" id="{7757AF00-DEB6-CA3D-7899-5D7141B043A0}"/>
                </a:ext>
              </a:extLst>
            </p:cNvPr>
            <p:cNvSpPr/>
            <p:nvPr/>
          </p:nvSpPr>
          <p:spPr>
            <a:xfrm>
              <a:off x="8369215" y="6868666"/>
              <a:ext cx="216738" cy="14251"/>
            </a:xfrm>
            <a:custGeom>
              <a:avLst/>
              <a:gdLst>
                <a:gd name="connsiteX0" fmla="*/ 204517 w 216738"/>
                <a:gd name="connsiteY0" fmla="*/ 14384 h 14251"/>
                <a:gd name="connsiteX1" fmla="*/ 216932 w 216738"/>
                <a:gd name="connsiteY1" fmla="*/ 7259 h 14251"/>
                <a:gd name="connsiteX2" fmla="*/ 204517 w 216738"/>
                <a:gd name="connsiteY2" fmla="*/ 133 h 14251"/>
                <a:gd name="connsiteX3" fmla="*/ 12609 w 216738"/>
                <a:gd name="connsiteY3" fmla="*/ 133 h 14251"/>
                <a:gd name="connsiteX4" fmla="*/ 193 w 216738"/>
                <a:gd name="connsiteY4" fmla="*/ 7259 h 14251"/>
                <a:gd name="connsiteX5" fmla="*/ 12609 w 216738"/>
                <a:gd name="connsiteY5" fmla="*/ 14384 h 14251"/>
                <a:gd name="connsiteX6" fmla="*/ 204517 w 216738"/>
                <a:gd name="connsiteY6" fmla="*/ 14384 h 1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738" h="14251">
                  <a:moveTo>
                    <a:pt x="204517" y="14384"/>
                  </a:moveTo>
                  <a:cubicBezTo>
                    <a:pt x="210547" y="14384"/>
                    <a:pt x="216932" y="14384"/>
                    <a:pt x="216932" y="7259"/>
                  </a:cubicBezTo>
                  <a:cubicBezTo>
                    <a:pt x="216932" y="133"/>
                    <a:pt x="210547" y="133"/>
                    <a:pt x="204517" y="133"/>
                  </a:cubicBezTo>
                  <a:lnTo>
                    <a:pt x="12609" y="133"/>
                  </a:lnTo>
                  <a:cubicBezTo>
                    <a:pt x="6578" y="133"/>
                    <a:pt x="193" y="133"/>
                    <a:pt x="193" y="7259"/>
                  </a:cubicBezTo>
                  <a:cubicBezTo>
                    <a:pt x="193" y="14384"/>
                    <a:pt x="6578" y="14384"/>
                    <a:pt x="12609" y="14384"/>
                  </a:cubicBezTo>
                  <a:lnTo>
                    <a:pt x="204517" y="1438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1" name="Freeform: Shape 90">
              <a:extLst>
                <a:ext uri="{FF2B5EF4-FFF2-40B4-BE49-F238E27FC236}">
                  <a16:creationId xmlns:a16="http://schemas.microsoft.com/office/drawing/2014/main" id="{273659D0-394E-4120-473E-C1861EADC594}"/>
                </a:ext>
              </a:extLst>
            </p:cNvPr>
            <p:cNvSpPr/>
            <p:nvPr/>
          </p:nvSpPr>
          <p:spPr>
            <a:xfrm>
              <a:off x="8710817" y="6807385"/>
              <a:ext cx="136215" cy="161396"/>
            </a:xfrm>
            <a:custGeom>
              <a:avLst/>
              <a:gdLst>
                <a:gd name="connsiteX0" fmla="*/ 50220 w 136215"/>
                <a:gd name="connsiteY0" fmla="*/ 75309 h 161396"/>
                <a:gd name="connsiteX1" fmla="*/ 104493 w 136215"/>
                <a:gd name="connsiteY1" fmla="*/ 67114 h 161396"/>
                <a:gd name="connsiteX2" fmla="*/ 131098 w 136215"/>
                <a:gd name="connsiteY2" fmla="*/ 30417 h 161396"/>
                <a:gd name="connsiteX3" fmla="*/ 93142 w 136215"/>
                <a:gd name="connsiteY3" fmla="*/ 133 h 161396"/>
                <a:gd name="connsiteX4" fmla="*/ 203 w 136215"/>
                <a:gd name="connsiteY4" fmla="*/ 97042 h 161396"/>
                <a:gd name="connsiteX5" fmla="*/ 55895 w 136215"/>
                <a:gd name="connsiteY5" fmla="*/ 161530 h 161396"/>
                <a:gd name="connsiteX6" fmla="*/ 136419 w 136215"/>
                <a:gd name="connsiteY6" fmla="*/ 119488 h 161396"/>
                <a:gd name="connsiteX7" fmla="*/ 132162 w 136215"/>
                <a:gd name="connsiteY7" fmla="*/ 114857 h 161396"/>
                <a:gd name="connsiteX8" fmla="*/ 127551 w 136215"/>
                <a:gd name="connsiteY8" fmla="*/ 118419 h 161396"/>
                <a:gd name="connsiteX9" fmla="*/ 56605 w 136215"/>
                <a:gd name="connsiteY9" fmla="*/ 153692 h 161396"/>
                <a:gd name="connsiteX10" fmla="*/ 25744 w 136215"/>
                <a:gd name="connsiteY10" fmla="*/ 112363 h 161396"/>
                <a:gd name="connsiteX11" fmla="*/ 31419 w 136215"/>
                <a:gd name="connsiteY11" fmla="*/ 75309 h 161396"/>
                <a:gd name="connsiteX12" fmla="*/ 50220 w 136215"/>
                <a:gd name="connsiteY12" fmla="*/ 75309 h 161396"/>
                <a:gd name="connsiteX13" fmla="*/ 33548 w 136215"/>
                <a:gd name="connsiteY13" fmla="*/ 67471 h 161396"/>
                <a:gd name="connsiteX14" fmla="*/ 93142 w 136215"/>
                <a:gd name="connsiteY14" fmla="*/ 7971 h 161396"/>
                <a:gd name="connsiteX15" fmla="*/ 119392 w 136215"/>
                <a:gd name="connsiteY15" fmla="*/ 30417 h 161396"/>
                <a:gd name="connsiteX16" fmla="*/ 48091 w 136215"/>
                <a:gd name="connsiteY16" fmla="*/ 67471 h 161396"/>
                <a:gd name="connsiteX17" fmla="*/ 33548 w 136215"/>
                <a:gd name="connsiteY17" fmla="*/ 67471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5" h="161396">
                  <a:moveTo>
                    <a:pt x="50220" y="75309"/>
                  </a:moveTo>
                  <a:cubicBezTo>
                    <a:pt x="60507" y="75309"/>
                    <a:pt x="86757" y="74596"/>
                    <a:pt x="104493" y="67114"/>
                  </a:cubicBezTo>
                  <a:cubicBezTo>
                    <a:pt x="129324" y="56426"/>
                    <a:pt x="131098" y="35405"/>
                    <a:pt x="131098" y="30417"/>
                  </a:cubicBezTo>
                  <a:cubicBezTo>
                    <a:pt x="131098" y="14741"/>
                    <a:pt x="117618" y="133"/>
                    <a:pt x="93142" y="133"/>
                  </a:cubicBezTo>
                  <a:cubicBezTo>
                    <a:pt x="53767" y="133"/>
                    <a:pt x="203" y="34693"/>
                    <a:pt x="203" y="97042"/>
                  </a:cubicBezTo>
                  <a:cubicBezTo>
                    <a:pt x="203" y="133383"/>
                    <a:pt x="21132" y="161530"/>
                    <a:pt x="55895" y="161530"/>
                  </a:cubicBezTo>
                  <a:cubicBezTo>
                    <a:pt x="106622" y="161530"/>
                    <a:pt x="136419" y="123764"/>
                    <a:pt x="136419" y="119488"/>
                  </a:cubicBezTo>
                  <a:cubicBezTo>
                    <a:pt x="136419" y="117351"/>
                    <a:pt x="134290" y="114857"/>
                    <a:pt x="132162" y="114857"/>
                  </a:cubicBezTo>
                  <a:cubicBezTo>
                    <a:pt x="130388" y="114857"/>
                    <a:pt x="129679" y="115569"/>
                    <a:pt x="127551" y="118419"/>
                  </a:cubicBezTo>
                  <a:cubicBezTo>
                    <a:pt x="99527" y="153692"/>
                    <a:pt x="60862" y="153692"/>
                    <a:pt x="56605" y="153692"/>
                  </a:cubicBezTo>
                  <a:cubicBezTo>
                    <a:pt x="28936" y="153692"/>
                    <a:pt x="25744" y="123764"/>
                    <a:pt x="25744" y="112363"/>
                  </a:cubicBezTo>
                  <a:cubicBezTo>
                    <a:pt x="25744" y="108087"/>
                    <a:pt x="26098" y="97042"/>
                    <a:pt x="31419" y="75309"/>
                  </a:cubicBezTo>
                  <a:lnTo>
                    <a:pt x="50220" y="75309"/>
                  </a:lnTo>
                  <a:close/>
                  <a:moveTo>
                    <a:pt x="33548" y="67471"/>
                  </a:moveTo>
                  <a:cubicBezTo>
                    <a:pt x="47382" y="13315"/>
                    <a:pt x="83919" y="7971"/>
                    <a:pt x="93142" y="7971"/>
                  </a:cubicBezTo>
                  <a:cubicBezTo>
                    <a:pt x="109814" y="7971"/>
                    <a:pt x="119392" y="18303"/>
                    <a:pt x="119392" y="30417"/>
                  </a:cubicBezTo>
                  <a:cubicBezTo>
                    <a:pt x="119392" y="67471"/>
                    <a:pt x="62635" y="67471"/>
                    <a:pt x="48091" y="67471"/>
                  </a:cubicBezTo>
                  <a:lnTo>
                    <a:pt x="33548" y="6747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2" name="Freeform: Shape 91">
              <a:extLst>
                <a:ext uri="{FF2B5EF4-FFF2-40B4-BE49-F238E27FC236}">
                  <a16:creationId xmlns:a16="http://schemas.microsoft.com/office/drawing/2014/main" id="{3FC662C8-37E4-4259-F296-8E7DFE3F2A68}"/>
                </a:ext>
              </a:extLst>
            </p:cNvPr>
            <p:cNvSpPr/>
            <p:nvPr/>
          </p:nvSpPr>
          <p:spPr>
            <a:xfrm>
              <a:off x="8886488" y="6766985"/>
              <a:ext cx="167857" cy="12220"/>
            </a:xfrm>
            <a:custGeom>
              <a:avLst/>
              <a:gdLst>
                <a:gd name="connsiteX0" fmla="*/ 158133 w 167857"/>
                <a:gd name="connsiteY0" fmla="*/ 12350 h 12220"/>
                <a:gd name="connsiteX1" fmla="*/ 168065 w 167857"/>
                <a:gd name="connsiteY1" fmla="*/ 6364 h 12220"/>
                <a:gd name="connsiteX2" fmla="*/ 158133 w 167857"/>
                <a:gd name="connsiteY2" fmla="*/ 129 h 12220"/>
                <a:gd name="connsiteX3" fmla="*/ 10140 w 167857"/>
                <a:gd name="connsiteY3" fmla="*/ 129 h 12220"/>
                <a:gd name="connsiteX4" fmla="*/ 208 w 167857"/>
                <a:gd name="connsiteY4" fmla="*/ 6115 h 12220"/>
                <a:gd name="connsiteX5" fmla="*/ 10140 w 167857"/>
                <a:gd name="connsiteY5" fmla="*/ 12350 h 12220"/>
                <a:gd name="connsiteX6" fmla="*/ 158133 w 167857"/>
                <a:gd name="connsiteY6" fmla="*/ 12350 h 1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857" h="12220">
                  <a:moveTo>
                    <a:pt x="158133" y="12350"/>
                  </a:moveTo>
                  <a:cubicBezTo>
                    <a:pt x="162106" y="12350"/>
                    <a:pt x="168065" y="12350"/>
                    <a:pt x="168065" y="6364"/>
                  </a:cubicBezTo>
                  <a:cubicBezTo>
                    <a:pt x="168065" y="129"/>
                    <a:pt x="162354" y="129"/>
                    <a:pt x="158133" y="129"/>
                  </a:cubicBezTo>
                  <a:lnTo>
                    <a:pt x="10140" y="129"/>
                  </a:lnTo>
                  <a:cubicBezTo>
                    <a:pt x="6167" y="129"/>
                    <a:pt x="208" y="129"/>
                    <a:pt x="208" y="6115"/>
                  </a:cubicBezTo>
                  <a:cubicBezTo>
                    <a:pt x="208" y="12350"/>
                    <a:pt x="5919" y="12350"/>
                    <a:pt x="10140" y="12350"/>
                  </a:cubicBezTo>
                  <a:lnTo>
                    <a:pt x="158133" y="1235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3" name="Freeform: Shape 92">
              <a:extLst>
                <a:ext uri="{FF2B5EF4-FFF2-40B4-BE49-F238E27FC236}">
                  <a16:creationId xmlns:a16="http://schemas.microsoft.com/office/drawing/2014/main" id="{7E179A67-ABEF-A342-4A6A-3CB02ED3AFFD}"/>
                </a:ext>
              </a:extLst>
            </p:cNvPr>
            <p:cNvSpPr/>
            <p:nvPr/>
          </p:nvSpPr>
          <p:spPr>
            <a:xfrm>
              <a:off x="9097020" y="6669969"/>
              <a:ext cx="109752" cy="165600"/>
            </a:xfrm>
            <a:custGeom>
              <a:avLst/>
              <a:gdLst>
                <a:gd name="connsiteX0" fmla="*/ 109967 w 109752"/>
                <a:gd name="connsiteY0" fmla="*/ 120340 h 165600"/>
                <a:gd name="connsiteX1" fmla="*/ 101524 w 109752"/>
                <a:gd name="connsiteY1" fmla="*/ 120340 h 165600"/>
                <a:gd name="connsiteX2" fmla="*/ 95068 w 109752"/>
                <a:gd name="connsiteY2" fmla="*/ 143035 h 165600"/>
                <a:gd name="connsiteX3" fmla="*/ 70486 w 109752"/>
                <a:gd name="connsiteY3" fmla="*/ 144531 h 165600"/>
                <a:gd name="connsiteX4" fmla="*/ 24797 w 109752"/>
                <a:gd name="connsiteY4" fmla="*/ 144531 h 165600"/>
                <a:gd name="connsiteX5" fmla="*/ 74459 w 109752"/>
                <a:gd name="connsiteY5" fmla="*/ 102632 h 165600"/>
                <a:gd name="connsiteX6" fmla="*/ 109967 w 109752"/>
                <a:gd name="connsiteY6" fmla="*/ 48762 h 165600"/>
                <a:gd name="connsiteX7" fmla="*/ 51862 w 109752"/>
                <a:gd name="connsiteY7" fmla="*/ 129 h 165600"/>
                <a:gd name="connsiteX8" fmla="*/ 214 w 109752"/>
                <a:gd name="connsiteY8" fmla="*/ 44772 h 165600"/>
                <a:gd name="connsiteX9" fmla="*/ 13374 w 109752"/>
                <a:gd name="connsiteY9" fmla="*/ 58738 h 165600"/>
                <a:gd name="connsiteX10" fmla="*/ 26535 w 109752"/>
                <a:gd name="connsiteY10" fmla="*/ 45520 h 165600"/>
                <a:gd name="connsiteX11" fmla="*/ 11885 w 109752"/>
                <a:gd name="connsiteY11" fmla="*/ 32302 h 165600"/>
                <a:gd name="connsiteX12" fmla="*/ 48138 w 109752"/>
                <a:gd name="connsiteY12" fmla="*/ 9108 h 165600"/>
                <a:gd name="connsiteX13" fmla="*/ 85881 w 109752"/>
                <a:gd name="connsiteY13" fmla="*/ 48762 h 165600"/>
                <a:gd name="connsiteX14" fmla="*/ 62540 w 109752"/>
                <a:gd name="connsiteY14" fmla="*/ 96647 h 165600"/>
                <a:gd name="connsiteX15" fmla="*/ 2697 w 109752"/>
                <a:gd name="connsiteY15" fmla="*/ 156004 h 165600"/>
                <a:gd name="connsiteX16" fmla="*/ 214 w 109752"/>
                <a:gd name="connsiteY16" fmla="*/ 165730 h 165600"/>
                <a:gd name="connsiteX17" fmla="*/ 102518 w 109752"/>
                <a:gd name="connsiteY17" fmla="*/ 165730 h 165600"/>
                <a:gd name="connsiteX18" fmla="*/ 109967 w 109752"/>
                <a:gd name="connsiteY18" fmla="*/ 120340 h 16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752" h="165600">
                  <a:moveTo>
                    <a:pt x="109967" y="120340"/>
                  </a:moveTo>
                  <a:lnTo>
                    <a:pt x="101524" y="120340"/>
                  </a:lnTo>
                  <a:cubicBezTo>
                    <a:pt x="100779" y="125826"/>
                    <a:pt x="98296" y="140541"/>
                    <a:pt x="95068" y="143035"/>
                  </a:cubicBezTo>
                  <a:cubicBezTo>
                    <a:pt x="93082" y="144531"/>
                    <a:pt x="73962" y="144531"/>
                    <a:pt x="70486" y="144531"/>
                  </a:cubicBezTo>
                  <a:lnTo>
                    <a:pt x="24797" y="144531"/>
                  </a:lnTo>
                  <a:cubicBezTo>
                    <a:pt x="50869" y="121337"/>
                    <a:pt x="59560" y="114354"/>
                    <a:pt x="74459" y="102632"/>
                  </a:cubicBezTo>
                  <a:cubicBezTo>
                    <a:pt x="92834" y="87918"/>
                    <a:pt x="109967" y="72455"/>
                    <a:pt x="109967" y="48762"/>
                  </a:cubicBezTo>
                  <a:cubicBezTo>
                    <a:pt x="109967" y="18585"/>
                    <a:pt x="83646" y="129"/>
                    <a:pt x="51862" y="129"/>
                  </a:cubicBezTo>
                  <a:cubicBezTo>
                    <a:pt x="21072" y="129"/>
                    <a:pt x="214" y="21827"/>
                    <a:pt x="214" y="44772"/>
                  </a:cubicBezTo>
                  <a:cubicBezTo>
                    <a:pt x="214" y="57491"/>
                    <a:pt x="10891" y="58738"/>
                    <a:pt x="13374" y="58738"/>
                  </a:cubicBezTo>
                  <a:cubicBezTo>
                    <a:pt x="19334" y="58738"/>
                    <a:pt x="26535" y="54498"/>
                    <a:pt x="26535" y="45520"/>
                  </a:cubicBezTo>
                  <a:cubicBezTo>
                    <a:pt x="26535" y="41031"/>
                    <a:pt x="24797" y="32302"/>
                    <a:pt x="11885" y="32302"/>
                  </a:cubicBezTo>
                  <a:cubicBezTo>
                    <a:pt x="19582" y="14594"/>
                    <a:pt x="36467" y="9108"/>
                    <a:pt x="48138" y="9108"/>
                  </a:cubicBezTo>
                  <a:cubicBezTo>
                    <a:pt x="72969" y="9108"/>
                    <a:pt x="85881" y="28561"/>
                    <a:pt x="85881" y="48762"/>
                  </a:cubicBezTo>
                  <a:cubicBezTo>
                    <a:pt x="85881" y="70460"/>
                    <a:pt x="70486" y="87668"/>
                    <a:pt x="62540" y="96647"/>
                  </a:cubicBezTo>
                  <a:lnTo>
                    <a:pt x="2697" y="156004"/>
                  </a:lnTo>
                  <a:cubicBezTo>
                    <a:pt x="214" y="158248"/>
                    <a:pt x="214" y="158747"/>
                    <a:pt x="214" y="165730"/>
                  </a:cubicBezTo>
                  <a:lnTo>
                    <a:pt x="102518" y="165730"/>
                  </a:lnTo>
                  <a:lnTo>
                    <a:pt x="109967" y="12034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4" name="Freeform: Shape 93">
              <a:extLst>
                <a:ext uri="{FF2B5EF4-FFF2-40B4-BE49-F238E27FC236}">
                  <a16:creationId xmlns:a16="http://schemas.microsoft.com/office/drawing/2014/main" id="{EB9595F0-E494-E573-B471-271D680139F6}"/>
                </a:ext>
              </a:extLst>
            </p:cNvPr>
            <p:cNvSpPr/>
            <p:nvPr/>
          </p:nvSpPr>
          <p:spPr>
            <a:xfrm>
              <a:off x="9234695" y="6725585"/>
              <a:ext cx="132845" cy="112478"/>
            </a:xfrm>
            <a:custGeom>
              <a:avLst/>
              <a:gdLst>
                <a:gd name="connsiteX0" fmla="*/ 50128 w 132845"/>
                <a:gd name="connsiteY0" fmla="*/ 83678 h 112478"/>
                <a:gd name="connsiteX1" fmla="*/ 26787 w 132845"/>
                <a:gd name="connsiteY1" fmla="*/ 105625 h 112478"/>
                <a:gd name="connsiteX2" fmla="*/ 13378 w 132845"/>
                <a:gd name="connsiteY2" fmla="*/ 102134 h 112478"/>
                <a:gd name="connsiteX3" fmla="*/ 24304 w 132845"/>
                <a:gd name="connsiteY3" fmla="*/ 88417 h 112478"/>
                <a:gd name="connsiteX4" fmla="*/ 14372 w 132845"/>
                <a:gd name="connsiteY4" fmla="*/ 79189 h 112478"/>
                <a:gd name="connsiteX5" fmla="*/ 218 w 132845"/>
                <a:gd name="connsiteY5" fmla="*/ 94402 h 112478"/>
                <a:gd name="connsiteX6" fmla="*/ 26291 w 132845"/>
                <a:gd name="connsiteY6" fmla="*/ 112608 h 112478"/>
                <a:gd name="connsiteX7" fmla="*/ 54101 w 132845"/>
                <a:gd name="connsiteY7" fmla="*/ 94901 h 112478"/>
                <a:gd name="connsiteX8" fmla="*/ 83650 w 132845"/>
                <a:gd name="connsiteY8" fmla="*/ 112608 h 112478"/>
                <a:gd name="connsiteX9" fmla="*/ 127353 w 132845"/>
                <a:gd name="connsiteY9" fmla="*/ 74450 h 112478"/>
                <a:gd name="connsiteX10" fmla="*/ 123380 w 132845"/>
                <a:gd name="connsiteY10" fmla="*/ 71208 h 112478"/>
                <a:gd name="connsiteX11" fmla="*/ 118662 w 132845"/>
                <a:gd name="connsiteY11" fmla="*/ 75448 h 112478"/>
                <a:gd name="connsiteX12" fmla="*/ 84643 w 132845"/>
                <a:gd name="connsiteY12" fmla="*/ 105625 h 112478"/>
                <a:gd name="connsiteX13" fmla="*/ 69496 w 132845"/>
                <a:gd name="connsiteY13" fmla="*/ 89414 h 112478"/>
                <a:gd name="connsiteX14" fmla="*/ 82408 w 132845"/>
                <a:gd name="connsiteY14" fmla="*/ 32551 h 112478"/>
                <a:gd name="connsiteX15" fmla="*/ 106743 w 132845"/>
                <a:gd name="connsiteY15" fmla="*/ 7113 h 112478"/>
                <a:gd name="connsiteX16" fmla="*/ 120152 w 132845"/>
                <a:gd name="connsiteY16" fmla="*/ 10604 h 112478"/>
                <a:gd name="connsiteX17" fmla="*/ 109226 w 132845"/>
                <a:gd name="connsiteY17" fmla="*/ 24321 h 112478"/>
                <a:gd name="connsiteX18" fmla="*/ 119158 w 132845"/>
                <a:gd name="connsiteY18" fmla="*/ 33549 h 112478"/>
                <a:gd name="connsiteX19" fmla="*/ 133064 w 132845"/>
                <a:gd name="connsiteY19" fmla="*/ 18335 h 112478"/>
                <a:gd name="connsiteX20" fmla="*/ 107239 w 132845"/>
                <a:gd name="connsiteY20" fmla="*/ 129 h 112478"/>
                <a:gd name="connsiteX21" fmla="*/ 79429 w 132845"/>
                <a:gd name="connsiteY21" fmla="*/ 17837 h 112478"/>
                <a:gd name="connsiteX22" fmla="*/ 49632 w 132845"/>
                <a:gd name="connsiteY22" fmla="*/ 129 h 112478"/>
                <a:gd name="connsiteX23" fmla="*/ 5929 w 132845"/>
                <a:gd name="connsiteY23" fmla="*/ 38287 h 112478"/>
                <a:gd name="connsiteX24" fmla="*/ 10150 w 132845"/>
                <a:gd name="connsiteY24" fmla="*/ 41530 h 112478"/>
                <a:gd name="connsiteX25" fmla="*/ 14868 w 132845"/>
                <a:gd name="connsiteY25" fmla="*/ 37290 h 112478"/>
                <a:gd name="connsiteX26" fmla="*/ 48887 w 132845"/>
                <a:gd name="connsiteY26" fmla="*/ 7113 h 112478"/>
                <a:gd name="connsiteX27" fmla="*/ 63785 w 132845"/>
                <a:gd name="connsiteY27" fmla="*/ 23573 h 112478"/>
                <a:gd name="connsiteX28" fmla="*/ 58571 w 132845"/>
                <a:gd name="connsiteY28" fmla="*/ 49510 h 112478"/>
                <a:gd name="connsiteX29" fmla="*/ 50128 w 132845"/>
                <a:gd name="connsiteY29" fmla="*/ 83678 h 11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845" h="112478">
                  <a:moveTo>
                    <a:pt x="50128" y="83678"/>
                  </a:moveTo>
                  <a:cubicBezTo>
                    <a:pt x="47645" y="92158"/>
                    <a:pt x="39451" y="105625"/>
                    <a:pt x="26787" y="105625"/>
                  </a:cubicBezTo>
                  <a:cubicBezTo>
                    <a:pt x="26042" y="105625"/>
                    <a:pt x="18593" y="105625"/>
                    <a:pt x="13378" y="102134"/>
                  </a:cubicBezTo>
                  <a:cubicBezTo>
                    <a:pt x="23559" y="98891"/>
                    <a:pt x="24304" y="89913"/>
                    <a:pt x="24304" y="88417"/>
                  </a:cubicBezTo>
                  <a:cubicBezTo>
                    <a:pt x="24304" y="82930"/>
                    <a:pt x="20083" y="79189"/>
                    <a:pt x="14372" y="79189"/>
                  </a:cubicBezTo>
                  <a:cubicBezTo>
                    <a:pt x="7419" y="79189"/>
                    <a:pt x="218" y="85174"/>
                    <a:pt x="218" y="94402"/>
                  </a:cubicBezTo>
                  <a:cubicBezTo>
                    <a:pt x="218" y="106872"/>
                    <a:pt x="14123" y="112608"/>
                    <a:pt x="26291" y="112608"/>
                  </a:cubicBezTo>
                  <a:cubicBezTo>
                    <a:pt x="37713" y="112608"/>
                    <a:pt x="47893" y="105376"/>
                    <a:pt x="54101" y="94901"/>
                  </a:cubicBezTo>
                  <a:cubicBezTo>
                    <a:pt x="60061" y="108119"/>
                    <a:pt x="73718" y="112608"/>
                    <a:pt x="83650" y="112608"/>
                  </a:cubicBezTo>
                  <a:cubicBezTo>
                    <a:pt x="112206" y="112608"/>
                    <a:pt x="127353" y="81433"/>
                    <a:pt x="127353" y="74450"/>
                  </a:cubicBezTo>
                  <a:cubicBezTo>
                    <a:pt x="127353" y="71208"/>
                    <a:pt x="124124" y="71208"/>
                    <a:pt x="123380" y="71208"/>
                  </a:cubicBezTo>
                  <a:cubicBezTo>
                    <a:pt x="119903" y="71208"/>
                    <a:pt x="119655" y="72455"/>
                    <a:pt x="118662" y="75448"/>
                  </a:cubicBezTo>
                  <a:cubicBezTo>
                    <a:pt x="113447" y="92656"/>
                    <a:pt x="98549" y="105625"/>
                    <a:pt x="84643" y="105625"/>
                  </a:cubicBezTo>
                  <a:cubicBezTo>
                    <a:pt x="74711" y="105625"/>
                    <a:pt x="69496" y="98891"/>
                    <a:pt x="69496" y="89414"/>
                  </a:cubicBezTo>
                  <a:cubicBezTo>
                    <a:pt x="69496" y="82930"/>
                    <a:pt x="75456" y="60235"/>
                    <a:pt x="82408" y="32551"/>
                  </a:cubicBezTo>
                  <a:cubicBezTo>
                    <a:pt x="87375" y="13348"/>
                    <a:pt x="98549" y="7113"/>
                    <a:pt x="106743" y="7113"/>
                  </a:cubicBezTo>
                  <a:cubicBezTo>
                    <a:pt x="107239" y="7113"/>
                    <a:pt x="114937" y="7113"/>
                    <a:pt x="120152" y="10604"/>
                  </a:cubicBezTo>
                  <a:cubicBezTo>
                    <a:pt x="112206" y="12849"/>
                    <a:pt x="109226" y="19832"/>
                    <a:pt x="109226" y="24321"/>
                  </a:cubicBezTo>
                  <a:cubicBezTo>
                    <a:pt x="109226" y="29808"/>
                    <a:pt x="113447" y="33549"/>
                    <a:pt x="119158" y="33549"/>
                  </a:cubicBezTo>
                  <a:cubicBezTo>
                    <a:pt x="124869" y="33549"/>
                    <a:pt x="133064" y="28810"/>
                    <a:pt x="133064" y="18335"/>
                  </a:cubicBezTo>
                  <a:cubicBezTo>
                    <a:pt x="133064" y="4369"/>
                    <a:pt x="117172" y="129"/>
                    <a:pt x="107239" y="129"/>
                  </a:cubicBezTo>
                  <a:cubicBezTo>
                    <a:pt x="94824" y="129"/>
                    <a:pt x="84892" y="8360"/>
                    <a:pt x="79429" y="17837"/>
                  </a:cubicBezTo>
                  <a:cubicBezTo>
                    <a:pt x="74959" y="7611"/>
                    <a:pt x="63537" y="129"/>
                    <a:pt x="49632" y="129"/>
                  </a:cubicBezTo>
                  <a:cubicBezTo>
                    <a:pt x="21821" y="129"/>
                    <a:pt x="5929" y="30805"/>
                    <a:pt x="5929" y="38287"/>
                  </a:cubicBezTo>
                  <a:cubicBezTo>
                    <a:pt x="5929" y="41530"/>
                    <a:pt x="9405" y="41530"/>
                    <a:pt x="10150" y="41530"/>
                  </a:cubicBezTo>
                  <a:cubicBezTo>
                    <a:pt x="13378" y="41530"/>
                    <a:pt x="13627" y="40532"/>
                    <a:pt x="14868" y="37290"/>
                  </a:cubicBezTo>
                  <a:cubicBezTo>
                    <a:pt x="21076" y="17837"/>
                    <a:pt x="36719" y="7113"/>
                    <a:pt x="48887" y="7113"/>
                  </a:cubicBezTo>
                  <a:cubicBezTo>
                    <a:pt x="57081" y="7113"/>
                    <a:pt x="63785" y="11602"/>
                    <a:pt x="63785" y="23573"/>
                  </a:cubicBezTo>
                  <a:cubicBezTo>
                    <a:pt x="63785" y="28561"/>
                    <a:pt x="60806" y="41031"/>
                    <a:pt x="58571" y="49510"/>
                  </a:cubicBezTo>
                  <a:lnTo>
                    <a:pt x="50128" y="83678"/>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5" name="Freeform: Shape 94">
              <a:extLst>
                <a:ext uri="{FF2B5EF4-FFF2-40B4-BE49-F238E27FC236}">
                  <a16:creationId xmlns:a16="http://schemas.microsoft.com/office/drawing/2014/main" id="{12D7E3E1-F114-5549-0750-78F6C417A86F}"/>
                </a:ext>
              </a:extLst>
            </p:cNvPr>
            <p:cNvSpPr/>
            <p:nvPr/>
          </p:nvSpPr>
          <p:spPr>
            <a:xfrm>
              <a:off x="8083581" y="7109695"/>
              <a:ext cx="1317789" cy="14250"/>
            </a:xfrm>
            <a:custGeom>
              <a:avLst/>
              <a:gdLst>
                <a:gd name="connsiteX0" fmla="*/ 0 w 1317789"/>
                <a:gd name="connsiteY0" fmla="*/ 0 h 14250"/>
                <a:gd name="connsiteX1" fmla="*/ 1317789 w 1317789"/>
                <a:gd name="connsiteY1" fmla="*/ 0 h 14250"/>
                <a:gd name="connsiteX2" fmla="*/ 1317789 w 1317789"/>
                <a:gd name="connsiteY2" fmla="*/ 14250 h 14250"/>
                <a:gd name="connsiteX3" fmla="*/ 0 w 1317789"/>
                <a:gd name="connsiteY3" fmla="*/ 14250 h 14250"/>
              </a:gdLst>
              <a:ahLst/>
              <a:cxnLst>
                <a:cxn ang="0">
                  <a:pos x="connsiteX0" y="connsiteY0"/>
                </a:cxn>
                <a:cxn ang="0">
                  <a:pos x="connsiteX1" y="connsiteY1"/>
                </a:cxn>
                <a:cxn ang="0">
                  <a:pos x="connsiteX2" y="connsiteY2"/>
                </a:cxn>
                <a:cxn ang="0">
                  <a:pos x="connsiteX3" y="connsiteY3"/>
                </a:cxn>
              </a:cxnLst>
              <a:rect l="l" t="t" r="r" b="b"/>
              <a:pathLst>
                <a:path w="1317789" h="14250">
                  <a:moveTo>
                    <a:pt x="0" y="0"/>
                  </a:moveTo>
                  <a:lnTo>
                    <a:pt x="1317789" y="0"/>
                  </a:lnTo>
                  <a:lnTo>
                    <a:pt x="1317789" y="14250"/>
                  </a:lnTo>
                  <a:lnTo>
                    <a:pt x="0" y="1425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6" name="Freeform: Shape 95">
              <a:extLst>
                <a:ext uri="{FF2B5EF4-FFF2-40B4-BE49-F238E27FC236}">
                  <a16:creationId xmlns:a16="http://schemas.microsoft.com/office/drawing/2014/main" id="{E5352BB4-FFEC-0BDF-5D52-16F27355BFA0}"/>
                </a:ext>
              </a:extLst>
            </p:cNvPr>
            <p:cNvSpPr/>
            <p:nvPr/>
          </p:nvSpPr>
          <p:spPr>
            <a:xfrm>
              <a:off x="8115152" y="7212999"/>
              <a:ext cx="117060" cy="237285"/>
            </a:xfrm>
            <a:custGeom>
              <a:avLst/>
              <a:gdLst>
                <a:gd name="connsiteX0" fmla="*/ 72905 w 117060"/>
                <a:gd name="connsiteY0" fmla="*/ 9410 h 237285"/>
                <a:gd name="connsiteX1" fmla="*/ 64746 w 117060"/>
                <a:gd name="connsiteY1" fmla="*/ 147 h 237285"/>
                <a:gd name="connsiteX2" fmla="*/ 186 w 117060"/>
                <a:gd name="connsiteY2" fmla="*/ 22949 h 237285"/>
                <a:gd name="connsiteX3" fmla="*/ 186 w 117060"/>
                <a:gd name="connsiteY3" fmla="*/ 33994 h 237285"/>
                <a:gd name="connsiteX4" fmla="*/ 46655 w 117060"/>
                <a:gd name="connsiteY4" fmla="*/ 24730 h 237285"/>
                <a:gd name="connsiteX5" fmla="*/ 46655 w 117060"/>
                <a:gd name="connsiteY5" fmla="*/ 209285 h 237285"/>
                <a:gd name="connsiteX6" fmla="*/ 13666 w 117060"/>
                <a:gd name="connsiteY6" fmla="*/ 226387 h 237285"/>
                <a:gd name="connsiteX7" fmla="*/ 2314 w 117060"/>
                <a:gd name="connsiteY7" fmla="*/ 226387 h 237285"/>
                <a:gd name="connsiteX8" fmla="*/ 2314 w 117060"/>
                <a:gd name="connsiteY8" fmla="*/ 237432 h 237285"/>
                <a:gd name="connsiteX9" fmla="*/ 59780 w 117060"/>
                <a:gd name="connsiteY9" fmla="*/ 236363 h 237285"/>
                <a:gd name="connsiteX10" fmla="*/ 117246 w 117060"/>
                <a:gd name="connsiteY10" fmla="*/ 237432 h 237285"/>
                <a:gd name="connsiteX11" fmla="*/ 117246 w 117060"/>
                <a:gd name="connsiteY11" fmla="*/ 226387 h 237285"/>
                <a:gd name="connsiteX12" fmla="*/ 105895 w 117060"/>
                <a:gd name="connsiteY12" fmla="*/ 226387 h 237285"/>
                <a:gd name="connsiteX13" fmla="*/ 72905 w 117060"/>
                <a:gd name="connsiteY13" fmla="*/ 209285 h 237285"/>
                <a:gd name="connsiteX14" fmla="*/ 72905 w 117060"/>
                <a:gd name="connsiteY14" fmla="*/ 9410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060" h="237285">
                  <a:moveTo>
                    <a:pt x="72905" y="9410"/>
                  </a:moveTo>
                  <a:cubicBezTo>
                    <a:pt x="72905" y="859"/>
                    <a:pt x="72905" y="147"/>
                    <a:pt x="64746" y="147"/>
                  </a:cubicBezTo>
                  <a:cubicBezTo>
                    <a:pt x="42753" y="22949"/>
                    <a:pt x="11537" y="22949"/>
                    <a:pt x="186" y="22949"/>
                  </a:cubicBezTo>
                  <a:lnTo>
                    <a:pt x="186" y="33994"/>
                  </a:lnTo>
                  <a:cubicBezTo>
                    <a:pt x="7281" y="33994"/>
                    <a:pt x="28210" y="33994"/>
                    <a:pt x="46655" y="24730"/>
                  </a:cubicBezTo>
                  <a:lnTo>
                    <a:pt x="46655" y="209285"/>
                  </a:lnTo>
                  <a:cubicBezTo>
                    <a:pt x="46655" y="222112"/>
                    <a:pt x="45591" y="226387"/>
                    <a:pt x="13666" y="226387"/>
                  </a:cubicBezTo>
                  <a:lnTo>
                    <a:pt x="2314" y="226387"/>
                  </a:lnTo>
                  <a:lnTo>
                    <a:pt x="2314" y="237432"/>
                  </a:lnTo>
                  <a:cubicBezTo>
                    <a:pt x="14730" y="236363"/>
                    <a:pt x="45591" y="236363"/>
                    <a:pt x="59780" y="236363"/>
                  </a:cubicBezTo>
                  <a:cubicBezTo>
                    <a:pt x="73969" y="236363"/>
                    <a:pt x="104831" y="236363"/>
                    <a:pt x="117246" y="237432"/>
                  </a:cubicBezTo>
                  <a:lnTo>
                    <a:pt x="117246" y="226387"/>
                  </a:lnTo>
                  <a:lnTo>
                    <a:pt x="105895" y="226387"/>
                  </a:lnTo>
                  <a:cubicBezTo>
                    <a:pt x="73969" y="226387"/>
                    <a:pt x="72905" y="222468"/>
                    <a:pt x="72905" y="209285"/>
                  </a:cubicBezTo>
                  <a:lnTo>
                    <a:pt x="72905" y="941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7" name="Freeform: Shape 96">
              <a:extLst>
                <a:ext uri="{FF2B5EF4-FFF2-40B4-BE49-F238E27FC236}">
                  <a16:creationId xmlns:a16="http://schemas.microsoft.com/office/drawing/2014/main" id="{A38A8EA0-4B02-26CD-3581-E83361E16BD6}"/>
                </a:ext>
              </a:extLst>
            </p:cNvPr>
            <p:cNvSpPr/>
            <p:nvPr/>
          </p:nvSpPr>
          <p:spPr>
            <a:xfrm>
              <a:off x="8359637" y="7242571"/>
              <a:ext cx="235894" cy="237285"/>
            </a:xfrm>
            <a:custGeom>
              <a:avLst/>
              <a:gdLst>
                <a:gd name="connsiteX0" fmla="*/ 125412 w 235894"/>
                <a:gd name="connsiteY0" fmla="*/ 125915 h 237285"/>
                <a:gd name="connsiteX1" fmla="*/ 224381 w 235894"/>
                <a:gd name="connsiteY1" fmla="*/ 125915 h 237285"/>
                <a:gd name="connsiteX2" fmla="*/ 236087 w 235894"/>
                <a:gd name="connsiteY2" fmla="*/ 118789 h 237285"/>
                <a:gd name="connsiteX3" fmla="*/ 224381 w 235894"/>
                <a:gd name="connsiteY3" fmla="*/ 111664 h 237285"/>
                <a:gd name="connsiteX4" fmla="*/ 125412 w 235894"/>
                <a:gd name="connsiteY4" fmla="*/ 111664 h 237285"/>
                <a:gd name="connsiteX5" fmla="*/ 125412 w 235894"/>
                <a:gd name="connsiteY5" fmla="*/ 11904 h 237285"/>
                <a:gd name="connsiteX6" fmla="*/ 118318 w 235894"/>
                <a:gd name="connsiteY6" fmla="*/ 147 h 237285"/>
                <a:gd name="connsiteX7" fmla="*/ 111223 w 235894"/>
                <a:gd name="connsiteY7" fmla="*/ 11904 h 237285"/>
                <a:gd name="connsiteX8" fmla="*/ 111223 w 235894"/>
                <a:gd name="connsiteY8" fmla="*/ 111664 h 237285"/>
                <a:gd name="connsiteX9" fmla="*/ 11899 w 235894"/>
                <a:gd name="connsiteY9" fmla="*/ 111664 h 237285"/>
                <a:gd name="connsiteX10" fmla="*/ 193 w 235894"/>
                <a:gd name="connsiteY10" fmla="*/ 118789 h 237285"/>
                <a:gd name="connsiteX11" fmla="*/ 11899 w 235894"/>
                <a:gd name="connsiteY11" fmla="*/ 125915 h 237285"/>
                <a:gd name="connsiteX12" fmla="*/ 111223 w 235894"/>
                <a:gd name="connsiteY12" fmla="*/ 125915 h 237285"/>
                <a:gd name="connsiteX13" fmla="*/ 111223 w 235894"/>
                <a:gd name="connsiteY13" fmla="*/ 225675 h 237285"/>
                <a:gd name="connsiteX14" fmla="*/ 118318 w 235894"/>
                <a:gd name="connsiteY14" fmla="*/ 237432 h 237285"/>
                <a:gd name="connsiteX15" fmla="*/ 125412 w 235894"/>
                <a:gd name="connsiteY15" fmla="*/ 225675 h 237285"/>
                <a:gd name="connsiteX16" fmla="*/ 125412 w 235894"/>
                <a:gd name="connsiteY16" fmla="*/ 125915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894" h="237285">
                  <a:moveTo>
                    <a:pt x="125412" y="125915"/>
                  </a:moveTo>
                  <a:lnTo>
                    <a:pt x="224381" y="125915"/>
                  </a:lnTo>
                  <a:cubicBezTo>
                    <a:pt x="229347" y="125915"/>
                    <a:pt x="236087" y="125915"/>
                    <a:pt x="236087" y="118789"/>
                  </a:cubicBezTo>
                  <a:cubicBezTo>
                    <a:pt x="236087" y="111664"/>
                    <a:pt x="229347" y="111664"/>
                    <a:pt x="224381" y="111664"/>
                  </a:cubicBezTo>
                  <a:lnTo>
                    <a:pt x="125412" y="111664"/>
                  </a:lnTo>
                  <a:lnTo>
                    <a:pt x="125412" y="11904"/>
                  </a:lnTo>
                  <a:cubicBezTo>
                    <a:pt x="125412" y="6916"/>
                    <a:pt x="125412" y="147"/>
                    <a:pt x="118318" y="147"/>
                  </a:cubicBezTo>
                  <a:cubicBezTo>
                    <a:pt x="111223" y="147"/>
                    <a:pt x="111223" y="6916"/>
                    <a:pt x="111223" y="11904"/>
                  </a:cubicBezTo>
                  <a:lnTo>
                    <a:pt x="111223" y="111664"/>
                  </a:lnTo>
                  <a:lnTo>
                    <a:pt x="11899" y="111664"/>
                  </a:lnTo>
                  <a:cubicBezTo>
                    <a:pt x="6933" y="111664"/>
                    <a:pt x="193" y="111664"/>
                    <a:pt x="193" y="118789"/>
                  </a:cubicBezTo>
                  <a:cubicBezTo>
                    <a:pt x="193" y="125915"/>
                    <a:pt x="6933" y="125915"/>
                    <a:pt x="11899" y="125915"/>
                  </a:cubicBezTo>
                  <a:lnTo>
                    <a:pt x="111223" y="125915"/>
                  </a:lnTo>
                  <a:lnTo>
                    <a:pt x="111223" y="225675"/>
                  </a:lnTo>
                  <a:cubicBezTo>
                    <a:pt x="111223" y="230663"/>
                    <a:pt x="111223" y="237432"/>
                    <a:pt x="118318" y="237432"/>
                  </a:cubicBezTo>
                  <a:cubicBezTo>
                    <a:pt x="125412" y="237432"/>
                    <a:pt x="125412" y="230663"/>
                    <a:pt x="125412" y="225675"/>
                  </a:cubicBezTo>
                  <a:lnTo>
                    <a:pt x="125412" y="125915"/>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8" name="Freeform: Shape 97">
              <a:extLst>
                <a:ext uri="{FF2B5EF4-FFF2-40B4-BE49-F238E27FC236}">
                  <a16:creationId xmlns:a16="http://schemas.microsoft.com/office/drawing/2014/main" id="{B327D091-282D-09D7-F272-B72BEE9682DB}"/>
                </a:ext>
              </a:extLst>
            </p:cNvPr>
            <p:cNvSpPr/>
            <p:nvPr/>
          </p:nvSpPr>
          <p:spPr>
            <a:xfrm>
              <a:off x="8710817" y="7292807"/>
              <a:ext cx="136215" cy="161396"/>
            </a:xfrm>
            <a:custGeom>
              <a:avLst/>
              <a:gdLst>
                <a:gd name="connsiteX0" fmla="*/ 50220 w 136215"/>
                <a:gd name="connsiteY0" fmla="*/ 75323 h 161396"/>
                <a:gd name="connsiteX1" fmla="*/ 104493 w 136215"/>
                <a:gd name="connsiteY1" fmla="*/ 67128 h 161396"/>
                <a:gd name="connsiteX2" fmla="*/ 131098 w 136215"/>
                <a:gd name="connsiteY2" fmla="*/ 30431 h 161396"/>
                <a:gd name="connsiteX3" fmla="*/ 93142 w 136215"/>
                <a:gd name="connsiteY3" fmla="*/ 147 h 161396"/>
                <a:gd name="connsiteX4" fmla="*/ 203 w 136215"/>
                <a:gd name="connsiteY4" fmla="*/ 97056 h 161396"/>
                <a:gd name="connsiteX5" fmla="*/ 55895 w 136215"/>
                <a:gd name="connsiteY5" fmla="*/ 161543 h 161396"/>
                <a:gd name="connsiteX6" fmla="*/ 136419 w 136215"/>
                <a:gd name="connsiteY6" fmla="*/ 119502 h 161396"/>
                <a:gd name="connsiteX7" fmla="*/ 132162 w 136215"/>
                <a:gd name="connsiteY7" fmla="*/ 114870 h 161396"/>
                <a:gd name="connsiteX8" fmla="*/ 127551 w 136215"/>
                <a:gd name="connsiteY8" fmla="*/ 118433 h 161396"/>
                <a:gd name="connsiteX9" fmla="*/ 56605 w 136215"/>
                <a:gd name="connsiteY9" fmla="*/ 153705 h 161396"/>
                <a:gd name="connsiteX10" fmla="*/ 25744 w 136215"/>
                <a:gd name="connsiteY10" fmla="*/ 112376 h 161396"/>
                <a:gd name="connsiteX11" fmla="*/ 31419 w 136215"/>
                <a:gd name="connsiteY11" fmla="*/ 75323 h 161396"/>
                <a:gd name="connsiteX12" fmla="*/ 50220 w 136215"/>
                <a:gd name="connsiteY12" fmla="*/ 75323 h 161396"/>
                <a:gd name="connsiteX13" fmla="*/ 33548 w 136215"/>
                <a:gd name="connsiteY13" fmla="*/ 67484 h 161396"/>
                <a:gd name="connsiteX14" fmla="*/ 93142 w 136215"/>
                <a:gd name="connsiteY14" fmla="*/ 7985 h 161396"/>
                <a:gd name="connsiteX15" fmla="*/ 119392 w 136215"/>
                <a:gd name="connsiteY15" fmla="*/ 30431 h 161396"/>
                <a:gd name="connsiteX16" fmla="*/ 48091 w 136215"/>
                <a:gd name="connsiteY16" fmla="*/ 67484 h 161396"/>
                <a:gd name="connsiteX17" fmla="*/ 33548 w 136215"/>
                <a:gd name="connsiteY17" fmla="*/ 67484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5" h="161396">
                  <a:moveTo>
                    <a:pt x="50220" y="75323"/>
                  </a:moveTo>
                  <a:cubicBezTo>
                    <a:pt x="60507" y="75323"/>
                    <a:pt x="86757" y="74610"/>
                    <a:pt x="104493" y="67128"/>
                  </a:cubicBezTo>
                  <a:cubicBezTo>
                    <a:pt x="129324" y="56439"/>
                    <a:pt x="131098" y="35419"/>
                    <a:pt x="131098" y="30431"/>
                  </a:cubicBezTo>
                  <a:cubicBezTo>
                    <a:pt x="131098" y="14754"/>
                    <a:pt x="117618" y="147"/>
                    <a:pt x="93142" y="147"/>
                  </a:cubicBezTo>
                  <a:cubicBezTo>
                    <a:pt x="53767" y="147"/>
                    <a:pt x="203" y="34706"/>
                    <a:pt x="203" y="97056"/>
                  </a:cubicBezTo>
                  <a:cubicBezTo>
                    <a:pt x="203" y="133397"/>
                    <a:pt x="21132" y="161543"/>
                    <a:pt x="55895" y="161543"/>
                  </a:cubicBezTo>
                  <a:cubicBezTo>
                    <a:pt x="106622" y="161543"/>
                    <a:pt x="136419" y="123777"/>
                    <a:pt x="136419" y="119502"/>
                  </a:cubicBezTo>
                  <a:cubicBezTo>
                    <a:pt x="136419" y="117364"/>
                    <a:pt x="134290" y="114870"/>
                    <a:pt x="132162" y="114870"/>
                  </a:cubicBezTo>
                  <a:cubicBezTo>
                    <a:pt x="130388" y="114870"/>
                    <a:pt x="129679" y="115583"/>
                    <a:pt x="127551" y="118433"/>
                  </a:cubicBezTo>
                  <a:cubicBezTo>
                    <a:pt x="99527" y="153705"/>
                    <a:pt x="60862" y="153705"/>
                    <a:pt x="56605" y="153705"/>
                  </a:cubicBezTo>
                  <a:cubicBezTo>
                    <a:pt x="28936" y="153705"/>
                    <a:pt x="25744" y="123777"/>
                    <a:pt x="25744" y="112376"/>
                  </a:cubicBezTo>
                  <a:cubicBezTo>
                    <a:pt x="25744" y="108101"/>
                    <a:pt x="26098" y="97056"/>
                    <a:pt x="31419" y="75323"/>
                  </a:cubicBezTo>
                  <a:lnTo>
                    <a:pt x="50220" y="75323"/>
                  </a:lnTo>
                  <a:close/>
                  <a:moveTo>
                    <a:pt x="33548" y="67484"/>
                  </a:moveTo>
                  <a:cubicBezTo>
                    <a:pt x="47382" y="13329"/>
                    <a:pt x="83919" y="7985"/>
                    <a:pt x="93142" y="7985"/>
                  </a:cubicBezTo>
                  <a:cubicBezTo>
                    <a:pt x="109814" y="7985"/>
                    <a:pt x="119392" y="18317"/>
                    <a:pt x="119392" y="30431"/>
                  </a:cubicBezTo>
                  <a:cubicBezTo>
                    <a:pt x="119392" y="67484"/>
                    <a:pt x="62635" y="67484"/>
                    <a:pt x="48091" y="67484"/>
                  </a:cubicBezTo>
                  <a:lnTo>
                    <a:pt x="33548" y="6748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9" name="Freeform: Shape 98">
              <a:extLst>
                <a:ext uri="{FF2B5EF4-FFF2-40B4-BE49-F238E27FC236}">
                  <a16:creationId xmlns:a16="http://schemas.microsoft.com/office/drawing/2014/main" id="{A18EAE36-2964-908A-9519-BBF7D31224BE}"/>
                </a:ext>
              </a:extLst>
            </p:cNvPr>
            <p:cNvSpPr/>
            <p:nvPr/>
          </p:nvSpPr>
          <p:spPr>
            <a:xfrm>
              <a:off x="8886488" y="7278774"/>
              <a:ext cx="167857" cy="12220"/>
            </a:xfrm>
            <a:custGeom>
              <a:avLst/>
              <a:gdLst>
                <a:gd name="connsiteX0" fmla="*/ 158133 w 167857"/>
                <a:gd name="connsiteY0" fmla="*/ 12364 h 12220"/>
                <a:gd name="connsiteX1" fmla="*/ 168065 w 167857"/>
                <a:gd name="connsiteY1" fmla="*/ 6379 h 12220"/>
                <a:gd name="connsiteX2" fmla="*/ 158133 w 167857"/>
                <a:gd name="connsiteY2" fmla="*/ 144 h 12220"/>
                <a:gd name="connsiteX3" fmla="*/ 10140 w 167857"/>
                <a:gd name="connsiteY3" fmla="*/ 144 h 12220"/>
                <a:gd name="connsiteX4" fmla="*/ 208 w 167857"/>
                <a:gd name="connsiteY4" fmla="*/ 6129 h 12220"/>
                <a:gd name="connsiteX5" fmla="*/ 10140 w 167857"/>
                <a:gd name="connsiteY5" fmla="*/ 12364 h 12220"/>
                <a:gd name="connsiteX6" fmla="*/ 158133 w 167857"/>
                <a:gd name="connsiteY6" fmla="*/ 12364 h 12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857" h="12220">
                  <a:moveTo>
                    <a:pt x="158133" y="12364"/>
                  </a:moveTo>
                  <a:cubicBezTo>
                    <a:pt x="162106" y="12364"/>
                    <a:pt x="168065" y="12364"/>
                    <a:pt x="168065" y="6379"/>
                  </a:cubicBezTo>
                  <a:cubicBezTo>
                    <a:pt x="168065" y="144"/>
                    <a:pt x="162354" y="144"/>
                    <a:pt x="158133" y="144"/>
                  </a:cubicBezTo>
                  <a:lnTo>
                    <a:pt x="10140" y="144"/>
                  </a:lnTo>
                  <a:cubicBezTo>
                    <a:pt x="6167" y="144"/>
                    <a:pt x="208" y="144"/>
                    <a:pt x="208" y="6129"/>
                  </a:cubicBezTo>
                  <a:cubicBezTo>
                    <a:pt x="208" y="12364"/>
                    <a:pt x="5919" y="12364"/>
                    <a:pt x="10140" y="12364"/>
                  </a:cubicBezTo>
                  <a:lnTo>
                    <a:pt x="158133" y="1236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0" name="Freeform: Shape 99">
              <a:extLst>
                <a:ext uri="{FF2B5EF4-FFF2-40B4-BE49-F238E27FC236}">
                  <a16:creationId xmlns:a16="http://schemas.microsoft.com/office/drawing/2014/main" id="{84464375-65E6-3863-217D-4439ABE356BB}"/>
                </a:ext>
              </a:extLst>
            </p:cNvPr>
            <p:cNvSpPr/>
            <p:nvPr/>
          </p:nvSpPr>
          <p:spPr>
            <a:xfrm>
              <a:off x="9097020" y="7181757"/>
              <a:ext cx="109752" cy="165600"/>
            </a:xfrm>
            <a:custGeom>
              <a:avLst/>
              <a:gdLst>
                <a:gd name="connsiteX0" fmla="*/ 109967 w 109752"/>
                <a:gd name="connsiteY0" fmla="*/ 120354 h 165600"/>
                <a:gd name="connsiteX1" fmla="*/ 101524 w 109752"/>
                <a:gd name="connsiteY1" fmla="*/ 120354 h 165600"/>
                <a:gd name="connsiteX2" fmla="*/ 95068 w 109752"/>
                <a:gd name="connsiteY2" fmla="*/ 143049 h 165600"/>
                <a:gd name="connsiteX3" fmla="*/ 70486 w 109752"/>
                <a:gd name="connsiteY3" fmla="*/ 144546 h 165600"/>
                <a:gd name="connsiteX4" fmla="*/ 24797 w 109752"/>
                <a:gd name="connsiteY4" fmla="*/ 144546 h 165600"/>
                <a:gd name="connsiteX5" fmla="*/ 74459 w 109752"/>
                <a:gd name="connsiteY5" fmla="*/ 102647 h 165600"/>
                <a:gd name="connsiteX6" fmla="*/ 109967 w 109752"/>
                <a:gd name="connsiteY6" fmla="*/ 48776 h 165600"/>
                <a:gd name="connsiteX7" fmla="*/ 51862 w 109752"/>
                <a:gd name="connsiteY7" fmla="*/ 144 h 165600"/>
                <a:gd name="connsiteX8" fmla="*/ 214 w 109752"/>
                <a:gd name="connsiteY8" fmla="*/ 44786 h 165600"/>
                <a:gd name="connsiteX9" fmla="*/ 13374 w 109752"/>
                <a:gd name="connsiteY9" fmla="*/ 58752 h 165600"/>
                <a:gd name="connsiteX10" fmla="*/ 26535 w 109752"/>
                <a:gd name="connsiteY10" fmla="*/ 45534 h 165600"/>
                <a:gd name="connsiteX11" fmla="*/ 11885 w 109752"/>
                <a:gd name="connsiteY11" fmla="*/ 32316 h 165600"/>
                <a:gd name="connsiteX12" fmla="*/ 48138 w 109752"/>
                <a:gd name="connsiteY12" fmla="*/ 9122 h 165600"/>
                <a:gd name="connsiteX13" fmla="*/ 85881 w 109752"/>
                <a:gd name="connsiteY13" fmla="*/ 48776 h 165600"/>
                <a:gd name="connsiteX14" fmla="*/ 62540 w 109752"/>
                <a:gd name="connsiteY14" fmla="*/ 96661 h 165600"/>
                <a:gd name="connsiteX15" fmla="*/ 2697 w 109752"/>
                <a:gd name="connsiteY15" fmla="*/ 156018 h 165600"/>
                <a:gd name="connsiteX16" fmla="*/ 214 w 109752"/>
                <a:gd name="connsiteY16" fmla="*/ 165745 h 165600"/>
                <a:gd name="connsiteX17" fmla="*/ 102518 w 109752"/>
                <a:gd name="connsiteY17" fmla="*/ 165745 h 165600"/>
                <a:gd name="connsiteX18" fmla="*/ 109967 w 109752"/>
                <a:gd name="connsiteY18" fmla="*/ 120354 h 165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9752" h="165600">
                  <a:moveTo>
                    <a:pt x="109967" y="120354"/>
                  </a:moveTo>
                  <a:lnTo>
                    <a:pt x="101524" y="120354"/>
                  </a:lnTo>
                  <a:cubicBezTo>
                    <a:pt x="100779" y="125841"/>
                    <a:pt x="98296" y="140555"/>
                    <a:pt x="95068" y="143049"/>
                  </a:cubicBezTo>
                  <a:cubicBezTo>
                    <a:pt x="93082" y="144546"/>
                    <a:pt x="73962" y="144546"/>
                    <a:pt x="70486" y="144546"/>
                  </a:cubicBezTo>
                  <a:lnTo>
                    <a:pt x="24797" y="144546"/>
                  </a:lnTo>
                  <a:cubicBezTo>
                    <a:pt x="50869" y="121352"/>
                    <a:pt x="59560" y="114368"/>
                    <a:pt x="74459" y="102647"/>
                  </a:cubicBezTo>
                  <a:cubicBezTo>
                    <a:pt x="92834" y="87932"/>
                    <a:pt x="109967" y="72469"/>
                    <a:pt x="109967" y="48776"/>
                  </a:cubicBezTo>
                  <a:cubicBezTo>
                    <a:pt x="109967" y="18599"/>
                    <a:pt x="83646" y="144"/>
                    <a:pt x="51862" y="144"/>
                  </a:cubicBezTo>
                  <a:cubicBezTo>
                    <a:pt x="21072" y="144"/>
                    <a:pt x="214" y="21841"/>
                    <a:pt x="214" y="44786"/>
                  </a:cubicBezTo>
                  <a:cubicBezTo>
                    <a:pt x="214" y="57505"/>
                    <a:pt x="10891" y="58752"/>
                    <a:pt x="13374" y="58752"/>
                  </a:cubicBezTo>
                  <a:cubicBezTo>
                    <a:pt x="19334" y="58752"/>
                    <a:pt x="26535" y="54513"/>
                    <a:pt x="26535" y="45534"/>
                  </a:cubicBezTo>
                  <a:cubicBezTo>
                    <a:pt x="26535" y="41045"/>
                    <a:pt x="24797" y="32316"/>
                    <a:pt x="11885" y="32316"/>
                  </a:cubicBezTo>
                  <a:cubicBezTo>
                    <a:pt x="19582" y="14609"/>
                    <a:pt x="36467" y="9122"/>
                    <a:pt x="48138" y="9122"/>
                  </a:cubicBezTo>
                  <a:cubicBezTo>
                    <a:pt x="72969" y="9122"/>
                    <a:pt x="85881" y="28575"/>
                    <a:pt x="85881" y="48776"/>
                  </a:cubicBezTo>
                  <a:cubicBezTo>
                    <a:pt x="85881" y="70474"/>
                    <a:pt x="70486" y="87683"/>
                    <a:pt x="62540" y="96661"/>
                  </a:cubicBezTo>
                  <a:lnTo>
                    <a:pt x="2697" y="156018"/>
                  </a:lnTo>
                  <a:cubicBezTo>
                    <a:pt x="214" y="158263"/>
                    <a:pt x="214" y="158761"/>
                    <a:pt x="214" y="165745"/>
                  </a:cubicBezTo>
                  <a:lnTo>
                    <a:pt x="102518" y="165745"/>
                  </a:lnTo>
                  <a:lnTo>
                    <a:pt x="109967" y="120354"/>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1" name="Freeform: Shape 100">
              <a:extLst>
                <a:ext uri="{FF2B5EF4-FFF2-40B4-BE49-F238E27FC236}">
                  <a16:creationId xmlns:a16="http://schemas.microsoft.com/office/drawing/2014/main" id="{2B5E7794-DB57-5DDB-4224-DFE9CE6CF128}"/>
                </a:ext>
              </a:extLst>
            </p:cNvPr>
            <p:cNvSpPr/>
            <p:nvPr/>
          </p:nvSpPr>
          <p:spPr>
            <a:xfrm>
              <a:off x="9234695" y="7237373"/>
              <a:ext cx="132845" cy="112478"/>
            </a:xfrm>
            <a:custGeom>
              <a:avLst/>
              <a:gdLst>
                <a:gd name="connsiteX0" fmla="*/ 50128 w 132845"/>
                <a:gd name="connsiteY0" fmla="*/ 83692 h 112478"/>
                <a:gd name="connsiteX1" fmla="*/ 26787 w 132845"/>
                <a:gd name="connsiteY1" fmla="*/ 105639 h 112478"/>
                <a:gd name="connsiteX2" fmla="*/ 13378 w 132845"/>
                <a:gd name="connsiteY2" fmla="*/ 102148 h 112478"/>
                <a:gd name="connsiteX3" fmla="*/ 24304 w 132845"/>
                <a:gd name="connsiteY3" fmla="*/ 88431 h 112478"/>
                <a:gd name="connsiteX4" fmla="*/ 14372 w 132845"/>
                <a:gd name="connsiteY4" fmla="*/ 79203 h 112478"/>
                <a:gd name="connsiteX5" fmla="*/ 218 w 132845"/>
                <a:gd name="connsiteY5" fmla="*/ 94417 h 112478"/>
                <a:gd name="connsiteX6" fmla="*/ 26291 w 132845"/>
                <a:gd name="connsiteY6" fmla="*/ 112623 h 112478"/>
                <a:gd name="connsiteX7" fmla="*/ 54101 w 132845"/>
                <a:gd name="connsiteY7" fmla="*/ 94915 h 112478"/>
                <a:gd name="connsiteX8" fmla="*/ 83650 w 132845"/>
                <a:gd name="connsiteY8" fmla="*/ 112623 h 112478"/>
                <a:gd name="connsiteX9" fmla="*/ 127353 w 132845"/>
                <a:gd name="connsiteY9" fmla="*/ 74465 h 112478"/>
                <a:gd name="connsiteX10" fmla="*/ 123380 w 132845"/>
                <a:gd name="connsiteY10" fmla="*/ 71222 h 112478"/>
                <a:gd name="connsiteX11" fmla="*/ 118662 w 132845"/>
                <a:gd name="connsiteY11" fmla="*/ 75462 h 112478"/>
                <a:gd name="connsiteX12" fmla="*/ 84643 w 132845"/>
                <a:gd name="connsiteY12" fmla="*/ 105639 h 112478"/>
                <a:gd name="connsiteX13" fmla="*/ 69496 w 132845"/>
                <a:gd name="connsiteY13" fmla="*/ 89429 h 112478"/>
                <a:gd name="connsiteX14" fmla="*/ 82408 w 132845"/>
                <a:gd name="connsiteY14" fmla="*/ 32566 h 112478"/>
                <a:gd name="connsiteX15" fmla="*/ 106743 w 132845"/>
                <a:gd name="connsiteY15" fmla="*/ 7127 h 112478"/>
                <a:gd name="connsiteX16" fmla="*/ 120152 w 132845"/>
                <a:gd name="connsiteY16" fmla="*/ 10618 h 112478"/>
                <a:gd name="connsiteX17" fmla="*/ 109226 w 132845"/>
                <a:gd name="connsiteY17" fmla="*/ 24335 h 112478"/>
                <a:gd name="connsiteX18" fmla="*/ 119158 w 132845"/>
                <a:gd name="connsiteY18" fmla="*/ 33563 h 112478"/>
                <a:gd name="connsiteX19" fmla="*/ 133064 w 132845"/>
                <a:gd name="connsiteY19" fmla="*/ 18350 h 112478"/>
                <a:gd name="connsiteX20" fmla="*/ 107239 w 132845"/>
                <a:gd name="connsiteY20" fmla="*/ 144 h 112478"/>
                <a:gd name="connsiteX21" fmla="*/ 79429 w 132845"/>
                <a:gd name="connsiteY21" fmla="*/ 17851 h 112478"/>
                <a:gd name="connsiteX22" fmla="*/ 49632 w 132845"/>
                <a:gd name="connsiteY22" fmla="*/ 144 h 112478"/>
                <a:gd name="connsiteX23" fmla="*/ 5929 w 132845"/>
                <a:gd name="connsiteY23" fmla="*/ 38302 h 112478"/>
                <a:gd name="connsiteX24" fmla="*/ 10150 w 132845"/>
                <a:gd name="connsiteY24" fmla="*/ 41544 h 112478"/>
                <a:gd name="connsiteX25" fmla="*/ 14868 w 132845"/>
                <a:gd name="connsiteY25" fmla="*/ 37304 h 112478"/>
                <a:gd name="connsiteX26" fmla="*/ 48887 w 132845"/>
                <a:gd name="connsiteY26" fmla="*/ 7127 h 112478"/>
                <a:gd name="connsiteX27" fmla="*/ 63785 w 132845"/>
                <a:gd name="connsiteY27" fmla="*/ 23587 h 112478"/>
                <a:gd name="connsiteX28" fmla="*/ 58571 w 132845"/>
                <a:gd name="connsiteY28" fmla="*/ 49525 h 112478"/>
                <a:gd name="connsiteX29" fmla="*/ 50128 w 132845"/>
                <a:gd name="connsiteY29" fmla="*/ 83692 h 112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32845" h="112478">
                  <a:moveTo>
                    <a:pt x="50128" y="83692"/>
                  </a:moveTo>
                  <a:cubicBezTo>
                    <a:pt x="47645" y="92172"/>
                    <a:pt x="39451" y="105639"/>
                    <a:pt x="26787" y="105639"/>
                  </a:cubicBezTo>
                  <a:cubicBezTo>
                    <a:pt x="26042" y="105639"/>
                    <a:pt x="18593" y="105639"/>
                    <a:pt x="13378" y="102148"/>
                  </a:cubicBezTo>
                  <a:cubicBezTo>
                    <a:pt x="23559" y="98906"/>
                    <a:pt x="24304" y="89927"/>
                    <a:pt x="24304" y="88431"/>
                  </a:cubicBezTo>
                  <a:cubicBezTo>
                    <a:pt x="24304" y="82944"/>
                    <a:pt x="20083" y="79203"/>
                    <a:pt x="14372" y="79203"/>
                  </a:cubicBezTo>
                  <a:cubicBezTo>
                    <a:pt x="7419" y="79203"/>
                    <a:pt x="218" y="85189"/>
                    <a:pt x="218" y="94417"/>
                  </a:cubicBezTo>
                  <a:cubicBezTo>
                    <a:pt x="218" y="106886"/>
                    <a:pt x="14123" y="112623"/>
                    <a:pt x="26291" y="112623"/>
                  </a:cubicBezTo>
                  <a:cubicBezTo>
                    <a:pt x="37713" y="112623"/>
                    <a:pt x="47893" y="105390"/>
                    <a:pt x="54101" y="94915"/>
                  </a:cubicBezTo>
                  <a:cubicBezTo>
                    <a:pt x="60061" y="108133"/>
                    <a:pt x="73718" y="112623"/>
                    <a:pt x="83650" y="112623"/>
                  </a:cubicBezTo>
                  <a:cubicBezTo>
                    <a:pt x="112206" y="112623"/>
                    <a:pt x="127353" y="81448"/>
                    <a:pt x="127353" y="74465"/>
                  </a:cubicBezTo>
                  <a:cubicBezTo>
                    <a:pt x="127353" y="71222"/>
                    <a:pt x="124124" y="71222"/>
                    <a:pt x="123380" y="71222"/>
                  </a:cubicBezTo>
                  <a:cubicBezTo>
                    <a:pt x="119903" y="71222"/>
                    <a:pt x="119655" y="72469"/>
                    <a:pt x="118662" y="75462"/>
                  </a:cubicBezTo>
                  <a:cubicBezTo>
                    <a:pt x="113447" y="92671"/>
                    <a:pt x="98549" y="105639"/>
                    <a:pt x="84643" y="105639"/>
                  </a:cubicBezTo>
                  <a:cubicBezTo>
                    <a:pt x="74711" y="105639"/>
                    <a:pt x="69496" y="98906"/>
                    <a:pt x="69496" y="89429"/>
                  </a:cubicBezTo>
                  <a:cubicBezTo>
                    <a:pt x="69496" y="82944"/>
                    <a:pt x="75456" y="60249"/>
                    <a:pt x="82408" y="32566"/>
                  </a:cubicBezTo>
                  <a:cubicBezTo>
                    <a:pt x="87375" y="13362"/>
                    <a:pt x="98549" y="7127"/>
                    <a:pt x="106743" y="7127"/>
                  </a:cubicBezTo>
                  <a:cubicBezTo>
                    <a:pt x="107239" y="7127"/>
                    <a:pt x="114937" y="7127"/>
                    <a:pt x="120152" y="10618"/>
                  </a:cubicBezTo>
                  <a:cubicBezTo>
                    <a:pt x="112206" y="12863"/>
                    <a:pt x="109226" y="19846"/>
                    <a:pt x="109226" y="24335"/>
                  </a:cubicBezTo>
                  <a:cubicBezTo>
                    <a:pt x="109226" y="29822"/>
                    <a:pt x="113447" y="33563"/>
                    <a:pt x="119158" y="33563"/>
                  </a:cubicBezTo>
                  <a:cubicBezTo>
                    <a:pt x="124869" y="33563"/>
                    <a:pt x="133064" y="28825"/>
                    <a:pt x="133064" y="18350"/>
                  </a:cubicBezTo>
                  <a:cubicBezTo>
                    <a:pt x="133064" y="4383"/>
                    <a:pt x="117172" y="144"/>
                    <a:pt x="107239" y="144"/>
                  </a:cubicBezTo>
                  <a:cubicBezTo>
                    <a:pt x="94824" y="144"/>
                    <a:pt x="84892" y="8374"/>
                    <a:pt x="79429" y="17851"/>
                  </a:cubicBezTo>
                  <a:cubicBezTo>
                    <a:pt x="74959" y="7626"/>
                    <a:pt x="63537" y="144"/>
                    <a:pt x="49632" y="144"/>
                  </a:cubicBezTo>
                  <a:cubicBezTo>
                    <a:pt x="21821" y="144"/>
                    <a:pt x="5929" y="30820"/>
                    <a:pt x="5929" y="38302"/>
                  </a:cubicBezTo>
                  <a:cubicBezTo>
                    <a:pt x="5929" y="41544"/>
                    <a:pt x="9405" y="41544"/>
                    <a:pt x="10150" y="41544"/>
                  </a:cubicBezTo>
                  <a:cubicBezTo>
                    <a:pt x="13378" y="41544"/>
                    <a:pt x="13627" y="40546"/>
                    <a:pt x="14868" y="37304"/>
                  </a:cubicBezTo>
                  <a:cubicBezTo>
                    <a:pt x="21076" y="17851"/>
                    <a:pt x="36719" y="7127"/>
                    <a:pt x="48887" y="7127"/>
                  </a:cubicBezTo>
                  <a:cubicBezTo>
                    <a:pt x="57081" y="7127"/>
                    <a:pt x="63785" y="11616"/>
                    <a:pt x="63785" y="23587"/>
                  </a:cubicBezTo>
                  <a:cubicBezTo>
                    <a:pt x="63785" y="28575"/>
                    <a:pt x="60806" y="41045"/>
                    <a:pt x="58571" y="49525"/>
                  </a:cubicBezTo>
                  <a:lnTo>
                    <a:pt x="50128" y="8369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2" name="Freeform: Shape 101">
              <a:extLst>
                <a:ext uri="{FF2B5EF4-FFF2-40B4-BE49-F238E27FC236}">
                  <a16:creationId xmlns:a16="http://schemas.microsoft.com/office/drawing/2014/main" id="{BB6723C7-3207-7A56-A836-E096CFA66CC7}"/>
                </a:ext>
              </a:extLst>
            </p:cNvPr>
            <p:cNvSpPr/>
            <p:nvPr/>
          </p:nvSpPr>
          <p:spPr>
            <a:xfrm>
              <a:off x="7686445" y="7791010"/>
              <a:ext cx="235894" cy="83370"/>
            </a:xfrm>
            <a:custGeom>
              <a:avLst/>
              <a:gdLst>
                <a:gd name="connsiteX0" fmla="*/ 224008 w 235894"/>
                <a:gd name="connsiteY0" fmla="*/ 14411 h 83370"/>
                <a:gd name="connsiteX1" fmla="*/ 236068 w 235894"/>
                <a:gd name="connsiteY1" fmla="*/ 7285 h 83370"/>
                <a:gd name="connsiteX2" fmla="*/ 224362 w 235894"/>
                <a:gd name="connsiteY2" fmla="*/ 160 h 83370"/>
                <a:gd name="connsiteX3" fmla="*/ 11880 w 235894"/>
                <a:gd name="connsiteY3" fmla="*/ 160 h 83370"/>
                <a:gd name="connsiteX4" fmla="*/ 174 w 235894"/>
                <a:gd name="connsiteY4" fmla="*/ 7285 h 83370"/>
                <a:gd name="connsiteX5" fmla="*/ 12235 w 235894"/>
                <a:gd name="connsiteY5" fmla="*/ 14411 h 83370"/>
                <a:gd name="connsiteX6" fmla="*/ 224008 w 235894"/>
                <a:gd name="connsiteY6" fmla="*/ 14411 h 83370"/>
                <a:gd name="connsiteX7" fmla="*/ 224362 w 235894"/>
                <a:gd name="connsiteY7" fmla="*/ 83530 h 83370"/>
                <a:gd name="connsiteX8" fmla="*/ 236068 w 235894"/>
                <a:gd name="connsiteY8" fmla="*/ 76405 h 83370"/>
                <a:gd name="connsiteX9" fmla="*/ 224008 w 235894"/>
                <a:gd name="connsiteY9" fmla="*/ 69279 h 83370"/>
                <a:gd name="connsiteX10" fmla="*/ 12235 w 235894"/>
                <a:gd name="connsiteY10" fmla="*/ 69279 h 83370"/>
                <a:gd name="connsiteX11" fmla="*/ 174 w 235894"/>
                <a:gd name="connsiteY11" fmla="*/ 76405 h 83370"/>
                <a:gd name="connsiteX12" fmla="*/ 11880 w 235894"/>
                <a:gd name="connsiteY12" fmla="*/ 83530 h 83370"/>
                <a:gd name="connsiteX13" fmla="*/ 224362 w 235894"/>
                <a:gd name="connsiteY13" fmla="*/ 83530 h 8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894" h="83370">
                  <a:moveTo>
                    <a:pt x="224008" y="14411"/>
                  </a:moveTo>
                  <a:cubicBezTo>
                    <a:pt x="229329" y="14411"/>
                    <a:pt x="236068" y="14411"/>
                    <a:pt x="236068" y="7285"/>
                  </a:cubicBezTo>
                  <a:cubicBezTo>
                    <a:pt x="236068" y="160"/>
                    <a:pt x="229329" y="160"/>
                    <a:pt x="224362" y="160"/>
                  </a:cubicBezTo>
                  <a:lnTo>
                    <a:pt x="11880" y="160"/>
                  </a:lnTo>
                  <a:cubicBezTo>
                    <a:pt x="6914" y="160"/>
                    <a:pt x="174" y="160"/>
                    <a:pt x="174" y="7285"/>
                  </a:cubicBezTo>
                  <a:cubicBezTo>
                    <a:pt x="174" y="14411"/>
                    <a:pt x="6914" y="14411"/>
                    <a:pt x="12235" y="14411"/>
                  </a:cubicBezTo>
                  <a:lnTo>
                    <a:pt x="224008" y="14411"/>
                  </a:lnTo>
                  <a:close/>
                  <a:moveTo>
                    <a:pt x="224362" y="83530"/>
                  </a:moveTo>
                  <a:cubicBezTo>
                    <a:pt x="229329" y="83530"/>
                    <a:pt x="236068" y="83530"/>
                    <a:pt x="236068" y="76405"/>
                  </a:cubicBezTo>
                  <a:cubicBezTo>
                    <a:pt x="236068" y="69279"/>
                    <a:pt x="229329" y="69279"/>
                    <a:pt x="224008" y="69279"/>
                  </a:cubicBezTo>
                  <a:lnTo>
                    <a:pt x="12235" y="69279"/>
                  </a:lnTo>
                  <a:cubicBezTo>
                    <a:pt x="6914" y="69279"/>
                    <a:pt x="174" y="69279"/>
                    <a:pt x="174" y="76405"/>
                  </a:cubicBezTo>
                  <a:cubicBezTo>
                    <a:pt x="174" y="83530"/>
                    <a:pt x="6914" y="83530"/>
                    <a:pt x="11880" y="83530"/>
                  </a:cubicBezTo>
                  <a:lnTo>
                    <a:pt x="224362" y="8353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3" name="Freeform: Shape 102">
              <a:extLst>
                <a:ext uri="{FF2B5EF4-FFF2-40B4-BE49-F238E27FC236}">
                  <a16:creationId xmlns:a16="http://schemas.microsoft.com/office/drawing/2014/main" id="{3EE6CA4D-F348-CCE4-ACB8-BAD50C7AF0A3}"/>
                </a:ext>
              </a:extLst>
            </p:cNvPr>
            <p:cNvSpPr/>
            <p:nvPr/>
          </p:nvSpPr>
          <p:spPr>
            <a:xfrm>
              <a:off x="8054494" y="7768208"/>
              <a:ext cx="187651" cy="157477"/>
            </a:xfrm>
            <a:custGeom>
              <a:avLst/>
              <a:gdLst>
                <a:gd name="connsiteX0" fmla="*/ 170454 w 187651"/>
                <a:gd name="connsiteY0" fmla="*/ 20824 h 157477"/>
                <a:gd name="connsiteX1" fmla="*/ 187836 w 187651"/>
                <a:gd name="connsiteY1" fmla="*/ 8711 h 157477"/>
                <a:gd name="connsiteX2" fmla="*/ 174002 w 187651"/>
                <a:gd name="connsiteY2" fmla="*/ 160 h 157477"/>
                <a:gd name="connsiteX3" fmla="*/ 93124 w 187651"/>
                <a:gd name="connsiteY3" fmla="*/ 160 h 157477"/>
                <a:gd name="connsiteX4" fmla="*/ 185 w 187651"/>
                <a:gd name="connsiteY4" fmla="*/ 101345 h 157477"/>
                <a:gd name="connsiteX5" fmla="*/ 53394 w 187651"/>
                <a:gd name="connsiteY5" fmla="*/ 157637 h 157477"/>
                <a:gd name="connsiteX6" fmla="*/ 142431 w 187651"/>
                <a:gd name="connsiteY6" fmla="*/ 59659 h 157477"/>
                <a:gd name="connsiteX7" fmla="*/ 131434 w 187651"/>
                <a:gd name="connsiteY7" fmla="*/ 20824 h 157477"/>
                <a:gd name="connsiteX8" fmla="*/ 170454 w 187651"/>
                <a:gd name="connsiteY8" fmla="*/ 20824 h 157477"/>
                <a:gd name="connsiteX9" fmla="*/ 53749 w 187651"/>
                <a:gd name="connsiteY9" fmla="*/ 149799 h 157477"/>
                <a:gd name="connsiteX10" fmla="*/ 22178 w 187651"/>
                <a:gd name="connsiteY10" fmla="*/ 111320 h 157477"/>
                <a:gd name="connsiteX11" fmla="*/ 38850 w 187651"/>
                <a:gd name="connsiteY11" fmla="*/ 50396 h 157477"/>
                <a:gd name="connsiteX12" fmla="*/ 87093 w 187651"/>
                <a:gd name="connsiteY12" fmla="*/ 20824 h 157477"/>
                <a:gd name="connsiteX13" fmla="*/ 119728 w 187651"/>
                <a:gd name="connsiteY13" fmla="*/ 55384 h 157477"/>
                <a:gd name="connsiteX14" fmla="*/ 100573 w 187651"/>
                <a:gd name="connsiteY14" fmla="*/ 119515 h 157477"/>
                <a:gd name="connsiteX15" fmla="*/ 53749 w 187651"/>
                <a:gd name="connsiteY15" fmla="*/ 149799 h 15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7651" h="157477">
                  <a:moveTo>
                    <a:pt x="170454" y="20824"/>
                  </a:moveTo>
                  <a:cubicBezTo>
                    <a:pt x="175066" y="20824"/>
                    <a:pt x="187836" y="20824"/>
                    <a:pt x="187836" y="8711"/>
                  </a:cubicBezTo>
                  <a:cubicBezTo>
                    <a:pt x="187836" y="160"/>
                    <a:pt x="180387" y="160"/>
                    <a:pt x="174002" y="160"/>
                  </a:cubicBezTo>
                  <a:lnTo>
                    <a:pt x="93124" y="160"/>
                  </a:lnTo>
                  <a:cubicBezTo>
                    <a:pt x="39560" y="160"/>
                    <a:pt x="185" y="58947"/>
                    <a:pt x="185" y="101345"/>
                  </a:cubicBezTo>
                  <a:cubicBezTo>
                    <a:pt x="185" y="132698"/>
                    <a:pt x="21114" y="157637"/>
                    <a:pt x="53394" y="157637"/>
                  </a:cubicBezTo>
                  <a:cubicBezTo>
                    <a:pt x="95252" y="157637"/>
                    <a:pt x="142431" y="114527"/>
                    <a:pt x="142431" y="59659"/>
                  </a:cubicBezTo>
                  <a:cubicBezTo>
                    <a:pt x="142431" y="53602"/>
                    <a:pt x="142431" y="36501"/>
                    <a:pt x="131434" y="20824"/>
                  </a:cubicBezTo>
                  <a:lnTo>
                    <a:pt x="170454" y="20824"/>
                  </a:lnTo>
                  <a:close/>
                  <a:moveTo>
                    <a:pt x="53749" y="149799"/>
                  </a:moveTo>
                  <a:cubicBezTo>
                    <a:pt x="36367" y="149799"/>
                    <a:pt x="22178" y="136973"/>
                    <a:pt x="22178" y="111320"/>
                  </a:cubicBezTo>
                  <a:cubicBezTo>
                    <a:pt x="22178" y="100632"/>
                    <a:pt x="26435" y="71417"/>
                    <a:pt x="38850" y="50396"/>
                  </a:cubicBezTo>
                  <a:cubicBezTo>
                    <a:pt x="53749" y="25812"/>
                    <a:pt x="75032" y="20824"/>
                    <a:pt x="87093" y="20824"/>
                  </a:cubicBezTo>
                  <a:cubicBezTo>
                    <a:pt x="116890" y="20824"/>
                    <a:pt x="119728" y="44339"/>
                    <a:pt x="119728" y="55384"/>
                  </a:cubicBezTo>
                  <a:cubicBezTo>
                    <a:pt x="119728" y="72129"/>
                    <a:pt x="112634" y="101345"/>
                    <a:pt x="100573" y="119515"/>
                  </a:cubicBezTo>
                  <a:cubicBezTo>
                    <a:pt x="86738" y="140536"/>
                    <a:pt x="67583" y="149799"/>
                    <a:pt x="53749" y="149799"/>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4" name="Freeform: Shape 103">
              <a:extLst>
                <a:ext uri="{FF2B5EF4-FFF2-40B4-BE49-F238E27FC236}">
                  <a16:creationId xmlns:a16="http://schemas.microsoft.com/office/drawing/2014/main" id="{9AFC6A75-2EC3-10FA-09A3-A33CDEF14407}"/>
                </a:ext>
              </a:extLst>
            </p:cNvPr>
            <p:cNvSpPr/>
            <p:nvPr/>
          </p:nvSpPr>
          <p:spPr>
            <a:xfrm>
              <a:off x="8291556" y="7654554"/>
              <a:ext cx="82296" cy="356284"/>
            </a:xfrm>
            <a:custGeom>
              <a:avLst/>
              <a:gdLst>
                <a:gd name="connsiteX0" fmla="*/ 82488 w 82296"/>
                <a:gd name="connsiteY0" fmla="*/ 352881 h 356284"/>
                <a:gd name="connsiteX1" fmla="*/ 76457 w 82296"/>
                <a:gd name="connsiteY1" fmla="*/ 345043 h 356284"/>
                <a:gd name="connsiteX2" fmla="*/ 20765 w 82296"/>
                <a:gd name="connsiteY2" fmla="*/ 178302 h 356284"/>
                <a:gd name="connsiteX3" fmla="*/ 77876 w 82296"/>
                <a:gd name="connsiteY3" fmla="*/ 9779 h 356284"/>
                <a:gd name="connsiteX4" fmla="*/ 82488 w 82296"/>
                <a:gd name="connsiteY4" fmla="*/ 3723 h 356284"/>
                <a:gd name="connsiteX5" fmla="*/ 78940 w 82296"/>
                <a:gd name="connsiteY5" fmla="*/ 160 h 356284"/>
                <a:gd name="connsiteX6" fmla="*/ 22539 w 82296"/>
                <a:gd name="connsiteY6" fmla="*/ 69635 h 356284"/>
                <a:gd name="connsiteX7" fmla="*/ 191 w 82296"/>
                <a:gd name="connsiteY7" fmla="*/ 178302 h 356284"/>
                <a:gd name="connsiteX8" fmla="*/ 23603 w 82296"/>
                <a:gd name="connsiteY8" fmla="*/ 289463 h 356284"/>
                <a:gd name="connsiteX9" fmla="*/ 78940 w 82296"/>
                <a:gd name="connsiteY9" fmla="*/ 356444 h 356284"/>
                <a:gd name="connsiteX10" fmla="*/ 82488 w 82296"/>
                <a:gd name="connsiteY10" fmla="*/ 352881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488" y="352881"/>
                  </a:moveTo>
                  <a:cubicBezTo>
                    <a:pt x="82488" y="351812"/>
                    <a:pt x="82488" y="351100"/>
                    <a:pt x="76457" y="345043"/>
                  </a:cubicBezTo>
                  <a:cubicBezTo>
                    <a:pt x="32116" y="300151"/>
                    <a:pt x="20765" y="232813"/>
                    <a:pt x="20765" y="178302"/>
                  </a:cubicBezTo>
                  <a:cubicBezTo>
                    <a:pt x="20765" y="116308"/>
                    <a:pt x="34245" y="54315"/>
                    <a:pt x="77876" y="9779"/>
                  </a:cubicBezTo>
                  <a:cubicBezTo>
                    <a:pt x="82488" y="5504"/>
                    <a:pt x="82488" y="4791"/>
                    <a:pt x="82488" y="3723"/>
                  </a:cubicBezTo>
                  <a:cubicBezTo>
                    <a:pt x="82488" y="1229"/>
                    <a:pt x="81069" y="160"/>
                    <a:pt x="78940" y="160"/>
                  </a:cubicBezTo>
                  <a:cubicBezTo>
                    <a:pt x="75393" y="160"/>
                    <a:pt x="43468" y="24387"/>
                    <a:pt x="22539" y="69635"/>
                  </a:cubicBezTo>
                  <a:cubicBezTo>
                    <a:pt x="4448" y="108826"/>
                    <a:pt x="191" y="148374"/>
                    <a:pt x="191" y="178302"/>
                  </a:cubicBezTo>
                  <a:cubicBezTo>
                    <a:pt x="191" y="206092"/>
                    <a:pt x="4093" y="249203"/>
                    <a:pt x="23603" y="289463"/>
                  </a:cubicBezTo>
                  <a:cubicBezTo>
                    <a:pt x="44887" y="333286"/>
                    <a:pt x="75393" y="356444"/>
                    <a:pt x="78940" y="356444"/>
                  </a:cubicBezTo>
                  <a:cubicBezTo>
                    <a:pt x="81069" y="356444"/>
                    <a:pt x="82488" y="355375"/>
                    <a:pt x="82488" y="352881"/>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5" name="Freeform: Shape 104">
              <a:extLst>
                <a:ext uri="{FF2B5EF4-FFF2-40B4-BE49-F238E27FC236}">
                  <a16:creationId xmlns:a16="http://schemas.microsoft.com/office/drawing/2014/main" id="{7BB22FB2-6854-7974-F425-E5EED224261E}"/>
                </a:ext>
              </a:extLst>
            </p:cNvPr>
            <p:cNvSpPr/>
            <p:nvPr/>
          </p:nvSpPr>
          <p:spPr>
            <a:xfrm>
              <a:off x="8412124" y="7684481"/>
              <a:ext cx="141536" cy="237285"/>
            </a:xfrm>
            <a:custGeom>
              <a:avLst/>
              <a:gdLst>
                <a:gd name="connsiteX0" fmla="*/ 27509 w 141536"/>
                <a:gd name="connsiteY0" fmla="*/ 210011 h 237285"/>
                <a:gd name="connsiteX1" fmla="*/ 65110 w 141536"/>
                <a:gd name="connsiteY1" fmla="*/ 173314 h 237285"/>
                <a:gd name="connsiteX2" fmla="*/ 141731 w 141536"/>
                <a:gd name="connsiteY2" fmla="*/ 69279 h 237285"/>
                <a:gd name="connsiteX3" fmla="*/ 66529 w 141536"/>
                <a:gd name="connsiteY3" fmla="*/ 160 h 237285"/>
                <a:gd name="connsiteX4" fmla="*/ 195 w 141536"/>
                <a:gd name="connsiteY4" fmla="*/ 64647 h 237285"/>
                <a:gd name="connsiteX5" fmla="*/ 18995 w 141536"/>
                <a:gd name="connsiteY5" fmla="*/ 84599 h 237285"/>
                <a:gd name="connsiteX6" fmla="*/ 37441 w 141536"/>
                <a:gd name="connsiteY6" fmla="*/ 65716 h 237285"/>
                <a:gd name="connsiteX7" fmla="*/ 18641 w 141536"/>
                <a:gd name="connsiteY7" fmla="*/ 47189 h 237285"/>
                <a:gd name="connsiteX8" fmla="*/ 14029 w 141536"/>
                <a:gd name="connsiteY8" fmla="*/ 47546 h 237285"/>
                <a:gd name="connsiteX9" fmla="*/ 61917 w 141536"/>
                <a:gd name="connsiteY9" fmla="*/ 11205 h 237285"/>
                <a:gd name="connsiteX10" fmla="*/ 109451 w 141536"/>
                <a:gd name="connsiteY10" fmla="*/ 69279 h 237285"/>
                <a:gd name="connsiteX11" fmla="*/ 72205 w 141536"/>
                <a:gd name="connsiteY11" fmla="*/ 148018 h 237285"/>
                <a:gd name="connsiteX12" fmla="*/ 4097 w 141536"/>
                <a:gd name="connsiteY12" fmla="*/ 224263 h 237285"/>
                <a:gd name="connsiteX13" fmla="*/ 195 w 141536"/>
                <a:gd name="connsiteY13" fmla="*/ 237445 h 237285"/>
                <a:gd name="connsiteX14" fmla="*/ 131799 w 141536"/>
                <a:gd name="connsiteY14" fmla="*/ 237445 h 237285"/>
                <a:gd name="connsiteX15" fmla="*/ 141731 w 141536"/>
                <a:gd name="connsiteY15" fmla="*/ 175452 h 237285"/>
                <a:gd name="connsiteX16" fmla="*/ 132863 w 141536"/>
                <a:gd name="connsiteY16" fmla="*/ 175452 h 237285"/>
                <a:gd name="connsiteX17" fmla="*/ 125059 w 141536"/>
                <a:gd name="connsiteY17" fmla="*/ 207161 h 237285"/>
                <a:gd name="connsiteX18" fmla="*/ 91360 w 141536"/>
                <a:gd name="connsiteY18" fmla="*/ 210011 h 237285"/>
                <a:gd name="connsiteX19" fmla="*/ 27509 w 141536"/>
                <a:gd name="connsiteY19" fmla="*/ 210011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536" h="237285">
                  <a:moveTo>
                    <a:pt x="27509" y="210011"/>
                  </a:moveTo>
                  <a:lnTo>
                    <a:pt x="65110" y="173314"/>
                  </a:lnTo>
                  <a:cubicBezTo>
                    <a:pt x="120448" y="124147"/>
                    <a:pt x="141731" y="104907"/>
                    <a:pt x="141731" y="69279"/>
                  </a:cubicBezTo>
                  <a:cubicBezTo>
                    <a:pt x="141731" y="28662"/>
                    <a:pt x="109806" y="160"/>
                    <a:pt x="66529" y="160"/>
                  </a:cubicBezTo>
                  <a:cubicBezTo>
                    <a:pt x="26445" y="160"/>
                    <a:pt x="195" y="32938"/>
                    <a:pt x="195" y="64647"/>
                  </a:cubicBezTo>
                  <a:cubicBezTo>
                    <a:pt x="195" y="84599"/>
                    <a:pt x="17931" y="84599"/>
                    <a:pt x="18995" y="84599"/>
                  </a:cubicBezTo>
                  <a:cubicBezTo>
                    <a:pt x="25026" y="84599"/>
                    <a:pt x="37441" y="80324"/>
                    <a:pt x="37441" y="65716"/>
                  </a:cubicBezTo>
                  <a:cubicBezTo>
                    <a:pt x="37441" y="56453"/>
                    <a:pt x="31056" y="47189"/>
                    <a:pt x="18641" y="47189"/>
                  </a:cubicBezTo>
                  <a:cubicBezTo>
                    <a:pt x="15803" y="47189"/>
                    <a:pt x="15093" y="47189"/>
                    <a:pt x="14029" y="47546"/>
                  </a:cubicBezTo>
                  <a:cubicBezTo>
                    <a:pt x="22188" y="24387"/>
                    <a:pt x="41343" y="11205"/>
                    <a:pt x="61917" y="11205"/>
                  </a:cubicBezTo>
                  <a:cubicBezTo>
                    <a:pt x="94198" y="11205"/>
                    <a:pt x="109451" y="40064"/>
                    <a:pt x="109451" y="69279"/>
                  </a:cubicBezTo>
                  <a:cubicBezTo>
                    <a:pt x="109451" y="97782"/>
                    <a:pt x="91715" y="125928"/>
                    <a:pt x="72205" y="148018"/>
                  </a:cubicBezTo>
                  <a:lnTo>
                    <a:pt x="4097" y="224263"/>
                  </a:lnTo>
                  <a:cubicBezTo>
                    <a:pt x="195" y="228182"/>
                    <a:pt x="195" y="228894"/>
                    <a:pt x="195" y="237445"/>
                  </a:cubicBezTo>
                  <a:lnTo>
                    <a:pt x="131799" y="237445"/>
                  </a:lnTo>
                  <a:lnTo>
                    <a:pt x="141731" y="175452"/>
                  </a:lnTo>
                  <a:lnTo>
                    <a:pt x="132863" y="175452"/>
                  </a:lnTo>
                  <a:cubicBezTo>
                    <a:pt x="131089" y="186140"/>
                    <a:pt x="128606" y="201817"/>
                    <a:pt x="125059" y="207161"/>
                  </a:cubicBezTo>
                  <a:cubicBezTo>
                    <a:pt x="122576" y="210011"/>
                    <a:pt x="99164" y="210011"/>
                    <a:pt x="91360" y="210011"/>
                  </a:cubicBezTo>
                  <a:lnTo>
                    <a:pt x="27509" y="2100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6" name="Freeform: Shape 105">
              <a:extLst>
                <a:ext uri="{FF2B5EF4-FFF2-40B4-BE49-F238E27FC236}">
                  <a16:creationId xmlns:a16="http://schemas.microsoft.com/office/drawing/2014/main" id="{289362D1-F261-D8BD-A020-7F31070898A7}"/>
                </a:ext>
              </a:extLst>
            </p:cNvPr>
            <p:cNvSpPr/>
            <p:nvPr/>
          </p:nvSpPr>
          <p:spPr>
            <a:xfrm>
              <a:off x="8582040" y="7764289"/>
              <a:ext cx="176654" cy="161396"/>
            </a:xfrm>
            <a:custGeom>
              <a:avLst/>
              <a:gdLst>
                <a:gd name="connsiteX0" fmla="*/ 108392 w 176654"/>
                <a:gd name="connsiteY0" fmla="*/ 50040 h 161396"/>
                <a:gd name="connsiteX1" fmla="*/ 143510 w 176654"/>
                <a:gd name="connsiteY1" fmla="*/ 7998 h 161396"/>
                <a:gd name="connsiteX2" fmla="*/ 161246 w 176654"/>
                <a:gd name="connsiteY2" fmla="*/ 12630 h 161396"/>
                <a:gd name="connsiteX3" fmla="*/ 144219 w 176654"/>
                <a:gd name="connsiteY3" fmla="*/ 31869 h 161396"/>
                <a:gd name="connsiteX4" fmla="*/ 157699 w 176654"/>
                <a:gd name="connsiteY4" fmla="*/ 44339 h 161396"/>
                <a:gd name="connsiteX5" fmla="*/ 176854 w 176654"/>
                <a:gd name="connsiteY5" fmla="*/ 23674 h 161396"/>
                <a:gd name="connsiteX6" fmla="*/ 143865 w 176654"/>
                <a:gd name="connsiteY6" fmla="*/ 160 h 161396"/>
                <a:gd name="connsiteX7" fmla="*/ 106618 w 176654"/>
                <a:gd name="connsiteY7" fmla="*/ 27237 h 161396"/>
                <a:gd name="connsiteX8" fmla="*/ 68307 w 176654"/>
                <a:gd name="connsiteY8" fmla="*/ 160 h 161396"/>
                <a:gd name="connsiteX9" fmla="*/ 11196 w 176654"/>
                <a:gd name="connsiteY9" fmla="*/ 55028 h 161396"/>
                <a:gd name="connsiteX10" fmla="*/ 15453 w 176654"/>
                <a:gd name="connsiteY10" fmla="*/ 58590 h 161396"/>
                <a:gd name="connsiteX11" fmla="*/ 20064 w 176654"/>
                <a:gd name="connsiteY11" fmla="*/ 54671 h 161396"/>
                <a:gd name="connsiteX12" fmla="*/ 67598 w 176654"/>
                <a:gd name="connsiteY12" fmla="*/ 7998 h 161396"/>
                <a:gd name="connsiteX13" fmla="*/ 86753 w 176654"/>
                <a:gd name="connsiteY13" fmla="*/ 31869 h 161396"/>
                <a:gd name="connsiteX14" fmla="*/ 67598 w 176654"/>
                <a:gd name="connsiteY14" fmla="*/ 116665 h 161396"/>
                <a:gd name="connsiteX15" fmla="*/ 33899 w 176654"/>
                <a:gd name="connsiteY15" fmla="*/ 153718 h 161396"/>
                <a:gd name="connsiteX16" fmla="*/ 16162 w 176654"/>
                <a:gd name="connsiteY16" fmla="*/ 149087 h 161396"/>
                <a:gd name="connsiteX17" fmla="*/ 32835 w 176654"/>
                <a:gd name="connsiteY17" fmla="*/ 129847 h 161396"/>
                <a:gd name="connsiteX18" fmla="*/ 19710 w 176654"/>
                <a:gd name="connsiteY18" fmla="*/ 117377 h 161396"/>
                <a:gd name="connsiteX19" fmla="*/ 200 w 176654"/>
                <a:gd name="connsiteY19" fmla="*/ 138042 h 161396"/>
                <a:gd name="connsiteX20" fmla="*/ 33544 w 176654"/>
                <a:gd name="connsiteY20" fmla="*/ 161557 h 161396"/>
                <a:gd name="connsiteX21" fmla="*/ 70791 w 176654"/>
                <a:gd name="connsiteY21" fmla="*/ 134479 h 161396"/>
                <a:gd name="connsiteX22" fmla="*/ 109101 w 176654"/>
                <a:gd name="connsiteY22" fmla="*/ 161557 h 161396"/>
                <a:gd name="connsiteX23" fmla="*/ 165858 w 176654"/>
                <a:gd name="connsiteY23" fmla="*/ 106689 h 161396"/>
                <a:gd name="connsiteX24" fmla="*/ 161601 w 176654"/>
                <a:gd name="connsiteY24" fmla="*/ 103126 h 161396"/>
                <a:gd name="connsiteX25" fmla="*/ 156989 w 176654"/>
                <a:gd name="connsiteY25" fmla="*/ 107045 h 161396"/>
                <a:gd name="connsiteX26" fmla="*/ 109811 w 176654"/>
                <a:gd name="connsiteY26" fmla="*/ 153718 h 161396"/>
                <a:gd name="connsiteX27" fmla="*/ 90301 w 176654"/>
                <a:gd name="connsiteY27" fmla="*/ 130204 h 161396"/>
                <a:gd name="connsiteX28" fmla="*/ 96331 w 176654"/>
                <a:gd name="connsiteY28" fmla="*/ 98850 h 161396"/>
                <a:gd name="connsiteX29" fmla="*/ 108392 w 176654"/>
                <a:gd name="connsiteY29" fmla="*/ 50040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54" h="161396">
                  <a:moveTo>
                    <a:pt x="108392" y="50040"/>
                  </a:moveTo>
                  <a:cubicBezTo>
                    <a:pt x="110520" y="40776"/>
                    <a:pt x="118679" y="7998"/>
                    <a:pt x="143510" y="7998"/>
                  </a:cubicBezTo>
                  <a:cubicBezTo>
                    <a:pt x="145283" y="7998"/>
                    <a:pt x="153797" y="7998"/>
                    <a:pt x="161246" y="12630"/>
                  </a:cubicBezTo>
                  <a:cubicBezTo>
                    <a:pt x="151314" y="14411"/>
                    <a:pt x="144219" y="23318"/>
                    <a:pt x="144219" y="31869"/>
                  </a:cubicBezTo>
                  <a:cubicBezTo>
                    <a:pt x="144219" y="37570"/>
                    <a:pt x="148121" y="44339"/>
                    <a:pt x="157699" y="44339"/>
                  </a:cubicBezTo>
                  <a:cubicBezTo>
                    <a:pt x="165503" y="44339"/>
                    <a:pt x="176854" y="37926"/>
                    <a:pt x="176854" y="23674"/>
                  </a:cubicBezTo>
                  <a:cubicBezTo>
                    <a:pt x="176854" y="5148"/>
                    <a:pt x="155925" y="160"/>
                    <a:pt x="143865" y="160"/>
                  </a:cubicBezTo>
                  <a:cubicBezTo>
                    <a:pt x="123290" y="160"/>
                    <a:pt x="110875" y="19043"/>
                    <a:pt x="106618" y="27237"/>
                  </a:cubicBezTo>
                  <a:cubicBezTo>
                    <a:pt x="97750" y="3723"/>
                    <a:pt x="78595" y="160"/>
                    <a:pt x="68307" y="160"/>
                  </a:cubicBezTo>
                  <a:cubicBezTo>
                    <a:pt x="31416" y="160"/>
                    <a:pt x="11196" y="46120"/>
                    <a:pt x="11196" y="55028"/>
                  </a:cubicBezTo>
                  <a:cubicBezTo>
                    <a:pt x="11196" y="58590"/>
                    <a:pt x="14744" y="58590"/>
                    <a:pt x="15453" y="58590"/>
                  </a:cubicBezTo>
                  <a:cubicBezTo>
                    <a:pt x="18291" y="58590"/>
                    <a:pt x="19355" y="57878"/>
                    <a:pt x="20064" y="54671"/>
                  </a:cubicBezTo>
                  <a:cubicBezTo>
                    <a:pt x="32125" y="16905"/>
                    <a:pt x="55537" y="7998"/>
                    <a:pt x="67598" y="7998"/>
                  </a:cubicBezTo>
                  <a:cubicBezTo>
                    <a:pt x="74338" y="7998"/>
                    <a:pt x="86753" y="11205"/>
                    <a:pt x="86753" y="31869"/>
                  </a:cubicBezTo>
                  <a:cubicBezTo>
                    <a:pt x="86753" y="42914"/>
                    <a:pt x="80723" y="66785"/>
                    <a:pt x="67598" y="116665"/>
                  </a:cubicBezTo>
                  <a:cubicBezTo>
                    <a:pt x="61922" y="138754"/>
                    <a:pt x="49507" y="153718"/>
                    <a:pt x="33899" y="153718"/>
                  </a:cubicBezTo>
                  <a:cubicBezTo>
                    <a:pt x="31771" y="153718"/>
                    <a:pt x="23612" y="153718"/>
                    <a:pt x="16162" y="149087"/>
                  </a:cubicBezTo>
                  <a:cubicBezTo>
                    <a:pt x="25031" y="147305"/>
                    <a:pt x="32835" y="139823"/>
                    <a:pt x="32835" y="129847"/>
                  </a:cubicBezTo>
                  <a:cubicBezTo>
                    <a:pt x="32835" y="120228"/>
                    <a:pt x="25031" y="117377"/>
                    <a:pt x="19710" y="117377"/>
                  </a:cubicBezTo>
                  <a:cubicBezTo>
                    <a:pt x="9068" y="117377"/>
                    <a:pt x="200" y="126641"/>
                    <a:pt x="200" y="138042"/>
                  </a:cubicBezTo>
                  <a:cubicBezTo>
                    <a:pt x="200" y="154431"/>
                    <a:pt x="17936" y="161557"/>
                    <a:pt x="33544" y="161557"/>
                  </a:cubicBezTo>
                  <a:cubicBezTo>
                    <a:pt x="56956" y="161557"/>
                    <a:pt x="69726" y="136617"/>
                    <a:pt x="70791" y="134479"/>
                  </a:cubicBezTo>
                  <a:cubicBezTo>
                    <a:pt x="75047" y="147661"/>
                    <a:pt x="87818" y="161557"/>
                    <a:pt x="109101" y="161557"/>
                  </a:cubicBezTo>
                  <a:cubicBezTo>
                    <a:pt x="145638" y="161557"/>
                    <a:pt x="165858" y="115596"/>
                    <a:pt x="165858" y="106689"/>
                  </a:cubicBezTo>
                  <a:cubicBezTo>
                    <a:pt x="165858" y="103126"/>
                    <a:pt x="162665" y="103126"/>
                    <a:pt x="161601" y="103126"/>
                  </a:cubicBezTo>
                  <a:cubicBezTo>
                    <a:pt x="158408" y="103126"/>
                    <a:pt x="157699" y="104551"/>
                    <a:pt x="156989" y="107045"/>
                  </a:cubicBezTo>
                  <a:cubicBezTo>
                    <a:pt x="145283" y="145167"/>
                    <a:pt x="121162" y="153718"/>
                    <a:pt x="109811" y="153718"/>
                  </a:cubicBezTo>
                  <a:cubicBezTo>
                    <a:pt x="95976" y="153718"/>
                    <a:pt x="90301" y="142317"/>
                    <a:pt x="90301" y="130204"/>
                  </a:cubicBezTo>
                  <a:cubicBezTo>
                    <a:pt x="90301" y="122365"/>
                    <a:pt x="92429" y="114527"/>
                    <a:pt x="96331" y="98850"/>
                  </a:cubicBezTo>
                  <a:lnTo>
                    <a:pt x="108392" y="5004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7" name="Freeform: Shape 106">
              <a:extLst>
                <a:ext uri="{FF2B5EF4-FFF2-40B4-BE49-F238E27FC236}">
                  <a16:creationId xmlns:a16="http://schemas.microsoft.com/office/drawing/2014/main" id="{117095C7-205B-2071-A9BD-5451C341F90C}"/>
                </a:ext>
              </a:extLst>
            </p:cNvPr>
            <p:cNvSpPr/>
            <p:nvPr/>
          </p:nvSpPr>
          <p:spPr>
            <a:xfrm>
              <a:off x="8794709" y="7654554"/>
              <a:ext cx="82296" cy="356284"/>
            </a:xfrm>
            <a:custGeom>
              <a:avLst/>
              <a:gdLst>
                <a:gd name="connsiteX0" fmla="*/ 82502 w 82296"/>
                <a:gd name="connsiteY0" fmla="*/ 178302 h 356284"/>
                <a:gd name="connsiteX1" fmla="*/ 59090 w 82296"/>
                <a:gd name="connsiteY1" fmla="*/ 67141 h 356284"/>
                <a:gd name="connsiteX2" fmla="*/ 3753 w 82296"/>
                <a:gd name="connsiteY2" fmla="*/ 160 h 356284"/>
                <a:gd name="connsiteX3" fmla="*/ 205 w 82296"/>
                <a:gd name="connsiteY3" fmla="*/ 3723 h 356284"/>
                <a:gd name="connsiteX4" fmla="*/ 6945 w 82296"/>
                <a:gd name="connsiteY4" fmla="*/ 11917 h 356284"/>
                <a:gd name="connsiteX5" fmla="*/ 61928 w 82296"/>
                <a:gd name="connsiteY5" fmla="*/ 178302 h 356284"/>
                <a:gd name="connsiteX6" fmla="*/ 4817 w 82296"/>
                <a:gd name="connsiteY6" fmla="*/ 346824 h 356284"/>
                <a:gd name="connsiteX7" fmla="*/ 205 w 82296"/>
                <a:gd name="connsiteY7" fmla="*/ 352881 h 356284"/>
                <a:gd name="connsiteX8" fmla="*/ 3753 w 82296"/>
                <a:gd name="connsiteY8" fmla="*/ 356444 h 356284"/>
                <a:gd name="connsiteX9" fmla="*/ 60154 w 82296"/>
                <a:gd name="connsiteY9" fmla="*/ 286969 h 356284"/>
                <a:gd name="connsiteX10" fmla="*/ 82502 w 82296"/>
                <a:gd name="connsiteY10" fmla="*/ 178302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502" y="178302"/>
                  </a:moveTo>
                  <a:cubicBezTo>
                    <a:pt x="82502" y="150512"/>
                    <a:pt x="78600" y="107401"/>
                    <a:pt x="59090" y="67141"/>
                  </a:cubicBezTo>
                  <a:cubicBezTo>
                    <a:pt x="37807" y="23318"/>
                    <a:pt x="7300" y="160"/>
                    <a:pt x="3753" y="160"/>
                  </a:cubicBezTo>
                  <a:cubicBezTo>
                    <a:pt x="1624" y="160"/>
                    <a:pt x="205" y="1585"/>
                    <a:pt x="205" y="3723"/>
                  </a:cubicBezTo>
                  <a:cubicBezTo>
                    <a:pt x="205" y="4791"/>
                    <a:pt x="205" y="5504"/>
                    <a:pt x="6945" y="11917"/>
                  </a:cubicBezTo>
                  <a:cubicBezTo>
                    <a:pt x="41709" y="47189"/>
                    <a:pt x="61928" y="103838"/>
                    <a:pt x="61928" y="178302"/>
                  </a:cubicBezTo>
                  <a:cubicBezTo>
                    <a:pt x="61928" y="239227"/>
                    <a:pt x="48803" y="301933"/>
                    <a:pt x="4817" y="346824"/>
                  </a:cubicBezTo>
                  <a:cubicBezTo>
                    <a:pt x="205" y="351100"/>
                    <a:pt x="205" y="351812"/>
                    <a:pt x="205" y="352881"/>
                  </a:cubicBezTo>
                  <a:cubicBezTo>
                    <a:pt x="205" y="355019"/>
                    <a:pt x="1624" y="356444"/>
                    <a:pt x="3753" y="356444"/>
                  </a:cubicBezTo>
                  <a:cubicBezTo>
                    <a:pt x="7300" y="356444"/>
                    <a:pt x="39226" y="332217"/>
                    <a:pt x="60154" y="286969"/>
                  </a:cubicBezTo>
                  <a:cubicBezTo>
                    <a:pt x="78246" y="247777"/>
                    <a:pt x="82502" y="208230"/>
                    <a:pt x="82502" y="178302"/>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8" name="Freeform: Shape 107">
              <a:extLst>
                <a:ext uri="{FF2B5EF4-FFF2-40B4-BE49-F238E27FC236}">
                  <a16:creationId xmlns:a16="http://schemas.microsoft.com/office/drawing/2014/main" id="{7E674F08-F22E-6270-9DE7-B99E68331EF2}"/>
                </a:ext>
              </a:extLst>
            </p:cNvPr>
            <p:cNvSpPr/>
            <p:nvPr/>
          </p:nvSpPr>
          <p:spPr>
            <a:xfrm>
              <a:off x="9020709" y="7825570"/>
              <a:ext cx="216738" cy="14251"/>
            </a:xfrm>
            <a:custGeom>
              <a:avLst/>
              <a:gdLst>
                <a:gd name="connsiteX0" fmla="*/ 204535 w 216738"/>
                <a:gd name="connsiteY0" fmla="*/ 14411 h 14251"/>
                <a:gd name="connsiteX1" fmla="*/ 216950 w 216738"/>
                <a:gd name="connsiteY1" fmla="*/ 7285 h 14251"/>
                <a:gd name="connsiteX2" fmla="*/ 204535 w 216738"/>
                <a:gd name="connsiteY2" fmla="*/ 160 h 14251"/>
                <a:gd name="connsiteX3" fmla="*/ 12627 w 216738"/>
                <a:gd name="connsiteY3" fmla="*/ 160 h 14251"/>
                <a:gd name="connsiteX4" fmla="*/ 212 w 216738"/>
                <a:gd name="connsiteY4" fmla="*/ 7285 h 14251"/>
                <a:gd name="connsiteX5" fmla="*/ 12627 w 216738"/>
                <a:gd name="connsiteY5" fmla="*/ 14411 h 14251"/>
                <a:gd name="connsiteX6" fmla="*/ 204535 w 216738"/>
                <a:gd name="connsiteY6" fmla="*/ 14411 h 1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738" h="14251">
                  <a:moveTo>
                    <a:pt x="204535" y="14411"/>
                  </a:moveTo>
                  <a:cubicBezTo>
                    <a:pt x="210565" y="14411"/>
                    <a:pt x="216950" y="14411"/>
                    <a:pt x="216950" y="7285"/>
                  </a:cubicBezTo>
                  <a:cubicBezTo>
                    <a:pt x="216950" y="160"/>
                    <a:pt x="210565" y="160"/>
                    <a:pt x="204535" y="160"/>
                  </a:cubicBezTo>
                  <a:lnTo>
                    <a:pt x="12627" y="160"/>
                  </a:lnTo>
                  <a:cubicBezTo>
                    <a:pt x="6597" y="160"/>
                    <a:pt x="212" y="160"/>
                    <a:pt x="212" y="7285"/>
                  </a:cubicBezTo>
                  <a:cubicBezTo>
                    <a:pt x="212" y="14411"/>
                    <a:pt x="6597" y="14411"/>
                    <a:pt x="12627" y="14411"/>
                  </a:cubicBezTo>
                  <a:lnTo>
                    <a:pt x="204535" y="144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9" name="Freeform: Shape 108">
              <a:extLst>
                <a:ext uri="{FF2B5EF4-FFF2-40B4-BE49-F238E27FC236}">
                  <a16:creationId xmlns:a16="http://schemas.microsoft.com/office/drawing/2014/main" id="{EB8B228A-ECDC-9F33-8CA2-DF0CFE567764}"/>
                </a:ext>
              </a:extLst>
            </p:cNvPr>
            <p:cNvSpPr/>
            <p:nvPr/>
          </p:nvSpPr>
          <p:spPr>
            <a:xfrm>
              <a:off x="9381111" y="7654554"/>
              <a:ext cx="82296" cy="356284"/>
            </a:xfrm>
            <a:custGeom>
              <a:avLst/>
              <a:gdLst>
                <a:gd name="connsiteX0" fmla="*/ 82518 w 82296"/>
                <a:gd name="connsiteY0" fmla="*/ 352881 h 356284"/>
                <a:gd name="connsiteX1" fmla="*/ 76488 w 82296"/>
                <a:gd name="connsiteY1" fmla="*/ 345043 h 356284"/>
                <a:gd name="connsiteX2" fmla="*/ 20796 w 82296"/>
                <a:gd name="connsiteY2" fmla="*/ 178302 h 356284"/>
                <a:gd name="connsiteX3" fmla="*/ 77907 w 82296"/>
                <a:gd name="connsiteY3" fmla="*/ 9779 h 356284"/>
                <a:gd name="connsiteX4" fmla="*/ 82518 w 82296"/>
                <a:gd name="connsiteY4" fmla="*/ 3723 h 356284"/>
                <a:gd name="connsiteX5" fmla="*/ 78971 w 82296"/>
                <a:gd name="connsiteY5" fmla="*/ 160 h 356284"/>
                <a:gd name="connsiteX6" fmla="*/ 22569 w 82296"/>
                <a:gd name="connsiteY6" fmla="*/ 69635 h 356284"/>
                <a:gd name="connsiteX7" fmla="*/ 221 w 82296"/>
                <a:gd name="connsiteY7" fmla="*/ 178302 h 356284"/>
                <a:gd name="connsiteX8" fmla="*/ 23634 w 82296"/>
                <a:gd name="connsiteY8" fmla="*/ 289463 h 356284"/>
                <a:gd name="connsiteX9" fmla="*/ 78971 w 82296"/>
                <a:gd name="connsiteY9" fmla="*/ 356444 h 356284"/>
                <a:gd name="connsiteX10" fmla="*/ 82518 w 82296"/>
                <a:gd name="connsiteY10" fmla="*/ 352881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518" y="352881"/>
                  </a:moveTo>
                  <a:cubicBezTo>
                    <a:pt x="82518" y="351812"/>
                    <a:pt x="82518" y="351100"/>
                    <a:pt x="76488" y="345043"/>
                  </a:cubicBezTo>
                  <a:cubicBezTo>
                    <a:pt x="32147" y="300151"/>
                    <a:pt x="20796" y="232813"/>
                    <a:pt x="20796" y="178302"/>
                  </a:cubicBezTo>
                  <a:cubicBezTo>
                    <a:pt x="20796" y="116308"/>
                    <a:pt x="34275" y="54315"/>
                    <a:pt x="77907" y="9779"/>
                  </a:cubicBezTo>
                  <a:cubicBezTo>
                    <a:pt x="82518" y="5504"/>
                    <a:pt x="82518" y="4791"/>
                    <a:pt x="82518" y="3723"/>
                  </a:cubicBezTo>
                  <a:cubicBezTo>
                    <a:pt x="82518" y="1229"/>
                    <a:pt x="81099" y="160"/>
                    <a:pt x="78971" y="160"/>
                  </a:cubicBezTo>
                  <a:cubicBezTo>
                    <a:pt x="75424" y="160"/>
                    <a:pt x="43498" y="24387"/>
                    <a:pt x="22569" y="69635"/>
                  </a:cubicBezTo>
                  <a:cubicBezTo>
                    <a:pt x="4478" y="108826"/>
                    <a:pt x="221" y="148374"/>
                    <a:pt x="221" y="178302"/>
                  </a:cubicBezTo>
                  <a:cubicBezTo>
                    <a:pt x="221" y="206092"/>
                    <a:pt x="4123" y="249203"/>
                    <a:pt x="23634" y="289463"/>
                  </a:cubicBezTo>
                  <a:cubicBezTo>
                    <a:pt x="44917" y="333286"/>
                    <a:pt x="75424" y="356444"/>
                    <a:pt x="78971" y="356444"/>
                  </a:cubicBezTo>
                  <a:cubicBezTo>
                    <a:pt x="81099" y="356444"/>
                    <a:pt x="82518" y="355375"/>
                    <a:pt x="82518" y="352881"/>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0" name="Freeform: Shape 109">
              <a:extLst>
                <a:ext uri="{FF2B5EF4-FFF2-40B4-BE49-F238E27FC236}">
                  <a16:creationId xmlns:a16="http://schemas.microsoft.com/office/drawing/2014/main" id="{C4C298C0-2799-DDA8-C640-8A1475E4C989}"/>
                </a:ext>
              </a:extLst>
            </p:cNvPr>
            <p:cNvSpPr/>
            <p:nvPr/>
          </p:nvSpPr>
          <p:spPr>
            <a:xfrm>
              <a:off x="9515514" y="7684481"/>
              <a:ext cx="117060" cy="237285"/>
            </a:xfrm>
            <a:custGeom>
              <a:avLst/>
              <a:gdLst>
                <a:gd name="connsiteX0" fmla="*/ 72945 w 117060"/>
                <a:gd name="connsiteY0" fmla="*/ 9423 h 237285"/>
                <a:gd name="connsiteX1" fmla="*/ 64786 w 117060"/>
                <a:gd name="connsiteY1" fmla="*/ 160 h 237285"/>
                <a:gd name="connsiteX2" fmla="*/ 225 w 117060"/>
                <a:gd name="connsiteY2" fmla="*/ 22962 h 237285"/>
                <a:gd name="connsiteX3" fmla="*/ 225 w 117060"/>
                <a:gd name="connsiteY3" fmla="*/ 34007 h 237285"/>
                <a:gd name="connsiteX4" fmla="*/ 46695 w 117060"/>
                <a:gd name="connsiteY4" fmla="*/ 24743 h 237285"/>
                <a:gd name="connsiteX5" fmla="*/ 46695 w 117060"/>
                <a:gd name="connsiteY5" fmla="*/ 209299 h 237285"/>
                <a:gd name="connsiteX6" fmla="*/ 13705 w 117060"/>
                <a:gd name="connsiteY6" fmla="*/ 226400 h 237285"/>
                <a:gd name="connsiteX7" fmla="*/ 2354 w 117060"/>
                <a:gd name="connsiteY7" fmla="*/ 226400 h 237285"/>
                <a:gd name="connsiteX8" fmla="*/ 2354 w 117060"/>
                <a:gd name="connsiteY8" fmla="*/ 237445 h 237285"/>
                <a:gd name="connsiteX9" fmla="*/ 59820 w 117060"/>
                <a:gd name="connsiteY9" fmla="*/ 236376 h 237285"/>
                <a:gd name="connsiteX10" fmla="*/ 117286 w 117060"/>
                <a:gd name="connsiteY10" fmla="*/ 237445 h 237285"/>
                <a:gd name="connsiteX11" fmla="*/ 117286 w 117060"/>
                <a:gd name="connsiteY11" fmla="*/ 226400 h 237285"/>
                <a:gd name="connsiteX12" fmla="*/ 105934 w 117060"/>
                <a:gd name="connsiteY12" fmla="*/ 226400 h 237285"/>
                <a:gd name="connsiteX13" fmla="*/ 72945 w 117060"/>
                <a:gd name="connsiteY13" fmla="*/ 209299 h 237285"/>
                <a:gd name="connsiteX14" fmla="*/ 72945 w 117060"/>
                <a:gd name="connsiteY14" fmla="*/ 9423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060" h="237285">
                  <a:moveTo>
                    <a:pt x="72945" y="9423"/>
                  </a:moveTo>
                  <a:cubicBezTo>
                    <a:pt x="72945" y="872"/>
                    <a:pt x="72945" y="160"/>
                    <a:pt x="64786" y="160"/>
                  </a:cubicBezTo>
                  <a:cubicBezTo>
                    <a:pt x="42793" y="22962"/>
                    <a:pt x="11577" y="22962"/>
                    <a:pt x="225" y="22962"/>
                  </a:cubicBezTo>
                  <a:lnTo>
                    <a:pt x="225" y="34007"/>
                  </a:lnTo>
                  <a:cubicBezTo>
                    <a:pt x="7320" y="34007"/>
                    <a:pt x="28249" y="34007"/>
                    <a:pt x="46695" y="24743"/>
                  </a:cubicBezTo>
                  <a:lnTo>
                    <a:pt x="46695" y="209299"/>
                  </a:lnTo>
                  <a:cubicBezTo>
                    <a:pt x="46695" y="222125"/>
                    <a:pt x="45631" y="226400"/>
                    <a:pt x="13705" y="226400"/>
                  </a:cubicBezTo>
                  <a:lnTo>
                    <a:pt x="2354" y="226400"/>
                  </a:lnTo>
                  <a:lnTo>
                    <a:pt x="2354" y="237445"/>
                  </a:lnTo>
                  <a:cubicBezTo>
                    <a:pt x="14769" y="236376"/>
                    <a:pt x="45631" y="236376"/>
                    <a:pt x="59820" y="236376"/>
                  </a:cubicBezTo>
                  <a:cubicBezTo>
                    <a:pt x="74009" y="236376"/>
                    <a:pt x="104870" y="236376"/>
                    <a:pt x="117286" y="237445"/>
                  </a:cubicBezTo>
                  <a:lnTo>
                    <a:pt x="117286" y="226400"/>
                  </a:lnTo>
                  <a:lnTo>
                    <a:pt x="105934" y="226400"/>
                  </a:lnTo>
                  <a:cubicBezTo>
                    <a:pt x="74009" y="226400"/>
                    <a:pt x="72945" y="222481"/>
                    <a:pt x="72945" y="209299"/>
                  </a:cubicBezTo>
                  <a:lnTo>
                    <a:pt x="72945" y="942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1" name="Freeform: Shape 110">
              <a:extLst>
                <a:ext uri="{FF2B5EF4-FFF2-40B4-BE49-F238E27FC236}">
                  <a16:creationId xmlns:a16="http://schemas.microsoft.com/office/drawing/2014/main" id="{BDEE58E5-0DCA-C65E-4E61-FC03B0CAED7B}"/>
                </a:ext>
              </a:extLst>
            </p:cNvPr>
            <p:cNvSpPr/>
            <p:nvPr/>
          </p:nvSpPr>
          <p:spPr>
            <a:xfrm>
              <a:off x="9769577" y="7825570"/>
              <a:ext cx="216738" cy="14251"/>
            </a:xfrm>
            <a:custGeom>
              <a:avLst/>
              <a:gdLst>
                <a:gd name="connsiteX0" fmla="*/ 204556 w 216738"/>
                <a:gd name="connsiteY0" fmla="*/ 14411 h 14251"/>
                <a:gd name="connsiteX1" fmla="*/ 216971 w 216738"/>
                <a:gd name="connsiteY1" fmla="*/ 7285 h 14251"/>
                <a:gd name="connsiteX2" fmla="*/ 204556 w 216738"/>
                <a:gd name="connsiteY2" fmla="*/ 160 h 14251"/>
                <a:gd name="connsiteX3" fmla="*/ 12648 w 216738"/>
                <a:gd name="connsiteY3" fmla="*/ 160 h 14251"/>
                <a:gd name="connsiteX4" fmla="*/ 233 w 216738"/>
                <a:gd name="connsiteY4" fmla="*/ 7285 h 14251"/>
                <a:gd name="connsiteX5" fmla="*/ 12648 w 216738"/>
                <a:gd name="connsiteY5" fmla="*/ 14411 h 14251"/>
                <a:gd name="connsiteX6" fmla="*/ 204556 w 216738"/>
                <a:gd name="connsiteY6" fmla="*/ 14411 h 1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738" h="14251">
                  <a:moveTo>
                    <a:pt x="204556" y="14411"/>
                  </a:moveTo>
                  <a:cubicBezTo>
                    <a:pt x="210586" y="14411"/>
                    <a:pt x="216971" y="14411"/>
                    <a:pt x="216971" y="7285"/>
                  </a:cubicBezTo>
                  <a:cubicBezTo>
                    <a:pt x="216971" y="160"/>
                    <a:pt x="210586" y="160"/>
                    <a:pt x="204556" y="160"/>
                  </a:cubicBezTo>
                  <a:lnTo>
                    <a:pt x="12648" y="160"/>
                  </a:lnTo>
                  <a:cubicBezTo>
                    <a:pt x="6618" y="160"/>
                    <a:pt x="233" y="160"/>
                    <a:pt x="233" y="7285"/>
                  </a:cubicBezTo>
                  <a:cubicBezTo>
                    <a:pt x="233" y="14411"/>
                    <a:pt x="6618" y="14411"/>
                    <a:pt x="12648" y="14411"/>
                  </a:cubicBezTo>
                  <a:lnTo>
                    <a:pt x="204556" y="144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2" name="Freeform: Shape 111">
              <a:extLst>
                <a:ext uri="{FF2B5EF4-FFF2-40B4-BE49-F238E27FC236}">
                  <a16:creationId xmlns:a16="http://schemas.microsoft.com/office/drawing/2014/main" id="{6BF952D0-40C2-8D29-7D55-72FB455857E9}"/>
                </a:ext>
              </a:extLst>
            </p:cNvPr>
            <p:cNvSpPr/>
            <p:nvPr/>
          </p:nvSpPr>
          <p:spPr>
            <a:xfrm>
              <a:off x="10108341" y="7768208"/>
              <a:ext cx="187651" cy="157477"/>
            </a:xfrm>
            <a:custGeom>
              <a:avLst/>
              <a:gdLst>
                <a:gd name="connsiteX0" fmla="*/ 170512 w 187651"/>
                <a:gd name="connsiteY0" fmla="*/ 20824 h 157477"/>
                <a:gd name="connsiteX1" fmla="*/ 187894 w 187651"/>
                <a:gd name="connsiteY1" fmla="*/ 8711 h 157477"/>
                <a:gd name="connsiteX2" fmla="*/ 174059 w 187651"/>
                <a:gd name="connsiteY2" fmla="*/ 160 h 157477"/>
                <a:gd name="connsiteX3" fmla="*/ 93181 w 187651"/>
                <a:gd name="connsiteY3" fmla="*/ 160 h 157477"/>
                <a:gd name="connsiteX4" fmla="*/ 242 w 187651"/>
                <a:gd name="connsiteY4" fmla="*/ 101345 h 157477"/>
                <a:gd name="connsiteX5" fmla="*/ 53452 w 187651"/>
                <a:gd name="connsiteY5" fmla="*/ 157637 h 157477"/>
                <a:gd name="connsiteX6" fmla="*/ 142488 w 187651"/>
                <a:gd name="connsiteY6" fmla="*/ 59659 h 157477"/>
                <a:gd name="connsiteX7" fmla="*/ 131492 w 187651"/>
                <a:gd name="connsiteY7" fmla="*/ 20824 h 157477"/>
                <a:gd name="connsiteX8" fmla="*/ 170512 w 187651"/>
                <a:gd name="connsiteY8" fmla="*/ 20824 h 157477"/>
                <a:gd name="connsiteX9" fmla="*/ 53806 w 187651"/>
                <a:gd name="connsiteY9" fmla="*/ 149799 h 157477"/>
                <a:gd name="connsiteX10" fmla="*/ 22236 w 187651"/>
                <a:gd name="connsiteY10" fmla="*/ 111320 h 157477"/>
                <a:gd name="connsiteX11" fmla="*/ 38908 w 187651"/>
                <a:gd name="connsiteY11" fmla="*/ 50396 h 157477"/>
                <a:gd name="connsiteX12" fmla="*/ 87151 w 187651"/>
                <a:gd name="connsiteY12" fmla="*/ 20824 h 157477"/>
                <a:gd name="connsiteX13" fmla="*/ 119786 w 187651"/>
                <a:gd name="connsiteY13" fmla="*/ 55384 h 157477"/>
                <a:gd name="connsiteX14" fmla="*/ 100631 w 187651"/>
                <a:gd name="connsiteY14" fmla="*/ 119515 h 157477"/>
                <a:gd name="connsiteX15" fmla="*/ 53806 w 187651"/>
                <a:gd name="connsiteY15" fmla="*/ 149799 h 15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7651" h="157477">
                  <a:moveTo>
                    <a:pt x="170512" y="20824"/>
                  </a:moveTo>
                  <a:cubicBezTo>
                    <a:pt x="175123" y="20824"/>
                    <a:pt x="187894" y="20824"/>
                    <a:pt x="187894" y="8711"/>
                  </a:cubicBezTo>
                  <a:cubicBezTo>
                    <a:pt x="187894" y="160"/>
                    <a:pt x="180444" y="160"/>
                    <a:pt x="174059" y="160"/>
                  </a:cubicBezTo>
                  <a:lnTo>
                    <a:pt x="93181" y="160"/>
                  </a:lnTo>
                  <a:cubicBezTo>
                    <a:pt x="39617" y="160"/>
                    <a:pt x="242" y="58947"/>
                    <a:pt x="242" y="101345"/>
                  </a:cubicBezTo>
                  <a:cubicBezTo>
                    <a:pt x="242" y="132698"/>
                    <a:pt x="21171" y="157637"/>
                    <a:pt x="53452" y="157637"/>
                  </a:cubicBezTo>
                  <a:cubicBezTo>
                    <a:pt x="95310" y="157637"/>
                    <a:pt x="142488" y="114527"/>
                    <a:pt x="142488" y="59659"/>
                  </a:cubicBezTo>
                  <a:cubicBezTo>
                    <a:pt x="142488" y="53602"/>
                    <a:pt x="142488" y="36501"/>
                    <a:pt x="131492" y="20824"/>
                  </a:cubicBezTo>
                  <a:lnTo>
                    <a:pt x="170512" y="20824"/>
                  </a:lnTo>
                  <a:close/>
                  <a:moveTo>
                    <a:pt x="53806" y="149799"/>
                  </a:moveTo>
                  <a:cubicBezTo>
                    <a:pt x="36425" y="149799"/>
                    <a:pt x="22236" y="136973"/>
                    <a:pt x="22236" y="111320"/>
                  </a:cubicBezTo>
                  <a:cubicBezTo>
                    <a:pt x="22236" y="100632"/>
                    <a:pt x="26492" y="71417"/>
                    <a:pt x="38908" y="50396"/>
                  </a:cubicBezTo>
                  <a:cubicBezTo>
                    <a:pt x="53806" y="25812"/>
                    <a:pt x="75090" y="20824"/>
                    <a:pt x="87151" y="20824"/>
                  </a:cubicBezTo>
                  <a:cubicBezTo>
                    <a:pt x="116948" y="20824"/>
                    <a:pt x="119786" y="44339"/>
                    <a:pt x="119786" y="55384"/>
                  </a:cubicBezTo>
                  <a:cubicBezTo>
                    <a:pt x="119786" y="72129"/>
                    <a:pt x="112691" y="101345"/>
                    <a:pt x="100631" y="119515"/>
                  </a:cubicBezTo>
                  <a:cubicBezTo>
                    <a:pt x="86796" y="140536"/>
                    <a:pt x="67641" y="149799"/>
                    <a:pt x="53806" y="149799"/>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3" name="Freeform: Shape 112">
              <a:extLst>
                <a:ext uri="{FF2B5EF4-FFF2-40B4-BE49-F238E27FC236}">
                  <a16:creationId xmlns:a16="http://schemas.microsoft.com/office/drawing/2014/main" id="{840389B0-A318-67C7-4D2F-152C023C18A9}"/>
                </a:ext>
              </a:extLst>
            </p:cNvPr>
            <p:cNvSpPr/>
            <p:nvPr/>
          </p:nvSpPr>
          <p:spPr>
            <a:xfrm>
              <a:off x="10345403" y="7654554"/>
              <a:ext cx="82296" cy="356284"/>
            </a:xfrm>
            <a:custGeom>
              <a:avLst/>
              <a:gdLst>
                <a:gd name="connsiteX0" fmla="*/ 82545 w 82296"/>
                <a:gd name="connsiteY0" fmla="*/ 352881 h 356284"/>
                <a:gd name="connsiteX1" fmla="*/ 76515 w 82296"/>
                <a:gd name="connsiteY1" fmla="*/ 345043 h 356284"/>
                <a:gd name="connsiteX2" fmla="*/ 20823 w 82296"/>
                <a:gd name="connsiteY2" fmla="*/ 178302 h 356284"/>
                <a:gd name="connsiteX3" fmla="*/ 77934 w 82296"/>
                <a:gd name="connsiteY3" fmla="*/ 9779 h 356284"/>
                <a:gd name="connsiteX4" fmla="*/ 82545 w 82296"/>
                <a:gd name="connsiteY4" fmla="*/ 3723 h 356284"/>
                <a:gd name="connsiteX5" fmla="*/ 78998 w 82296"/>
                <a:gd name="connsiteY5" fmla="*/ 160 h 356284"/>
                <a:gd name="connsiteX6" fmla="*/ 22596 w 82296"/>
                <a:gd name="connsiteY6" fmla="*/ 69635 h 356284"/>
                <a:gd name="connsiteX7" fmla="*/ 249 w 82296"/>
                <a:gd name="connsiteY7" fmla="*/ 178302 h 356284"/>
                <a:gd name="connsiteX8" fmla="*/ 23661 w 82296"/>
                <a:gd name="connsiteY8" fmla="*/ 289463 h 356284"/>
                <a:gd name="connsiteX9" fmla="*/ 78998 w 82296"/>
                <a:gd name="connsiteY9" fmla="*/ 356444 h 356284"/>
                <a:gd name="connsiteX10" fmla="*/ 82545 w 82296"/>
                <a:gd name="connsiteY10" fmla="*/ 352881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545" y="352881"/>
                  </a:moveTo>
                  <a:cubicBezTo>
                    <a:pt x="82545" y="351812"/>
                    <a:pt x="82545" y="351100"/>
                    <a:pt x="76515" y="345043"/>
                  </a:cubicBezTo>
                  <a:cubicBezTo>
                    <a:pt x="32174" y="300151"/>
                    <a:pt x="20823" y="232813"/>
                    <a:pt x="20823" y="178302"/>
                  </a:cubicBezTo>
                  <a:cubicBezTo>
                    <a:pt x="20823" y="116308"/>
                    <a:pt x="34302" y="54315"/>
                    <a:pt x="77934" y="9779"/>
                  </a:cubicBezTo>
                  <a:cubicBezTo>
                    <a:pt x="82545" y="5504"/>
                    <a:pt x="82545" y="4791"/>
                    <a:pt x="82545" y="3723"/>
                  </a:cubicBezTo>
                  <a:cubicBezTo>
                    <a:pt x="82545" y="1229"/>
                    <a:pt x="81127" y="160"/>
                    <a:pt x="78998" y="160"/>
                  </a:cubicBezTo>
                  <a:cubicBezTo>
                    <a:pt x="75451" y="160"/>
                    <a:pt x="43525" y="24387"/>
                    <a:pt x="22596" y="69635"/>
                  </a:cubicBezTo>
                  <a:cubicBezTo>
                    <a:pt x="4505" y="108826"/>
                    <a:pt x="249" y="148374"/>
                    <a:pt x="249" y="178302"/>
                  </a:cubicBezTo>
                  <a:cubicBezTo>
                    <a:pt x="249" y="206092"/>
                    <a:pt x="4151" y="249203"/>
                    <a:pt x="23661" y="289463"/>
                  </a:cubicBezTo>
                  <a:cubicBezTo>
                    <a:pt x="44944" y="333286"/>
                    <a:pt x="75451" y="356444"/>
                    <a:pt x="78998" y="356444"/>
                  </a:cubicBezTo>
                  <a:cubicBezTo>
                    <a:pt x="81127" y="356444"/>
                    <a:pt x="82545" y="355375"/>
                    <a:pt x="82545" y="352881"/>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4" name="Freeform: Shape 113">
              <a:extLst>
                <a:ext uri="{FF2B5EF4-FFF2-40B4-BE49-F238E27FC236}">
                  <a16:creationId xmlns:a16="http://schemas.microsoft.com/office/drawing/2014/main" id="{8A03C629-2F27-756C-8A21-3941FFAAD679}"/>
                </a:ext>
              </a:extLst>
            </p:cNvPr>
            <p:cNvSpPr/>
            <p:nvPr/>
          </p:nvSpPr>
          <p:spPr>
            <a:xfrm>
              <a:off x="10465972" y="7684481"/>
              <a:ext cx="141536" cy="237285"/>
            </a:xfrm>
            <a:custGeom>
              <a:avLst/>
              <a:gdLst>
                <a:gd name="connsiteX0" fmla="*/ 27566 w 141536"/>
                <a:gd name="connsiteY0" fmla="*/ 210011 h 237285"/>
                <a:gd name="connsiteX1" fmla="*/ 65168 w 141536"/>
                <a:gd name="connsiteY1" fmla="*/ 173314 h 237285"/>
                <a:gd name="connsiteX2" fmla="*/ 141789 w 141536"/>
                <a:gd name="connsiteY2" fmla="*/ 69279 h 237285"/>
                <a:gd name="connsiteX3" fmla="*/ 66587 w 141536"/>
                <a:gd name="connsiteY3" fmla="*/ 160 h 237285"/>
                <a:gd name="connsiteX4" fmla="*/ 252 w 141536"/>
                <a:gd name="connsiteY4" fmla="*/ 64647 h 237285"/>
                <a:gd name="connsiteX5" fmla="*/ 19053 w 141536"/>
                <a:gd name="connsiteY5" fmla="*/ 84599 h 237285"/>
                <a:gd name="connsiteX6" fmla="*/ 37499 w 141536"/>
                <a:gd name="connsiteY6" fmla="*/ 65716 h 237285"/>
                <a:gd name="connsiteX7" fmla="*/ 18698 w 141536"/>
                <a:gd name="connsiteY7" fmla="*/ 47189 h 237285"/>
                <a:gd name="connsiteX8" fmla="*/ 14087 w 141536"/>
                <a:gd name="connsiteY8" fmla="*/ 47546 h 237285"/>
                <a:gd name="connsiteX9" fmla="*/ 61975 w 141536"/>
                <a:gd name="connsiteY9" fmla="*/ 11205 h 237285"/>
                <a:gd name="connsiteX10" fmla="*/ 109509 w 141536"/>
                <a:gd name="connsiteY10" fmla="*/ 69279 h 237285"/>
                <a:gd name="connsiteX11" fmla="*/ 72262 w 141536"/>
                <a:gd name="connsiteY11" fmla="*/ 148018 h 237285"/>
                <a:gd name="connsiteX12" fmla="*/ 4154 w 141536"/>
                <a:gd name="connsiteY12" fmla="*/ 224263 h 237285"/>
                <a:gd name="connsiteX13" fmla="*/ 252 w 141536"/>
                <a:gd name="connsiteY13" fmla="*/ 237445 h 237285"/>
                <a:gd name="connsiteX14" fmla="*/ 131856 w 141536"/>
                <a:gd name="connsiteY14" fmla="*/ 237445 h 237285"/>
                <a:gd name="connsiteX15" fmla="*/ 141789 w 141536"/>
                <a:gd name="connsiteY15" fmla="*/ 175452 h 237285"/>
                <a:gd name="connsiteX16" fmla="*/ 132921 w 141536"/>
                <a:gd name="connsiteY16" fmla="*/ 175452 h 237285"/>
                <a:gd name="connsiteX17" fmla="*/ 125117 w 141536"/>
                <a:gd name="connsiteY17" fmla="*/ 207161 h 237285"/>
                <a:gd name="connsiteX18" fmla="*/ 91418 w 141536"/>
                <a:gd name="connsiteY18" fmla="*/ 210011 h 237285"/>
                <a:gd name="connsiteX19" fmla="*/ 27566 w 141536"/>
                <a:gd name="connsiteY19" fmla="*/ 210011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536" h="237285">
                  <a:moveTo>
                    <a:pt x="27566" y="210011"/>
                  </a:moveTo>
                  <a:lnTo>
                    <a:pt x="65168" y="173314"/>
                  </a:lnTo>
                  <a:cubicBezTo>
                    <a:pt x="120505" y="124147"/>
                    <a:pt x="141789" y="104907"/>
                    <a:pt x="141789" y="69279"/>
                  </a:cubicBezTo>
                  <a:cubicBezTo>
                    <a:pt x="141789" y="28662"/>
                    <a:pt x="109863" y="160"/>
                    <a:pt x="66587" y="160"/>
                  </a:cubicBezTo>
                  <a:cubicBezTo>
                    <a:pt x="26502" y="160"/>
                    <a:pt x="252" y="32938"/>
                    <a:pt x="252" y="64647"/>
                  </a:cubicBezTo>
                  <a:cubicBezTo>
                    <a:pt x="252" y="84599"/>
                    <a:pt x="17989" y="84599"/>
                    <a:pt x="19053" y="84599"/>
                  </a:cubicBezTo>
                  <a:cubicBezTo>
                    <a:pt x="25083" y="84599"/>
                    <a:pt x="37499" y="80324"/>
                    <a:pt x="37499" y="65716"/>
                  </a:cubicBezTo>
                  <a:cubicBezTo>
                    <a:pt x="37499" y="56453"/>
                    <a:pt x="31114" y="47189"/>
                    <a:pt x="18698" y="47189"/>
                  </a:cubicBezTo>
                  <a:cubicBezTo>
                    <a:pt x="15860" y="47189"/>
                    <a:pt x="15151" y="47189"/>
                    <a:pt x="14087" y="47546"/>
                  </a:cubicBezTo>
                  <a:cubicBezTo>
                    <a:pt x="22246" y="24387"/>
                    <a:pt x="41401" y="11205"/>
                    <a:pt x="61975" y="11205"/>
                  </a:cubicBezTo>
                  <a:cubicBezTo>
                    <a:pt x="94255" y="11205"/>
                    <a:pt x="109509" y="40064"/>
                    <a:pt x="109509" y="69279"/>
                  </a:cubicBezTo>
                  <a:cubicBezTo>
                    <a:pt x="109509" y="97782"/>
                    <a:pt x="91772" y="125928"/>
                    <a:pt x="72262" y="148018"/>
                  </a:cubicBezTo>
                  <a:lnTo>
                    <a:pt x="4154" y="224263"/>
                  </a:lnTo>
                  <a:cubicBezTo>
                    <a:pt x="252" y="228182"/>
                    <a:pt x="252" y="228894"/>
                    <a:pt x="252" y="237445"/>
                  </a:cubicBezTo>
                  <a:lnTo>
                    <a:pt x="131856" y="237445"/>
                  </a:lnTo>
                  <a:lnTo>
                    <a:pt x="141789" y="175452"/>
                  </a:lnTo>
                  <a:lnTo>
                    <a:pt x="132921" y="175452"/>
                  </a:lnTo>
                  <a:cubicBezTo>
                    <a:pt x="131147" y="186140"/>
                    <a:pt x="128664" y="201817"/>
                    <a:pt x="125117" y="207161"/>
                  </a:cubicBezTo>
                  <a:cubicBezTo>
                    <a:pt x="122634" y="210011"/>
                    <a:pt x="99222" y="210011"/>
                    <a:pt x="91418" y="210011"/>
                  </a:cubicBezTo>
                  <a:lnTo>
                    <a:pt x="27566" y="2100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5" name="Freeform: Shape 114">
              <a:extLst>
                <a:ext uri="{FF2B5EF4-FFF2-40B4-BE49-F238E27FC236}">
                  <a16:creationId xmlns:a16="http://schemas.microsoft.com/office/drawing/2014/main" id="{865DAD2F-69C5-6E7D-8330-EA08BACA5107}"/>
                </a:ext>
              </a:extLst>
            </p:cNvPr>
            <p:cNvSpPr/>
            <p:nvPr/>
          </p:nvSpPr>
          <p:spPr>
            <a:xfrm>
              <a:off x="10635887" y="7764289"/>
              <a:ext cx="176654" cy="161396"/>
            </a:xfrm>
            <a:custGeom>
              <a:avLst/>
              <a:gdLst>
                <a:gd name="connsiteX0" fmla="*/ 108449 w 176654"/>
                <a:gd name="connsiteY0" fmla="*/ 50040 h 161396"/>
                <a:gd name="connsiteX1" fmla="*/ 143567 w 176654"/>
                <a:gd name="connsiteY1" fmla="*/ 7998 h 161396"/>
                <a:gd name="connsiteX2" fmla="*/ 161304 w 176654"/>
                <a:gd name="connsiteY2" fmla="*/ 12630 h 161396"/>
                <a:gd name="connsiteX3" fmla="*/ 144277 w 176654"/>
                <a:gd name="connsiteY3" fmla="*/ 31869 h 161396"/>
                <a:gd name="connsiteX4" fmla="*/ 157757 w 176654"/>
                <a:gd name="connsiteY4" fmla="*/ 44339 h 161396"/>
                <a:gd name="connsiteX5" fmla="*/ 176912 w 176654"/>
                <a:gd name="connsiteY5" fmla="*/ 23674 h 161396"/>
                <a:gd name="connsiteX6" fmla="*/ 143922 w 176654"/>
                <a:gd name="connsiteY6" fmla="*/ 160 h 161396"/>
                <a:gd name="connsiteX7" fmla="*/ 106676 w 176654"/>
                <a:gd name="connsiteY7" fmla="*/ 27237 h 161396"/>
                <a:gd name="connsiteX8" fmla="*/ 68365 w 176654"/>
                <a:gd name="connsiteY8" fmla="*/ 160 h 161396"/>
                <a:gd name="connsiteX9" fmla="*/ 11254 w 176654"/>
                <a:gd name="connsiteY9" fmla="*/ 55028 h 161396"/>
                <a:gd name="connsiteX10" fmla="*/ 15511 w 176654"/>
                <a:gd name="connsiteY10" fmla="*/ 58590 h 161396"/>
                <a:gd name="connsiteX11" fmla="*/ 20122 w 176654"/>
                <a:gd name="connsiteY11" fmla="*/ 54671 h 161396"/>
                <a:gd name="connsiteX12" fmla="*/ 67656 w 176654"/>
                <a:gd name="connsiteY12" fmla="*/ 7998 h 161396"/>
                <a:gd name="connsiteX13" fmla="*/ 86811 w 176654"/>
                <a:gd name="connsiteY13" fmla="*/ 31869 h 161396"/>
                <a:gd name="connsiteX14" fmla="*/ 67656 w 176654"/>
                <a:gd name="connsiteY14" fmla="*/ 116665 h 161396"/>
                <a:gd name="connsiteX15" fmla="*/ 33957 w 176654"/>
                <a:gd name="connsiteY15" fmla="*/ 153718 h 161396"/>
                <a:gd name="connsiteX16" fmla="*/ 16220 w 176654"/>
                <a:gd name="connsiteY16" fmla="*/ 149087 h 161396"/>
                <a:gd name="connsiteX17" fmla="*/ 32892 w 176654"/>
                <a:gd name="connsiteY17" fmla="*/ 129847 h 161396"/>
                <a:gd name="connsiteX18" fmla="*/ 19767 w 176654"/>
                <a:gd name="connsiteY18" fmla="*/ 117377 h 161396"/>
                <a:gd name="connsiteX19" fmla="*/ 257 w 176654"/>
                <a:gd name="connsiteY19" fmla="*/ 138042 h 161396"/>
                <a:gd name="connsiteX20" fmla="*/ 33602 w 176654"/>
                <a:gd name="connsiteY20" fmla="*/ 161557 h 161396"/>
                <a:gd name="connsiteX21" fmla="*/ 70848 w 176654"/>
                <a:gd name="connsiteY21" fmla="*/ 134479 h 161396"/>
                <a:gd name="connsiteX22" fmla="*/ 109159 w 176654"/>
                <a:gd name="connsiteY22" fmla="*/ 161557 h 161396"/>
                <a:gd name="connsiteX23" fmla="*/ 165915 w 176654"/>
                <a:gd name="connsiteY23" fmla="*/ 106689 h 161396"/>
                <a:gd name="connsiteX24" fmla="*/ 161659 w 176654"/>
                <a:gd name="connsiteY24" fmla="*/ 103126 h 161396"/>
                <a:gd name="connsiteX25" fmla="*/ 157047 w 176654"/>
                <a:gd name="connsiteY25" fmla="*/ 107045 h 161396"/>
                <a:gd name="connsiteX26" fmla="*/ 109868 w 176654"/>
                <a:gd name="connsiteY26" fmla="*/ 153718 h 161396"/>
                <a:gd name="connsiteX27" fmla="*/ 90358 w 176654"/>
                <a:gd name="connsiteY27" fmla="*/ 130204 h 161396"/>
                <a:gd name="connsiteX28" fmla="*/ 96389 w 176654"/>
                <a:gd name="connsiteY28" fmla="*/ 98850 h 161396"/>
                <a:gd name="connsiteX29" fmla="*/ 108449 w 176654"/>
                <a:gd name="connsiteY29" fmla="*/ 50040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54" h="161396">
                  <a:moveTo>
                    <a:pt x="108449" y="50040"/>
                  </a:moveTo>
                  <a:cubicBezTo>
                    <a:pt x="110578" y="40776"/>
                    <a:pt x="118737" y="7998"/>
                    <a:pt x="143567" y="7998"/>
                  </a:cubicBezTo>
                  <a:cubicBezTo>
                    <a:pt x="145341" y="7998"/>
                    <a:pt x="153855" y="7998"/>
                    <a:pt x="161304" y="12630"/>
                  </a:cubicBezTo>
                  <a:cubicBezTo>
                    <a:pt x="151371" y="14411"/>
                    <a:pt x="144277" y="23318"/>
                    <a:pt x="144277" y="31869"/>
                  </a:cubicBezTo>
                  <a:cubicBezTo>
                    <a:pt x="144277" y="37570"/>
                    <a:pt x="148179" y="44339"/>
                    <a:pt x="157757" y="44339"/>
                  </a:cubicBezTo>
                  <a:cubicBezTo>
                    <a:pt x="165561" y="44339"/>
                    <a:pt x="176912" y="37926"/>
                    <a:pt x="176912" y="23674"/>
                  </a:cubicBezTo>
                  <a:cubicBezTo>
                    <a:pt x="176912" y="5148"/>
                    <a:pt x="155983" y="160"/>
                    <a:pt x="143922" y="160"/>
                  </a:cubicBezTo>
                  <a:cubicBezTo>
                    <a:pt x="123348" y="160"/>
                    <a:pt x="110933" y="19043"/>
                    <a:pt x="106676" y="27237"/>
                  </a:cubicBezTo>
                  <a:cubicBezTo>
                    <a:pt x="97808" y="3723"/>
                    <a:pt x="78652" y="160"/>
                    <a:pt x="68365" y="160"/>
                  </a:cubicBezTo>
                  <a:cubicBezTo>
                    <a:pt x="31473" y="160"/>
                    <a:pt x="11254" y="46120"/>
                    <a:pt x="11254" y="55028"/>
                  </a:cubicBezTo>
                  <a:cubicBezTo>
                    <a:pt x="11254" y="58590"/>
                    <a:pt x="14801" y="58590"/>
                    <a:pt x="15511" y="58590"/>
                  </a:cubicBezTo>
                  <a:cubicBezTo>
                    <a:pt x="18349" y="58590"/>
                    <a:pt x="19413" y="57878"/>
                    <a:pt x="20122" y="54671"/>
                  </a:cubicBezTo>
                  <a:cubicBezTo>
                    <a:pt x="32183" y="16905"/>
                    <a:pt x="55595" y="7998"/>
                    <a:pt x="67656" y="7998"/>
                  </a:cubicBezTo>
                  <a:cubicBezTo>
                    <a:pt x="74396" y="7998"/>
                    <a:pt x="86811" y="11205"/>
                    <a:pt x="86811" y="31869"/>
                  </a:cubicBezTo>
                  <a:cubicBezTo>
                    <a:pt x="86811" y="42914"/>
                    <a:pt x="80781" y="66785"/>
                    <a:pt x="67656" y="116665"/>
                  </a:cubicBezTo>
                  <a:cubicBezTo>
                    <a:pt x="61980" y="138754"/>
                    <a:pt x="49565" y="153718"/>
                    <a:pt x="33957" y="153718"/>
                  </a:cubicBezTo>
                  <a:cubicBezTo>
                    <a:pt x="31828" y="153718"/>
                    <a:pt x="23669" y="153718"/>
                    <a:pt x="16220" y="149087"/>
                  </a:cubicBezTo>
                  <a:cubicBezTo>
                    <a:pt x="25088" y="147305"/>
                    <a:pt x="32892" y="139823"/>
                    <a:pt x="32892" y="129847"/>
                  </a:cubicBezTo>
                  <a:cubicBezTo>
                    <a:pt x="32892" y="120228"/>
                    <a:pt x="25088" y="117377"/>
                    <a:pt x="19767" y="117377"/>
                  </a:cubicBezTo>
                  <a:cubicBezTo>
                    <a:pt x="9126" y="117377"/>
                    <a:pt x="257" y="126641"/>
                    <a:pt x="257" y="138042"/>
                  </a:cubicBezTo>
                  <a:cubicBezTo>
                    <a:pt x="257" y="154431"/>
                    <a:pt x="17994" y="161557"/>
                    <a:pt x="33602" y="161557"/>
                  </a:cubicBezTo>
                  <a:cubicBezTo>
                    <a:pt x="57014" y="161557"/>
                    <a:pt x="69784" y="136617"/>
                    <a:pt x="70848" y="134479"/>
                  </a:cubicBezTo>
                  <a:cubicBezTo>
                    <a:pt x="75105" y="147661"/>
                    <a:pt x="87875" y="161557"/>
                    <a:pt x="109159" y="161557"/>
                  </a:cubicBezTo>
                  <a:cubicBezTo>
                    <a:pt x="145696" y="161557"/>
                    <a:pt x="165915" y="115596"/>
                    <a:pt x="165915" y="106689"/>
                  </a:cubicBezTo>
                  <a:cubicBezTo>
                    <a:pt x="165915" y="103126"/>
                    <a:pt x="162723" y="103126"/>
                    <a:pt x="161659" y="103126"/>
                  </a:cubicBezTo>
                  <a:cubicBezTo>
                    <a:pt x="158466" y="103126"/>
                    <a:pt x="157757" y="104551"/>
                    <a:pt x="157047" y="107045"/>
                  </a:cubicBezTo>
                  <a:cubicBezTo>
                    <a:pt x="145341" y="145167"/>
                    <a:pt x="121220" y="153718"/>
                    <a:pt x="109868" y="153718"/>
                  </a:cubicBezTo>
                  <a:cubicBezTo>
                    <a:pt x="96034" y="153718"/>
                    <a:pt x="90358" y="142317"/>
                    <a:pt x="90358" y="130204"/>
                  </a:cubicBezTo>
                  <a:cubicBezTo>
                    <a:pt x="90358" y="122365"/>
                    <a:pt x="92487" y="114527"/>
                    <a:pt x="96389" y="98850"/>
                  </a:cubicBezTo>
                  <a:lnTo>
                    <a:pt x="108449" y="5004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6" name="Freeform: Shape 115">
              <a:extLst>
                <a:ext uri="{FF2B5EF4-FFF2-40B4-BE49-F238E27FC236}">
                  <a16:creationId xmlns:a16="http://schemas.microsoft.com/office/drawing/2014/main" id="{31D03AF4-1136-D2E9-5871-7EBEC75C0BB2}"/>
                </a:ext>
              </a:extLst>
            </p:cNvPr>
            <p:cNvSpPr/>
            <p:nvPr/>
          </p:nvSpPr>
          <p:spPr>
            <a:xfrm>
              <a:off x="10848557" y="7654554"/>
              <a:ext cx="82296" cy="356284"/>
            </a:xfrm>
            <a:custGeom>
              <a:avLst/>
              <a:gdLst>
                <a:gd name="connsiteX0" fmla="*/ 82560 w 82296"/>
                <a:gd name="connsiteY0" fmla="*/ 178302 h 356284"/>
                <a:gd name="connsiteX1" fmla="*/ 59148 w 82296"/>
                <a:gd name="connsiteY1" fmla="*/ 67141 h 356284"/>
                <a:gd name="connsiteX2" fmla="*/ 3810 w 82296"/>
                <a:gd name="connsiteY2" fmla="*/ 160 h 356284"/>
                <a:gd name="connsiteX3" fmla="*/ 263 w 82296"/>
                <a:gd name="connsiteY3" fmla="*/ 3723 h 356284"/>
                <a:gd name="connsiteX4" fmla="*/ 7003 w 82296"/>
                <a:gd name="connsiteY4" fmla="*/ 11917 h 356284"/>
                <a:gd name="connsiteX5" fmla="*/ 61986 w 82296"/>
                <a:gd name="connsiteY5" fmla="*/ 178302 h 356284"/>
                <a:gd name="connsiteX6" fmla="*/ 4875 w 82296"/>
                <a:gd name="connsiteY6" fmla="*/ 346824 h 356284"/>
                <a:gd name="connsiteX7" fmla="*/ 263 w 82296"/>
                <a:gd name="connsiteY7" fmla="*/ 352881 h 356284"/>
                <a:gd name="connsiteX8" fmla="*/ 3810 w 82296"/>
                <a:gd name="connsiteY8" fmla="*/ 356444 h 356284"/>
                <a:gd name="connsiteX9" fmla="*/ 60212 w 82296"/>
                <a:gd name="connsiteY9" fmla="*/ 286969 h 356284"/>
                <a:gd name="connsiteX10" fmla="*/ 82560 w 82296"/>
                <a:gd name="connsiteY10" fmla="*/ 178302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560" y="178302"/>
                  </a:moveTo>
                  <a:cubicBezTo>
                    <a:pt x="82560" y="150512"/>
                    <a:pt x="78658" y="107401"/>
                    <a:pt x="59148" y="67141"/>
                  </a:cubicBezTo>
                  <a:cubicBezTo>
                    <a:pt x="37864" y="23318"/>
                    <a:pt x="7358" y="160"/>
                    <a:pt x="3810" y="160"/>
                  </a:cubicBezTo>
                  <a:cubicBezTo>
                    <a:pt x="1682" y="160"/>
                    <a:pt x="263" y="1585"/>
                    <a:pt x="263" y="3723"/>
                  </a:cubicBezTo>
                  <a:cubicBezTo>
                    <a:pt x="263" y="4791"/>
                    <a:pt x="263" y="5504"/>
                    <a:pt x="7003" y="11917"/>
                  </a:cubicBezTo>
                  <a:cubicBezTo>
                    <a:pt x="41766" y="47189"/>
                    <a:pt x="61986" y="103838"/>
                    <a:pt x="61986" y="178302"/>
                  </a:cubicBezTo>
                  <a:cubicBezTo>
                    <a:pt x="61986" y="239227"/>
                    <a:pt x="48861" y="301933"/>
                    <a:pt x="4875" y="346824"/>
                  </a:cubicBezTo>
                  <a:cubicBezTo>
                    <a:pt x="263" y="351100"/>
                    <a:pt x="263" y="351812"/>
                    <a:pt x="263" y="352881"/>
                  </a:cubicBezTo>
                  <a:cubicBezTo>
                    <a:pt x="263" y="355019"/>
                    <a:pt x="1682" y="356444"/>
                    <a:pt x="3810" y="356444"/>
                  </a:cubicBezTo>
                  <a:cubicBezTo>
                    <a:pt x="7358" y="356444"/>
                    <a:pt x="39283" y="332217"/>
                    <a:pt x="60212" y="286969"/>
                  </a:cubicBezTo>
                  <a:cubicBezTo>
                    <a:pt x="78303" y="247777"/>
                    <a:pt x="82560" y="208230"/>
                    <a:pt x="82560" y="178302"/>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7" name="Freeform: Shape 116">
              <a:extLst>
                <a:ext uri="{FF2B5EF4-FFF2-40B4-BE49-F238E27FC236}">
                  <a16:creationId xmlns:a16="http://schemas.microsoft.com/office/drawing/2014/main" id="{235F64F3-7C88-6988-5498-DC19FEA7C01C}"/>
                </a:ext>
              </a:extLst>
            </p:cNvPr>
            <p:cNvSpPr/>
            <p:nvPr/>
          </p:nvSpPr>
          <p:spPr>
            <a:xfrm>
              <a:off x="10986507" y="7654554"/>
              <a:ext cx="82296" cy="356284"/>
            </a:xfrm>
            <a:custGeom>
              <a:avLst/>
              <a:gdLst>
                <a:gd name="connsiteX0" fmla="*/ 82564 w 82296"/>
                <a:gd name="connsiteY0" fmla="*/ 178302 h 356284"/>
                <a:gd name="connsiteX1" fmla="*/ 59152 w 82296"/>
                <a:gd name="connsiteY1" fmla="*/ 67141 h 356284"/>
                <a:gd name="connsiteX2" fmla="*/ 3814 w 82296"/>
                <a:gd name="connsiteY2" fmla="*/ 160 h 356284"/>
                <a:gd name="connsiteX3" fmla="*/ 267 w 82296"/>
                <a:gd name="connsiteY3" fmla="*/ 3723 h 356284"/>
                <a:gd name="connsiteX4" fmla="*/ 7007 w 82296"/>
                <a:gd name="connsiteY4" fmla="*/ 11917 h 356284"/>
                <a:gd name="connsiteX5" fmla="*/ 61990 w 82296"/>
                <a:gd name="connsiteY5" fmla="*/ 178302 h 356284"/>
                <a:gd name="connsiteX6" fmla="*/ 4878 w 82296"/>
                <a:gd name="connsiteY6" fmla="*/ 346824 h 356284"/>
                <a:gd name="connsiteX7" fmla="*/ 267 w 82296"/>
                <a:gd name="connsiteY7" fmla="*/ 352881 h 356284"/>
                <a:gd name="connsiteX8" fmla="*/ 3814 w 82296"/>
                <a:gd name="connsiteY8" fmla="*/ 356444 h 356284"/>
                <a:gd name="connsiteX9" fmla="*/ 60216 w 82296"/>
                <a:gd name="connsiteY9" fmla="*/ 286969 h 356284"/>
                <a:gd name="connsiteX10" fmla="*/ 82564 w 82296"/>
                <a:gd name="connsiteY10" fmla="*/ 178302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564" y="178302"/>
                  </a:moveTo>
                  <a:cubicBezTo>
                    <a:pt x="82564" y="150512"/>
                    <a:pt x="78662" y="107401"/>
                    <a:pt x="59152" y="67141"/>
                  </a:cubicBezTo>
                  <a:cubicBezTo>
                    <a:pt x="37868" y="23318"/>
                    <a:pt x="7362" y="160"/>
                    <a:pt x="3814" y="160"/>
                  </a:cubicBezTo>
                  <a:cubicBezTo>
                    <a:pt x="1686" y="160"/>
                    <a:pt x="267" y="1585"/>
                    <a:pt x="267" y="3723"/>
                  </a:cubicBezTo>
                  <a:cubicBezTo>
                    <a:pt x="267" y="4791"/>
                    <a:pt x="267" y="5504"/>
                    <a:pt x="7007" y="11917"/>
                  </a:cubicBezTo>
                  <a:cubicBezTo>
                    <a:pt x="41770" y="47189"/>
                    <a:pt x="61990" y="103838"/>
                    <a:pt x="61990" y="178302"/>
                  </a:cubicBezTo>
                  <a:cubicBezTo>
                    <a:pt x="61990" y="239227"/>
                    <a:pt x="48865" y="301933"/>
                    <a:pt x="4878" y="346824"/>
                  </a:cubicBezTo>
                  <a:cubicBezTo>
                    <a:pt x="267" y="351100"/>
                    <a:pt x="267" y="351812"/>
                    <a:pt x="267" y="352881"/>
                  </a:cubicBezTo>
                  <a:cubicBezTo>
                    <a:pt x="267" y="355019"/>
                    <a:pt x="1686" y="356444"/>
                    <a:pt x="3814" y="356444"/>
                  </a:cubicBezTo>
                  <a:cubicBezTo>
                    <a:pt x="7362" y="356444"/>
                    <a:pt x="39287" y="332217"/>
                    <a:pt x="60216" y="286969"/>
                  </a:cubicBezTo>
                  <a:cubicBezTo>
                    <a:pt x="78307" y="247777"/>
                    <a:pt x="82564" y="208230"/>
                    <a:pt x="82564" y="178302"/>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8" name="Freeform: Shape 117">
              <a:extLst>
                <a:ext uri="{FF2B5EF4-FFF2-40B4-BE49-F238E27FC236}">
                  <a16:creationId xmlns:a16="http://schemas.microsoft.com/office/drawing/2014/main" id="{FB1F330B-F223-DC04-0B3D-6F7FDD1F04A9}"/>
                </a:ext>
              </a:extLst>
            </p:cNvPr>
            <p:cNvSpPr/>
            <p:nvPr/>
          </p:nvSpPr>
          <p:spPr>
            <a:xfrm>
              <a:off x="11222636" y="7791010"/>
              <a:ext cx="235894" cy="83370"/>
            </a:xfrm>
            <a:custGeom>
              <a:avLst/>
              <a:gdLst>
                <a:gd name="connsiteX0" fmla="*/ 224107 w 235894"/>
                <a:gd name="connsiteY0" fmla="*/ 14411 h 83370"/>
                <a:gd name="connsiteX1" fmla="*/ 236168 w 235894"/>
                <a:gd name="connsiteY1" fmla="*/ 7285 h 83370"/>
                <a:gd name="connsiteX2" fmla="*/ 224462 w 235894"/>
                <a:gd name="connsiteY2" fmla="*/ 160 h 83370"/>
                <a:gd name="connsiteX3" fmla="*/ 11980 w 235894"/>
                <a:gd name="connsiteY3" fmla="*/ 160 h 83370"/>
                <a:gd name="connsiteX4" fmla="*/ 274 w 235894"/>
                <a:gd name="connsiteY4" fmla="*/ 7285 h 83370"/>
                <a:gd name="connsiteX5" fmla="*/ 12334 w 235894"/>
                <a:gd name="connsiteY5" fmla="*/ 14411 h 83370"/>
                <a:gd name="connsiteX6" fmla="*/ 224107 w 235894"/>
                <a:gd name="connsiteY6" fmla="*/ 14411 h 83370"/>
                <a:gd name="connsiteX7" fmla="*/ 224462 w 235894"/>
                <a:gd name="connsiteY7" fmla="*/ 83530 h 83370"/>
                <a:gd name="connsiteX8" fmla="*/ 236168 w 235894"/>
                <a:gd name="connsiteY8" fmla="*/ 76405 h 83370"/>
                <a:gd name="connsiteX9" fmla="*/ 224107 w 235894"/>
                <a:gd name="connsiteY9" fmla="*/ 69279 h 83370"/>
                <a:gd name="connsiteX10" fmla="*/ 12334 w 235894"/>
                <a:gd name="connsiteY10" fmla="*/ 69279 h 83370"/>
                <a:gd name="connsiteX11" fmla="*/ 274 w 235894"/>
                <a:gd name="connsiteY11" fmla="*/ 76405 h 83370"/>
                <a:gd name="connsiteX12" fmla="*/ 11980 w 235894"/>
                <a:gd name="connsiteY12" fmla="*/ 83530 h 83370"/>
                <a:gd name="connsiteX13" fmla="*/ 224462 w 235894"/>
                <a:gd name="connsiteY13" fmla="*/ 83530 h 833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894" h="83370">
                  <a:moveTo>
                    <a:pt x="224107" y="14411"/>
                  </a:moveTo>
                  <a:cubicBezTo>
                    <a:pt x="229428" y="14411"/>
                    <a:pt x="236168" y="14411"/>
                    <a:pt x="236168" y="7285"/>
                  </a:cubicBezTo>
                  <a:cubicBezTo>
                    <a:pt x="236168" y="160"/>
                    <a:pt x="229428" y="160"/>
                    <a:pt x="224462" y="160"/>
                  </a:cubicBezTo>
                  <a:lnTo>
                    <a:pt x="11980" y="160"/>
                  </a:lnTo>
                  <a:cubicBezTo>
                    <a:pt x="7013" y="160"/>
                    <a:pt x="274" y="160"/>
                    <a:pt x="274" y="7285"/>
                  </a:cubicBezTo>
                  <a:cubicBezTo>
                    <a:pt x="274" y="14411"/>
                    <a:pt x="7013" y="14411"/>
                    <a:pt x="12334" y="14411"/>
                  </a:cubicBezTo>
                  <a:lnTo>
                    <a:pt x="224107" y="14411"/>
                  </a:lnTo>
                  <a:close/>
                  <a:moveTo>
                    <a:pt x="224462" y="83530"/>
                  </a:moveTo>
                  <a:cubicBezTo>
                    <a:pt x="229428" y="83530"/>
                    <a:pt x="236168" y="83530"/>
                    <a:pt x="236168" y="76405"/>
                  </a:cubicBezTo>
                  <a:cubicBezTo>
                    <a:pt x="236168" y="69279"/>
                    <a:pt x="229428" y="69279"/>
                    <a:pt x="224107" y="69279"/>
                  </a:cubicBezTo>
                  <a:lnTo>
                    <a:pt x="12334" y="69279"/>
                  </a:lnTo>
                  <a:cubicBezTo>
                    <a:pt x="7013" y="69279"/>
                    <a:pt x="274" y="69279"/>
                    <a:pt x="274" y="76405"/>
                  </a:cubicBezTo>
                  <a:cubicBezTo>
                    <a:pt x="274" y="83530"/>
                    <a:pt x="7013" y="83530"/>
                    <a:pt x="11980" y="83530"/>
                  </a:cubicBezTo>
                  <a:lnTo>
                    <a:pt x="224462" y="8353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9" name="Freeform: Shape 118">
              <a:extLst>
                <a:ext uri="{FF2B5EF4-FFF2-40B4-BE49-F238E27FC236}">
                  <a16:creationId xmlns:a16="http://schemas.microsoft.com/office/drawing/2014/main" id="{7A86041C-3C22-3EAD-EA4E-CAA491FEB4DB}"/>
                </a:ext>
              </a:extLst>
            </p:cNvPr>
            <p:cNvSpPr/>
            <p:nvPr/>
          </p:nvSpPr>
          <p:spPr>
            <a:xfrm>
              <a:off x="11594941" y="7684481"/>
              <a:ext cx="141536" cy="237285"/>
            </a:xfrm>
            <a:custGeom>
              <a:avLst/>
              <a:gdLst>
                <a:gd name="connsiteX0" fmla="*/ 27598 w 141536"/>
                <a:gd name="connsiteY0" fmla="*/ 210011 h 237285"/>
                <a:gd name="connsiteX1" fmla="*/ 65199 w 141536"/>
                <a:gd name="connsiteY1" fmla="*/ 173314 h 237285"/>
                <a:gd name="connsiteX2" fmla="*/ 141821 w 141536"/>
                <a:gd name="connsiteY2" fmla="*/ 69279 h 237285"/>
                <a:gd name="connsiteX3" fmla="*/ 66618 w 141536"/>
                <a:gd name="connsiteY3" fmla="*/ 160 h 237285"/>
                <a:gd name="connsiteX4" fmla="*/ 284 w 141536"/>
                <a:gd name="connsiteY4" fmla="*/ 64647 h 237285"/>
                <a:gd name="connsiteX5" fmla="*/ 19085 w 141536"/>
                <a:gd name="connsiteY5" fmla="*/ 84599 h 237285"/>
                <a:gd name="connsiteX6" fmla="*/ 37531 w 141536"/>
                <a:gd name="connsiteY6" fmla="*/ 65716 h 237285"/>
                <a:gd name="connsiteX7" fmla="*/ 18730 w 141536"/>
                <a:gd name="connsiteY7" fmla="*/ 47189 h 237285"/>
                <a:gd name="connsiteX8" fmla="*/ 14119 w 141536"/>
                <a:gd name="connsiteY8" fmla="*/ 47546 h 237285"/>
                <a:gd name="connsiteX9" fmla="*/ 62007 w 141536"/>
                <a:gd name="connsiteY9" fmla="*/ 11205 h 237285"/>
                <a:gd name="connsiteX10" fmla="*/ 109540 w 141536"/>
                <a:gd name="connsiteY10" fmla="*/ 69279 h 237285"/>
                <a:gd name="connsiteX11" fmla="*/ 72294 w 141536"/>
                <a:gd name="connsiteY11" fmla="*/ 148018 h 237285"/>
                <a:gd name="connsiteX12" fmla="*/ 4186 w 141536"/>
                <a:gd name="connsiteY12" fmla="*/ 224263 h 237285"/>
                <a:gd name="connsiteX13" fmla="*/ 284 w 141536"/>
                <a:gd name="connsiteY13" fmla="*/ 237445 h 237285"/>
                <a:gd name="connsiteX14" fmla="*/ 131888 w 141536"/>
                <a:gd name="connsiteY14" fmla="*/ 237445 h 237285"/>
                <a:gd name="connsiteX15" fmla="*/ 141821 w 141536"/>
                <a:gd name="connsiteY15" fmla="*/ 175452 h 237285"/>
                <a:gd name="connsiteX16" fmla="*/ 132952 w 141536"/>
                <a:gd name="connsiteY16" fmla="*/ 175452 h 237285"/>
                <a:gd name="connsiteX17" fmla="*/ 125148 w 141536"/>
                <a:gd name="connsiteY17" fmla="*/ 207161 h 237285"/>
                <a:gd name="connsiteX18" fmla="*/ 91449 w 141536"/>
                <a:gd name="connsiteY18" fmla="*/ 210011 h 237285"/>
                <a:gd name="connsiteX19" fmla="*/ 27598 w 141536"/>
                <a:gd name="connsiteY19" fmla="*/ 210011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536" h="237285">
                  <a:moveTo>
                    <a:pt x="27598" y="210011"/>
                  </a:moveTo>
                  <a:lnTo>
                    <a:pt x="65199" y="173314"/>
                  </a:lnTo>
                  <a:cubicBezTo>
                    <a:pt x="120537" y="124147"/>
                    <a:pt x="141821" y="104907"/>
                    <a:pt x="141821" y="69279"/>
                  </a:cubicBezTo>
                  <a:cubicBezTo>
                    <a:pt x="141821" y="28662"/>
                    <a:pt x="109895" y="160"/>
                    <a:pt x="66618" y="160"/>
                  </a:cubicBezTo>
                  <a:cubicBezTo>
                    <a:pt x="26534" y="160"/>
                    <a:pt x="284" y="32938"/>
                    <a:pt x="284" y="64647"/>
                  </a:cubicBezTo>
                  <a:cubicBezTo>
                    <a:pt x="284" y="84599"/>
                    <a:pt x="18021" y="84599"/>
                    <a:pt x="19085" y="84599"/>
                  </a:cubicBezTo>
                  <a:cubicBezTo>
                    <a:pt x="25115" y="84599"/>
                    <a:pt x="37531" y="80324"/>
                    <a:pt x="37531" y="65716"/>
                  </a:cubicBezTo>
                  <a:cubicBezTo>
                    <a:pt x="37531" y="56453"/>
                    <a:pt x="31145" y="47189"/>
                    <a:pt x="18730" y="47189"/>
                  </a:cubicBezTo>
                  <a:cubicBezTo>
                    <a:pt x="15892" y="47189"/>
                    <a:pt x="15183" y="47189"/>
                    <a:pt x="14119" y="47546"/>
                  </a:cubicBezTo>
                  <a:cubicBezTo>
                    <a:pt x="22277" y="24387"/>
                    <a:pt x="41433" y="11205"/>
                    <a:pt x="62007" y="11205"/>
                  </a:cubicBezTo>
                  <a:cubicBezTo>
                    <a:pt x="94287" y="11205"/>
                    <a:pt x="109540" y="40064"/>
                    <a:pt x="109540" y="69279"/>
                  </a:cubicBezTo>
                  <a:cubicBezTo>
                    <a:pt x="109540" y="97782"/>
                    <a:pt x="91804" y="125928"/>
                    <a:pt x="72294" y="148018"/>
                  </a:cubicBezTo>
                  <a:lnTo>
                    <a:pt x="4186" y="224263"/>
                  </a:lnTo>
                  <a:cubicBezTo>
                    <a:pt x="284" y="228182"/>
                    <a:pt x="284" y="228894"/>
                    <a:pt x="284" y="237445"/>
                  </a:cubicBezTo>
                  <a:lnTo>
                    <a:pt x="131888" y="237445"/>
                  </a:lnTo>
                  <a:lnTo>
                    <a:pt x="141821" y="175452"/>
                  </a:lnTo>
                  <a:lnTo>
                    <a:pt x="132952" y="175452"/>
                  </a:lnTo>
                  <a:cubicBezTo>
                    <a:pt x="131179" y="186140"/>
                    <a:pt x="128696" y="201817"/>
                    <a:pt x="125148" y="207161"/>
                  </a:cubicBezTo>
                  <a:cubicBezTo>
                    <a:pt x="122665" y="210011"/>
                    <a:pt x="99253" y="210011"/>
                    <a:pt x="91449" y="210011"/>
                  </a:cubicBezTo>
                  <a:lnTo>
                    <a:pt x="27598" y="2100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0" name="Freeform: Shape 119">
              <a:extLst>
                <a:ext uri="{FF2B5EF4-FFF2-40B4-BE49-F238E27FC236}">
                  <a16:creationId xmlns:a16="http://schemas.microsoft.com/office/drawing/2014/main" id="{59DDFE2A-C553-EA71-36C1-C2301714150C}"/>
                </a:ext>
              </a:extLst>
            </p:cNvPr>
            <p:cNvSpPr/>
            <p:nvPr/>
          </p:nvSpPr>
          <p:spPr>
            <a:xfrm>
              <a:off x="11768049" y="7768208"/>
              <a:ext cx="187651" cy="157477"/>
            </a:xfrm>
            <a:custGeom>
              <a:avLst/>
              <a:gdLst>
                <a:gd name="connsiteX0" fmla="*/ 170559 w 187651"/>
                <a:gd name="connsiteY0" fmla="*/ 20824 h 157477"/>
                <a:gd name="connsiteX1" fmla="*/ 187940 w 187651"/>
                <a:gd name="connsiteY1" fmla="*/ 8711 h 157477"/>
                <a:gd name="connsiteX2" fmla="*/ 174106 w 187651"/>
                <a:gd name="connsiteY2" fmla="*/ 160 h 157477"/>
                <a:gd name="connsiteX3" fmla="*/ 93228 w 187651"/>
                <a:gd name="connsiteY3" fmla="*/ 160 h 157477"/>
                <a:gd name="connsiteX4" fmla="*/ 289 w 187651"/>
                <a:gd name="connsiteY4" fmla="*/ 101345 h 157477"/>
                <a:gd name="connsiteX5" fmla="*/ 53498 w 187651"/>
                <a:gd name="connsiteY5" fmla="*/ 157637 h 157477"/>
                <a:gd name="connsiteX6" fmla="*/ 142535 w 187651"/>
                <a:gd name="connsiteY6" fmla="*/ 59659 h 157477"/>
                <a:gd name="connsiteX7" fmla="*/ 131538 w 187651"/>
                <a:gd name="connsiteY7" fmla="*/ 20824 h 157477"/>
                <a:gd name="connsiteX8" fmla="*/ 170559 w 187651"/>
                <a:gd name="connsiteY8" fmla="*/ 20824 h 157477"/>
                <a:gd name="connsiteX9" fmla="*/ 53853 w 187651"/>
                <a:gd name="connsiteY9" fmla="*/ 149799 h 157477"/>
                <a:gd name="connsiteX10" fmla="*/ 22282 w 187651"/>
                <a:gd name="connsiteY10" fmla="*/ 111320 h 157477"/>
                <a:gd name="connsiteX11" fmla="*/ 38954 w 187651"/>
                <a:gd name="connsiteY11" fmla="*/ 50396 h 157477"/>
                <a:gd name="connsiteX12" fmla="*/ 87197 w 187651"/>
                <a:gd name="connsiteY12" fmla="*/ 20824 h 157477"/>
                <a:gd name="connsiteX13" fmla="*/ 119832 w 187651"/>
                <a:gd name="connsiteY13" fmla="*/ 55384 h 157477"/>
                <a:gd name="connsiteX14" fmla="*/ 100677 w 187651"/>
                <a:gd name="connsiteY14" fmla="*/ 119515 h 157477"/>
                <a:gd name="connsiteX15" fmla="*/ 53853 w 187651"/>
                <a:gd name="connsiteY15" fmla="*/ 149799 h 157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7651" h="157477">
                  <a:moveTo>
                    <a:pt x="170559" y="20824"/>
                  </a:moveTo>
                  <a:cubicBezTo>
                    <a:pt x="175170" y="20824"/>
                    <a:pt x="187940" y="20824"/>
                    <a:pt x="187940" y="8711"/>
                  </a:cubicBezTo>
                  <a:cubicBezTo>
                    <a:pt x="187940" y="160"/>
                    <a:pt x="180491" y="160"/>
                    <a:pt x="174106" y="160"/>
                  </a:cubicBezTo>
                  <a:lnTo>
                    <a:pt x="93228" y="160"/>
                  </a:lnTo>
                  <a:cubicBezTo>
                    <a:pt x="39664" y="160"/>
                    <a:pt x="289" y="58947"/>
                    <a:pt x="289" y="101345"/>
                  </a:cubicBezTo>
                  <a:cubicBezTo>
                    <a:pt x="289" y="132698"/>
                    <a:pt x="21218" y="157637"/>
                    <a:pt x="53498" y="157637"/>
                  </a:cubicBezTo>
                  <a:cubicBezTo>
                    <a:pt x="95356" y="157637"/>
                    <a:pt x="142535" y="114527"/>
                    <a:pt x="142535" y="59659"/>
                  </a:cubicBezTo>
                  <a:cubicBezTo>
                    <a:pt x="142535" y="53602"/>
                    <a:pt x="142535" y="36501"/>
                    <a:pt x="131538" y="20824"/>
                  </a:cubicBezTo>
                  <a:lnTo>
                    <a:pt x="170559" y="20824"/>
                  </a:lnTo>
                  <a:close/>
                  <a:moveTo>
                    <a:pt x="53853" y="149799"/>
                  </a:moveTo>
                  <a:cubicBezTo>
                    <a:pt x="36471" y="149799"/>
                    <a:pt x="22282" y="136973"/>
                    <a:pt x="22282" y="111320"/>
                  </a:cubicBezTo>
                  <a:cubicBezTo>
                    <a:pt x="22282" y="100632"/>
                    <a:pt x="26539" y="71417"/>
                    <a:pt x="38954" y="50396"/>
                  </a:cubicBezTo>
                  <a:cubicBezTo>
                    <a:pt x="53853" y="25812"/>
                    <a:pt x="75137" y="20824"/>
                    <a:pt x="87197" y="20824"/>
                  </a:cubicBezTo>
                  <a:cubicBezTo>
                    <a:pt x="116995" y="20824"/>
                    <a:pt x="119832" y="44339"/>
                    <a:pt x="119832" y="55384"/>
                  </a:cubicBezTo>
                  <a:cubicBezTo>
                    <a:pt x="119832" y="72129"/>
                    <a:pt x="112738" y="101345"/>
                    <a:pt x="100677" y="119515"/>
                  </a:cubicBezTo>
                  <a:cubicBezTo>
                    <a:pt x="86843" y="140536"/>
                    <a:pt x="67687" y="149799"/>
                    <a:pt x="53853" y="149799"/>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1" name="Freeform: Shape 120">
              <a:extLst>
                <a:ext uri="{FF2B5EF4-FFF2-40B4-BE49-F238E27FC236}">
                  <a16:creationId xmlns:a16="http://schemas.microsoft.com/office/drawing/2014/main" id="{560053AE-061F-88A0-EBBE-23B8CF3A15D8}"/>
                </a:ext>
              </a:extLst>
            </p:cNvPr>
            <p:cNvSpPr/>
            <p:nvPr/>
          </p:nvSpPr>
          <p:spPr>
            <a:xfrm>
              <a:off x="12005111" y="7654554"/>
              <a:ext cx="82296" cy="356284"/>
            </a:xfrm>
            <a:custGeom>
              <a:avLst/>
              <a:gdLst>
                <a:gd name="connsiteX0" fmla="*/ 82592 w 82296"/>
                <a:gd name="connsiteY0" fmla="*/ 352881 h 356284"/>
                <a:gd name="connsiteX1" fmla="*/ 76562 w 82296"/>
                <a:gd name="connsiteY1" fmla="*/ 345043 h 356284"/>
                <a:gd name="connsiteX2" fmla="*/ 20869 w 82296"/>
                <a:gd name="connsiteY2" fmla="*/ 178302 h 356284"/>
                <a:gd name="connsiteX3" fmla="*/ 77981 w 82296"/>
                <a:gd name="connsiteY3" fmla="*/ 9779 h 356284"/>
                <a:gd name="connsiteX4" fmla="*/ 82592 w 82296"/>
                <a:gd name="connsiteY4" fmla="*/ 3723 h 356284"/>
                <a:gd name="connsiteX5" fmla="*/ 79045 w 82296"/>
                <a:gd name="connsiteY5" fmla="*/ 160 h 356284"/>
                <a:gd name="connsiteX6" fmla="*/ 22643 w 82296"/>
                <a:gd name="connsiteY6" fmla="*/ 69635 h 356284"/>
                <a:gd name="connsiteX7" fmla="*/ 295 w 82296"/>
                <a:gd name="connsiteY7" fmla="*/ 178302 h 356284"/>
                <a:gd name="connsiteX8" fmla="*/ 23707 w 82296"/>
                <a:gd name="connsiteY8" fmla="*/ 289463 h 356284"/>
                <a:gd name="connsiteX9" fmla="*/ 79045 w 82296"/>
                <a:gd name="connsiteY9" fmla="*/ 356444 h 356284"/>
                <a:gd name="connsiteX10" fmla="*/ 82592 w 82296"/>
                <a:gd name="connsiteY10" fmla="*/ 352881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592" y="352881"/>
                  </a:moveTo>
                  <a:cubicBezTo>
                    <a:pt x="82592" y="351812"/>
                    <a:pt x="82592" y="351100"/>
                    <a:pt x="76562" y="345043"/>
                  </a:cubicBezTo>
                  <a:cubicBezTo>
                    <a:pt x="32221" y="300151"/>
                    <a:pt x="20869" y="232813"/>
                    <a:pt x="20869" y="178302"/>
                  </a:cubicBezTo>
                  <a:cubicBezTo>
                    <a:pt x="20869" y="116308"/>
                    <a:pt x="34349" y="54315"/>
                    <a:pt x="77981" y="9779"/>
                  </a:cubicBezTo>
                  <a:cubicBezTo>
                    <a:pt x="82592" y="5504"/>
                    <a:pt x="82592" y="4791"/>
                    <a:pt x="82592" y="3723"/>
                  </a:cubicBezTo>
                  <a:cubicBezTo>
                    <a:pt x="82592" y="1229"/>
                    <a:pt x="81173" y="160"/>
                    <a:pt x="79045" y="160"/>
                  </a:cubicBezTo>
                  <a:cubicBezTo>
                    <a:pt x="75498" y="160"/>
                    <a:pt x="43572" y="24387"/>
                    <a:pt x="22643" y="69635"/>
                  </a:cubicBezTo>
                  <a:cubicBezTo>
                    <a:pt x="4552" y="108826"/>
                    <a:pt x="295" y="148374"/>
                    <a:pt x="295" y="178302"/>
                  </a:cubicBezTo>
                  <a:cubicBezTo>
                    <a:pt x="295" y="206092"/>
                    <a:pt x="4197" y="249203"/>
                    <a:pt x="23707" y="289463"/>
                  </a:cubicBezTo>
                  <a:cubicBezTo>
                    <a:pt x="44991" y="333286"/>
                    <a:pt x="75498" y="356444"/>
                    <a:pt x="79045" y="356444"/>
                  </a:cubicBezTo>
                  <a:cubicBezTo>
                    <a:pt x="81173" y="356444"/>
                    <a:pt x="82592" y="355375"/>
                    <a:pt x="82592" y="352881"/>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2" name="Freeform: Shape 121">
              <a:extLst>
                <a:ext uri="{FF2B5EF4-FFF2-40B4-BE49-F238E27FC236}">
                  <a16:creationId xmlns:a16="http://schemas.microsoft.com/office/drawing/2014/main" id="{4438CEC5-5496-1150-3A09-C87B8307F088}"/>
                </a:ext>
              </a:extLst>
            </p:cNvPr>
            <p:cNvSpPr/>
            <p:nvPr/>
          </p:nvSpPr>
          <p:spPr>
            <a:xfrm>
              <a:off x="12125679" y="7684481"/>
              <a:ext cx="141536" cy="237285"/>
            </a:xfrm>
            <a:custGeom>
              <a:avLst/>
              <a:gdLst>
                <a:gd name="connsiteX0" fmla="*/ 27613 w 141536"/>
                <a:gd name="connsiteY0" fmla="*/ 210011 h 237285"/>
                <a:gd name="connsiteX1" fmla="*/ 65214 w 141536"/>
                <a:gd name="connsiteY1" fmla="*/ 173314 h 237285"/>
                <a:gd name="connsiteX2" fmla="*/ 141835 w 141536"/>
                <a:gd name="connsiteY2" fmla="*/ 69279 h 237285"/>
                <a:gd name="connsiteX3" fmla="*/ 66633 w 141536"/>
                <a:gd name="connsiteY3" fmla="*/ 160 h 237285"/>
                <a:gd name="connsiteX4" fmla="*/ 299 w 141536"/>
                <a:gd name="connsiteY4" fmla="*/ 64647 h 237285"/>
                <a:gd name="connsiteX5" fmla="*/ 19100 w 141536"/>
                <a:gd name="connsiteY5" fmla="*/ 84599 h 237285"/>
                <a:gd name="connsiteX6" fmla="*/ 37545 w 141536"/>
                <a:gd name="connsiteY6" fmla="*/ 65716 h 237285"/>
                <a:gd name="connsiteX7" fmla="*/ 18745 w 141536"/>
                <a:gd name="connsiteY7" fmla="*/ 47189 h 237285"/>
                <a:gd name="connsiteX8" fmla="*/ 14133 w 141536"/>
                <a:gd name="connsiteY8" fmla="*/ 47546 h 237285"/>
                <a:gd name="connsiteX9" fmla="*/ 62022 w 141536"/>
                <a:gd name="connsiteY9" fmla="*/ 11205 h 237285"/>
                <a:gd name="connsiteX10" fmla="*/ 109555 w 141536"/>
                <a:gd name="connsiteY10" fmla="*/ 69279 h 237285"/>
                <a:gd name="connsiteX11" fmla="*/ 72309 w 141536"/>
                <a:gd name="connsiteY11" fmla="*/ 148018 h 237285"/>
                <a:gd name="connsiteX12" fmla="*/ 4201 w 141536"/>
                <a:gd name="connsiteY12" fmla="*/ 224263 h 237285"/>
                <a:gd name="connsiteX13" fmla="*/ 299 w 141536"/>
                <a:gd name="connsiteY13" fmla="*/ 237445 h 237285"/>
                <a:gd name="connsiteX14" fmla="*/ 131903 w 141536"/>
                <a:gd name="connsiteY14" fmla="*/ 237445 h 237285"/>
                <a:gd name="connsiteX15" fmla="*/ 141835 w 141536"/>
                <a:gd name="connsiteY15" fmla="*/ 175452 h 237285"/>
                <a:gd name="connsiteX16" fmla="*/ 132967 w 141536"/>
                <a:gd name="connsiteY16" fmla="*/ 175452 h 237285"/>
                <a:gd name="connsiteX17" fmla="*/ 125163 w 141536"/>
                <a:gd name="connsiteY17" fmla="*/ 207161 h 237285"/>
                <a:gd name="connsiteX18" fmla="*/ 91464 w 141536"/>
                <a:gd name="connsiteY18" fmla="*/ 210011 h 237285"/>
                <a:gd name="connsiteX19" fmla="*/ 27613 w 141536"/>
                <a:gd name="connsiteY19" fmla="*/ 210011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41536" h="237285">
                  <a:moveTo>
                    <a:pt x="27613" y="210011"/>
                  </a:moveTo>
                  <a:lnTo>
                    <a:pt x="65214" y="173314"/>
                  </a:lnTo>
                  <a:cubicBezTo>
                    <a:pt x="120552" y="124147"/>
                    <a:pt x="141835" y="104907"/>
                    <a:pt x="141835" y="69279"/>
                  </a:cubicBezTo>
                  <a:cubicBezTo>
                    <a:pt x="141835" y="28662"/>
                    <a:pt x="109910" y="160"/>
                    <a:pt x="66633" y="160"/>
                  </a:cubicBezTo>
                  <a:cubicBezTo>
                    <a:pt x="26549" y="160"/>
                    <a:pt x="299" y="32938"/>
                    <a:pt x="299" y="64647"/>
                  </a:cubicBezTo>
                  <a:cubicBezTo>
                    <a:pt x="299" y="84599"/>
                    <a:pt x="18035" y="84599"/>
                    <a:pt x="19100" y="84599"/>
                  </a:cubicBezTo>
                  <a:cubicBezTo>
                    <a:pt x="25130" y="84599"/>
                    <a:pt x="37545" y="80324"/>
                    <a:pt x="37545" y="65716"/>
                  </a:cubicBezTo>
                  <a:cubicBezTo>
                    <a:pt x="37545" y="56453"/>
                    <a:pt x="31160" y="47189"/>
                    <a:pt x="18745" y="47189"/>
                  </a:cubicBezTo>
                  <a:cubicBezTo>
                    <a:pt x="15907" y="47189"/>
                    <a:pt x="15198" y="47189"/>
                    <a:pt x="14133" y="47546"/>
                  </a:cubicBezTo>
                  <a:cubicBezTo>
                    <a:pt x="22292" y="24387"/>
                    <a:pt x="41447" y="11205"/>
                    <a:pt x="62022" y="11205"/>
                  </a:cubicBezTo>
                  <a:cubicBezTo>
                    <a:pt x="94302" y="11205"/>
                    <a:pt x="109555" y="40064"/>
                    <a:pt x="109555" y="69279"/>
                  </a:cubicBezTo>
                  <a:cubicBezTo>
                    <a:pt x="109555" y="97782"/>
                    <a:pt x="91819" y="125928"/>
                    <a:pt x="72309" y="148018"/>
                  </a:cubicBezTo>
                  <a:lnTo>
                    <a:pt x="4201" y="224263"/>
                  </a:lnTo>
                  <a:cubicBezTo>
                    <a:pt x="299" y="228182"/>
                    <a:pt x="299" y="228894"/>
                    <a:pt x="299" y="237445"/>
                  </a:cubicBezTo>
                  <a:lnTo>
                    <a:pt x="131903" y="237445"/>
                  </a:lnTo>
                  <a:lnTo>
                    <a:pt x="141835" y="175452"/>
                  </a:lnTo>
                  <a:lnTo>
                    <a:pt x="132967" y="175452"/>
                  </a:lnTo>
                  <a:cubicBezTo>
                    <a:pt x="131194" y="186140"/>
                    <a:pt x="128711" y="201817"/>
                    <a:pt x="125163" y="207161"/>
                  </a:cubicBezTo>
                  <a:cubicBezTo>
                    <a:pt x="122680" y="210011"/>
                    <a:pt x="99268" y="210011"/>
                    <a:pt x="91464" y="210011"/>
                  </a:cubicBezTo>
                  <a:lnTo>
                    <a:pt x="27613" y="2100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3" name="Freeform: Shape 122">
              <a:extLst>
                <a:ext uri="{FF2B5EF4-FFF2-40B4-BE49-F238E27FC236}">
                  <a16:creationId xmlns:a16="http://schemas.microsoft.com/office/drawing/2014/main" id="{3FCAA605-C77E-2244-53CD-1870CDA522AA}"/>
                </a:ext>
              </a:extLst>
            </p:cNvPr>
            <p:cNvSpPr/>
            <p:nvPr/>
          </p:nvSpPr>
          <p:spPr>
            <a:xfrm>
              <a:off x="12295595" y="7764289"/>
              <a:ext cx="176654" cy="161396"/>
            </a:xfrm>
            <a:custGeom>
              <a:avLst/>
              <a:gdLst>
                <a:gd name="connsiteX0" fmla="*/ 108496 w 176654"/>
                <a:gd name="connsiteY0" fmla="*/ 50040 h 161396"/>
                <a:gd name="connsiteX1" fmla="*/ 143614 w 176654"/>
                <a:gd name="connsiteY1" fmla="*/ 7998 h 161396"/>
                <a:gd name="connsiteX2" fmla="*/ 161350 w 176654"/>
                <a:gd name="connsiteY2" fmla="*/ 12630 h 161396"/>
                <a:gd name="connsiteX3" fmla="*/ 144324 w 176654"/>
                <a:gd name="connsiteY3" fmla="*/ 31869 h 161396"/>
                <a:gd name="connsiteX4" fmla="*/ 157803 w 176654"/>
                <a:gd name="connsiteY4" fmla="*/ 44339 h 161396"/>
                <a:gd name="connsiteX5" fmla="*/ 176959 w 176654"/>
                <a:gd name="connsiteY5" fmla="*/ 23674 h 161396"/>
                <a:gd name="connsiteX6" fmla="*/ 143969 w 176654"/>
                <a:gd name="connsiteY6" fmla="*/ 160 h 161396"/>
                <a:gd name="connsiteX7" fmla="*/ 106722 w 176654"/>
                <a:gd name="connsiteY7" fmla="*/ 27237 h 161396"/>
                <a:gd name="connsiteX8" fmla="*/ 68412 w 176654"/>
                <a:gd name="connsiteY8" fmla="*/ 160 h 161396"/>
                <a:gd name="connsiteX9" fmla="*/ 11301 w 176654"/>
                <a:gd name="connsiteY9" fmla="*/ 55028 h 161396"/>
                <a:gd name="connsiteX10" fmla="*/ 15557 w 176654"/>
                <a:gd name="connsiteY10" fmla="*/ 58590 h 161396"/>
                <a:gd name="connsiteX11" fmla="*/ 20169 w 176654"/>
                <a:gd name="connsiteY11" fmla="*/ 54671 h 161396"/>
                <a:gd name="connsiteX12" fmla="*/ 67702 w 176654"/>
                <a:gd name="connsiteY12" fmla="*/ 7998 h 161396"/>
                <a:gd name="connsiteX13" fmla="*/ 86858 w 176654"/>
                <a:gd name="connsiteY13" fmla="*/ 31869 h 161396"/>
                <a:gd name="connsiteX14" fmla="*/ 67702 w 176654"/>
                <a:gd name="connsiteY14" fmla="*/ 116665 h 161396"/>
                <a:gd name="connsiteX15" fmla="*/ 34003 w 176654"/>
                <a:gd name="connsiteY15" fmla="*/ 153718 h 161396"/>
                <a:gd name="connsiteX16" fmla="*/ 16267 w 176654"/>
                <a:gd name="connsiteY16" fmla="*/ 149087 h 161396"/>
                <a:gd name="connsiteX17" fmla="*/ 32939 w 176654"/>
                <a:gd name="connsiteY17" fmla="*/ 129847 h 161396"/>
                <a:gd name="connsiteX18" fmla="*/ 19814 w 176654"/>
                <a:gd name="connsiteY18" fmla="*/ 117377 h 161396"/>
                <a:gd name="connsiteX19" fmla="*/ 304 w 176654"/>
                <a:gd name="connsiteY19" fmla="*/ 138042 h 161396"/>
                <a:gd name="connsiteX20" fmla="*/ 33648 w 176654"/>
                <a:gd name="connsiteY20" fmla="*/ 161557 h 161396"/>
                <a:gd name="connsiteX21" fmla="*/ 70895 w 176654"/>
                <a:gd name="connsiteY21" fmla="*/ 134479 h 161396"/>
                <a:gd name="connsiteX22" fmla="*/ 109205 w 176654"/>
                <a:gd name="connsiteY22" fmla="*/ 161557 h 161396"/>
                <a:gd name="connsiteX23" fmla="*/ 165962 w 176654"/>
                <a:gd name="connsiteY23" fmla="*/ 106689 h 161396"/>
                <a:gd name="connsiteX24" fmla="*/ 161705 w 176654"/>
                <a:gd name="connsiteY24" fmla="*/ 103126 h 161396"/>
                <a:gd name="connsiteX25" fmla="*/ 157094 w 176654"/>
                <a:gd name="connsiteY25" fmla="*/ 107045 h 161396"/>
                <a:gd name="connsiteX26" fmla="*/ 109915 w 176654"/>
                <a:gd name="connsiteY26" fmla="*/ 153718 h 161396"/>
                <a:gd name="connsiteX27" fmla="*/ 90405 w 176654"/>
                <a:gd name="connsiteY27" fmla="*/ 130204 h 161396"/>
                <a:gd name="connsiteX28" fmla="*/ 96435 w 176654"/>
                <a:gd name="connsiteY28" fmla="*/ 98850 h 161396"/>
                <a:gd name="connsiteX29" fmla="*/ 108496 w 176654"/>
                <a:gd name="connsiteY29" fmla="*/ 50040 h 1613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654" h="161396">
                  <a:moveTo>
                    <a:pt x="108496" y="50040"/>
                  </a:moveTo>
                  <a:cubicBezTo>
                    <a:pt x="110624" y="40776"/>
                    <a:pt x="118783" y="7998"/>
                    <a:pt x="143614" y="7998"/>
                  </a:cubicBezTo>
                  <a:cubicBezTo>
                    <a:pt x="145388" y="7998"/>
                    <a:pt x="153901" y="7998"/>
                    <a:pt x="161350" y="12630"/>
                  </a:cubicBezTo>
                  <a:cubicBezTo>
                    <a:pt x="151418" y="14411"/>
                    <a:pt x="144324" y="23318"/>
                    <a:pt x="144324" y="31869"/>
                  </a:cubicBezTo>
                  <a:cubicBezTo>
                    <a:pt x="144324" y="37570"/>
                    <a:pt x="148226" y="44339"/>
                    <a:pt x="157803" y="44339"/>
                  </a:cubicBezTo>
                  <a:cubicBezTo>
                    <a:pt x="165607" y="44339"/>
                    <a:pt x="176959" y="37926"/>
                    <a:pt x="176959" y="23674"/>
                  </a:cubicBezTo>
                  <a:cubicBezTo>
                    <a:pt x="176959" y="5148"/>
                    <a:pt x="156030" y="160"/>
                    <a:pt x="143969" y="160"/>
                  </a:cubicBezTo>
                  <a:cubicBezTo>
                    <a:pt x="123395" y="160"/>
                    <a:pt x="110979" y="19043"/>
                    <a:pt x="106722" y="27237"/>
                  </a:cubicBezTo>
                  <a:cubicBezTo>
                    <a:pt x="97854" y="3723"/>
                    <a:pt x="78699" y="160"/>
                    <a:pt x="68412" y="160"/>
                  </a:cubicBezTo>
                  <a:cubicBezTo>
                    <a:pt x="31520" y="160"/>
                    <a:pt x="11301" y="46120"/>
                    <a:pt x="11301" y="55028"/>
                  </a:cubicBezTo>
                  <a:cubicBezTo>
                    <a:pt x="11301" y="58590"/>
                    <a:pt x="14848" y="58590"/>
                    <a:pt x="15557" y="58590"/>
                  </a:cubicBezTo>
                  <a:cubicBezTo>
                    <a:pt x="18395" y="58590"/>
                    <a:pt x="19459" y="57878"/>
                    <a:pt x="20169" y="54671"/>
                  </a:cubicBezTo>
                  <a:cubicBezTo>
                    <a:pt x="32230" y="16905"/>
                    <a:pt x="55642" y="7998"/>
                    <a:pt x="67702" y="7998"/>
                  </a:cubicBezTo>
                  <a:cubicBezTo>
                    <a:pt x="74442" y="7998"/>
                    <a:pt x="86858" y="11205"/>
                    <a:pt x="86858" y="31869"/>
                  </a:cubicBezTo>
                  <a:cubicBezTo>
                    <a:pt x="86858" y="42914"/>
                    <a:pt x="80827" y="66785"/>
                    <a:pt x="67702" y="116665"/>
                  </a:cubicBezTo>
                  <a:cubicBezTo>
                    <a:pt x="62027" y="138754"/>
                    <a:pt x="49611" y="153718"/>
                    <a:pt x="34003" y="153718"/>
                  </a:cubicBezTo>
                  <a:cubicBezTo>
                    <a:pt x="31875" y="153718"/>
                    <a:pt x="23716" y="153718"/>
                    <a:pt x="16267" y="149087"/>
                  </a:cubicBezTo>
                  <a:cubicBezTo>
                    <a:pt x="25135" y="147305"/>
                    <a:pt x="32939" y="139823"/>
                    <a:pt x="32939" y="129847"/>
                  </a:cubicBezTo>
                  <a:cubicBezTo>
                    <a:pt x="32939" y="120228"/>
                    <a:pt x="25135" y="117377"/>
                    <a:pt x="19814" y="117377"/>
                  </a:cubicBezTo>
                  <a:cubicBezTo>
                    <a:pt x="9172" y="117377"/>
                    <a:pt x="304" y="126641"/>
                    <a:pt x="304" y="138042"/>
                  </a:cubicBezTo>
                  <a:cubicBezTo>
                    <a:pt x="304" y="154431"/>
                    <a:pt x="18040" y="161557"/>
                    <a:pt x="33648" y="161557"/>
                  </a:cubicBezTo>
                  <a:cubicBezTo>
                    <a:pt x="57060" y="161557"/>
                    <a:pt x="69831" y="136617"/>
                    <a:pt x="70895" y="134479"/>
                  </a:cubicBezTo>
                  <a:cubicBezTo>
                    <a:pt x="75152" y="147661"/>
                    <a:pt x="87922" y="161557"/>
                    <a:pt x="109205" y="161557"/>
                  </a:cubicBezTo>
                  <a:cubicBezTo>
                    <a:pt x="145742" y="161557"/>
                    <a:pt x="165962" y="115596"/>
                    <a:pt x="165962" y="106689"/>
                  </a:cubicBezTo>
                  <a:cubicBezTo>
                    <a:pt x="165962" y="103126"/>
                    <a:pt x="162769" y="103126"/>
                    <a:pt x="161705" y="103126"/>
                  </a:cubicBezTo>
                  <a:cubicBezTo>
                    <a:pt x="158513" y="103126"/>
                    <a:pt x="157803" y="104551"/>
                    <a:pt x="157094" y="107045"/>
                  </a:cubicBezTo>
                  <a:cubicBezTo>
                    <a:pt x="145388" y="145167"/>
                    <a:pt x="121266" y="153718"/>
                    <a:pt x="109915" y="153718"/>
                  </a:cubicBezTo>
                  <a:cubicBezTo>
                    <a:pt x="96081" y="153718"/>
                    <a:pt x="90405" y="142317"/>
                    <a:pt x="90405" y="130204"/>
                  </a:cubicBezTo>
                  <a:cubicBezTo>
                    <a:pt x="90405" y="122365"/>
                    <a:pt x="92533" y="114527"/>
                    <a:pt x="96435" y="98850"/>
                  </a:cubicBezTo>
                  <a:lnTo>
                    <a:pt x="108496" y="50040"/>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4" name="Freeform: Shape 123">
              <a:extLst>
                <a:ext uri="{FF2B5EF4-FFF2-40B4-BE49-F238E27FC236}">
                  <a16:creationId xmlns:a16="http://schemas.microsoft.com/office/drawing/2014/main" id="{B71558C9-5C37-7EBE-B990-1158A26CA27E}"/>
                </a:ext>
              </a:extLst>
            </p:cNvPr>
            <p:cNvSpPr/>
            <p:nvPr/>
          </p:nvSpPr>
          <p:spPr>
            <a:xfrm>
              <a:off x="12508264" y="7654554"/>
              <a:ext cx="82296" cy="356284"/>
            </a:xfrm>
            <a:custGeom>
              <a:avLst/>
              <a:gdLst>
                <a:gd name="connsiteX0" fmla="*/ 82607 w 82296"/>
                <a:gd name="connsiteY0" fmla="*/ 178302 h 356284"/>
                <a:gd name="connsiteX1" fmla="*/ 59195 w 82296"/>
                <a:gd name="connsiteY1" fmla="*/ 67141 h 356284"/>
                <a:gd name="connsiteX2" fmla="*/ 3857 w 82296"/>
                <a:gd name="connsiteY2" fmla="*/ 160 h 356284"/>
                <a:gd name="connsiteX3" fmla="*/ 310 w 82296"/>
                <a:gd name="connsiteY3" fmla="*/ 3723 h 356284"/>
                <a:gd name="connsiteX4" fmla="*/ 7050 w 82296"/>
                <a:gd name="connsiteY4" fmla="*/ 11917 h 356284"/>
                <a:gd name="connsiteX5" fmla="*/ 62032 w 82296"/>
                <a:gd name="connsiteY5" fmla="*/ 178302 h 356284"/>
                <a:gd name="connsiteX6" fmla="*/ 4921 w 82296"/>
                <a:gd name="connsiteY6" fmla="*/ 346824 h 356284"/>
                <a:gd name="connsiteX7" fmla="*/ 310 w 82296"/>
                <a:gd name="connsiteY7" fmla="*/ 352881 h 356284"/>
                <a:gd name="connsiteX8" fmla="*/ 3857 w 82296"/>
                <a:gd name="connsiteY8" fmla="*/ 356444 h 356284"/>
                <a:gd name="connsiteX9" fmla="*/ 60259 w 82296"/>
                <a:gd name="connsiteY9" fmla="*/ 286969 h 356284"/>
                <a:gd name="connsiteX10" fmla="*/ 82607 w 82296"/>
                <a:gd name="connsiteY10" fmla="*/ 178302 h 356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6" h="356284">
                  <a:moveTo>
                    <a:pt x="82607" y="178302"/>
                  </a:moveTo>
                  <a:cubicBezTo>
                    <a:pt x="82607" y="150512"/>
                    <a:pt x="78705" y="107401"/>
                    <a:pt x="59195" y="67141"/>
                  </a:cubicBezTo>
                  <a:cubicBezTo>
                    <a:pt x="37911" y="23318"/>
                    <a:pt x="7404" y="160"/>
                    <a:pt x="3857" y="160"/>
                  </a:cubicBezTo>
                  <a:cubicBezTo>
                    <a:pt x="1729" y="160"/>
                    <a:pt x="310" y="1585"/>
                    <a:pt x="310" y="3723"/>
                  </a:cubicBezTo>
                  <a:cubicBezTo>
                    <a:pt x="310" y="4791"/>
                    <a:pt x="310" y="5504"/>
                    <a:pt x="7050" y="11917"/>
                  </a:cubicBezTo>
                  <a:cubicBezTo>
                    <a:pt x="41813" y="47189"/>
                    <a:pt x="62032" y="103838"/>
                    <a:pt x="62032" y="178302"/>
                  </a:cubicBezTo>
                  <a:cubicBezTo>
                    <a:pt x="62032" y="239227"/>
                    <a:pt x="48907" y="301933"/>
                    <a:pt x="4921" y="346824"/>
                  </a:cubicBezTo>
                  <a:cubicBezTo>
                    <a:pt x="310" y="351100"/>
                    <a:pt x="310" y="351812"/>
                    <a:pt x="310" y="352881"/>
                  </a:cubicBezTo>
                  <a:cubicBezTo>
                    <a:pt x="310" y="355019"/>
                    <a:pt x="1729" y="356444"/>
                    <a:pt x="3857" y="356444"/>
                  </a:cubicBezTo>
                  <a:cubicBezTo>
                    <a:pt x="7404" y="356444"/>
                    <a:pt x="39330" y="332217"/>
                    <a:pt x="60259" y="286969"/>
                  </a:cubicBezTo>
                  <a:cubicBezTo>
                    <a:pt x="78350" y="247777"/>
                    <a:pt x="82607" y="208230"/>
                    <a:pt x="82607" y="178302"/>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5" name="Freeform: Shape 124">
              <a:extLst>
                <a:ext uri="{FF2B5EF4-FFF2-40B4-BE49-F238E27FC236}">
                  <a16:creationId xmlns:a16="http://schemas.microsoft.com/office/drawing/2014/main" id="{527FBCCB-3DFA-AE0C-AA65-FE78C0716E11}"/>
                </a:ext>
              </a:extLst>
            </p:cNvPr>
            <p:cNvSpPr/>
            <p:nvPr/>
          </p:nvSpPr>
          <p:spPr>
            <a:xfrm>
              <a:off x="12734264" y="7825570"/>
              <a:ext cx="216738" cy="14251"/>
            </a:xfrm>
            <a:custGeom>
              <a:avLst/>
              <a:gdLst>
                <a:gd name="connsiteX0" fmla="*/ 204639 w 216738"/>
                <a:gd name="connsiteY0" fmla="*/ 14411 h 14251"/>
                <a:gd name="connsiteX1" fmla="*/ 217055 w 216738"/>
                <a:gd name="connsiteY1" fmla="*/ 7285 h 14251"/>
                <a:gd name="connsiteX2" fmla="*/ 204639 w 216738"/>
                <a:gd name="connsiteY2" fmla="*/ 160 h 14251"/>
                <a:gd name="connsiteX3" fmla="*/ 12731 w 216738"/>
                <a:gd name="connsiteY3" fmla="*/ 160 h 14251"/>
                <a:gd name="connsiteX4" fmla="*/ 316 w 216738"/>
                <a:gd name="connsiteY4" fmla="*/ 7285 h 14251"/>
                <a:gd name="connsiteX5" fmla="*/ 12731 w 216738"/>
                <a:gd name="connsiteY5" fmla="*/ 14411 h 14251"/>
                <a:gd name="connsiteX6" fmla="*/ 204639 w 216738"/>
                <a:gd name="connsiteY6" fmla="*/ 14411 h 14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738" h="14251">
                  <a:moveTo>
                    <a:pt x="204639" y="14411"/>
                  </a:moveTo>
                  <a:cubicBezTo>
                    <a:pt x="210670" y="14411"/>
                    <a:pt x="217055" y="14411"/>
                    <a:pt x="217055" y="7285"/>
                  </a:cubicBezTo>
                  <a:cubicBezTo>
                    <a:pt x="217055" y="160"/>
                    <a:pt x="210670" y="160"/>
                    <a:pt x="204639" y="160"/>
                  </a:cubicBezTo>
                  <a:lnTo>
                    <a:pt x="12731" y="160"/>
                  </a:lnTo>
                  <a:cubicBezTo>
                    <a:pt x="6701" y="160"/>
                    <a:pt x="316" y="160"/>
                    <a:pt x="316" y="7285"/>
                  </a:cubicBezTo>
                  <a:cubicBezTo>
                    <a:pt x="316" y="14411"/>
                    <a:pt x="6701" y="14411"/>
                    <a:pt x="12731" y="14411"/>
                  </a:cubicBezTo>
                  <a:lnTo>
                    <a:pt x="204639" y="14411"/>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6" name="Freeform: Shape 125">
              <a:extLst>
                <a:ext uri="{FF2B5EF4-FFF2-40B4-BE49-F238E27FC236}">
                  <a16:creationId xmlns:a16="http://schemas.microsoft.com/office/drawing/2014/main" id="{2B898F9D-9091-8530-4E69-602682DB8811}"/>
                </a:ext>
              </a:extLst>
            </p:cNvPr>
            <p:cNvSpPr/>
            <p:nvPr/>
          </p:nvSpPr>
          <p:spPr>
            <a:xfrm>
              <a:off x="13091119" y="7684481"/>
              <a:ext cx="117060" cy="237285"/>
            </a:xfrm>
            <a:custGeom>
              <a:avLst/>
              <a:gdLst>
                <a:gd name="connsiteX0" fmla="*/ 73045 w 117060"/>
                <a:gd name="connsiteY0" fmla="*/ 9423 h 237285"/>
                <a:gd name="connsiteX1" fmla="*/ 64886 w 117060"/>
                <a:gd name="connsiteY1" fmla="*/ 160 h 237285"/>
                <a:gd name="connsiteX2" fmla="*/ 326 w 117060"/>
                <a:gd name="connsiteY2" fmla="*/ 22962 h 237285"/>
                <a:gd name="connsiteX3" fmla="*/ 326 w 117060"/>
                <a:gd name="connsiteY3" fmla="*/ 34007 h 237285"/>
                <a:gd name="connsiteX4" fmla="*/ 46795 w 117060"/>
                <a:gd name="connsiteY4" fmla="*/ 24743 h 237285"/>
                <a:gd name="connsiteX5" fmla="*/ 46795 w 117060"/>
                <a:gd name="connsiteY5" fmla="*/ 209299 h 237285"/>
                <a:gd name="connsiteX6" fmla="*/ 13805 w 117060"/>
                <a:gd name="connsiteY6" fmla="*/ 226400 h 237285"/>
                <a:gd name="connsiteX7" fmla="*/ 2454 w 117060"/>
                <a:gd name="connsiteY7" fmla="*/ 226400 h 237285"/>
                <a:gd name="connsiteX8" fmla="*/ 2454 w 117060"/>
                <a:gd name="connsiteY8" fmla="*/ 237445 h 237285"/>
                <a:gd name="connsiteX9" fmla="*/ 59920 w 117060"/>
                <a:gd name="connsiteY9" fmla="*/ 236376 h 237285"/>
                <a:gd name="connsiteX10" fmla="*/ 117386 w 117060"/>
                <a:gd name="connsiteY10" fmla="*/ 237445 h 237285"/>
                <a:gd name="connsiteX11" fmla="*/ 117386 w 117060"/>
                <a:gd name="connsiteY11" fmla="*/ 226400 h 237285"/>
                <a:gd name="connsiteX12" fmla="*/ 106035 w 117060"/>
                <a:gd name="connsiteY12" fmla="*/ 226400 h 237285"/>
                <a:gd name="connsiteX13" fmla="*/ 73045 w 117060"/>
                <a:gd name="connsiteY13" fmla="*/ 209299 h 237285"/>
                <a:gd name="connsiteX14" fmla="*/ 73045 w 117060"/>
                <a:gd name="connsiteY14" fmla="*/ 9423 h 2372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060" h="237285">
                  <a:moveTo>
                    <a:pt x="73045" y="9423"/>
                  </a:moveTo>
                  <a:cubicBezTo>
                    <a:pt x="73045" y="872"/>
                    <a:pt x="73045" y="160"/>
                    <a:pt x="64886" y="160"/>
                  </a:cubicBezTo>
                  <a:cubicBezTo>
                    <a:pt x="42893" y="22962"/>
                    <a:pt x="11677" y="22962"/>
                    <a:pt x="326" y="22962"/>
                  </a:cubicBezTo>
                  <a:lnTo>
                    <a:pt x="326" y="34007"/>
                  </a:lnTo>
                  <a:cubicBezTo>
                    <a:pt x="7420" y="34007"/>
                    <a:pt x="28349" y="34007"/>
                    <a:pt x="46795" y="24743"/>
                  </a:cubicBezTo>
                  <a:lnTo>
                    <a:pt x="46795" y="209299"/>
                  </a:lnTo>
                  <a:cubicBezTo>
                    <a:pt x="46795" y="222125"/>
                    <a:pt x="45731" y="226400"/>
                    <a:pt x="13805" y="226400"/>
                  </a:cubicBezTo>
                  <a:lnTo>
                    <a:pt x="2454" y="226400"/>
                  </a:lnTo>
                  <a:lnTo>
                    <a:pt x="2454" y="237445"/>
                  </a:lnTo>
                  <a:cubicBezTo>
                    <a:pt x="14870" y="236376"/>
                    <a:pt x="45731" y="236376"/>
                    <a:pt x="59920" y="236376"/>
                  </a:cubicBezTo>
                  <a:cubicBezTo>
                    <a:pt x="74109" y="236376"/>
                    <a:pt x="104971" y="236376"/>
                    <a:pt x="117386" y="237445"/>
                  </a:cubicBezTo>
                  <a:lnTo>
                    <a:pt x="117386" y="226400"/>
                  </a:lnTo>
                  <a:lnTo>
                    <a:pt x="106035" y="226400"/>
                  </a:lnTo>
                  <a:cubicBezTo>
                    <a:pt x="74109" y="226400"/>
                    <a:pt x="73045" y="222481"/>
                    <a:pt x="73045" y="209299"/>
                  </a:cubicBezTo>
                  <a:lnTo>
                    <a:pt x="73045" y="942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spTree>
    <p:extLst>
      <p:ext uri="{BB962C8B-B14F-4D97-AF65-F5344CB8AC3E}">
        <p14:creationId xmlns:p14="http://schemas.microsoft.com/office/powerpoint/2010/main" val="22054265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A985A-CF91-0976-1BFC-6896FB8F2EE6}"/>
              </a:ext>
            </a:extLst>
          </p:cNvPr>
          <p:cNvSpPr>
            <a:spLocks noGrp="1"/>
          </p:cNvSpPr>
          <p:nvPr>
            <p:ph type="title"/>
          </p:nvPr>
        </p:nvSpPr>
        <p:spPr/>
        <p:txBody>
          <a:bodyPr/>
          <a:lstStyle/>
          <a:p>
            <a:r>
              <a:rPr lang="en-US" sz="3600" dirty="0"/>
              <a:t>Nonlinearity: </a:t>
            </a:r>
            <a:r>
              <a:rPr lang="en-CA" sz="3600" dirty="0">
                <a:solidFill>
                  <a:srgbClr val="111111"/>
                </a:solidFill>
              </a:rPr>
              <a:t>Rectified Linear Unit </a:t>
            </a:r>
            <a:r>
              <a:rPr lang="en-CA" sz="3600" dirty="0">
                <a:solidFill>
                  <a:srgbClr val="444444"/>
                </a:solidFill>
              </a:rPr>
              <a:t>(</a:t>
            </a:r>
            <a:r>
              <a:rPr lang="en-US" sz="3600" dirty="0" err="1"/>
              <a:t>ReLU</a:t>
            </a:r>
            <a:r>
              <a:rPr lang="en-US" sz="3600" dirty="0"/>
              <a:t>)</a:t>
            </a:r>
            <a:endParaRPr lang="en-CA" dirty="0"/>
          </a:p>
        </p:txBody>
      </p:sp>
      <p:sp>
        <p:nvSpPr>
          <p:cNvPr id="4" name="Slide Number Placeholder 3">
            <a:extLst>
              <a:ext uri="{FF2B5EF4-FFF2-40B4-BE49-F238E27FC236}">
                <a16:creationId xmlns:a16="http://schemas.microsoft.com/office/drawing/2014/main" id="{1280F24E-98E2-309C-601C-AD7524C7ABD9}"/>
              </a:ext>
            </a:extLst>
          </p:cNvPr>
          <p:cNvSpPr>
            <a:spLocks noGrp="1"/>
          </p:cNvSpPr>
          <p:nvPr>
            <p:ph type="sldNum" sz="quarter" idx="12"/>
          </p:nvPr>
        </p:nvSpPr>
        <p:spPr/>
        <p:txBody>
          <a:bodyPr/>
          <a:lstStyle/>
          <a:p>
            <a:fld id="{A36FF760-4833-4FC2-9C74-46CD274694B2}" type="slidenum">
              <a:rPr lang="en-CA" smtClean="0"/>
              <a:pPr/>
              <a:t>31</a:t>
            </a:fld>
            <a:endParaRPr lang="en-CA"/>
          </a:p>
        </p:txBody>
      </p:sp>
      <p:grpSp>
        <p:nvGrpSpPr>
          <p:cNvPr id="5" name="Group 4" descr="\documentclass{article}&#10;\usepackage{amsmath,amssymb}&#10;\pagestyle{empty}&#10;\begin{document}&#10;&#10;\newcommand{\score}{\textrm{score}}&#10;\newcommand{\classify}{\textrm{classify}}&#10;\newcommand{\bx}{\mathbf{x}}&#10;&#10;\begin{align*}&#10;y = \text{ReLU}(x) = \max\{0, x\}&#10;\end{align*}&#10;&#10;&#10;\end{document}" title="IguanaTex Vector Display">
            <a:extLst>
              <a:ext uri="{FF2B5EF4-FFF2-40B4-BE49-F238E27FC236}">
                <a16:creationId xmlns:a16="http://schemas.microsoft.com/office/drawing/2014/main" id="{D59A5A5D-E023-5455-C3F9-A83138CCD658}"/>
              </a:ext>
            </a:extLst>
          </p:cNvPr>
          <p:cNvGrpSpPr>
            <a:grpSpLocks noChangeAspect="1"/>
          </p:cNvGrpSpPr>
          <p:nvPr/>
        </p:nvGrpSpPr>
        <p:grpSpPr>
          <a:xfrm>
            <a:off x="3873500" y="1283036"/>
            <a:ext cx="4029044" cy="345414"/>
            <a:chOff x="10162102" y="4485917"/>
            <a:chExt cx="4029044" cy="345414"/>
          </a:xfrm>
        </p:grpSpPr>
        <p:sp>
          <p:nvSpPr>
            <p:cNvPr id="7" name="Freeform: Shape 6">
              <a:extLst>
                <a:ext uri="{FF2B5EF4-FFF2-40B4-BE49-F238E27FC236}">
                  <a16:creationId xmlns:a16="http://schemas.microsoft.com/office/drawing/2014/main" id="{DC8CA21F-E372-92CB-8B1C-5ECA93DA2356}"/>
                </a:ext>
              </a:extLst>
            </p:cNvPr>
            <p:cNvSpPr/>
            <p:nvPr/>
          </p:nvSpPr>
          <p:spPr>
            <a:xfrm>
              <a:off x="10162102" y="4592305"/>
              <a:ext cx="163319" cy="223483"/>
            </a:xfrm>
            <a:custGeom>
              <a:avLst/>
              <a:gdLst>
                <a:gd name="connsiteX0" fmla="*/ 162078 w 163319"/>
                <a:gd name="connsiteY0" fmla="*/ 21155 h 223483"/>
                <a:gd name="connsiteX1" fmla="*/ 163496 w 163319"/>
                <a:gd name="connsiteY1" fmla="*/ 13210 h 223483"/>
                <a:gd name="connsiteX2" fmla="*/ 153222 w 163319"/>
                <a:gd name="connsiteY2" fmla="*/ 3884 h 223483"/>
                <a:gd name="connsiteX3" fmla="*/ 140822 w 163319"/>
                <a:gd name="connsiteY3" fmla="*/ 11138 h 223483"/>
                <a:gd name="connsiteX4" fmla="*/ 135862 w 163319"/>
                <a:gd name="connsiteY4" fmla="*/ 29790 h 223483"/>
                <a:gd name="connsiteX5" fmla="*/ 128777 w 163319"/>
                <a:gd name="connsiteY5" fmla="*/ 57424 h 223483"/>
                <a:gd name="connsiteX6" fmla="*/ 112835 w 163319"/>
                <a:gd name="connsiteY6" fmla="*/ 119598 h 223483"/>
                <a:gd name="connsiteX7" fmla="*/ 72802 w 163319"/>
                <a:gd name="connsiteY7" fmla="*/ 148958 h 223483"/>
                <a:gd name="connsiteX8" fmla="*/ 50837 w 163319"/>
                <a:gd name="connsiteY8" fmla="*/ 120980 h 223483"/>
                <a:gd name="connsiteX9" fmla="*/ 68905 w 163319"/>
                <a:gd name="connsiteY9" fmla="*/ 53279 h 223483"/>
                <a:gd name="connsiteX10" fmla="*/ 75991 w 163319"/>
                <a:gd name="connsiteY10" fmla="*/ 28409 h 223483"/>
                <a:gd name="connsiteX11" fmla="*/ 46940 w 163319"/>
                <a:gd name="connsiteY11" fmla="*/ 85 h 223483"/>
                <a:gd name="connsiteX12" fmla="*/ 176 w 163319"/>
                <a:gd name="connsiteY12" fmla="*/ 53279 h 223483"/>
                <a:gd name="connsiteX13" fmla="*/ 4428 w 163319"/>
                <a:gd name="connsiteY13" fmla="*/ 56733 h 223483"/>
                <a:gd name="connsiteX14" fmla="*/ 10096 w 163319"/>
                <a:gd name="connsiteY14" fmla="*/ 50515 h 223483"/>
                <a:gd name="connsiteX15" fmla="*/ 45877 w 163319"/>
                <a:gd name="connsiteY15" fmla="*/ 7684 h 223483"/>
                <a:gd name="connsiteX16" fmla="*/ 54734 w 163319"/>
                <a:gd name="connsiteY16" fmla="*/ 18737 h 223483"/>
                <a:gd name="connsiteX17" fmla="*/ 48712 w 163319"/>
                <a:gd name="connsiteY17" fmla="*/ 42916 h 223483"/>
                <a:gd name="connsiteX18" fmla="*/ 28164 w 163319"/>
                <a:gd name="connsiteY18" fmla="*/ 115453 h 223483"/>
                <a:gd name="connsiteX19" fmla="*/ 71385 w 163319"/>
                <a:gd name="connsiteY19" fmla="*/ 156558 h 223483"/>
                <a:gd name="connsiteX20" fmla="*/ 107166 w 163319"/>
                <a:gd name="connsiteY20" fmla="*/ 141014 h 223483"/>
                <a:gd name="connsiteX21" fmla="*/ 84139 w 163319"/>
                <a:gd name="connsiteY21" fmla="*/ 194208 h 223483"/>
                <a:gd name="connsiteX22" fmla="*/ 45169 w 163319"/>
                <a:gd name="connsiteY22" fmla="*/ 215969 h 223483"/>
                <a:gd name="connsiteX23" fmla="*/ 18244 w 163319"/>
                <a:gd name="connsiteY23" fmla="*/ 201461 h 223483"/>
                <a:gd name="connsiteX24" fmla="*/ 33478 w 163319"/>
                <a:gd name="connsiteY24" fmla="*/ 197317 h 223483"/>
                <a:gd name="connsiteX25" fmla="*/ 40563 w 163319"/>
                <a:gd name="connsiteY25" fmla="*/ 183154 h 223483"/>
                <a:gd name="connsiteX26" fmla="*/ 27455 w 163319"/>
                <a:gd name="connsiteY26" fmla="*/ 171065 h 223483"/>
                <a:gd name="connsiteX27" fmla="*/ 7616 w 163319"/>
                <a:gd name="connsiteY27" fmla="*/ 193517 h 223483"/>
                <a:gd name="connsiteX28" fmla="*/ 45169 w 163319"/>
                <a:gd name="connsiteY28" fmla="*/ 223568 h 223483"/>
                <a:gd name="connsiteX29" fmla="*/ 128068 w 163319"/>
                <a:gd name="connsiteY29" fmla="*/ 153103 h 223483"/>
                <a:gd name="connsiteX30" fmla="*/ 162078 w 163319"/>
                <a:gd name="connsiteY30" fmla="*/ 21155 h 22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3319" h="223483">
                  <a:moveTo>
                    <a:pt x="162078" y="21155"/>
                  </a:moveTo>
                  <a:cubicBezTo>
                    <a:pt x="163496" y="16319"/>
                    <a:pt x="163496" y="15628"/>
                    <a:pt x="163496" y="13210"/>
                  </a:cubicBezTo>
                  <a:cubicBezTo>
                    <a:pt x="163496" y="6993"/>
                    <a:pt x="158536" y="3884"/>
                    <a:pt x="153222" y="3884"/>
                  </a:cubicBezTo>
                  <a:cubicBezTo>
                    <a:pt x="149679" y="3884"/>
                    <a:pt x="144011" y="5957"/>
                    <a:pt x="140822" y="11138"/>
                  </a:cubicBezTo>
                  <a:cubicBezTo>
                    <a:pt x="140114" y="12865"/>
                    <a:pt x="137279" y="23573"/>
                    <a:pt x="135862" y="29790"/>
                  </a:cubicBezTo>
                  <a:cubicBezTo>
                    <a:pt x="133382" y="38771"/>
                    <a:pt x="130903" y="48097"/>
                    <a:pt x="128777" y="57424"/>
                  </a:cubicBezTo>
                  <a:lnTo>
                    <a:pt x="112835" y="119598"/>
                  </a:lnTo>
                  <a:cubicBezTo>
                    <a:pt x="111418" y="124779"/>
                    <a:pt x="96184" y="148958"/>
                    <a:pt x="72802" y="148958"/>
                  </a:cubicBezTo>
                  <a:cubicBezTo>
                    <a:pt x="54734" y="148958"/>
                    <a:pt x="50837" y="133760"/>
                    <a:pt x="50837" y="120980"/>
                  </a:cubicBezTo>
                  <a:cubicBezTo>
                    <a:pt x="50837" y="105091"/>
                    <a:pt x="56860" y="83675"/>
                    <a:pt x="68905" y="53279"/>
                  </a:cubicBezTo>
                  <a:cubicBezTo>
                    <a:pt x="74573" y="39117"/>
                    <a:pt x="75991" y="35317"/>
                    <a:pt x="75991" y="28409"/>
                  </a:cubicBezTo>
                  <a:cubicBezTo>
                    <a:pt x="75991" y="12865"/>
                    <a:pt x="64654" y="85"/>
                    <a:pt x="46940" y="85"/>
                  </a:cubicBezTo>
                  <a:cubicBezTo>
                    <a:pt x="13284" y="85"/>
                    <a:pt x="176" y="50170"/>
                    <a:pt x="176" y="53279"/>
                  </a:cubicBezTo>
                  <a:cubicBezTo>
                    <a:pt x="176" y="56733"/>
                    <a:pt x="3719" y="56733"/>
                    <a:pt x="4428" y="56733"/>
                  </a:cubicBezTo>
                  <a:cubicBezTo>
                    <a:pt x="7970" y="56733"/>
                    <a:pt x="8325" y="56042"/>
                    <a:pt x="10096" y="50515"/>
                  </a:cubicBezTo>
                  <a:cubicBezTo>
                    <a:pt x="19661" y="18046"/>
                    <a:pt x="33832" y="7684"/>
                    <a:pt x="45877" y="7684"/>
                  </a:cubicBezTo>
                  <a:cubicBezTo>
                    <a:pt x="48712" y="7684"/>
                    <a:pt x="54734" y="7684"/>
                    <a:pt x="54734" y="18737"/>
                  </a:cubicBezTo>
                  <a:cubicBezTo>
                    <a:pt x="54734" y="27372"/>
                    <a:pt x="51192" y="36353"/>
                    <a:pt x="48712" y="42916"/>
                  </a:cubicBezTo>
                  <a:cubicBezTo>
                    <a:pt x="34541" y="79530"/>
                    <a:pt x="28164" y="99219"/>
                    <a:pt x="28164" y="115453"/>
                  </a:cubicBezTo>
                  <a:cubicBezTo>
                    <a:pt x="28164" y="146195"/>
                    <a:pt x="50483" y="156558"/>
                    <a:pt x="71385" y="156558"/>
                  </a:cubicBezTo>
                  <a:cubicBezTo>
                    <a:pt x="85202" y="156558"/>
                    <a:pt x="97247" y="150686"/>
                    <a:pt x="107166" y="141014"/>
                  </a:cubicBezTo>
                  <a:cubicBezTo>
                    <a:pt x="102561" y="158975"/>
                    <a:pt x="98310" y="175901"/>
                    <a:pt x="84139" y="194208"/>
                  </a:cubicBezTo>
                  <a:cubicBezTo>
                    <a:pt x="74928" y="205952"/>
                    <a:pt x="61465" y="215969"/>
                    <a:pt x="45169" y="215969"/>
                  </a:cubicBezTo>
                  <a:cubicBezTo>
                    <a:pt x="40209" y="215969"/>
                    <a:pt x="24267" y="214933"/>
                    <a:pt x="18244" y="201461"/>
                  </a:cubicBezTo>
                  <a:cubicBezTo>
                    <a:pt x="23913" y="201461"/>
                    <a:pt x="28518" y="201461"/>
                    <a:pt x="33478" y="197317"/>
                  </a:cubicBezTo>
                  <a:cubicBezTo>
                    <a:pt x="37021" y="194208"/>
                    <a:pt x="40563" y="189717"/>
                    <a:pt x="40563" y="183154"/>
                  </a:cubicBezTo>
                  <a:cubicBezTo>
                    <a:pt x="40563" y="172447"/>
                    <a:pt x="30998" y="171065"/>
                    <a:pt x="27455" y="171065"/>
                  </a:cubicBezTo>
                  <a:cubicBezTo>
                    <a:pt x="19307" y="171065"/>
                    <a:pt x="7616" y="176592"/>
                    <a:pt x="7616" y="193517"/>
                  </a:cubicBezTo>
                  <a:cubicBezTo>
                    <a:pt x="7616" y="210788"/>
                    <a:pt x="23204" y="223568"/>
                    <a:pt x="45169" y="223568"/>
                  </a:cubicBezTo>
                  <a:cubicBezTo>
                    <a:pt x="81659" y="223568"/>
                    <a:pt x="118149" y="192135"/>
                    <a:pt x="128068" y="153103"/>
                  </a:cubicBezTo>
                  <a:lnTo>
                    <a:pt x="162078" y="21155"/>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 name="Freeform: Shape 7">
              <a:extLst>
                <a:ext uri="{FF2B5EF4-FFF2-40B4-BE49-F238E27FC236}">
                  <a16:creationId xmlns:a16="http://schemas.microsoft.com/office/drawing/2014/main" id="{3049893C-4F02-2DC5-7C26-89473B1A0799}"/>
                </a:ext>
              </a:extLst>
            </p:cNvPr>
            <p:cNvSpPr/>
            <p:nvPr/>
          </p:nvSpPr>
          <p:spPr>
            <a:xfrm>
              <a:off x="10456477" y="4618211"/>
              <a:ext cx="235590" cy="80827"/>
            </a:xfrm>
            <a:custGeom>
              <a:avLst/>
              <a:gdLst>
                <a:gd name="connsiteX0" fmla="*/ 223730 w 235590"/>
                <a:gd name="connsiteY0" fmla="*/ 13901 h 80827"/>
                <a:gd name="connsiteX1" fmla="*/ 235775 w 235590"/>
                <a:gd name="connsiteY1" fmla="*/ 6993 h 80827"/>
                <a:gd name="connsiteX2" fmla="*/ 224084 w 235590"/>
                <a:gd name="connsiteY2" fmla="*/ 85 h 80827"/>
                <a:gd name="connsiteX3" fmla="*/ 11875 w 235590"/>
                <a:gd name="connsiteY3" fmla="*/ 85 h 80827"/>
                <a:gd name="connsiteX4" fmla="*/ 184 w 235590"/>
                <a:gd name="connsiteY4" fmla="*/ 6993 h 80827"/>
                <a:gd name="connsiteX5" fmla="*/ 12230 w 235590"/>
                <a:gd name="connsiteY5" fmla="*/ 13901 h 80827"/>
                <a:gd name="connsiteX6" fmla="*/ 223730 w 235590"/>
                <a:gd name="connsiteY6" fmla="*/ 13901 h 80827"/>
                <a:gd name="connsiteX7" fmla="*/ 224084 w 235590"/>
                <a:gd name="connsiteY7" fmla="*/ 80912 h 80827"/>
                <a:gd name="connsiteX8" fmla="*/ 235775 w 235590"/>
                <a:gd name="connsiteY8" fmla="*/ 74003 h 80827"/>
                <a:gd name="connsiteX9" fmla="*/ 223730 w 235590"/>
                <a:gd name="connsiteY9" fmla="*/ 67095 h 80827"/>
                <a:gd name="connsiteX10" fmla="*/ 12230 w 235590"/>
                <a:gd name="connsiteY10" fmla="*/ 67095 h 80827"/>
                <a:gd name="connsiteX11" fmla="*/ 184 w 235590"/>
                <a:gd name="connsiteY11" fmla="*/ 74003 h 80827"/>
                <a:gd name="connsiteX12" fmla="*/ 11875 w 235590"/>
                <a:gd name="connsiteY12" fmla="*/ 80912 h 80827"/>
                <a:gd name="connsiteX13" fmla="*/ 224084 w 235590"/>
                <a:gd name="connsiteY13" fmla="*/ 80912 h 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90" h="80827">
                  <a:moveTo>
                    <a:pt x="223730" y="13901"/>
                  </a:moveTo>
                  <a:cubicBezTo>
                    <a:pt x="229044" y="13901"/>
                    <a:pt x="235775" y="13901"/>
                    <a:pt x="235775" y="6993"/>
                  </a:cubicBezTo>
                  <a:cubicBezTo>
                    <a:pt x="235775" y="85"/>
                    <a:pt x="229044" y="85"/>
                    <a:pt x="224084" y="85"/>
                  </a:cubicBezTo>
                  <a:lnTo>
                    <a:pt x="11875" y="85"/>
                  </a:lnTo>
                  <a:cubicBezTo>
                    <a:pt x="6916" y="85"/>
                    <a:pt x="184" y="85"/>
                    <a:pt x="184" y="6993"/>
                  </a:cubicBezTo>
                  <a:cubicBezTo>
                    <a:pt x="184" y="13901"/>
                    <a:pt x="6916" y="13901"/>
                    <a:pt x="12230" y="13901"/>
                  </a:cubicBezTo>
                  <a:lnTo>
                    <a:pt x="223730" y="13901"/>
                  </a:lnTo>
                  <a:close/>
                  <a:moveTo>
                    <a:pt x="224084" y="80912"/>
                  </a:moveTo>
                  <a:cubicBezTo>
                    <a:pt x="229044" y="80912"/>
                    <a:pt x="235775" y="80912"/>
                    <a:pt x="235775" y="74003"/>
                  </a:cubicBezTo>
                  <a:cubicBezTo>
                    <a:pt x="235775" y="67095"/>
                    <a:pt x="229044" y="67095"/>
                    <a:pt x="223730" y="67095"/>
                  </a:cubicBezTo>
                  <a:lnTo>
                    <a:pt x="12230" y="67095"/>
                  </a:lnTo>
                  <a:cubicBezTo>
                    <a:pt x="6916" y="67095"/>
                    <a:pt x="184" y="67095"/>
                    <a:pt x="184" y="74003"/>
                  </a:cubicBezTo>
                  <a:cubicBezTo>
                    <a:pt x="184" y="80912"/>
                    <a:pt x="6916" y="80912"/>
                    <a:pt x="11875" y="80912"/>
                  </a:cubicBezTo>
                  <a:lnTo>
                    <a:pt x="224084" y="8091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 name="Freeform: Shape 8">
              <a:extLst>
                <a:ext uri="{FF2B5EF4-FFF2-40B4-BE49-F238E27FC236}">
                  <a16:creationId xmlns:a16="http://schemas.microsoft.com/office/drawing/2014/main" id="{A5E85BC3-3ED6-5A45-E4B3-5F8AF0A44752}"/>
                </a:ext>
              </a:extLst>
            </p:cNvPr>
            <p:cNvSpPr/>
            <p:nvPr/>
          </p:nvSpPr>
          <p:spPr>
            <a:xfrm>
              <a:off x="10822989" y="4509060"/>
              <a:ext cx="246927" cy="243517"/>
            </a:xfrm>
            <a:custGeom>
              <a:avLst/>
              <a:gdLst>
                <a:gd name="connsiteX0" fmla="*/ 67152 w 246927"/>
                <a:gd name="connsiteY0" fmla="*/ 114072 h 243517"/>
                <a:gd name="connsiteX1" fmla="*/ 67152 w 246927"/>
                <a:gd name="connsiteY1" fmla="*/ 24609 h 243517"/>
                <a:gd name="connsiteX2" fmla="*/ 74946 w 246927"/>
                <a:gd name="connsiteY2" fmla="*/ 11483 h 243517"/>
                <a:gd name="connsiteX3" fmla="*/ 95848 w 246927"/>
                <a:gd name="connsiteY3" fmla="*/ 10793 h 243517"/>
                <a:gd name="connsiteX4" fmla="*/ 167411 w 246927"/>
                <a:gd name="connsiteY4" fmla="*/ 62259 h 243517"/>
                <a:gd name="connsiteX5" fmla="*/ 106476 w 246927"/>
                <a:gd name="connsiteY5" fmla="*/ 114072 h 243517"/>
                <a:gd name="connsiteX6" fmla="*/ 67152 w 246927"/>
                <a:gd name="connsiteY6" fmla="*/ 114072 h 243517"/>
                <a:gd name="connsiteX7" fmla="*/ 141904 w 246927"/>
                <a:gd name="connsiteY7" fmla="*/ 118562 h 243517"/>
                <a:gd name="connsiteX8" fmla="*/ 203901 w 246927"/>
                <a:gd name="connsiteY8" fmla="*/ 62259 h 243517"/>
                <a:gd name="connsiteX9" fmla="*/ 111436 w 246927"/>
                <a:gd name="connsiteY9" fmla="*/ 85 h 243517"/>
                <a:gd name="connsiteX10" fmla="*/ 195 w 246927"/>
                <a:gd name="connsiteY10" fmla="*/ 85 h 243517"/>
                <a:gd name="connsiteX11" fmla="*/ 195 w 246927"/>
                <a:gd name="connsiteY11" fmla="*/ 10793 h 243517"/>
                <a:gd name="connsiteX12" fmla="*/ 8698 w 246927"/>
                <a:gd name="connsiteY12" fmla="*/ 10793 h 243517"/>
                <a:gd name="connsiteX13" fmla="*/ 36685 w 246927"/>
                <a:gd name="connsiteY13" fmla="*/ 27027 h 243517"/>
                <a:gd name="connsiteX14" fmla="*/ 36685 w 246927"/>
                <a:gd name="connsiteY14" fmla="*/ 209061 h 243517"/>
                <a:gd name="connsiteX15" fmla="*/ 8698 w 246927"/>
                <a:gd name="connsiteY15" fmla="*/ 225295 h 243517"/>
                <a:gd name="connsiteX16" fmla="*/ 195 w 246927"/>
                <a:gd name="connsiteY16" fmla="*/ 225295 h 243517"/>
                <a:gd name="connsiteX17" fmla="*/ 195 w 246927"/>
                <a:gd name="connsiteY17" fmla="*/ 236003 h 243517"/>
                <a:gd name="connsiteX18" fmla="*/ 51919 w 246927"/>
                <a:gd name="connsiteY18" fmla="*/ 234967 h 243517"/>
                <a:gd name="connsiteX19" fmla="*/ 103642 w 246927"/>
                <a:gd name="connsiteY19" fmla="*/ 236003 h 243517"/>
                <a:gd name="connsiteX20" fmla="*/ 103642 w 246927"/>
                <a:gd name="connsiteY20" fmla="*/ 225295 h 243517"/>
                <a:gd name="connsiteX21" fmla="*/ 95140 w 246927"/>
                <a:gd name="connsiteY21" fmla="*/ 225295 h 243517"/>
                <a:gd name="connsiteX22" fmla="*/ 67152 w 246927"/>
                <a:gd name="connsiteY22" fmla="*/ 209061 h 243517"/>
                <a:gd name="connsiteX23" fmla="*/ 67152 w 246927"/>
                <a:gd name="connsiteY23" fmla="*/ 121671 h 243517"/>
                <a:gd name="connsiteX24" fmla="*/ 107894 w 246927"/>
                <a:gd name="connsiteY24" fmla="*/ 121671 h 243517"/>
                <a:gd name="connsiteX25" fmla="*/ 140841 w 246927"/>
                <a:gd name="connsiteY25" fmla="*/ 133415 h 243517"/>
                <a:gd name="connsiteX26" fmla="*/ 154303 w 246927"/>
                <a:gd name="connsiteY26" fmla="*/ 179700 h 243517"/>
                <a:gd name="connsiteX27" fmla="*/ 168828 w 246927"/>
                <a:gd name="connsiteY27" fmla="*/ 229095 h 243517"/>
                <a:gd name="connsiteX28" fmla="*/ 213466 w 246927"/>
                <a:gd name="connsiteY28" fmla="*/ 243602 h 243517"/>
                <a:gd name="connsiteX29" fmla="*/ 247122 w 246927"/>
                <a:gd name="connsiteY29" fmla="*/ 205606 h 243517"/>
                <a:gd name="connsiteX30" fmla="*/ 242517 w 246927"/>
                <a:gd name="connsiteY30" fmla="*/ 199734 h 243517"/>
                <a:gd name="connsiteX31" fmla="*/ 238265 w 246927"/>
                <a:gd name="connsiteY31" fmla="*/ 205261 h 243517"/>
                <a:gd name="connsiteX32" fmla="*/ 214883 w 246927"/>
                <a:gd name="connsiteY32" fmla="*/ 236003 h 243517"/>
                <a:gd name="connsiteX33" fmla="*/ 189730 w 246927"/>
                <a:gd name="connsiteY33" fmla="*/ 186263 h 243517"/>
                <a:gd name="connsiteX34" fmla="*/ 185125 w 246927"/>
                <a:gd name="connsiteY34" fmla="*/ 158630 h 243517"/>
                <a:gd name="connsiteX35" fmla="*/ 141904 w 246927"/>
                <a:gd name="connsiteY35" fmla="*/ 118562 h 243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6927" h="243517">
                  <a:moveTo>
                    <a:pt x="67152" y="114072"/>
                  </a:moveTo>
                  <a:lnTo>
                    <a:pt x="67152" y="24609"/>
                  </a:lnTo>
                  <a:cubicBezTo>
                    <a:pt x="67152" y="16665"/>
                    <a:pt x="67152" y="12520"/>
                    <a:pt x="74946" y="11483"/>
                  </a:cubicBezTo>
                  <a:cubicBezTo>
                    <a:pt x="78489" y="10793"/>
                    <a:pt x="88763" y="10793"/>
                    <a:pt x="95848" y="10793"/>
                  </a:cubicBezTo>
                  <a:cubicBezTo>
                    <a:pt x="127733" y="10793"/>
                    <a:pt x="167411" y="12174"/>
                    <a:pt x="167411" y="62259"/>
                  </a:cubicBezTo>
                  <a:cubicBezTo>
                    <a:pt x="167411" y="86093"/>
                    <a:pt x="158909" y="114072"/>
                    <a:pt x="106476" y="114072"/>
                  </a:cubicBezTo>
                  <a:lnTo>
                    <a:pt x="67152" y="114072"/>
                  </a:lnTo>
                  <a:close/>
                  <a:moveTo>
                    <a:pt x="141904" y="118562"/>
                  </a:moveTo>
                  <a:cubicBezTo>
                    <a:pt x="176268" y="110272"/>
                    <a:pt x="203901" y="89202"/>
                    <a:pt x="203901" y="62259"/>
                  </a:cubicBezTo>
                  <a:cubicBezTo>
                    <a:pt x="203901" y="29100"/>
                    <a:pt x="163514" y="85"/>
                    <a:pt x="111436" y="85"/>
                  </a:cubicBezTo>
                  <a:lnTo>
                    <a:pt x="195" y="85"/>
                  </a:lnTo>
                  <a:lnTo>
                    <a:pt x="195" y="10793"/>
                  </a:lnTo>
                  <a:lnTo>
                    <a:pt x="8698" y="10793"/>
                  </a:lnTo>
                  <a:cubicBezTo>
                    <a:pt x="35976" y="10793"/>
                    <a:pt x="36685" y="14592"/>
                    <a:pt x="36685" y="27027"/>
                  </a:cubicBezTo>
                  <a:lnTo>
                    <a:pt x="36685" y="209061"/>
                  </a:lnTo>
                  <a:cubicBezTo>
                    <a:pt x="36685" y="221495"/>
                    <a:pt x="35976" y="225295"/>
                    <a:pt x="8698" y="225295"/>
                  </a:cubicBezTo>
                  <a:lnTo>
                    <a:pt x="195" y="225295"/>
                  </a:lnTo>
                  <a:lnTo>
                    <a:pt x="195" y="236003"/>
                  </a:lnTo>
                  <a:cubicBezTo>
                    <a:pt x="12949" y="234967"/>
                    <a:pt x="38102" y="234967"/>
                    <a:pt x="51919" y="234967"/>
                  </a:cubicBezTo>
                  <a:cubicBezTo>
                    <a:pt x="65735" y="234967"/>
                    <a:pt x="90888" y="234967"/>
                    <a:pt x="103642" y="236003"/>
                  </a:cubicBezTo>
                  <a:lnTo>
                    <a:pt x="103642" y="225295"/>
                  </a:lnTo>
                  <a:lnTo>
                    <a:pt x="95140" y="225295"/>
                  </a:lnTo>
                  <a:cubicBezTo>
                    <a:pt x="67861" y="225295"/>
                    <a:pt x="67152" y="221495"/>
                    <a:pt x="67152" y="209061"/>
                  </a:cubicBezTo>
                  <a:lnTo>
                    <a:pt x="67152" y="121671"/>
                  </a:lnTo>
                  <a:lnTo>
                    <a:pt x="107894" y="121671"/>
                  </a:lnTo>
                  <a:cubicBezTo>
                    <a:pt x="113562" y="121671"/>
                    <a:pt x="128441" y="121671"/>
                    <a:pt x="140841" y="133415"/>
                  </a:cubicBezTo>
                  <a:cubicBezTo>
                    <a:pt x="154303" y="145850"/>
                    <a:pt x="154303" y="156558"/>
                    <a:pt x="154303" y="179700"/>
                  </a:cubicBezTo>
                  <a:cubicBezTo>
                    <a:pt x="154303" y="202152"/>
                    <a:pt x="154303" y="215969"/>
                    <a:pt x="168828" y="229095"/>
                  </a:cubicBezTo>
                  <a:cubicBezTo>
                    <a:pt x="183353" y="241530"/>
                    <a:pt x="202838" y="243602"/>
                    <a:pt x="213466" y="243602"/>
                  </a:cubicBezTo>
                  <a:cubicBezTo>
                    <a:pt x="241100" y="243602"/>
                    <a:pt x="247122" y="215278"/>
                    <a:pt x="247122" y="205606"/>
                  </a:cubicBezTo>
                  <a:cubicBezTo>
                    <a:pt x="247122" y="203534"/>
                    <a:pt x="247122" y="199734"/>
                    <a:pt x="242517" y="199734"/>
                  </a:cubicBezTo>
                  <a:cubicBezTo>
                    <a:pt x="238620" y="199734"/>
                    <a:pt x="238620" y="202843"/>
                    <a:pt x="238265" y="205261"/>
                  </a:cubicBezTo>
                  <a:cubicBezTo>
                    <a:pt x="236140" y="229785"/>
                    <a:pt x="223740" y="236003"/>
                    <a:pt x="214883" y="236003"/>
                  </a:cubicBezTo>
                  <a:cubicBezTo>
                    <a:pt x="197524" y="236003"/>
                    <a:pt x="194690" y="218387"/>
                    <a:pt x="189730" y="186263"/>
                  </a:cubicBezTo>
                  <a:lnTo>
                    <a:pt x="185125" y="158630"/>
                  </a:lnTo>
                  <a:cubicBezTo>
                    <a:pt x="178748" y="136523"/>
                    <a:pt x="161389" y="125125"/>
                    <a:pt x="141904" y="118562"/>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 name="Freeform: Shape 9">
              <a:extLst>
                <a:ext uri="{FF2B5EF4-FFF2-40B4-BE49-F238E27FC236}">
                  <a16:creationId xmlns:a16="http://schemas.microsoft.com/office/drawing/2014/main" id="{1A7AE932-4D44-FF5E-D0AF-C48C81B7B4BC}"/>
                </a:ext>
              </a:extLst>
            </p:cNvPr>
            <p:cNvSpPr/>
            <p:nvPr/>
          </p:nvSpPr>
          <p:spPr>
            <a:xfrm>
              <a:off x="11081292" y="4590233"/>
              <a:ext cx="137103" cy="158545"/>
            </a:xfrm>
            <a:custGeom>
              <a:avLst/>
              <a:gdLst>
                <a:gd name="connsiteX0" fmla="*/ 29961 w 137103"/>
                <a:gd name="connsiteY0" fmla="*/ 67786 h 158545"/>
                <a:gd name="connsiteX1" fmla="*/ 73891 w 137103"/>
                <a:gd name="connsiteY1" fmla="*/ 7684 h 158545"/>
                <a:gd name="connsiteX2" fmla="*/ 113923 w 137103"/>
                <a:gd name="connsiteY2" fmla="*/ 67786 h 158545"/>
                <a:gd name="connsiteX3" fmla="*/ 29961 w 137103"/>
                <a:gd name="connsiteY3" fmla="*/ 67786 h 158545"/>
                <a:gd name="connsiteX4" fmla="*/ 29607 w 137103"/>
                <a:gd name="connsiteY4" fmla="*/ 75040 h 158545"/>
                <a:gd name="connsiteX5" fmla="*/ 128449 w 137103"/>
                <a:gd name="connsiteY5" fmla="*/ 75040 h 158545"/>
                <a:gd name="connsiteX6" fmla="*/ 137305 w 137103"/>
                <a:gd name="connsiteY6" fmla="*/ 67786 h 158545"/>
                <a:gd name="connsiteX7" fmla="*/ 73891 w 137103"/>
                <a:gd name="connsiteY7" fmla="*/ 85 h 158545"/>
                <a:gd name="connsiteX8" fmla="*/ 202 w 137103"/>
                <a:gd name="connsiteY8" fmla="*/ 78839 h 158545"/>
                <a:gd name="connsiteX9" fmla="*/ 78142 w 137103"/>
                <a:gd name="connsiteY9" fmla="*/ 158630 h 158545"/>
                <a:gd name="connsiteX10" fmla="*/ 137305 w 137103"/>
                <a:gd name="connsiteY10" fmla="*/ 113726 h 158545"/>
                <a:gd name="connsiteX11" fmla="*/ 132700 w 137103"/>
                <a:gd name="connsiteY11" fmla="*/ 109581 h 158545"/>
                <a:gd name="connsiteX12" fmla="*/ 128094 w 137103"/>
                <a:gd name="connsiteY12" fmla="*/ 114417 h 158545"/>
                <a:gd name="connsiteX13" fmla="*/ 80268 w 137103"/>
                <a:gd name="connsiteY13" fmla="*/ 149995 h 158545"/>
                <a:gd name="connsiteX14" fmla="*/ 40235 w 137103"/>
                <a:gd name="connsiteY14" fmla="*/ 126852 h 158545"/>
                <a:gd name="connsiteX15" fmla="*/ 29607 w 137103"/>
                <a:gd name="connsiteY15" fmla="*/ 75040 h 15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7103" h="158545">
                  <a:moveTo>
                    <a:pt x="29961" y="67786"/>
                  </a:moveTo>
                  <a:cubicBezTo>
                    <a:pt x="32087" y="16319"/>
                    <a:pt x="61846" y="7684"/>
                    <a:pt x="73891" y="7684"/>
                  </a:cubicBezTo>
                  <a:cubicBezTo>
                    <a:pt x="110381" y="7684"/>
                    <a:pt x="113923" y="54315"/>
                    <a:pt x="113923" y="67786"/>
                  </a:cubicBezTo>
                  <a:lnTo>
                    <a:pt x="29961" y="67786"/>
                  </a:lnTo>
                  <a:close/>
                  <a:moveTo>
                    <a:pt x="29607" y="75040"/>
                  </a:moveTo>
                  <a:lnTo>
                    <a:pt x="128449" y="75040"/>
                  </a:lnTo>
                  <a:cubicBezTo>
                    <a:pt x="136243" y="75040"/>
                    <a:pt x="137305" y="75040"/>
                    <a:pt x="137305" y="67786"/>
                  </a:cubicBezTo>
                  <a:cubicBezTo>
                    <a:pt x="137305" y="33590"/>
                    <a:pt x="118175" y="85"/>
                    <a:pt x="73891" y="85"/>
                  </a:cubicBezTo>
                  <a:cubicBezTo>
                    <a:pt x="32795" y="85"/>
                    <a:pt x="202" y="35662"/>
                    <a:pt x="202" y="78839"/>
                  </a:cubicBezTo>
                  <a:cubicBezTo>
                    <a:pt x="202" y="125125"/>
                    <a:pt x="37401" y="158630"/>
                    <a:pt x="78142" y="158630"/>
                  </a:cubicBezTo>
                  <a:cubicBezTo>
                    <a:pt x="121363" y="158630"/>
                    <a:pt x="137305" y="120289"/>
                    <a:pt x="137305" y="113726"/>
                  </a:cubicBezTo>
                  <a:cubicBezTo>
                    <a:pt x="137305" y="110272"/>
                    <a:pt x="134471" y="109581"/>
                    <a:pt x="132700" y="109581"/>
                  </a:cubicBezTo>
                  <a:cubicBezTo>
                    <a:pt x="129511" y="109581"/>
                    <a:pt x="128803" y="111654"/>
                    <a:pt x="128094" y="114417"/>
                  </a:cubicBezTo>
                  <a:cubicBezTo>
                    <a:pt x="115695" y="149995"/>
                    <a:pt x="83810" y="149995"/>
                    <a:pt x="80268" y="149995"/>
                  </a:cubicBezTo>
                  <a:cubicBezTo>
                    <a:pt x="62554" y="149995"/>
                    <a:pt x="48383" y="139632"/>
                    <a:pt x="40235" y="126852"/>
                  </a:cubicBezTo>
                  <a:cubicBezTo>
                    <a:pt x="29607" y="110272"/>
                    <a:pt x="29607" y="87475"/>
                    <a:pt x="29607" y="75040"/>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 name="Freeform: Shape 10">
              <a:extLst>
                <a:ext uri="{FF2B5EF4-FFF2-40B4-BE49-F238E27FC236}">
                  <a16:creationId xmlns:a16="http://schemas.microsoft.com/office/drawing/2014/main" id="{590DC10D-5229-1659-8C02-9754FF76D2DF}"/>
                </a:ext>
              </a:extLst>
            </p:cNvPr>
            <p:cNvSpPr/>
            <p:nvPr/>
          </p:nvSpPr>
          <p:spPr>
            <a:xfrm>
              <a:off x="11240518" y="4509060"/>
              <a:ext cx="194495" cy="235918"/>
            </a:xfrm>
            <a:custGeom>
              <a:avLst/>
              <a:gdLst>
                <a:gd name="connsiteX0" fmla="*/ 194702 w 194495"/>
                <a:gd name="connsiteY0" fmla="*/ 146886 h 235918"/>
                <a:gd name="connsiteX1" fmla="*/ 185845 w 194495"/>
                <a:gd name="connsiteY1" fmla="*/ 146886 h 235918"/>
                <a:gd name="connsiteX2" fmla="*/ 114636 w 194495"/>
                <a:gd name="connsiteY2" fmla="*/ 225295 h 235918"/>
                <a:gd name="connsiteX3" fmla="*/ 85586 w 194495"/>
                <a:gd name="connsiteY3" fmla="*/ 225295 h 235918"/>
                <a:gd name="connsiteX4" fmla="*/ 68227 w 194495"/>
                <a:gd name="connsiteY4" fmla="*/ 211478 h 235918"/>
                <a:gd name="connsiteX5" fmla="*/ 68227 w 194495"/>
                <a:gd name="connsiteY5" fmla="*/ 27372 h 235918"/>
                <a:gd name="connsiteX6" fmla="*/ 101883 w 194495"/>
                <a:gd name="connsiteY6" fmla="*/ 10793 h 235918"/>
                <a:gd name="connsiteX7" fmla="*/ 113574 w 194495"/>
                <a:gd name="connsiteY7" fmla="*/ 10793 h 235918"/>
                <a:gd name="connsiteX8" fmla="*/ 113574 w 194495"/>
                <a:gd name="connsiteY8" fmla="*/ 85 h 235918"/>
                <a:gd name="connsiteX9" fmla="*/ 54056 w 194495"/>
                <a:gd name="connsiteY9" fmla="*/ 1121 h 235918"/>
                <a:gd name="connsiteX10" fmla="*/ 207 w 194495"/>
                <a:gd name="connsiteY10" fmla="*/ 85 h 235918"/>
                <a:gd name="connsiteX11" fmla="*/ 207 w 194495"/>
                <a:gd name="connsiteY11" fmla="*/ 10793 h 235918"/>
                <a:gd name="connsiteX12" fmla="*/ 8709 w 194495"/>
                <a:gd name="connsiteY12" fmla="*/ 10793 h 235918"/>
                <a:gd name="connsiteX13" fmla="*/ 36697 w 194495"/>
                <a:gd name="connsiteY13" fmla="*/ 27027 h 235918"/>
                <a:gd name="connsiteX14" fmla="*/ 36697 w 194495"/>
                <a:gd name="connsiteY14" fmla="*/ 209061 h 235918"/>
                <a:gd name="connsiteX15" fmla="*/ 8709 w 194495"/>
                <a:gd name="connsiteY15" fmla="*/ 225295 h 235918"/>
                <a:gd name="connsiteX16" fmla="*/ 207 w 194495"/>
                <a:gd name="connsiteY16" fmla="*/ 225295 h 235918"/>
                <a:gd name="connsiteX17" fmla="*/ 207 w 194495"/>
                <a:gd name="connsiteY17" fmla="*/ 236003 h 235918"/>
                <a:gd name="connsiteX18" fmla="*/ 184782 w 194495"/>
                <a:gd name="connsiteY18" fmla="*/ 236003 h 235918"/>
                <a:gd name="connsiteX19" fmla="*/ 194702 w 194495"/>
                <a:gd name="connsiteY19" fmla="*/ 146886 h 235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4495" h="235918">
                  <a:moveTo>
                    <a:pt x="194702" y="146886"/>
                  </a:moveTo>
                  <a:lnTo>
                    <a:pt x="185845" y="146886"/>
                  </a:lnTo>
                  <a:cubicBezTo>
                    <a:pt x="181948" y="182118"/>
                    <a:pt x="176988" y="225295"/>
                    <a:pt x="114636" y="225295"/>
                  </a:cubicBezTo>
                  <a:lnTo>
                    <a:pt x="85586" y="225295"/>
                  </a:lnTo>
                  <a:cubicBezTo>
                    <a:pt x="68935" y="225295"/>
                    <a:pt x="68227" y="222877"/>
                    <a:pt x="68227" y="211478"/>
                  </a:cubicBezTo>
                  <a:lnTo>
                    <a:pt x="68227" y="27372"/>
                  </a:lnTo>
                  <a:cubicBezTo>
                    <a:pt x="68227" y="15628"/>
                    <a:pt x="68227" y="10793"/>
                    <a:pt x="101883" y="10793"/>
                  </a:cubicBezTo>
                  <a:lnTo>
                    <a:pt x="113574" y="10793"/>
                  </a:lnTo>
                  <a:lnTo>
                    <a:pt x="113574" y="85"/>
                  </a:lnTo>
                  <a:cubicBezTo>
                    <a:pt x="100820" y="1121"/>
                    <a:pt x="68581" y="1121"/>
                    <a:pt x="54056" y="1121"/>
                  </a:cubicBezTo>
                  <a:cubicBezTo>
                    <a:pt x="40239" y="1121"/>
                    <a:pt x="12606" y="1121"/>
                    <a:pt x="207" y="85"/>
                  </a:cubicBezTo>
                  <a:lnTo>
                    <a:pt x="207" y="10793"/>
                  </a:lnTo>
                  <a:lnTo>
                    <a:pt x="8709" y="10793"/>
                  </a:lnTo>
                  <a:cubicBezTo>
                    <a:pt x="35988" y="10793"/>
                    <a:pt x="36697" y="14592"/>
                    <a:pt x="36697" y="27027"/>
                  </a:cubicBezTo>
                  <a:lnTo>
                    <a:pt x="36697" y="209061"/>
                  </a:lnTo>
                  <a:cubicBezTo>
                    <a:pt x="36697" y="221495"/>
                    <a:pt x="35988" y="225295"/>
                    <a:pt x="8709" y="225295"/>
                  </a:cubicBezTo>
                  <a:lnTo>
                    <a:pt x="207" y="225295"/>
                  </a:lnTo>
                  <a:lnTo>
                    <a:pt x="207" y="236003"/>
                  </a:lnTo>
                  <a:lnTo>
                    <a:pt x="184782" y="236003"/>
                  </a:lnTo>
                  <a:lnTo>
                    <a:pt x="194702" y="14688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 name="Freeform: Shape 11">
              <a:extLst>
                <a:ext uri="{FF2B5EF4-FFF2-40B4-BE49-F238E27FC236}">
                  <a16:creationId xmlns:a16="http://schemas.microsoft.com/office/drawing/2014/main" id="{D4EC7729-5008-9DA3-F2C0-EB519EF7797E}"/>
                </a:ext>
              </a:extLst>
            </p:cNvPr>
            <p:cNvSpPr/>
            <p:nvPr/>
          </p:nvSpPr>
          <p:spPr>
            <a:xfrm>
              <a:off x="11461938" y="4509060"/>
              <a:ext cx="241967" cy="243517"/>
            </a:xfrm>
            <a:custGeom>
              <a:avLst/>
              <a:gdLst>
                <a:gd name="connsiteX0" fmla="*/ 194708 w 241967"/>
                <a:gd name="connsiteY0" fmla="*/ 156212 h 243517"/>
                <a:gd name="connsiteX1" fmla="*/ 126688 w 241967"/>
                <a:gd name="connsiteY1" fmla="*/ 232894 h 243517"/>
                <a:gd name="connsiteX2" fmla="*/ 68233 w 241967"/>
                <a:gd name="connsiteY2" fmla="*/ 158630 h 243517"/>
                <a:gd name="connsiteX3" fmla="*/ 68233 w 241967"/>
                <a:gd name="connsiteY3" fmla="*/ 27027 h 243517"/>
                <a:gd name="connsiteX4" fmla="*/ 96221 w 241967"/>
                <a:gd name="connsiteY4" fmla="*/ 10793 h 243517"/>
                <a:gd name="connsiteX5" fmla="*/ 104723 w 241967"/>
                <a:gd name="connsiteY5" fmla="*/ 10793 h 243517"/>
                <a:gd name="connsiteX6" fmla="*/ 104723 w 241967"/>
                <a:gd name="connsiteY6" fmla="*/ 85 h 243517"/>
                <a:gd name="connsiteX7" fmla="*/ 52645 w 241967"/>
                <a:gd name="connsiteY7" fmla="*/ 1121 h 243517"/>
                <a:gd name="connsiteX8" fmla="*/ 213 w 241967"/>
                <a:gd name="connsiteY8" fmla="*/ 85 h 243517"/>
                <a:gd name="connsiteX9" fmla="*/ 213 w 241967"/>
                <a:gd name="connsiteY9" fmla="*/ 10793 h 243517"/>
                <a:gd name="connsiteX10" fmla="*/ 8715 w 241967"/>
                <a:gd name="connsiteY10" fmla="*/ 10793 h 243517"/>
                <a:gd name="connsiteX11" fmla="*/ 36703 w 241967"/>
                <a:gd name="connsiteY11" fmla="*/ 27027 h 243517"/>
                <a:gd name="connsiteX12" fmla="*/ 36703 w 241967"/>
                <a:gd name="connsiteY12" fmla="*/ 157248 h 243517"/>
                <a:gd name="connsiteX13" fmla="*/ 125979 w 241967"/>
                <a:gd name="connsiteY13" fmla="*/ 243602 h 243517"/>
                <a:gd name="connsiteX14" fmla="*/ 204628 w 241967"/>
                <a:gd name="connsiteY14" fmla="*/ 172101 h 243517"/>
                <a:gd name="connsiteX15" fmla="*/ 205690 w 241967"/>
                <a:gd name="connsiteY15" fmla="*/ 148268 h 243517"/>
                <a:gd name="connsiteX16" fmla="*/ 205690 w 241967"/>
                <a:gd name="connsiteY16" fmla="*/ 37735 h 243517"/>
                <a:gd name="connsiteX17" fmla="*/ 242180 w 241967"/>
                <a:gd name="connsiteY17" fmla="*/ 10793 h 243517"/>
                <a:gd name="connsiteX18" fmla="*/ 242180 w 241967"/>
                <a:gd name="connsiteY18" fmla="*/ 85 h 243517"/>
                <a:gd name="connsiteX19" fmla="*/ 200376 w 241967"/>
                <a:gd name="connsiteY19" fmla="*/ 1121 h 243517"/>
                <a:gd name="connsiteX20" fmla="*/ 158218 w 241967"/>
                <a:gd name="connsiteY20" fmla="*/ 85 h 243517"/>
                <a:gd name="connsiteX21" fmla="*/ 158218 w 241967"/>
                <a:gd name="connsiteY21" fmla="*/ 10793 h 243517"/>
                <a:gd name="connsiteX22" fmla="*/ 194708 w 241967"/>
                <a:gd name="connsiteY22" fmla="*/ 36353 h 243517"/>
                <a:gd name="connsiteX23" fmla="*/ 194708 w 241967"/>
                <a:gd name="connsiteY23" fmla="*/ 156212 h 243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41967" h="243517">
                  <a:moveTo>
                    <a:pt x="194708" y="156212"/>
                  </a:moveTo>
                  <a:cubicBezTo>
                    <a:pt x="194708" y="205261"/>
                    <a:pt x="160344" y="232894"/>
                    <a:pt x="126688" y="232894"/>
                  </a:cubicBezTo>
                  <a:cubicBezTo>
                    <a:pt x="110037" y="232894"/>
                    <a:pt x="68233" y="224259"/>
                    <a:pt x="68233" y="158630"/>
                  </a:cubicBezTo>
                  <a:lnTo>
                    <a:pt x="68233" y="27027"/>
                  </a:lnTo>
                  <a:cubicBezTo>
                    <a:pt x="68233" y="14592"/>
                    <a:pt x="68942" y="10793"/>
                    <a:pt x="96221" y="10793"/>
                  </a:cubicBezTo>
                  <a:lnTo>
                    <a:pt x="104723" y="10793"/>
                  </a:lnTo>
                  <a:lnTo>
                    <a:pt x="104723" y="85"/>
                  </a:lnTo>
                  <a:cubicBezTo>
                    <a:pt x="92324" y="1121"/>
                    <a:pt x="66107" y="1121"/>
                    <a:pt x="52645" y="1121"/>
                  </a:cubicBezTo>
                  <a:cubicBezTo>
                    <a:pt x="39183" y="1121"/>
                    <a:pt x="12612" y="1121"/>
                    <a:pt x="213" y="85"/>
                  </a:cubicBezTo>
                  <a:lnTo>
                    <a:pt x="213" y="10793"/>
                  </a:lnTo>
                  <a:lnTo>
                    <a:pt x="8715" y="10793"/>
                  </a:lnTo>
                  <a:cubicBezTo>
                    <a:pt x="35994" y="10793"/>
                    <a:pt x="36703" y="14592"/>
                    <a:pt x="36703" y="27027"/>
                  </a:cubicBezTo>
                  <a:lnTo>
                    <a:pt x="36703" y="157248"/>
                  </a:lnTo>
                  <a:cubicBezTo>
                    <a:pt x="36703" y="205952"/>
                    <a:pt x="77798" y="243602"/>
                    <a:pt x="125979" y="243602"/>
                  </a:cubicBezTo>
                  <a:cubicBezTo>
                    <a:pt x="166721" y="243602"/>
                    <a:pt x="198605" y="211478"/>
                    <a:pt x="204628" y="172101"/>
                  </a:cubicBezTo>
                  <a:cubicBezTo>
                    <a:pt x="205690" y="165193"/>
                    <a:pt x="205690" y="162084"/>
                    <a:pt x="205690" y="148268"/>
                  </a:cubicBezTo>
                  <a:lnTo>
                    <a:pt x="205690" y="37735"/>
                  </a:lnTo>
                  <a:cubicBezTo>
                    <a:pt x="205690" y="26336"/>
                    <a:pt x="205690" y="10793"/>
                    <a:pt x="242180" y="10793"/>
                  </a:cubicBezTo>
                  <a:lnTo>
                    <a:pt x="242180" y="85"/>
                  </a:lnTo>
                  <a:cubicBezTo>
                    <a:pt x="229427" y="430"/>
                    <a:pt x="212422" y="1121"/>
                    <a:pt x="200376" y="1121"/>
                  </a:cubicBezTo>
                  <a:cubicBezTo>
                    <a:pt x="187977" y="1121"/>
                    <a:pt x="170972" y="430"/>
                    <a:pt x="158218" y="85"/>
                  </a:cubicBezTo>
                  <a:lnTo>
                    <a:pt x="158218" y="10793"/>
                  </a:lnTo>
                  <a:cubicBezTo>
                    <a:pt x="194708" y="10793"/>
                    <a:pt x="194708" y="27027"/>
                    <a:pt x="194708" y="36353"/>
                  </a:cubicBezTo>
                  <a:lnTo>
                    <a:pt x="194708" y="15621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 name="Freeform: Shape 12">
              <a:extLst>
                <a:ext uri="{FF2B5EF4-FFF2-40B4-BE49-F238E27FC236}">
                  <a16:creationId xmlns:a16="http://schemas.microsoft.com/office/drawing/2014/main" id="{E02CEEE2-2672-FCDC-C935-C7E999458AF9}"/>
                </a:ext>
              </a:extLst>
            </p:cNvPr>
            <p:cNvSpPr/>
            <p:nvPr/>
          </p:nvSpPr>
          <p:spPr>
            <a:xfrm>
              <a:off x="11751023" y="4485917"/>
              <a:ext cx="82190" cy="345414"/>
            </a:xfrm>
            <a:custGeom>
              <a:avLst/>
              <a:gdLst>
                <a:gd name="connsiteX0" fmla="*/ 82411 w 82190"/>
                <a:gd name="connsiteY0" fmla="*/ 342045 h 345414"/>
                <a:gd name="connsiteX1" fmla="*/ 76389 w 82190"/>
                <a:gd name="connsiteY1" fmla="*/ 334446 h 345414"/>
                <a:gd name="connsiteX2" fmla="*/ 20768 w 82190"/>
                <a:gd name="connsiteY2" fmla="*/ 172792 h 345414"/>
                <a:gd name="connsiteX3" fmla="*/ 77806 w 82190"/>
                <a:gd name="connsiteY3" fmla="*/ 9411 h 345414"/>
                <a:gd name="connsiteX4" fmla="*/ 82411 w 82190"/>
                <a:gd name="connsiteY4" fmla="*/ 3539 h 345414"/>
                <a:gd name="connsiteX5" fmla="*/ 78869 w 82190"/>
                <a:gd name="connsiteY5" fmla="*/ 85 h 345414"/>
                <a:gd name="connsiteX6" fmla="*/ 22540 w 82190"/>
                <a:gd name="connsiteY6" fmla="*/ 67441 h 345414"/>
                <a:gd name="connsiteX7" fmla="*/ 220 w 82190"/>
                <a:gd name="connsiteY7" fmla="*/ 172792 h 345414"/>
                <a:gd name="connsiteX8" fmla="*/ 23602 w 82190"/>
                <a:gd name="connsiteY8" fmla="*/ 280561 h 345414"/>
                <a:gd name="connsiteX9" fmla="*/ 78869 w 82190"/>
                <a:gd name="connsiteY9" fmla="*/ 345499 h 345414"/>
                <a:gd name="connsiteX10" fmla="*/ 82411 w 82190"/>
                <a:gd name="connsiteY10" fmla="*/ 342045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0" h="345414">
                  <a:moveTo>
                    <a:pt x="82411" y="342045"/>
                  </a:moveTo>
                  <a:cubicBezTo>
                    <a:pt x="82411" y="341009"/>
                    <a:pt x="82411" y="340318"/>
                    <a:pt x="76389" y="334446"/>
                  </a:cubicBezTo>
                  <a:cubicBezTo>
                    <a:pt x="32105" y="290924"/>
                    <a:pt x="20768" y="225640"/>
                    <a:pt x="20768" y="172792"/>
                  </a:cubicBezTo>
                  <a:cubicBezTo>
                    <a:pt x="20768" y="112690"/>
                    <a:pt x="34231" y="52588"/>
                    <a:pt x="77806" y="9411"/>
                  </a:cubicBezTo>
                  <a:cubicBezTo>
                    <a:pt x="82411" y="5266"/>
                    <a:pt x="82411" y="4575"/>
                    <a:pt x="82411" y="3539"/>
                  </a:cubicBezTo>
                  <a:cubicBezTo>
                    <a:pt x="82411" y="1121"/>
                    <a:pt x="80994" y="85"/>
                    <a:pt x="78869" y="85"/>
                  </a:cubicBezTo>
                  <a:cubicBezTo>
                    <a:pt x="75326" y="85"/>
                    <a:pt x="43442" y="23573"/>
                    <a:pt x="22540" y="67441"/>
                  </a:cubicBezTo>
                  <a:cubicBezTo>
                    <a:pt x="4472" y="105436"/>
                    <a:pt x="220" y="143777"/>
                    <a:pt x="220" y="172792"/>
                  </a:cubicBezTo>
                  <a:cubicBezTo>
                    <a:pt x="220" y="199734"/>
                    <a:pt x="4117" y="241530"/>
                    <a:pt x="23602" y="280561"/>
                  </a:cubicBezTo>
                  <a:cubicBezTo>
                    <a:pt x="44859" y="323047"/>
                    <a:pt x="75326" y="345499"/>
                    <a:pt x="78869" y="345499"/>
                  </a:cubicBezTo>
                  <a:cubicBezTo>
                    <a:pt x="80994" y="345499"/>
                    <a:pt x="82411" y="344463"/>
                    <a:pt x="82411" y="342045"/>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 name="Freeform: Shape 13">
              <a:extLst>
                <a:ext uri="{FF2B5EF4-FFF2-40B4-BE49-F238E27FC236}">
                  <a16:creationId xmlns:a16="http://schemas.microsoft.com/office/drawing/2014/main" id="{CB230F1C-2A31-689E-5E6E-3E3EDA273E2E}"/>
                </a:ext>
              </a:extLst>
            </p:cNvPr>
            <p:cNvSpPr/>
            <p:nvPr/>
          </p:nvSpPr>
          <p:spPr>
            <a:xfrm>
              <a:off x="11863997" y="4592305"/>
              <a:ext cx="176427" cy="156472"/>
            </a:xfrm>
            <a:custGeom>
              <a:avLst/>
              <a:gdLst>
                <a:gd name="connsiteX0" fmla="*/ 108277 w 176427"/>
                <a:gd name="connsiteY0" fmla="*/ 48443 h 156472"/>
                <a:gd name="connsiteX1" fmla="*/ 143350 w 176427"/>
                <a:gd name="connsiteY1" fmla="*/ 7684 h 156472"/>
                <a:gd name="connsiteX2" fmla="*/ 161064 w 176427"/>
                <a:gd name="connsiteY2" fmla="*/ 12174 h 156472"/>
                <a:gd name="connsiteX3" fmla="*/ 144058 w 176427"/>
                <a:gd name="connsiteY3" fmla="*/ 30827 h 156472"/>
                <a:gd name="connsiteX4" fmla="*/ 157521 w 176427"/>
                <a:gd name="connsiteY4" fmla="*/ 42916 h 156472"/>
                <a:gd name="connsiteX5" fmla="*/ 176651 w 176427"/>
                <a:gd name="connsiteY5" fmla="*/ 22882 h 156472"/>
                <a:gd name="connsiteX6" fmla="*/ 143704 w 176427"/>
                <a:gd name="connsiteY6" fmla="*/ 85 h 156472"/>
                <a:gd name="connsiteX7" fmla="*/ 106506 w 176427"/>
                <a:gd name="connsiteY7" fmla="*/ 26336 h 156472"/>
                <a:gd name="connsiteX8" fmla="*/ 68244 w 176427"/>
                <a:gd name="connsiteY8" fmla="*/ 85 h 156472"/>
                <a:gd name="connsiteX9" fmla="*/ 11207 w 176427"/>
                <a:gd name="connsiteY9" fmla="*/ 53279 h 156472"/>
                <a:gd name="connsiteX10" fmla="*/ 15458 w 176427"/>
                <a:gd name="connsiteY10" fmla="*/ 56733 h 156472"/>
                <a:gd name="connsiteX11" fmla="*/ 20063 w 176427"/>
                <a:gd name="connsiteY11" fmla="*/ 52933 h 156472"/>
                <a:gd name="connsiteX12" fmla="*/ 67536 w 176427"/>
                <a:gd name="connsiteY12" fmla="*/ 7684 h 156472"/>
                <a:gd name="connsiteX13" fmla="*/ 86667 w 176427"/>
                <a:gd name="connsiteY13" fmla="*/ 30827 h 156472"/>
                <a:gd name="connsiteX14" fmla="*/ 67536 w 176427"/>
                <a:gd name="connsiteY14" fmla="*/ 113035 h 156472"/>
                <a:gd name="connsiteX15" fmla="*/ 33880 w 176427"/>
                <a:gd name="connsiteY15" fmla="*/ 148958 h 156472"/>
                <a:gd name="connsiteX16" fmla="*/ 16167 w 176427"/>
                <a:gd name="connsiteY16" fmla="*/ 144468 h 156472"/>
                <a:gd name="connsiteX17" fmla="*/ 32817 w 176427"/>
                <a:gd name="connsiteY17" fmla="*/ 125816 h 156472"/>
                <a:gd name="connsiteX18" fmla="*/ 19709 w 176427"/>
                <a:gd name="connsiteY18" fmla="*/ 113726 h 156472"/>
                <a:gd name="connsiteX19" fmla="*/ 224 w 176427"/>
                <a:gd name="connsiteY19" fmla="*/ 133760 h 156472"/>
                <a:gd name="connsiteX20" fmla="*/ 33526 w 176427"/>
                <a:gd name="connsiteY20" fmla="*/ 156558 h 156472"/>
                <a:gd name="connsiteX21" fmla="*/ 70724 w 176427"/>
                <a:gd name="connsiteY21" fmla="*/ 130306 h 156472"/>
                <a:gd name="connsiteX22" fmla="*/ 108986 w 176427"/>
                <a:gd name="connsiteY22" fmla="*/ 156558 h 156472"/>
                <a:gd name="connsiteX23" fmla="*/ 165669 w 176427"/>
                <a:gd name="connsiteY23" fmla="*/ 103364 h 156472"/>
                <a:gd name="connsiteX24" fmla="*/ 161418 w 176427"/>
                <a:gd name="connsiteY24" fmla="*/ 99910 h 156472"/>
                <a:gd name="connsiteX25" fmla="*/ 156812 w 176427"/>
                <a:gd name="connsiteY25" fmla="*/ 103709 h 156472"/>
                <a:gd name="connsiteX26" fmla="*/ 109694 w 176427"/>
                <a:gd name="connsiteY26" fmla="*/ 148958 h 156472"/>
                <a:gd name="connsiteX27" fmla="*/ 90209 w 176427"/>
                <a:gd name="connsiteY27" fmla="*/ 126161 h 156472"/>
                <a:gd name="connsiteX28" fmla="*/ 96232 w 176427"/>
                <a:gd name="connsiteY28" fmla="*/ 95765 h 156472"/>
                <a:gd name="connsiteX29" fmla="*/ 108277 w 176427"/>
                <a:gd name="connsiteY29" fmla="*/ 48443 h 1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427" h="156472">
                  <a:moveTo>
                    <a:pt x="108277" y="48443"/>
                  </a:moveTo>
                  <a:cubicBezTo>
                    <a:pt x="110403" y="39462"/>
                    <a:pt x="118551" y="7684"/>
                    <a:pt x="143350" y="7684"/>
                  </a:cubicBezTo>
                  <a:cubicBezTo>
                    <a:pt x="145121" y="7684"/>
                    <a:pt x="153624" y="7684"/>
                    <a:pt x="161064" y="12174"/>
                  </a:cubicBezTo>
                  <a:cubicBezTo>
                    <a:pt x="151144" y="13901"/>
                    <a:pt x="144058" y="22537"/>
                    <a:pt x="144058" y="30827"/>
                  </a:cubicBezTo>
                  <a:cubicBezTo>
                    <a:pt x="144058" y="36353"/>
                    <a:pt x="147955" y="42916"/>
                    <a:pt x="157521" y="42916"/>
                  </a:cubicBezTo>
                  <a:cubicBezTo>
                    <a:pt x="165315" y="42916"/>
                    <a:pt x="176651" y="36699"/>
                    <a:pt x="176651" y="22882"/>
                  </a:cubicBezTo>
                  <a:cubicBezTo>
                    <a:pt x="176651" y="4920"/>
                    <a:pt x="155749" y="85"/>
                    <a:pt x="143704" y="85"/>
                  </a:cubicBezTo>
                  <a:cubicBezTo>
                    <a:pt x="123157" y="85"/>
                    <a:pt x="110757" y="18392"/>
                    <a:pt x="106506" y="26336"/>
                  </a:cubicBezTo>
                  <a:cubicBezTo>
                    <a:pt x="97649" y="3539"/>
                    <a:pt x="78518" y="85"/>
                    <a:pt x="68244" y="85"/>
                  </a:cubicBezTo>
                  <a:cubicBezTo>
                    <a:pt x="31400" y="85"/>
                    <a:pt x="11207" y="44643"/>
                    <a:pt x="11207" y="53279"/>
                  </a:cubicBezTo>
                  <a:cubicBezTo>
                    <a:pt x="11207" y="56733"/>
                    <a:pt x="14749" y="56733"/>
                    <a:pt x="15458" y="56733"/>
                  </a:cubicBezTo>
                  <a:cubicBezTo>
                    <a:pt x="18292" y="56733"/>
                    <a:pt x="19355" y="56042"/>
                    <a:pt x="20063" y="52933"/>
                  </a:cubicBezTo>
                  <a:cubicBezTo>
                    <a:pt x="32109" y="16319"/>
                    <a:pt x="55491" y="7684"/>
                    <a:pt x="67536" y="7684"/>
                  </a:cubicBezTo>
                  <a:cubicBezTo>
                    <a:pt x="74267" y="7684"/>
                    <a:pt x="86667" y="10793"/>
                    <a:pt x="86667" y="30827"/>
                  </a:cubicBezTo>
                  <a:cubicBezTo>
                    <a:pt x="86667" y="41534"/>
                    <a:pt x="80644" y="64677"/>
                    <a:pt x="67536" y="113035"/>
                  </a:cubicBezTo>
                  <a:cubicBezTo>
                    <a:pt x="61868" y="134451"/>
                    <a:pt x="49468" y="148958"/>
                    <a:pt x="33880" y="148958"/>
                  </a:cubicBezTo>
                  <a:cubicBezTo>
                    <a:pt x="31754" y="148958"/>
                    <a:pt x="23606" y="148958"/>
                    <a:pt x="16167" y="144468"/>
                  </a:cubicBezTo>
                  <a:cubicBezTo>
                    <a:pt x="25023" y="142741"/>
                    <a:pt x="32817" y="135487"/>
                    <a:pt x="32817" y="125816"/>
                  </a:cubicBezTo>
                  <a:cubicBezTo>
                    <a:pt x="32817" y="116489"/>
                    <a:pt x="25023" y="113726"/>
                    <a:pt x="19709" y="113726"/>
                  </a:cubicBezTo>
                  <a:cubicBezTo>
                    <a:pt x="9081" y="113726"/>
                    <a:pt x="224" y="122707"/>
                    <a:pt x="224" y="133760"/>
                  </a:cubicBezTo>
                  <a:cubicBezTo>
                    <a:pt x="224" y="149649"/>
                    <a:pt x="17938" y="156558"/>
                    <a:pt x="33526" y="156558"/>
                  </a:cubicBezTo>
                  <a:cubicBezTo>
                    <a:pt x="56908" y="156558"/>
                    <a:pt x="69662" y="132379"/>
                    <a:pt x="70724" y="130306"/>
                  </a:cubicBezTo>
                  <a:cubicBezTo>
                    <a:pt x="74976" y="143086"/>
                    <a:pt x="87729" y="156558"/>
                    <a:pt x="108986" y="156558"/>
                  </a:cubicBezTo>
                  <a:cubicBezTo>
                    <a:pt x="145476" y="156558"/>
                    <a:pt x="165669" y="111999"/>
                    <a:pt x="165669" y="103364"/>
                  </a:cubicBezTo>
                  <a:cubicBezTo>
                    <a:pt x="165669" y="99910"/>
                    <a:pt x="162481" y="99910"/>
                    <a:pt x="161418" y="99910"/>
                  </a:cubicBezTo>
                  <a:cubicBezTo>
                    <a:pt x="158229" y="99910"/>
                    <a:pt x="157521" y="101291"/>
                    <a:pt x="156812" y="103709"/>
                  </a:cubicBezTo>
                  <a:cubicBezTo>
                    <a:pt x="145121" y="140668"/>
                    <a:pt x="121031" y="148958"/>
                    <a:pt x="109694" y="148958"/>
                  </a:cubicBezTo>
                  <a:cubicBezTo>
                    <a:pt x="95878" y="148958"/>
                    <a:pt x="90209" y="137905"/>
                    <a:pt x="90209" y="126161"/>
                  </a:cubicBezTo>
                  <a:cubicBezTo>
                    <a:pt x="90209" y="118562"/>
                    <a:pt x="92335" y="110963"/>
                    <a:pt x="96232" y="95765"/>
                  </a:cubicBezTo>
                  <a:lnTo>
                    <a:pt x="108277" y="4844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5" name="Freeform: Shape 14">
              <a:extLst>
                <a:ext uri="{FF2B5EF4-FFF2-40B4-BE49-F238E27FC236}">
                  <a16:creationId xmlns:a16="http://schemas.microsoft.com/office/drawing/2014/main" id="{4A0C939C-D20E-1403-F12B-384A3483C85D}"/>
                </a:ext>
              </a:extLst>
            </p:cNvPr>
            <p:cNvSpPr/>
            <p:nvPr/>
          </p:nvSpPr>
          <p:spPr>
            <a:xfrm>
              <a:off x="12076393" y="4485917"/>
              <a:ext cx="82190" cy="345414"/>
            </a:xfrm>
            <a:custGeom>
              <a:avLst/>
              <a:gdLst>
                <a:gd name="connsiteX0" fmla="*/ 82421 w 82190"/>
                <a:gd name="connsiteY0" fmla="*/ 172792 h 345414"/>
                <a:gd name="connsiteX1" fmla="*/ 59039 w 82190"/>
                <a:gd name="connsiteY1" fmla="*/ 65023 h 345414"/>
                <a:gd name="connsiteX2" fmla="*/ 3773 w 82190"/>
                <a:gd name="connsiteY2" fmla="*/ 85 h 345414"/>
                <a:gd name="connsiteX3" fmla="*/ 230 w 82190"/>
                <a:gd name="connsiteY3" fmla="*/ 3539 h 345414"/>
                <a:gd name="connsiteX4" fmla="*/ 6961 w 82190"/>
                <a:gd name="connsiteY4" fmla="*/ 11483 h 345414"/>
                <a:gd name="connsiteX5" fmla="*/ 61873 w 82190"/>
                <a:gd name="connsiteY5" fmla="*/ 172792 h 345414"/>
                <a:gd name="connsiteX6" fmla="*/ 4836 w 82190"/>
                <a:gd name="connsiteY6" fmla="*/ 336173 h 345414"/>
                <a:gd name="connsiteX7" fmla="*/ 230 w 82190"/>
                <a:gd name="connsiteY7" fmla="*/ 342045 h 345414"/>
                <a:gd name="connsiteX8" fmla="*/ 3773 w 82190"/>
                <a:gd name="connsiteY8" fmla="*/ 345499 h 345414"/>
                <a:gd name="connsiteX9" fmla="*/ 60102 w 82190"/>
                <a:gd name="connsiteY9" fmla="*/ 278144 h 345414"/>
                <a:gd name="connsiteX10" fmla="*/ 82421 w 82190"/>
                <a:gd name="connsiteY10" fmla="*/ 172792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0" h="345414">
                  <a:moveTo>
                    <a:pt x="82421" y="172792"/>
                  </a:moveTo>
                  <a:cubicBezTo>
                    <a:pt x="82421" y="145850"/>
                    <a:pt x="78524" y="104055"/>
                    <a:pt x="59039" y="65023"/>
                  </a:cubicBezTo>
                  <a:cubicBezTo>
                    <a:pt x="37783" y="22537"/>
                    <a:pt x="7315" y="85"/>
                    <a:pt x="3773" y="85"/>
                  </a:cubicBezTo>
                  <a:cubicBezTo>
                    <a:pt x="1647" y="85"/>
                    <a:pt x="230" y="1466"/>
                    <a:pt x="230" y="3539"/>
                  </a:cubicBezTo>
                  <a:cubicBezTo>
                    <a:pt x="230" y="4575"/>
                    <a:pt x="230" y="5266"/>
                    <a:pt x="6961" y="11483"/>
                  </a:cubicBezTo>
                  <a:cubicBezTo>
                    <a:pt x="41680" y="45679"/>
                    <a:pt x="61873" y="100600"/>
                    <a:pt x="61873" y="172792"/>
                  </a:cubicBezTo>
                  <a:cubicBezTo>
                    <a:pt x="61873" y="231858"/>
                    <a:pt x="48765" y="292651"/>
                    <a:pt x="4836" y="336173"/>
                  </a:cubicBezTo>
                  <a:cubicBezTo>
                    <a:pt x="230" y="340318"/>
                    <a:pt x="230" y="341009"/>
                    <a:pt x="230" y="342045"/>
                  </a:cubicBezTo>
                  <a:cubicBezTo>
                    <a:pt x="230" y="344118"/>
                    <a:pt x="1647" y="345499"/>
                    <a:pt x="3773" y="345499"/>
                  </a:cubicBezTo>
                  <a:cubicBezTo>
                    <a:pt x="7315" y="345499"/>
                    <a:pt x="39200" y="322011"/>
                    <a:pt x="60102" y="278144"/>
                  </a:cubicBezTo>
                  <a:cubicBezTo>
                    <a:pt x="78170" y="240148"/>
                    <a:pt x="82421" y="201807"/>
                    <a:pt x="82421" y="172792"/>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6" name="Freeform: Shape 15">
              <a:extLst>
                <a:ext uri="{FF2B5EF4-FFF2-40B4-BE49-F238E27FC236}">
                  <a16:creationId xmlns:a16="http://schemas.microsoft.com/office/drawing/2014/main" id="{41222CA9-D1DE-BAE4-1CF3-7617EBC9B11B}"/>
                </a:ext>
              </a:extLst>
            </p:cNvPr>
            <p:cNvSpPr/>
            <p:nvPr/>
          </p:nvSpPr>
          <p:spPr>
            <a:xfrm>
              <a:off x="12312218" y="4618211"/>
              <a:ext cx="235590" cy="80827"/>
            </a:xfrm>
            <a:custGeom>
              <a:avLst/>
              <a:gdLst>
                <a:gd name="connsiteX0" fmla="*/ 223782 w 235590"/>
                <a:gd name="connsiteY0" fmla="*/ 13901 h 80827"/>
                <a:gd name="connsiteX1" fmla="*/ 235827 w 235590"/>
                <a:gd name="connsiteY1" fmla="*/ 6993 h 80827"/>
                <a:gd name="connsiteX2" fmla="*/ 224136 w 235590"/>
                <a:gd name="connsiteY2" fmla="*/ 85 h 80827"/>
                <a:gd name="connsiteX3" fmla="*/ 11928 w 235590"/>
                <a:gd name="connsiteY3" fmla="*/ 85 h 80827"/>
                <a:gd name="connsiteX4" fmla="*/ 237 w 235590"/>
                <a:gd name="connsiteY4" fmla="*/ 6993 h 80827"/>
                <a:gd name="connsiteX5" fmla="*/ 12282 w 235590"/>
                <a:gd name="connsiteY5" fmla="*/ 13901 h 80827"/>
                <a:gd name="connsiteX6" fmla="*/ 223782 w 235590"/>
                <a:gd name="connsiteY6" fmla="*/ 13901 h 80827"/>
                <a:gd name="connsiteX7" fmla="*/ 224136 w 235590"/>
                <a:gd name="connsiteY7" fmla="*/ 80912 h 80827"/>
                <a:gd name="connsiteX8" fmla="*/ 235827 w 235590"/>
                <a:gd name="connsiteY8" fmla="*/ 74003 h 80827"/>
                <a:gd name="connsiteX9" fmla="*/ 223782 w 235590"/>
                <a:gd name="connsiteY9" fmla="*/ 67095 h 80827"/>
                <a:gd name="connsiteX10" fmla="*/ 12282 w 235590"/>
                <a:gd name="connsiteY10" fmla="*/ 67095 h 80827"/>
                <a:gd name="connsiteX11" fmla="*/ 237 w 235590"/>
                <a:gd name="connsiteY11" fmla="*/ 74003 h 80827"/>
                <a:gd name="connsiteX12" fmla="*/ 11928 w 235590"/>
                <a:gd name="connsiteY12" fmla="*/ 80912 h 80827"/>
                <a:gd name="connsiteX13" fmla="*/ 224136 w 235590"/>
                <a:gd name="connsiteY13" fmla="*/ 80912 h 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90" h="80827">
                  <a:moveTo>
                    <a:pt x="223782" y="13901"/>
                  </a:moveTo>
                  <a:cubicBezTo>
                    <a:pt x="229096" y="13901"/>
                    <a:pt x="235827" y="13901"/>
                    <a:pt x="235827" y="6993"/>
                  </a:cubicBezTo>
                  <a:cubicBezTo>
                    <a:pt x="235827" y="85"/>
                    <a:pt x="229096" y="85"/>
                    <a:pt x="224136" y="85"/>
                  </a:cubicBezTo>
                  <a:lnTo>
                    <a:pt x="11928" y="85"/>
                  </a:lnTo>
                  <a:cubicBezTo>
                    <a:pt x="6968" y="85"/>
                    <a:pt x="237" y="85"/>
                    <a:pt x="237" y="6993"/>
                  </a:cubicBezTo>
                  <a:cubicBezTo>
                    <a:pt x="237" y="13901"/>
                    <a:pt x="6968" y="13901"/>
                    <a:pt x="12282" y="13901"/>
                  </a:cubicBezTo>
                  <a:lnTo>
                    <a:pt x="223782" y="13901"/>
                  </a:lnTo>
                  <a:close/>
                  <a:moveTo>
                    <a:pt x="224136" y="80912"/>
                  </a:moveTo>
                  <a:cubicBezTo>
                    <a:pt x="229096" y="80912"/>
                    <a:pt x="235827" y="80912"/>
                    <a:pt x="235827" y="74003"/>
                  </a:cubicBezTo>
                  <a:cubicBezTo>
                    <a:pt x="235827" y="67095"/>
                    <a:pt x="229096" y="67095"/>
                    <a:pt x="223782" y="67095"/>
                  </a:cubicBezTo>
                  <a:lnTo>
                    <a:pt x="12282" y="67095"/>
                  </a:lnTo>
                  <a:cubicBezTo>
                    <a:pt x="6968" y="67095"/>
                    <a:pt x="237" y="67095"/>
                    <a:pt x="237" y="74003"/>
                  </a:cubicBezTo>
                  <a:cubicBezTo>
                    <a:pt x="237" y="80912"/>
                    <a:pt x="6968" y="80912"/>
                    <a:pt x="11928" y="80912"/>
                  </a:cubicBezTo>
                  <a:lnTo>
                    <a:pt x="224136" y="80912"/>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7" name="Freeform: Shape 16">
              <a:extLst>
                <a:ext uri="{FF2B5EF4-FFF2-40B4-BE49-F238E27FC236}">
                  <a16:creationId xmlns:a16="http://schemas.microsoft.com/office/drawing/2014/main" id="{5EE5A278-7AAF-6E20-BE08-DDEE9B52722B}"/>
                </a:ext>
              </a:extLst>
            </p:cNvPr>
            <p:cNvSpPr/>
            <p:nvPr/>
          </p:nvSpPr>
          <p:spPr>
            <a:xfrm>
              <a:off x="12677667" y="4592305"/>
              <a:ext cx="276685" cy="152673"/>
            </a:xfrm>
            <a:custGeom>
              <a:avLst/>
              <a:gdLst>
                <a:gd name="connsiteX0" fmla="*/ 27880 w 276685"/>
                <a:gd name="connsiteY0" fmla="*/ 33935 h 152673"/>
                <a:gd name="connsiteX1" fmla="*/ 27880 w 276685"/>
                <a:gd name="connsiteY1" fmla="*/ 126506 h 152673"/>
                <a:gd name="connsiteX2" fmla="*/ 247 w 276685"/>
                <a:gd name="connsiteY2" fmla="*/ 142050 h 152673"/>
                <a:gd name="connsiteX3" fmla="*/ 247 w 276685"/>
                <a:gd name="connsiteY3" fmla="*/ 152758 h 152673"/>
                <a:gd name="connsiteX4" fmla="*/ 40280 w 276685"/>
                <a:gd name="connsiteY4" fmla="*/ 151722 h 152673"/>
                <a:gd name="connsiteX5" fmla="*/ 79958 w 276685"/>
                <a:gd name="connsiteY5" fmla="*/ 152758 h 152673"/>
                <a:gd name="connsiteX6" fmla="*/ 79958 w 276685"/>
                <a:gd name="connsiteY6" fmla="*/ 142050 h 152673"/>
                <a:gd name="connsiteX7" fmla="*/ 52325 w 276685"/>
                <a:gd name="connsiteY7" fmla="*/ 126506 h 152673"/>
                <a:gd name="connsiteX8" fmla="*/ 52325 w 276685"/>
                <a:gd name="connsiteY8" fmla="*/ 62950 h 152673"/>
                <a:gd name="connsiteX9" fmla="*/ 100152 w 276685"/>
                <a:gd name="connsiteY9" fmla="*/ 7684 h 152673"/>
                <a:gd name="connsiteX10" fmla="*/ 126368 w 276685"/>
                <a:gd name="connsiteY10" fmla="*/ 46025 h 152673"/>
                <a:gd name="connsiteX11" fmla="*/ 126368 w 276685"/>
                <a:gd name="connsiteY11" fmla="*/ 126506 h 152673"/>
                <a:gd name="connsiteX12" fmla="*/ 98735 w 276685"/>
                <a:gd name="connsiteY12" fmla="*/ 142050 h 152673"/>
                <a:gd name="connsiteX13" fmla="*/ 98735 w 276685"/>
                <a:gd name="connsiteY13" fmla="*/ 152758 h 152673"/>
                <a:gd name="connsiteX14" fmla="*/ 138767 w 276685"/>
                <a:gd name="connsiteY14" fmla="*/ 151722 h 152673"/>
                <a:gd name="connsiteX15" fmla="*/ 178446 w 276685"/>
                <a:gd name="connsiteY15" fmla="*/ 152758 h 152673"/>
                <a:gd name="connsiteX16" fmla="*/ 178446 w 276685"/>
                <a:gd name="connsiteY16" fmla="*/ 142050 h 152673"/>
                <a:gd name="connsiteX17" fmla="*/ 150813 w 276685"/>
                <a:gd name="connsiteY17" fmla="*/ 126506 h 152673"/>
                <a:gd name="connsiteX18" fmla="*/ 150813 w 276685"/>
                <a:gd name="connsiteY18" fmla="*/ 62950 h 152673"/>
                <a:gd name="connsiteX19" fmla="*/ 198639 w 276685"/>
                <a:gd name="connsiteY19" fmla="*/ 7684 h 152673"/>
                <a:gd name="connsiteX20" fmla="*/ 224855 w 276685"/>
                <a:gd name="connsiteY20" fmla="*/ 46025 h 152673"/>
                <a:gd name="connsiteX21" fmla="*/ 224855 w 276685"/>
                <a:gd name="connsiteY21" fmla="*/ 126506 h 152673"/>
                <a:gd name="connsiteX22" fmla="*/ 197222 w 276685"/>
                <a:gd name="connsiteY22" fmla="*/ 142050 h 152673"/>
                <a:gd name="connsiteX23" fmla="*/ 197222 w 276685"/>
                <a:gd name="connsiteY23" fmla="*/ 152758 h 152673"/>
                <a:gd name="connsiteX24" fmla="*/ 237255 w 276685"/>
                <a:gd name="connsiteY24" fmla="*/ 151722 h 152673"/>
                <a:gd name="connsiteX25" fmla="*/ 276933 w 276685"/>
                <a:gd name="connsiteY25" fmla="*/ 152758 h 152673"/>
                <a:gd name="connsiteX26" fmla="*/ 276933 w 276685"/>
                <a:gd name="connsiteY26" fmla="*/ 142050 h 152673"/>
                <a:gd name="connsiteX27" fmla="*/ 249300 w 276685"/>
                <a:gd name="connsiteY27" fmla="*/ 131688 h 152673"/>
                <a:gd name="connsiteX28" fmla="*/ 249300 w 276685"/>
                <a:gd name="connsiteY28" fmla="*/ 65713 h 152673"/>
                <a:gd name="connsiteX29" fmla="*/ 238318 w 276685"/>
                <a:gd name="connsiteY29" fmla="*/ 12865 h 152673"/>
                <a:gd name="connsiteX30" fmla="*/ 201119 w 276685"/>
                <a:gd name="connsiteY30" fmla="*/ 85 h 152673"/>
                <a:gd name="connsiteX31" fmla="*/ 149750 w 276685"/>
                <a:gd name="connsiteY31" fmla="*/ 33935 h 152673"/>
                <a:gd name="connsiteX32" fmla="*/ 102632 w 276685"/>
                <a:gd name="connsiteY32" fmla="*/ 85 h 152673"/>
                <a:gd name="connsiteX33" fmla="*/ 50199 w 276685"/>
                <a:gd name="connsiteY33" fmla="*/ 36353 h 152673"/>
                <a:gd name="connsiteX34" fmla="*/ 50199 w 276685"/>
                <a:gd name="connsiteY34" fmla="*/ 85 h 152673"/>
                <a:gd name="connsiteX35" fmla="*/ 247 w 276685"/>
                <a:gd name="connsiteY35" fmla="*/ 3884 h 152673"/>
                <a:gd name="connsiteX36" fmla="*/ 247 w 276685"/>
                <a:gd name="connsiteY36" fmla="*/ 14592 h 152673"/>
                <a:gd name="connsiteX37" fmla="*/ 27880 w 276685"/>
                <a:gd name="connsiteY37" fmla="*/ 33935 h 152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76685" h="152673">
                  <a:moveTo>
                    <a:pt x="27880" y="33935"/>
                  </a:moveTo>
                  <a:lnTo>
                    <a:pt x="27880" y="126506"/>
                  </a:lnTo>
                  <a:cubicBezTo>
                    <a:pt x="27880" y="142050"/>
                    <a:pt x="23983" y="142050"/>
                    <a:pt x="247" y="142050"/>
                  </a:cubicBezTo>
                  <a:lnTo>
                    <a:pt x="247" y="152758"/>
                  </a:lnTo>
                  <a:cubicBezTo>
                    <a:pt x="12647" y="152413"/>
                    <a:pt x="30715" y="151722"/>
                    <a:pt x="40280" y="151722"/>
                  </a:cubicBezTo>
                  <a:cubicBezTo>
                    <a:pt x="49491" y="151722"/>
                    <a:pt x="67913" y="152413"/>
                    <a:pt x="79958" y="152758"/>
                  </a:cubicBezTo>
                  <a:lnTo>
                    <a:pt x="79958" y="142050"/>
                  </a:lnTo>
                  <a:cubicBezTo>
                    <a:pt x="56222" y="142050"/>
                    <a:pt x="52325" y="142050"/>
                    <a:pt x="52325" y="126506"/>
                  </a:cubicBezTo>
                  <a:lnTo>
                    <a:pt x="52325" y="62950"/>
                  </a:lnTo>
                  <a:cubicBezTo>
                    <a:pt x="52325" y="27027"/>
                    <a:pt x="77478" y="7684"/>
                    <a:pt x="100152" y="7684"/>
                  </a:cubicBezTo>
                  <a:cubicBezTo>
                    <a:pt x="122471" y="7684"/>
                    <a:pt x="126368" y="26336"/>
                    <a:pt x="126368" y="46025"/>
                  </a:cubicBezTo>
                  <a:lnTo>
                    <a:pt x="126368" y="126506"/>
                  </a:lnTo>
                  <a:cubicBezTo>
                    <a:pt x="126368" y="142050"/>
                    <a:pt x="122471" y="142050"/>
                    <a:pt x="98735" y="142050"/>
                  </a:cubicBezTo>
                  <a:lnTo>
                    <a:pt x="98735" y="152758"/>
                  </a:lnTo>
                  <a:cubicBezTo>
                    <a:pt x="111134" y="152413"/>
                    <a:pt x="129202" y="151722"/>
                    <a:pt x="138767" y="151722"/>
                  </a:cubicBezTo>
                  <a:cubicBezTo>
                    <a:pt x="147978" y="151722"/>
                    <a:pt x="166400" y="152413"/>
                    <a:pt x="178446" y="152758"/>
                  </a:cubicBezTo>
                  <a:lnTo>
                    <a:pt x="178446" y="142050"/>
                  </a:lnTo>
                  <a:cubicBezTo>
                    <a:pt x="154710" y="142050"/>
                    <a:pt x="150813" y="142050"/>
                    <a:pt x="150813" y="126506"/>
                  </a:cubicBezTo>
                  <a:lnTo>
                    <a:pt x="150813" y="62950"/>
                  </a:lnTo>
                  <a:cubicBezTo>
                    <a:pt x="150813" y="27027"/>
                    <a:pt x="175966" y="7684"/>
                    <a:pt x="198639" y="7684"/>
                  </a:cubicBezTo>
                  <a:cubicBezTo>
                    <a:pt x="220958" y="7684"/>
                    <a:pt x="224855" y="26336"/>
                    <a:pt x="224855" y="46025"/>
                  </a:cubicBezTo>
                  <a:lnTo>
                    <a:pt x="224855" y="126506"/>
                  </a:lnTo>
                  <a:cubicBezTo>
                    <a:pt x="224855" y="142050"/>
                    <a:pt x="220958" y="142050"/>
                    <a:pt x="197222" y="142050"/>
                  </a:cubicBezTo>
                  <a:lnTo>
                    <a:pt x="197222" y="152758"/>
                  </a:lnTo>
                  <a:cubicBezTo>
                    <a:pt x="209622" y="152413"/>
                    <a:pt x="227689" y="151722"/>
                    <a:pt x="237255" y="151722"/>
                  </a:cubicBezTo>
                  <a:cubicBezTo>
                    <a:pt x="246466" y="151722"/>
                    <a:pt x="264888" y="152413"/>
                    <a:pt x="276933" y="152758"/>
                  </a:cubicBezTo>
                  <a:lnTo>
                    <a:pt x="276933" y="142050"/>
                  </a:lnTo>
                  <a:cubicBezTo>
                    <a:pt x="258511" y="142050"/>
                    <a:pt x="249654" y="142050"/>
                    <a:pt x="249300" y="131688"/>
                  </a:cubicBezTo>
                  <a:lnTo>
                    <a:pt x="249300" y="65713"/>
                  </a:lnTo>
                  <a:cubicBezTo>
                    <a:pt x="249300" y="36008"/>
                    <a:pt x="249300" y="25300"/>
                    <a:pt x="238318" y="12865"/>
                  </a:cubicBezTo>
                  <a:cubicBezTo>
                    <a:pt x="233358" y="6993"/>
                    <a:pt x="221667" y="85"/>
                    <a:pt x="201119" y="85"/>
                  </a:cubicBezTo>
                  <a:cubicBezTo>
                    <a:pt x="171360" y="85"/>
                    <a:pt x="155772" y="20810"/>
                    <a:pt x="149750" y="33935"/>
                  </a:cubicBezTo>
                  <a:cubicBezTo>
                    <a:pt x="144790" y="3884"/>
                    <a:pt x="118574" y="85"/>
                    <a:pt x="102632" y="85"/>
                  </a:cubicBezTo>
                  <a:cubicBezTo>
                    <a:pt x="76770" y="85"/>
                    <a:pt x="60119" y="14938"/>
                    <a:pt x="50199" y="36353"/>
                  </a:cubicBezTo>
                  <a:lnTo>
                    <a:pt x="50199" y="85"/>
                  </a:lnTo>
                  <a:lnTo>
                    <a:pt x="247" y="3884"/>
                  </a:lnTo>
                  <a:lnTo>
                    <a:pt x="247" y="14592"/>
                  </a:lnTo>
                  <a:cubicBezTo>
                    <a:pt x="25046" y="14592"/>
                    <a:pt x="27880" y="17010"/>
                    <a:pt x="27880" y="33935"/>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8" name="Freeform: Shape 17">
              <a:extLst>
                <a:ext uri="{FF2B5EF4-FFF2-40B4-BE49-F238E27FC236}">
                  <a16:creationId xmlns:a16="http://schemas.microsoft.com/office/drawing/2014/main" id="{5CACA85C-77D6-B9AF-4B32-8044F427ABF4}"/>
                </a:ext>
              </a:extLst>
            </p:cNvPr>
            <p:cNvSpPr/>
            <p:nvPr/>
          </p:nvSpPr>
          <p:spPr>
            <a:xfrm>
              <a:off x="12976437" y="4590233"/>
              <a:ext cx="159776" cy="158545"/>
            </a:xfrm>
            <a:custGeom>
              <a:avLst/>
              <a:gdLst>
                <a:gd name="connsiteX0" fmla="*/ 103348 w 159776"/>
                <a:gd name="connsiteY0" fmla="*/ 128579 h 158545"/>
                <a:gd name="connsiteX1" fmla="*/ 130982 w 159776"/>
                <a:gd name="connsiteY1" fmla="*/ 156903 h 158545"/>
                <a:gd name="connsiteX2" fmla="*/ 160032 w 159776"/>
                <a:gd name="connsiteY2" fmla="*/ 124089 h 158545"/>
                <a:gd name="connsiteX3" fmla="*/ 160032 w 159776"/>
                <a:gd name="connsiteY3" fmla="*/ 104745 h 158545"/>
                <a:gd name="connsiteX4" fmla="*/ 151175 w 159776"/>
                <a:gd name="connsiteY4" fmla="*/ 104745 h 158545"/>
                <a:gd name="connsiteX5" fmla="*/ 151175 w 159776"/>
                <a:gd name="connsiteY5" fmla="*/ 124089 h 158545"/>
                <a:gd name="connsiteX6" fmla="*/ 138421 w 159776"/>
                <a:gd name="connsiteY6" fmla="*/ 146195 h 158545"/>
                <a:gd name="connsiteX7" fmla="*/ 125313 w 159776"/>
                <a:gd name="connsiteY7" fmla="*/ 128924 h 158545"/>
                <a:gd name="connsiteX8" fmla="*/ 125313 w 159776"/>
                <a:gd name="connsiteY8" fmla="*/ 59841 h 158545"/>
                <a:gd name="connsiteX9" fmla="*/ 112560 w 159776"/>
                <a:gd name="connsiteY9" fmla="*/ 19082 h 158545"/>
                <a:gd name="connsiteX10" fmla="*/ 64024 w 159776"/>
                <a:gd name="connsiteY10" fmla="*/ 85 h 158545"/>
                <a:gd name="connsiteX11" fmla="*/ 10529 w 159776"/>
                <a:gd name="connsiteY11" fmla="*/ 39117 h 158545"/>
                <a:gd name="connsiteX12" fmla="*/ 26826 w 159776"/>
                <a:gd name="connsiteY12" fmla="*/ 55351 h 158545"/>
                <a:gd name="connsiteX13" fmla="*/ 43122 w 159776"/>
                <a:gd name="connsiteY13" fmla="*/ 39462 h 158545"/>
                <a:gd name="connsiteX14" fmla="*/ 25054 w 159776"/>
                <a:gd name="connsiteY14" fmla="*/ 23573 h 158545"/>
                <a:gd name="connsiteX15" fmla="*/ 63316 w 159776"/>
                <a:gd name="connsiteY15" fmla="*/ 7684 h 158545"/>
                <a:gd name="connsiteX16" fmla="*/ 100869 w 159776"/>
                <a:gd name="connsiteY16" fmla="*/ 51897 h 158545"/>
                <a:gd name="connsiteX17" fmla="*/ 100869 w 159776"/>
                <a:gd name="connsiteY17" fmla="*/ 64677 h 158545"/>
                <a:gd name="connsiteX18" fmla="*/ 35683 w 159776"/>
                <a:gd name="connsiteY18" fmla="*/ 77112 h 158545"/>
                <a:gd name="connsiteX19" fmla="*/ 255 w 159776"/>
                <a:gd name="connsiteY19" fmla="*/ 122016 h 158545"/>
                <a:gd name="connsiteX20" fmla="*/ 56939 w 159776"/>
                <a:gd name="connsiteY20" fmla="*/ 158630 h 158545"/>
                <a:gd name="connsiteX21" fmla="*/ 103348 w 159776"/>
                <a:gd name="connsiteY21" fmla="*/ 128579 h 158545"/>
                <a:gd name="connsiteX22" fmla="*/ 100869 w 159776"/>
                <a:gd name="connsiteY22" fmla="*/ 71931 h 158545"/>
                <a:gd name="connsiteX23" fmla="*/ 100869 w 159776"/>
                <a:gd name="connsiteY23" fmla="*/ 106472 h 158545"/>
                <a:gd name="connsiteX24" fmla="*/ 59419 w 159776"/>
                <a:gd name="connsiteY24" fmla="*/ 151031 h 158545"/>
                <a:gd name="connsiteX25" fmla="*/ 27534 w 159776"/>
                <a:gd name="connsiteY25" fmla="*/ 121671 h 158545"/>
                <a:gd name="connsiteX26" fmla="*/ 100869 w 159776"/>
                <a:gd name="connsiteY26" fmla="*/ 71931 h 15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9776" h="158545">
                  <a:moveTo>
                    <a:pt x="103348" y="128579"/>
                  </a:moveTo>
                  <a:cubicBezTo>
                    <a:pt x="104766" y="142396"/>
                    <a:pt x="114331" y="156903"/>
                    <a:pt x="130982" y="156903"/>
                  </a:cubicBezTo>
                  <a:cubicBezTo>
                    <a:pt x="138421" y="156903"/>
                    <a:pt x="160032" y="152067"/>
                    <a:pt x="160032" y="124089"/>
                  </a:cubicBezTo>
                  <a:lnTo>
                    <a:pt x="160032" y="104745"/>
                  </a:lnTo>
                  <a:lnTo>
                    <a:pt x="151175" y="104745"/>
                  </a:lnTo>
                  <a:lnTo>
                    <a:pt x="151175" y="124089"/>
                  </a:lnTo>
                  <a:cubicBezTo>
                    <a:pt x="151175" y="144123"/>
                    <a:pt x="142318" y="146195"/>
                    <a:pt x="138421" y="146195"/>
                  </a:cubicBezTo>
                  <a:cubicBezTo>
                    <a:pt x="126730" y="146195"/>
                    <a:pt x="125313" y="130651"/>
                    <a:pt x="125313" y="128924"/>
                  </a:cubicBezTo>
                  <a:lnTo>
                    <a:pt x="125313" y="59841"/>
                  </a:lnTo>
                  <a:cubicBezTo>
                    <a:pt x="125313" y="45334"/>
                    <a:pt x="125313" y="31863"/>
                    <a:pt x="112560" y="19082"/>
                  </a:cubicBezTo>
                  <a:cubicBezTo>
                    <a:pt x="98743" y="5611"/>
                    <a:pt x="81029" y="85"/>
                    <a:pt x="64024" y="85"/>
                  </a:cubicBezTo>
                  <a:cubicBezTo>
                    <a:pt x="34974" y="85"/>
                    <a:pt x="10529" y="16319"/>
                    <a:pt x="10529" y="39117"/>
                  </a:cubicBezTo>
                  <a:cubicBezTo>
                    <a:pt x="10529" y="49479"/>
                    <a:pt x="17615" y="55351"/>
                    <a:pt x="26826" y="55351"/>
                  </a:cubicBezTo>
                  <a:cubicBezTo>
                    <a:pt x="36745" y="55351"/>
                    <a:pt x="43122" y="48443"/>
                    <a:pt x="43122" y="39462"/>
                  </a:cubicBezTo>
                  <a:cubicBezTo>
                    <a:pt x="43122" y="35317"/>
                    <a:pt x="41351" y="23918"/>
                    <a:pt x="25054" y="23573"/>
                  </a:cubicBezTo>
                  <a:cubicBezTo>
                    <a:pt x="34620" y="11483"/>
                    <a:pt x="51979" y="7684"/>
                    <a:pt x="63316" y="7684"/>
                  </a:cubicBezTo>
                  <a:cubicBezTo>
                    <a:pt x="80675" y="7684"/>
                    <a:pt x="100869" y="21155"/>
                    <a:pt x="100869" y="51897"/>
                  </a:cubicBezTo>
                  <a:lnTo>
                    <a:pt x="100869" y="64677"/>
                  </a:lnTo>
                  <a:cubicBezTo>
                    <a:pt x="82801" y="65713"/>
                    <a:pt x="58002" y="66750"/>
                    <a:pt x="35683" y="77112"/>
                  </a:cubicBezTo>
                  <a:cubicBezTo>
                    <a:pt x="9112" y="88856"/>
                    <a:pt x="255" y="106818"/>
                    <a:pt x="255" y="122016"/>
                  </a:cubicBezTo>
                  <a:cubicBezTo>
                    <a:pt x="255" y="149995"/>
                    <a:pt x="34620" y="158630"/>
                    <a:pt x="56939" y="158630"/>
                  </a:cubicBezTo>
                  <a:cubicBezTo>
                    <a:pt x="80321" y="158630"/>
                    <a:pt x="96617" y="144813"/>
                    <a:pt x="103348" y="128579"/>
                  </a:cubicBezTo>
                  <a:close/>
                  <a:moveTo>
                    <a:pt x="100869" y="71931"/>
                  </a:moveTo>
                  <a:lnTo>
                    <a:pt x="100869" y="106472"/>
                  </a:lnTo>
                  <a:cubicBezTo>
                    <a:pt x="100869" y="139287"/>
                    <a:pt x="75361" y="151031"/>
                    <a:pt x="59419" y="151031"/>
                  </a:cubicBezTo>
                  <a:cubicBezTo>
                    <a:pt x="42059" y="151031"/>
                    <a:pt x="27534" y="138941"/>
                    <a:pt x="27534" y="121671"/>
                  </a:cubicBezTo>
                  <a:cubicBezTo>
                    <a:pt x="27534" y="102673"/>
                    <a:pt x="42414" y="74003"/>
                    <a:pt x="100869" y="71931"/>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9" name="Freeform: Shape 18">
              <a:extLst>
                <a:ext uri="{FF2B5EF4-FFF2-40B4-BE49-F238E27FC236}">
                  <a16:creationId xmlns:a16="http://schemas.microsoft.com/office/drawing/2014/main" id="{FDFCC365-8F6F-39C4-C18F-C964504BEF01}"/>
                </a:ext>
              </a:extLst>
            </p:cNvPr>
            <p:cNvSpPr/>
            <p:nvPr/>
          </p:nvSpPr>
          <p:spPr>
            <a:xfrm>
              <a:off x="13142945" y="4596105"/>
              <a:ext cx="178552" cy="148873"/>
            </a:xfrm>
            <a:custGeom>
              <a:avLst/>
              <a:gdLst>
                <a:gd name="connsiteX0" fmla="*/ 97685 w 178552"/>
                <a:gd name="connsiteY0" fmla="*/ 67786 h 148873"/>
                <a:gd name="connsiteX1" fmla="*/ 130278 w 178552"/>
                <a:gd name="connsiteY1" fmla="*/ 28754 h 148873"/>
                <a:gd name="connsiteX2" fmla="*/ 172436 w 178552"/>
                <a:gd name="connsiteY2" fmla="*/ 10793 h 148873"/>
                <a:gd name="connsiteX3" fmla="*/ 172436 w 178552"/>
                <a:gd name="connsiteY3" fmla="*/ 85 h 148873"/>
                <a:gd name="connsiteX4" fmla="*/ 143386 w 178552"/>
                <a:gd name="connsiteY4" fmla="*/ 1121 h 148873"/>
                <a:gd name="connsiteX5" fmla="*/ 109376 w 178552"/>
                <a:gd name="connsiteY5" fmla="*/ 85 h 148873"/>
                <a:gd name="connsiteX6" fmla="*/ 109376 w 178552"/>
                <a:gd name="connsiteY6" fmla="*/ 10793 h 148873"/>
                <a:gd name="connsiteX7" fmla="*/ 119650 w 178552"/>
                <a:gd name="connsiteY7" fmla="*/ 21500 h 148873"/>
                <a:gd name="connsiteX8" fmla="*/ 114336 w 178552"/>
                <a:gd name="connsiteY8" fmla="*/ 33590 h 148873"/>
                <a:gd name="connsiteX9" fmla="*/ 92371 w 178552"/>
                <a:gd name="connsiteY9" fmla="*/ 60532 h 148873"/>
                <a:gd name="connsiteX10" fmla="*/ 64738 w 178552"/>
                <a:gd name="connsiteY10" fmla="*/ 25645 h 148873"/>
                <a:gd name="connsiteX11" fmla="*/ 61549 w 178552"/>
                <a:gd name="connsiteY11" fmla="*/ 19428 h 148873"/>
                <a:gd name="connsiteX12" fmla="*/ 73949 w 178552"/>
                <a:gd name="connsiteY12" fmla="*/ 10793 h 148873"/>
                <a:gd name="connsiteX13" fmla="*/ 73949 w 178552"/>
                <a:gd name="connsiteY13" fmla="*/ 85 h 148873"/>
                <a:gd name="connsiteX14" fmla="*/ 35688 w 178552"/>
                <a:gd name="connsiteY14" fmla="*/ 1121 h 148873"/>
                <a:gd name="connsiteX15" fmla="*/ 2032 w 178552"/>
                <a:gd name="connsiteY15" fmla="*/ 85 h 148873"/>
                <a:gd name="connsiteX16" fmla="*/ 2032 w 178552"/>
                <a:gd name="connsiteY16" fmla="*/ 10793 h 148873"/>
                <a:gd name="connsiteX17" fmla="*/ 43836 w 178552"/>
                <a:gd name="connsiteY17" fmla="*/ 31863 h 148873"/>
                <a:gd name="connsiteX18" fmla="*/ 78909 w 178552"/>
                <a:gd name="connsiteY18" fmla="*/ 76421 h 148873"/>
                <a:gd name="connsiteX19" fmla="*/ 45607 w 178552"/>
                <a:gd name="connsiteY19" fmla="*/ 117526 h 148873"/>
                <a:gd name="connsiteX20" fmla="*/ 260 w 178552"/>
                <a:gd name="connsiteY20" fmla="*/ 138251 h 148873"/>
                <a:gd name="connsiteX21" fmla="*/ 260 w 178552"/>
                <a:gd name="connsiteY21" fmla="*/ 148958 h 148873"/>
                <a:gd name="connsiteX22" fmla="*/ 29665 w 178552"/>
                <a:gd name="connsiteY22" fmla="*/ 147922 h 148873"/>
                <a:gd name="connsiteX23" fmla="*/ 63321 w 178552"/>
                <a:gd name="connsiteY23" fmla="*/ 148958 h 148873"/>
                <a:gd name="connsiteX24" fmla="*/ 63321 w 178552"/>
                <a:gd name="connsiteY24" fmla="*/ 138251 h 148873"/>
                <a:gd name="connsiteX25" fmla="*/ 53047 w 178552"/>
                <a:gd name="connsiteY25" fmla="*/ 127543 h 148873"/>
                <a:gd name="connsiteX26" fmla="*/ 84931 w 178552"/>
                <a:gd name="connsiteY26" fmla="*/ 83675 h 148873"/>
                <a:gd name="connsiteX27" fmla="*/ 111856 w 178552"/>
                <a:gd name="connsiteY27" fmla="*/ 118217 h 148873"/>
                <a:gd name="connsiteX28" fmla="*/ 119296 w 178552"/>
                <a:gd name="connsiteY28" fmla="*/ 129615 h 148873"/>
                <a:gd name="connsiteX29" fmla="*/ 106542 w 178552"/>
                <a:gd name="connsiteY29" fmla="*/ 138251 h 148873"/>
                <a:gd name="connsiteX30" fmla="*/ 106542 w 178552"/>
                <a:gd name="connsiteY30" fmla="*/ 148958 h 148873"/>
                <a:gd name="connsiteX31" fmla="*/ 144803 w 178552"/>
                <a:gd name="connsiteY31" fmla="*/ 147922 h 148873"/>
                <a:gd name="connsiteX32" fmla="*/ 178813 w 178552"/>
                <a:gd name="connsiteY32" fmla="*/ 148958 h 148873"/>
                <a:gd name="connsiteX33" fmla="*/ 178813 w 178552"/>
                <a:gd name="connsiteY33" fmla="*/ 138251 h 148873"/>
                <a:gd name="connsiteX34" fmla="*/ 145157 w 178552"/>
                <a:gd name="connsiteY34" fmla="*/ 127543 h 148873"/>
                <a:gd name="connsiteX35" fmla="*/ 97685 w 178552"/>
                <a:gd name="connsiteY35" fmla="*/ 67786 h 148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8552" h="148873">
                  <a:moveTo>
                    <a:pt x="97685" y="67786"/>
                  </a:moveTo>
                  <a:cubicBezTo>
                    <a:pt x="108313" y="54660"/>
                    <a:pt x="121776" y="37735"/>
                    <a:pt x="130278" y="28754"/>
                  </a:cubicBezTo>
                  <a:cubicBezTo>
                    <a:pt x="141260" y="16319"/>
                    <a:pt x="155786" y="11138"/>
                    <a:pt x="172436" y="10793"/>
                  </a:cubicBezTo>
                  <a:lnTo>
                    <a:pt x="172436" y="85"/>
                  </a:lnTo>
                  <a:cubicBezTo>
                    <a:pt x="163225" y="776"/>
                    <a:pt x="152597" y="1121"/>
                    <a:pt x="143386" y="1121"/>
                  </a:cubicBezTo>
                  <a:cubicBezTo>
                    <a:pt x="132758" y="1121"/>
                    <a:pt x="113982" y="430"/>
                    <a:pt x="109376" y="85"/>
                  </a:cubicBezTo>
                  <a:lnTo>
                    <a:pt x="109376" y="10793"/>
                  </a:lnTo>
                  <a:cubicBezTo>
                    <a:pt x="116816" y="11483"/>
                    <a:pt x="119650" y="15974"/>
                    <a:pt x="119650" y="21500"/>
                  </a:cubicBezTo>
                  <a:cubicBezTo>
                    <a:pt x="119650" y="27027"/>
                    <a:pt x="116107" y="31517"/>
                    <a:pt x="114336" y="33590"/>
                  </a:cubicBezTo>
                  <a:lnTo>
                    <a:pt x="92371" y="60532"/>
                  </a:lnTo>
                  <a:lnTo>
                    <a:pt x="64738" y="25645"/>
                  </a:lnTo>
                  <a:cubicBezTo>
                    <a:pt x="61549" y="22191"/>
                    <a:pt x="61549" y="21500"/>
                    <a:pt x="61549" y="19428"/>
                  </a:cubicBezTo>
                  <a:cubicBezTo>
                    <a:pt x="61549" y="14247"/>
                    <a:pt x="66863" y="11138"/>
                    <a:pt x="73949" y="10793"/>
                  </a:cubicBezTo>
                  <a:lnTo>
                    <a:pt x="73949" y="85"/>
                  </a:lnTo>
                  <a:cubicBezTo>
                    <a:pt x="64738" y="430"/>
                    <a:pt x="41356" y="1121"/>
                    <a:pt x="35688" y="1121"/>
                  </a:cubicBezTo>
                  <a:cubicBezTo>
                    <a:pt x="28248" y="1121"/>
                    <a:pt x="11597" y="776"/>
                    <a:pt x="2032" y="85"/>
                  </a:cubicBezTo>
                  <a:lnTo>
                    <a:pt x="2032" y="10793"/>
                  </a:lnTo>
                  <a:cubicBezTo>
                    <a:pt x="26831" y="10793"/>
                    <a:pt x="27185" y="11138"/>
                    <a:pt x="43836" y="31863"/>
                  </a:cubicBezTo>
                  <a:lnTo>
                    <a:pt x="78909" y="76421"/>
                  </a:lnTo>
                  <a:lnTo>
                    <a:pt x="45607" y="117526"/>
                  </a:lnTo>
                  <a:cubicBezTo>
                    <a:pt x="28602" y="137560"/>
                    <a:pt x="7700" y="138251"/>
                    <a:pt x="260" y="138251"/>
                  </a:cubicBezTo>
                  <a:lnTo>
                    <a:pt x="260" y="148958"/>
                  </a:lnTo>
                  <a:cubicBezTo>
                    <a:pt x="9471" y="148268"/>
                    <a:pt x="20454" y="147922"/>
                    <a:pt x="29665" y="147922"/>
                  </a:cubicBezTo>
                  <a:cubicBezTo>
                    <a:pt x="39939" y="147922"/>
                    <a:pt x="54818" y="148613"/>
                    <a:pt x="63321" y="148958"/>
                  </a:cubicBezTo>
                  <a:lnTo>
                    <a:pt x="63321" y="138251"/>
                  </a:lnTo>
                  <a:cubicBezTo>
                    <a:pt x="55527" y="137214"/>
                    <a:pt x="53047" y="132724"/>
                    <a:pt x="53047" y="127543"/>
                  </a:cubicBezTo>
                  <a:cubicBezTo>
                    <a:pt x="53047" y="119944"/>
                    <a:pt x="63321" y="108545"/>
                    <a:pt x="84931" y="83675"/>
                  </a:cubicBezTo>
                  <a:lnTo>
                    <a:pt x="111856" y="118217"/>
                  </a:lnTo>
                  <a:cubicBezTo>
                    <a:pt x="114690" y="122016"/>
                    <a:pt x="119296" y="127543"/>
                    <a:pt x="119296" y="129615"/>
                  </a:cubicBezTo>
                  <a:cubicBezTo>
                    <a:pt x="119296" y="132724"/>
                    <a:pt x="116107" y="137905"/>
                    <a:pt x="106542" y="138251"/>
                  </a:cubicBezTo>
                  <a:lnTo>
                    <a:pt x="106542" y="148958"/>
                  </a:lnTo>
                  <a:cubicBezTo>
                    <a:pt x="117170" y="148613"/>
                    <a:pt x="137009" y="147922"/>
                    <a:pt x="144803" y="147922"/>
                  </a:cubicBezTo>
                  <a:cubicBezTo>
                    <a:pt x="154369" y="147922"/>
                    <a:pt x="168185" y="148268"/>
                    <a:pt x="178813" y="148958"/>
                  </a:cubicBezTo>
                  <a:lnTo>
                    <a:pt x="178813" y="138251"/>
                  </a:lnTo>
                  <a:cubicBezTo>
                    <a:pt x="159683" y="138251"/>
                    <a:pt x="153306" y="137560"/>
                    <a:pt x="145157" y="127543"/>
                  </a:cubicBezTo>
                  <a:lnTo>
                    <a:pt x="97685" y="67786"/>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0" name="Freeform: Shape 19">
              <a:extLst>
                <a:ext uri="{FF2B5EF4-FFF2-40B4-BE49-F238E27FC236}">
                  <a16:creationId xmlns:a16="http://schemas.microsoft.com/office/drawing/2014/main" id="{5C65DB92-79F9-E421-6D74-E5180BE95C2F}"/>
                </a:ext>
              </a:extLst>
            </p:cNvPr>
            <p:cNvSpPr/>
            <p:nvPr/>
          </p:nvSpPr>
          <p:spPr>
            <a:xfrm>
              <a:off x="13351178" y="4485917"/>
              <a:ext cx="125766" cy="345414"/>
            </a:xfrm>
            <a:custGeom>
              <a:avLst/>
              <a:gdLst>
                <a:gd name="connsiteX0" fmla="*/ 75017 w 125766"/>
                <a:gd name="connsiteY0" fmla="*/ 46025 h 345414"/>
                <a:gd name="connsiteX1" fmla="*/ 122844 w 125766"/>
                <a:gd name="connsiteY1" fmla="*/ 7684 h 345414"/>
                <a:gd name="connsiteX2" fmla="*/ 126032 w 125766"/>
                <a:gd name="connsiteY2" fmla="*/ 3884 h 345414"/>
                <a:gd name="connsiteX3" fmla="*/ 119301 w 125766"/>
                <a:gd name="connsiteY3" fmla="*/ 85 h 345414"/>
                <a:gd name="connsiteX4" fmla="*/ 51281 w 125766"/>
                <a:gd name="connsiteY4" fmla="*/ 43262 h 345414"/>
                <a:gd name="connsiteX5" fmla="*/ 51281 w 125766"/>
                <a:gd name="connsiteY5" fmla="*/ 122016 h 345414"/>
                <a:gd name="connsiteX6" fmla="*/ 37110 w 125766"/>
                <a:gd name="connsiteY6" fmla="*/ 157939 h 345414"/>
                <a:gd name="connsiteX7" fmla="*/ 3454 w 125766"/>
                <a:gd name="connsiteY7" fmla="*/ 168992 h 345414"/>
                <a:gd name="connsiteX8" fmla="*/ 266 w 125766"/>
                <a:gd name="connsiteY8" fmla="*/ 172792 h 345414"/>
                <a:gd name="connsiteX9" fmla="*/ 5934 w 125766"/>
                <a:gd name="connsiteY9" fmla="*/ 176592 h 345414"/>
                <a:gd name="connsiteX10" fmla="*/ 50218 w 125766"/>
                <a:gd name="connsiteY10" fmla="*/ 207334 h 345414"/>
                <a:gd name="connsiteX11" fmla="*/ 51281 w 125766"/>
                <a:gd name="connsiteY11" fmla="*/ 224259 h 345414"/>
                <a:gd name="connsiteX12" fmla="*/ 51281 w 125766"/>
                <a:gd name="connsiteY12" fmla="*/ 292651 h 345414"/>
                <a:gd name="connsiteX13" fmla="*/ 68286 w 125766"/>
                <a:gd name="connsiteY13" fmla="*/ 331337 h 345414"/>
                <a:gd name="connsiteX14" fmla="*/ 119301 w 125766"/>
                <a:gd name="connsiteY14" fmla="*/ 345499 h 345414"/>
                <a:gd name="connsiteX15" fmla="*/ 126032 w 125766"/>
                <a:gd name="connsiteY15" fmla="*/ 341700 h 345414"/>
                <a:gd name="connsiteX16" fmla="*/ 120364 w 125766"/>
                <a:gd name="connsiteY16" fmla="*/ 337900 h 345414"/>
                <a:gd name="connsiteX17" fmla="*/ 76080 w 125766"/>
                <a:gd name="connsiteY17" fmla="*/ 307849 h 345414"/>
                <a:gd name="connsiteX18" fmla="*/ 75017 w 125766"/>
                <a:gd name="connsiteY18" fmla="*/ 291615 h 345414"/>
                <a:gd name="connsiteX19" fmla="*/ 75017 w 125766"/>
                <a:gd name="connsiteY19" fmla="*/ 219078 h 345414"/>
                <a:gd name="connsiteX20" fmla="*/ 60846 w 125766"/>
                <a:gd name="connsiteY20" fmla="*/ 186263 h 345414"/>
                <a:gd name="connsiteX21" fmla="*/ 33213 w 125766"/>
                <a:gd name="connsiteY21" fmla="*/ 172792 h 345414"/>
                <a:gd name="connsiteX22" fmla="*/ 75017 w 125766"/>
                <a:gd name="connsiteY22" fmla="*/ 128924 h 345414"/>
                <a:gd name="connsiteX23" fmla="*/ 75017 w 125766"/>
                <a:gd name="connsiteY23" fmla="*/ 46025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5766" h="345414">
                  <a:moveTo>
                    <a:pt x="75017" y="46025"/>
                  </a:moveTo>
                  <a:cubicBezTo>
                    <a:pt x="75017" y="32208"/>
                    <a:pt x="84228" y="10102"/>
                    <a:pt x="122844" y="7684"/>
                  </a:cubicBezTo>
                  <a:cubicBezTo>
                    <a:pt x="124615" y="7338"/>
                    <a:pt x="126032" y="5957"/>
                    <a:pt x="126032" y="3884"/>
                  </a:cubicBezTo>
                  <a:cubicBezTo>
                    <a:pt x="126032" y="85"/>
                    <a:pt x="123198" y="85"/>
                    <a:pt x="119301" y="85"/>
                  </a:cubicBezTo>
                  <a:cubicBezTo>
                    <a:pt x="83874" y="85"/>
                    <a:pt x="51635" y="17701"/>
                    <a:pt x="51281" y="43262"/>
                  </a:cubicBezTo>
                  <a:lnTo>
                    <a:pt x="51281" y="122016"/>
                  </a:lnTo>
                  <a:cubicBezTo>
                    <a:pt x="51281" y="135487"/>
                    <a:pt x="51281" y="146541"/>
                    <a:pt x="37110" y="157939"/>
                  </a:cubicBezTo>
                  <a:cubicBezTo>
                    <a:pt x="24710" y="167956"/>
                    <a:pt x="11248" y="168647"/>
                    <a:pt x="3454" y="168992"/>
                  </a:cubicBezTo>
                  <a:cubicBezTo>
                    <a:pt x="1683" y="169338"/>
                    <a:pt x="266" y="170720"/>
                    <a:pt x="266" y="172792"/>
                  </a:cubicBezTo>
                  <a:cubicBezTo>
                    <a:pt x="266" y="176246"/>
                    <a:pt x="2391" y="176246"/>
                    <a:pt x="5934" y="176592"/>
                  </a:cubicBezTo>
                  <a:cubicBezTo>
                    <a:pt x="29316" y="177973"/>
                    <a:pt x="46321" y="190408"/>
                    <a:pt x="50218" y="207334"/>
                  </a:cubicBezTo>
                  <a:cubicBezTo>
                    <a:pt x="51281" y="211133"/>
                    <a:pt x="51281" y="211824"/>
                    <a:pt x="51281" y="224259"/>
                  </a:cubicBezTo>
                  <a:lnTo>
                    <a:pt x="51281" y="292651"/>
                  </a:lnTo>
                  <a:cubicBezTo>
                    <a:pt x="51281" y="307158"/>
                    <a:pt x="51281" y="318212"/>
                    <a:pt x="68286" y="331337"/>
                  </a:cubicBezTo>
                  <a:cubicBezTo>
                    <a:pt x="82102" y="341700"/>
                    <a:pt x="105484" y="345499"/>
                    <a:pt x="119301" y="345499"/>
                  </a:cubicBezTo>
                  <a:cubicBezTo>
                    <a:pt x="123198" y="345499"/>
                    <a:pt x="126032" y="345499"/>
                    <a:pt x="126032" y="341700"/>
                  </a:cubicBezTo>
                  <a:cubicBezTo>
                    <a:pt x="126032" y="338246"/>
                    <a:pt x="123906" y="338246"/>
                    <a:pt x="120364" y="337900"/>
                  </a:cubicBezTo>
                  <a:cubicBezTo>
                    <a:pt x="98045" y="336519"/>
                    <a:pt x="80685" y="325465"/>
                    <a:pt x="76080" y="307849"/>
                  </a:cubicBezTo>
                  <a:cubicBezTo>
                    <a:pt x="75017" y="304740"/>
                    <a:pt x="75017" y="304050"/>
                    <a:pt x="75017" y="291615"/>
                  </a:cubicBezTo>
                  <a:lnTo>
                    <a:pt x="75017" y="219078"/>
                  </a:lnTo>
                  <a:cubicBezTo>
                    <a:pt x="75017" y="203189"/>
                    <a:pt x="72183" y="197316"/>
                    <a:pt x="60846" y="186263"/>
                  </a:cubicBezTo>
                  <a:cubicBezTo>
                    <a:pt x="53406" y="179009"/>
                    <a:pt x="43133" y="175555"/>
                    <a:pt x="33213" y="172792"/>
                  </a:cubicBezTo>
                  <a:cubicBezTo>
                    <a:pt x="62263" y="164847"/>
                    <a:pt x="75017" y="148958"/>
                    <a:pt x="75017" y="128924"/>
                  </a:cubicBezTo>
                  <a:lnTo>
                    <a:pt x="75017" y="46025"/>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1" name="Freeform: Shape 20">
              <a:extLst>
                <a:ext uri="{FF2B5EF4-FFF2-40B4-BE49-F238E27FC236}">
                  <a16:creationId xmlns:a16="http://schemas.microsoft.com/office/drawing/2014/main" id="{4A2D7DC7-93C3-2F20-DD1A-A568207C7364}"/>
                </a:ext>
              </a:extLst>
            </p:cNvPr>
            <p:cNvSpPr/>
            <p:nvPr/>
          </p:nvSpPr>
          <p:spPr>
            <a:xfrm>
              <a:off x="13516624" y="4514932"/>
              <a:ext cx="149148" cy="237645"/>
            </a:xfrm>
            <a:custGeom>
              <a:avLst/>
              <a:gdLst>
                <a:gd name="connsiteX0" fmla="*/ 149419 w 149148"/>
                <a:gd name="connsiteY0" fmla="*/ 119598 h 237645"/>
                <a:gd name="connsiteX1" fmla="*/ 135248 w 149148"/>
                <a:gd name="connsiteY1" fmla="*/ 38771 h 237645"/>
                <a:gd name="connsiteX2" fmla="*/ 75022 w 149148"/>
                <a:gd name="connsiteY2" fmla="*/ 85 h 237645"/>
                <a:gd name="connsiteX3" fmla="*/ 13379 w 149148"/>
                <a:gd name="connsiteY3" fmla="*/ 41189 h 237645"/>
                <a:gd name="connsiteX4" fmla="*/ 271 w 149148"/>
                <a:gd name="connsiteY4" fmla="*/ 119598 h 237645"/>
                <a:gd name="connsiteX5" fmla="*/ 16213 w 149148"/>
                <a:gd name="connsiteY5" fmla="*/ 202843 h 237645"/>
                <a:gd name="connsiteX6" fmla="*/ 74668 w 149148"/>
                <a:gd name="connsiteY6" fmla="*/ 237730 h 237645"/>
                <a:gd name="connsiteX7" fmla="*/ 136311 w 149148"/>
                <a:gd name="connsiteY7" fmla="*/ 197662 h 237645"/>
                <a:gd name="connsiteX8" fmla="*/ 149419 w 149148"/>
                <a:gd name="connsiteY8" fmla="*/ 119598 h 237645"/>
                <a:gd name="connsiteX9" fmla="*/ 74668 w 149148"/>
                <a:gd name="connsiteY9" fmla="*/ 230131 h 237645"/>
                <a:gd name="connsiteX10" fmla="*/ 33572 w 149148"/>
                <a:gd name="connsiteY10" fmla="*/ 188336 h 237645"/>
                <a:gd name="connsiteX11" fmla="*/ 29675 w 149148"/>
                <a:gd name="connsiteY11" fmla="*/ 115453 h 237645"/>
                <a:gd name="connsiteX12" fmla="*/ 32509 w 149148"/>
                <a:gd name="connsiteY12" fmla="*/ 51897 h 237645"/>
                <a:gd name="connsiteX13" fmla="*/ 74668 w 149148"/>
                <a:gd name="connsiteY13" fmla="*/ 7684 h 237645"/>
                <a:gd name="connsiteX14" fmla="*/ 116472 w 149148"/>
                <a:gd name="connsiteY14" fmla="*/ 48097 h 237645"/>
                <a:gd name="connsiteX15" fmla="*/ 120014 w 149148"/>
                <a:gd name="connsiteY15" fmla="*/ 115453 h 237645"/>
                <a:gd name="connsiteX16" fmla="*/ 116117 w 149148"/>
                <a:gd name="connsiteY16" fmla="*/ 186954 h 237645"/>
                <a:gd name="connsiteX17" fmla="*/ 74668 w 149148"/>
                <a:gd name="connsiteY17" fmla="*/ 230131 h 23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48" h="237645">
                  <a:moveTo>
                    <a:pt x="149419" y="119598"/>
                  </a:moveTo>
                  <a:cubicBezTo>
                    <a:pt x="149419" y="91965"/>
                    <a:pt x="147648" y="64332"/>
                    <a:pt x="135248" y="38771"/>
                  </a:cubicBezTo>
                  <a:cubicBezTo>
                    <a:pt x="118952" y="5611"/>
                    <a:pt x="89901" y="85"/>
                    <a:pt x="75022" y="85"/>
                  </a:cubicBezTo>
                  <a:cubicBezTo>
                    <a:pt x="53766" y="85"/>
                    <a:pt x="27904" y="9065"/>
                    <a:pt x="13379" y="41189"/>
                  </a:cubicBezTo>
                  <a:cubicBezTo>
                    <a:pt x="2042" y="65023"/>
                    <a:pt x="271" y="91965"/>
                    <a:pt x="271" y="119598"/>
                  </a:cubicBezTo>
                  <a:cubicBezTo>
                    <a:pt x="271" y="145504"/>
                    <a:pt x="1688" y="176592"/>
                    <a:pt x="16213" y="202843"/>
                  </a:cubicBezTo>
                  <a:cubicBezTo>
                    <a:pt x="31447" y="230822"/>
                    <a:pt x="57308" y="237730"/>
                    <a:pt x="74668" y="237730"/>
                  </a:cubicBezTo>
                  <a:cubicBezTo>
                    <a:pt x="93798" y="237730"/>
                    <a:pt x="120723" y="230476"/>
                    <a:pt x="136311" y="197662"/>
                  </a:cubicBezTo>
                  <a:cubicBezTo>
                    <a:pt x="147648" y="173828"/>
                    <a:pt x="149419" y="146886"/>
                    <a:pt x="149419" y="119598"/>
                  </a:cubicBezTo>
                  <a:close/>
                  <a:moveTo>
                    <a:pt x="74668" y="230131"/>
                  </a:moveTo>
                  <a:cubicBezTo>
                    <a:pt x="60851" y="230131"/>
                    <a:pt x="39949" y="221495"/>
                    <a:pt x="33572" y="188336"/>
                  </a:cubicBezTo>
                  <a:cubicBezTo>
                    <a:pt x="29675" y="167611"/>
                    <a:pt x="29675" y="135833"/>
                    <a:pt x="29675" y="115453"/>
                  </a:cubicBezTo>
                  <a:cubicBezTo>
                    <a:pt x="29675" y="93347"/>
                    <a:pt x="29675" y="70549"/>
                    <a:pt x="32509" y="51897"/>
                  </a:cubicBezTo>
                  <a:cubicBezTo>
                    <a:pt x="39241" y="10793"/>
                    <a:pt x="65811" y="7684"/>
                    <a:pt x="74668" y="7684"/>
                  </a:cubicBezTo>
                  <a:cubicBezTo>
                    <a:pt x="86359" y="7684"/>
                    <a:pt x="109741" y="13901"/>
                    <a:pt x="116472" y="48097"/>
                  </a:cubicBezTo>
                  <a:cubicBezTo>
                    <a:pt x="120014" y="67441"/>
                    <a:pt x="120014" y="93692"/>
                    <a:pt x="120014" y="115453"/>
                  </a:cubicBezTo>
                  <a:cubicBezTo>
                    <a:pt x="120014" y="141359"/>
                    <a:pt x="120014" y="164847"/>
                    <a:pt x="116117" y="186954"/>
                  </a:cubicBezTo>
                  <a:cubicBezTo>
                    <a:pt x="110803" y="219768"/>
                    <a:pt x="90610" y="230131"/>
                    <a:pt x="74668" y="230131"/>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2" name="Freeform: Shape 21">
              <a:extLst>
                <a:ext uri="{FF2B5EF4-FFF2-40B4-BE49-F238E27FC236}">
                  <a16:creationId xmlns:a16="http://schemas.microsoft.com/office/drawing/2014/main" id="{511FDECB-2D70-3DC2-36A0-CB25F11920A4}"/>
                </a:ext>
              </a:extLst>
            </p:cNvPr>
            <p:cNvSpPr/>
            <p:nvPr/>
          </p:nvSpPr>
          <p:spPr>
            <a:xfrm>
              <a:off x="13710411" y="4708364"/>
              <a:ext cx="41449" cy="103279"/>
            </a:xfrm>
            <a:custGeom>
              <a:avLst/>
              <a:gdLst>
                <a:gd name="connsiteX0" fmla="*/ 41725 w 41449"/>
                <a:gd name="connsiteY0" fmla="*/ 36353 h 103279"/>
                <a:gd name="connsiteX1" fmla="*/ 19052 w 41449"/>
                <a:gd name="connsiteY1" fmla="*/ 85 h 103279"/>
                <a:gd name="connsiteX2" fmla="*/ 276 w 41449"/>
                <a:gd name="connsiteY2" fmla="*/ 18392 h 103279"/>
                <a:gd name="connsiteX3" fmla="*/ 19052 w 41449"/>
                <a:gd name="connsiteY3" fmla="*/ 36699 h 103279"/>
                <a:gd name="connsiteX4" fmla="*/ 31452 w 41449"/>
                <a:gd name="connsiteY4" fmla="*/ 32208 h 103279"/>
                <a:gd name="connsiteX5" fmla="*/ 33223 w 41449"/>
                <a:gd name="connsiteY5" fmla="*/ 31172 h 103279"/>
                <a:gd name="connsiteX6" fmla="*/ 33931 w 41449"/>
                <a:gd name="connsiteY6" fmla="*/ 36353 h 103279"/>
                <a:gd name="connsiteX7" fmla="*/ 9841 w 41449"/>
                <a:gd name="connsiteY7" fmla="*/ 94037 h 103279"/>
                <a:gd name="connsiteX8" fmla="*/ 5944 w 41449"/>
                <a:gd name="connsiteY8" fmla="*/ 99564 h 103279"/>
                <a:gd name="connsiteX9" fmla="*/ 9487 w 41449"/>
                <a:gd name="connsiteY9" fmla="*/ 103364 h 103279"/>
                <a:gd name="connsiteX10" fmla="*/ 41725 w 41449"/>
                <a:gd name="connsiteY10" fmla="*/ 36353 h 103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449" h="103279">
                  <a:moveTo>
                    <a:pt x="41725" y="36353"/>
                  </a:moveTo>
                  <a:cubicBezTo>
                    <a:pt x="41725" y="13556"/>
                    <a:pt x="32869" y="85"/>
                    <a:pt x="19052" y="85"/>
                  </a:cubicBezTo>
                  <a:cubicBezTo>
                    <a:pt x="7361" y="85"/>
                    <a:pt x="276" y="8720"/>
                    <a:pt x="276" y="18392"/>
                  </a:cubicBezTo>
                  <a:cubicBezTo>
                    <a:pt x="276" y="27718"/>
                    <a:pt x="7361" y="36699"/>
                    <a:pt x="19052" y="36699"/>
                  </a:cubicBezTo>
                  <a:cubicBezTo>
                    <a:pt x="23303" y="36699"/>
                    <a:pt x="27909" y="35317"/>
                    <a:pt x="31452" y="32208"/>
                  </a:cubicBezTo>
                  <a:cubicBezTo>
                    <a:pt x="32514" y="31517"/>
                    <a:pt x="32869" y="31172"/>
                    <a:pt x="33223" y="31172"/>
                  </a:cubicBezTo>
                  <a:cubicBezTo>
                    <a:pt x="33577" y="31172"/>
                    <a:pt x="33931" y="31517"/>
                    <a:pt x="33931" y="36353"/>
                  </a:cubicBezTo>
                  <a:cubicBezTo>
                    <a:pt x="33931" y="61914"/>
                    <a:pt x="21532" y="82639"/>
                    <a:pt x="9841" y="94037"/>
                  </a:cubicBezTo>
                  <a:cubicBezTo>
                    <a:pt x="5944" y="97837"/>
                    <a:pt x="5944" y="98528"/>
                    <a:pt x="5944" y="99564"/>
                  </a:cubicBezTo>
                  <a:cubicBezTo>
                    <a:pt x="5944" y="101982"/>
                    <a:pt x="7715" y="103364"/>
                    <a:pt x="9487" y="103364"/>
                  </a:cubicBezTo>
                  <a:cubicBezTo>
                    <a:pt x="13384" y="103364"/>
                    <a:pt x="41725" y="76767"/>
                    <a:pt x="41725" y="36353"/>
                  </a:cubicBez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3" name="Freeform: Shape 22">
              <a:extLst>
                <a:ext uri="{FF2B5EF4-FFF2-40B4-BE49-F238E27FC236}">
                  <a16:creationId xmlns:a16="http://schemas.microsoft.com/office/drawing/2014/main" id="{10888C26-BC7D-BFCE-F4D1-EA54B982A7F3}"/>
                </a:ext>
              </a:extLst>
            </p:cNvPr>
            <p:cNvSpPr/>
            <p:nvPr/>
          </p:nvSpPr>
          <p:spPr>
            <a:xfrm>
              <a:off x="13847670" y="4592305"/>
              <a:ext cx="176427" cy="156472"/>
            </a:xfrm>
            <a:custGeom>
              <a:avLst/>
              <a:gdLst>
                <a:gd name="connsiteX0" fmla="*/ 108333 w 176427"/>
                <a:gd name="connsiteY0" fmla="*/ 48443 h 156472"/>
                <a:gd name="connsiteX1" fmla="*/ 143406 w 176427"/>
                <a:gd name="connsiteY1" fmla="*/ 7684 h 156472"/>
                <a:gd name="connsiteX2" fmla="*/ 161119 w 176427"/>
                <a:gd name="connsiteY2" fmla="*/ 12174 h 156472"/>
                <a:gd name="connsiteX3" fmla="*/ 144114 w 176427"/>
                <a:gd name="connsiteY3" fmla="*/ 30827 h 156472"/>
                <a:gd name="connsiteX4" fmla="*/ 157577 w 176427"/>
                <a:gd name="connsiteY4" fmla="*/ 42916 h 156472"/>
                <a:gd name="connsiteX5" fmla="*/ 176707 w 176427"/>
                <a:gd name="connsiteY5" fmla="*/ 22882 h 156472"/>
                <a:gd name="connsiteX6" fmla="*/ 143760 w 176427"/>
                <a:gd name="connsiteY6" fmla="*/ 85 h 156472"/>
                <a:gd name="connsiteX7" fmla="*/ 106562 w 176427"/>
                <a:gd name="connsiteY7" fmla="*/ 26336 h 156472"/>
                <a:gd name="connsiteX8" fmla="*/ 68300 w 176427"/>
                <a:gd name="connsiteY8" fmla="*/ 85 h 156472"/>
                <a:gd name="connsiteX9" fmla="*/ 11262 w 176427"/>
                <a:gd name="connsiteY9" fmla="*/ 53279 h 156472"/>
                <a:gd name="connsiteX10" fmla="*/ 15514 w 176427"/>
                <a:gd name="connsiteY10" fmla="*/ 56733 h 156472"/>
                <a:gd name="connsiteX11" fmla="*/ 20119 w 176427"/>
                <a:gd name="connsiteY11" fmla="*/ 52933 h 156472"/>
                <a:gd name="connsiteX12" fmla="*/ 67592 w 176427"/>
                <a:gd name="connsiteY12" fmla="*/ 7684 h 156472"/>
                <a:gd name="connsiteX13" fmla="*/ 86722 w 176427"/>
                <a:gd name="connsiteY13" fmla="*/ 30827 h 156472"/>
                <a:gd name="connsiteX14" fmla="*/ 67592 w 176427"/>
                <a:gd name="connsiteY14" fmla="*/ 113035 h 156472"/>
                <a:gd name="connsiteX15" fmla="*/ 33936 w 176427"/>
                <a:gd name="connsiteY15" fmla="*/ 148958 h 156472"/>
                <a:gd name="connsiteX16" fmla="*/ 16222 w 176427"/>
                <a:gd name="connsiteY16" fmla="*/ 144468 h 156472"/>
                <a:gd name="connsiteX17" fmla="*/ 32873 w 176427"/>
                <a:gd name="connsiteY17" fmla="*/ 125816 h 156472"/>
                <a:gd name="connsiteX18" fmla="*/ 19765 w 176427"/>
                <a:gd name="connsiteY18" fmla="*/ 113726 h 156472"/>
                <a:gd name="connsiteX19" fmla="*/ 280 w 176427"/>
                <a:gd name="connsiteY19" fmla="*/ 133760 h 156472"/>
                <a:gd name="connsiteX20" fmla="*/ 33582 w 176427"/>
                <a:gd name="connsiteY20" fmla="*/ 156558 h 156472"/>
                <a:gd name="connsiteX21" fmla="*/ 70780 w 176427"/>
                <a:gd name="connsiteY21" fmla="*/ 130306 h 156472"/>
                <a:gd name="connsiteX22" fmla="*/ 109041 w 176427"/>
                <a:gd name="connsiteY22" fmla="*/ 156558 h 156472"/>
                <a:gd name="connsiteX23" fmla="*/ 165725 w 176427"/>
                <a:gd name="connsiteY23" fmla="*/ 103364 h 156472"/>
                <a:gd name="connsiteX24" fmla="*/ 161474 w 176427"/>
                <a:gd name="connsiteY24" fmla="*/ 99910 h 156472"/>
                <a:gd name="connsiteX25" fmla="*/ 156868 w 176427"/>
                <a:gd name="connsiteY25" fmla="*/ 103709 h 156472"/>
                <a:gd name="connsiteX26" fmla="*/ 109750 w 176427"/>
                <a:gd name="connsiteY26" fmla="*/ 148958 h 156472"/>
                <a:gd name="connsiteX27" fmla="*/ 90265 w 176427"/>
                <a:gd name="connsiteY27" fmla="*/ 126161 h 156472"/>
                <a:gd name="connsiteX28" fmla="*/ 96288 w 176427"/>
                <a:gd name="connsiteY28" fmla="*/ 95765 h 156472"/>
                <a:gd name="connsiteX29" fmla="*/ 108333 w 176427"/>
                <a:gd name="connsiteY29" fmla="*/ 48443 h 1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6427" h="156472">
                  <a:moveTo>
                    <a:pt x="108333" y="48443"/>
                  </a:moveTo>
                  <a:cubicBezTo>
                    <a:pt x="110459" y="39462"/>
                    <a:pt x="118607" y="7684"/>
                    <a:pt x="143406" y="7684"/>
                  </a:cubicBezTo>
                  <a:cubicBezTo>
                    <a:pt x="145177" y="7684"/>
                    <a:pt x="153680" y="7684"/>
                    <a:pt x="161119" y="12174"/>
                  </a:cubicBezTo>
                  <a:cubicBezTo>
                    <a:pt x="151200" y="13901"/>
                    <a:pt x="144114" y="22537"/>
                    <a:pt x="144114" y="30827"/>
                  </a:cubicBezTo>
                  <a:cubicBezTo>
                    <a:pt x="144114" y="36353"/>
                    <a:pt x="148011" y="42916"/>
                    <a:pt x="157577" y="42916"/>
                  </a:cubicBezTo>
                  <a:cubicBezTo>
                    <a:pt x="165371" y="42916"/>
                    <a:pt x="176707" y="36699"/>
                    <a:pt x="176707" y="22882"/>
                  </a:cubicBezTo>
                  <a:cubicBezTo>
                    <a:pt x="176707" y="4920"/>
                    <a:pt x="155805" y="85"/>
                    <a:pt x="143760" y="85"/>
                  </a:cubicBezTo>
                  <a:cubicBezTo>
                    <a:pt x="123212" y="85"/>
                    <a:pt x="110813" y="18392"/>
                    <a:pt x="106562" y="26336"/>
                  </a:cubicBezTo>
                  <a:cubicBezTo>
                    <a:pt x="97705" y="3539"/>
                    <a:pt x="78574" y="85"/>
                    <a:pt x="68300" y="85"/>
                  </a:cubicBezTo>
                  <a:cubicBezTo>
                    <a:pt x="31456" y="85"/>
                    <a:pt x="11262" y="44643"/>
                    <a:pt x="11262" y="53279"/>
                  </a:cubicBezTo>
                  <a:cubicBezTo>
                    <a:pt x="11262" y="56733"/>
                    <a:pt x="14805" y="56733"/>
                    <a:pt x="15514" y="56733"/>
                  </a:cubicBezTo>
                  <a:cubicBezTo>
                    <a:pt x="18348" y="56733"/>
                    <a:pt x="19411" y="56042"/>
                    <a:pt x="20119" y="52933"/>
                  </a:cubicBezTo>
                  <a:cubicBezTo>
                    <a:pt x="32165" y="16319"/>
                    <a:pt x="55546" y="7684"/>
                    <a:pt x="67592" y="7684"/>
                  </a:cubicBezTo>
                  <a:cubicBezTo>
                    <a:pt x="74323" y="7684"/>
                    <a:pt x="86722" y="10793"/>
                    <a:pt x="86722" y="30827"/>
                  </a:cubicBezTo>
                  <a:cubicBezTo>
                    <a:pt x="86722" y="41534"/>
                    <a:pt x="80700" y="64677"/>
                    <a:pt x="67592" y="113035"/>
                  </a:cubicBezTo>
                  <a:cubicBezTo>
                    <a:pt x="61923" y="134451"/>
                    <a:pt x="49524" y="148958"/>
                    <a:pt x="33936" y="148958"/>
                  </a:cubicBezTo>
                  <a:cubicBezTo>
                    <a:pt x="31810" y="148958"/>
                    <a:pt x="23662" y="148958"/>
                    <a:pt x="16222" y="144468"/>
                  </a:cubicBezTo>
                  <a:cubicBezTo>
                    <a:pt x="25079" y="142741"/>
                    <a:pt x="32873" y="135487"/>
                    <a:pt x="32873" y="125816"/>
                  </a:cubicBezTo>
                  <a:cubicBezTo>
                    <a:pt x="32873" y="116489"/>
                    <a:pt x="25079" y="113726"/>
                    <a:pt x="19765" y="113726"/>
                  </a:cubicBezTo>
                  <a:cubicBezTo>
                    <a:pt x="9137" y="113726"/>
                    <a:pt x="280" y="122707"/>
                    <a:pt x="280" y="133760"/>
                  </a:cubicBezTo>
                  <a:cubicBezTo>
                    <a:pt x="280" y="149649"/>
                    <a:pt x="17994" y="156558"/>
                    <a:pt x="33582" y="156558"/>
                  </a:cubicBezTo>
                  <a:cubicBezTo>
                    <a:pt x="56964" y="156558"/>
                    <a:pt x="69717" y="132379"/>
                    <a:pt x="70780" y="130306"/>
                  </a:cubicBezTo>
                  <a:cubicBezTo>
                    <a:pt x="75031" y="143086"/>
                    <a:pt x="87785" y="156558"/>
                    <a:pt x="109041" y="156558"/>
                  </a:cubicBezTo>
                  <a:cubicBezTo>
                    <a:pt x="145531" y="156558"/>
                    <a:pt x="165725" y="111999"/>
                    <a:pt x="165725" y="103364"/>
                  </a:cubicBezTo>
                  <a:cubicBezTo>
                    <a:pt x="165725" y="99910"/>
                    <a:pt x="162536" y="99910"/>
                    <a:pt x="161474" y="99910"/>
                  </a:cubicBezTo>
                  <a:cubicBezTo>
                    <a:pt x="158285" y="99910"/>
                    <a:pt x="157577" y="101291"/>
                    <a:pt x="156868" y="103709"/>
                  </a:cubicBezTo>
                  <a:cubicBezTo>
                    <a:pt x="145177" y="140668"/>
                    <a:pt x="121087" y="148958"/>
                    <a:pt x="109750" y="148958"/>
                  </a:cubicBezTo>
                  <a:cubicBezTo>
                    <a:pt x="95933" y="148958"/>
                    <a:pt x="90265" y="137905"/>
                    <a:pt x="90265" y="126161"/>
                  </a:cubicBezTo>
                  <a:cubicBezTo>
                    <a:pt x="90265" y="118562"/>
                    <a:pt x="92391" y="110963"/>
                    <a:pt x="96288" y="95765"/>
                  </a:cubicBezTo>
                  <a:lnTo>
                    <a:pt x="108333" y="48443"/>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4" name="Freeform: Shape 23">
              <a:extLst>
                <a:ext uri="{FF2B5EF4-FFF2-40B4-BE49-F238E27FC236}">
                  <a16:creationId xmlns:a16="http://schemas.microsoft.com/office/drawing/2014/main" id="{294AEEA0-663A-8711-072A-F68183D9B739}"/>
                </a:ext>
              </a:extLst>
            </p:cNvPr>
            <p:cNvSpPr/>
            <p:nvPr/>
          </p:nvSpPr>
          <p:spPr>
            <a:xfrm>
              <a:off x="14065380" y="4485917"/>
              <a:ext cx="125766" cy="345414"/>
            </a:xfrm>
            <a:custGeom>
              <a:avLst/>
              <a:gdLst>
                <a:gd name="connsiteX0" fmla="*/ 51301 w 125766"/>
                <a:gd name="connsiteY0" fmla="*/ 299559 h 345414"/>
                <a:gd name="connsiteX1" fmla="*/ 3474 w 125766"/>
                <a:gd name="connsiteY1" fmla="*/ 337900 h 345414"/>
                <a:gd name="connsiteX2" fmla="*/ 286 w 125766"/>
                <a:gd name="connsiteY2" fmla="*/ 341700 h 345414"/>
                <a:gd name="connsiteX3" fmla="*/ 7371 w 125766"/>
                <a:gd name="connsiteY3" fmla="*/ 345499 h 345414"/>
                <a:gd name="connsiteX4" fmla="*/ 75037 w 125766"/>
                <a:gd name="connsiteY4" fmla="*/ 302323 h 345414"/>
                <a:gd name="connsiteX5" fmla="*/ 75037 w 125766"/>
                <a:gd name="connsiteY5" fmla="*/ 223568 h 345414"/>
                <a:gd name="connsiteX6" fmla="*/ 89208 w 125766"/>
                <a:gd name="connsiteY6" fmla="*/ 187645 h 345414"/>
                <a:gd name="connsiteX7" fmla="*/ 122864 w 125766"/>
                <a:gd name="connsiteY7" fmla="*/ 176592 h 345414"/>
                <a:gd name="connsiteX8" fmla="*/ 126052 w 125766"/>
                <a:gd name="connsiteY8" fmla="*/ 172792 h 345414"/>
                <a:gd name="connsiteX9" fmla="*/ 120384 w 125766"/>
                <a:gd name="connsiteY9" fmla="*/ 168992 h 345414"/>
                <a:gd name="connsiteX10" fmla="*/ 76100 w 125766"/>
                <a:gd name="connsiteY10" fmla="*/ 138251 h 345414"/>
                <a:gd name="connsiteX11" fmla="*/ 75037 w 125766"/>
                <a:gd name="connsiteY11" fmla="*/ 121325 h 345414"/>
                <a:gd name="connsiteX12" fmla="*/ 75037 w 125766"/>
                <a:gd name="connsiteY12" fmla="*/ 52933 h 345414"/>
                <a:gd name="connsiteX13" fmla="*/ 58032 w 125766"/>
                <a:gd name="connsiteY13" fmla="*/ 14247 h 345414"/>
                <a:gd name="connsiteX14" fmla="*/ 7371 w 125766"/>
                <a:gd name="connsiteY14" fmla="*/ 85 h 345414"/>
                <a:gd name="connsiteX15" fmla="*/ 286 w 125766"/>
                <a:gd name="connsiteY15" fmla="*/ 3884 h 345414"/>
                <a:gd name="connsiteX16" fmla="*/ 5954 w 125766"/>
                <a:gd name="connsiteY16" fmla="*/ 7684 h 345414"/>
                <a:gd name="connsiteX17" fmla="*/ 50238 w 125766"/>
                <a:gd name="connsiteY17" fmla="*/ 37735 h 345414"/>
                <a:gd name="connsiteX18" fmla="*/ 51301 w 125766"/>
                <a:gd name="connsiteY18" fmla="*/ 53969 h 345414"/>
                <a:gd name="connsiteX19" fmla="*/ 51301 w 125766"/>
                <a:gd name="connsiteY19" fmla="*/ 126506 h 345414"/>
                <a:gd name="connsiteX20" fmla="*/ 65472 w 125766"/>
                <a:gd name="connsiteY20" fmla="*/ 159321 h 345414"/>
                <a:gd name="connsiteX21" fmla="*/ 93105 w 125766"/>
                <a:gd name="connsiteY21" fmla="*/ 172792 h 345414"/>
                <a:gd name="connsiteX22" fmla="*/ 51301 w 125766"/>
                <a:gd name="connsiteY22" fmla="*/ 216660 h 345414"/>
                <a:gd name="connsiteX23" fmla="*/ 51301 w 125766"/>
                <a:gd name="connsiteY23" fmla="*/ 299559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5766" h="345414">
                  <a:moveTo>
                    <a:pt x="51301" y="299559"/>
                  </a:moveTo>
                  <a:cubicBezTo>
                    <a:pt x="51301" y="313376"/>
                    <a:pt x="42090" y="335482"/>
                    <a:pt x="3474" y="337900"/>
                  </a:cubicBezTo>
                  <a:cubicBezTo>
                    <a:pt x="1703" y="338246"/>
                    <a:pt x="286" y="339627"/>
                    <a:pt x="286" y="341700"/>
                  </a:cubicBezTo>
                  <a:cubicBezTo>
                    <a:pt x="286" y="345499"/>
                    <a:pt x="4183" y="345499"/>
                    <a:pt x="7371" y="345499"/>
                  </a:cubicBezTo>
                  <a:cubicBezTo>
                    <a:pt x="41736" y="345499"/>
                    <a:pt x="74683" y="328574"/>
                    <a:pt x="75037" y="302323"/>
                  </a:cubicBezTo>
                  <a:lnTo>
                    <a:pt x="75037" y="223568"/>
                  </a:lnTo>
                  <a:cubicBezTo>
                    <a:pt x="75037" y="210097"/>
                    <a:pt x="75037" y="199044"/>
                    <a:pt x="89208" y="187645"/>
                  </a:cubicBezTo>
                  <a:cubicBezTo>
                    <a:pt x="101607" y="177628"/>
                    <a:pt x="115070" y="176937"/>
                    <a:pt x="122864" y="176592"/>
                  </a:cubicBezTo>
                  <a:cubicBezTo>
                    <a:pt x="124635" y="176246"/>
                    <a:pt x="126052" y="174865"/>
                    <a:pt x="126052" y="172792"/>
                  </a:cubicBezTo>
                  <a:cubicBezTo>
                    <a:pt x="126052" y="169338"/>
                    <a:pt x="123927" y="169338"/>
                    <a:pt x="120384" y="168992"/>
                  </a:cubicBezTo>
                  <a:cubicBezTo>
                    <a:pt x="97002" y="167611"/>
                    <a:pt x="79997" y="155176"/>
                    <a:pt x="76100" y="138251"/>
                  </a:cubicBezTo>
                  <a:cubicBezTo>
                    <a:pt x="75037" y="134451"/>
                    <a:pt x="75037" y="133760"/>
                    <a:pt x="75037" y="121325"/>
                  </a:cubicBezTo>
                  <a:lnTo>
                    <a:pt x="75037" y="52933"/>
                  </a:lnTo>
                  <a:cubicBezTo>
                    <a:pt x="75037" y="38426"/>
                    <a:pt x="75037" y="27372"/>
                    <a:pt x="58032" y="14247"/>
                  </a:cubicBezTo>
                  <a:cubicBezTo>
                    <a:pt x="43861" y="3539"/>
                    <a:pt x="19416" y="85"/>
                    <a:pt x="7371" y="85"/>
                  </a:cubicBezTo>
                  <a:cubicBezTo>
                    <a:pt x="4183" y="85"/>
                    <a:pt x="286" y="85"/>
                    <a:pt x="286" y="3884"/>
                  </a:cubicBezTo>
                  <a:cubicBezTo>
                    <a:pt x="286" y="7338"/>
                    <a:pt x="2411" y="7338"/>
                    <a:pt x="5954" y="7684"/>
                  </a:cubicBezTo>
                  <a:cubicBezTo>
                    <a:pt x="28273" y="9065"/>
                    <a:pt x="45633" y="20119"/>
                    <a:pt x="50238" y="37735"/>
                  </a:cubicBezTo>
                  <a:cubicBezTo>
                    <a:pt x="51301" y="40844"/>
                    <a:pt x="51301" y="41534"/>
                    <a:pt x="51301" y="53969"/>
                  </a:cubicBezTo>
                  <a:lnTo>
                    <a:pt x="51301" y="126506"/>
                  </a:lnTo>
                  <a:cubicBezTo>
                    <a:pt x="51301" y="142396"/>
                    <a:pt x="54135" y="148268"/>
                    <a:pt x="65472" y="159321"/>
                  </a:cubicBezTo>
                  <a:cubicBezTo>
                    <a:pt x="72911" y="166575"/>
                    <a:pt x="83185" y="170029"/>
                    <a:pt x="93105" y="172792"/>
                  </a:cubicBezTo>
                  <a:cubicBezTo>
                    <a:pt x="64055" y="180737"/>
                    <a:pt x="51301" y="196626"/>
                    <a:pt x="51301" y="216660"/>
                  </a:cubicBezTo>
                  <a:lnTo>
                    <a:pt x="51301" y="299559"/>
                  </a:lnTo>
                  <a:close/>
                </a:path>
              </a:pathLst>
            </a:custGeom>
            <a:solidFill>
              <a:srgbClr val="000000"/>
            </a:solidFill>
            <a:ln w="349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pic>
        <p:nvPicPr>
          <p:cNvPr id="6" name="Picture 5">
            <a:extLst>
              <a:ext uri="{FF2B5EF4-FFF2-40B4-BE49-F238E27FC236}">
                <a16:creationId xmlns:a16="http://schemas.microsoft.com/office/drawing/2014/main" id="{206AE9A6-A75D-684E-66EA-AF7DD36527BA}"/>
              </a:ext>
            </a:extLst>
          </p:cNvPr>
          <p:cNvPicPr>
            <a:picLocks noChangeAspect="1"/>
          </p:cNvPicPr>
          <p:nvPr/>
        </p:nvPicPr>
        <p:blipFill>
          <a:blip r:embed="rId2"/>
          <a:stretch>
            <a:fillRect/>
          </a:stretch>
        </p:blipFill>
        <p:spPr>
          <a:xfrm>
            <a:off x="3543300" y="2050715"/>
            <a:ext cx="5105400" cy="3524250"/>
          </a:xfrm>
          <a:prstGeom prst="rect">
            <a:avLst/>
          </a:prstGeom>
        </p:spPr>
      </p:pic>
    </p:spTree>
    <p:extLst>
      <p:ext uri="{BB962C8B-B14F-4D97-AF65-F5344CB8AC3E}">
        <p14:creationId xmlns:p14="http://schemas.microsoft.com/office/powerpoint/2010/main" val="9877036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606E-1CA4-B3B2-5CF6-2E04900730A3}"/>
              </a:ext>
            </a:extLst>
          </p:cNvPr>
          <p:cNvSpPr>
            <a:spLocks noGrp="1"/>
          </p:cNvSpPr>
          <p:nvPr>
            <p:ph type="title"/>
          </p:nvPr>
        </p:nvSpPr>
        <p:spPr/>
        <p:txBody>
          <a:bodyPr/>
          <a:lstStyle/>
          <a:p>
            <a:r>
              <a:rPr lang="en-CA" dirty="0"/>
              <a:t>Sentiment Classification with Neural Network</a:t>
            </a:r>
          </a:p>
        </p:txBody>
      </p:sp>
      <p:sp>
        <p:nvSpPr>
          <p:cNvPr id="4" name="Slide Number Placeholder 3">
            <a:extLst>
              <a:ext uri="{FF2B5EF4-FFF2-40B4-BE49-F238E27FC236}">
                <a16:creationId xmlns:a16="http://schemas.microsoft.com/office/drawing/2014/main" id="{0142B85E-0F2F-7A87-DB3D-827F5B6F65F8}"/>
              </a:ext>
            </a:extLst>
          </p:cNvPr>
          <p:cNvSpPr>
            <a:spLocks noGrp="1"/>
          </p:cNvSpPr>
          <p:nvPr>
            <p:ph type="sldNum" sz="quarter" idx="12"/>
          </p:nvPr>
        </p:nvSpPr>
        <p:spPr/>
        <p:txBody>
          <a:bodyPr/>
          <a:lstStyle/>
          <a:p>
            <a:fld id="{A36FF760-4833-4FC2-9C74-46CD274694B2}" type="slidenum">
              <a:rPr lang="en-CA" smtClean="0"/>
              <a:pPr/>
              <a:t>32</a:t>
            </a:fld>
            <a:endParaRPr lang="en-CA"/>
          </a:p>
        </p:txBody>
      </p:sp>
      <p:grpSp>
        <p:nvGrpSpPr>
          <p:cNvPr id="5" name="Group 4" descr="\documentclass{article}&#10;\usepackage{amsmath,amssymb}&#10;\pagestyle{empty}&#10;\begin{document}&#10;&#10;\newcommand{\score}{\textrm{score}}&#10;\newcommand{\classify}{\textrm{classify}}&#10;\newcommand{\bx}{\mathbf{x}}&#10;&#10;\begin{align*}&#10;\mathbf{z}^{(1)} &amp;= g\left(\mathbf{W}^{(0)}\mathbf{x} + \mathbf{b}^{(0)}\right) \\&#10;\mathbf{s} &amp;= \mathbf{W}^{(1)}\mathbf{z}^{(1)} + \mathbf{b}^{(1)}&#10;\end{align*}&#10;&#10;&#10;\end{document}" title="IguanaTex Vector Display">
            <a:extLst>
              <a:ext uri="{FF2B5EF4-FFF2-40B4-BE49-F238E27FC236}">
                <a16:creationId xmlns:a16="http://schemas.microsoft.com/office/drawing/2014/main" id="{7AA3B2EC-D3E4-A419-EFAB-72C551F7C926}"/>
              </a:ext>
            </a:extLst>
          </p:cNvPr>
          <p:cNvGrpSpPr>
            <a:grpSpLocks noChangeAspect="1"/>
          </p:cNvGrpSpPr>
          <p:nvPr/>
        </p:nvGrpSpPr>
        <p:grpSpPr>
          <a:xfrm>
            <a:off x="4258327" y="1538164"/>
            <a:ext cx="3675347" cy="1149992"/>
            <a:chOff x="8964027" y="5164233"/>
            <a:chExt cx="3675347" cy="1149992"/>
          </a:xfrm>
        </p:grpSpPr>
        <p:sp>
          <p:nvSpPr>
            <p:cNvPr id="6" name="Freeform: Shape 5">
              <a:extLst>
                <a:ext uri="{FF2B5EF4-FFF2-40B4-BE49-F238E27FC236}">
                  <a16:creationId xmlns:a16="http://schemas.microsoft.com/office/drawing/2014/main" id="{01996BE8-F5E8-EDF7-3830-6FD1B574CDF0}"/>
                </a:ext>
              </a:extLst>
            </p:cNvPr>
            <p:cNvSpPr/>
            <p:nvPr/>
          </p:nvSpPr>
          <p:spPr>
            <a:xfrm>
              <a:off x="8964027" y="5416307"/>
              <a:ext cx="151977" cy="158525"/>
            </a:xfrm>
            <a:custGeom>
              <a:avLst/>
              <a:gdLst>
                <a:gd name="connsiteX0" fmla="*/ 147564 w 151977"/>
                <a:gd name="connsiteY0" fmla="*/ 15437 h 158525"/>
                <a:gd name="connsiteX1" fmla="*/ 151098 w 151977"/>
                <a:gd name="connsiteY1" fmla="*/ 7582 h 158525"/>
                <a:gd name="connsiteX2" fmla="*/ 139788 w 151977"/>
                <a:gd name="connsiteY2" fmla="*/ 85 h 158525"/>
                <a:gd name="connsiteX3" fmla="*/ 10077 w 151977"/>
                <a:gd name="connsiteY3" fmla="*/ 85 h 158525"/>
                <a:gd name="connsiteX4" fmla="*/ 5836 w 151977"/>
                <a:gd name="connsiteY4" fmla="*/ 62567 h 158525"/>
                <a:gd name="connsiteX5" fmla="*/ 22447 w 151977"/>
                <a:gd name="connsiteY5" fmla="*/ 62567 h 158525"/>
                <a:gd name="connsiteX6" fmla="*/ 71928 w 151977"/>
                <a:gd name="connsiteY6" fmla="*/ 12938 h 158525"/>
                <a:gd name="connsiteX7" fmla="*/ 101970 w 151977"/>
                <a:gd name="connsiteY7" fmla="*/ 12938 h 158525"/>
                <a:gd name="connsiteX8" fmla="*/ 3362 w 151977"/>
                <a:gd name="connsiteY8" fmla="*/ 142900 h 158525"/>
                <a:gd name="connsiteX9" fmla="*/ 181 w 151977"/>
                <a:gd name="connsiteY9" fmla="*/ 150755 h 158525"/>
                <a:gd name="connsiteX10" fmla="*/ 11491 w 151977"/>
                <a:gd name="connsiteY10" fmla="*/ 158610 h 158525"/>
                <a:gd name="connsiteX11" fmla="*/ 145796 w 151977"/>
                <a:gd name="connsiteY11" fmla="*/ 158610 h 158525"/>
                <a:gd name="connsiteX12" fmla="*/ 152158 w 151977"/>
                <a:gd name="connsiteY12" fmla="*/ 86488 h 158525"/>
                <a:gd name="connsiteX13" fmla="*/ 135547 w 151977"/>
                <a:gd name="connsiteY13" fmla="*/ 86488 h 158525"/>
                <a:gd name="connsiteX14" fmla="*/ 80057 w 151977"/>
                <a:gd name="connsiteY14" fmla="*/ 144329 h 158525"/>
                <a:gd name="connsiteX15" fmla="*/ 49662 w 151977"/>
                <a:gd name="connsiteY15" fmla="*/ 144329 h 158525"/>
                <a:gd name="connsiteX16" fmla="*/ 147564 w 151977"/>
                <a:gd name="connsiteY16" fmla="*/ 15437 h 15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77" h="158525">
                  <a:moveTo>
                    <a:pt x="147564" y="15437"/>
                  </a:moveTo>
                  <a:cubicBezTo>
                    <a:pt x="150391" y="11510"/>
                    <a:pt x="151098" y="10796"/>
                    <a:pt x="151098" y="7582"/>
                  </a:cubicBezTo>
                  <a:cubicBezTo>
                    <a:pt x="151098" y="85"/>
                    <a:pt x="146150" y="85"/>
                    <a:pt x="139788" y="85"/>
                  </a:cubicBezTo>
                  <a:lnTo>
                    <a:pt x="10077" y="85"/>
                  </a:lnTo>
                  <a:lnTo>
                    <a:pt x="5836" y="62567"/>
                  </a:lnTo>
                  <a:lnTo>
                    <a:pt x="22447" y="62567"/>
                  </a:lnTo>
                  <a:cubicBezTo>
                    <a:pt x="24568" y="25792"/>
                    <a:pt x="35524" y="12938"/>
                    <a:pt x="71928" y="12938"/>
                  </a:cubicBezTo>
                  <a:lnTo>
                    <a:pt x="101970" y="12938"/>
                  </a:lnTo>
                  <a:lnTo>
                    <a:pt x="3362" y="142900"/>
                  </a:lnTo>
                  <a:cubicBezTo>
                    <a:pt x="181" y="146828"/>
                    <a:pt x="181" y="147542"/>
                    <a:pt x="181" y="150755"/>
                  </a:cubicBezTo>
                  <a:cubicBezTo>
                    <a:pt x="181" y="158610"/>
                    <a:pt x="4775" y="158610"/>
                    <a:pt x="11491" y="158610"/>
                  </a:cubicBezTo>
                  <a:lnTo>
                    <a:pt x="145796" y="158610"/>
                  </a:lnTo>
                  <a:lnTo>
                    <a:pt x="152158" y="86488"/>
                  </a:lnTo>
                  <a:lnTo>
                    <a:pt x="135547" y="86488"/>
                  </a:lnTo>
                  <a:cubicBezTo>
                    <a:pt x="132366" y="122549"/>
                    <a:pt x="126711" y="144329"/>
                    <a:pt x="80057" y="144329"/>
                  </a:cubicBezTo>
                  <a:lnTo>
                    <a:pt x="49662" y="144329"/>
                  </a:lnTo>
                  <a:lnTo>
                    <a:pt x="147564" y="15437"/>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 name="Freeform: Shape 6">
              <a:extLst>
                <a:ext uri="{FF2B5EF4-FFF2-40B4-BE49-F238E27FC236}">
                  <a16:creationId xmlns:a16="http://schemas.microsoft.com/office/drawing/2014/main" id="{2788E47C-F160-131A-F175-02B0E53D6E3C}"/>
                </a:ext>
              </a:extLst>
            </p:cNvPr>
            <p:cNvSpPr/>
            <p:nvPr/>
          </p:nvSpPr>
          <p:spPr>
            <a:xfrm>
              <a:off x="9161813" y="5239968"/>
              <a:ext cx="64325" cy="249677"/>
            </a:xfrm>
            <a:custGeom>
              <a:avLst/>
              <a:gdLst>
                <a:gd name="connsiteX0" fmla="*/ 59563 w 64325"/>
                <a:gd name="connsiteY0" fmla="*/ 81 h 249677"/>
                <a:gd name="connsiteX1" fmla="*/ 186 w 64325"/>
                <a:gd name="connsiteY1" fmla="*/ 124794 h 249677"/>
                <a:gd name="connsiteX2" fmla="*/ 59563 w 64325"/>
                <a:gd name="connsiteY2" fmla="*/ 249758 h 249677"/>
                <a:gd name="connsiteX3" fmla="*/ 64511 w 64325"/>
                <a:gd name="connsiteY3" fmla="*/ 246759 h 249677"/>
                <a:gd name="connsiteX4" fmla="*/ 62037 w 64325"/>
                <a:gd name="connsiteY4" fmla="*/ 243010 h 249677"/>
                <a:gd name="connsiteX5" fmla="*/ 17009 w 64325"/>
                <a:gd name="connsiteY5" fmla="*/ 125044 h 249677"/>
                <a:gd name="connsiteX6" fmla="*/ 62779 w 64325"/>
                <a:gd name="connsiteY6" fmla="*/ 6079 h 249677"/>
                <a:gd name="connsiteX7" fmla="*/ 64511 w 64325"/>
                <a:gd name="connsiteY7" fmla="*/ 3080 h 249677"/>
                <a:gd name="connsiteX8" fmla="*/ 59563 w 64325"/>
                <a:gd name="connsiteY8" fmla="*/ 81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9677">
                  <a:moveTo>
                    <a:pt x="59563" y="81"/>
                  </a:moveTo>
                  <a:cubicBezTo>
                    <a:pt x="12556" y="33571"/>
                    <a:pt x="186" y="86555"/>
                    <a:pt x="186" y="124794"/>
                  </a:cubicBezTo>
                  <a:cubicBezTo>
                    <a:pt x="186" y="160034"/>
                    <a:pt x="10577" y="214768"/>
                    <a:pt x="59563" y="249758"/>
                  </a:cubicBezTo>
                  <a:cubicBezTo>
                    <a:pt x="61542" y="249758"/>
                    <a:pt x="64511" y="249758"/>
                    <a:pt x="64511" y="246759"/>
                  </a:cubicBezTo>
                  <a:cubicBezTo>
                    <a:pt x="64511" y="245259"/>
                    <a:pt x="63769" y="244760"/>
                    <a:pt x="62037" y="243010"/>
                  </a:cubicBezTo>
                  <a:cubicBezTo>
                    <a:pt x="29132" y="213019"/>
                    <a:pt x="17009" y="170531"/>
                    <a:pt x="17009" y="125044"/>
                  </a:cubicBezTo>
                  <a:cubicBezTo>
                    <a:pt x="17009" y="57564"/>
                    <a:pt x="42492" y="24573"/>
                    <a:pt x="62779" y="6079"/>
                  </a:cubicBezTo>
                  <a:cubicBezTo>
                    <a:pt x="63769" y="5079"/>
                    <a:pt x="64511" y="4329"/>
                    <a:pt x="64511" y="3080"/>
                  </a:cubicBezTo>
                  <a:cubicBezTo>
                    <a:pt x="64511" y="81"/>
                    <a:pt x="61542" y="81"/>
                    <a:pt x="59563" y="81"/>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 name="Freeform: Shape 7">
              <a:extLst>
                <a:ext uri="{FF2B5EF4-FFF2-40B4-BE49-F238E27FC236}">
                  <a16:creationId xmlns:a16="http://schemas.microsoft.com/office/drawing/2014/main" id="{37FAC517-147B-B1B0-2B05-963A047B21BE}"/>
                </a:ext>
              </a:extLst>
            </p:cNvPr>
            <p:cNvSpPr/>
            <p:nvPr/>
          </p:nvSpPr>
          <p:spPr>
            <a:xfrm>
              <a:off x="9270778" y="5261461"/>
              <a:ext cx="90055" cy="165951"/>
            </a:xfrm>
            <a:custGeom>
              <a:avLst/>
              <a:gdLst>
                <a:gd name="connsiteX0" fmla="*/ 56103 w 90055"/>
                <a:gd name="connsiteY0" fmla="*/ 7079 h 165951"/>
                <a:gd name="connsiteX1" fmla="*/ 48680 w 90055"/>
                <a:gd name="connsiteY1" fmla="*/ 81 h 165951"/>
                <a:gd name="connsiteX2" fmla="*/ 189 w 90055"/>
                <a:gd name="connsiteY2" fmla="*/ 16076 h 165951"/>
                <a:gd name="connsiteX3" fmla="*/ 189 w 90055"/>
                <a:gd name="connsiteY3" fmla="*/ 25073 h 165951"/>
                <a:gd name="connsiteX4" fmla="*/ 36063 w 90055"/>
                <a:gd name="connsiteY4" fmla="*/ 18075 h 165951"/>
                <a:gd name="connsiteX5" fmla="*/ 36063 w 90055"/>
                <a:gd name="connsiteY5" fmla="*/ 145538 h 165951"/>
                <a:gd name="connsiteX6" fmla="*/ 11322 w 90055"/>
                <a:gd name="connsiteY6" fmla="*/ 157035 h 165951"/>
                <a:gd name="connsiteX7" fmla="*/ 1921 w 90055"/>
                <a:gd name="connsiteY7" fmla="*/ 157035 h 165951"/>
                <a:gd name="connsiteX8" fmla="*/ 1921 w 90055"/>
                <a:gd name="connsiteY8" fmla="*/ 166032 h 165951"/>
                <a:gd name="connsiteX9" fmla="*/ 45959 w 90055"/>
                <a:gd name="connsiteY9" fmla="*/ 165033 h 165951"/>
                <a:gd name="connsiteX10" fmla="*/ 90244 w 90055"/>
                <a:gd name="connsiteY10" fmla="*/ 166032 h 165951"/>
                <a:gd name="connsiteX11" fmla="*/ 90244 w 90055"/>
                <a:gd name="connsiteY11" fmla="*/ 157035 h 165951"/>
                <a:gd name="connsiteX12" fmla="*/ 80843 w 90055"/>
                <a:gd name="connsiteY12" fmla="*/ 157035 h 165951"/>
                <a:gd name="connsiteX13" fmla="*/ 56103 w 90055"/>
                <a:gd name="connsiteY13" fmla="*/ 145538 h 165951"/>
                <a:gd name="connsiteX14" fmla="*/ 56103 w 90055"/>
                <a:gd name="connsiteY14" fmla="*/ 7079 h 16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55" h="165951">
                  <a:moveTo>
                    <a:pt x="56103" y="7079"/>
                  </a:moveTo>
                  <a:cubicBezTo>
                    <a:pt x="56103" y="330"/>
                    <a:pt x="55608" y="81"/>
                    <a:pt x="48680" y="81"/>
                  </a:cubicBezTo>
                  <a:cubicBezTo>
                    <a:pt x="32846" y="15826"/>
                    <a:pt x="10333" y="16076"/>
                    <a:pt x="189" y="16076"/>
                  </a:cubicBezTo>
                  <a:lnTo>
                    <a:pt x="189" y="25073"/>
                  </a:lnTo>
                  <a:cubicBezTo>
                    <a:pt x="6127" y="25073"/>
                    <a:pt x="22455" y="25073"/>
                    <a:pt x="36063" y="18075"/>
                  </a:cubicBezTo>
                  <a:lnTo>
                    <a:pt x="36063" y="145538"/>
                  </a:lnTo>
                  <a:cubicBezTo>
                    <a:pt x="36063" y="153786"/>
                    <a:pt x="36063" y="157035"/>
                    <a:pt x="11322" y="157035"/>
                  </a:cubicBezTo>
                  <a:lnTo>
                    <a:pt x="1921" y="157035"/>
                  </a:lnTo>
                  <a:lnTo>
                    <a:pt x="1921" y="166032"/>
                  </a:lnTo>
                  <a:cubicBezTo>
                    <a:pt x="6374" y="165782"/>
                    <a:pt x="36805" y="165033"/>
                    <a:pt x="45959" y="165033"/>
                  </a:cubicBezTo>
                  <a:cubicBezTo>
                    <a:pt x="53629" y="165033"/>
                    <a:pt x="84802" y="165782"/>
                    <a:pt x="90244" y="166032"/>
                  </a:cubicBezTo>
                  <a:lnTo>
                    <a:pt x="90244" y="157035"/>
                  </a:lnTo>
                  <a:lnTo>
                    <a:pt x="80843" y="157035"/>
                  </a:lnTo>
                  <a:cubicBezTo>
                    <a:pt x="56103" y="157035"/>
                    <a:pt x="56103" y="153786"/>
                    <a:pt x="56103" y="145538"/>
                  </a:cubicBezTo>
                  <a:lnTo>
                    <a:pt x="56103" y="7079"/>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 name="Freeform: Shape 8">
              <a:extLst>
                <a:ext uri="{FF2B5EF4-FFF2-40B4-BE49-F238E27FC236}">
                  <a16:creationId xmlns:a16="http://schemas.microsoft.com/office/drawing/2014/main" id="{9B7E94EC-4063-4F56-01D9-3A5A5A609CDC}"/>
                </a:ext>
              </a:extLst>
            </p:cNvPr>
            <p:cNvSpPr/>
            <p:nvPr/>
          </p:nvSpPr>
          <p:spPr>
            <a:xfrm>
              <a:off x="9402260" y="5239968"/>
              <a:ext cx="64077" cy="249677"/>
            </a:xfrm>
            <a:custGeom>
              <a:avLst/>
              <a:gdLst>
                <a:gd name="connsiteX0" fmla="*/ 4894 w 64077"/>
                <a:gd name="connsiteY0" fmla="*/ 81 h 249677"/>
                <a:gd name="connsiteX1" fmla="*/ 193 w 64077"/>
                <a:gd name="connsiteY1" fmla="*/ 3080 h 249677"/>
                <a:gd name="connsiteX2" fmla="*/ 2420 w 64077"/>
                <a:gd name="connsiteY2" fmla="*/ 6829 h 249677"/>
                <a:gd name="connsiteX3" fmla="*/ 47447 w 64077"/>
                <a:gd name="connsiteY3" fmla="*/ 124794 h 249677"/>
                <a:gd name="connsiteX4" fmla="*/ 4646 w 64077"/>
                <a:gd name="connsiteY4" fmla="*/ 241011 h 249677"/>
                <a:gd name="connsiteX5" fmla="*/ 193 w 64077"/>
                <a:gd name="connsiteY5" fmla="*/ 246759 h 249677"/>
                <a:gd name="connsiteX6" fmla="*/ 3409 w 64077"/>
                <a:gd name="connsiteY6" fmla="*/ 249758 h 249677"/>
                <a:gd name="connsiteX7" fmla="*/ 46210 w 64077"/>
                <a:gd name="connsiteY7" fmla="*/ 202022 h 249677"/>
                <a:gd name="connsiteX8" fmla="*/ 64271 w 64077"/>
                <a:gd name="connsiteY8" fmla="*/ 125044 h 249677"/>
                <a:gd name="connsiteX9" fmla="*/ 4894 w 64077"/>
                <a:gd name="connsiteY9" fmla="*/ 81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9677">
                  <a:moveTo>
                    <a:pt x="4894" y="81"/>
                  </a:moveTo>
                  <a:cubicBezTo>
                    <a:pt x="3162" y="81"/>
                    <a:pt x="193" y="81"/>
                    <a:pt x="193" y="3080"/>
                  </a:cubicBezTo>
                  <a:cubicBezTo>
                    <a:pt x="193" y="4329"/>
                    <a:pt x="935" y="5079"/>
                    <a:pt x="2420" y="6829"/>
                  </a:cubicBezTo>
                  <a:cubicBezTo>
                    <a:pt x="23696" y="26573"/>
                    <a:pt x="47447" y="60313"/>
                    <a:pt x="47447" y="124794"/>
                  </a:cubicBezTo>
                  <a:cubicBezTo>
                    <a:pt x="47447" y="177029"/>
                    <a:pt x="31366" y="216518"/>
                    <a:pt x="4646" y="241011"/>
                  </a:cubicBezTo>
                  <a:cubicBezTo>
                    <a:pt x="440" y="245259"/>
                    <a:pt x="193" y="245509"/>
                    <a:pt x="193" y="246759"/>
                  </a:cubicBezTo>
                  <a:cubicBezTo>
                    <a:pt x="193" y="248009"/>
                    <a:pt x="935" y="249758"/>
                    <a:pt x="3409" y="249758"/>
                  </a:cubicBezTo>
                  <a:cubicBezTo>
                    <a:pt x="6378" y="249758"/>
                    <a:pt x="29882" y="233263"/>
                    <a:pt x="46210" y="202022"/>
                  </a:cubicBezTo>
                  <a:cubicBezTo>
                    <a:pt x="57096" y="181278"/>
                    <a:pt x="64271" y="154286"/>
                    <a:pt x="64271" y="125044"/>
                  </a:cubicBezTo>
                  <a:cubicBezTo>
                    <a:pt x="64271" y="89805"/>
                    <a:pt x="53880" y="35070"/>
                    <a:pt x="4894" y="81"/>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 name="Freeform: Shape 9">
              <a:extLst>
                <a:ext uri="{FF2B5EF4-FFF2-40B4-BE49-F238E27FC236}">
                  <a16:creationId xmlns:a16="http://schemas.microsoft.com/office/drawing/2014/main" id="{B4EA5F8A-11BE-E35D-AF64-B15DDC7F4BD3}"/>
                </a:ext>
              </a:extLst>
            </p:cNvPr>
            <p:cNvSpPr/>
            <p:nvPr/>
          </p:nvSpPr>
          <p:spPr>
            <a:xfrm>
              <a:off x="9630782" y="5443799"/>
              <a:ext cx="235034" cy="83547"/>
            </a:xfrm>
            <a:custGeom>
              <a:avLst/>
              <a:gdLst>
                <a:gd name="connsiteX0" fmla="*/ 223217 w 235034"/>
                <a:gd name="connsiteY0" fmla="*/ 14366 h 83547"/>
                <a:gd name="connsiteX1" fmla="*/ 235234 w 235034"/>
                <a:gd name="connsiteY1" fmla="*/ 7225 h 83547"/>
                <a:gd name="connsiteX2" fmla="*/ 223571 w 235034"/>
                <a:gd name="connsiteY2" fmla="*/ 85 h 83547"/>
                <a:gd name="connsiteX3" fmla="*/ 11863 w 235034"/>
                <a:gd name="connsiteY3" fmla="*/ 85 h 83547"/>
                <a:gd name="connsiteX4" fmla="*/ 199 w 235034"/>
                <a:gd name="connsiteY4" fmla="*/ 7225 h 83547"/>
                <a:gd name="connsiteX5" fmla="*/ 12216 w 235034"/>
                <a:gd name="connsiteY5" fmla="*/ 14366 h 83547"/>
                <a:gd name="connsiteX6" fmla="*/ 223217 w 235034"/>
                <a:gd name="connsiteY6" fmla="*/ 14366 h 83547"/>
                <a:gd name="connsiteX7" fmla="*/ 223571 w 235034"/>
                <a:gd name="connsiteY7" fmla="*/ 83632 h 83547"/>
                <a:gd name="connsiteX8" fmla="*/ 235234 w 235034"/>
                <a:gd name="connsiteY8" fmla="*/ 76491 h 83547"/>
                <a:gd name="connsiteX9" fmla="*/ 223217 w 235034"/>
                <a:gd name="connsiteY9" fmla="*/ 69350 h 83547"/>
                <a:gd name="connsiteX10" fmla="*/ 12216 w 235034"/>
                <a:gd name="connsiteY10" fmla="*/ 69350 h 83547"/>
                <a:gd name="connsiteX11" fmla="*/ 199 w 235034"/>
                <a:gd name="connsiteY11" fmla="*/ 76491 h 83547"/>
                <a:gd name="connsiteX12" fmla="*/ 11863 w 235034"/>
                <a:gd name="connsiteY12" fmla="*/ 83632 h 83547"/>
                <a:gd name="connsiteX13" fmla="*/ 223571 w 235034"/>
                <a:gd name="connsiteY13" fmla="*/ 83632 h 83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34" h="83547">
                  <a:moveTo>
                    <a:pt x="223217" y="14366"/>
                  </a:moveTo>
                  <a:cubicBezTo>
                    <a:pt x="228519" y="14366"/>
                    <a:pt x="235234" y="14366"/>
                    <a:pt x="235234" y="7225"/>
                  </a:cubicBezTo>
                  <a:cubicBezTo>
                    <a:pt x="235234" y="85"/>
                    <a:pt x="228519" y="85"/>
                    <a:pt x="223571" y="85"/>
                  </a:cubicBezTo>
                  <a:lnTo>
                    <a:pt x="11863" y="85"/>
                  </a:lnTo>
                  <a:cubicBezTo>
                    <a:pt x="6915" y="85"/>
                    <a:pt x="199" y="85"/>
                    <a:pt x="199" y="7225"/>
                  </a:cubicBezTo>
                  <a:cubicBezTo>
                    <a:pt x="199" y="14366"/>
                    <a:pt x="6915" y="14366"/>
                    <a:pt x="12216" y="14366"/>
                  </a:cubicBezTo>
                  <a:lnTo>
                    <a:pt x="223217" y="14366"/>
                  </a:lnTo>
                  <a:close/>
                  <a:moveTo>
                    <a:pt x="223571" y="83632"/>
                  </a:moveTo>
                  <a:cubicBezTo>
                    <a:pt x="228519" y="83632"/>
                    <a:pt x="235234" y="83632"/>
                    <a:pt x="235234" y="76491"/>
                  </a:cubicBezTo>
                  <a:cubicBezTo>
                    <a:pt x="235234" y="69350"/>
                    <a:pt x="228519" y="69350"/>
                    <a:pt x="223217" y="69350"/>
                  </a:cubicBezTo>
                  <a:lnTo>
                    <a:pt x="12216" y="69350"/>
                  </a:lnTo>
                  <a:cubicBezTo>
                    <a:pt x="6915" y="69350"/>
                    <a:pt x="199" y="69350"/>
                    <a:pt x="199" y="76491"/>
                  </a:cubicBezTo>
                  <a:cubicBezTo>
                    <a:pt x="199" y="83632"/>
                    <a:pt x="6915" y="83632"/>
                    <a:pt x="11863" y="83632"/>
                  </a:cubicBezTo>
                  <a:lnTo>
                    <a:pt x="223571" y="83632"/>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 name="Freeform: Shape 10">
              <a:extLst>
                <a:ext uri="{FF2B5EF4-FFF2-40B4-BE49-F238E27FC236}">
                  <a16:creationId xmlns:a16="http://schemas.microsoft.com/office/drawing/2014/main" id="{8666B54D-539A-8D72-BF03-1A71C9D308D9}"/>
                </a:ext>
              </a:extLst>
            </p:cNvPr>
            <p:cNvSpPr/>
            <p:nvPr/>
          </p:nvSpPr>
          <p:spPr>
            <a:xfrm>
              <a:off x="9989361" y="5417021"/>
              <a:ext cx="162227" cy="231004"/>
            </a:xfrm>
            <a:custGeom>
              <a:avLst/>
              <a:gdLst>
                <a:gd name="connsiteX0" fmla="*/ 161377 w 162227"/>
                <a:gd name="connsiteY0" fmla="*/ 23292 h 231004"/>
                <a:gd name="connsiteX1" fmla="*/ 162437 w 162227"/>
                <a:gd name="connsiteY1" fmla="*/ 16866 h 231004"/>
                <a:gd name="connsiteX2" fmla="*/ 152187 w 162227"/>
                <a:gd name="connsiteY2" fmla="*/ 7225 h 231004"/>
                <a:gd name="connsiteX3" fmla="*/ 137696 w 162227"/>
                <a:gd name="connsiteY3" fmla="*/ 22578 h 231004"/>
                <a:gd name="connsiteX4" fmla="*/ 104827 w 162227"/>
                <a:gd name="connsiteY4" fmla="*/ 85 h 231004"/>
                <a:gd name="connsiteX5" fmla="*/ 20709 w 162227"/>
                <a:gd name="connsiteY5" fmla="*/ 101484 h 231004"/>
                <a:gd name="connsiteX6" fmla="*/ 67716 w 162227"/>
                <a:gd name="connsiteY6" fmla="*/ 157896 h 231004"/>
                <a:gd name="connsiteX7" fmla="*/ 108715 w 162227"/>
                <a:gd name="connsiteY7" fmla="*/ 137188 h 231004"/>
                <a:gd name="connsiteX8" fmla="*/ 109068 w 162227"/>
                <a:gd name="connsiteY8" fmla="*/ 137545 h 231004"/>
                <a:gd name="connsiteX9" fmla="*/ 97405 w 162227"/>
                <a:gd name="connsiteY9" fmla="*/ 184674 h 231004"/>
                <a:gd name="connsiteX10" fmla="*/ 46510 w 162227"/>
                <a:gd name="connsiteY10" fmla="*/ 223234 h 231004"/>
                <a:gd name="connsiteX11" fmla="*/ 18235 w 162227"/>
                <a:gd name="connsiteY11" fmla="*/ 219664 h 231004"/>
                <a:gd name="connsiteX12" fmla="*/ 32726 w 162227"/>
                <a:gd name="connsiteY12" fmla="*/ 201098 h 231004"/>
                <a:gd name="connsiteX13" fmla="*/ 19295 w 162227"/>
                <a:gd name="connsiteY13" fmla="*/ 188601 h 231004"/>
                <a:gd name="connsiteX14" fmla="*/ 210 w 162227"/>
                <a:gd name="connsiteY14" fmla="*/ 209310 h 231004"/>
                <a:gd name="connsiteX15" fmla="*/ 47217 w 162227"/>
                <a:gd name="connsiteY15" fmla="*/ 231089 h 231004"/>
                <a:gd name="connsiteX16" fmla="*/ 122145 w 162227"/>
                <a:gd name="connsiteY16" fmla="*/ 181818 h 231004"/>
                <a:gd name="connsiteX17" fmla="*/ 161377 w 162227"/>
                <a:gd name="connsiteY17" fmla="*/ 23292 h 231004"/>
                <a:gd name="connsiteX18" fmla="*/ 115430 w 162227"/>
                <a:gd name="connsiteY18" fmla="*/ 112195 h 231004"/>
                <a:gd name="connsiteX19" fmla="*/ 97405 w 162227"/>
                <a:gd name="connsiteY19" fmla="*/ 137188 h 231004"/>
                <a:gd name="connsiteX20" fmla="*/ 68776 w 162227"/>
                <a:gd name="connsiteY20" fmla="*/ 150041 h 231004"/>
                <a:gd name="connsiteX21" fmla="*/ 45803 w 162227"/>
                <a:gd name="connsiteY21" fmla="*/ 117194 h 231004"/>
                <a:gd name="connsiteX22" fmla="*/ 65595 w 162227"/>
                <a:gd name="connsiteY22" fmla="*/ 39716 h 231004"/>
                <a:gd name="connsiteX23" fmla="*/ 105180 w 162227"/>
                <a:gd name="connsiteY23" fmla="*/ 7940 h 231004"/>
                <a:gd name="connsiteX24" fmla="*/ 133455 w 162227"/>
                <a:gd name="connsiteY24" fmla="*/ 38645 h 231004"/>
                <a:gd name="connsiteX25" fmla="*/ 132395 w 162227"/>
                <a:gd name="connsiteY25" fmla="*/ 44001 h 231004"/>
                <a:gd name="connsiteX26" fmla="*/ 115430 w 162227"/>
                <a:gd name="connsiteY26" fmla="*/ 112195 h 231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2227" h="231004">
                  <a:moveTo>
                    <a:pt x="161377" y="23292"/>
                  </a:moveTo>
                  <a:cubicBezTo>
                    <a:pt x="161730" y="21150"/>
                    <a:pt x="162437" y="19365"/>
                    <a:pt x="162437" y="16866"/>
                  </a:cubicBezTo>
                  <a:cubicBezTo>
                    <a:pt x="162437" y="10796"/>
                    <a:pt x="158196" y="7225"/>
                    <a:pt x="152187" y="7225"/>
                  </a:cubicBezTo>
                  <a:cubicBezTo>
                    <a:pt x="148653" y="7225"/>
                    <a:pt x="139110" y="9725"/>
                    <a:pt x="137696" y="22578"/>
                  </a:cubicBezTo>
                  <a:cubicBezTo>
                    <a:pt x="131335" y="9368"/>
                    <a:pt x="118964" y="85"/>
                    <a:pt x="104827" y="85"/>
                  </a:cubicBezTo>
                  <a:cubicBezTo>
                    <a:pt x="64535" y="85"/>
                    <a:pt x="20709" y="50070"/>
                    <a:pt x="20709" y="101484"/>
                  </a:cubicBezTo>
                  <a:cubicBezTo>
                    <a:pt x="20709" y="136831"/>
                    <a:pt x="42269" y="157896"/>
                    <a:pt x="67716" y="157896"/>
                  </a:cubicBezTo>
                  <a:cubicBezTo>
                    <a:pt x="88569" y="157896"/>
                    <a:pt x="105180" y="141115"/>
                    <a:pt x="108715" y="137188"/>
                  </a:cubicBezTo>
                  <a:lnTo>
                    <a:pt x="109068" y="137545"/>
                  </a:lnTo>
                  <a:cubicBezTo>
                    <a:pt x="101646" y="169321"/>
                    <a:pt x="97405" y="183960"/>
                    <a:pt x="97405" y="184674"/>
                  </a:cubicBezTo>
                  <a:cubicBezTo>
                    <a:pt x="95991" y="187887"/>
                    <a:pt x="83974" y="223234"/>
                    <a:pt x="46510" y="223234"/>
                  </a:cubicBezTo>
                  <a:cubicBezTo>
                    <a:pt x="39795" y="223234"/>
                    <a:pt x="28131" y="222877"/>
                    <a:pt x="18235" y="219664"/>
                  </a:cubicBezTo>
                  <a:cubicBezTo>
                    <a:pt x="28838" y="216450"/>
                    <a:pt x="32726" y="207167"/>
                    <a:pt x="32726" y="201098"/>
                  </a:cubicBezTo>
                  <a:cubicBezTo>
                    <a:pt x="32726" y="195385"/>
                    <a:pt x="28838" y="188601"/>
                    <a:pt x="19295" y="188601"/>
                  </a:cubicBezTo>
                  <a:cubicBezTo>
                    <a:pt x="11520" y="188601"/>
                    <a:pt x="210" y="195028"/>
                    <a:pt x="210" y="209310"/>
                  </a:cubicBezTo>
                  <a:cubicBezTo>
                    <a:pt x="210" y="223948"/>
                    <a:pt x="13287" y="231089"/>
                    <a:pt x="47217" y="231089"/>
                  </a:cubicBezTo>
                  <a:cubicBezTo>
                    <a:pt x="91396" y="231089"/>
                    <a:pt x="116844" y="203240"/>
                    <a:pt x="122145" y="181818"/>
                  </a:cubicBezTo>
                  <a:lnTo>
                    <a:pt x="161377" y="23292"/>
                  </a:lnTo>
                  <a:close/>
                  <a:moveTo>
                    <a:pt x="115430" y="112195"/>
                  </a:moveTo>
                  <a:cubicBezTo>
                    <a:pt x="113309" y="121478"/>
                    <a:pt x="105180" y="130404"/>
                    <a:pt x="97405" y="137188"/>
                  </a:cubicBezTo>
                  <a:cubicBezTo>
                    <a:pt x="89983" y="143614"/>
                    <a:pt x="79026" y="150041"/>
                    <a:pt x="68776" y="150041"/>
                  </a:cubicBezTo>
                  <a:cubicBezTo>
                    <a:pt x="51105" y="150041"/>
                    <a:pt x="45803" y="131475"/>
                    <a:pt x="45803" y="117194"/>
                  </a:cubicBezTo>
                  <a:cubicBezTo>
                    <a:pt x="45803" y="100056"/>
                    <a:pt x="56053" y="57925"/>
                    <a:pt x="65595" y="39716"/>
                  </a:cubicBezTo>
                  <a:cubicBezTo>
                    <a:pt x="75138" y="22221"/>
                    <a:pt x="90336" y="7940"/>
                    <a:pt x="105180" y="7940"/>
                  </a:cubicBezTo>
                  <a:cubicBezTo>
                    <a:pt x="128507" y="7940"/>
                    <a:pt x="133455" y="36860"/>
                    <a:pt x="133455" y="38645"/>
                  </a:cubicBezTo>
                  <a:cubicBezTo>
                    <a:pt x="133455" y="40430"/>
                    <a:pt x="132748" y="42572"/>
                    <a:pt x="132395" y="44001"/>
                  </a:cubicBezTo>
                  <a:lnTo>
                    <a:pt x="115430" y="112195"/>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 name="Freeform: Shape 11">
              <a:extLst>
                <a:ext uri="{FF2B5EF4-FFF2-40B4-BE49-F238E27FC236}">
                  <a16:creationId xmlns:a16="http://schemas.microsoft.com/office/drawing/2014/main" id="{A0876EBB-B734-5C85-A069-D37DD700BEB6}"/>
                </a:ext>
              </a:extLst>
            </p:cNvPr>
            <p:cNvSpPr/>
            <p:nvPr/>
          </p:nvSpPr>
          <p:spPr>
            <a:xfrm>
              <a:off x="10287841" y="5164233"/>
              <a:ext cx="134305" cy="642313"/>
            </a:xfrm>
            <a:custGeom>
              <a:avLst/>
              <a:gdLst>
                <a:gd name="connsiteX0" fmla="*/ 118618 w 134305"/>
                <a:gd name="connsiteY0" fmla="*/ 638460 h 642313"/>
                <a:gd name="connsiteX1" fmla="*/ 122859 w 134305"/>
                <a:gd name="connsiteY1" fmla="*/ 642387 h 642313"/>
                <a:gd name="connsiteX2" fmla="*/ 130634 w 134305"/>
                <a:gd name="connsiteY2" fmla="*/ 642387 h 642313"/>
                <a:gd name="connsiteX3" fmla="*/ 134522 w 134305"/>
                <a:gd name="connsiteY3" fmla="*/ 638817 h 642313"/>
                <a:gd name="connsiteX4" fmla="*/ 133109 w 134305"/>
                <a:gd name="connsiteY4" fmla="*/ 635603 h 642313"/>
                <a:gd name="connsiteX5" fmla="*/ 79386 w 134305"/>
                <a:gd name="connsiteY5" fmla="*/ 563839 h 642313"/>
                <a:gd name="connsiteX6" fmla="*/ 27078 w 134305"/>
                <a:gd name="connsiteY6" fmla="*/ 321409 h 642313"/>
                <a:gd name="connsiteX7" fmla="*/ 133462 w 134305"/>
                <a:gd name="connsiteY7" fmla="*/ 6500 h 642313"/>
                <a:gd name="connsiteX8" fmla="*/ 134522 w 134305"/>
                <a:gd name="connsiteY8" fmla="*/ 3644 h 642313"/>
                <a:gd name="connsiteX9" fmla="*/ 127807 w 134305"/>
                <a:gd name="connsiteY9" fmla="*/ 74 h 642313"/>
                <a:gd name="connsiteX10" fmla="*/ 119325 w 134305"/>
                <a:gd name="connsiteY10" fmla="*/ 2930 h 642313"/>
                <a:gd name="connsiteX11" fmla="*/ 23543 w 134305"/>
                <a:gd name="connsiteY11" fmla="*/ 157171 h 642313"/>
                <a:gd name="connsiteX12" fmla="*/ 217 w 134305"/>
                <a:gd name="connsiteY12" fmla="*/ 321052 h 642313"/>
                <a:gd name="connsiteX13" fmla="*/ 70904 w 134305"/>
                <a:gd name="connsiteY13" fmla="*/ 584190 h 642313"/>
                <a:gd name="connsiteX14" fmla="*/ 93524 w 134305"/>
                <a:gd name="connsiteY14" fmla="*/ 613110 h 642313"/>
                <a:gd name="connsiteX15" fmla="*/ 104834 w 134305"/>
                <a:gd name="connsiteY15" fmla="*/ 625606 h 642313"/>
                <a:gd name="connsiteX16" fmla="*/ 118618 w 134305"/>
                <a:gd name="connsiteY16" fmla="*/ 638460 h 642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4305" h="642313">
                  <a:moveTo>
                    <a:pt x="118618" y="638460"/>
                  </a:moveTo>
                  <a:cubicBezTo>
                    <a:pt x="119325" y="638817"/>
                    <a:pt x="122505" y="642387"/>
                    <a:pt x="122859" y="642387"/>
                  </a:cubicBezTo>
                  <a:lnTo>
                    <a:pt x="130634" y="642387"/>
                  </a:lnTo>
                  <a:cubicBezTo>
                    <a:pt x="131695" y="642387"/>
                    <a:pt x="134522" y="642030"/>
                    <a:pt x="134522" y="638817"/>
                  </a:cubicBezTo>
                  <a:cubicBezTo>
                    <a:pt x="134522" y="637389"/>
                    <a:pt x="133815" y="636675"/>
                    <a:pt x="133109" y="635603"/>
                  </a:cubicBezTo>
                  <a:cubicBezTo>
                    <a:pt x="120385" y="622750"/>
                    <a:pt x="101299" y="603113"/>
                    <a:pt x="79386" y="563839"/>
                  </a:cubicBezTo>
                  <a:cubicBezTo>
                    <a:pt x="41215" y="495287"/>
                    <a:pt x="27078" y="407098"/>
                    <a:pt x="27078" y="321409"/>
                  </a:cubicBezTo>
                  <a:cubicBezTo>
                    <a:pt x="27078" y="162884"/>
                    <a:pt x="71611" y="69696"/>
                    <a:pt x="133462" y="6500"/>
                  </a:cubicBezTo>
                  <a:cubicBezTo>
                    <a:pt x="134522" y="5429"/>
                    <a:pt x="134522" y="4358"/>
                    <a:pt x="134522" y="3644"/>
                  </a:cubicBezTo>
                  <a:cubicBezTo>
                    <a:pt x="134522" y="74"/>
                    <a:pt x="132048" y="74"/>
                    <a:pt x="127807" y="74"/>
                  </a:cubicBezTo>
                  <a:cubicBezTo>
                    <a:pt x="123212" y="74"/>
                    <a:pt x="122505" y="74"/>
                    <a:pt x="119325" y="2930"/>
                  </a:cubicBezTo>
                  <a:cubicBezTo>
                    <a:pt x="85748" y="32207"/>
                    <a:pt x="47930" y="81836"/>
                    <a:pt x="23543" y="157171"/>
                  </a:cubicBezTo>
                  <a:cubicBezTo>
                    <a:pt x="8346" y="204300"/>
                    <a:pt x="217" y="261783"/>
                    <a:pt x="217" y="321052"/>
                  </a:cubicBezTo>
                  <a:cubicBezTo>
                    <a:pt x="217" y="405670"/>
                    <a:pt x="15414" y="501357"/>
                    <a:pt x="70904" y="584190"/>
                  </a:cubicBezTo>
                  <a:cubicBezTo>
                    <a:pt x="80447" y="598114"/>
                    <a:pt x="93524" y="612753"/>
                    <a:pt x="93524" y="613110"/>
                  </a:cubicBezTo>
                  <a:cubicBezTo>
                    <a:pt x="97058" y="617394"/>
                    <a:pt x="102006" y="623107"/>
                    <a:pt x="104834" y="625606"/>
                  </a:cubicBezTo>
                  <a:lnTo>
                    <a:pt x="118618" y="638460"/>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 name="Freeform: Shape 12">
              <a:extLst>
                <a:ext uri="{FF2B5EF4-FFF2-40B4-BE49-F238E27FC236}">
                  <a16:creationId xmlns:a16="http://schemas.microsoft.com/office/drawing/2014/main" id="{BBA80DCD-34F0-CBB1-1BA2-6630B5ADE499}"/>
                </a:ext>
              </a:extLst>
            </p:cNvPr>
            <p:cNvSpPr/>
            <p:nvPr/>
          </p:nvSpPr>
          <p:spPr>
            <a:xfrm>
              <a:off x="10443785" y="5329903"/>
              <a:ext cx="402916" cy="247785"/>
            </a:xfrm>
            <a:custGeom>
              <a:avLst/>
              <a:gdLst>
                <a:gd name="connsiteX0" fmla="*/ 369563 w 402916"/>
                <a:gd name="connsiteY0" fmla="*/ 25434 h 247785"/>
                <a:gd name="connsiteX1" fmla="*/ 382994 w 402916"/>
                <a:gd name="connsiteY1" fmla="*/ 17580 h 247785"/>
                <a:gd name="connsiteX2" fmla="*/ 403140 w 402916"/>
                <a:gd name="connsiteY2" fmla="*/ 16866 h 247785"/>
                <a:gd name="connsiteX3" fmla="*/ 403140 w 402916"/>
                <a:gd name="connsiteY3" fmla="*/ 85 h 247785"/>
                <a:gd name="connsiteX4" fmla="*/ 365322 w 402916"/>
                <a:gd name="connsiteY4" fmla="*/ 1156 h 247785"/>
                <a:gd name="connsiteX5" fmla="*/ 317255 w 402916"/>
                <a:gd name="connsiteY5" fmla="*/ 85 h 247785"/>
                <a:gd name="connsiteX6" fmla="*/ 317255 w 402916"/>
                <a:gd name="connsiteY6" fmla="*/ 16866 h 247785"/>
                <a:gd name="connsiteX7" fmla="*/ 353305 w 402916"/>
                <a:gd name="connsiteY7" fmla="*/ 20793 h 247785"/>
                <a:gd name="connsiteX8" fmla="*/ 292514 w 402916"/>
                <a:gd name="connsiteY8" fmla="*/ 180389 h 247785"/>
                <a:gd name="connsiteX9" fmla="*/ 229956 w 402916"/>
                <a:gd name="connsiteY9" fmla="*/ 16866 h 247785"/>
                <a:gd name="connsiteX10" fmla="*/ 263886 w 402916"/>
                <a:gd name="connsiteY10" fmla="*/ 16866 h 247785"/>
                <a:gd name="connsiteX11" fmla="*/ 263886 w 402916"/>
                <a:gd name="connsiteY11" fmla="*/ 85 h 247785"/>
                <a:gd name="connsiteX12" fmla="*/ 202035 w 402916"/>
                <a:gd name="connsiteY12" fmla="*/ 1156 h 247785"/>
                <a:gd name="connsiteX13" fmla="*/ 147959 w 402916"/>
                <a:gd name="connsiteY13" fmla="*/ 85 h 247785"/>
                <a:gd name="connsiteX14" fmla="*/ 147959 w 402916"/>
                <a:gd name="connsiteY14" fmla="*/ 16866 h 247785"/>
                <a:gd name="connsiteX15" fmla="*/ 178354 w 402916"/>
                <a:gd name="connsiteY15" fmla="*/ 16866 h 247785"/>
                <a:gd name="connsiteX16" fmla="*/ 192845 w 402916"/>
                <a:gd name="connsiteY16" fmla="*/ 54712 h 247785"/>
                <a:gd name="connsiteX17" fmla="*/ 144778 w 402916"/>
                <a:gd name="connsiteY17" fmla="*/ 180389 h 247785"/>
                <a:gd name="connsiteX18" fmla="*/ 82220 w 402916"/>
                <a:gd name="connsiteY18" fmla="*/ 16866 h 247785"/>
                <a:gd name="connsiteX19" fmla="*/ 116150 w 402916"/>
                <a:gd name="connsiteY19" fmla="*/ 16866 h 247785"/>
                <a:gd name="connsiteX20" fmla="*/ 116150 w 402916"/>
                <a:gd name="connsiteY20" fmla="*/ 85 h 247785"/>
                <a:gd name="connsiteX21" fmla="*/ 54298 w 402916"/>
                <a:gd name="connsiteY21" fmla="*/ 1156 h 247785"/>
                <a:gd name="connsiteX22" fmla="*/ 223 w 402916"/>
                <a:gd name="connsiteY22" fmla="*/ 85 h 247785"/>
                <a:gd name="connsiteX23" fmla="*/ 223 w 402916"/>
                <a:gd name="connsiteY23" fmla="*/ 16866 h 247785"/>
                <a:gd name="connsiteX24" fmla="*/ 30618 w 402916"/>
                <a:gd name="connsiteY24" fmla="*/ 16866 h 247785"/>
                <a:gd name="connsiteX25" fmla="*/ 115443 w 402916"/>
                <a:gd name="connsiteY25" fmla="*/ 238587 h 247785"/>
                <a:gd name="connsiteX26" fmla="*/ 127813 w 402916"/>
                <a:gd name="connsiteY26" fmla="*/ 247870 h 247785"/>
                <a:gd name="connsiteX27" fmla="*/ 140183 w 402916"/>
                <a:gd name="connsiteY27" fmla="*/ 238587 h 247785"/>
                <a:gd name="connsiteX28" fmla="*/ 201681 w 402916"/>
                <a:gd name="connsiteY28" fmla="*/ 77919 h 247785"/>
                <a:gd name="connsiteX29" fmla="*/ 263179 w 402916"/>
                <a:gd name="connsiteY29" fmla="*/ 238587 h 247785"/>
                <a:gd name="connsiteX30" fmla="*/ 275549 w 402916"/>
                <a:gd name="connsiteY30" fmla="*/ 247870 h 247785"/>
                <a:gd name="connsiteX31" fmla="*/ 287919 w 402916"/>
                <a:gd name="connsiteY31" fmla="*/ 238587 h 247785"/>
                <a:gd name="connsiteX32" fmla="*/ 369563 w 402916"/>
                <a:gd name="connsiteY32" fmla="*/ 25434 h 24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2916" h="247785">
                  <a:moveTo>
                    <a:pt x="369563" y="25434"/>
                  </a:moveTo>
                  <a:cubicBezTo>
                    <a:pt x="371684" y="19365"/>
                    <a:pt x="372037" y="18651"/>
                    <a:pt x="382994" y="17580"/>
                  </a:cubicBezTo>
                  <a:cubicBezTo>
                    <a:pt x="390062" y="16866"/>
                    <a:pt x="397485" y="16866"/>
                    <a:pt x="403140" y="16866"/>
                  </a:cubicBezTo>
                  <a:lnTo>
                    <a:pt x="403140" y="85"/>
                  </a:lnTo>
                  <a:cubicBezTo>
                    <a:pt x="393597" y="442"/>
                    <a:pt x="381227" y="1156"/>
                    <a:pt x="365322" y="1156"/>
                  </a:cubicBezTo>
                  <a:cubicBezTo>
                    <a:pt x="351891" y="1156"/>
                    <a:pt x="329978" y="1156"/>
                    <a:pt x="317255" y="85"/>
                  </a:cubicBezTo>
                  <a:lnTo>
                    <a:pt x="317255" y="16866"/>
                  </a:lnTo>
                  <a:cubicBezTo>
                    <a:pt x="326091" y="16866"/>
                    <a:pt x="343055" y="16866"/>
                    <a:pt x="353305" y="20793"/>
                  </a:cubicBezTo>
                  <a:lnTo>
                    <a:pt x="292514" y="180389"/>
                  </a:lnTo>
                  <a:lnTo>
                    <a:pt x="229956" y="16866"/>
                  </a:lnTo>
                  <a:lnTo>
                    <a:pt x="263886" y="16866"/>
                  </a:lnTo>
                  <a:lnTo>
                    <a:pt x="263886" y="85"/>
                  </a:lnTo>
                  <a:cubicBezTo>
                    <a:pt x="250455" y="1156"/>
                    <a:pt x="217232" y="1156"/>
                    <a:pt x="202035" y="1156"/>
                  </a:cubicBezTo>
                  <a:cubicBezTo>
                    <a:pt x="188250" y="1156"/>
                    <a:pt x="160329" y="1156"/>
                    <a:pt x="147959" y="85"/>
                  </a:cubicBezTo>
                  <a:lnTo>
                    <a:pt x="147959" y="16866"/>
                  </a:lnTo>
                  <a:lnTo>
                    <a:pt x="178354" y="16866"/>
                  </a:lnTo>
                  <a:lnTo>
                    <a:pt x="192845" y="54712"/>
                  </a:lnTo>
                  <a:lnTo>
                    <a:pt x="144778" y="180389"/>
                  </a:lnTo>
                  <a:lnTo>
                    <a:pt x="82220" y="16866"/>
                  </a:lnTo>
                  <a:lnTo>
                    <a:pt x="116150" y="16866"/>
                  </a:lnTo>
                  <a:lnTo>
                    <a:pt x="116150" y="85"/>
                  </a:lnTo>
                  <a:cubicBezTo>
                    <a:pt x="102719" y="1156"/>
                    <a:pt x="69496" y="1156"/>
                    <a:pt x="54298" y="1156"/>
                  </a:cubicBezTo>
                  <a:cubicBezTo>
                    <a:pt x="40514" y="1156"/>
                    <a:pt x="12593" y="1156"/>
                    <a:pt x="223" y="85"/>
                  </a:cubicBezTo>
                  <a:lnTo>
                    <a:pt x="223" y="16866"/>
                  </a:lnTo>
                  <a:lnTo>
                    <a:pt x="30618" y="16866"/>
                  </a:lnTo>
                  <a:lnTo>
                    <a:pt x="115443" y="238587"/>
                  </a:lnTo>
                  <a:cubicBezTo>
                    <a:pt x="117563" y="244300"/>
                    <a:pt x="118977" y="247870"/>
                    <a:pt x="127813" y="247870"/>
                  </a:cubicBezTo>
                  <a:cubicBezTo>
                    <a:pt x="136649" y="247870"/>
                    <a:pt x="138063" y="244300"/>
                    <a:pt x="140183" y="238587"/>
                  </a:cubicBezTo>
                  <a:lnTo>
                    <a:pt x="201681" y="77919"/>
                  </a:lnTo>
                  <a:lnTo>
                    <a:pt x="263179" y="238587"/>
                  </a:lnTo>
                  <a:cubicBezTo>
                    <a:pt x="265300" y="244300"/>
                    <a:pt x="266713" y="247870"/>
                    <a:pt x="275549" y="247870"/>
                  </a:cubicBezTo>
                  <a:cubicBezTo>
                    <a:pt x="284385" y="247870"/>
                    <a:pt x="285799" y="244300"/>
                    <a:pt x="287919" y="238587"/>
                  </a:cubicBezTo>
                  <a:lnTo>
                    <a:pt x="369563" y="25434"/>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 name="Freeform: Shape 13">
              <a:extLst>
                <a:ext uri="{FF2B5EF4-FFF2-40B4-BE49-F238E27FC236}">
                  <a16:creationId xmlns:a16="http://schemas.microsoft.com/office/drawing/2014/main" id="{D9709CE8-74DC-96E6-064E-1C5562DD1E5E}"/>
                </a:ext>
              </a:extLst>
            </p:cNvPr>
            <p:cNvSpPr/>
            <p:nvPr/>
          </p:nvSpPr>
          <p:spPr>
            <a:xfrm>
              <a:off x="10889594" y="5239968"/>
              <a:ext cx="64325" cy="249677"/>
            </a:xfrm>
            <a:custGeom>
              <a:avLst/>
              <a:gdLst>
                <a:gd name="connsiteX0" fmla="*/ 59612 w 64325"/>
                <a:gd name="connsiteY0" fmla="*/ 81 h 249677"/>
                <a:gd name="connsiteX1" fmla="*/ 235 w 64325"/>
                <a:gd name="connsiteY1" fmla="*/ 124794 h 249677"/>
                <a:gd name="connsiteX2" fmla="*/ 59612 w 64325"/>
                <a:gd name="connsiteY2" fmla="*/ 249758 h 249677"/>
                <a:gd name="connsiteX3" fmla="*/ 64560 w 64325"/>
                <a:gd name="connsiteY3" fmla="*/ 246759 h 249677"/>
                <a:gd name="connsiteX4" fmla="*/ 62086 w 64325"/>
                <a:gd name="connsiteY4" fmla="*/ 243010 h 249677"/>
                <a:gd name="connsiteX5" fmla="*/ 17058 w 64325"/>
                <a:gd name="connsiteY5" fmla="*/ 125044 h 249677"/>
                <a:gd name="connsiteX6" fmla="*/ 62828 w 64325"/>
                <a:gd name="connsiteY6" fmla="*/ 6079 h 249677"/>
                <a:gd name="connsiteX7" fmla="*/ 64560 w 64325"/>
                <a:gd name="connsiteY7" fmla="*/ 3080 h 249677"/>
                <a:gd name="connsiteX8" fmla="*/ 59612 w 64325"/>
                <a:gd name="connsiteY8" fmla="*/ 81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9677">
                  <a:moveTo>
                    <a:pt x="59612" y="81"/>
                  </a:moveTo>
                  <a:cubicBezTo>
                    <a:pt x="12605" y="33571"/>
                    <a:pt x="235" y="86555"/>
                    <a:pt x="235" y="124794"/>
                  </a:cubicBezTo>
                  <a:cubicBezTo>
                    <a:pt x="235" y="160034"/>
                    <a:pt x="10626" y="214768"/>
                    <a:pt x="59612" y="249758"/>
                  </a:cubicBezTo>
                  <a:cubicBezTo>
                    <a:pt x="61591" y="249758"/>
                    <a:pt x="64560" y="249758"/>
                    <a:pt x="64560" y="246759"/>
                  </a:cubicBezTo>
                  <a:cubicBezTo>
                    <a:pt x="64560" y="245259"/>
                    <a:pt x="63818" y="244760"/>
                    <a:pt x="62086" y="243010"/>
                  </a:cubicBezTo>
                  <a:cubicBezTo>
                    <a:pt x="29181" y="213019"/>
                    <a:pt x="17058" y="170531"/>
                    <a:pt x="17058" y="125044"/>
                  </a:cubicBezTo>
                  <a:cubicBezTo>
                    <a:pt x="17058" y="57564"/>
                    <a:pt x="42541" y="24573"/>
                    <a:pt x="62828" y="6079"/>
                  </a:cubicBezTo>
                  <a:cubicBezTo>
                    <a:pt x="63818" y="5079"/>
                    <a:pt x="64560" y="4329"/>
                    <a:pt x="64560" y="3080"/>
                  </a:cubicBezTo>
                  <a:cubicBezTo>
                    <a:pt x="64560" y="81"/>
                    <a:pt x="61591" y="81"/>
                    <a:pt x="59612" y="81"/>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5" name="Freeform: Shape 14">
              <a:extLst>
                <a:ext uri="{FF2B5EF4-FFF2-40B4-BE49-F238E27FC236}">
                  <a16:creationId xmlns:a16="http://schemas.microsoft.com/office/drawing/2014/main" id="{EB59368D-4907-BF4F-81B8-FCAD2304D352}"/>
                </a:ext>
              </a:extLst>
            </p:cNvPr>
            <p:cNvSpPr/>
            <p:nvPr/>
          </p:nvSpPr>
          <p:spPr>
            <a:xfrm>
              <a:off x="10984456" y="5261461"/>
              <a:ext cx="114796" cy="170950"/>
            </a:xfrm>
            <a:custGeom>
              <a:avLst/>
              <a:gdLst>
                <a:gd name="connsiteX0" fmla="*/ 115034 w 114796"/>
                <a:gd name="connsiteY0" fmla="*/ 86306 h 170950"/>
                <a:gd name="connsiteX1" fmla="*/ 100437 w 114796"/>
                <a:gd name="connsiteY1" fmla="*/ 21574 h 170950"/>
                <a:gd name="connsiteX2" fmla="*/ 57636 w 114796"/>
                <a:gd name="connsiteY2" fmla="*/ 81 h 170950"/>
                <a:gd name="connsiteX3" fmla="*/ 238 w 114796"/>
                <a:gd name="connsiteY3" fmla="*/ 86306 h 170950"/>
                <a:gd name="connsiteX4" fmla="*/ 57636 w 114796"/>
                <a:gd name="connsiteY4" fmla="*/ 171031 h 170950"/>
                <a:gd name="connsiteX5" fmla="*/ 115034 w 114796"/>
                <a:gd name="connsiteY5" fmla="*/ 86306 h 170950"/>
                <a:gd name="connsiteX6" fmla="*/ 57636 w 114796"/>
                <a:gd name="connsiteY6" fmla="*/ 164033 h 170950"/>
                <a:gd name="connsiteX7" fmla="*/ 26215 w 114796"/>
                <a:gd name="connsiteY7" fmla="*/ 136791 h 170950"/>
                <a:gd name="connsiteX8" fmla="*/ 22752 w 114796"/>
                <a:gd name="connsiteY8" fmla="*/ 83056 h 170950"/>
                <a:gd name="connsiteX9" fmla="*/ 26463 w 114796"/>
                <a:gd name="connsiteY9" fmla="*/ 32071 h 170950"/>
                <a:gd name="connsiteX10" fmla="*/ 57636 w 114796"/>
                <a:gd name="connsiteY10" fmla="*/ 7079 h 170950"/>
                <a:gd name="connsiteX11" fmla="*/ 88314 w 114796"/>
                <a:gd name="connsiteY11" fmla="*/ 29822 h 170950"/>
                <a:gd name="connsiteX12" fmla="*/ 92520 w 114796"/>
                <a:gd name="connsiteY12" fmla="*/ 83056 h 170950"/>
                <a:gd name="connsiteX13" fmla="*/ 89304 w 114796"/>
                <a:gd name="connsiteY13" fmla="*/ 135791 h 170950"/>
                <a:gd name="connsiteX14" fmla="*/ 57636 w 114796"/>
                <a:gd name="connsiteY14" fmla="*/ 164033 h 17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70950">
                  <a:moveTo>
                    <a:pt x="115034" y="86306"/>
                  </a:moveTo>
                  <a:cubicBezTo>
                    <a:pt x="115034" y="58814"/>
                    <a:pt x="111817" y="39069"/>
                    <a:pt x="100437" y="21574"/>
                  </a:cubicBezTo>
                  <a:cubicBezTo>
                    <a:pt x="92767" y="10078"/>
                    <a:pt x="77428" y="81"/>
                    <a:pt x="57636" y="81"/>
                  </a:cubicBezTo>
                  <a:cubicBezTo>
                    <a:pt x="238" y="81"/>
                    <a:pt x="238" y="68311"/>
                    <a:pt x="238" y="86306"/>
                  </a:cubicBezTo>
                  <a:cubicBezTo>
                    <a:pt x="238" y="104300"/>
                    <a:pt x="238" y="171031"/>
                    <a:pt x="57636" y="171031"/>
                  </a:cubicBezTo>
                  <a:cubicBezTo>
                    <a:pt x="115034" y="171031"/>
                    <a:pt x="115034" y="104300"/>
                    <a:pt x="115034" y="86306"/>
                  </a:cubicBezTo>
                  <a:close/>
                  <a:moveTo>
                    <a:pt x="57636" y="164033"/>
                  </a:moveTo>
                  <a:cubicBezTo>
                    <a:pt x="46255" y="164033"/>
                    <a:pt x="31163" y="157285"/>
                    <a:pt x="26215" y="136791"/>
                  </a:cubicBezTo>
                  <a:cubicBezTo>
                    <a:pt x="22752" y="122045"/>
                    <a:pt x="22752" y="101551"/>
                    <a:pt x="22752" y="83056"/>
                  </a:cubicBezTo>
                  <a:cubicBezTo>
                    <a:pt x="22752" y="64812"/>
                    <a:pt x="22752" y="45817"/>
                    <a:pt x="26463" y="32071"/>
                  </a:cubicBezTo>
                  <a:cubicBezTo>
                    <a:pt x="31658" y="12327"/>
                    <a:pt x="47492" y="7079"/>
                    <a:pt x="57636" y="7079"/>
                  </a:cubicBezTo>
                  <a:cubicBezTo>
                    <a:pt x="70996" y="7079"/>
                    <a:pt x="83861" y="15326"/>
                    <a:pt x="88314" y="29822"/>
                  </a:cubicBezTo>
                  <a:cubicBezTo>
                    <a:pt x="92272" y="43318"/>
                    <a:pt x="92520" y="61313"/>
                    <a:pt x="92520" y="83056"/>
                  </a:cubicBezTo>
                  <a:cubicBezTo>
                    <a:pt x="92520" y="101551"/>
                    <a:pt x="92520" y="120046"/>
                    <a:pt x="89304" y="135791"/>
                  </a:cubicBezTo>
                  <a:cubicBezTo>
                    <a:pt x="84355" y="158535"/>
                    <a:pt x="67532" y="164033"/>
                    <a:pt x="57636" y="164033"/>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6" name="Freeform: Shape 15">
              <a:extLst>
                <a:ext uri="{FF2B5EF4-FFF2-40B4-BE49-F238E27FC236}">
                  <a16:creationId xmlns:a16="http://schemas.microsoft.com/office/drawing/2014/main" id="{169A9F83-C4CF-53AE-AC60-C1BC3C9749A2}"/>
                </a:ext>
              </a:extLst>
            </p:cNvPr>
            <p:cNvSpPr/>
            <p:nvPr/>
          </p:nvSpPr>
          <p:spPr>
            <a:xfrm>
              <a:off x="11130041" y="5239968"/>
              <a:ext cx="64077" cy="249677"/>
            </a:xfrm>
            <a:custGeom>
              <a:avLst/>
              <a:gdLst>
                <a:gd name="connsiteX0" fmla="*/ 4942 w 64077"/>
                <a:gd name="connsiteY0" fmla="*/ 81 h 249677"/>
                <a:gd name="connsiteX1" fmla="*/ 242 w 64077"/>
                <a:gd name="connsiteY1" fmla="*/ 3080 h 249677"/>
                <a:gd name="connsiteX2" fmla="*/ 2468 w 64077"/>
                <a:gd name="connsiteY2" fmla="*/ 6829 h 249677"/>
                <a:gd name="connsiteX3" fmla="*/ 47496 w 64077"/>
                <a:gd name="connsiteY3" fmla="*/ 124794 h 249677"/>
                <a:gd name="connsiteX4" fmla="*/ 4695 w 64077"/>
                <a:gd name="connsiteY4" fmla="*/ 241011 h 249677"/>
                <a:gd name="connsiteX5" fmla="*/ 242 w 64077"/>
                <a:gd name="connsiteY5" fmla="*/ 246759 h 249677"/>
                <a:gd name="connsiteX6" fmla="*/ 3458 w 64077"/>
                <a:gd name="connsiteY6" fmla="*/ 249758 h 249677"/>
                <a:gd name="connsiteX7" fmla="*/ 46259 w 64077"/>
                <a:gd name="connsiteY7" fmla="*/ 202022 h 249677"/>
                <a:gd name="connsiteX8" fmla="*/ 64320 w 64077"/>
                <a:gd name="connsiteY8" fmla="*/ 125044 h 249677"/>
                <a:gd name="connsiteX9" fmla="*/ 4942 w 64077"/>
                <a:gd name="connsiteY9" fmla="*/ 81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9677">
                  <a:moveTo>
                    <a:pt x="4942" y="81"/>
                  </a:moveTo>
                  <a:cubicBezTo>
                    <a:pt x="3210" y="81"/>
                    <a:pt x="242" y="81"/>
                    <a:pt x="242" y="3080"/>
                  </a:cubicBezTo>
                  <a:cubicBezTo>
                    <a:pt x="242" y="4329"/>
                    <a:pt x="984" y="5079"/>
                    <a:pt x="2468" y="6829"/>
                  </a:cubicBezTo>
                  <a:cubicBezTo>
                    <a:pt x="23745" y="26573"/>
                    <a:pt x="47496" y="60313"/>
                    <a:pt x="47496" y="124794"/>
                  </a:cubicBezTo>
                  <a:cubicBezTo>
                    <a:pt x="47496" y="177029"/>
                    <a:pt x="31415" y="216518"/>
                    <a:pt x="4695" y="241011"/>
                  </a:cubicBezTo>
                  <a:cubicBezTo>
                    <a:pt x="489" y="245259"/>
                    <a:pt x="242" y="245509"/>
                    <a:pt x="242" y="246759"/>
                  </a:cubicBezTo>
                  <a:cubicBezTo>
                    <a:pt x="242" y="248009"/>
                    <a:pt x="984" y="249758"/>
                    <a:pt x="3458" y="249758"/>
                  </a:cubicBezTo>
                  <a:cubicBezTo>
                    <a:pt x="6427" y="249758"/>
                    <a:pt x="29930" y="233263"/>
                    <a:pt x="46259" y="202022"/>
                  </a:cubicBezTo>
                  <a:cubicBezTo>
                    <a:pt x="57145" y="181278"/>
                    <a:pt x="64320" y="154286"/>
                    <a:pt x="64320" y="125044"/>
                  </a:cubicBezTo>
                  <a:cubicBezTo>
                    <a:pt x="64320" y="89805"/>
                    <a:pt x="53929" y="35070"/>
                    <a:pt x="4942" y="81"/>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7" name="Freeform: Shape 16">
              <a:extLst>
                <a:ext uri="{FF2B5EF4-FFF2-40B4-BE49-F238E27FC236}">
                  <a16:creationId xmlns:a16="http://schemas.microsoft.com/office/drawing/2014/main" id="{24812EF5-20AD-3E21-D4D3-09B6493BBD25}"/>
                </a:ext>
              </a:extLst>
            </p:cNvPr>
            <p:cNvSpPr/>
            <p:nvPr/>
          </p:nvSpPr>
          <p:spPr>
            <a:xfrm>
              <a:off x="11248372" y="5416307"/>
              <a:ext cx="198984" cy="158525"/>
            </a:xfrm>
            <a:custGeom>
              <a:avLst/>
              <a:gdLst>
                <a:gd name="connsiteX0" fmla="*/ 114758 w 198984"/>
                <a:gd name="connsiteY0" fmla="*/ 70778 h 158525"/>
                <a:gd name="connsiteX1" fmla="*/ 156110 w 198984"/>
                <a:gd name="connsiteY1" fmla="*/ 24363 h 158525"/>
                <a:gd name="connsiteX2" fmla="*/ 192161 w 198984"/>
                <a:gd name="connsiteY2" fmla="*/ 16866 h 158525"/>
                <a:gd name="connsiteX3" fmla="*/ 192161 w 198984"/>
                <a:gd name="connsiteY3" fmla="*/ 85 h 158525"/>
                <a:gd name="connsiteX4" fmla="*/ 159645 w 198984"/>
                <a:gd name="connsiteY4" fmla="*/ 1156 h 158525"/>
                <a:gd name="connsiteX5" fmla="*/ 123241 w 198984"/>
                <a:gd name="connsiteY5" fmla="*/ 85 h 158525"/>
                <a:gd name="connsiteX6" fmla="*/ 123241 w 198984"/>
                <a:gd name="connsiteY6" fmla="*/ 16866 h 158525"/>
                <a:gd name="connsiteX7" fmla="*/ 136672 w 198984"/>
                <a:gd name="connsiteY7" fmla="*/ 20079 h 158525"/>
                <a:gd name="connsiteX8" fmla="*/ 133844 w 198984"/>
                <a:gd name="connsiteY8" fmla="*/ 24363 h 158525"/>
                <a:gd name="connsiteX9" fmla="*/ 104155 w 198984"/>
                <a:gd name="connsiteY9" fmla="*/ 57925 h 158525"/>
                <a:gd name="connsiteX10" fmla="*/ 69519 w 198984"/>
                <a:gd name="connsiteY10" fmla="*/ 16866 h 158525"/>
                <a:gd name="connsiteX11" fmla="*/ 83656 w 198984"/>
                <a:gd name="connsiteY11" fmla="*/ 16866 h 158525"/>
                <a:gd name="connsiteX12" fmla="*/ 83656 w 198984"/>
                <a:gd name="connsiteY12" fmla="*/ 85 h 158525"/>
                <a:gd name="connsiteX13" fmla="*/ 40890 w 198984"/>
                <a:gd name="connsiteY13" fmla="*/ 1156 h 158525"/>
                <a:gd name="connsiteX14" fmla="*/ 2012 w 198984"/>
                <a:gd name="connsiteY14" fmla="*/ 85 h 158525"/>
                <a:gd name="connsiteX15" fmla="*/ 2012 w 198984"/>
                <a:gd name="connsiteY15" fmla="*/ 16866 h 158525"/>
                <a:gd name="connsiteX16" fmla="*/ 27106 w 198984"/>
                <a:gd name="connsiteY16" fmla="*/ 16866 h 158525"/>
                <a:gd name="connsiteX17" fmla="*/ 82242 w 198984"/>
                <a:gd name="connsiteY17" fmla="*/ 82561 h 158525"/>
                <a:gd name="connsiteX18" fmla="*/ 35942 w 198984"/>
                <a:gd name="connsiteY18" fmla="*/ 135046 h 158525"/>
                <a:gd name="connsiteX19" fmla="*/ 245 w 198984"/>
                <a:gd name="connsiteY19" fmla="*/ 141829 h 158525"/>
                <a:gd name="connsiteX20" fmla="*/ 245 w 198984"/>
                <a:gd name="connsiteY20" fmla="*/ 158610 h 158525"/>
                <a:gd name="connsiteX21" fmla="*/ 32761 w 198984"/>
                <a:gd name="connsiteY21" fmla="*/ 157539 h 158525"/>
                <a:gd name="connsiteX22" fmla="*/ 69165 w 198984"/>
                <a:gd name="connsiteY22" fmla="*/ 158610 h 158525"/>
                <a:gd name="connsiteX23" fmla="*/ 69165 w 198984"/>
                <a:gd name="connsiteY23" fmla="*/ 141829 h 158525"/>
                <a:gd name="connsiteX24" fmla="*/ 56088 w 198984"/>
                <a:gd name="connsiteY24" fmla="*/ 137902 h 158525"/>
                <a:gd name="connsiteX25" fmla="*/ 58562 w 198984"/>
                <a:gd name="connsiteY25" fmla="*/ 134331 h 158525"/>
                <a:gd name="connsiteX26" fmla="*/ 92845 w 198984"/>
                <a:gd name="connsiteY26" fmla="*/ 95414 h 158525"/>
                <a:gd name="connsiteX27" fmla="*/ 131723 w 198984"/>
                <a:gd name="connsiteY27" fmla="*/ 141829 h 158525"/>
                <a:gd name="connsiteX28" fmla="*/ 117939 w 198984"/>
                <a:gd name="connsiteY28" fmla="*/ 141829 h 158525"/>
                <a:gd name="connsiteX29" fmla="*/ 117939 w 198984"/>
                <a:gd name="connsiteY29" fmla="*/ 158610 h 158525"/>
                <a:gd name="connsiteX30" fmla="*/ 160352 w 198984"/>
                <a:gd name="connsiteY30" fmla="*/ 157539 h 158525"/>
                <a:gd name="connsiteX31" fmla="*/ 199230 w 198984"/>
                <a:gd name="connsiteY31" fmla="*/ 158610 h 158525"/>
                <a:gd name="connsiteX32" fmla="*/ 199230 w 198984"/>
                <a:gd name="connsiteY32" fmla="*/ 141829 h 158525"/>
                <a:gd name="connsiteX33" fmla="*/ 174136 w 198984"/>
                <a:gd name="connsiteY33" fmla="*/ 141829 h 158525"/>
                <a:gd name="connsiteX34" fmla="*/ 114758 w 198984"/>
                <a:gd name="connsiteY34" fmla="*/ 70778 h 15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8984" h="158525">
                  <a:moveTo>
                    <a:pt x="114758" y="70778"/>
                  </a:moveTo>
                  <a:lnTo>
                    <a:pt x="156110" y="24363"/>
                  </a:lnTo>
                  <a:cubicBezTo>
                    <a:pt x="160705" y="19365"/>
                    <a:pt x="162826" y="16866"/>
                    <a:pt x="192161" y="16866"/>
                  </a:cubicBezTo>
                  <a:lnTo>
                    <a:pt x="192161" y="85"/>
                  </a:lnTo>
                  <a:cubicBezTo>
                    <a:pt x="179791" y="799"/>
                    <a:pt x="161412" y="1156"/>
                    <a:pt x="159645" y="1156"/>
                  </a:cubicBezTo>
                  <a:cubicBezTo>
                    <a:pt x="150809" y="1156"/>
                    <a:pt x="133137" y="442"/>
                    <a:pt x="123241" y="85"/>
                  </a:cubicBezTo>
                  <a:lnTo>
                    <a:pt x="123241" y="16866"/>
                  </a:lnTo>
                  <a:cubicBezTo>
                    <a:pt x="128189" y="16866"/>
                    <a:pt x="132430" y="17580"/>
                    <a:pt x="136672" y="20079"/>
                  </a:cubicBezTo>
                  <a:cubicBezTo>
                    <a:pt x="135258" y="22221"/>
                    <a:pt x="135258" y="22935"/>
                    <a:pt x="133844" y="24363"/>
                  </a:cubicBezTo>
                  <a:lnTo>
                    <a:pt x="104155" y="57925"/>
                  </a:lnTo>
                  <a:lnTo>
                    <a:pt x="69519" y="16866"/>
                  </a:lnTo>
                  <a:lnTo>
                    <a:pt x="83656" y="16866"/>
                  </a:lnTo>
                  <a:lnTo>
                    <a:pt x="83656" y="85"/>
                  </a:lnTo>
                  <a:cubicBezTo>
                    <a:pt x="74467" y="442"/>
                    <a:pt x="52200" y="1156"/>
                    <a:pt x="40890" y="1156"/>
                  </a:cubicBezTo>
                  <a:cubicBezTo>
                    <a:pt x="29580" y="1156"/>
                    <a:pt x="13676" y="442"/>
                    <a:pt x="2012" y="85"/>
                  </a:cubicBezTo>
                  <a:lnTo>
                    <a:pt x="2012" y="16866"/>
                  </a:lnTo>
                  <a:lnTo>
                    <a:pt x="27106" y="16866"/>
                  </a:lnTo>
                  <a:lnTo>
                    <a:pt x="82242" y="82561"/>
                  </a:lnTo>
                  <a:lnTo>
                    <a:pt x="35942" y="135046"/>
                  </a:lnTo>
                  <a:cubicBezTo>
                    <a:pt x="29934" y="141829"/>
                    <a:pt x="17210" y="141829"/>
                    <a:pt x="245" y="141829"/>
                  </a:cubicBezTo>
                  <a:lnTo>
                    <a:pt x="245" y="158610"/>
                  </a:lnTo>
                  <a:cubicBezTo>
                    <a:pt x="12615" y="157896"/>
                    <a:pt x="30994" y="157539"/>
                    <a:pt x="32761" y="157539"/>
                  </a:cubicBezTo>
                  <a:cubicBezTo>
                    <a:pt x="41597" y="157539"/>
                    <a:pt x="62097" y="158253"/>
                    <a:pt x="69165" y="158610"/>
                  </a:cubicBezTo>
                  <a:lnTo>
                    <a:pt x="69165" y="141829"/>
                  </a:lnTo>
                  <a:cubicBezTo>
                    <a:pt x="62803" y="141829"/>
                    <a:pt x="56088" y="140044"/>
                    <a:pt x="56088" y="137902"/>
                  </a:cubicBezTo>
                  <a:cubicBezTo>
                    <a:pt x="56088" y="137545"/>
                    <a:pt x="56088" y="137188"/>
                    <a:pt x="58562" y="134331"/>
                  </a:cubicBezTo>
                  <a:lnTo>
                    <a:pt x="92845" y="95414"/>
                  </a:lnTo>
                  <a:lnTo>
                    <a:pt x="131723" y="141829"/>
                  </a:lnTo>
                  <a:lnTo>
                    <a:pt x="117939" y="141829"/>
                  </a:lnTo>
                  <a:lnTo>
                    <a:pt x="117939" y="158610"/>
                  </a:lnTo>
                  <a:cubicBezTo>
                    <a:pt x="127129" y="158253"/>
                    <a:pt x="148688" y="157539"/>
                    <a:pt x="160352" y="157539"/>
                  </a:cubicBezTo>
                  <a:cubicBezTo>
                    <a:pt x="171662" y="157539"/>
                    <a:pt x="187566" y="158253"/>
                    <a:pt x="199230" y="158610"/>
                  </a:cubicBezTo>
                  <a:lnTo>
                    <a:pt x="199230" y="141829"/>
                  </a:lnTo>
                  <a:lnTo>
                    <a:pt x="174136" y="141829"/>
                  </a:lnTo>
                  <a:lnTo>
                    <a:pt x="114758" y="70778"/>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8" name="Freeform: Shape 17">
              <a:extLst>
                <a:ext uri="{FF2B5EF4-FFF2-40B4-BE49-F238E27FC236}">
                  <a16:creationId xmlns:a16="http://schemas.microsoft.com/office/drawing/2014/main" id="{D06FE729-7837-1560-1E4F-0AF1A1801A47}"/>
                </a:ext>
              </a:extLst>
            </p:cNvPr>
            <p:cNvSpPr/>
            <p:nvPr/>
          </p:nvSpPr>
          <p:spPr>
            <a:xfrm>
              <a:off x="11553443" y="5366678"/>
              <a:ext cx="235034" cy="237788"/>
            </a:xfrm>
            <a:custGeom>
              <a:avLst/>
              <a:gdLst>
                <a:gd name="connsiteX0" fmla="*/ 125016 w 235034"/>
                <a:gd name="connsiteY0" fmla="*/ 126120 h 237788"/>
                <a:gd name="connsiteX1" fmla="*/ 223625 w 235034"/>
                <a:gd name="connsiteY1" fmla="*/ 126120 h 237788"/>
                <a:gd name="connsiteX2" fmla="*/ 235288 w 235034"/>
                <a:gd name="connsiteY2" fmla="*/ 118979 h 237788"/>
                <a:gd name="connsiteX3" fmla="*/ 223625 w 235034"/>
                <a:gd name="connsiteY3" fmla="*/ 111838 h 237788"/>
                <a:gd name="connsiteX4" fmla="*/ 125016 w 235034"/>
                <a:gd name="connsiteY4" fmla="*/ 111838 h 237788"/>
                <a:gd name="connsiteX5" fmla="*/ 125016 w 235034"/>
                <a:gd name="connsiteY5" fmla="*/ 11867 h 237788"/>
                <a:gd name="connsiteX6" fmla="*/ 117948 w 235034"/>
                <a:gd name="connsiteY6" fmla="*/ 85 h 237788"/>
                <a:gd name="connsiteX7" fmla="*/ 110879 w 235034"/>
                <a:gd name="connsiteY7" fmla="*/ 11867 h 237788"/>
                <a:gd name="connsiteX8" fmla="*/ 110879 w 235034"/>
                <a:gd name="connsiteY8" fmla="*/ 111838 h 237788"/>
                <a:gd name="connsiteX9" fmla="*/ 11917 w 235034"/>
                <a:gd name="connsiteY9" fmla="*/ 111838 h 237788"/>
                <a:gd name="connsiteX10" fmla="*/ 254 w 235034"/>
                <a:gd name="connsiteY10" fmla="*/ 118979 h 237788"/>
                <a:gd name="connsiteX11" fmla="*/ 11917 w 235034"/>
                <a:gd name="connsiteY11" fmla="*/ 126120 h 237788"/>
                <a:gd name="connsiteX12" fmla="*/ 110879 w 235034"/>
                <a:gd name="connsiteY12" fmla="*/ 126120 h 237788"/>
                <a:gd name="connsiteX13" fmla="*/ 110879 w 235034"/>
                <a:gd name="connsiteY13" fmla="*/ 226091 h 237788"/>
                <a:gd name="connsiteX14" fmla="*/ 117948 w 235034"/>
                <a:gd name="connsiteY14" fmla="*/ 237873 h 237788"/>
                <a:gd name="connsiteX15" fmla="*/ 125016 w 235034"/>
                <a:gd name="connsiteY15" fmla="*/ 226091 h 237788"/>
                <a:gd name="connsiteX16" fmla="*/ 125016 w 235034"/>
                <a:gd name="connsiteY16" fmla="*/ 126120 h 23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034" h="237788">
                  <a:moveTo>
                    <a:pt x="125016" y="126120"/>
                  </a:moveTo>
                  <a:lnTo>
                    <a:pt x="223625" y="126120"/>
                  </a:lnTo>
                  <a:cubicBezTo>
                    <a:pt x="228573" y="126120"/>
                    <a:pt x="235288" y="126120"/>
                    <a:pt x="235288" y="118979"/>
                  </a:cubicBezTo>
                  <a:cubicBezTo>
                    <a:pt x="235288" y="111838"/>
                    <a:pt x="228573" y="111838"/>
                    <a:pt x="223625" y="111838"/>
                  </a:cubicBezTo>
                  <a:lnTo>
                    <a:pt x="125016" y="111838"/>
                  </a:lnTo>
                  <a:lnTo>
                    <a:pt x="125016" y="11867"/>
                  </a:lnTo>
                  <a:cubicBezTo>
                    <a:pt x="125016" y="6868"/>
                    <a:pt x="125016" y="85"/>
                    <a:pt x="117948" y="85"/>
                  </a:cubicBezTo>
                  <a:cubicBezTo>
                    <a:pt x="110879" y="85"/>
                    <a:pt x="110879" y="6868"/>
                    <a:pt x="110879" y="11867"/>
                  </a:cubicBezTo>
                  <a:lnTo>
                    <a:pt x="110879" y="111838"/>
                  </a:lnTo>
                  <a:lnTo>
                    <a:pt x="11917" y="111838"/>
                  </a:lnTo>
                  <a:cubicBezTo>
                    <a:pt x="6969" y="111838"/>
                    <a:pt x="254" y="111838"/>
                    <a:pt x="254" y="118979"/>
                  </a:cubicBezTo>
                  <a:cubicBezTo>
                    <a:pt x="254" y="126120"/>
                    <a:pt x="6969" y="126120"/>
                    <a:pt x="11917" y="126120"/>
                  </a:cubicBezTo>
                  <a:lnTo>
                    <a:pt x="110879" y="126120"/>
                  </a:lnTo>
                  <a:lnTo>
                    <a:pt x="110879" y="226091"/>
                  </a:lnTo>
                  <a:cubicBezTo>
                    <a:pt x="110879" y="231089"/>
                    <a:pt x="110879" y="237873"/>
                    <a:pt x="117948" y="237873"/>
                  </a:cubicBezTo>
                  <a:cubicBezTo>
                    <a:pt x="125016" y="237873"/>
                    <a:pt x="125016" y="231089"/>
                    <a:pt x="125016" y="226091"/>
                  </a:cubicBezTo>
                  <a:lnTo>
                    <a:pt x="125016" y="126120"/>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9" name="Freeform: Shape 18">
              <a:extLst>
                <a:ext uri="{FF2B5EF4-FFF2-40B4-BE49-F238E27FC236}">
                  <a16:creationId xmlns:a16="http://schemas.microsoft.com/office/drawing/2014/main" id="{5905914F-9B13-6D58-2E2F-162577EC9246}"/>
                </a:ext>
              </a:extLst>
            </p:cNvPr>
            <p:cNvSpPr/>
            <p:nvPr/>
          </p:nvSpPr>
          <p:spPr>
            <a:xfrm>
              <a:off x="11900163" y="5327047"/>
              <a:ext cx="198984" cy="249927"/>
            </a:xfrm>
            <a:custGeom>
              <a:avLst/>
              <a:gdLst>
                <a:gd name="connsiteX0" fmla="*/ 62822 w 198984"/>
                <a:gd name="connsiteY0" fmla="*/ 104697 h 249927"/>
                <a:gd name="connsiteX1" fmla="*/ 62822 w 198984"/>
                <a:gd name="connsiteY1" fmla="*/ 85 h 249927"/>
                <a:gd name="connsiteX2" fmla="*/ 263 w 198984"/>
                <a:gd name="connsiteY2" fmla="*/ 2941 h 249927"/>
                <a:gd name="connsiteX3" fmla="*/ 263 w 198984"/>
                <a:gd name="connsiteY3" fmla="*/ 19722 h 249927"/>
                <a:gd name="connsiteX4" fmla="*/ 24651 w 198984"/>
                <a:gd name="connsiteY4" fmla="*/ 33646 h 249927"/>
                <a:gd name="connsiteX5" fmla="*/ 24651 w 198984"/>
                <a:gd name="connsiteY5" fmla="*/ 247870 h 249927"/>
                <a:gd name="connsiteX6" fmla="*/ 41262 w 198984"/>
                <a:gd name="connsiteY6" fmla="*/ 247870 h 249927"/>
                <a:gd name="connsiteX7" fmla="*/ 58580 w 198984"/>
                <a:gd name="connsiteY7" fmla="*/ 227876 h 249927"/>
                <a:gd name="connsiteX8" fmla="*/ 110182 w 198984"/>
                <a:gd name="connsiteY8" fmla="*/ 250012 h 249927"/>
                <a:gd name="connsiteX9" fmla="*/ 199248 w 198984"/>
                <a:gd name="connsiteY9" fmla="*/ 168250 h 249927"/>
                <a:gd name="connsiteX10" fmla="*/ 114777 w 198984"/>
                <a:gd name="connsiteY10" fmla="*/ 87202 h 249927"/>
                <a:gd name="connsiteX11" fmla="*/ 62822 w 198984"/>
                <a:gd name="connsiteY11" fmla="*/ 104697 h 249927"/>
                <a:gd name="connsiteX12" fmla="*/ 64942 w 198984"/>
                <a:gd name="connsiteY12" fmla="*/ 212523 h 249927"/>
                <a:gd name="connsiteX13" fmla="*/ 64942 w 198984"/>
                <a:gd name="connsiteY13" fmla="*/ 122906 h 249927"/>
                <a:gd name="connsiteX14" fmla="*/ 110889 w 198984"/>
                <a:gd name="connsiteY14" fmla="*/ 100056 h 249927"/>
                <a:gd name="connsiteX15" fmla="*/ 154008 w 198984"/>
                <a:gd name="connsiteY15" fmla="*/ 168250 h 249927"/>
                <a:gd name="connsiteX16" fmla="*/ 144819 w 198984"/>
                <a:gd name="connsiteY16" fmla="*/ 218593 h 249927"/>
                <a:gd name="connsiteX17" fmla="*/ 107001 w 198984"/>
                <a:gd name="connsiteY17" fmla="*/ 237159 h 249927"/>
                <a:gd name="connsiteX18" fmla="*/ 64942 w 198984"/>
                <a:gd name="connsiteY18" fmla="*/ 212523 h 24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984" h="249927">
                  <a:moveTo>
                    <a:pt x="62822" y="104697"/>
                  </a:moveTo>
                  <a:lnTo>
                    <a:pt x="62822" y="85"/>
                  </a:lnTo>
                  <a:lnTo>
                    <a:pt x="263" y="2941"/>
                  </a:lnTo>
                  <a:lnTo>
                    <a:pt x="263" y="19722"/>
                  </a:lnTo>
                  <a:cubicBezTo>
                    <a:pt x="22176" y="19722"/>
                    <a:pt x="24651" y="19722"/>
                    <a:pt x="24651" y="33646"/>
                  </a:cubicBezTo>
                  <a:lnTo>
                    <a:pt x="24651" y="247870"/>
                  </a:lnTo>
                  <a:lnTo>
                    <a:pt x="41262" y="247870"/>
                  </a:lnTo>
                  <a:lnTo>
                    <a:pt x="58580" y="227876"/>
                  </a:lnTo>
                  <a:cubicBezTo>
                    <a:pt x="61408" y="230732"/>
                    <a:pt x="78726" y="250012"/>
                    <a:pt x="110182" y="250012"/>
                  </a:cubicBezTo>
                  <a:cubicBezTo>
                    <a:pt x="162844" y="250012"/>
                    <a:pt x="199248" y="217879"/>
                    <a:pt x="199248" y="168250"/>
                  </a:cubicBezTo>
                  <a:cubicBezTo>
                    <a:pt x="199248" y="120764"/>
                    <a:pt x="166025" y="87202"/>
                    <a:pt x="114777" y="87202"/>
                  </a:cubicBezTo>
                  <a:cubicBezTo>
                    <a:pt x="88976" y="87202"/>
                    <a:pt x="71304" y="97556"/>
                    <a:pt x="62822" y="104697"/>
                  </a:cubicBezTo>
                  <a:close/>
                  <a:moveTo>
                    <a:pt x="64942" y="212523"/>
                  </a:moveTo>
                  <a:lnTo>
                    <a:pt x="64942" y="122906"/>
                  </a:lnTo>
                  <a:cubicBezTo>
                    <a:pt x="74485" y="110410"/>
                    <a:pt x="91450" y="100056"/>
                    <a:pt x="110889" y="100056"/>
                  </a:cubicBezTo>
                  <a:cubicBezTo>
                    <a:pt x="154008" y="100056"/>
                    <a:pt x="154008" y="143257"/>
                    <a:pt x="154008" y="168250"/>
                  </a:cubicBezTo>
                  <a:cubicBezTo>
                    <a:pt x="154008" y="185031"/>
                    <a:pt x="154008" y="204668"/>
                    <a:pt x="144819" y="218593"/>
                  </a:cubicBezTo>
                  <a:cubicBezTo>
                    <a:pt x="134569" y="233231"/>
                    <a:pt x="118311" y="237159"/>
                    <a:pt x="107001" y="237159"/>
                  </a:cubicBezTo>
                  <a:cubicBezTo>
                    <a:pt x="82261" y="237159"/>
                    <a:pt x="68477" y="217879"/>
                    <a:pt x="64942" y="212523"/>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0" name="Freeform: Shape 19">
              <a:extLst>
                <a:ext uri="{FF2B5EF4-FFF2-40B4-BE49-F238E27FC236}">
                  <a16:creationId xmlns:a16="http://schemas.microsoft.com/office/drawing/2014/main" id="{61FF6119-A40B-0978-26CB-710118227F88}"/>
                </a:ext>
              </a:extLst>
            </p:cNvPr>
            <p:cNvSpPr/>
            <p:nvPr/>
          </p:nvSpPr>
          <p:spPr>
            <a:xfrm>
              <a:off x="12141342" y="5239968"/>
              <a:ext cx="64325" cy="249677"/>
            </a:xfrm>
            <a:custGeom>
              <a:avLst/>
              <a:gdLst>
                <a:gd name="connsiteX0" fmla="*/ 59647 w 64325"/>
                <a:gd name="connsiteY0" fmla="*/ 81 h 249677"/>
                <a:gd name="connsiteX1" fmla="*/ 270 w 64325"/>
                <a:gd name="connsiteY1" fmla="*/ 124794 h 249677"/>
                <a:gd name="connsiteX2" fmla="*/ 59647 w 64325"/>
                <a:gd name="connsiteY2" fmla="*/ 249758 h 249677"/>
                <a:gd name="connsiteX3" fmla="*/ 64595 w 64325"/>
                <a:gd name="connsiteY3" fmla="*/ 246759 h 249677"/>
                <a:gd name="connsiteX4" fmla="*/ 62121 w 64325"/>
                <a:gd name="connsiteY4" fmla="*/ 243010 h 249677"/>
                <a:gd name="connsiteX5" fmla="*/ 17093 w 64325"/>
                <a:gd name="connsiteY5" fmla="*/ 125044 h 249677"/>
                <a:gd name="connsiteX6" fmla="*/ 62863 w 64325"/>
                <a:gd name="connsiteY6" fmla="*/ 6079 h 249677"/>
                <a:gd name="connsiteX7" fmla="*/ 64595 w 64325"/>
                <a:gd name="connsiteY7" fmla="*/ 3080 h 249677"/>
                <a:gd name="connsiteX8" fmla="*/ 59647 w 64325"/>
                <a:gd name="connsiteY8" fmla="*/ 81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9677">
                  <a:moveTo>
                    <a:pt x="59647" y="81"/>
                  </a:moveTo>
                  <a:cubicBezTo>
                    <a:pt x="12640" y="33571"/>
                    <a:pt x="270" y="86555"/>
                    <a:pt x="270" y="124794"/>
                  </a:cubicBezTo>
                  <a:cubicBezTo>
                    <a:pt x="270" y="160034"/>
                    <a:pt x="10661" y="214768"/>
                    <a:pt x="59647" y="249758"/>
                  </a:cubicBezTo>
                  <a:cubicBezTo>
                    <a:pt x="61626" y="249758"/>
                    <a:pt x="64595" y="249758"/>
                    <a:pt x="64595" y="246759"/>
                  </a:cubicBezTo>
                  <a:cubicBezTo>
                    <a:pt x="64595" y="245259"/>
                    <a:pt x="63853" y="244760"/>
                    <a:pt x="62121" y="243010"/>
                  </a:cubicBezTo>
                  <a:cubicBezTo>
                    <a:pt x="29216" y="213019"/>
                    <a:pt x="17093" y="170531"/>
                    <a:pt x="17093" y="125044"/>
                  </a:cubicBezTo>
                  <a:cubicBezTo>
                    <a:pt x="17093" y="57564"/>
                    <a:pt x="42576" y="24573"/>
                    <a:pt x="62863" y="6079"/>
                  </a:cubicBezTo>
                  <a:cubicBezTo>
                    <a:pt x="63853" y="5079"/>
                    <a:pt x="64595" y="4329"/>
                    <a:pt x="64595" y="3080"/>
                  </a:cubicBezTo>
                  <a:cubicBezTo>
                    <a:pt x="64595" y="81"/>
                    <a:pt x="61626" y="81"/>
                    <a:pt x="59647" y="81"/>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1" name="Freeform: Shape 20">
              <a:extLst>
                <a:ext uri="{FF2B5EF4-FFF2-40B4-BE49-F238E27FC236}">
                  <a16:creationId xmlns:a16="http://schemas.microsoft.com/office/drawing/2014/main" id="{2D256BCB-0E30-5788-BAAC-69C0123F7767}"/>
                </a:ext>
              </a:extLst>
            </p:cNvPr>
            <p:cNvSpPr/>
            <p:nvPr/>
          </p:nvSpPr>
          <p:spPr>
            <a:xfrm>
              <a:off x="12236205" y="5261461"/>
              <a:ext cx="114796" cy="170950"/>
            </a:xfrm>
            <a:custGeom>
              <a:avLst/>
              <a:gdLst>
                <a:gd name="connsiteX0" fmla="*/ 115069 w 114796"/>
                <a:gd name="connsiteY0" fmla="*/ 86306 h 170950"/>
                <a:gd name="connsiteX1" fmla="*/ 100472 w 114796"/>
                <a:gd name="connsiteY1" fmla="*/ 21574 h 170950"/>
                <a:gd name="connsiteX2" fmla="*/ 57671 w 114796"/>
                <a:gd name="connsiteY2" fmla="*/ 81 h 170950"/>
                <a:gd name="connsiteX3" fmla="*/ 273 w 114796"/>
                <a:gd name="connsiteY3" fmla="*/ 86306 h 170950"/>
                <a:gd name="connsiteX4" fmla="*/ 57671 w 114796"/>
                <a:gd name="connsiteY4" fmla="*/ 171031 h 170950"/>
                <a:gd name="connsiteX5" fmla="*/ 115069 w 114796"/>
                <a:gd name="connsiteY5" fmla="*/ 86306 h 170950"/>
                <a:gd name="connsiteX6" fmla="*/ 57671 w 114796"/>
                <a:gd name="connsiteY6" fmla="*/ 164033 h 170950"/>
                <a:gd name="connsiteX7" fmla="*/ 26250 w 114796"/>
                <a:gd name="connsiteY7" fmla="*/ 136791 h 170950"/>
                <a:gd name="connsiteX8" fmla="*/ 22787 w 114796"/>
                <a:gd name="connsiteY8" fmla="*/ 83056 h 170950"/>
                <a:gd name="connsiteX9" fmla="*/ 26498 w 114796"/>
                <a:gd name="connsiteY9" fmla="*/ 32071 h 170950"/>
                <a:gd name="connsiteX10" fmla="*/ 57671 w 114796"/>
                <a:gd name="connsiteY10" fmla="*/ 7079 h 170950"/>
                <a:gd name="connsiteX11" fmla="*/ 88349 w 114796"/>
                <a:gd name="connsiteY11" fmla="*/ 29822 h 170950"/>
                <a:gd name="connsiteX12" fmla="*/ 92555 w 114796"/>
                <a:gd name="connsiteY12" fmla="*/ 83056 h 170950"/>
                <a:gd name="connsiteX13" fmla="*/ 89339 w 114796"/>
                <a:gd name="connsiteY13" fmla="*/ 135791 h 170950"/>
                <a:gd name="connsiteX14" fmla="*/ 57671 w 114796"/>
                <a:gd name="connsiteY14" fmla="*/ 164033 h 17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70950">
                  <a:moveTo>
                    <a:pt x="115069" y="86306"/>
                  </a:moveTo>
                  <a:cubicBezTo>
                    <a:pt x="115069" y="58814"/>
                    <a:pt x="111853" y="39069"/>
                    <a:pt x="100472" y="21574"/>
                  </a:cubicBezTo>
                  <a:cubicBezTo>
                    <a:pt x="92802" y="10078"/>
                    <a:pt x="77463" y="81"/>
                    <a:pt x="57671" y="81"/>
                  </a:cubicBezTo>
                  <a:cubicBezTo>
                    <a:pt x="273" y="81"/>
                    <a:pt x="273" y="68311"/>
                    <a:pt x="273" y="86306"/>
                  </a:cubicBezTo>
                  <a:cubicBezTo>
                    <a:pt x="273" y="104300"/>
                    <a:pt x="273" y="171031"/>
                    <a:pt x="57671" y="171031"/>
                  </a:cubicBezTo>
                  <a:cubicBezTo>
                    <a:pt x="115069" y="171031"/>
                    <a:pt x="115069" y="104300"/>
                    <a:pt x="115069" y="86306"/>
                  </a:cubicBezTo>
                  <a:close/>
                  <a:moveTo>
                    <a:pt x="57671" y="164033"/>
                  </a:moveTo>
                  <a:cubicBezTo>
                    <a:pt x="46290" y="164033"/>
                    <a:pt x="31199" y="157285"/>
                    <a:pt x="26250" y="136791"/>
                  </a:cubicBezTo>
                  <a:cubicBezTo>
                    <a:pt x="22787" y="122045"/>
                    <a:pt x="22787" y="101551"/>
                    <a:pt x="22787" y="83056"/>
                  </a:cubicBezTo>
                  <a:cubicBezTo>
                    <a:pt x="22787" y="64812"/>
                    <a:pt x="22787" y="45817"/>
                    <a:pt x="26498" y="32071"/>
                  </a:cubicBezTo>
                  <a:cubicBezTo>
                    <a:pt x="31693" y="12327"/>
                    <a:pt x="47527" y="7079"/>
                    <a:pt x="57671" y="7079"/>
                  </a:cubicBezTo>
                  <a:cubicBezTo>
                    <a:pt x="71031" y="7079"/>
                    <a:pt x="83896" y="15326"/>
                    <a:pt x="88349" y="29822"/>
                  </a:cubicBezTo>
                  <a:cubicBezTo>
                    <a:pt x="92308" y="43318"/>
                    <a:pt x="92555" y="61313"/>
                    <a:pt x="92555" y="83056"/>
                  </a:cubicBezTo>
                  <a:cubicBezTo>
                    <a:pt x="92555" y="101551"/>
                    <a:pt x="92555" y="120046"/>
                    <a:pt x="89339" y="135791"/>
                  </a:cubicBezTo>
                  <a:cubicBezTo>
                    <a:pt x="84391" y="158535"/>
                    <a:pt x="67567" y="164033"/>
                    <a:pt x="57671" y="164033"/>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2" name="Freeform: Shape 21">
              <a:extLst>
                <a:ext uri="{FF2B5EF4-FFF2-40B4-BE49-F238E27FC236}">
                  <a16:creationId xmlns:a16="http://schemas.microsoft.com/office/drawing/2014/main" id="{7D963E2E-7544-DBE0-6A1A-F3275936F5D3}"/>
                </a:ext>
              </a:extLst>
            </p:cNvPr>
            <p:cNvSpPr/>
            <p:nvPr/>
          </p:nvSpPr>
          <p:spPr>
            <a:xfrm>
              <a:off x="12381790" y="5239968"/>
              <a:ext cx="64077" cy="249677"/>
            </a:xfrm>
            <a:custGeom>
              <a:avLst/>
              <a:gdLst>
                <a:gd name="connsiteX0" fmla="*/ 4978 w 64077"/>
                <a:gd name="connsiteY0" fmla="*/ 81 h 249677"/>
                <a:gd name="connsiteX1" fmla="*/ 277 w 64077"/>
                <a:gd name="connsiteY1" fmla="*/ 3080 h 249677"/>
                <a:gd name="connsiteX2" fmla="*/ 2504 w 64077"/>
                <a:gd name="connsiteY2" fmla="*/ 6829 h 249677"/>
                <a:gd name="connsiteX3" fmla="*/ 47531 w 64077"/>
                <a:gd name="connsiteY3" fmla="*/ 124794 h 249677"/>
                <a:gd name="connsiteX4" fmla="*/ 4730 w 64077"/>
                <a:gd name="connsiteY4" fmla="*/ 241011 h 249677"/>
                <a:gd name="connsiteX5" fmla="*/ 277 w 64077"/>
                <a:gd name="connsiteY5" fmla="*/ 246759 h 249677"/>
                <a:gd name="connsiteX6" fmla="*/ 3493 w 64077"/>
                <a:gd name="connsiteY6" fmla="*/ 249758 h 249677"/>
                <a:gd name="connsiteX7" fmla="*/ 46294 w 64077"/>
                <a:gd name="connsiteY7" fmla="*/ 202022 h 249677"/>
                <a:gd name="connsiteX8" fmla="*/ 64355 w 64077"/>
                <a:gd name="connsiteY8" fmla="*/ 125044 h 249677"/>
                <a:gd name="connsiteX9" fmla="*/ 4978 w 64077"/>
                <a:gd name="connsiteY9" fmla="*/ 81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9677">
                  <a:moveTo>
                    <a:pt x="4978" y="81"/>
                  </a:moveTo>
                  <a:cubicBezTo>
                    <a:pt x="3246" y="81"/>
                    <a:pt x="277" y="81"/>
                    <a:pt x="277" y="3080"/>
                  </a:cubicBezTo>
                  <a:cubicBezTo>
                    <a:pt x="277" y="4329"/>
                    <a:pt x="1019" y="5079"/>
                    <a:pt x="2504" y="6829"/>
                  </a:cubicBezTo>
                  <a:cubicBezTo>
                    <a:pt x="23780" y="26573"/>
                    <a:pt x="47531" y="60313"/>
                    <a:pt x="47531" y="124794"/>
                  </a:cubicBezTo>
                  <a:cubicBezTo>
                    <a:pt x="47531" y="177029"/>
                    <a:pt x="31450" y="216518"/>
                    <a:pt x="4730" y="241011"/>
                  </a:cubicBezTo>
                  <a:cubicBezTo>
                    <a:pt x="524" y="245259"/>
                    <a:pt x="277" y="245509"/>
                    <a:pt x="277" y="246759"/>
                  </a:cubicBezTo>
                  <a:cubicBezTo>
                    <a:pt x="277" y="248009"/>
                    <a:pt x="1019" y="249758"/>
                    <a:pt x="3493" y="249758"/>
                  </a:cubicBezTo>
                  <a:cubicBezTo>
                    <a:pt x="6462" y="249758"/>
                    <a:pt x="29966" y="233263"/>
                    <a:pt x="46294" y="202022"/>
                  </a:cubicBezTo>
                  <a:cubicBezTo>
                    <a:pt x="57180" y="181278"/>
                    <a:pt x="64355" y="154286"/>
                    <a:pt x="64355" y="125044"/>
                  </a:cubicBezTo>
                  <a:cubicBezTo>
                    <a:pt x="64355" y="89805"/>
                    <a:pt x="53964" y="35070"/>
                    <a:pt x="4978" y="81"/>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3" name="Freeform: Shape 22">
              <a:extLst>
                <a:ext uri="{FF2B5EF4-FFF2-40B4-BE49-F238E27FC236}">
                  <a16:creationId xmlns:a16="http://schemas.microsoft.com/office/drawing/2014/main" id="{A4518701-FF2C-D7E5-D45E-1FEF43B160C3}"/>
                </a:ext>
              </a:extLst>
            </p:cNvPr>
            <p:cNvSpPr/>
            <p:nvPr/>
          </p:nvSpPr>
          <p:spPr>
            <a:xfrm>
              <a:off x="12505069" y="5164233"/>
              <a:ext cx="134305" cy="642313"/>
            </a:xfrm>
            <a:custGeom>
              <a:avLst/>
              <a:gdLst>
                <a:gd name="connsiteX0" fmla="*/ 134586 w 134305"/>
                <a:gd name="connsiteY0" fmla="*/ 321052 h 642313"/>
                <a:gd name="connsiteX1" fmla="*/ 41279 w 134305"/>
                <a:gd name="connsiteY1" fmla="*/ 29351 h 642313"/>
                <a:gd name="connsiteX2" fmla="*/ 14771 w 134305"/>
                <a:gd name="connsiteY2" fmla="*/ 2216 h 642313"/>
                <a:gd name="connsiteX3" fmla="*/ 6996 w 134305"/>
                <a:gd name="connsiteY3" fmla="*/ 74 h 642313"/>
                <a:gd name="connsiteX4" fmla="*/ 281 w 134305"/>
                <a:gd name="connsiteY4" fmla="*/ 3644 h 642313"/>
                <a:gd name="connsiteX5" fmla="*/ 2401 w 134305"/>
                <a:gd name="connsiteY5" fmla="*/ 7214 h 642313"/>
                <a:gd name="connsiteX6" fmla="*/ 55417 w 134305"/>
                <a:gd name="connsiteY6" fmla="*/ 78622 h 642313"/>
                <a:gd name="connsiteX7" fmla="*/ 107725 w 134305"/>
                <a:gd name="connsiteY7" fmla="*/ 321052 h 642313"/>
                <a:gd name="connsiteX8" fmla="*/ 1694 w 134305"/>
                <a:gd name="connsiteY8" fmla="*/ 635960 h 642313"/>
                <a:gd name="connsiteX9" fmla="*/ 281 w 134305"/>
                <a:gd name="connsiteY9" fmla="*/ 638817 h 642313"/>
                <a:gd name="connsiteX10" fmla="*/ 6996 w 134305"/>
                <a:gd name="connsiteY10" fmla="*/ 642387 h 642313"/>
                <a:gd name="connsiteX11" fmla="*/ 15478 w 134305"/>
                <a:gd name="connsiteY11" fmla="*/ 639531 h 642313"/>
                <a:gd name="connsiteX12" fmla="*/ 111259 w 134305"/>
                <a:gd name="connsiteY12" fmla="*/ 485290 h 642313"/>
                <a:gd name="connsiteX13" fmla="*/ 134586 w 134305"/>
                <a:gd name="connsiteY13" fmla="*/ 321052 h 642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305" h="642313">
                  <a:moveTo>
                    <a:pt x="134586" y="321052"/>
                  </a:moveTo>
                  <a:cubicBezTo>
                    <a:pt x="134586" y="218582"/>
                    <a:pt x="110906" y="109685"/>
                    <a:pt x="41279" y="29351"/>
                  </a:cubicBezTo>
                  <a:cubicBezTo>
                    <a:pt x="36331" y="23638"/>
                    <a:pt x="23254" y="9714"/>
                    <a:pt x="14771" y="2216"/>
                  </a:cubicBezTo>
                  <a:cubicBezTo>
                    <a:pt x="12297" y="74"/>
                    <a:pt x="11591" y="74"/>
                    <a:pt x="6996" y="74"/>
                  </a:cubicBezTo>
                  <a:cubicBezTo>
                    <a:pt x="3461" y="74"/>
                    <a:pt x="281" y="74"/>
                    <a:pt x="281" y="3644"/>
                  </a:cubicBezTo>
                  <a:cubicBezTo>
                    <a:pt x="281" y="5072"/>
                    <a:pt x="1694" y="6500"/>
                    <a:pt x="2401" y="7214"/>
                  </a:cubicBezTo>
                  <a:cubicBezTo>
                    <a:pt x="14418" y="19711"/>
                    <a:pt x="33504" y="39348"/>
                    <a:pt x="55417" y="78622"/>
                  </a:cubicBezTo>
                  <a:cubicBezTo>
                    <a:pt x="93588" y="147174"/>
                    <a:pt x="107725" y="235362"/>
                    <a:pt x="107725" y="321052"/>
                  </a:cubicBezTo>
                  <a:cubicBezTo>
                    <a:pt x="107725" y="476007"/>
                    <a:pt x="65313" y="570622"/>
                    <a:pt x="1694" y="635960"/>
                  </a:cubicBezTo>
                  <a:cubicBezTo>
                    <a:pt x="987" y="636675"/>
                    <a:pt x="281" y="637746"/>
                    <a:pt x="281" y="638817"/>
                  </a:cubicBezTo>
                  <a:cubicBezTo>
                    <a:pt x="281" y="642387"/>
                    <a:pt x="3461" y="642387"/>
                    <a:pt x="6996" y="642387"/>
                  </a:cubicBezTo>
                  <a:cubicBezTo>
                    <a:pt x="11591" y="642387"/>
                    <a:pt x="12297" y="642387"/>
                    <a:pt x="15478" y="639531"/>
                  </a:cubicBezTo>
                  <a:cubicBezTo>
                    <a:pt x="49055" y="610254"/>
                    <a:pt x="86872" y="560625"/>
                    <a:pt x="111259" y="485290"/>
                  </a:cubicBezTo>
                  <a:cubicBezTo>
                    <a:pt x="126811" y="436376"/>
                    <a:pt x="134586" y="378535"/>
                    <a:pt x="134586" y="321052"/>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4" name="Freeform: Shape 23">
              <a:extLst>
                <a:ext uri="{FF2B5EF4-FFF2-40B4-BE49-F238E27FC236}">
                  <a16:creationId xmlns:a16="http://schemas.microsoft.com/office/drawing/2014/main" id="{7D05E779-6D40-F026-A284-A002BD887340}"/>
                </a:ext>
              </a:extLst>
            </p:cNvPr>
            <p:cNvSpPr/>
            <p:nvPr/>
          </p:nvSpPr>
          <p:spPr>
            <a:xfrm>
              <a:off x="9365925" y="6122852"/>
              <a:ext cx="133245" cy="163881"/>
            </a:xfrm>
            <a:custGeom>
              <a:avLst/>
              <a:gdLst>
                <a:gd name="connsiteX0" fmla="*/ 61336 w 133245"/>
                <a:gd name="connsiteY0" fmla="*/ 56874 h 163881"/>
                <a:gd name="connsiteX1" fmla="*/ 25286 w 133245"/>
                <a:gd name="connsiteY1" fmla="*/ 33666 h 163881"/>
                <a:gd name="connsiteX2" fmla="*/ 64871 w 133245"/>
                <a:gd name="connsiteY2" fmla="*/ 11530 h 163881"/>
                <a:gd name="connsiteX3" fmla="*/ 106576 w 133245"/>
                <a:gd name="connsiteY3" fmla="*/ 41521 h 163881"/>
                <a:gd name="connsiteX4" fmla="*/ 114705 w 133245"/>
                <a:gd name="connsiteY4" fmla="*/ 48662 h 163881"/>
                <a:gd name="connsiteX5" fmla="*/ 123188 w 133245"/>
                <a:gd name="connsiteY5" fmla="*/ 38665 h 163881"/>
                <a:gd name="connsiteX6" fmla="*/ 123188 w 133245"/>
                <a:gd name="connsiteY6" fmla="*/ 10102 h 163881"/>
                <a:gd name="connsiteX7" fmla="*/ 116826 w 133245"/>
                <a:gd name="connsiteY7" fmla="*/ 104 h 163881"/>
                <a:gd name="connsiteX8" fmla="*/ 100921 w 133245"/>
                <a:gd name="connsiteY8" fmla="*/ 6888 h 163881"/>
                <a:gd name="connsiteX9" fmla="*/ 65224 w 133245"/>
                <a:gd name="connsiteY9" fmla="*/ 104 h 163881"/>
                <a:gd name="connsiteX10" fmla="*/ 192 w 133245"/>
                <a:gd name="connsiteY10" fmla="*/ 46877 h 163881"/>
                <a:gd name="connsiteX11" fmla="*/ 14329 w 133245"/>
                <a:gd name="connsiteY11" fmla="*/ 76868 h 163881"/>
                <a:gd name="connsiteX12" fmla="*/ 69112 w 133245"/>
                <a:gd name="connsiteY12" fmla="*/ 96505 h 163881"/>
                <a:gd name="connsiteX13" fmla="*/ 108343 w 133245"/>
                <a:gd name="connsiteY13" fmla="*/ 124354 h 163881"/>
                <a:gd name="connsiteX14" fmla="*/ 68052 w 133245"/>
                <a:gd name="connsiteY14" fmla="*/ 151132 h 163881"/>
                <a:gd name="connsiteX15" fmla="*/ 17157 w 133245"/>
                <a:gd name="connsiteY15" fmla="*/ 109716 h 163881"/>
                <a:gd name="connsiteX16" fmla="*/ 8675 w 133245"/>
                <a:gd name="connsiteY16" fmla="*/ 104717 h 163881"/>
                <a:gd name="connsiteX17" fmla="*/ 192 w 133245"/>
                <a:gd name="connsiteY17" fmla="*/ 115071 h 163881"/>
                <a:gd name="connsiteX18" fmla="*/ 192 w 133245"/>
                <a:gd name="connsiteY18" fmla="*/ 153988 h 163881"/>
                <a:gd name="connsiteX19" fmla="*/ 6554 w 133245"/>
                <a:gd name="connsiteY19" fmla="*/ 163986 h 163881"/>
                <a:gd name="connsiteX20" fmla="*/ 17157 w 133245"/>
                <a:gd name="connsiteY20" fmla="*/ 158630 h 163881"/>
                <a:gd name="connsiteX21" fmla="*/ 26346 w 133245"/>
                <a:gd name="connsiteY21" fmla="*/ 152560 h 163881"/>
                <a:gd name="connsiteX22" fmla="*/ 68052 w 133245"/>
                <a:gd name="connsiteY22" fmla="*/ 163986 h 163881"/>
                <a:gd name="connsiteX23" fmla="*/ 133437 w 133245"/>
                <a:gd name="connsiteY23" fmla="*/ 111858 h 163881"/>
                <a:gd name="connsiteX24" fmla="*/ 113998 w 133245"/>
                <a:gd name="connsiteY24" fmla="*/ 74012 h 163881"/>
                <a:gd name="connsiteX25" fmla="*/ 61336 w 133245"/>
                <a:gd name="connsiteY25" fmla="*/ 56874 h 1638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245" h="163881">
                  <a:moveTo>
                    <a:pt x="61336" y="56874"/>
                  </a:moveTo>
                  <a:cubicBezTo>
                    <a:pt x="48259" y="54374"/>
                    <a:pt x="25286" y="50447"/>
                    <a:pt x="25286" y="33666"/>
                  </a:cubicBezTo>
                  <a:cubicBezTo>
                    <a:pt x="25286" y="11530"/>
                    <a:pt x="58156" y="11530"/>
                    <a:pt x="64871" y="11530"/>
                  </a:cubicBezTo>
                  <a:cubicBezTo>
                    <a:pt x="91379" y="11530"/>
                    <a:pt x="104809" y="21884"/>
                    <a:pt x="106576" y="41521"/>
                  </a:cubicBezTo>
                  <a:cubicBezTo>
                    <a:pt x="106930" y="46877"/>
                    <a:pt x="107283" y="48662"/>
                    <a:pt x="114705" y="48662"/>
                  </a:cubicBezTo>
                  <a:cubicBezTo>
                    <a:pt x="123188" y="48662"/>
                    <a:pt x="123188" y="46877"/>
                    <a:pt x="123188" y="38665"/>
                  </a:cubicBezTo>
                  <a:lnTo>
                    <a:pt x="123188" y="10102"/>
                  </a:lnTo>
                  <a:cubicBezTo>
                    <a:pt x="123188" y="3318"/>
                    <a:pt x="123188" y="104"/>
                    <a:pt x="116826" y="104"/>
                  </a:cubicBezTo>
                  <a:cubicBezTo>
                    <a:pt x="115412" y="104"/>
                    <a:pt x="114705" y="104"/>
                    <a:pt x="100921" y="6888"/>
                  </a:cubicBezTo>
                  <a:cubicBezTo>
                    <a:pt x="91732" y="2247"/>
                    <a:pt x="79362" y="104"/>
                    <a:pt x="65224" y="104"/>
                  </a:cubicBezTo>
                  <a:cubicBezTo>
                    <a:pt x="54621" y="104"/>
                    <a:pt x="192" y="104"/>
                    <a:pt x="192" y="46877"/>
                  </a:cubicBezTo>
                  <a:cubicBezTo>
                    <a:pt x="192" y="61158"/>
                    <a:pt x="7261" y="70798"/>
                    <a:pt x="14329" y="76868"/>
                  </a:cubicBezTo>
                  <a:cubicBezTo>
                    <a:pt x="28467" y="89364"/>
                    <a:pt x="41897" y="91507"/>
                    <a:pt x="69112" y="96505"/>
                  </a:cubicBezTo>
                  <a:cubicBezTo>
                    <a:pt x="81836" y="98647"/>
                    <a:pt x="108343" y="103289"/>
                    <a:pt x="108343" y="124354"/>
                  </a:cubicBezTo>
                  <a:cubicBezTo>
                    <a:pt x="108343" y="151132"/>
                    <a:pt x="75827" y="151132"/>
                    <a:pt x="68052" y="151132"/>
                  </a:cubicBezTo>
                  <a:cubicBezTo>
                    <a:pt x="30588" y="151132"/>
                    <a:pt x="21398" y="125068"/>
                    <a:pt x="17157" y="109716"/>
                  </a:cubicBezTo>
                  <a:cubicBezTo>
                    <a:pt x="15390" y="104717"/>
                    <a:pt x="13623" y="104717"/>
                    <a:pt x="8675" y="104717"/>
                  </a:cubicBezTo>
                  <a:cubicBezTo>
                    <a:pt x="192" y="104717"/>
                    <a:pt x="192" y="106859"/>
                    <a:pt x="192" y="115071"/>
                  </a:cubicBezTo>
                  <a:lnTo>
                    <a:pt x="192" y="153988"/>
                  </a:lnTo>
                  <a:cubicBezTo>
                    <a:pt x="192" y="160772"/>
                    <a:pt x="192" y="163986"/>
                    <a:pt x="6554" y="163986"/>
                  </a:cubicBezTo>
                  <a:cubicBezTo>
                    <a:pt x="9028" y="163986"/>
                    <a:pt x="9735" y="163986"/>
                    <a:pt x="17157" y="158630"/>
                  </a:cubicBezTo>
                  <a:cubicBezTo>
                    <a:pt x="17510" y="158630"/>
                    <a:pt x="25286" y="153274"/>
                    <a:pt x="26346" y="152560"/>
                  </a:cubicBezTo>
                  <a:cubicBezTo>
                    <a:pt x="42604" y="163986"/>
                    <a:pt x="60983" y="163986"/>
                    <a:pt x="68052" y="163986"/>
                  </a:cubicBezTo>
                  <a:cubicBezTo>
                    <a:pt x="79008" y="163986"/>
                    <a:pt x="133437" y="163986"/>
                    <a:pt x="133437" y="111858"/>
                  </a:cubicBezTo>
                  <a:cubicBezTo>
                    <a:pt x="133437" y="96505"/>
                    <a:pt x="126369" y="84009"/>
                    <a:pt x="113998" y="74012"/>
                  </a:cubicBezTo>
                  <a:cubicBezTo>
                    <a:pt x="100214" y="63657"/>
                    <a:pt x="88904" y="61515"/>
                    <a:pt x="61336" y="56874"/>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5" name="Freeform: Shape 24">
              <a:extLst>
                <a:ext uri="{FF2B5EF4-FFF2-40B4-BE49-F238E27FC236}">
                  <a16:creationId xmlns:a16="http://schemas.microsoft.com/office/drawing/2014/main" id="{58729D76-20CF-0B75-8146-0E757C8A9658}"/>
                </a:ext>
              </a:extLst>
            </p:cNvPr>
            <p:cNvSpPr/>
            <p:nvPr/>
          </p:nvSpPr>
          <p:spPr>
            <a:xfrm>
              <a:off x="9630782" y="6153557"/>
              <a:ext cx="235034" cy="83547"/>
            </a:xfrm>
            <a:custGeom>
              <a:avLst/>
              <a:gdLst>
                <a:gd name="connsiteX0" fmla="*/ 223217 w 235034"/>
                <a:gd name="connsiteY0" fmla="*/ 14386 h 83547"/>
                <a:gd name="connsiteX1" fmla="*/ 235234 w 235034"/>
                <a:gd name="connsiteY1" fmla="*/ 7245 h 83547"/>
                <a:gd name="connsiteX2" fmla="*/ 223571 w 235034"/>
                <a:gd name="connsiteY2" fmla="*/ 104 h 83547"/>
                <a:gd name="connsiteX3" fmla="*/ 11863 w 235034"/>
                <a:gd name="connsiteY3" fmla="*/ 104 h 83547"/>
                <a:gd name="connsiteX4" fmla="*/ 199 w 235034"/>
                <a:gd name="connsiteY4" fmla="*/ 7245 h 83547"/>
                <a:gd name="connsiteX5" fmla="*/ 12216 w 235034"/>
                <a:gd name="connsiteY5" fmla="*/ 14386 h 83547"/>
                <a:gd name="connsiteX6" fmla="*/ 223217 w 235034"/>
                <a:gd name="connsiteY6" fmla="*/ 14386 h 83547"/>
                <a:gd name="connsiteX7" fmla="*/ 223571 w 235034"/>
                <a:gd name="connsiteY7" fmla="*/ 83652 h 83547"/>
                <a:gd name="connsiteX8" fmla="*/ 235234 w 235034"/>
                <a:gd name="connsiteY8" fmla="*/ 76511 h 83547"/>
                <a:gd name="connsiteX9" fmla="*/ 223217 w 235034"/>
                <a:gd name="connsiteY9" fmla="*/ 69370 h 83547"/>
                <a:gd name="connsiteX10" fmla="*/ 12216 w 235034"/>
                <a:gd name="connsiteY10" fmla="*/ 69370 h 83547"/>
                <a:gd name="connsiteX11" fmla="*/ 199 w 235034"/>
                <a:gd name="connsiteY11" fmla="*/ 76511 h 83547"/>
                <a:gd name="connsiteX12" fmla="*/ 11863 w 235034"/>
                <a:gd name="connsiteY12" fmla="*/ 83652 h 83547"/>
                <a:gd name="connsiteX13" fmla="*/ 223571 w 235034"/>
                <a:gd name="connsiteY13" fmla="*/ 83652 h 83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34" h="83547">
                  <a:moveTo>
                    <a:pt x="223217" y="14386"/>
                  </a:moveTo>
                  <a:cubicBezTo>
                    <a:pt x="228519" y="14386"/>
                    <a:pt x="235234" y="14386"/>
                    <a:pt x="235234" y="7245"/>
                  </a:cubicBezTo>
                  <a:cubicBezTo>
                    <a:pt x="235234" y="104"/>
                    <a:pt x="228519" y="104"/>
                    <a:pt x="223571" y="104"/>
                  </a:cubicBezTo>
                  <a:lnTo>
                    <a:pt x="11863" y="104"/>
                  </a:lnTo>
                  <a:cubicBezTo>
                    <a:pt x="6915" y="104"/>
                    <a:pt x="199" y="104"/>
                    <a:pt x="199" y="7245"/>
                  </a:cubicBezTo>
                  <a:cubicBezTo>
                    <a:pt x="199" y="14386"/>
                    <a:pt x="6915" y="14386"/>
                    <a:pt x="12216" y="14386"/>
                  </a:cubicBezTo>
                  <a:lnTo>
                    <a:pt x="223217" y="14386"/>
                  </a:lnTo>
                  <a:close/>
                  <a:moveTo>
                    <a:pt x="223571" y="83652"/>
                  </a:moveTo>
                  <a:cubicBezTo>
                    <a:pt x="228519" y="83652"/>
                    <a:pt x="235234" y="83652"/>
                    <a:pt x="235234" y="76511"/>
                  </a:cubicBezTo>
                  <a:cubicBezTo>
                    <a:pt x="235234" y="69370"/>
                    <a:pt x="228519" y="69370"/>
                    <a:pt x="223217" y="69370"/>
                  </a:cubicBezTo>
                  <a:lnTo>
                    <a:pt x="12216" y="69370"/>
                  </a:lnTo>
                  <a:cubicBezTo>
                    <a:pt x="6915" y="69370"/>
                    <a:pt x="199" y="69370"/>
                    <a:pt x="199" y="76511"/>
                  </a:cubicBezTo>
                  <a:cubicBezTo>
                    <a:pt x="199" y="83652"/>
                    <a:pt x="6915" y="83652"/>
                    <a:pt x="11863" y="83652"/>
                  </a:cubicBezTo>
                  <a:lnTo>
                    <a:pt x="223571" y="83652"/>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6" name="Freeform: Shape 25">
              <a:extLst>
                <a:ext uri="{FF2B5EF4-FFF2-40B4-BE49-F238E27FC236}">
                  <a16:creationId xmlns:a16="http://schemas.microsoft.com/office/drawing/2014/main" id="{4044F3E3-AFD3-D6E9-C282-64B7FF65AB78}"/>
                </a:ext>
              </a:extLst>
            </p:cNvPr>
            <p:cNvSpPr/>
            <p:nvPr/>
          </p:nvSpPr>
          <p:spPr>
            <a:xfrm>
              <a:off x="9992542" y="6039662"/>
              <a:ext cx="402916" cy="247785"/>
            </a:xfrm>
            <a:custGeom>
              <a:avLst/>
              <a:gdLst>
                <a:gd name="connsiteX0" fmla="*/ 369550 w 402916"/>
                <a:gd name="connsiteY0" fmla="*/ 25454 h 247785"/>
                <a:gd name="connsiteX1" fmla="*/ 382981 w 402916"/>
                <a:gd name="connsiteY1" fmla="*/ 17599 h 247785"/>
                <a:gd name="connsiteX2" fmla="*/ 403127 w 402916"/>
                <a:gd name="connsiteY2" fmla="*/ 16885 h 247785"/>
                <a:gd name="connsiteX3" fmla="*/ 403127 w 402916"/>
                <a:gd name="connsiteY3" fmla="*/ 104 h 247785"/>
                <a:gd name="connsiteX4" fmla="*/ 365309 w 402916"/>
                <a:gd name="connsiteY4" fmla="*/ 1176 h 247785"/>
                <a:gd name="connsiteX5" fmla="*/ 317242 w 402916"/>
                <a:gd name="connsiteY5" fmla="*/ 104 h 247785"/>
                <a:gd name="connsiteX6" fmla="*/ 317242 w 402916"/>
                <a:gd name="connsiteY6" fmla="*/ 16885 h 247785"/>
                <a:gd name="connsiteX7" fmla="*/ 353292 w 402916"/>
                <a:gd name="connsiteY7" fmla="*/ 20813 h 247785"/>
                <a:gd name="connsiteX8" fmla="*/ 292501 w 402916"/>
                <a:gd name="connsiteY8" fmla="*/ 180409 h 247785"/>
                <a:gd name="connsiteX9" fmla="*/ 229943 w 402916"/>
                <a:gd name="connsiteY9" fmla="*/ 16885 h 247785"/>
                <a:gd name="connsiteX10" fmla="*/ 263873 w 402916"/>
                <a:gd name="connsiteY10" fmla="*/ 16885 h 247785"/>
                <a:gd name="connsiteX11" fmla="*/ 263873 w 402916"/>
                <a:gd name="connsiteY11" fmla="*/ 104 h 247785"/>
                <a:gd name="connsiteX12" fmla="*/ 202022 w 402916"/>
                <a:gd name="connsiteY12" fmla="*/ 1176 h 247785"/>
                <a:gd name="connsiteX13" fmla="*/ 147946 w 402916"/>
                <a:gd name="connsiteY13" fmla="*/ 104 h 247785"/>
                <a:gd name="connsiteX14" fmla="*/ 147946 w 402916"/>
                <a:gd name="connsiteY14" fmla="*/ 16885 h 247785"/>
                <a:gd name="connsiteX15" fmla="*/ 178342 w 402916"/>
                <a:gd name="connsiteY15" fmla="*/ 16885 h 247785"/>
                <a:gd name="connsiteX16" fmla="*/ 192832 w 402916"/>
                <a:gd name="connsiteY16" fmla="*/ 54731 h 247785"/>
                <a:gd name="connsiteX17" fmla="*/ 144765 w 402916"/>
                <a:gd name="connsiteY17" fmla="*/ 180409 h 247785"/>
                <a:gd name="connsiteX18" fmla="*/ 82207 w 402916"/>
                <a:gd name="connsiteY18" fmla="*/ 16885 h 247785"/>
                <a:gd name="connsiteX19" fmla="*/ 116137 w 402916"/>
                <a:gd name="connsiteY19" fmla="*/ 16885 h 247785"/>
                <a:gd name="connsiteX20" fmla="*/ 116137 w 402916"/>
                <a:gd name="connsiteY20" fmla="*/ 104 h 247785"/>
                <a:gd name="connsiteX21" fmla="*/ 54286 w 402916"/>
                <a:gd name="connsiteY21" fmla="*/ 1176 h 247785"/>
                <a:gd name="connsiteX22" fmla="*/ 210 w 402916"/>
                <a:gd name="connsiteY22" fmla="*/ 104 h 247785"/>
                <a:gd name="connsiteX23" fmla="*/ 210 w 402916"/>
                <a:gd name="connsiteY23" fmla="*/ 16885 h 247785"/>
                <a:gd name="connsiteX24" fmla="*/ 30605 w 402916"/>
                <a:gd name="connsiteY24" fmla="*/ 16885 h 247785"/>
                <a:gd name="connsiteX25" fmla="*/ 115430 w 402916"/>
                <a:gd name="connsiteY25" fmla="*/ 238607 h 247785"/>
                <a:gd name="connsiteX26" fmla="*/ 127800 w 402916"/>
                <a:gd name="connsiteY26" fmla="*/ 247890 h 247785"/>
                <a:gd name="connsiteX27" fmla="*/ 140170 w 402916"/>
                <a:gd name="connsiteY27" fmla="*/ 238607 h 247785"/>
                <a:gd name="connsiteX28" fmla="*/ 201668 w 402916"/>
                <a:gd name="connsiteY28" fmla="*/ 77939 h 247785"/>
                <a:gd name="connsiteX29" fmla="*/ 263166 w 402916"/>
                <a:gd name="connsiteY29" fmla="*/ 238607 h 247785"/>
                <a:gd name="connsiteX30" fmla="*/ 275536 w 402916"/>
                <a:gd name="connsiteY30" fmla="*/ 247890 h 247785"/>
                <a:gd name="connsiteX31" fmla="*/ 287907 w 402916"/>
                <a:gd name="connsiteY31" fmla="*/ 238607 h 247785"/>
                <a:gd name="connsiteX32" fmla="*/ 369550 w 402916"/>
                <a:gd name="connsiteY32" fmla="*/ 25454 h 24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2916" h="247785">
                  <a:moveTo>
                    <a:pt x="369550" y="25454"/>
                  </a:moveTo>
                  <a:cubicBezTo>
                    <a:pt x="371671" y="19385"/>
                    <a:pt x="372024" y="18671"/>
                    <a:pt x="382981" y="17599"/>
                  </a:cubicBezTo>
                  <a:cubicBezTo>
                    <a:pt x="390050" y="16885"/>
                    <a:pt x="397472" y="16885"/>
                    <a:pt x="403127" y="16885"/>
                  </a:cubicBezTo>
                  <a:lnTo>
                    <a:pt x="403127" y="104"/>
                  </a:lnTo>
                  <a:cubicBezTo>
                    <a:pt x="393584" y="462"/>
                    <a:pt x="381214" y="1176"/>
                    <a:pt x="365309" y="1176"/>
                  </a:cubicBezTo>
                  <a:cubicBezTo>
                    <a:pt x="351879" y="1176"/>
                    <a:pt x="329966" y="1176"/>
                    <a:pt x="317242" y="104"/>
                  </a:cubicBezTo>
                  <a:lnTo>
                    <a:pt x="317242" y="16885"/>
                  </a:lnTo>
                  <a:cubicBezTo>
                    <a:pt x="326078" y="16885"/>
                    <a:pt x="343043" y="16885"/>
                    <a:pt x="353292" y="20813"/>
                  </a:cubicBezTo>
                  <a:lnTo>
                    <a:pt x="292501" y="180409"/>
                  </a:lnTo>
                  <a:lnTo>
                    <a:pt x="229943" y="16885"/>
                  </a:lnTo>
                  <a:lnTo>
                    <a:pt x="263873" y="16885"/>
                  </a:lnTo>
                  <a:lnTo>
                    <a:pt x="263873" y="104"/>
                  </a:lnTo>
                  <a:cubicBezTo>
                    <a:pt x="250443" y="1176"/>
                    <a:pt x="217220" y="1176"/>
                    <a:pt x="202022" y="1176"/>
                  </a:cubicBezTo>
                  <a:cubicBezTo>
                    <a:pt x="188238" y="1176"/>
                    <a:pt x="160316" y="1176"/>
                    <a:pt x="147946" y="104"/>
                  </a:cubicBezTo>
                  <a:lnTo>
                    <a:pt x="147946" y="16885"/>
                  </a:lnTo>
                  <a:lnTo>
                    <a:pt x="178342" y="16885"/>
                  </a:lnTo>
                  <a:lnTo>
                    <a:pt x="192832" y="54731"/>
                  </a:lnTo>
                  <a:lnTo>
                    <a:pt x="144765" y="180409"/>
                  </a:lnTo>
                  <a:lnTo>
                    <a:pt x="82207" y="16885"/>
                  </a:lnTo>
                  <a:lnTo>
                    <a:pt x="116137" y="16885"/>
                  </a:lnTo>
                  <a:lnTo>
                    <a:pt x="116137" y="104"/>
                  </a:lnTo>
                  <a:cubicBezTo>
                    <a:pt x="102706" y="1176"/>
                    <a:pt x="69483" y="1176"/>
                    <a:pt x="54286" y="1176"/>
                  </a:cubicBezTo>
                  <a:cubicBezTo>
                    <a:pt x="40502" y="1176"/>
                    <a:pt x="12580" y="1176"/>
                    <a:pt x="210" y="104"/>
                  </a:cubicBezTo>
                  <a:lnTo>
                    <a:pt x="210" y="16885"/>
                  </a:lnTo>
                  <a:lnTo>
                    <a:pt x="30605" y="16885"/>
                  </a:lnTo>
                  <a:lnTo>
                    <a:pt x="115430" y="238607"/>
                  </a:lnTo>
                  <a:cubicBezTo>
                    <a:pt x="117551" y="244319"/>
                    <a:pt x="118964" y="247890"/>
                    <a:pt x="127800" y="247890"/>
                  </a:cubicBezTo>
                  <a:cubicBezTo>
                    <a:pt x="136636" y="247890"/>
                    <a:pt x="138050" y="244319"/>
                    <a:pt x="140170" y="238607"/>
                  </a:cubicBezTo>
                  <a:lnTo>
                    <a:pt x="201668" y="77939"/>
                  </a:lnTo>
                  <a:lnTo>
                    <a:pt x="263166" y="238607"/>
                  </a:lnTo>
                  <a:cubicBezTo>
                    <a:pt x="265287" y="244319"/>
                    <a:pt x="266701" y="247890"/>
                    <a:pt x="275536" y="247890"/>
                  </a:cubicBezTo>
                  <a:cubicBezTo>
                    <a:pt x="284372" y="247890"/>
                    <a:pt x="285786" y="244319"/>
                    <a:pt x="287907" y="238607"/>
                  </a:cubicBezTo>
                  <a:lnTo>
                    <a:pt x="369550" y="25454"/>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7" name="Freeform: Shape 26">
              <a:extLst>
                <a:ext uri="{FF2B5EF4-FFF2-40B4-BE49-F238E27FC236}">
                  <a16:creationId xmlns:a16="http://schemas.microsoft.com/office/drawing/2014/main" id="{D726EED2-EF2A-30CA-7208-89659D32F21E}"/>
                </a:ext>
              </a:extLst>
            </p:cNvPr>
            <p:cNvSpPr/>
            <p:nvPr/>
          </p:nvSpPr>
          <p:spPr>
            <a:xfrm>
              <a:off x="10438351" y="5949726"/>
              <a:ext cx="64325" cy="249677"/>
            </a:xfrm>
            <a:custGeom>
              <a:avLst/>
              <a:gdLst>
                <a:gd name="connsiteX0" fmla="*/ 59599 w 64325"/>
                <a:gd name="connsiteY0" fmla="*/ 100 h 249677"/>
                <a:gd name="connsiteX1" fmla="*/ 222 w 64325"/>
                <a:gd name="connsiteY1" fmla="*/ 124814 h 249677"/>
                <a:gd name="connsiteX2" fmla="*/ 59599 w 64325"/>
                <a:gd name="connsiteY2" fmla="*/ 249778 h 249677"/>
                <a:gd name="connsiteX3" fmla="*/ 64547 w 64325"/>
                <a:gd name="connsiteY3" fmla="*/ 246779 h 249677"/>
                <a:gd name="connsiteX4" fmla="*/ 62073 w 64325"/>
                <a:gd name="connsiteY4" fmla="*/ 243030 h 249677"/>
                <a:gd name="connsiteX5" fmla="*/ 17045 w 64325"/>
                <a:gd name="connsiteY5" fmla="*/ 125064 h 249677"/>
                <a:gd name="connsiteX6" fmla="*/ 62815 w 64325"/>
                <a:gd name="connsiteY6" fmla="*/ 6099 h 249677"/>
                <a:gd name="connsiteX7" fmla="*/ 64547 w 64325"/>
                <a:gd name="connsiteY7" fmla="*/ 3099 h 249677"/>
                <a:gd name="connsiteX8" fmla="*/ 59599 w 64325"/>
                <a:gd name="connsiteY8" fmla="*/ 100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9677">
                  <a:moveTo>
                    <a:pt x="59599" y="100"/>
                  </a:moveTo>
                  <a:cubicBezTo>
                    <a:pt x="12592" y="33591"/>
                    <a:pt x="222" y="86575"/>
                    <a:pt x="222" y="124814"/>
                  </a:cubicBezTo>
                  <a:cubicBezTo>
                    <a:pt x="222" y="160054"/>
                    <a:pt x="10613" y="214788"/>
                    <a:pt x="59599" y="249778"/>
                  </a:cubicBezTo>
                  <a:cubicBezTo>
                    <a:pt x="61578" y="249778"/>
                    <a:pt x="64547" y="249778"/>
                    <a:pt x="64547" y="246779"/>
                  </a:cubicBezTo>
                  <a:cubicBezTo>
                    <a:pt x="64547" y="245279"/>
                    <a:pt x="63805" y="244779"/>
                    <a:pt x="62073" y="243030"/>
                  </a:cubicBezTo>
                  <a:cubicBezTo>
                    <a:pt x="29168" y="213039"/>
                    <a:pt x="17045" y="170551"/>
                    <a:pt x="17045" y="125064"/>
                  </a:cubicBezTo>
                  <a:cubicBezTo>
                    <a:pt x="17045" y="57584"/>
                    <a:pt x="42528" y="24593"/>
                    <a:pt x="62815" y="6099"/>
                  </a:cubicBezTo>
                  <a:cubicBezTo>
                    <a:pt x="63805" y="5099"/>
                    <a:pt x="64547" y="4349"/>
                    <a:pt x="64547" y="3099"/>
                  </a:cubicBezTo>
                  <a:cubicBezTo>
                    <a:pt x="64547" y="100"/>
                    <a:pt x="61578" y="100"/>
                    <a:pt x="59599" y="100"/>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8" name="Freeform: Shape 27">
              <a:extLst>
                <a:ext uri="{FF2B5EF4-FFF2-40B4-BE49-F238E27FC236}">
                  <a16:creationId xmlns:a16="http://schemas.microsoft.com/office/drawing/2014/main" id="{4C817C0F-5224-F4A2-100A-9A8E0D97D9FF}"/>
                </a:ext>
              </a:extLst>
            </p:cNvPr>
            <p:cNvSpPr/>
            <p:nvPr/>
          </p:nvSpPr>
          <p:spPr>
            <a:xfrm>
              <a:off x="10547315" y="5971220"/>
              <a:ext cx="90055" cy="165951"/>
            </a:xfrm>
            <a:custGeom>
              <a:avLst/>
              <a:gdLst>
                <a:gd name="connsiteX0" fmla="*/ 56139 w 90055"/>
                <a:gd name="connsiteY0" fmla="*/ 7098 h 165951"/>
                <a:gd name="connsiteX1" fmla="*/ 48716 w 90055"/>
                <a:gd name="connsiteY1" fmla="*/ 100 h 165951"/>
                <a:gd name="connsiteX2" fmla="*/ 225 w 90055"/>
                <a:gd name="connsiteY2" fmla="*/ 16096 h 165951"/>
                <a:gd name="connsiteX3" fmla="*/ 225 w 90055"/>
                <a:gd name="connsiteY3" fmla="*/ 25093 h 165951"/>
                <a:gd name="connsiteX4" fmla="*/ 36099 w 90055"/>
                <a:gd name="connsiteY4" fmla="*/ 18095 h 165951"/>
                <a:gd name="connsiteX5" fmla="*/ 36099 w 90055"/>
                <a:gd name="connsiteY5" fmla="*/ 145558 h 165951"/>
                <a:gd name="connsiteX6" fmla="*/ 11358 w 90055"/>
                <a:gd name="connsiteY6" fmla="*/ 157055 h 165951"/>
                <a:gd name="connsiteX7" fmla="*/ 1957 w 90055"/>
                <a:gd name="connsiteY7" fmla="*/ 157055 h 165951"/>
                <a:gd name="connsiteX8" fmla="*/ 1957 w 90055"/>
                <a:gd name="connsiteY8" fmla="*/ 166052 h 165951"/>
                <a:gd name="connsiteX9" fmla="*/ 45995 w 90055"/>
                <a:gd name="connsiteY9" fmla="*/ 165053 h 165951"/>
                <a:gd name="connsiteX10" fmla="*/ 90280 w 90055"/>
                <a:gd name="connsiteY10" fmla="*/ 166052 h 165951"/>
                <a:gd name="connsiteX11" fmla="*/ 90280 w 90055"/>
                <a:gd name="connsiteY11" fmla="*/ 157055 h 165951"/>
                <a:gd name="connsiteX12" fmla="*/ 80879 w 90055"/>
                <a:gd name="connsiteY12" fmla="*/ 157055 h 165951"/>
                <a:gd name="connsiteX13" fmla="*/ 56139 w 90055"/>
                <a:gd name="connsiteY13" fmla="*/ 145558 h 165951"/>
                <a:gd name="connsiteX14" fmla="*/ 56139 w 90055"/>
                <a:gd name="connsiteY14" fmla="*/ 7098 h 16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55" h="165951">
                  <a:moveTo>
                    <a:pt x="56139" y="7098"/>
                  </a:moveTo>
                  <a:cubicBezTo>
                    <a:pt x="56139" y="350"/>
                    <a:pt x="55644" y="100"/>
                    <a:pt x="48716" y="100"/>
                  </a:cubicBezTo>
                  <a:cubicBezTo>
                    <a:pt x="32882" y="15846"/>
                    <a:pt x="10369" y="16096"/>
                    <a:pt x="225" y="16096"/>
                  </a:cubicBezTo>
                  <a:lnTo>
                    <a:pt x="225" y="25093"/>
                  </a:lnTo>
                  <a:cubicBezTo>
                    <a:pt x="6163" y="25093"/>
                    <a:pt x="22491" y="25093"/>
                    <a:pt x="36099" y="18095"/>
                  </a:cubicBezTo>
                  <a:lnTo>
                    <a:pt x="36099" y="145558"/>
                  </a:lnTo>
                  <a:cubicBezTo>
                    <a:pt x="36099" y="153806"/>
                    <a:pt x="36099" y="157055"/>
                    <a:pt x="11358" y="157055"/>
                  </a:cubicBezTo>
                  <a:lnTo>
                    <a:pt x="1957" y="157055"/>
                  </a:lnTo>
                  <a:lnTo>
                    <a:pt x="1957" y="166052"/>
                  </a:lnTo>
                  <a:cubicBezTo>
                    <a:pt x="6410" y="165802"/>
                    <a:pt x="36841" y="165053"/>
                    <a:pt x="45995" y="165053"/>
                  </a:cubicBezTo>
                  <a:cubicBezTo>
                    <a:pt x="53664" y="165053"/>
                    <a:pt x="84838" y="165802"/>
                    <a:pt x="90280" y="166052"/>
                  </a:cubicBezTo>
                  <a:lnTo>
                    <a:pt x="90280" y="157055"/>
                  </a:lnTo>
                  <a:lnTo>
                    <a:pt x="80879" y="157055"/>
                  </a:lnTo>
                  <a:cubicBezTo>
                    <a:pt x="56139" y="157055"/>
                    <a:pt x="56139" y="153806"/>
                    <a:pt x="56139" y="145558"/>
                  </a:cubicBezTo>
                  <a:lnTo>
                    <a:pt x="56139" y="7098"/>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9" name="Freeform: Shape 28">
              <a:extLst>
                <a:ext uri="{FF2B5EF4-FFF2-40B4-BE49-F238E27FC236}">
                  <a16:creationId xmlns:a16="http://schemas.microsoft.com/office/drawing/2014/main" id="{EF5B0A8F-1CBE-278A-0A03-7CDF3A21F87B}"/>
                </a:ext>
              </a:extLst>
            </p:cNvPr>
            <p:cNvSpPr/>
            <p:nvPr/>
          </p:nvSpPr>
          <p:spPr>
            <a:xfrm>
              <a:off x="10678798" y="5949726"/>
              <a:ext cx="64077" cy="249677"/>
            </a:xfrm>
            <a:custGeom>
              <a:avLst/>
              <a:gdLst>
                <a:gd name="connsiteX0" fmla="*/ 4930 w 64077"/>
                <a:gd name="connsiteY0" fmla="*/ 100 h 249677"/>
                <a:gd name="connsiteX1" fmla="*/ 229 w 64077"/>
                <a:gd name="connsiteY1" fmla="*/ 3099 h 249677"/>
                <a:gd name="connsiteX2" fmla="*/ 2456 w 64077"/>
                <a:gd name="connsiteY2" fmla="*/ 6848 h 249677"/>
                <a:gd name="connsiteX3" fmla="*/ 47483 w 64077"/>
                <a:gd name="connsiteY3" fmla="*/ 124814 h 249677"/>
                <a:gd name="connsiteX4" fmla="*/ 4682 w 64077"/>
                <a:gd name="connsiteY4" fmla="*/ 241030 h 249677"/>
                <a:gd name="connsiteX5" fmla="*/ 229 w 64077"/>
                <a:gd name="connsiteY5" fmla="*/ 246779 h 249677"/>
                <a:gd name="connsiteX6" fmla="*/ 3445 w 64077"/>
                <a:gd name="connsiteY6" fmla="*/ 249778 h 249677"/>
                <a:gd name="connsiteX7" fmla="*/ 46246 w 64077"/>
                <a:gd name="connsiteY7" fmla="*/ 202042 h 249677"/>
                <a:gd name="connsiteX8" fmla="*/ 64307 w 64077"/>
                <a:gd name="connsiteY8" fmla="*/ 125064 h 249677"/>
                <a:gd name="connsiteX9" fmla="*/ 4930 w 64077"/>
                <a:gd name="connsiteY9" fmla="*/ 100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9677">
                  <a:moveTo>
                    <a:pt x="4930" y="100"/>
                  </a:moveTo>
                  <a:cubicBezTo>
                    <a:pt x="3198" y="100"/>
                    <a:pt x="229" y="100"/>
                    <a:pt x="229" y="3099"/>
                  </a:cubicBezTo>
                  <a:cubicBezTo>
                    <a:pt x="229" y="4349"/>
                    <a:pt x="971" y="5099"/>
                    <a:pt x="2456" y="6848"/>
                  </a:cubicBezTo>
                  <a:cubicBezTo>
                    <a:pt x="23732" y="26593"/>
                    <a:pt x="47483" y="60333"/>
                    <a:pt x="47483" y="124814"/>
                  </a:cubicBezTo>
                  <a:cubicBezTo>
                    <a:pt x="47483" y="177049"/>
                    <a:pt x="31402" y="216538"/>
                    <a:pt x="4682" y="241030"/>
                  </a:cubicBezTo>
                  <a:cubicBezTo>
                    <a:pt x="476" y="245279"/>
                    <a:pt x="229" y="245529"/>
                    <a:pt x="229" y="246779"/>
                  </a:cubicBezTo>
                  <a:cubicBezTo>
                    <a:pt x="229" y="248028"/>
                    <a:pt x="971" y="249778"/>
                    <a:pt x="3445" y="249778"/>
                  </a:cubicBezTo>
                  <a:cubicBezTo>
                    <a:pt x="6414" y="249778"/>
                    <a:pt x="29918" y="233283"/>
                    <a:pt x="46246" y="202042"/>
                  </a:cubicBezTo>
                  <a:cubicBezTo>
                    <a:pt x="57132" y="181298"/>
                    <a:pt x="64307" y="154306"/>
                    <a:pt x="64307" y="125064"/>
                  </a:cubicBezTo>
                  <a:cubicBezTo>
                    <a:pt x="64307" y="89824"/>
                    <a:pt x="53916" y="35090"/>
                    <a:pt x="4930" y="100"/>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0" name="Freeform: Shape 29">
              <a:extLst>
                <a:ext uri="{FF2B5EF4-FFF2-40B4-BE49-F238E27FC236}">
                  <a16:creationId xmlns:a16="http://schemas.microsoft.com/office/drawing/2014/main" id="{1197C005-F94D-F668-6CDB-4E2B77C16EBD}"/>
                </a:ext>
              </a:extLst>
            </p:cNvPr>
            <p:cNvSpPr/>
            <p:nvPr/>
          </p:nvSpPr>
          <p:spPr>
            <a:xfrm>
              <a:off x="10800663" y="6126065"/>
              <a:ext cx="151977" cy="158525"/>
            </a:xfrm>
            <a:custGeom>
              <a:avLst/>
              <a:gdLst>
                <a:gd name="connsiteX0" fmla="*/ 147615 w 151977"/>
                <a:gd name="connsiteY0" fmla="*/ 15457 h 158525"/>
                <a:gd name="connsiteX1" fmla="*/ 151150 w 151977"/>
                <a:gd name="connsiteY1" fmla="*/ 7602 h 158525"/>
                <a:gd name="connsiteX2" fmla="*/ 139840 w 151977"/>
                <a:gd name="connsiteY2" fmla="*/ 104 h 158525"/>
                <a:gd name="connsiteX3" fmla="*/ 10129 w 151977"/>
                <a:gd name="connsiteY3" fmla="*/ 104 h 158525"/>
                <a:gd name="connsiteX4" fmla="*/ 5888 w 151977"/>
                <a:gd name="connsiteY4" fmla="*/ 62586 h 158525"/>
                <a:gd name="connsiteX5" fmla="*/ 22499 w 151977"/>
                <a:gd name="connsiteY5" fmla="*/ 62586 h 158525"/>
                <a:gd name="connsiteX6" fmla="*/ 71980 w 151977"/>
                <a:gd name="connsiteY6" fmla="*/ 12958 h 158525"/>
                <a:gd name="connsiteX7" fmla="*/ 102022 w 151977"/>
                <a:gd name="connsiteY7" fmla="*/ 12958 h 158525"/>
                <a:gd name="connsiteX8" fmla="*/ 3413 w 151977"/>
                <a:gd name="connsiteY8" fmla="*/ 142920 h 158525"/>
                <a:gd name="connsiteX9" fmla="*/ 233 w 151977"/>
                <a:gd name="connsiteY9" fmla="*/ 150775 h 158525"/>
                <a:gd name="connsiteX10" fmla="*/ 11543 w 151977"/>
                <a:gd name="connsiteY10" fmla="*/ 158630 h 158525"/>
                <a:gd name="connsiteX11" fmla="*/ 145848 w 151977"/>
                <a:gd name="connsiteY11" fmla="*/ 158630 h 158525"/>
                <a:gd name="connsiteX12" fmla="*/ 152210 w 151977"/>
                <a:gd name="connsiteY12" fmla="*/ 86508 h 158525"/>
                <a:gd name="connsiteX13" fmla="*/ 135599 w 151977"/>
                <a:gd name="connsiteY13" fmla="*/ 86508 h 158525"/>
                <a:gd name="connsiteX14" fmla="*/ 80109 w 151977"/>
                <a:gd name="connsiteY14" fmla="*/ 144348 h 158525"/>
                <a:gd name="connsiteX15" fmla="*/ 49714 w 151977"/>
                <a:gd name="connsiteY15" fmla="*/ 144348 h 158525"/>
                <a:gd name="connsiteX16" fmla="*/ 147615 w 151977"/>
                <a:gd name="connsiteY16" fmla="*/ 15457 h 158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77" h="158525">
                  <a:moveTo>
                    <a:pt x="147615" y="15457"/>
                  </a:moveTo>
                  <a:cubicBezTo>
                    <a:pt x="150443" y="11530"/>
                    <a:pt x="151150" y="10816"/>
                    <a:pt x="151150" y="7602"/>
                  </a:cubicBezTo>
                  <a:cubicBezTo>
                    <a:pt x="151150" y="104"/>
                    <a:pt x="146202" y="104"/>
                    <a:pt x="139840" y="104"/>
                  </a:cubicBezTo>
                  <a:lnTo>
                    <a:pt x="10129" y="104"/>
                  </a:lnTo>
                  <a:lnTo>
                    <a:pt x="5888" y="62586"/>
                  </a:lnTo>
                  <a:lnTo>
                    <a:pt x="22499" y="62586"/>
                  </a:lnTo>
                  <a:cubicBezTo>
                    <a:pt x="24620" y="25811"/>
                    <a:pt x="35576" y="12958"/>
                    <a:pt x="71980" y="12958"/>
                  </a:cubicBezTo>
                  <a:lnTo>
                    <a:pt x="102022" y="12958"/>
                  </a:lnTo>
                  <a:lnTo>
                    <a:pt x="3413" y="142920"/>
                  </a:lnTo>
                  <a:cubicBezTo>
                    <a:pt x="233" y="146848"/>
                    <a:pt x="233" y="147562"/>
                    <a:pt x="233" y="150775"/>
                  </a:cubicBezTo>
                  <a:cubicBezTo>
                    <a:pt x="233" y="158630"/>
                    <a:pt x="4827" y="158630"/>
                    <a:pt x="11543" y="158630"/>
                  </a:cubicBezTo>
                  <a:lnTo>
                    <a:pt x="145848" y="158630"/>
                  </a:lnTo>
                  <a:lnTo>
                    <a:pt x="152210" y="86508"/>
                  </a:lnTo>
                  <a:lnTo>
                    <a:pt x="135599" y="86508"/>
                  </a:lnTo>
                  <a:cubicBezTo>
                    <a:pt x="132418" y="122569"/>
                    <a:pt x="126763" y="144348"/>
                    <a:pt x="80109" y="144348"/>
                  </a:cubicBezTo>
                  <a:lnTo>
                    <a:pt x="49714" y="144348"/>
                  </a:lnTo>
                  <a:lnTo>
                    <a:pt x="147615" y="15457"/>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1" name="Freeform: Shape 30">
              <a:extLst>
                <a:ext uri="{FF2B5EF4-FFF2-40B4-BE49-F238E27FC236}">
                  <a16:creationId xmlns:a16="http://schemas.microsoft.com/office/drawing/2014/main" id="{16E569A6-CC02-529B-55B6-98A19B021DD1}"/>
                </a:ext>
              </a:extLst>
            </p:cNvPr>
            <p:cNvSpPr/>
            <p:nvPr/>
          </p:nvSpPr>
          <p:spPr>
            <a:xfrm>
              <a:off x="10998449" y="5949726"/>
              <a:ext cx="64325" cy="249677"/>
            </a:xfrm>
            <a:custGeom>
              <a:avLst/>
              <a:gdLst>
                <a:gd name="connsiteX0" fmla="*/ 59615 w 64325"/>
                <a:gd name="connsiteY0" fmla="*/ 100 h 249677"/>
                <a:gd name="connsiteX1" fmla="*/ 238 w 64325"/>
                <a:gd name="connsiteY1" fmla="*/ 124814 h 249677"/>
                <a:gd name="connsiteX2" fmla="*/ 59615 w 64325"/>
                <a:gd name="connsiteY2" fmla="*/ 249778 h 249677"/>
                <a:gd name="connsiteX3" fmla="*/ 64563 w 64325"/>
                <a:gd name="connsiteY3" fmla="*/ 246779 h 249677"/>
                <a:gd name="connsiteX4" fmla="*/ 62089 w 64325"/>
                <a:gd name="connsiteY4" fmla="*/ 243030 h 249677"/>
                <a:gd name="connsiteX5" fmla="*/ 17061 w 64325"/>
                <a:gd name="connsiteY5" fmla="*/ 125064 h 249677"/>
                <a:gd name="connsiteX6" fmla="*/ 62831 w 64325"/>
                <a:gd name="connsiteY6" fmla="*/ 6099 h 249677"/>
                <a:gd name="connsiteX7" fmla="*/ 64563 w 64325"/>
                <a:gd name="connsiteY7" fmla="*/ 3099 h 249677"/>
                <a:gd name="connsiteX8" fmla="*/ 59615 w 64325"/>
                <a:gd name="connsiteY8" fmla="*/ 100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9677">
                  <a:moveTo>
                    <a:pt x="59615" y="100"/>
                  </a:moveTo>
                  <a:cubicBezTo>
                    <a:pt x="12608" y="33591"/>
                    <a:pt x="238" y="86575"/>
                    <a:pt x="238" y="124814"/>
                  </a:cubicBezTo>
                  <a:cubicBezTo>
                    <a:pt x="238" y="160054"/>
                    <a:pt x="10629" y="214788"/>
                    <a:pt x="59615" y="249778"/>
                  </a:cubicBezTo>
                  <a:cubicBezTo>
                    <a:pt x="61594" y="249778"/>
                    <a:pt x="64563" y="249778"/>
                    <a:pt x="64563" y="246779"/>
                  </a:cubicBezTo>
                  <a:cubicBezTo>
                    <a:pt x="64563" y="245279"/>
                    <a:pt x="63821" y="244779"/>
                    <a:pt x="62089" y="243030"/>
                  </a:cubicBezTo>
                  <a:cubicBezTo>
                    <a:pt x="29184" y="213039"/>
                    <a:pt x="17061" y="170551"/>
                    <a:pt x="17061" y="125064"/>
                  </a:cubicBezTo>
                  <a:cubicBezTo>
                    <a:pt x="17061" y="57584"/>
                    <a:pt x="42544" y="24593"/>
                    <a:pt x="62831" y="6099"/>
                  </a:cubicBezTo>
                  <a:cubicBezTo>
                    <a:pt x="63821" y="5099"/>
                    <a:pt x="64563" y="4349"/>
                    <a:pt x="64563" y="3099"/>
                  </a:cubicBezTo>
                  <a:cubicBezTo>
                    <a:pt x="64563" y="100"/>
                    <a:pt x="61594" y="100"/>
                    <a:pt x="59615" y="100"/>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2" name="Freeform: Shape 31">
              <a:extLst>
                <a:ext uri="{FF2B5EF4-FFF2-40B4-BE49-F238E27FC236}">
                  <a16:creationId xmlns:a16="http://schemas.microsoft.com/office/drawing/2014/main" id="{90E11184-B1A4-2ED8-AD57-C458247698F3}"/>
                </a:ext>
              </a:extLst>
            </p:cNvPr>
            <p:cNvSpPr/>
            <p:nvPr/>
          </p:nvSpPr>
          <p:spPr>
            <a:xfrm>
              <a:off x="11107414" y="5971220"/>
              <a:ext cx="90055" cy="165951"/>
            </a:xfrm>
            <a:custGeom>
              <a:avLst/>
              <a:gdLst>
                <a:gd name="connsiteX0" fmla="*/ 56154 w 90055"/>
                <a:gd name="connsiteY0" fmla="*/ 7098 h 165951"/>
                <a:gd name="connsiteX1" fmla="*/ 48732 w 90055"/>
                <a:gd name="connsiteY1" fmla="*/ 100 h 165951"/>
                <a:gd name="connsiteX2" fmla="*/ 241 w 90055"/>
                <a:gd name="connsiteY2" fmla="*/ 16096 h 165951"/>
                <a:gd name="connsiteX3" fmla="*/ 241 w 90055"/>
                <a:gd name="connsiteY3" fmla="*/ 25093 h 165951"/>
                <a:gd name="connsiteX4" fmla="*/ 36114 w 90055"/>
                <a:gd name="connsiteY4" fmla="*/ 18095 h 165951"/>
                <a:gd name="connsiteX5" fmla="*/ 36114 w 90055"/>
                <a:gd name="connsiteY5" fmla="*/ 145558 h 165951"/>
                <a:gd name="connsiteX6" fmla="*/ 11374 w 90055"/>
                <a:gd name="connsiteY6" fmla="*/ 157055 h 165951"/>
                <a:gd name="connsiteX7" fmla="*/ 1973 w 90055"/>
                <a:gd name="connsiteY7" fmla="*/ 157055 h 165951"/>
                <a:gd name="connsiteX8" fmla="*/ 1973 w 90055"/>
                <a:gd name="connsiteY8" fmla="*/ 166052 h 165951"/>
                <a:gd name="connsiteX9" fmla="*/ 46011 w 90055"/>
                <a:gd name="connsiteY9" fmla="*/ 165053 h 165951"/>
                <a:gd name="connsiteX10" fmla="*/ 90296 w 90055"/>
                <a:gd name="connsiteY10" fmla="*/ 166052 h 165951"/>
                <a:gd name="connsiteX11" fmla="*/ 90296 w 90055"/>
                <a:gd name="connsiteY11" fmla="*/ 157055 h 165951"/>
                <a:gd name="connsiteX12" fmla="*/ 80895 w 90055"/>
                <a:gd name="connsiteY12" fmla="*/ 157055 h 165951"/>
                <a:gd name="connsiteX13" fmla="*/ 56154 w 90055"/>
                <a:gd name="connsiteY13" fmla="*/ 145558 h 165951"/>
                <a:gd name="connsiteX14" fmla="*/ 56154 w 90055"/>
                <a:gd name="connsiteY14" fmla="*/ 7098 h 16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55" h="165951">
                  <a:moveTo>
                    <a:pt x="56154" y="7098"/>
                  </a:moveTo>
                  <a:cubicBezTo>
                    <a:pt x="56154" y="350"/>
                    <a:pt x="55659" y="100"/>
                    <a:pt x="48732" y="100"/>
                  </a:cubicBezTo>
                  <a:cubicBezTo>
                    <a:pt x="32898" y="15846"/>
                    <a:pt x="10384" y="16096"/>
                    <a:pt x="241" y="16096"/>
                  </a:cubicBezTo>
                  <a:lnTo>
                    <a:pt x="241" y="25093"/>
                  </a:lnTo>
                  <a:cubicBezTo>
                    <a:pt x="6178" y="25093"/>
                    <a:pt x="22507" y="25093"/>
                    <a:pt x="36114" y="18095"/>
                  </a:cubicBezTo>
                  <a:lnTo>
                    <a:pt x="36114" y="145558"/>
                  </a:lnTo>
                  <a:cubicBezTo>
                    <a:pt x="36114" y="153806"/>
                    <a:pt x="36114" y="157055"/>
                    <a:pt x="11374" y="157055"/>
                  </a:cubicBezTo>
                  <a:lnTo>
                    <a:pt x="1973" y="157055"/>
                  </a:lnTo>
                  <a:lnTo>
                    <a:pt x="1973" y="166052"/>
                  </a:lnTo>
                  <a:cubicBezTo>
                    <a:pt x="6426" y="165802"/>
                    <a:pt x="36857" y="165053"/>
                    <a:pt x="46011" y="165053"/>
                  </a:cubicBezTo>
                  <a:cubicBezTo>
                    <a:pt x="53680" y="165053"/>
                    <a:pt x="84853" y="165802"/>
                    <a:pt x="90296" y="166052"/>
                  </a:cubicBezTo>
                  <a:lnTo>
                    <a:pt x="90296" y="157055"/>
                  </a:lnTo>
                  <a:lnTo>
                    <a:pt x="80895" y="157055"/>
                  </a:lnTo>
                  <a:cubicBezTo>
                    <a:pt x="56154" y="157055"/>
                    <a:pt x="56154" y="153806"/>
                    <a:pt x="56154" y="145558"/>
                  </a:cubicBezTo>
                  <a:lnTo>
                    <a:pt x="56154" y="7098"/>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3" name="Freeform: Shape 32">
              <a:extLst>
                <a:ext uri="{FF2B5EF4-FFF2-40B4-BE49-F238E27FC236}">
                  <a16:creationId xmlns:a16="http://schemas.microsoft.com/office/drawing/2014/main" id="{CCD48B9B-BE7F-35E8-57B6-8DE580FFF8AE}"/>
                </a:ext>
              </a:extLst>
            </p:cNvPr>
            <p:cNvSpPr/>
            <p:nvPr/>
          </p:nvSpPr>
          <p:spPr>
            <a:xfrm>
              <a:off x="11238897" y="5949726"/>
              <a:ext cx="64077" cy="249677"/>
            </a:xfrm>
            <a:custGeom>
              <a:avLst/>
              <a:gdLst>
                <a:gd name="connsiteX0" fmla="*/ 4945 w 64077"/>
                <a:gd name="connsiteY0" fmla="*/ 100 h 249677"/>
                <a:gd name="connsiteX1" fmla="*/ 245 w 64077"/>
                <a:gd name="connsiteY1" fmla="*/ 3099 h 249677"/>
                <a:gd name="connsiteX2" fmla="*/ 2471 w 64077"/>
                <a:gd name="connsiteY2" fmla="*/ 6848 h 249677"/>
                <a:gd name="connsiteX3" fmla="*/ 47499 w 64077"/>
                <a:gd name="connsiteY3" fmla="*/ 124814 h 249677"/>
                <a:gd name="connsiteX4" fmla="*/ 4698 w 64077"/>
                <a:gd name="connsiteY4" fmla="*/ 241030 h 249677"/>
                <a:gd name="connsiteX5" fmla="*/ 245 w 64077"/>
                <a:gd name="connsiteY5" fmla="*/ 246779 h 249677"/>
                <a:gd name="connsiteX6" fmla="*/ 3461 w 64077"/>
                <a:gd name="connsiteY6" fmla="*/ 249778 h 249677"/>
                <a:gd name="connsiteX7" fmla="*/ 46262 w 64077"/>
                <a:gd name="connsiteY7" fmla="*/ 202042 h 249677"/>
                <a:gd name="connsiteX8" fmla="*/ 64323 w 64077"/>
                <a:gd name="connsiteY8" fmla="*/ 125064 h 249677"/>
                <a:gd name="connsiteX9" fmla="*/ 4945 w 64077"/>
                <a:gd name="connsiteY9" fmla="*/ 100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9677">
                  <a:moveTo>
                    <a:pt x="4945" y="100"/>
                  </a:moveTo>
                  <a:cubicBezTo>
                    <a:pt x="3214" y="100"/>
                    <a:pt x="245" y="100"/>
                    <a:pt x="245" y="3099"/>
                  </a:cubicBezTo>
                  <a:cubicBezTo>
                    <a:pt x="245" y="4349"/>
                    <a:pt x="987" y="5099"/>
                    <a:pt x="2471" y="6848"/>
                  </a:cubicBezTo>
                  <a:cubicBezTo>
                    <a:pt x="23748" y="26593"/>
                    <a:pt x="47499" y="60333"/>
                    <a:pt x="47499" y="124814"/>
                  </a:cubicBezTo>
                  <a:cubicBezTo>
                    <a:pt x="47499" y="177049"/>
                    <a:pt x="31418" y="216538"/>
                    <a:pt x="4698" y="241030"/>
                  </a:cubicBezTo>
                  <a:cubicBezTo>
                    <a:pt x="492" y="245279"/>
                    <a:pt x="245" y="245529"/>
                    <a:pt x="245" y="246779"/>
                  </a:cubicBezTo>
                  <a:cubicBezTo>
                    <a:pt x="245" y="248028"/>
                    <a:pt x="987" y="249778"/>
                    <a:pt x="3461" y="249778"/>
                  </a:cubicBezTo>
                  <a:cubicBezTo>
                    <a:pt x="6430" y="249778"/>
                    <a:pt x="29933" y="233283"/>
                    <a:pt x="46262" y="202042"/>
                  </a:cubicBezTo>
                  <a:cubicBezTo>
                    <a:pt x="57148" y="181298"/>
                    <a:pt x="64323" y="154306"/>
                    <a:pt x="64323" y="125064"/>
                  </a:cubicBezTo>
                  <a:cubicBezTo>
                    <a:pt x="64323" y="89824"/>
                    <a:pt x="53932" y="35090"/>
                    <a:pt x="4945" y="100"/>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4" name="Freeform: Shape 33">
              <a:extLst>
                <a:ext uri="{FF2B5EF4-FFF2-40B4-BE49-F238E27FC236}">
                  <a16:creationId xmlns:a16="http://schemas.microsoft.com/office/drawing/2014/main" id="{BA460E8A-7CDB-7352-860C-E868A77015D3}"/>
                </a:ext>
              </a:extLst>
            </p:cNvPr>
            <p:cNvSpPr/>
            <p:nvPr/>
          </p:nvSpPr>
          <p:spPr>
            <a:xfrm>
              <a:off x="11447784" y="6076437"/>
              <a:ext cx="235034" cy="237788"/>
            </a:xfrm>
            <a:custGeom>
              <a:avLst/>
              <a:gdLst>
                <a:gd name="connsiteX0" fmla="*/ 125013 w 235034"/>
                <a:gd name="connsiteY0" fmla="*/ 126139 h 237788"/>
                <a:gd name="connsiteX1" fmla="*/ 223622 w 235034"/>
                <a:gd name="connsiteY1" fmla="*/ 126139 h 237788"/>
                <a:gd name="connsiteX2" fmla="*/ 235285 w 235034"/>
                <a:gd name="connsiteY2" fmla="*/ 118999 h 237788"/>
                <a:gd name="connsiteX3" fmla="*/ 223622 w 235034"/>
                <a:gd name="connsiteY3" fmla="*/ 111858 h 237788"/>
                <a:gd name="connsiteX4" fmla="*/ 125013 w 235034"/>
                <a:gd name="connsiteY4" fmla="*/ 111858 h 237788"/>
                <a:gd name="connsiteX5" fmla="*/ 125013 w 235034"/>
                <a:gd name="connsiteY5" fmla="*/ 11887 h 237788"/>
                <a:gd name="connsiteX6" fmla="*/ 117945 w 235034"/>
                <a:gd name="connsiteY6" fmla="*/ 104 h 237788"/>
                <a:gd name="connsiteX7" fmla="*/ 110876 w 235034"/>
                <a:gd name="connsiteY7" fmla="*/ 11887 h 237788"/>
                <a:gd name="connsiteX8" fmla="*/ 110876 w 235034"/>
                <a:gd name="connsiteY8" fmla="*/ 111858 h 237788"/>
                <a:gd name="connsiteX9" fmla="*/ 11914 w 235034"/>
                <a:gd name="connsiteY9" fmla="*/ 111858 h 237788"/>
                <a:gd name="connsiteX10" fmla="*/ 251 w 235034"/>
                <a:gd name="connsiteY10" fmla="*/ 118999 h 237788"/>
                <a:gd name="connsiteX11" fmla="*/ 11914 w 235034"/>
                <a:gd name="connsiteY11" fmla="*/ 126139 h 237788"/>
                <a:gd name="connsiteX12" fmla="*/ 110876 w 235034"/>
                <a:gd name="connsiteY12" fmla="*/ 126139 h 237788"/>
                <a:gd name="connsiteX13" fmla="*/ 110876 w 235034"/>
                <a:gd name="connsiteY13" fmla="*/ 226110 h 237788"/>
                <a:gd name="connsiteX14" fmla="*/ 117945 w 235034"/>
                <a:gd name="connsiteY14" fmla="*/ 237893 h 237788"/>
                <a:gd name="connsiteX15" fmla="*/ 125013 w 235034"/>
                <a:gd name="connsiteY15" fmla="*/ 226110 h 237788"/>
                <a:gd name="connsiteX16" fmla="*/ 125013 w 235034"/>
                <a:gd name="connsiteY16" fmla="*/ 126139 h 23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034" h="237788">
                  <a:moveTo>
                    <a:pt x="125013" y="126139"/>
                  </a:moveTo>
                  <a:lnTo>
                    <a:pt x="223622" y="126139"/>
                  </a:lnTo>
                  <a:cubicBezTo>
                    <a:pt x="228570" y="126139"/>
                    <a:pt x="235285" y="126139"/>
                    <a:pt x="235285" y="118999"/>
                  </a:cubicBezTo>
                  <a:cubicBezTo>
                    <a:pt x="235285" y="111858"/>
                    <a:pt x="228570" y="111858"/>
                    <a:pt x="223622" y="111858"/>
                  </a:cubicBezTo>
                  <a:lnTo>
                    <a:pt x="125013" y="111858"/>
                  </a:lnTo>
                  <a:lnTo>
                    <a:pt x="125013" y="11887"/>
                  </a:lnTo>
                  <a:cubicBezTo>
                    <a:pt x="125013" y="6888"/>
                    <a:pt x="125013" y="104"/>
                    <a:pt x="117945" y="104"/>
                  </a:cubicBezTo>
                  <a:cubicBezTo>
                    <a:pt x="110876" y="104"/>
                    <a:pt x="110876" y="6888"/>
                    <a:pt x="110876" y="11887"/>
                  </a:cubicBezTo>
                  <a:lnTo>
                    <a:pt x="110876" y="111858"/>
                  </a:lnTo>
                  <a:lnTo>
                    <a:pt x="11914" y="111858"/>
                  </a:lnTo>
                  <a:cubicBezTo>
                    <a:pt x="6966" y="111858"/>
                    <a:pt x="251" y="111858"/>
                    <a:pt x="251" y="118999"/>
                  </a:cubicBezTo>
                  <a:cubicBezTo>
                    <a:pt x="251" y="126139"/>
                    <a:pt x="6966" y="126139"/>
                    <a:pt x="11914" y="126139"/>
                  </a:cubicBezTo>
                  <a:lnTo>
                    <a:pt x="110876" y="126139"/>
                  </a:lnTo>
                  <a:lnTo>
                    <a:pt x="110876" y="226110"/>
                  </a:lnTo>
                  <a:cubicBezTo>
                    <a:pt x="110876" y="231109"/>
                    <a:pt x="110876" y="237893"/>
                    <a:pt x="117945" y="237893"/>
                  </a:cubicBezTo>
                  <a:cubicBezTo>
                    <a:pt x="125013" y="237893"/>
                    <a:pt x="125013" y="231109"/>
                    <a:pt x="125013" y="226110"/>
                  </a:cubicBezTo>
                  <a:lnTo>
                    <a:pt x="125013" y="126139"/>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5" name="Freeform: Shape 34">
              <a:extLst>
                <a:ext uri="{FF2B5EF4-FFF2-40B4-BE49-F238E27FC236}">
                  <a16:creationId xmlns:a16="http://schemas.microsoft.com/office/drawing/2014/main" id="{2626B4C0-6594-C8B3-1157-B81EC596F2E7}"/>
                </a:ext>
              </a:extLst>
            </p:cNvPr>
            <p:cNvSpPr/>
            <p:nvPr/>
          </p:nvSpPr>
          <p:spPr>
            <a:xfrm>
              <a:off x="11794504" y="6036805"/>
              <a:ext cx="198984" cy="249927"/>
            </a:xfrm>
            <a:custGeom>
              <a:avLst/>
              <a:gdLst>
                <a:gd name="connsiteX0" fmla="*/ 62819 w 198984"/>
                <a:gd name="connsiteY0" fmla="*/ 104717 h 249927"/>
                <a:gd name="connsiteX1" fmla="*/ 62819 w 198984"/>
                <a:gd name="connsiteY1" fmla="*/ 104 h 249927"/>
                <a:gd name="connsiteX2" fmla="*/ 260 w 198984"/>
                <a:gd name="connsiteY2" fmla="*/ 2961 h 249927"/>
                <a:gd name="connsiteX3" fmla="*/ 260 w 198984"/>
                <a:gd name="connsiteY3" fmla="*/ 19742 h 249927"/>
                <a:gd name="connsiteX4" fmla="*/ 24648 w 198984"/>
                <a:gd name="connsiteY4" fmla="*/ 33666 h 249927"/>
                <a:gd name="connsiteX5" fmla="*/ 24648 w 198984"/>
                <a:gd name="connsiteY5" fmla="*/ 247890 h 249927"/>
                <a:gd name="connsiteX6" fmla="*/ 41259 w 198984"/>
                <a:gd name="connsiteY6" fmla="*/ 247890 h 249927"/>
                <a:gd name="connsiteX7" fmla="*/ 58577 w 198984"/>
                <a:gd name="connsiteY7" fmla="*/ 227896 h 249927"/>
                <a:gd name="connsiteX8" fmla="*/ 110179 w 198984"/>
                <a:gd name="connsiteY8" fmla="*/ 250032 h 249927"/>
                <a:gd name="connsiteX9" fmla="*/ 199245 w 198984"/>
                <a:gd name="connsiteY9" fmla="*/ 168270 h 249927"/>
                <a:gd name="connsiteX10" fmla="*/ 114774 w 198984"/>
                <a:gd name="connsiteY10" fmla="*/ 87222 h 249927"/>
                <a:gd name="connsiteX11" fmla="*/ 62819 w 198984"/>
                <a:gd name="connsiteY11" fmla="*/ 104717 h 249927"/>
                <a:gd name="connsiteX12" fmla="*/ 64939 w 198984"/>
                <a:gd name="connsiteY12" fmla="*/ 212543 h 249927"/>
                <a:gd name="connsiteX13" fmla="*/ 64939 w 198984"/>
                <a:gd name="connsiteY13" fmla="*/ 122926 h 249927"/>
                <a:gd name="connsiteX14" fmla="*/ 110886 w 198984"/>
                <a:gd name="connsiteY14" fmla="*/ 100075 h 249927"/>
                <a:gd name="connsiteX15" fmla="*/ 154005 w 198984"/>
                <a:gd name="connsiteY15" fmla="*/ 168270 h 249927"/>
                <a:gd name="connsiteX16" fmla="*/ 144816 w 198984"/>
                <a:gd name="connsiteY16" fmla="*/ 218613 h 249927"/>
                <a:gd name="connsiteX17" fmla="*/ 106998 w 198984"/>
                <a:gd name="connsiteY17" fmla="*/ 237179 h 249927"/>
                <a:gd name="connsiteX18" fmla="*/ 64939 w 198984"/>
                <a:gd name="connsiteY18" fmla="*/ 212543 h 249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984" h="249927">
                  <a:moveTo>
                    <a:pt x="62819" y="104717"/>
                  </a:moveTo>
                  <a:lnTo>
                    <a:pt x="62819" y="104"/>
                  </a:lnTo>
                  <a:lnTo>
                    <a:pt x="260" y="2961"/>
                  </a:lnTo>
                  <a:lnTo>
                    <a:pt x="260" y="19742"/>
                  </a:lnTo>
                  <a:cubicBezTo>
                    <a:pt x="22174" y="19742"/>
                    <a:pt x="24648" y="19742"/>
                    <a:pt x="24648" y="33666"/>
                  </a:cubicBezTo>
                  <a:lnTo>
                    <a:pt x="24648" y="247890"/>
                  </a:lnTo>
                  <a:lnTo>
                    <a:pt x="41259" y="247890"/>
                  </a:lnTo>
                  <a:lnTo>
                    <a:pt x="58577" y="227896"/>
                  </a:lnTo>
                  <a:cubicBezTo>
                    <a:pt x="61405" y="230752"/>
                    <a:pt x="78723" y="250032"/>
                    <a:pt x="110179" y="250032"/>
                  </a:cubicBezTo>
                  <a:cubicBezTo>
                    <a:pt x="162841" y="250032"/>
                    <a:pt x="199245" y="217898"/>
                    <a:pt x="199245" y="168270"/>
                  </a:cubicBezTo>
                  <a:cubicBezTo>
                    <a:pt x="199245" y="120784"/>
                    <a:pt x="166022" y="87222"/>
                    <a:pt x="114774" y="87222"/>
                  </a:cubicBezTo>
                  <a:cubicBezTo>
                    <a:pt x="88973" y="87222"/>
                    <a:pt x="71301" y="97576"/>
                    <a:pt x="62819" y="104717"/>
                  </a:cubicBezTo>
                  <a:close/>
                  <a:moveTo>
                    <a:pt x="64939" y="212543"/>
                  </a:moveTo>
                  <a:lnTo>
                    <a:pt x="64939" y="122926"/>
                  </a:lnTo>
                  <a:cubicBezTo>
                    <a:pt x="74482" y="110430"/>
                    <a:pt x="91447" y="100075"/>
                    <a:pt x="110886" y="100075"/>
                  </a:cubicBezTo>
                  <a:cubicBezTo>
                    <a:pt x="154005" y="100075"/>
                    <a:pt x="154005" y="143277"/>
                    <a:pt x="154005" y="168270"/>
                  </a:cubicBezTo>
                  <a:cubicBezTo>
                    <a:pt x="154005" y="185051"/>
                    <a:pt x="154005" y="204688"/>
                    <a:pt x="144816" y="218613"/>
                  </a:cubicBezTo>
                  <a:cubicBezTo>
                    <a:pt x="134566" y="233251"/>
                    <a:pt x="118308" y="237179"/>
                    <a:pt x="106998" y="237179"/>
                  </a:cubicBezTo>
                  <a:cubicBezTo>
                    <a:pt x="82258" y="237179"/>
                    <a:pt x="68474" y="217898"/>
                    <a:pt x="64939" y="212543"/>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6" name="Freeform: Shape 35">
              <a:extLst>
                <a:ext uri="{FF2B5EF4-FFF2-40B4-BE49-F238E27FC236}">
                  <a16:creationId xmlns:a16="http://schemas.microsoft.com/office/drawing/2014/main" id="{E6B25405-1C5F-4BF0-D076-3E6291EDF98D}"/>
                </a:ext>
              </a:extLst>
            </p:cNvPr>
            <p:cNvSpPr/>
            <p:nvPr/>
          </p:nvSpPr>
          <p:spPr>
            <a:xfrm>
              <a:off x="12035683" y="5949726"/>
              <a:ext cx="64325" cy="249677"/>
            </a:xfrm>
            <a:custGeom>
              <a:avLst/>
              <a:gdLst>
                <a:gd name="connsiteX0" fmla="*/ 59644 w 64325"/>
                <a:gd name="connsiteY0" fmla="*/ 100 h 249677"/>
                <a:gd name="connsiteX1" fmla="*/ 267 w 64325"/>
                <a:gd name="connsiteY1" fmla="*/ 124814 h 249677"/>
                <a:gd name="connsiteX2" fmla="*/ 59644 w 64325"/>
                <a:gd name="connsiteY2" fmla="*/ 249778 h 249677"/>
                <a:gd name="connsiteX3" fmla="*/ 64592 w 64325"/>
                <a:gd name="connsiteY3" fmla="*/ 246779 h 249677"/>
                <a:gd name="connsiteX4" fmla="*/ 62118 w 64325"/>
                <a:gd name="connsiteY4" fmla="*/ 243030 h 249677"/>
                <a:gd name="connsiteX5" fmla="*/ 17090 w 64325"/>
                <a:gd name="connsiteY5" fmla="*/ 125064 h 249677"/>
                <a:gd name="connsiteX6" fmla="*/ 62860 w 64325"/>
                <a:gd name="connsiteY6" fmla="*/ 6099 h 249677"/>
                <a:gd name="connsiteX7" fmla="*/ 64592 w 64325"/>
                <a:gd name="connsiteY7" fmla="*/ 3099 h 249677"/>
                <a:gd name="connsiteX8" fmla="*/ 59644 w 64325"/>
                <a:gd name="connsiteY8" fmla="*/ 100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9677">
                  <a:moveTo>
                    <a:pt x="59644" y="100"/>
                  </a:moveTo>
                  <a:cubicBezTo>
                    <a:pt x="12637" y="33591"/>
                    <a:pt x="267" y="86575"/>
                    <a:pt x="267" y="124814"/>
                  </a:cubicBezTo>
                  <a:cubicBezTo>
                    <a:pt x="267" y="160054"/>
                    <a:pt x="10658" y="214788"/>
                    <a:pt x="59644" y="249778"/>
                  </a:cubicBezTo>
                  <a:cubicBezTo>
                    <a:pt x="61623" y="249778"/>
                    <a:pt x="64592" y="249778"/>
                    <a:pt x="64592" y="246779"/>
                  </a:cubicBezTo>
                  <a:cubicBezTo>
                    <a:pt x="64592" y="245279"/>
                    <a:pt x="63850" y="244779"/>
                    <a:pt x="62118" y="243030"/>
                  </a:cubicBezTo>
                  <a:cubicBezTo>
                    <a:pt x="29213" y="213039"/>
                    <a:pt x="17090" y="170551"/>
                    <a:pt x="17090" y="125064"/>
                  </a:cubicBezTo>
                  <a:cubicBezTo>
                    <a:pt x="17090" y="57584"/>
                    <a:pt x="42573" y="24593"/>
                    <a:pt x="62860" y="6099"/>
                  </a:cubicBezTo>
                  <a:cubicBezTo>
                    <a:pt x="63850" y="5099"/>
                    <a:pt x="64592" y="4349"/>
                    <a:pt x="64592" y="3099"/>
                  </a:cubicBezTo>
                  <a:cubicBezTo>
                    <a:pt x="64592" y="100"/>
                    <a:pt x="61623" y="100"/>
                    <a:pt x="59644" y="100"/>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7" name="Freeform: Shape 36">
              <a:extLst>
                <a:ext uri="{FF2B5EF4-FFF2-40B4-BE49-F238E27FC236}">
                  <a16:creationId xmlns:a16="http://schemas.microsoft.com/office/drawing/2014/main" id="{1B80A7B8-38D5-719A-CE07-33FBB0E89723}"/>
                </a:ext>
              </a:extLst>
            </p:cNvPr>
            <p:cNvSpPr/>
            <p:nvPr/>
          </p:nvSpPr>
          <p:spPr>
            <a:xfrm>
              <a:off x="12144648" y="5971220"/>
              <a:ext cx="90055" cy="165951"/>
            </a:xfrm>
            <a:custGeom>
              <a:avLst/>
              <a:gdLst>
                <a:gd name="connsiteX0" fmla="*/ 56184 w 90055"/>
                <a:gd name="connsiteY0" fmla="*/ 7098 h 165951"/>
                <a:gd name="connsiteX1" fmla="*/ 48761 w 90055"/>
                <a:gd name="connsiteY1" fmla="*/ 100 h 165951"/>
                <a:gd name="connsiteX2" fmla="*/ 270 w 90055"/>
                <a:gd name="connsiteY2" fmla="*/ 16096 h 165951"/>
                <a:gd name="connsiteX3" fmla="*/ 270 w 90055"/>
                <a:gd name="connsiteY3" fmla="*/ 25093 h 165951"/>
                <a:gd name="connsiteX4" fmla="*/ 36144 w 90055"/>
                <a:gd name="connsiteY4" fmla="*/ 18095 h 165951"/>
                <a:gd name="connsiteX5" fmla="*/ 36144 w 90055"/>
                <a:gd name="connsiteY5" fmla="*/ 145558 h 165951"/>
                <a:gd name="connsiteX6" fmla="*/ 11403 w 90055"/>
                <a:gd name="connsiteY6" fmla="*/ 157055 h 165951"/>
                <a:gd name="connsiteX7" fmla="*/ 2002 w 90055"/>
                <a:gd name="connsiteY7" fmla="*/ 157055 h 165951"/>
                <a:gd name="connsiteX8" fmla="*/ 2002 w 90055"/>
                <a:gd name="connsiteY8" fmla="*/ 166052 h 165951"/>
                <a:gd name="connsiteX9" fmla="*/ 46040 w 90055"/>
                <a:gd name="connsiteY9" fmla="*/ 165053 h 165951"/>
                <a:gd name="connsiteX10" fmla="*/ 90325 w 90055"/>
                <a:gd name="connsiteY10" fmla="*/ 166052 h 165951"/>
                <a:gd name="connsiteX11" fmla="*/ 90325 w 90055"/>
                <a:gd name="connsiteY11" fmla="*/ 157055 h 165951"/>
                <a:gd name="connsiteX12" fmla="*/ 80924 w 90055"/>
                <a:gd name="connsiteY12" fmla="*/ 157055 h 165951"/>
                <a:gd name="connsiteX13" fmla="*/ 56184 w 90055"/>
                <a:gd name="connsiteY13" fmla="*/ 145558 h 165951"/>
                <a:gd name="connsiteX14" fmla="*/ 56184 w 90055"/>
                <a:gd name="connsiteY14" fmla="*/ 7098 h 165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55" h="165951">
                  <a:moveTo>
                    <a:pt x="56184" y="7098"/>
                  </a:moveTo>
                  <a:cubicBezTo>
                    <a:pt x="56184" y="350"/>
                    <a:pt x="55689" y="100"/>
                    <a:pt x="48761" y="100"/>
                  </a:cubicBezTo>
                  <a:cubicBezTo>
                    <a:pt x="32927" y="15846"/>
                    <a:pt x="10414" y="16096"/>
                    <a:pt x="270" y="16096"/>
                  </a:cubicBezTo>
                  <a:lnTo>
                    <a:pt x="270" y="25093"/>
                  </a:lnTo>
                  <a:cubicBezTo>
                    <a:pt x="6208" y="25093"/>
                    <a:pt x="22536" y="25093"/>
                    <a:pt x="36144" y="18095"/>
                  </a:cubicBezTo>
                  <a:lnTo>
                    <a:pt x="36144" y="145558"/>
                  </a:lnTo>
                  <a:cubicBezTo>
                    <a:pt x="36144" y="153806"/>
                    <a:pt x="36144" y="157055"/>
                    <a:pt x="11403" y="157055"/>
                  </a:cubicBezTo>
                  <a:lnTo>
                    <a:pt x="2002" y="157055"/>
                  </a:lnTo>
                  <a:lnTo>
                    <a:pt x="2002" y="166052"/>
                  </a:lnTo>
                  <a:cubicBezTo>
                    <a:pt x="6455" y="165802"/>
                    <a:pt x="36886" y="165053"/>
                    <a:pt x="46040" y="165053"/>
                  </a:cubicBezTo>
                  <a:cubicBezTo>
                    <a:pt x="53710" y="165053"/>
                    <a:pt x="84883" y="165802"/>
                    <a:pt x="90325" y="166052"/>
                  </a:cubicBezTo>
                  <a:lnTo>
                    <a:pt x="90325" y="157055"/>
                  </a:lnTo>
                  <a:lnTo>
                    <a:pt x="80924" y="157055"/>
                  </a:lnTo>
                  <a:cubicBezTo>
                    <a:pt x="56184" y="157055"/>
                    <a:pt x="56184" y="153806"/>
                    <a:pt x="56184" y="145558"/>
                  </a:cubicBezTo>
                  <a:lnTo>
                    <a:pt x="56184" y="7098"/>
                  </a:ln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8" name="Freeform: Shape 37">
              <a:extLst>
                <a:ext uri="{FF2B5EF4-FFF2-40B4-BE49-F238E27FC236}">
                  <a16:creationId xmlns:a16="http://schemas.microsoft.com/office/drawing/2014/main" id="{B3F2B4AC-D43B-0EE1-0F9B-17DC02553385}"/>
                </a:ext>
              </a:extLst>
            </p:cNvPr>
            <p:cNvSpPr/>
            <p:nvPr/>
          </p:nvSpPr>
          <p:spPr>
            <a:xfrm>
              <a:off x="12276131" y="5949726"/>
              <a:ext cx="64077" cy="249677"/>
            </a:xfrm>
            <a:custGeom>
              <a:avLst/>
              <a:gdLst>
                <a:gd name="connsiteX0" fmla="*/ 4975 w 64077"/>
                <a:gd name="connsiteY0" fmla="*/ 100 h 249677"/>
                <a:gd name="connsiteX1" fmla="*/ 274 w 64077"/>
                <a:gd name="connsiteY1" fmla="*/ 3099 h 249677"/>
                <a:gd name="connsiteX2" fmla="*/ 2501 w 64077"/>
                <a:gd name="connsiteY2" fmla="*/ 6848 h 249677"/>
                <a:gd name="connsiteX3" fmla="*/ 47528 w 64077"/>
                <a:gd name="connsiteY3" fmla="*/ 124814 h 249677"/>
                <a:gd name="connsiteX4" fmla="*/ 4727 w 64077"/>
                <a:gd name="connsiteY4" fmla="*/ 241030 h 249677"/>
                <a:gd name="connsiteX5" fmla="*/ 274 w 64077"/>
                <a:gd name="connsiteY5" fmla="*/ 246779 h 249677"/>
                <a:gd name="connsiteX6" fmla="*/ 3490 w 64077"/>
                <a:gd name="connsiteY6" fmla="*/ 249778 h 249677"/>
                <a:gd name="connsiteX7" fmla="*/ 46291 w 64077"/>
                <a:gd name="connsiteY7" fmla="*/ 202042 h 249677"/>
                <a:gd name="connsiteX8" fmla="*/ 64352 w 64077"/>
                <a:gd name="connsiteY8" fmla="*/ 125064 h 249677"/>
                <a:gd name="connsiteX9" fmla="*/ 4975 w 64077"/>
                <a:gd name="connsiteY9" fmla="*/ 100 h 249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9677">
                  <a:moveTo>
                    <a:pt x="4975" y="100"/>
                  </a:moveTo>
                  <a:cubicBezTo>
                    <a:pt x="3243" y="100"/>
                    <a:pt x="274" y="100"/>
                    <a:pt x="274" y="3099"/>
                  </a:cubicBezTo>
                  <a:cubicBezTo>
                    <a:pt x="274" y="4349"/>
                    <a:pt x="1016" y="5099"/>
                    <a:pt x="2501" y="6848"/>
                  </a:cubicBezTo>
                  <a:cubicBezTo>
                    <a:pt x="23777" y="26593"/>
                    <a:pt x="47528" y="60333"/>
                    <a:pt x="47528" y="124814"/>
                  </a:cubicBezTo>
                  <a:cubicBezTo>
                    <a:pt x="47528" y="177049"/>
                    <a:pt x="31447" y="216538"/>
                    <a:pt x="4727" y="241030"/>
                  </a:cubicBezTo>
                  <a:cubicBezTo>
                    <a:pt x="521" y="245279"/>
                    <a:pt x="274" y="245529"/>
                    <a:pt x="274" y="246779"/>
                  </a:cubicBezTo>
                  <a:cubicBezTo>
                    <a:pt x="274" y="248028"/>
                    <a:pt x="1016" y="249778"/>
                    <a:pt x="3490" y="249778"/>
                  </a:cubicBezTo>
                  <a:cubicBezTo>
                    <a:pt x="6459" y="249778"/>
                    <a:pt x="29963" y="233283"/>
                    <a:pt x="46291" y="202042"/>
                  </a:cubicBezTo>
                  <a:cubicBezTo>
                    <a:pt x="57177" y="181298"/>
                    <a:pt x="64352" y="154306"/>
                    <a:pt x="64352" y="125064"/>
                  </a:cubicBezTo>
                  <a:cubicBezTo>
                    <a:pt x="64352" y="89824"/>
                    <a:pt x="53961" y="35090"/>
                    <a:pt x="4975" y="100"/>
                  </a:cubicBezTo>
                  <a:close/>
                </a:path>
              </a:pathLst>
            </a:custGeom>
            <a:solidFill>
              <a:srgbClr val="000000"/>
            </a:solidFill>
            <a:ln w="3540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mc:AlternateContent xmlns:mc="http://schemas.openxmlformats.org/markup-compatibility/2006">
        <mc:Choice xmlns:a14="http://schemas.microsoft.com/office/drawing/2010/main" Requires="a14">
          <p:sp>
            <p:nvSpPr>
              <p:cNvPr id="41" name="Content Placeholder 4">
                <a:extLst>
                  <a:ext uri="{FF2B5EF4-FFF2-40B4-BE49-F238E27FC236}">
                    <a16:creationId xmlns:a16="http://schemas.microsoft.com/office/drawing/2014/main" id="{23426EF1-143D-E4CC-5440-E0AAA7167DDA}"/>
                  </a:ext>
                </a:extLst>
              </p:cNvPr>
              <p:cNvSpPr>
                <a:spLocks noGrp="1"/>
              </p:cNvSpPr>
              <p:nvPr/>
            </p:nvSpPr>
            <p:spPr>
              <a:xfrm>
                <a:off x="475785" y="1253331"/>
                <a:ext cx="10878015" cy="53184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latin typeface="Nunito" pitchFamily="2" charset="0"/>
                </a:endParaRPr>
              </a:p>
              <a:p>
                <a:endParaRPr lang="en-US" sz="2400" dirty="0">
                  <a:latin typeface="Nunito" pitchFamily="2" charset="0"/>
                </a:endParaRPr>
              </a:p>
              <a:p>
                <a:endParaRPr lang="en-US" sz="2400" dirty="0">
                  <a:latin typeface="Nunito" pitchFamily="2" charset="0"/>
                </a:endParaRPr>
              </a:p>
              <a:p>
                <a:endParaRPr lang="en-US" sz="2400" dirty="0">
                  <a:latin typeface="Nunito" pitchFamily="2" charset="0"/>
                </a:endParaRPr>
              </a:p>
              <a:p>
                <a:endParaRPr lang="en-US" sz="2400" dirty="0">
                  <a:latin typeface="Nunito" pitchFamily="2" charset="0"/>
                </a:endParaRPr>
              </a:p>
              <a:p>
                <a:pPr marL="0" indent="0">
                  <a:buNone/>
                </a:pPr>
                <a:r>
                  <a:rPr lang="en-US" sz="2400" dirty="0">
                    <a:latin typeface="Nunito" pitchFamily="2" charset="0"/>
                  </a:rPr>
                  <a:t>We empirically don’t pass the final layer into an activation function</a:t>
                </a:r>
              </a:p>
              <a:p>
                <a:pPr marL="0" indent="0">
                  <a:buNone/>
                </a:pPr>
                <a:endParaRPr lang="en-US" sz="2400" dirty="0">
                  <a:latin typeface="Nunito" pitchFamily="2" charset="0"/>
                </a:endParaRPr>
              </a:p>
              <a:p>
                <a:pPr marL="0" indent="0">
                  <a:buNone/>
                </a:pPr>
                <a:r>
                  <a:rPr lang="en-US" sz="2400" dirty="0">
                    <a:latin typeface="Nunito" pitchFamily="2" charset="0"/>
                  </a:rPr>
                  <a:t>How can we get </a:t>
                </a:r>
                <a14:m>
                  <m:oMath xmlns:m="http://schemas.openxmlformats.org/officeDocument/2006/math">
                    <m:r>
                      <a:rPr lang="en-CA" sz="2400" b="1" i="1" smtClean="0">
                        <a:latin typeface="Cambria Math" panose="02040503050406030204" pitchFamily="18" charset="0"/>
                      </a:rPr>
                      <m:t>𝒙</m:t>
                    </m:r>
                  </m:oMath>
                </a14:m>
                <a:r>
                  <a:rPr lang="en-US" sz="2400" dirty="0">
                    <a:latin typeface="Nunito" pitchFamily="2" charset="0"/>
                  </a:rPr>
                  <a:t> for a sentence?</a:t>
                </a:r>
              </a:p>
              <a:p>
                <a:pPr lvl="1"/>
                <a:r>
                  <a:rPr lang="en-US" sz="2000" dirty="0">
                    <a:latin typeface="Nunito" pitchFamily="2" charset="0"/>
                  </a:rPr>
                  <a:t>Average word embeddings</a:t>
                </a:r>
              </a:p>
              <a:p>
                <a:pPr lvl="1"/>
                <a:r>
                  <a:rPr lang="en-US" sz="2000" dirty="0">
                    <a:latin typeface="Nunito" pitchFamily="2" charset="0"/>
                  </a:rPr>
                  <a:t>More complicated neural network structures</a:t>
                </a:r>
              </a:p>
            </p:txBody>
          </p:sp>
        </mc:Choice>
        <mc:Fallback>
          <p:sp>
            <p:nvSpPr>
              <p:cNvPr id="41" name="Content Placeholder 4">
                <a:extLst>
                  <a:ext uri="{FF2B5EF4-FFF2-40B4-BE49-F238E27FC236}">
                    <a16:creationId xmlns:a16="http://schemas.microsoft.com/office/drawing/2014/main" id="{23426EF1-143D-E4CC-5440-E0AAA7167DDA}"/>
                  </a:ext>
                </a:extLst>
              </p:cNvPr>
              <p:cNvSpPr>
                <a:spLocks noGrp="1" noRot="1" noChangeAspect="1" noMove="1" noResize="1" noEditPoints="1" noAdjustHandles="1" noChangeArrowheads="1" noChangeShapeType="1" noTextEdit="1"/>
              </p:cNvSpPr>
              <p:nvPr/>
            </p:nvSpPr>
            <p:spPr>
              <a:xfrm>
                <a:off x="475785" y="1253331"/>
                <a:ext cx="10878015" cy="5318454"/>
              </a:xfrm>
              <a:prstGeom prst="rect">
                <a:avLst/>
              </a:prstGeom>
              <a:blipFill>
                <a:blip r:embed="rId2"/>
                <a:stretch>
                  <a:fillRect l="-840"/>
                </a:stretch>
              </a:blipFill>
            </p:spPr>
            <p:txBody>
              <a:bodyPr/>
              <a:lstStyle/>
              <a:p>
                <a:r>
                  <a:rPr lang="en-CA">
                    <a:noFill/>
                  </a:rPr>
                  <a:t> </a:t>
                </a:r>
              </a:p>
            </p:txBody>
          </p:sp>
        </mc:Fallback>
      </mc:AlternateContent>
    </p:spTree>
    <p:extLst>
      <p:ext uri="{BB962C8B-B14F-4D97-AF65-F5344CB8AC3E}">
        <p14:creationId xmlns:p14="http://schemas.microsoft.com/office/powerpoint/2010/main" val="63339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E2BBF-9B45-613C-5742-B9822C5EA1BF}"/>
              </a:ext>
            </a:extLst>
          </p:cNvPr>
          <p:cNvSpPr>
            <a:spLocks noGrp="1"/>
          </p:cNvSpPr>
          <p:nvPr>
            <p:ph type="title"/>
          </p:nvPr>
        </p:nvSpPr>
        <p:spPr/>
        <p:txBody>
          <a:bodyPr/>
          <a:lstStyle/>
          <a:p>
            <a:r>
              <a:rPr lang="en-CA" dirty="0"/>
              <a:t>Neural Network: Training</a:t>
            </a:r>
          </a:p>
        </p:txBody>
      </p:sp>
      <p:sp>
        <p:nvSpPr>
          <p:cNvPr id="4" name="Slide Number Placeholder 3">
            <a:extLst>
              <a:ext uri="{FF2B5EF4-FFF2-40B4-BE49-F238E27FC236}">
                <a16:creationId xmlns:a16="http://schemas.microsoft.com/office/drawing/2014/main" id="{20CD7214-1EEA-3DD1-36A9-6D1C77213FEF}"/>
              </a:ext>
            </a:extLst>
          </p:cNvPr>
          <p:cNvSpPr>
            <a:spLocks noGrp="1"/>
          </p:cNvSpPr>
          <p:nvPr>
            <p:ph type="sldNum" sz="quarter" idx="12"/>
          </p:nvPr>
        </p:nvSpPr>
        <p:spPr/>
        <p:txBody>
          <a:bodyPr/>
          <a:lstStyle/>
          <a:p>
            <a:fld id="{A36FF760-4833-4FC2-9C74-46CD274694B2}" type="slidenum">
              <a:rPr lang="en-CA" smtClean="0"/>
              <a:pPr/>
              <a:t>33</a:t>
            </a:fld>
            <a:endParaRPr lang="en-CA"/>
          </a:p>
        </p:txBody>
      </p:sp>
      <p:grpSp>
        <p:nvGrpSpPr>
          <p:cNvPr id="5" name="Group 4" descr="\documentclass{article}&#10;\usepackage{amsmath,amssymb}&#10;\pagestyle{empty}&#10;\begin{document}&#10;&#10;\newcommand{\score}{\textrm{score}}&#10;\newcommand{\classify}{\textrm{classify}}&#10;\newcommand{\bx}{\mathbf{x}}&#10;&#10;\begin{align*}&#10;\mathbf{s} = \left[&#10;\begin{aligned}&#10;\text{score}(\mathbf{x}, 0; \mathbf{w}) \\&#10;\text{score}(\mathbf{x}, 1; \mathbf{w})&#10;\end{aligned}&#10;\right]&#10;\overset{\text{softmax}}{\Rightarrow}&#10;\mathbf{p} = \left[&#10;\begin{aligned}&#10;\frac{e^{\text{score}(\mathbf{x}, 0; \mathbf{w})}}{Z} \\&#10;\frac{e^{\text{score}(\mathbf{x}, 1; \mathbf{w})}}{Z}&#10;\end{aligned}&#10;\right]&#10;\end{align*}&#10;&#10;&#10;\end{document}" title="IguanaTex Vector Display">
            <a:extLst>
              <a:ext uri="{FF2B5EF4-FFF2-40B4-BE49-F238E27FC236}">
                <a16:creationId xmlns:a16="http://schemas.microsoft.com/office/drawing/2014/main" id="{8722CDB4-5CAA-10F2-5266-76AEF485F816}"/>
              </a:ext>
            </a:extLst>
          </p:cNvPr>
          <p:cNvGrpSpPr>
            <a:grpSpLocks noChangeAspect="1"/>
          </p:cNvGrpSpPr>
          <p:nvPr/>
        </p:nvGrpSpPr>
        <p:grpSpPr>
          <a:xfrm>
            <a:off x="2531824" y="1170107"/>
            <a:ext cx="7128353" cy="1727319"/>
            <a:chOff x="7606280" y="4819800"/>
            <a:chExt cx="7128353" cy="1727319"/>
          </a:xfrm>
        </p:grpSpPr>
        <p:sp>
          <p:nvSpPr>
            <p:cNvPr id="36" name="Freeform: Shape 35">
              <a:extLst>
                <a:ext uri="{FF2B5EF4-FFF2-40B4-BE49-F238E27FC236}">
                  <a16:creationId xmlns:a16="http://schemas.microsoft.com/office/drawing/2014/main" id="{8189CB95-E199-EB5C-EE71-BC73387CBD60}"/>
                </a:ext>
              </a:extLst>
            </p:cNvPr>
            <p:cNvSpPr/>
            <p:nvPr/>
          </p:nvSpPr>
          <p:spPr>
            <a:xfrm>
              <a:off x="7606280" y="5611910"/>
              <a:ext cx="133560" cy="161780"/>
            </a:xfrm>
            <a:custGeom>
              <a:avLst/>
              <a:gdLst>
                <a:gd name="connsiteX0" fmla="*/ 61421 w 133560"/>
                <a:gd name="connsiteY0" fmla="*/ 56142 h 161780"/>
                <a:gd name="connsiteX1" fmla="*/ 25285 w 133560"/>
                <a:gd name="connsiteY1" fmla="*/ 33232 h 161780"/>
                <a:gd name="connsiteX2" fmla="*/ 64963 w 133560"/>
                <a:gd name="connsiteY2" fmla="*/ 11379 h 161780"/>
                <a:gd name="connsiteX3" fmla="*/ 106767 w 133560"/>
                <a:gd name="connsiteY3" fmla="*/ 40986 h 161780"/>
                <a:gd name="connsiteX4" fmla="*/ 114916 w 133560"/>
                <a:gd name="connsiteY4" fmla="*/ 48036 h 161780"/>
                <a:gd name="connsiteX5" fmla="*/ 123418 w 133560"/>
                <a:gd name="connsiteY5" fmla="*/ 38167 h 161780"/>
                <a:gd name="connsiteX6" fmla="*/ 123418 w 133560"/>
                <a:gd name="connsiteY6" fmla="*/ 9970 h 161780"/>
                <a:gd name="connsiteX7" fmla="*/ 117041 w 133560"/>
                <a:gd name="connsiteY7" fmla="*/ 101 h 161780"/>
                <a:gd name="connsiteX8" fmla="*/ 101099 w 133560"/>
                <a:gd name="connsiteY8" fmla="*/ 6797 h 161780"/>
                <a:gd name="connsiteX9" fmla="*/ 65318 w 133560"/>
                <a:gd name="connsiteY9" fmla="*/ 101 h 161780"/>
                <a:gd name="connsiteX10" fmla="*/ 132 w 133560"/>
                <a:gd name="connsiteY10" fmla="*/ 46273 h 161780"/>
                <a:gd name="connsiteX11" fmla="*/ 14302 w 133560"/>
                <a:gd name="connsiteY11" fmla="*/ 75880 h 161780"/>
                <a:gd name="connsiteX12" fmla="*/ 69215 w 133560"/>
                <a:gd name="connsiteY12" fmla="*/ 95266 h 161780"/>
                <a:gd name="connsiteX13" fmla="*/ 108539 w 133560"/>
                <a:gd name="connsiteY13" fmla="*/ 122758 h 161780"/>
                <a:gd name="connsiteX14" fmla="*/ 68152 w 133560"/>
                <a:gd name="connsiteY14" fmla="*/ 149193 h 161780"/>
                <a:gd name="connsiteX15" fmla="*/ 17137 w 133560"/>
                <a:gd name="connsiteY15" fmla="*/ 108307 h 161780"/>
                <a:gd name="connsiteX16" fmla="*/ 8634 w 133560"/>
                <a:gd name="connsiteY16" fmla="*/ 103373 h 161780"/>
                <a:gd name="connsiteX17" fmla="*/ 132 w 133560"/>
                <a:gd name="connsiteY17" fmla="*/ 113594 h 161780"/>
                <a:gd name="connsiteX18" fmla="*/ 132 w 133560"/>
                <a:gd name="connsiteY18" fmla="*/ 152013 h 161780"/>
                <a:gd name="connsiteX19" fmla="*/ 6508 w 133560"/>
                <a:gd name="connsiteY19" fmla="*/ 161882 h 161780"/>
                <a:gd name="connsiteX20" fmla="*/ 17137 w 133560"/>
                <a:gd name="connsiteY20" fmla="*/ 156595 h 161780"/>
                <a:gd name="connsiteX21" fmla="*/ 26348 w 133560"/>
                <a:gd name="connsiteY21" fmla="*/ 150603 h 161780"/>
                <a:gd name="connsiteX22" fmla="*/ 68152 w 133560"/>
                <a:gd name="connsiteY22" fmla="*/ 161882 h 161780"/>
                <a:gd name="connsiteX23" fmla="*/ 133692 w 133560"/>
                <a:gd name="connsiteY23" fmla="*/ 110422 h 161780"/>
                <a:gd name="connsiteX24" fmla="*/ 114207 w 133560"/>
                <a:gd name="connsiteY24" fmla="*/ 73061 h 161780"/>
                <a:gd name="connsiteX25" fmla="*/ 61421 w 133560"/>
                <a:gd name="connsiteY25" fmla="*/ 56142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560" h="161780">
                  <a:moveTo>
                    <a:pt x="61421" y="56142"/>
                  </a:moveTo>
                  <a:cubicBezTo>
                    <a:pt x="48313" y="53675"/>
                    <a:pt x="25285" y="49798"/>
                    <a:pt x="25285" y="33232"/>
                  </a:cubicBezTo>
                  <a:cubicBezTo>
                    <a:pt x="25285" y="11379"/>
                    <a:pt x="58232" y="11379"/>
                    <a:pt x="64963" y="11379"/>
                  </a:cubicBezTo>
                  <a:cubicBezTo>
                    <a:pt x="91534" y="11379"/>
                    <a:pt x="104996" y="21601"/>
                    <a:pt x="106767" y="40986"/>
                  </a:cubicBezTo>
                  <a:cubicBezTo>
                    <a:pt x="107122" y="46273"/>
                    <a:pt x="107476" y="48036"/>
                    <a:pt x="114916" y="48036"/>
                  </a:cubicBezTo>
                  <a:cubicBezTo>
                    <a:pt x="123418" y="48036"/>
                    <a:pt x="123418" y="46273"/>
                    <a:pt x="123418" y="38167"/>
                  </a:cubicBezTo>
                  <a:lnTo>
                    <a:pt x="123418" y="9970"/>
                  </a:lnTo>
                  <a:cubicBezTo>
                    <a:pt x="123418" y="3273"/>
                    <a:pt x="123418" y="101"/>
                    <a:pt x="117041" y="101"/>
                  </a:cubicBezTo>
                  <a:cubicBezTo>
                    <a:pt x="115624" y="101"/>
                    <a:pt x="114916" y="101"/>
                    <a:pt x="101099" y="6797"/>
                  </a:cubicBezTo>
                  <a:cubicBezTo>
                    <a:pt x="91888" y="2215"/>
                    <a:pt x="79488" y="101"/>
                    <a:pt x="65318" y="101"/>
                  </a:cubicBezTo>
                  <a:cubicBezTo>
                    <a:pt x="54689" y="101"/>
                    <a:pt x="132" y="101"/>
                    <a:pt x="132" y="46273"/>
                  </a:cubicBezTo>
                  <a:cubicBezTo>
                    <a:pt x="132" y="60372"/>
                    <a:pt x="7217" y="69888"/>
                    <a:pt x="14302" y="75880"/>
                  </a:cubicBezTo>
                  <a:cubicBezTo>
                    <a:pt x="28473" y="88217"/>
                    <a:pt x="41936" y="90331"/>
                    <a:pt x="69215" y="95266"/>
                  </a:cubicBezTo>
                  <a:cubicBezTo>
                    <a:pt x="81968" y="97381"/>
                    <a:pt x="108539" y="101963"/>
                    <a:pt x="108539" y="122758"/>
                  </a:cubicBezTo>
                  <a:cubicBezTo>
                    <a:pt x="108539" y="149193"/>
                    <a:pt x="75946" y="149193"/>
                    <a:pt x="68152" y="149193"/>
                  </a:cubicBezTo>
                  <a:cubicBezTo>
                    <a:pt x="30599" y="149193"/>
                    <a:pt x="21388" y="123463"/>
                    <a:pt x="17137" y="108307"/>
                  </a:cubicBezTo>
                  <a:cubicBezTo>
                    <a:pt x="15365" y="103373"/>
                    <a:pt x="13594" y="103373"/>
                    <a:pt x="8634" y="103373"/>
                  </a:cubicBezTo>
                  <a:cubicBezTo>
                    <a:pt x="132" y="103373"/>
                    <a:pt x="132" y="105487"/>
                    <a:pt x="132" y="113594"/>
                  </a:cubicBezTo>
                  <a:lnTo>
                    <a:pt x="132" y="152013"/>
                  </a:lnTo>
                  <a:cubicBezTo>
                    <a:pt x="132" y="158709"/>
                    <a:pt x="132" y="161882"/>
                    <a:pt x="6508" y="161882"/>
                  </a:cubicBezTo>
                  <a:cubicBezTo>
                    <a:pt x="8988" y="161882"/>
                    <a:pt x="9697" y="161882"/>
                    <a:pt x="17137" y="156595"/>
                  </a:cubicBezTo>
                  <a:cubicBezTo>
                    <a:pt x="17491" y="156595"/>
                    <a:pt x="25285" y="151308"/>
                    <a:pt x="26348" y="150603"/>
                  </a:cubicBezTo>
                  <a:cubicBezTo>
                    <a:pt x="42644" y="161882"/>
                    <a:pt x="61066" y="161882"/>
                    <a:pt x="68152" y="161882"/>
                  </a:cubicBezTo>
                  <a:cubicBezTo>
                    <a:pt x="79134" y="161882"/>
                    <a:pt x="133692" y="161882"/>
                    <a:pt x="133692" y="110422"/>
                  </a:cubicBezTo>
                  <a:cubicBezTo>
                    <a:pt x="133692" y="95266"/>
                    <a:pt x="126607" y="82930"/>
                    <a:pt x="114207" y="73061"/>
                  </a:cubicBezTo>
                  <a:cubicBezTo>
                    <a:pt x="100390" y="62839"/>
                    <a:pt x="89054" y="60724"/>
                    <a:pt x="61421" y="5614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7" name="Freeform: Shape 36">
              <a:extLst>
                <a:ext uri="{FF2B5EF4-FFF2-40B4-BE49-F238E27FC236}">
                  <a16:creationId xmlns:a16="http://schemas.microsoft.com/office/drawing/2014/main" id="{3FB39318-B737-5D22-91AD-491132EA6B47}"/>
                </a:ext>
              </a:extLst>
            </p:cNvPr>
            <p:cNvSpPr/>
            <p:nvPr/>
          </p:nvSpPr>
          <p:spPr>
            <a:xfrm>
              <a:off x="7871764" y="5642222"/>
              <a:ext cx="235590" cy="82476"/>
            </a:xfrm>
            <a:custGeom>
              <a:avLst/>
              <a:gdLst>
                <a:gd name="connsiteX0" fmla="*/ 223684 w 235590"/>
                <a:gd name="connsiteY0" fmla="*/ 14199 h 82476"/>
                <a:gd name="connsiteX1" fmla="*/ 235729 w 235590"/>
                <a:gd name="connsiteY1" fmla="*/ 7150 h 82476"/>
                <a:gd name="connsiteX2" fmla="*/ 224038 w 235590"/>
                <a:gd name="connsiteY2" fmla="*/ 101 h 82476"/>
                <a:gd name="connsiteX3" fmla="*/ 11830 w 235590"/>
                <a:gd name="connsiteY3" fmla="*/ 101 h 82476"/>
                <a:gd name="connsiteX4" fmla="*/ 139 w 235590"/>
                <a:gd name="connsiteY4" fmla="*/ 7150 h 82476"/>
                <a:gd name="connsiteX5" fmla="*/ 12184 w 235590"/>
                <a:gd name="connsiteY5" fmla="*/ 14199 h 82476"/>
                <a:gd name="connsiteX6" fmla="*/ 223684 w 235590"/>
                <a:gd name="connsiteY6" fmla="*/ 14199 h 82476"/>
                <a:gd name="connsiteX7" fmla="*/ 224038 w 235590"/>
                <a:gd name="connsiteY7" fmla="*/ 82577 h 82476"/>
                <a:gd name="connsiteX8" fmla="*/ 235729 w 235590"/>
                <a:gd name="connsiteY8" fmla="*/ 75528 h 82476"/>
                <a:gd name="connsiteX9" fmla="*/ 223684 w 235590"/>
                <a:gd name="connsiteY9" fmla="*/ 68479 h 82476"/>
                <a:gd name="connsiteX10" fmla="*/ 12184 w 235590"/>
                <a:gd name="connsiteY10" fmla="*/ 68479 h 82476"/>
                <a:gd name="connsiteX11" fmla="*/ 139 w 235590"/>
                <a:gd name="connsiteY11" fmla="*/ 75528 h 82476"/>
                <a:gd name="connsiteX12" fmla="*/ 11830 w 235590"/>
                <a:gd name="connsiteY12" fmla="*/ 82577 h 82476"/>
                <a:gd name="connsiteX13" fmla="*/ 224038 w 235590"/>
                <a:gd name="connsiteY13" fmla="*/ 82577 h 82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90" h="82476">
                  <a:moveTo>
                    <a:pt x="223684" y="14199"/>
                  </a:moveTo>
                  <a:cubicBezTo>
                    <a:pt x="228998" y="14199"/>
                    <a:pt x="235729" y="14199"/>
                    <a:pt x="235729" y="7150"/>
                  </a:cubicBezTo>
                  <a:cubicBezTo>
                    <a:pt x="235729" y="101"/>
                    <a:pt x="228998" y="101"/>
                    <a:pt x="224038" y="101"/>
                  </a:cubicBezTo>
                  <a:lnTo>
                    <a:pt x="11830" y="101"/>
                  </a:lnTo>
                  <a:cubicBezTo>
                    <a:pt x="6870" y="101"/>
                    <a:pt x="139" y="101"/>
                    <a:pt x="139" y="7150"/>
                  </a:cubicBezTo>
                  <a:cubicBezTo>
                    <a:pt x="139" y="14199"/>
                    <a:pt x="6870" y="14199"/>
                    <a:pt x="12184" y="14199"/>
                  </a:cubicBezTo>
                  <a:lnTo>
                    <a:pt x="223684" y="14199"/>
                  </a:lnTo>
                  <a:close/>
                  <a:moveTo>
                    <a:pt x="224038" y="82577"/>
                  </a:moveTo>
                  <a:cubicBezTo>
                    <a:pt x="228998" y="82577"/>
                    <a:pt x="235729" y="82577"/>
                    <a:pt x="235729" y="75528"/>
                  </a:cubicBezTo>
                  <a:cubicBezTo>
                    <a:pt x="235729" y="68479"/>
                    <a:pt x="228998" y="68479"/>
                    <a:pt x="223684" y="68479"/>
                  </a:cubicBezTo>
                  <a:lnTo>
                    <a:pt x="12184" y="68479"/>
                  </a:lnTo>
                  <a:cubicBezTo>
                    <a:pt x="6870" y="68479"/>
                    <a:pt x="139" y="68479"/>
                    <a:pt x="139" y="75528"/>
                  </a:cubicBezTo>
                  <a:cubicBezTo>
                    <a:pt x="139" y="82577"/>
                    <a:pt x="6870" y="82577"/>
                    <a:pt x="11830" y="82577"/>
                  </a:cubicBezTo>
                  <a:lnTo>
                    <a:pt x="224038" y="8257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8" name="Freeform: Shape 37">
              <a:extLst>
                <a:ext uri="{FF2B5EF4-FFF2-40B4-BE49-F238E27FC236}">
                  <a16:creationId xmlns:a16="http://schemas.microsoft.com/office/drawing/2014/main" id="{3F881A6C-308E-7D46-1B38-303F5F3D04A2}"/>
                </a:ext>
              </a:extLst>
            </p:cNvPr>
            <p:cNvSpPr/>
            <p:nvPr/>
          </p:nvSpPr>
          <p:spPr>
            <a:xfrm>
              <a:off x="8323301" y="5154759"/>
              <a:ext cx="104864" cy="1057038"/>
            </a:xfrm>
            <a:custGeom>
              <a:avLst/>
              <a:gdLst>
                <a:gd name="connsiteX0" fmla="*/ 149 w 104864"/>
                <a:gd name="connsiteY0" fmla="*/ 1057123 h 1057038"/>
                <a:gd name="connsiteX1" fmla="*/ 105014 w 104864"/>
                <a:gd name="connsiteY1" fmla="*/ 1057123 h 1057038"/>
                <a:gd name="connsiteX2" fmla="*/ 105014 w 104864"/>
                <a:gd name="connsiteY2" fmla="*/ 1035270 h 1057038"/>
                <a:gd name="connsiteX3" fmla="*/ 22114 w 104864"/>
                <a:gd name="connsiteY3" fmla="*/ 1035270 h 1057038"/>
                <a:gd name="connsiteX4" fmla="*/ 22114 w 104864"/>
                <a:gd name="connsiteY4" fmla="*/ 21936 h 1057038"/>
                <a:gd name="connsiteX5" fmla="*/ 105014 w 104864"/>
                <a:gd name="connsiteY5" fmla="*/ 21936 h 1057038"/>
                <a:gd name="connsiteX6" fmla="*/ 105014 w 104864"/>
                <a:gd name="connsiteY6" fmla="*/ 84 h 1057038"/>
                <a:gd name="connsiteX7" fmla="*/ 149 w 104864"/>
                <a:gd name="connsiteY7" fmla="*/ 84 h 1057038"/>
                <a:gd name="connsiteX8" fmla="*/ 149 w 104864"/>
                <a:gd name="connsiteY8" fmla="*/ 1057123 h 105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64" h="1057038">
                  <a:moveTo>
                    <a:pt x="149" y="1057123"/>
                  </a:moveTo>
                  <a:lnTo>
                    <a:pt x="105014" y="1057123"/>
                  </a:lnTo>
                  <a:lnTo>
                    <a:pt x="105014" y="1035270"/>
                  </a:lnTo>
                  <a:lnTo>
                    <a:pt x="22114" y="1035270"/>
                  </a:lnTo>
                  <a:lnTo>
                    <a:pt x="22114" y="21936"/>
                  </a:lnTo>
                  <a:lnTo>
                    <a:pt x="105014" y="21936"/>
                  </a:lnTo>
                  <a:lnTo>
                    <a:pt x="105014" y="84"/>
                  </a:lnTo>
                  <a:lnTo>
                    <a:pt x="149" y="84"/>
                  </a:lnTo>
                  <a:lnTo>
                    <a:pt x="149" y="1057123"/>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9" name="Freeform: Shape 38">
              <a:extLst>
                <a:ext uri="{FF2B5EF4-FFF2-40B4-BE49-F238E27FC236}">
                  <a16:creationId xmlns:a16="http://schemas.microsoft.com/office/drawing/2014/main" id="{7A3A3DB9-6394-D066-4A35-8AAF45ED0D3A}"/>
                </a:ext>
              </a:extLst>
            </p:cNvPr>
            <p:cNvSpPr/>
            <p:nvPr/>
          </p:nvSpPr>
          <p:spPr>
            <a:xfrm>
              <a:off x="8444227" y="5345799"/>
              <a:ext cx="115846" cy="161780"/>
            </a:xfrm>
            <a:custGeom>
              <a:avLst/>
              <a:gdLst>
                <a:gd name="connsiteX0" fmla="*/ 62153 w 115846"/>
                <a:gd name="connsiteY0" fmla="*/ 89619 h 161780"/>
                <a:gd name="connsiteX1" fmla="*/ 98997 w 115846"/>
                <a:gd name="connsiteY1" fmla="*/ 122046 h 161780"/>
                <a:gd name="connsiteX2" fmla="*/ 58964 w 115846"/>
                <a:gd name="connsiteY2" fmla="*/ 154120 h 161780"/>
                <a:gd name="connsiteX3" fmla="*/ 9721 w 115846"/>
                <a:gd name="connsiteY3" fmla="*/ 104070 h 161780"/>
                <a:gd name="connsiteX4" fmla="*/ 4761 w 115846"/>
                <a:gd name="connsiteY4" fmla="*/ 98078 h 161780"/>
                <a:gd name="connsiteX5" fmla="*/ 155 w 115846"/>
                <a:gd name="connsiteY5" fmla="*/ 106890 h 161780"/>
                <a:gd name="connsiteX6" fmla="*/ 155 w 115846"/>
                <a:gd name="connsiteY6" fmla="*/ 153415 h 161780"/>
                <a:gd name="connsiteX7" fmla="*/ 4052 w 115846"/>
                <a:gd name="connsiteY7" fmla="*/ 161874 h 161780"/>
                <a:gd name="connsiteX8" fmla="*/ 12909 w 115846"/>
                <a:gd name="connsiteY8" fmla="*/ 154825 h 161780"/>
                <a:gd name="connsiteX9" fmla="*/ 19994 w 115846"/>
                <a:gd name="connsiteY9" fmla="*/ 146718 h 161780"/>
                <a:gd name="connsiteX10" fmla="*/ 58964 w 115846"/>
                <a:gd name="connsiteY10" fmla="*/ 161874 h 161780"/>
                <a:gd name="connsiteX11" fmla="*/ 116002 w 115846"/>
                <a:gd name="connsiteY11" fmla="*/ 112881 h 161780"/>
                <a:gd name="connsiteX12" fmla="*/ 101123 w 115846"/>
                <a:gd name="connsiteY12" fmla="*/ 79397 h 161780"/>
                <a:gd name="connsiteX13" fmla="*/ 60736 w 115846"/>
                <a:gd name="connsiteY13" fmla="*/ 62479 h 161780"/>
                <a:gd name="connsiteX14" fmla="*/ 17160 w 115846"/>
                <a:gd name="connsiteY14" fmla="*/ 33577 h 161780"/>
                <a:gd name="connsiteX15" fmla="*/ 56839 w 115846"/>
                <a:gd name="connsiteY15" fmla="*/ 6790 h 161780"/>
                <a:gd name="connsiteX16" fmla="*/ 98288 w 115846"/>
                <a:gd name="connsiteY16" fmla="*/ 49438 h 161780"/>
                <a:gd name="connsiteX17" fmla="*/ 102540 w 115846"/>
                <a:gd name="connsiteY17" fmla="*/ 52610 h 161780"/>
                <a:gd name="connsiteX18" fmla="*/ 107145 w 115846"/>
                <a:gd name="connsiteY18" fmla="*/ 44151 h 161780"/>
                <a:gd name="connsiteX19" fmla="*/ 107145 w 115846"/>
                <a:gd name="connsiteY19" fmla="*/ 8552 h 161780"/>
                <a:gd name="connsiteX20" fmla="*/ 103248 w 115846"/>
                <a:gd name="connsiteY20" fmla="*/ 93 h 161780"/>
                <a:gd name="connsiteX21" fmla="*/ 96163 w 115846"/>
                <a:gd name="connsiteY21" fmla="*/ 4323 h 161780"/>
                <a:gd name="connsiteX22" fmla="*/ 90140 w 115846"/>
                <a:gd name="connsiteY22" fmla="*/ 9962 h 161780"/>
                <a:gd name="connsiteX23" fmla="*/ 56839 w 115846"/>
                <a:gd name="connsiteY23" fmla="*/ 93 h 161780"/>
                <a:gd name="connsiteX24" fmla="*/ 155 w 115846"/>
                <a:gd name="connsiteY24" fmla="*/ 43446 h 161780"/>
                <a:gd name="connsiteX25" fmla="*/ 15389 w 115846"/>
                <a:gd name="connsiteY25" fmla="*/ 73406 h 161780"/>
                <a:gd name="connsiteX26" fmla="*/ 62153 w 115846"/>
                <a:gd name="connsiteY26" fmla="*/ 89619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846" h="161780">
                  <a:moveTo>
                    <a:pt x="62153" y="89619"/>
                  </a:moveTo>
                  <a:cubicBezTo>
                    <a:pt x="69947" y="91029"/>
                    <a:pt x="98997" y="96668"/>
                    <a:pt x="98997" y="122046"/>
                  </a:cubicBezTo>
                  <a:cubicBezTo>
                    <a:pt x="98997" y="140021"/>
                    <a:pt x="86597" y="154120"/>
                    <a:pt x="58964" y="154120"/>
                  </a:cubicBezTo>
                  <a:cubicBezTo>
                    <a:pt x="29205" y="154120"/>
                    <a:pt x="16452" y="134029"/>
                    <a:pt x="9721" y="104070"/>
                  </a:cubicBezTo>
                  <a:cubicBezTo>
                    <a:pt x="8658" y="99488"/>
                    <a:pt x="8303" y="98078"/>
                    <a:pt x="4761" y="98078"/>
                  </a:cubicBezTo>
                  <a:cubicBezTo>
                    <a:pt x="155" y="98078"/>
                    <a:pt x="155" y="100545"/>
                    <a:pt x="155" y="106890"/>
                  </a:cubicBezTo>
                  <a:lnTo>
                    <a:pt x="155" y="153415"/>
                  </a:lnTo>
                  <a:cubicBezTo>
                    <a:pt x="155" y="159407"/>
                    <a:pt x="155" y="161874"/>
                    <a:pt x="4052" y="161874"/>
                  </a:cubicBezTo>
                  <a:cubicBezTo>
                    <a:pt x="5824" y="161874"/>
                    <a:pt x="6178" y="161521"/>
                    <a:pt x="12909" y="154825"/>
                  </a:cubicBezTo>
                  <a:cubicBezTo>
                    <a:pt x="13617" y="154120"/>
                    <a:pt x="13617" y="153415"/>
                    <a:pt x="19994" y="146718"/>
                  </a:cubicBezTo>
                  <a:cubicBezTo>
                    <a:pt x="35582" y="161521"/>
                    <a:pt x="51525" y="161874"/>
                    <a:pt x="58964" y="161874"/>
                  </a:cubicBezTo>
                  <a:cubicBezTo>
                    <a:pt x="99706" y="161874"/>
                    <a:pt x="116002" y="138259"/>
                    <a:pt x="116002" y="112881"/>
                  </a:cubicBezTo>
                  <a:cubicBezTo>
                    <a:pt x="116002" y="94201"/>
                    <a:pt x="105374" y="83627"/>
                    <a:pt x="101123" y="79397"/>
                  </a:cubicBezTo>
                  <a:cubicBezTo>
                    <a:pt x="89432" y="68119"/>
                    <a:pt x="75615" y="65299"/>
                    <a:pt x="60736" y="62479"/>
                  </a:cubicBezTo>
                  <a:cubicBezTo>
                    <a:pt x="40896" y="58602"/>
                    <a:pt x="17160" y="54020"/>
                    <a:pt x="17160" y="33577"/>
                  </a:cubicBezTo>
                  <a:cubicBezTo>
                    <a:pt x="17160" y="21241"/>
                    <a:pt x="26371" y="6790"/>
                    <a:pt x="56839" y="6790"/>
                  </a:cubicBezTo>
                  <a:cubicBezTo>
                    <a:pt x="95809" y="6790"/>
                    <a:pt x="97580" y="38512"/>
                    <a:pt x="98288" y="49438"/>
                  </a:cubicBezTo>
                  <a:cubicBezTo>
                    <a:pt x="98643" y="52610"/>
                    <a:pt x="101831" y="52610"/>
                    <a:pt x="102540" y="52610"/>
                  </a:cubicBezTo>
                  <a:cubicBezTo>
                    <a:pt x="107145" y="52610"/>
                    <a:pt x="107145" y="50848"/>
                    <a:pt x="107145" y="44151"/>
                  </a:cubicBezTo>
                  <a:lnTo>
                    <a:pt x="107145" y="8552"/>
                  </a:lnTo>
                  <a:cubicBezTo>
                    <a:pt x="107145" y="2560"/>
                    <a:pt x="107145" y="93"/>
                    <a:pt x="103248" y="93"/>
                  </a:cubicBezTo>
                  <a:cubicBezTo>
                    <a:pt x="101477" y="93"/>
                    <a:pt x="100768" y="93"/>
                    <a:pt x="96163" y="4323"/>
                  </a:cubicBezTo>
                  <a:cubicBezTo>
                    <a:pt x="95100" y="5732"/>
                    <a:pt x="91557" y="8905"/>
                    <a:pt x="90140" y="9962"/>
                  </a:cubicBezTo>
                  <a:cubicBezTo>
                    <a:pt x="76678" y="93"/>
                    <a:pt x="62153" y="93"/>
                    <a:pt x="56839" y="93"/>
                  </a:cubicBezTo>
                  <a:cubicBezTo>
                    <a:pt x="13617" y="93"/>
                    <a:pt x="155" y="23708"/>
                    <a:pt x="155" y="43446"/>
                  </a:cubicBezTo>
                  <a:cubicBezTo>
                    <a:pt x="155" y="55782"/>
                    <a:pt x="5824" y="65651"/>
                    <a:pt x="15389" y="73406"/>
                  </a:cubicBezTo>
                  <a:cubicBezTo>
                    <a:pt x="26726" y="82570"/>
                    <a:pt x="36645" y="84684"/>
                    <a:pt x="62153" y="8961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0" name="Freeform: Shape 39">
              <a:extLst>
                <a:ext uri="{FF2B5EF4-FFF2-40B4-BE49-F238E27FC236}">
                  <a16:creationId xmlns:a16="http://schemas.microsoft.com/office/drawing/2014/main" id="{6B610893-98EE-50EC-4B39-18E4BF136EB5}"/>
                </a:ext>
              </a:extLst>
            </p:cNvPr>
            <p:cNvSpPr/>
            <p:nvPr/>
          </p:nvSpPr>
          <p:spPr>
            <a:xfrm>
              <a:off x="8584322" y="5345799"/>
              <a:ext cx="134977" cy="161780"/>
            </a:xfrm>
            <a:custGeom>
              <a:avLst/>
              <a:gdLst>
                <a:gd name="connsiteX0" fmla="*/ 29564 w 134977"/>
                <a:gd name="connsiteY0" fmla="*/ 81160 h 161780"/>
                <a:gd name="connsiteX1" fmla="*/ 77390 w 134977"/>
                <a:gd name="connsiteY1" fmla="*/ 8905 h 161780"/>
                <a:gd name="connsiteX2" fmla="*/ 115297 w 134977"/>
                <a:gd name="connsiteY2" fmla="*/ 21946 h 161780"/>
                <a:gd name="connsiteX3" fmla="*/ 98647 w 134977"/>
                <a:gd name="connsiteY3" fmla="*/ 38159 h 161780"/>
                <a:gd name="connsiteX4" fmla="*/ 114943 w 134977"/>
                <a:gd name="connsiteY4" fmla="*/ 54372 h 161780"/>
                <a:gd name="connsiteX5" fmla="*/ 131240 w 134977"/>
                <a:gd name="connsiteY5" fmla="*/ 37807 h 161780"/>
                <a:gd name="connsiteX6" fmla="*/ 77036 w 134977"/>
                <a:gd name="connsiteY6" fmla="*/ 93 h 161780"/>
                <a:gd name="connsiteX7" fmla="*/ 159 w 134977"/>
                <a:gd name="connsiteY7" fmla="*/ 81865 h 161780"/>
                <a:gd name="connsiteX8" fmla="*/ 76327 w 134977"/>
                <a:gd name="connsiteY8" fmla="*/ 161874 h 161780"/>
                <a:gd name="connsiteX9" fmla="*/ 135137 w 134977"/>
                <a:gd name="connsiteY9" fmla="*/ 116054 h 161780"/>
                <a:gd name="connsiteX10" fmla="*/ 130531 w 134977"/>
                <a:gd name="connsiteY10" fmla="*/ 112529 h 161780"/>
                <a:gd name="connsiteX11" fmla="*/ 125926 w 134977"/>
                <a:gd name="connsiteY11" fmla="*/ 116054 h 161780"/>
                <a:gd name="connsiteX12" fmla="*/ 79516 w 134977"/>
                <a:gd name="connsiteY12" fmla="*/ 153062 h 161780"/>
                <a:gd name="connsiteX13" fmla="*/ 29564 w 134977"/>
                <a:gd name="connsiteY13" fmla="*/ 81160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977" h="161780">
                  <a:moveTo>
                    <a:pt x="29564" y="81160"/>
                  </a:moveTo>
                  <a:cubicBezTo>
                    <a:pt x="29564" y="23708"/>
                    <a:pt x="58614" y="8905"/>
                    <a:pt x="77390" y="8905"/>
                  </a:cubicBezTo>
                  <a:cubicBezTo>
                    <a:pt x="80579" y="8905"/>
                    <a:pt x="102898" y="9257"/>
                    <a:pt x="115297" y="21946"/>
                  </a:cubicBezTo>
                  <a:cubicBezTo>
                    <a:pt x="100772" y="23003"/>
                    <a:pt x="98647" y="33577"/>
                    <a:pt x="98647" y="38159"/>
                  </a:cubicBezTo>
                  <a:cubicBezTo>
                    <a:pt x="98647" y="47323"/>
                    <a:pt x="105023" y="54372"/>
                    <a:pt x="114943" y="54372"/>
                  </a:cubicBezTo>
                  <a:cubicBezTo>
                    <a:pt x="124154" y="54372"/>
                    <a:pt x="131240" y="48381"/>
                    <a:pt x="131240" y="37807"/>
                  </a:cubicBezTo>
                  <a:cubicBezTo>
                    <a:pt x="131240" y="13839"/>
                    <a:pt x="104315" y="93"/>
                    <a:pt x="77036" y="93"/>
                  </a:cubicBezTo>
                  <a:cubicBezTo>
                    <a:pt x="32752" y="93"/>
                    <a:pt x="159" y="38159"/>
                    <a:pt x="159" y="81865"/>
                  </a:cubicBezTo>
                  <a:cubicBezTo>
                    <a:pt x="159" y="126980"/>
                    <a:pt x="35232" y="161874"/>
                    <a:pt x="76327" y="161874"/>
                  </a:cubicBezTo>
                  <a:cubicBezTo>
                    <a:pt x="123800" y="161874"/>
                    <a:pt x="135137" y="119578"/>
                    <a:pt x="135137" y="116054"/>
                  </a:cubicBezTo>
                  <a:cubicBezTo>
                    <a:pt x="135137" y="112529"/>
                    <a:pt x="131594" y="112529"/>
                    <a:pt x="130531" y="112529"/>
                  </a:cubicBezTo>
                  <a:cubicBezTo>
                    <a:pt x="127343" y="112529"/>
                    <a:pt x="126634" y="113939"/>
                    <a:pt x="125926" y="116054"/>
                  </a:cubicBezTo>
                  <a:cubicBezTo>
                    <a:pt x="115652" y="148833"/>
                    <a:pt x="92624" y="153062"/>
                    <a:pt x="79516" y="153062"/>
                  </a:cubicBezTo>
                  <a:cubicBezTo>
                    <a:pt x="60740" y="153062"/>
                    <a:pt x="29564" y="137906"/>
                    <a:pt x="29564" y="8116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1" name="Freeform: Shape 40">
              <a:extLst>
                <a:ext uri="{FF2B5EF4-FFF2-40B4-BE49-F238E27FC236}">
                  <a16:creationId xmlns:a16="http://schemas.microsoft.com/office/drawing/2014/main" id="{37D264FE-1D2D-C257-113F-A449045BBC17}"/>
                </a:ext>
              </a:extLst>
            </p:cNvPr>
            <p:cNvSpPr/>
            <p:nvPr/>
          </p:nvSpPr>
          <p:spPr>
            <a:xfrm>
              <a:off x="8739651" y="5345799"/>
              <a:ext cx="156942" cy="161780"/>
            </a:xfrm>
            <a:custGeom>
              <a:avLst/>
              <a:gdLst>
                <a:gd name="connsiteX0" fmla="*/ 157106 w 156942"/>
                <a:gd name="connsiteY0" fmla="*/ 82570 h 161780"/>
                <a:gd name="connsiteX1" fmla="*/ 78812 w 156942"/>
                <a:gd name="connsiteY1" fmla="*/ 93 h 161780"/>
                <a:gd name="connsiteX2" fmla="*/ 164 w 156942"/>
                <a:gd name="connsiteY2" fmla="*/ 82570 h 161780"/>
                <a:gd name="connsiteX3" fmla="*/ 78458 w 156942"/>
                <a:gd name="connsiteY3" fmla="*/ 161874 h 161780"/>
                <a:gd name="connsiteX4" fmla="*/ 157106 w 156942"/>
                <a:gd name="connsiteY4" fmla="*/ 82570 h 161780"/>
                <a:gd name="connsiteX5" fmla="*/ 78812 w 156942"/>
                <a:gd name="connsiteY5" fmla="*/ 153062 h 161780"/>
                <a:gd name="connsiteX6" fmla="*/ 38425 w 156942"/>
                <a:gd name="connsiteY6" fmla="*/ 129447 h 161780"/>
                <a:gd name="connsiteX7" fmla="*/ 29568 w 156942"/>
                <a:gd name="connsiteY7" fmla="*/ 79750 h 161780"/>
                <a:gd name="connsiteX8" fmla="*/ 38071 w 156942"/>
                <a:gd name="connsiteY8" fmla="*/ 31462 h 161780"/>
                <a:gd name="connsiteX9" fmla="*/ 78458 w 156942"/>
                <a:gd name="connsiteY9" fmla="*/ 7847 h 161780"/>
                <a:gd name="connsiteX10" fmla="*/ 118490 w 156942"/>
                <a:gd name="connsiteY10" fmla="*/ 30757 h 161780"/>
                <a:gd name="connsiteX11" fmla="*/ 127701 w 156942"/>
                <a:gd name="connsiteY11" fmla="*/ 79750 h 161780"/>
                <a:gd name="connsiteX12" fmla="*/ 119907 w 156942"/>
                <a:gd name="connsiteY12" fmla="*/ 126980 h 161780"/>
                <a:gd name="connsiteX13" fmla="*/ 78812 w 156942"/>
                <a:gd name="connsiteY13" fmla="*/ 153062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942" h="161780">
                  <a:moveTo>
                    <a:pt x="157106" y="82570"/>
                  </a:moveTo>
                  <a:cubicBezTo>
                    <a:pt x="157106" y="37454"/>
                    <a:pt x="121679" y="93"/>
                    <a:pt x="78812" y="93"/>
                  </a:cubicBezTo>
                  <a:cubicBezTo>
                    <a:pt x="34528" y="93"/>
                    <a:pt x="164" y="38512"/>
                    <a:pt x="164" y="82570"/>
                  </a:cubicBezTo>
                  <a:cubicBezTo>
                    <a:pt x="164" y="128037"/>
                    <a:pt x="37008" y="161874"/>
                    <a:pt x="78458" y="161874"/>
                  </a:cubicBezTo>
                  <a:cubicBezTo>
                    <a:pt x="121324" y="161874"/>
                    <a:pt x="157106" y="127332"/>
                    <a:pt x="157106" y="82570"/>
                  </a:cubicBezTo>
                  <a:close/>
                  <a:moveTo>
                    <a:pt x="78812" y="153062"/>
                  </a:moveTo>
                  <a:cubicBezTo>
                    <a:pt x="63578" y="153062"/>
                    <a:pt x="47990" y="145661"/>
                    <a:pt x="38425" y="129447"/>
                  </a:cubicBezTo>
                  <a:cubicBezTo>
                    <a:pt x="29568" y="113939"/>
                    <a:pt x="29568" y="92439"/>
                    <a:pt x="29568" y="79750"/>
                  </a:cubicBezTo>
                  <a:cubicBezTo>
                    <a:pt x="29568" y="66004"/>
                    <a:pt x="29568" y="46971"/>
                    <a:pt x="38071" y="31462"/>
                  </a:cubicBezTo>
                  <a:cubicBezTo>
                    <a:pt x="47636" y="15249"/>
                    <a:pt x="64287" y="7847"/>
                    <a:pt x="78458" y="7847"/>
                  </a:cubicBezTo>
                  <a:cubicBezTo>
                    <a:pt x="94046" y="7847"/>
                    <a:pt x="109279" y="15601"/>
                    <a:pt x="118490" y="30757"/>
                  </a:cubicBezTo>
                  <a:cubicBezTo>
                    <a:pt x="127701" y="45913"/>
                    <a:pt x="127701" y="66356"/>
                    <a:pt x="127701" y="79750"/>
                  </a:cubicBezTo>
                  <a:cubicBezTo>
                    <a:pt x="127701" y="92439"/>
                    <a:pt x="127701" y="111472"/>
                    <a:pt x="119907" y="126980"/>
                  </a:cubicBezTo>
                  <a:cubicBezTo>
                    <a:pt x="112113" y="142841"/>
                    <a:pt x="96525" y="153062"/>
                    <a:pt x="78812" y="15306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2" name="Freeform: Shape 41">
              <a:extLst>
                <a:ext uri="{FF2B5EF4-FFF2-40B4-BE49-F238E27FC236}">
                  <a16:creationId xmlns:a16="http://schemas.microsoft.com/office/drawing/2014/main" id="{A28D48DA-E5A5-9193-6B7E-45522CC1027F}"/>
                </a:ext>
              </a:extLst>
            </p:cNvPr>
            <p:cNvSpPr/>
            <p:nvPr/>
          </p:nvSpPr>
          <p:spPr>
            <a:xfrm>
              <a:off x="8916787" y="5347914"/>
              <a:ext cx="119035" cy="155788"/>
            </a:xfrm>
            <a:custGeom>
              <a:avLst/>
              <a:gdLst>
                <a:gd name="connsiteX0" fmla="*/ 49412 w 119035"/>
                <a:gd name="connsiteY0" fmla="*/ 38864 h 155788"/>
                <a:gd name="connsiteX1" fmla="*/ 49412 w 119035"/>
                <a:gd name="connsiteY1" fmla="*/ 93 h 155788"/>
                <a:gd name="connsiteX2" fmla="*/ 169 w 119035"/>
                <a:gd name="connsiteY2" fmla="*/ 3970 h 155788"/>
                <a:gd name="connsiteX3" fmla="*/ 169 w 119035"/>
                <a:gd name="connsiteY3" fmla="*/ 14897 h 155788"/>
                <a:gd name="connsiteX4" fmla="*/ 27802 w 119035"/>
                <a:gd name="connsiteY4" fmla="*/ 34635 h 155788"/>
                <a:gd name="connsiteX5" fmla="*/ 27802 w 119035"/>
                <a:gd name="connsiteY5" fmla="*/ 129095 h 155788"/>
                <a:gd name="connsiteX6" fmla="*/ 169 w 119035"/>
                <a:gd name="connsiteY6" fmla="*/ 144956 h 155788"/>
                <a:gd name="connsiteX7" fmla="*/ 169 w 119035"/>
                <a:gd name="connsiteY7" fmla="*/ 155882 h 155788"/>
                <a:gd name="connsiteX8" fmla="*/ 40555 w 119035"/>
                <a:gd name="connsiteY8" fmla="*/ 154825 h 155788"/>
                <a:gd name="connsiteX9" fmla="*/ 85548 w 119035"/>
                <a:gd name="connsiteY9" fmla="*/ 155882 h 155788"/>
                <a:gd name="connsiteX10" fmla="*/ 85548 w 119035"/>
                <a:gd name="connsiteY10" fmla="*/ 144956 h 155788"/>
                <a:gd name="connsiteX11" fmla="*/ 78108 w 119035"/>
                <a:gd name="connsiteY11" fmla="*/ 144956 h 155788"/>
                <a:gd name="connsiteX12" fmla="*/ 51184 w 119035"/>
                <a:gd name="connsiteY12" fmla="*/ 128390 h 155788"/>
                <a:gd name="connsiteX13" fmla="*/ 51184 w 119035"/>
                <a:gd name="connsiteY13" fmla="*/ 74110 h 155788"/>
                <a:gd name="connsiteX14" fmla="*/ 92988 w 119035"/>
                <a:gd name="connsiteY14" fmla="*/ 7847 h 155788"/>
                <a:gd name="connsiteX15" fmla="*/ 96885 w 119035"/>
                <a:gd name="connsiteY15" fmla="*/ 8200 h 155788"/>
                <a:gd name="connsiteX16" fmla="*/ 88736 w 119035"/>
                <a:gd name="connsiteY16" fmla="*/ 21946 h 155788"/>
                <a:gd name="connsiteX17" fmla="*/ 103970 w 119035"/>
                <a:gd name="connsiteY17" fmla="*/ 37102 h 155788"/>
                <a:gd name="connsiteX18" fmla="*/ 119204 w 119035"/>
                <a:gd name="connsiteY18" fmla="*/ 21593 h 155788"/>
                <a:gd name="connsiteX19" fmla="*/ 92988 w 119035"/>
                <a:gd name="connsiteY19" fmla="*/ 93 h 155788"/>
                <a:gd name="connsiteX20" fmla="*/ 49412 w 119035"/>
                <a:gd name="connsiteY20" fmla="*/ 38864 h 155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35" h="155788">
                  <a:moveTo>
                    <a:pt x="49412" y="38864"/>
                  </a:moveTo>
                  <a:lnTo>
                    <a:pt x="49412" y="93"/>
                  </a:lnTo>
                  <a:lnTo>
                    <a:pt x="169" y="3970"/>
                  </a:lnTo>
                  <a:lnTo>
                    <a:pt x="169" y="14897"/>
                  </a:lnTo>
                  <a:cubicBezTo>
                    <a:pt x="24968" y="14897"/>
                    <a:pt x="27802" y="17364"/>
                    <a:pt x="27802" y="34635"/>
                  </a:cubicBezTo>
                  <a:lnTo>
                    <a:pt x="27802" y="129095"/>
                  </a:lnTo>
                  <a:cubicBezTo>
                    <a:pt x="27802" y="144956"/>
                    <a:pt x="23905" y="144956"/>
                    <a:pt x="169" y="144956"/>
                  </a:cubicBezTo>
                  <a:lnTo>
                    <a:pt x="169" y="155882"/>
                  </a:lnTo>
                  <a:cubicBezTo>
                    <a:pt x="13985" y="155530"/>
                    <a:pt x="30636" y="154825"/>
                    <a:pt x="40555" y="154825"/>
                  </a:cubicBezTo>
                  <a:cubicBezTo>
                    <a:pt x="54726" y="154825"/>
                    <a:pt x="71377" y="154825"/>
                    <a:pt x="85548" y="155882"/>
                  </a:cubicBezTo>
                  <a:lnTo>
                    <a:pt x="85548" y="144956"/>
                  </a:lnTo>
                  <a:lnTo>
                    <a:pt x="78108" y="144956"/>
                  </a:lnTo>
                  <a:cubicBezTo>
                    <a:pt x="51892" y="144956"/>
                    <a:pt x="51184" y="141079"/>
                    <a:pt x="51184" y="128390"/>
                  </a:cubicBezTo>
                  <a:lnTo>
                    <a:pt x="51184" y="74110"/>
                  </a:lnTo>
                  <a:cubicBezTo>
                    <a:pt x="51184" y="39217"/>
                    <a:pt x="66063" y="7847"/>
                    <a:pt x="92988" y="7847"/>
                  </a:cubicBezTo>
                  <a:cubicBezTo>
                    <a:pt x="95468" y="7847"/>
                    <a:pt x="96176" y="7847"/>
                    <a:pt x="96885" y="8200"/>
                  </a:cubicBezTo>
                  <a:cubicBezTo>
                    <a:pt x="95822" y="8552"/>
                    <a:pt x="88736" y="12782"/>
                    <a:pt x="88736" y="21946"/>
                  </a:cubicBezTo>
                  <a:cubicBezTo>
                    <a:pt x="88736" y="31815"/>
                    <a:pt x="96176" y="37102"/>
                    <a:pt x="103970" y="37102"/>
                  </a:cubicBezTo>
                  <a:cubicBezTo>
                    <a:pt x="110347" y="37102"/>
                    <a:pt x="119204" y="32872"/>
                    <a:pt x="119204" y="21593"/>
                  </a:cubicBezTo>
                  <a:cubicBezTo>
                    <a:pt x="119204" y="10314"/>
                    <a:pt x="108221" y="93"/>
                    <a:pt x="92988" y="93"/>
                  </a:cubicBezTo>
                  <a:cubicBezTo>
                    <a:pt x="67126" y="93"/>
                    <a:pt x="54372" y="23708"/>
                    <a:pt x="49412" y="38864"/>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3" name="Freeform: Shape 42">
              <a:extLst>
                <a:ext uri="{FF2B5EF4-FFF2-40B4-BE49-F238E27FC236}">
                  <a16:creationId xmlns:a16="http://schemas.microsoft.com/office/drawing/2014/main" id="{CC29365E-D68B-510E-ECE7-EAEDE0B73CCA}"/>
                </a:ext>
              </a:extLst>
            </p:cNvPr>
            <p:cNvSpPr/>
            <p:nvPr/>
          </p:nvSpPr>
          <p:spPr>
            <a:xfrm>
              <a:off x="9055544" y="5345799"/>
              <a:ext cx="137103" cy="161780"/>
            </a:xfrm>
            <a:custGeom>
              <a:avLst/>
              <a:gdLst>
                <a:gd name="connsiteX0" fmla="*/ 29931 w 137103"/>
                <a:gd name="connsiteY0" fmla="*/ 69176 h 161780"/>
                <a:gd name="connsiteX1" fmla="*/ 73861 w 137103"/>
                <a:gd name="connsiteY1" fmla="*/ 7847 h 161780"/>
                <a:gd name="connsiteX2" fmla="*/ 113894 w 137103"/>
                <a:gd name="connsiteY2" fmla="*/ 69176 h 161780"/>
                <a:gd name="connsiteX3" fmla="*/ 29931 w 137103"/>
                <a:gd name="connsiteY3" fmla="*/ 69176 h 161780"/>
                <a:gd name="connsiteX4" fmla="*/ 29577 w 137103"/>
                <a:gd name="connsiteY4" fmla="*/ 76578 h 161780"/>
                <a:gd name="connsiteX5" fmla="*/ 128419 w 137103"/>
                <a:gd name="connsiteY5" fmla="*/ 76578 h 161780"/>
                <a:gd name="connsiteX6" fmla="*/ 137276 w 137103"/>
                <a:gd name="connsiteY6" fmla="*/ 69176 h 161780"/>
                <a:gd name="connsiteX7" fmla="*/ 73861 w 137103"/>
                <a:gd name="connsiteY7" fmla="*/ 93 h 161780"/>
                <a:gd name="connsiteX8" fmla="*/ 172 w 137103"/>
                <a:gd name="connsiteY8" fmla="*/ 80455 h 161780"/>
                <a:gd name="connsiteX9" fmla="*/ 78112 w 137103"/>
                <a:gd name="connsiteY9" fmla="*/ 161874 h 161780"/>
                <a:gd name="connsiteX10" fmla="*/ 137276 w 137103"/>
                <a:gd name="connsiteY10" fmla="*/ 116054 h 161780"/>
                <a:gd name="connsiteX11" fmla="*/ 132670 w 137103"/>
                <a:gd name="connsiteY11" fmla="*/ 111824 h 161780"/>
                <a:gd name="connsiteX12" fmla="*/ 128064 w 137103"/>
                <a:gd name="connsiteY12" fmla="*/ 116759 h 161780"/>
                <a:gd name="connsiteX13" fmla="*/ 80238 w 137103"/>
                <a:gd name="connsiteY13" fmla="*/ 153062 h 161780"/>
                <a:gd name="connsiteX14" fmla="*/ 40205 w 137103"/>
                <a:gd name="connsiteY14" fmla="*/ 129447 h 161780"/>
                <a:gd name="connsiteX15" fmla="*/ 29577 w 137103"/>
                <a:gd name="connsiteY15" fmla="*/ 76578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7103" h="161780">
                  <a:moveTo>
                    <a:pt x="29931" y="69176"/>
                  </a:moveTo>
                  <a:cubicBezTo>
                    <a:pt x="32057" y="16659"/>
                    <a:pt x="61816" y="7847"/>
                    <a:pt x="73861" y="7847"/>
                  </a:cubicBezTo>
                  <a:cubicBezTo>
                    <a:pt x="110351" y="7847"/>
                    <a:pt x="113894" y="55430"/>
                    <a:pt x="113894" y="69176"/>
                  </a:cubicBezTo>
                  <a:lnTo>
                    <a:pt x="29931" y="69176"/>
                  </a:lnTo>
                  <a:close/>
                  <a:moveTo>
                    <a:pt x="29577" y="76578"/>
                  </a:moveTo>
                  <a:lnTo>
                    <a:pt x="128419" y="76578"/>
                  </a:lnTo>
                  <a:cubicBezTo>
                    <a:pt x="136213" y="76578"/>
                    <a:pt x="137276" y="76578"/>
                    <a:pt x="137276" y="69176"/>
                  </a:cubicBezTo>
                  <a:cubicBezTo>
                    <a:pt x="137276" y="34282"/>
                    <a:pt x="118145" y="93"/>
                    <a:pt x="73861" y="93"/>
                  </a:cubicBezTo>
                  <a:cubicBezTo>
                    <a:pt x="32765" y="93"/>
                    <a:pt x="172" y="36397"/>
                    <a:pt x="172" y="80455"/>
                  </a:cubicBezTo>
                  <a:cubicBezTo>
                    <a:pt x="172" y="127685"/>
                    <a:pt x="37371" y="161874"/>
                    <a:pt x="78112" y="161874"/>
                  </a:cubicBezTo>
                  <a:cubicBezTo>
                    <a:pt x="121333" y="161874"/>
                    <a:pt x="137276" y="122750"/>
                    <a:pt x="137276" y="116054"/>
                  </a:cubicBezTo>
                  <a:cubicBezTo>
                    <a:pt x="137276" y="112529"/>
                    <a:pt x="134441" y="111824"/>
                    <a:pt x="132670" y="111824"/>
                  </a:cubicBezTo>
                  <a:cubicBezTo>
                    <a:pt x="129482" y="111824"/>
                    <a:pt x="128773" y="113939"/>
                    <a:pt x="128064" y="116759"/>
                  </a:cubicBezTo>
                  <a:cubicBezTo>
                    <a:pt x="115665" y="153062"/>
                    <a:pt x="83781" y="153062"/>
                    <a:pt x="80238" y="153062"/>
                  </a:cubicBezTo>
                  <a:cubicBezTo>
                    <a:pt x="62524" y="153062"/>
                    <a:pt x="48353" y="142488"/>
                    <a:pt x="40205" y="129447"/>
                  </a:cubicBezTo>
                  <a:cubicBezTo>
                    <a:pt x="29577" y="112529"/>
                    <a:pt x="29577" y="89266"/>
                    <a:pt x="29577" y="76578"/>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4" name="Freeform: Shape 43">
              <a:extLst>
                <a:ext uri="{FF2B5EF4-FFF2-40B4-BE49-F238E27FC236}">
                  <a16:creationId xmlns:a16="http://schemas.microsoft.com/office/drawing/2014/main" id="{2075D5D4-FAC9-CF3D-3F7B-8DE0C1191CB3}"/>
                </a:ext>
              </a:extLst>
            </p:cNvPr>
            <p:cNvSpPr/>
            <p:nvPr/>
          </p:nvSpPr>
          <p:spPr>
            <a:xfrm>
              <a:off x="9238150" y="5239355"/>
              <a:ext cx="82191" cy="352463"/>
            </a:xfrm>
            <a:custGeom>
              <a:avLst/>
              <a:gdLst>
                <a:gd name="connsiteX0" fmla="*/ 82368 w 82191"/>
                <a:gd name="connsiteY0" fmla="*/ 349032 h 352463"/>
                <a:gd name="connsiteX1" fmla="*/ 76345 w 82191"/>
                <a:gd name="connsiteY1" fmla="*/ 341278 h 352463"/>
                <a:gd name="connsiteX2" fmla="*/ 20725 w 82191"/>
                <a:gd name="connsiteY2" fmla="*/ 176325 h 352463"/>
                <a:gd name="connsiteX3" fmla="*/ 77762 w 82191"/>
                <a:gd name="connsiteY3" fmla="*/ 9610 h 352463"/>
                <a:gd name="connsiteX4" fmla="*/ 82368 w 82191"/>
                <a:gd name="connsiteY4" fmla="*/ 3618 h 352463"/>
                <a:gd name="connsiteX5" fmla="*/ 78825 w 82191"/>
                <a:gd name="connsiteY5" fmla="*/ 93 h 352463"/>
                <a:gd name="connsiteX6" fmla="*/ 22496 w 82191"/>
                <a:gd name="connsiteY6" fmla="*/ 68824 h 352463"/>
                <a:gd name="connsiteX7" fmla="*/ 177 w 82191"/>
                <a:gd name="connsiteY7" fmla="*/ 176325 h 352463"/>
                <a:gd name="connsiteX8" fmla="*/ 23559 w 82191"/>
                <a:gd name="connsiteY8" fmla="*/ 286294 h 352463"/>
                <a:gd name="connsiteX9" fmla="*/ 78825 w 82191"/>
                <a:gd name="connsiteY9" fmla="*/ 352557 h 352463"/>
                <a:gd name="connsiteX10" fmla="*/ 82368 w 82191"/>
                <a:gd name="connsiteY10" fmla="*/ 349032 h 35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1" h="352463">
                  <a:moveTo>
                    <a:pt x="82368" y="349032"/>
                  </a:moveTo>
                  <a:cubicBezTo>
                    <a:pt x="82368" y="347975"/>
                    <a:pt x="82368" y="347270"/>
                    <a:pt x="76345" y="341278"/>
                  </a:cubicBezTo>
                  <a:cubicBezTo>
                    <a:pt x="32061" y="296868"/>
                    <a:pt x="20725" y="230252"/>
                    <a:pt x="20725" y="176325"/>
                  </a:cubicBezTo>
                  <a:cubicBezTo>
                    <a:pt x="20725" y="114996"/>
                    <a:pt x="34187" y="53668"/>
                    <a:pt x="77762" y="9610"/>
                  </a:cubicBezTo>
                  <a:cubicBezTo>
                    <a:pt x="82368" y="5380"/>
                    <a:pt x="82368" y="4675"/>
                    <a:pt x="82368" y="3618"/>
                  </a:cubicBezTo>
                  <a:cubicBezTo>
                    <a:pt x="82368" y="1150"/>
                    <a:pt x="80951" y="93"/>
                    <a:pt x="78825" y="93"/>
                  </a:cubicBezTo>
                  <a:cubicBezTo>
                    <a:pt x="75282" y="93"/>
                    <a:pt x="43398" y="24061"/>
                    <a:pt x="22496" y="68824"/>
                  </a:cubicBezTo>
                  <a:cubicBezTo>
                    <a:pt x="4428" y="107595"/>
                    <a:pt x="177" y="146718"/>
                    <a:pt x="177" y="176325"/>
                  </a:cubicBezTo>
                  <a:cubicBezTo>
                    <a:pt x="177" y="203817"/>
                    <a:pt x="4074" y="246465"/>
                    <a:pt x="23559" y="286294"/>
                  </a:cubicBezTo>
                  <a:cubicBezTo>
                    <a:pt x="44815" y="329647"/>
                    <a:pt x="75282" y="352557"/>
                    <a:pt x="78825" y="352557"/>
                  </a:cubicBezTo>
                  <a:cubicBezTo>
                    <a:pt x="80951" y="352557"/>
                    <a:pt x="82368" y="351499"/>
                    <a:pt x="82368" y="34903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5" name="Freeform: Shape 44">
              <a:extLst>
                <a:ext uri="{FF2B5EF4-FFF2-40B4-BE49-F238E27FC236}">
                  <a16:creationId xmlns:a16="http://schemas.microsoft.com/office/drawing/2014/main" id="{79371755-C053-8268-58A2-8014187C34F9}"/>
                </a:ext>
              </a:extLst>
            </p:cNvPr>
            <p:cNvSpPr/>
            <p:nvPr/>
          </p:nvSpPr>
          <p:spPr>
            <a:xfrm>
              <a:off x="9348644" y="5347209"/>
              <a:ext cx="199454" cy="156493"/>
            </a:xfrm>
            <a:custGeom>
              <a:avLst/>
              <a:gdLst>
                <a:gd name="connsiteX0" fmla="*/ 114965 w 199454"/>
                <a:gd name="connsiteY0" fmla="*/ 69881 h 156493"/>
                <a:gd name="connsiteX1" fmla="*/ 156414 w 199454"/>
                <a:gd name="connsiteY1" fmla="*/ 24061 h 156493"/>
                <a:gd name="connsiteX2" fmla="*/ 192550 w 199454"/>
                <a:gd name="connsiteY2" fmla="*/ 16659 h 156493"/>
                <a:gd name="connsiteX3" fmla="*/ 192550 w 199454"/>
                <a:gd name="connsiteY3" fmla="*/ 93 h 156493"/>
                <a:gd name="connsiteX4" fmla="*/ 159957 w 199454"/>
                <a:gd name="connsiteY4" fmla="*/ 1150 h 156493"/>
                <a:gd name="connsiteX5" fmla="*/ 123467 w 199454"/>
                <a:gd name="connsiteY5" fmla="*/ 93 h 156493"/>
                <a:gd name="connsiteX6" fmla="*/ 123467 w 199454"/>
                <a:gd name="connsiteY6" fmla="*/ 16659 h 156493"/>
                <a:gd name="connsiteX7" fmla="*/ 136930 w 199454"/>
                <a:gd name="connsiteY7" fmla="*/ 19831 h 156493"/>
                <a:gd name="connsiteX8" fmla="*/ 134095 w 199454"/>
                <a:gd name="connsiteY8" fmla="*/ 24061 h 156493"/>
                <a:gd name="connsiteX9" fmla="*/ 104337 w 199454"/>
                <a:gd name="connsiteY9" fmla="*/ 57192 h 156493"/>
                <a:gd name="connsiteX10" fmla="*/ 69618 w 199454"/>
                <a:gd name="connsiteY10" fmla="*/ 16659 h 156493"/>
                <a:gd name="connsiteX11" fmla="*/ 83789 w 199454"/>
                <a:gd name="connsiteY11" fmla="*/ 16659 h 156493"/>
                <a:gd name="connsiteX12" fmla="*/ 83789 w 199454"/>
                <a:gd name="connsiteY12" fmla="*/ 93 h 156493"/>
                <a:gd name="connsiteX13" fmla="*/ 40922 w 199454"/>
                <a:gd name="connsiteY13" fmla="*/ 1150 h 156493"/>
                <a:gd name="connsiteX14" fmla="*/ 1952 w 199454"/>
                <a:gd name="connsiteY14" fmla="*/ 93 h 156493"/>
                <a:gd name="connsiteX15" fmla="*/ 1952 w 199454"/>
                <a:gd name="connsiteY15" fmla="*/ 16659 h 156493"/>
                <a:gd name="connsiteX16" fmla="*/ 27105 w 199454"/>
                <a:gd name="connsiteY16" fmla="*/ 16659 h 156493"/>
                <a:gd name="connsiteX17" fmla="*/ 82372 w 199454"/>
                <a:gd name="connsiteY17" fmla="*/ 81512 h 156493"/>
                <a:gd name="connsiteX18" fmla="*/ 35962 w 199454"/>
                <a:gd name="connsiteY18" fmla="*/ 133324 h 156493"/>
                <a:gd name="connsiteX19" fmla="*/ 181 w 199454"/>
                <a:gd name="connsiteY19" fmla="*/ 140021 h 156493"/>
                <a:gd name="connsiteX20" fmla="*/ 181 w 199454"/>
                <a:gd name="connsiteY20" fmla="*/ 156587 h 156493"/>
                <a:gd name="connsiteX21" fmla="*/ 32774 w 199454"/>
                <a:gd name="connsiteY21" fmla="*/ 155530 h 156493"/>
                <a:gd name="connsiteX22" fmla="*/ 69264 w 199454"/>
                <a:gd name="connsiteY22" fmla="*/ 156587 h 156493"/>
                <a:gd name="connsiteX23" fmla="*/ 69264 w 199454"/>
                <a:gd name="connsiteY23" fmla="*/ 140021 h 156493"/>
                <a:gd name="connsiteX24" fmla="*/ 56156 w 199454"/>
                <a:gd name="connsiteY24" fmla="*/ 136144 h 156493"/>
                <a:gd name="connsiteX25" fmla="*/ 58636 w 199454"/>
                <a:gd name="connsiteY25" fmla="*/ 132619 h 156493"/>
                <a:gd name="connsiteX26" fmla="*/ 93000 w 199454"/>
                <a:gd name="connsiteY26" fmla="*/ 94201 h 156493"/>
                <a:gd name="connsiteX27" fmla="*/ 131970 w 199454"/>
                <a:gd name="connsiteY27" fmla="*/ 140021 h 156493"/>
                <a:gd name="connsiteX28" fmla="*/ 118153 w 199454"/>
                <a:gd name="connsiteY28" fmla="*/ 140021 h 156493"/>
                <a:gd name="connsiteX29" fmla="*/ 118153 w 199454"/>
                <a:gd name="connsiteY29" fmla="*/ 156587 h 156493"/>
                <a:gd name="connsiteX30" fmla="*/ 160666 w 199454"/>
                <a:gd name="connsiteY30" fmla="*/ 155530 h 156493"/>
                <a:gd name="connsiteX31" fmla="*/ 199636 w 199454"/>
                <a:gd name="connsiteY31" fmla="*/ 156587 h 156493"/>
                <a:gd name="connsiteX32" fmla="*/ 199636 w 199454"/>
                <a:gd name="connsiteY32" fmla="*/ 140021 h 156493"/>
                <a:gd name="connsiteX33" fmla="*/ 174482 w 199454"/>
                <a:gd name="connsiteY33" fmla="*/ 140021 h 156493"/>
                <a:gd name="connsiteX34" fmla="*/ 114965 w 199454"/>
                <a:gd name="connsiteY34" fmla="*/ 69881 h 15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9454" h="156493">
                  <a:moveTo>
                    <a:pt x="114965" y="69881"/>
                  </a:moveTo>
                  <a:lnTo>
                    <a:pt x="156414" y="24061"/>
                  </a:lnTo>
                  <a:cubicBezTo>
                    <a:pt x="161020" y="19126"/>
                    <a:pt x="163146" y="16659"/>
                    <a:pt x="192550" y="16659"/>
                  </a:cubicBezTo>
                  <a:lnTo>
                    <a:pt x="192550" y="93"/>
                  </a:lnTo>
                  <a:cubicBezTo>
                    <a:pt x="180151" y="798"/>
                    <a:pt x="161729" y="1150"/>
                    <a:pt x="159957" y="1150"/>
                  </a:cubicBezTo>
                  <a:cubicBezTo>
                    <a:pt x="151100" y="1150"/>
                    <a:pt x="133387" y="445"/>
                    <a:pt x="123467" y="93"/>
                  </a:cubicBezTo>
                  <a:lnTo>
                    <a:pt x="123467" y="16659"/>
                  </a:lnTo>
                  <a:cubicBezTo>
                    <a:pt x="128427" y="16659"/>
                    <a:pt x="132678" y="17364"/>
                    <a:pt x="136930" y="19831"/>
                  </a:cubicBezTo>
                  <a:cubicBezTo>
                    <a:pt x="135513" y="21946"/>
                    <a:pt x="135513" y="22651"/>
                    <a:pt x="134095" y="24061"/>
                  </a:cubicBezTo>
                  <a:lnTo>
                    <a:pt x="104337" y="57192"/>
                  </a:lnTo>
                  <a:lnTo>
                    <a:pt x="69618" y="16659"/>
                  </a:lnTo>
                  <a:lnTo>
                    <a:pt x="83789" y="16659"/>
                  </a:lnTo>
                  <a:lnTo>
                    <a:pt x="83789" y="93"/>
                  </a:lnTo>
                  <a:cubicBezTo>
                    <a:pt x="74578" y="445"/>
                    <a:pt x="52259" y="1150"/>
                    <a:pt x="40922" y="1150"/>
                  </a:cubicBezTo>
                  <a:cubicBezTo>
                    <a:pt x="29585" y="1150"/>
                    <a:pt x="13643" y="445"/>
                    <a:pt x="1952" y="93"/>
                  </a:cubicBezTo>
                  <a:lnTo>
                    <a:pt x="1952" y="16659"/>
                  </a:lnTo>
                  <a:lnTo>
                    <a:pt x="27105" y="16659"/>
                  </a:lnTo>
                  <a:lnTo>
                    <a:pt x="82372" y="81512"/>
                  </a:lnTo>
                  <a:lnTo>
                    <a:pt x="35962" y="133324"/>
                  </a:lnTo>
                  <a:cubicBezTo>
                    <a:pt x="29940" y="140021"/>
                    <a:pt x="17186" y="140021"/>
                    <a:pt x="181" y="140021"/>
                  </a:cubicBezTo>
                  <a:lnTo>
                    <a:pt x="181" y="156587"/>
                  </a:lnTo>
                  <a:cubicBezTo>
                    <a:pt x="12580" y="155882"/>
                    <a:pt x="31002" y="155530"/>
                    <a:pt x="32774" y="155530"/>
                  </a:cubicBezTo>
                  <a:cubicBezTo>
                    <a:pt x="41631" y="155530"/>
                    <a:pt x="62178" y="156234"/>
                    <a:pt x="69264" y="156587"/>
                  </a:cubicBezTo>
                  <a:lnTo>
                    <a:pt x="69264" y="140021"/>
                  </a:lnTo>
                  <a:cubicBezTo>
                    <a:pt x="62887" y="140021"/>
                    <a:pt x="56156" y="138259"/>
                    <a:pt x="56156" y="136144"/>
                  </a:cubicBezTo>
                  <a:cubicBezTo>
                    <a:pt x="56156" y="135792"/>
                    <a:pt x="56156" y="135439"/>
                    <a:pt x="58636" y="132619"/>
                  </a:cubicBezTo>
                  <a:lnTo>
                    <a:pt x="93000" y="94201"/>
                  </a:lnTo>
                  <a:lnTo>
                    <a:pt x="131970" y="140021"/>
                  </a:lnTo>
                  <a:lnTo>
                    <a:pt x="118153" y="140021"/>
                  </a:lnTo>
                  <a:lnTo>
                    <a:pt x="118153" y="156587"/>
                  </a:lnTo>
                  <a:cubicBezTo>
                    <a:pt x="127364" y="156234"/>
                    <a:pt x="148975" y="155530"/>
                    <a:pt x="160666" y="155530"/>
                  </a:cubicBezTo>
                  <a:cubicBezTo>
                    <a:pt x="172002" y="155530"/>
                    <a:pt x="187945" y="156234"/>
                    <a:pt x="199636" y="156587"/>
                  </a:cubicBezTo>
                  <a:lnTo>
                    <a:pt x="199636" y="140021"/>
                  </a:lnTo>
                  <a:lnTo>
                    <a:pt x="174482" y="140021"/>
                  </a:lnTo>
                  <a:lnTo>
                    <a:pt x="114965" y="6988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6" name="Freeform: Shape 45">
              <a:extLst>
                <a:ext uri="{FF2B5EF4-FFF2-40B4-BE49-F238E27FC236}">
                  <a16:creationId xmlns:a16="http://schemas.microsoft.com/office/drawing/2014/main" id="{DD27E065-CE92-95CD-3E08-260E2ED72E2B}"/>
                </a:ext>
              </a:extLst>
            </p:cNvPr>
            <p:cNvSpPr/>
            <p:nvPr/>
          </p:nvSpPr>
          <p:spPr>
            <a:xfrm>
              <a:off x="9586339" y="5466341"/>
              <a:ext cx="41449" cy="105386"/>
            </a:xfrm>
            <a:custGeom>
              <a:avLst/>
              <a:gdLst>
                <a:gd name="connsiteX0" fmla="*/ 41637 w 41449"/>
                <a:gd name="connsiteY0" fmla="*/ 37102 h 105386"/>
                <a:gd name="connsiteX1" fmla="*/ 18963 w 41449"/>
                <a:gd name="connsiteY1" fmla="*/ 93 h 105386"/>
                <a:gd name="connsiteX2" fmla="*/ 187 w 41449"/>
                <a:gd name="connsiteY2" fmla="*/ 18774 h 105386"/>
                <a:gd name="connsiteX3" fmla="*/ 18963 w 41449"/>
                <a:gd name="connsiteY3" fmla="*/ 37454 h 105386"/>
                <a:gd name="connsiteX4" fmla="*/ 31363 w 41449"/>
                <a:gd name="connsiteY4" fmla="*/ 32872 h 105386"/>
                <a:gd name="connsiteX5" fmla="*/ 33134 w 41449"/>
                <a:gd name="connsiteY5" fmla="*/ 31815 h 105386"/>
                <a:gd name="connsiteX6" fmla="*/ 33843 w 41449"/>
                <a:gd name="connsiteY6" fmla="*/ 37102 h 105386"/>
                <a:gd name="connsiteX7" fmla="*/ 9752 w 41449"/>
                <a:gd name="connsiteY7" fmla="*/ 95963 h 105386"/>
                <a:gd name="connsiteX8" fmla="*/ 5855 w 41449"/>
                <a:gd name="connsiteY8" fmla="*/ 101603 h 105386"/>
                <a:gd name="connsiteX9" fmla="*/ 9398 w 41449"/>
                <a:gd name="connsiteY9" fmla="*/ 105480 h 105386"/>
                <a:gd name="connsiteX10" fmla="*/ 41637 w 41449"/>
                <a:gd name="connsiteY10" fmla="*/ 37102 h 10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449" h="105386">
                  <a:moveTo>
                    <a:pt x="41637" y="37102"/>
                  </a:moveTo>
                  <a:cubicBezTo>
                    <a:pt x="41637" y="13839"/>
                    <a:pt x="32780" y="93"/>
                    <a:pt x="18963" y="93"/>
                  </a:cubicBezTo>
                  <a:cubicBezTo>
                    <a:pt x="7272" y="93"/>
                    <a:pt x="187" y="8905"/>
                    <a:pt x="187" y="18774"/>
                  </a:cubicBezTo>
                  <a:cubicBezTo>
                    <a:pt x="187" y="28290"/>
                    <a:pt x="7272" y="37454"/>
                    <a:pt x="18963" y="37454"/>
                  </a:cubicBezTo>
                  <a:cubicBezTo>
                    <a:pt x="23214" y="37454"/>
                    <a:pt x="27820" y="36044"/>
                    <a:pt x="31363" y="32872"/>
                  </a:cubicBezTo>
                  <a:cubicBezTo>
                    <a:pt x="32425" y="32167"/>
                    <a:pt x="32780" y="31815"/>
                    <a:pt x="33134" y="31815"/>
                  </a:cubicBezTo>
                  <a:cubicBezTo>
                    <a:pt x="33488" y="31815"/>
                    <a:pt x="33843" y="32167"/>
                    <a:pt x="33843" y="37102"/>
                  </a:cubicBezTo>
                  <a:cubicBezTo>
                    <a:pt x="33843" y="63184"/>
                    <a:pt x="21443" y="84332"/>
                    <a:pt x="9752" y="95963"/>
                  </a:cubicBezTo>
                  <a:cubicBezTo>
                    <a:pt x="5855" y="99840"/>
                    <a:pt x="5855" y="100545"/>
                    <a:pt x="5855" y="101603"/>
                  </a:cubicBezTo>
                  <a:cubicBezTo>
                    <a:pt x="5855" y="104070"/>
                    <a:pt x="7626" y="105480"/>
                    <a:pt x="9398" y="105480"/>
                  </a:cubicBezTo>
                  <a:cubicBezTo>
                    <a:pt x="13295" y="105480"/>
                    <a:pt x="41637" y="78340"/>
                    <a:pt x="41637" y="3710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7" name="Freeform: Shape 46">
              <a:extLst>
                <a:ext uri="{FF2B5EF4-FFF2-40B4-BE49-F238E27FC236}">
                  <a16:creationId xmlns:a16="http://schemas.microsoft.com/office/drawing/2014/main" id="{44539E8A-844C-BCC0-709A-901F639F87D1}"/>
                </a:ext>
              </a:extLst>
            </p:cNvPr>
            <p:cNvSpPr/>
            <p:nvPr/>
          </p:nvSpPr>
          <p:spPr>
            <a:xfrm>
              <a:off x="9727142" y="5268962"/>
              <a:ext cx="149148" cy="242495"/>
            </a:xfrm>
            <a:custGeom>
              <a:avLst/>
              <a:gdLst>
                <a:gd name="connsiteX0" fmla="*/ 149340 w 149148"/>
                <a:gd name="connsiteY0" fmla="*/ 122046 h 242495"/>
                <a:gd name="connsiteX1" fmla="*/ 135169 w 149148"/>
                <a:gd name="connsiteY1" fmla="*/ 39569 h 242495"/>
                <a:gd name="connsiteX2" fmla="*/ 74943 w 149148"/>
                <a:gd name="connsiteY2" fmla="*/ 93 h 242495"/>
                <a:gd name="connsiteX3" fmla="*/ 13299 w 149148"/>
                <a:gd name="connsiteY3" fmla="*/ 42036 h 242495"/>
                <a:gd name="connsiteX4" fmla="*/ 191 w 149148"/>
                <a:gd name="connsiteY4" fmla="*/ 122046 h 242495"/>
                <a:gd name="connsiteX5" fmla="*/ 16133 w 149148"/>
                <a:gd name="connsiteY5" fmla="*/ 206989 h 242495"/>
                <a:gd name="connsiteX6" fmla="*/ 74588 w 149148"/>
                <a:gd name="connsiteY6" fmla="*/ 242588 h 242495"/>
                <a:gd name="connsiteX7" fmla="*/ 136232 w 149148"/>
                <a:gd name="connsiteY7" fmla="*/ 201702 h 242495"/>
                <a:gd name="connsiteX8" fmla="*/ 149340 w 149148"/>
                <a:gd name="connsiteY8" fmla="*/ 122046 h 242495"/>
                <a:gd name="connsiteX9" fmla="*/ 74588 w 149148"/>
                <a:gd name="connsiteY9" fmla="*/ 234834 h 242495"/>
                <a:gd name="connsiteX10" fmla="*/ 33493 w 149148"/>
                <a:gd name="connsiteY10" fmla="*/ 192186 h 242495"/>
                <a:gd name="connsiteX11" fmla="*/ 29596 w 149148"/>
                <a:gd name="connsiteY11" fmla="*/ 117816 h 242495"/>
                <a:gd name="connsiteX12" fmla="*/ 32430 w 149148"/>
                <a:gd name="connsiteY12" fmla="*/ 52963 h 242495"/>
                <a:gd name="connsiteX13" fmla="*/ 74588 w 149148"/>
                <a:gd name="connsiteY13" fmla="*/ 7847 h 242495"/>
                <a:gd name="connsiteX14" fmla="*/ 116392 w 149148"/>
                <a:gd name="connsiteY14" fmla="*/ 49086 h 242495"/>
                <a:gd name="connsiteX15" fmla="*/ 119935 w 149148"/>
                <a:gd name="connsiteY15" fmla="*/ 117816 h 242495"/>
                <a:gd name="connsiteX16" fmla="*/ 116038 w 149148"/>
                <a:gd name="connsiteY16" fmla="*/ 190776 h 242495"/>
                <a:gd name="connsiteX17" fmla="*/ 74588 w 149148"/>
                <a:gd name="connsiteY17" fmla="*/ 234834 h 242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9148" h="242495">
                  <a:moveTo>
                    <a:pt x="149340" y="122046"/>
                  </a:moveTo>
                  <a:cubicBezTo>
                    <a:pt x="149340" y="93848"/>
                    <a:pt x="147568" y="65651"/>
                    <a:pt x="135169" y="39569"/>
                  </a:cubicBezTo>
                  <a:cubicBezTo>
                    <a:pt x="118872" y="5732"/>
                    <a:pt x="89822" y="93"/>
                    <a:pt x="74943" y="93"/>
                  </a:cubicBezTo>
                  <a:cubicBezTo>
                    <a:pt x="53686" y="93"/>
                    <a:pt x="27824" y="9257"/>
                    <a:pt x="13299" y="42036"/>
                  </a:cubicBezTo>
                  <a:cubicBezTo>
                    <a:pt x="1963" y="66356"/>
                    <a:pt x="191" y="93848"/>
                    <a:pt x="191" y="122046"/>
                  </a:cubicBezTo>
                  <a:cubicBezTo>
                    <a:pt x="191" y="148480"/>
                    <a:pt x="1608" y="180202"/>
                    <a:pt x="16133" y="206989"/>
                  </a:cubicBezTo>
                  <a:cubicBezTo>
                    <a:pt x="31367" y="235539"/>
                    <a:pt x="57229" y="242588"/>
                    <a:pt x="74588" y="242588"/>
                  </a:cubicBezTo>
                  <a:cubicBezTo>
                    <a:pt x="93719" y="242588"/>
                    <a:pt x="120644" y="235186"/>
                    <a:pt x="136232" y="201702"/>
                  </a:cubicBezTo>
                  <a:cubicBezTo>
                    <a:pt x="147568" y="177382"/>
                    <a:pt x="149340" y="149890"/>
                    <a:pt x="149340" y="122046"/>
                  </a:cubicBezTo>
                  <a:close/>
                  <a:moveTo>
                    <a:pt x="74588" y="234834"/>
                  </a:moveTo>
                  <a:cubicBezTo>
                    <a:pt x="60772" y="234834"/>
                    <a:pt x="39870" y="226022"/>
                    <a:pt x="33493" y="192186"/>
                  </a:cubicBezTo>
                  <a:cubicBezTo>
                    <a:pt x="29596" y="171038"/>
                    <a:pt x="29596" y="138611"/>
                    <a:pt x="29596" y="117816"/>
                  </a:cubicBezTo>
                  <a:cubicBezTo>
                    <a:pt x="29596" y="95258"/>
                    <a:pt x="29596" y="71996"/>
                    <a:pt x="32430" y="52963"/>
                  </a:cubicBezTo>
                  <a:cubicBezTo>
                    <a:pt x="39161" y="11019"/>
                    <a:pt x="65731" y="7847"/>
                    <a:pt x="74588" y="7847"/>
                  </a:cubicBezTo>
                  <a:cubicBezTo>
                    <a:pt x="86279" y="7847"/>
                    <a:pt x="109661" y="14192"/>
                    <a:pt x="116392" y="49086"/>
                  </a:cubicBezTo>
                  <a:cubicBezTo>
                    <a:pt x="119935" y="68824"/>
                    <a:pt x="119935" y="95611"/>
                    <a:pt x="119935" y="117816"/>
                  </a:cubicBezTo>
                  <a:cubicBezTo>
                    <a:pt x="119935" y="144251"/>
                    <a:pt x="119935" y="168218"/>
                    <a:pt x="116038" y="190776"/>
                  </a:cubicBezTo>
                  <a:cubicBezTo>
                    <a:pt x="110724" y="224260"/>
                    <a:pt x="90530" y="234834"/>
                    <a:pt x="74588" y="234834"/>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8" name="Freeform: Shape 47">
              <a:extLst>
                <a:ext uri="{FF2B5EF4-FFF2-40B4-BE49-F238E27FC236}">
                  <a16:creationId xmlns:a16="http://schemas.microsoft.com/office/drawing/2014/main" id="{DAB4255F-7E05-63E0-B9F5-C9F03D92250A}"/>
                </a:ext>
              </a:extLst>
            </p:cNvPr>
            <p:cNvSpPr/>
            <p:nvPr/>
          </p:nvSpPr>
          <p:spPr>
            <a:xfrm>
              <a:off x="9920929" y="5351791"/>
              <a:ext cx="38615" cy="219937"/>
            </a:xfrm>
            <a:custGeom>
              <a:avLst/>
              <a:gdLst>
                <a:gd name="connsiteX0" fmla="*/ 37749 w 38615"/>
                <a:gd name="connsiteY0" fmla="*/ 18774 h 219937"/>
                <a:gd name="connsiteX1" fmla="*/ 18973 w 38615"/>
                <a:gd name="connsiteY1" fmla="*/ 93 h 219937"/>
                <a:gd name="connsiteX2" fmla="*/ 196 w 38615"/>
                <a:gd name="connsiteY2" fmla="*/ 18774 h 219937"/>
                <a:gd name="connsiteX3" fmla="*/ 18973 w 38615"/>
                <a:gd name="connsiteY3" fmla="*/ 37454 h 219937"/>
                <a:gd name="connsiteX4" fmla="*/ 37749 w 38615"/>
                <a:gd name="connsiteY4" fmla="*/ 18774 h 219937"/>
                <a:gd name="connsiteX5" fmla="*/ 31018 w 38615"/>
                <a:gd name="connsiteY5" fmla="*/ 148128 h 219937"/>
                <a:gd name="connsiteX6" fmla="*/ 8344 w 38615"/>
                <a:gd name="connsiteY6" fmla="*/ 211571 h 219937"/>
                <a:gd name="connsiteX7" fmla="*/ 5865 w 38615"/>
                <a:gd name="connsiteY7" fmla="*/ 216153 h 219937"/>
                <a:gd name="connsiteX8" fmla="*/ 9407 w 38615"/>
                <a:gd name="connsiteY8" fmla="*/ 220030 h 219937"/>
                <a:gd name="connsiteX9" fmla="*/ 38812 w 38615"/>
                <a:gd name="connsiteY9" fmla="*/ 150948 h 219937"/>
                <a:gd name="connsiteX10" fmla="*/ 18973 w 38615"/>
                <a:gd name="connsiteY10" fmla="*/ 114644 h 219937"/>
                <a:gd name="connsiteX11" fmla="*/ 196 w 38615"/>
                <a:gd name="connsiteY11" fmla="*/ 133324 h 219937"/>
                <a:gd name="connsiteX12" fmla="*/ 18973 w 38615"/>
                <a:gd name="connsiteY12" fmla="*/ 152005 h 219937"/>
                <a:gd name="connsiteX13" fmla="*/ 21807 w 38615"/>
                <a:gd name="connsiteY13" fmla="*/ 151652 h 219937"/>
                <a:gd name="connsiteX14" fmla="*/ 31018 w 38615"/>
                <a:gd name="connsiteY14" fmla="*/ 148128 h 219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615" h="219937">
                  <a:moveTo>
                    <a:pt x="37749" y="18774"/>
                  </a:moveTo>
                  <a:cubicBezTo>
                    <a:pt x="37749" y="8552"/>
                    <a:pt x="29246" y="93"/>
                    <a:pt x="18973" y="93"/>
                  </a:cubicBezTo>
                  <a:cubicBezTo>
                    <a:pt x="8699" y="93"/>
                    <a:pt x="196" y="8552"/>
                    <a:pt x="196" y="18774"/>
                  </a:cubicBezTo>
                  <a:cubicBezTo>
                    <a:pt x="196" y="28995"/>
                    <a:pt x="8699" y="37454"/>
                    <a:pt x="18973" y="37454"/>
                  </a:cubicBezTo>
                  <a:cubicBezTo>
                    <a:pt x="29246" y="37454"/>
                    <a:pt x="37749" y="28995"/>
                    <a:pt x="37749" y="18774"/>
                  </a:cubicBezTo>
                  <a:close/>
                  <a:moveTo>
                    <a:pt x="31018" y="148128"/>
                  </a:moveTo>
                  <a:cubicBezTo>
                    <a:pt x="31018" y="157997"/>
                    <a:pt x="31018" y="185489"/>
                    <a:pt x="8344" y="211571"/>
                  </a:cubicBezTo>
                  <a:cubicBezTo>
                    <a:pt x="5865" y="214391"/>
                    <a:pt x="5865" y="215096"/>
                    <a:pt x="5865" y="216153"/>
                  </a:cubicBezTo>
                  <a:cubicBezTo>
                    <a:pt x="5865" y="218621"/>
                    <a:pt x="7636" y="220030"/>
                    <a:pt x="9407" y="220030"/>
                  </a:cubicBezTo>
                  <a:cubicBezTo>
                    <a:pt x="13304" y="220030"/>
                    <a:pt x="38812" y="191833"/>
                    <a:pt x="38812" y="150948"/>
                  </a:cubicBezTo>
                  <a:cubicBezTo>
                    <a:pt x="38812" y="140726"/>
                    <a:pt x="38103" y="114644"/>
                    <a:pt x="18973" y="114644"/>
                  </a:cubicBezTo>
                  <a:cubicBezTo>
                    <a:pt x="6573" y="114644"/>
                    <a:pt x="196" y="124160"/>
                    <a:pt x="196" y="133324"/>
                  </a:cubicBezTo>
                  <a:cubicBezTo>
                    <a:pt x="196" y="142488"/>
                    <a:pt x="6219" y="152005"/>
                    <a:pt x="18973" y="152005"/>
                  </a:cubicBezTo>
                  <a:cubicBezTo>
                    <a:pt x="20744" y="152005"/>
                    <a:pt x="21452" y="152005"/>
                    <a:pt x="21807" y="151652"/>
                  </a:cubicBezTo>
                  <a:cubicBezTo>
                    <a:pt x="24287" y="151300"/>
                    <a:pt x="28184" y="150595"/>
                    <a:pt x="31018" y="148128"/>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9" name="Freeform: Shape 48">
              <a:extLst>
                <a:ext uri="{FF2B5EF4-FFF2-40B4-BE49-F238E27FC236}">
                  <a16:creationId xmlns:a16="http://schemas.microsoft.com/office/drawing/2014/main" id="{0B542243-5F35-E225-6D90-87F9D4DE9DCF}"/>
                </a:ext>
              </a:extLst>
            </p:cNvPr>
            <p:cNvSpPr/>
            <p:nvPr/>
          </p:nvSpPr>
          <p:spPr>
            <a:xfrm>
              <a:off x="10056771" y="5347209"/>
              <a:ext cx="276331" cy="157903"/>
            </a:xfrm>
            <a:custGeom>
              <a:avLst/>
              <a:gdLst>
                <a:gd name="connsiteX0" fmla="*/ 252442 w 276331"/>
                <a:gd name="connsiteY0" fmla="*/ 24061 h 157903"/>
                <a:gd name="connsiteX1" fmla="*/ 276532 w 276331"/>
                <a:gd name="connsiteY1" fmla="*/ 16659 h 157903"/>
                <a:gd name="connsiteX2" fmla="*/ 276532 w 276331"/>
                <a:gd name="connsiteY2" fmla="*/ 93 h 157903"/>
                <a:gd name="connsiteX3" fmla="*/ 249254 w 276331"/>
                <a:gd name="connsiteY3" fmla="*/ 1150 h 157903"/>
                <a:gd name="connsiteX4" fmla="*/ 215243 w 276331"/>
                <a:gd name="connsiteY4" fmla="*/ 93 h 157903"/>
                <a:gd name="connsiteX5" fmla="*/ 215243 w 276331"/>
                <a:gd name="connsiteY5" fmla="*/ 16659 h 157903"/>
                <a:gd name="connsiteX6" fmla="*/ 235791 w 276331"/>
                <a:gd name="connsiteY6" fmla="*/ 20888 h 157903"/>
                <a:gd name="connsiteX7" fmla="*/ 234374 w 276331"/>
                <a:gd name="connsiteY7" fmla="*/ 25118 h 157903"/>
                <a:gd name="connsiteX8" fmla="*/ 197176 w 276331"/>
                <a:gd name="connsiteY8" fmla="*/ 115349 h 157903"/>
                <a:gd name="connsiteX9" fmla="*/ 156789 w 276331"/>
                <a:gd name="connsiteY9" fmla="*/ 16659 h 157903"/>
                <a:gd name="connsiteX10" fmla="*/ 176628 w 276331"/>
                <a:gd name="connsiteY10" fmla="*/ 16659 h 157903"/>
                <a:gd name="connsiteX11" fmla="*/ 176628 w 276331"/>
                <a:gd name="connsiteY11" fmla="*/ 93 h 157903"/>
                <a:gd name="connsiteX12" fmla="*/ 136241 w 276331"/>
                <a:gd name="connsiteY12" fmla="*/ 1150 h 157903"/>
                <a:gd name="connsiteX13" fmla="*/ 100814 w 276331"/>
                <a:gd name="connsiteY13" fmla="*/ 93 h 157903"/>
                <a:gd name="connsiteX14" fmla="*/ 100814 w 276331"/>
                <a:gd name="connsiteY14" fmla="*/ 16659 h 157903"/>
                <a:gd name="connsiteX15" fmla="*/ 121716 w 276331"/>
                <a:gd name="connsiteY15" fmla="*/ 16659 h 157903"/>
                <a:gd name="connsiteX16" fmla="*/ 129155 w 276331"/>
                <a:gd name="connsiteY16" fmla="*/ 35339 h 157903"/>
                <a:gd name="connsiteX17" fmla="*/ 127738 w 276331"/>
                <a:gd name="connsiteY17" fmla="*/ 39921 h 157903"/>
                <a:gd name="connsiteX18" fmla="*/ 99751 w 276331"/>
                <a:gd name="connsiteY18" fmla="*/ 107594 h 157903"/>
                <a:gd name="connsiteX19" fmla="*/ 62552 w 276331"/>
                <a:gd name="connsiteY19" fmla="*/ 16659 h 157903"/>
                <a:gd name="connsiteX20" fmla="*/ 82392 w 276331"/>
                <a:gd name="connsiteY20" fmla="*/ 16659 h 157903"/>
                <a:gd name="connsiteX21" fmla="*/ 82392 w 276331"/>
                <a:gd name="connsiteY21" fmla="*/ 93 h 157903"/>
                <a:gd name="connsiteX22" fmla="*/ 38816 w 276331"/>
                <a:gd name="connsiteY22" fmla="*/ 1150 h 157903"/>
                <a:gd name="connsiteX23" fmla="*/ 201 w 276331"/>
                <a:gd name="connsiteY23" fmla="*/ 93 h 157903"/>
                <a:gd name="connsiteX24" fmla="*/ 201 w 276331"/>
                <a:gd name="connsiteY24" fmla="*/ 16659 h 157903"/>
                <a:gd name="connsiteX25" fmla="*/ 21103 w 276331"/>
                <a:gd name="connsiteY25" fmla="*/ 16659 h 157903"/>
                <a:gd name="connsiteX26" fmla="*/ 75306 w 276331"/>
                <a:gd name="connsiteY26" fmla="*/ 148480 h 157903"/>
                <a:gd name="connsiteX27" fmla="*/ 88060 w 276331"/>
                <a:gd name="connsiteY27" fmla="*/ 157997 h 157903"/>
                <a:gd name="connsiteX28" fmla="*/ 100814 w 276331"/>
                <a:gd name="connsiteY28" fmla="*/ 148480 h 157903"/>
                <a:gd name="connsiteX29" fmla="*/ 138367 w 276331"/>
                <a:gd name="connsiteY29" fmla="*/ 57192 h 157903"/>
                <a:gd name="connsiteX30" fmla="*/ 175919 w 276331"/>
                <a:gd name="connsiteY30" fmla="*/ 148480 h 157903"/>
                <a:gd name="connsiteX31" fmla="*/ 188673 w 276331"/>
                <a:gd name="connsiteY31" fmla="*/ 157997 h 157903"/>
                <a:gd name="connsiteX32" fmla="*/ 201427 w 276331"/>
                <a:gd name="connsiteY32" fmla="*/ 148480 h 157903"/>
                <a:gd name="connsiteX33" fmla="*/ 252442 w 276331"/>
                <a:gd name="connsiteY33" fmla="*/ 24061 h 157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6331" h="157903">
                  <a:moveTo>
                    <a:pt x="252442" y="24061"/>
                  </a:moveTo>
                  <a:cubicBezTo>
                    <a:pt x="254213" y="19479"/>
                    <a:pt x="255630" y="16659"/>
                    <a:pt x="276532" y="16659"/>
                  </a:cubicBezTo>
                  <a:lnTo>
                    <a:pt x="276532" y="93"/>
                  </a:lnTo>
                  <a:cubicBezTo>
                    <a:pt x="268384" y="798"/>
                    <a:pt x="257756" y="1150"/>
                    <a:pt x="249254" y="1150"/>
                  </a:cubicBezTo>
                  <a:cubicBezTo>
                    <a:pt x="239688" y="1150"/>
                    <a:pt x="223037" y="445"/>
                    <a:pt x="215243" y="93"/>
                  </a:cubicBezTo>
                  <a:lnTo>
                    <a:pt x="215243" y="16659"/>
                  </a:lnTo>
                  <a:cubicBezTo>
                    <a:pt x="218432" y="16659"/>
                    <a:pt x="235791" y="17011"/>
                    <a:pt x="235791" y="20888"/>
                  </a:cubicBezTo>
                  <a:cubicBezTo>
                    <a:pt x="235791" y="21946"/>
                    <a:pt x="234728" y="24061"/>
                    <a:pt x="234374" y="25118"/>
                  </a:cubicBezTo>
                  <a:lnTo>
                    <a:pt x="197176" y="115349"/>
                  </a:lnTo>
                  <a:lnTo>
                    <a:pt x="156789" y="16659"/>
                  </a:lnTo>
                  <a:lnTo>
                    <a:pt x="176628" y="16659"/>
                  </a:lnTo>
                  <a:lnTo>
                    <a:pt x="176628" y="93"/>
                  </a:lnTo>
                  <a:cubicBezTo>
                    <a:pt x="165291" y="445"/>
                    <a:pt x="146869" y="1150"/>
                    <a:pt x="136241" y="1150"/>
                  </a:cubicBezTo>
                  <a:cubicBezTo>
                    <a:pt x="121362" y="1150"/>
                    <a:pt x="106482" y="445"/>
                    <a:pt x="100814" y="93"/>
                  </a:cubicBezTo>
                  <a:lnTo>
                    <a:pt x="100814" y="16659"/>
                  </a:lnTo>
                  <a:lnTo>
                    <a:pt x="121716" y="16659"/>
                  </a:lnTo>
                  <a:cubicBezTo>
                    <a:pt x="129155" y="34282"/>
                    <a:pt x="129155" y="34987"/>
                    <a:pt x="129155" y="35339"/>
                  </a:cubicBezTo>
                  <a:cubicBezTo>
                    <a:pt x="129155" y="36749"/>
                    <a:pt x="128093" y="38864"/>
                    <a:pt x="127738" y="39921"/>
                  </a:cubicBezTo>
                  <a:lnTo>
                    <a:pt x="99751" y="107594"/>
                  </a:lnTo>
                  <a:lnTo>
                    <a:pt x="62552" y="16659"/>
                  </a:lnTo>
                  <a:lnTo>
                    <a:pt x="82392" y="16659"/>
                  </a:lnTo>
                  <a:lnTo>
                    <a:pt x="82392" y="93"/>
                  </a:lnTo>
                  <a:cubicBezTo>
                    <a:pt x="67866" y="798"/>
                    <a:pt x="53341" y="1150"/>
                    <a:pt x="38816" y="1150"/>
                  </a:cubicBezTo>
                  <a:cubicBezTo>
                    <a:pt x="27834" y="1150"/>
                    <a:pt x="12246" y="445"/>
                    <a:pt x="201" y="93"/>
                  </a:cubicBezTo>
                  <a:lnTo>
                    <a:pt x="201" y="16659"/>
                  </a:lnTo>
                  <a:lnTo>
                    <a:pt x="21103" y="16659"/>
                  </a:lnTo>
                  <a:lnTo>
                    <a:pt x="75306" y="148480"/>
                  </a:lnTo>
                  <a:cubicBezTo>
                    <a:pt x="77786" y="154472"/>
                    <a:pt x="79203" y="157997"/>
                    <a:pt x="88060" y="157997"/>
                  </a:cubicBezTo>
                  <a:cubicBezTo>
                    <a:pt x="96917" y="157997"/>
                    <a:pt x="98334" y="154472"/>
                    <a:pt x="100814" y="148480"/>
                  </a:cubicBezTo>
                  <a:lnTo>
                    <a:pt x="138367" y="57192"/>
                  </a:lnTo>
                  <a:lnTo>
                    <a:pt x="175919" y="148480"/>
                  </a:lnTo>
                  <a:cubicBezTo>
                    <a:pt x="178399" y="154472"/>
                    <a:pt x="179816" y="157997"/>
                    <a:pt x="188673" y="157997"/>
                  </a:cubicBezTo>
                  <a:cubicBezTo>
                    <a:pt x="197530" y="157997"/>
                    <a:pt x="198947" y="154472"/>
                    <a:pt x="201427" y="148480"/>
                  </a:cubicBezTo>
                  <a:lnTo>
                    <a:pt x="252442" y="2406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0" name="Freeform: Shape 49">
              <a:extLst>
                <a:ext uri="{FF2B5EF4-FFF2-40B4-BE49-F238E27FC236}">
                  <a16:creationId xmlns:a16="http://schemas.microsoft.com/office/drawing/2014/main" id="{6B5DCF90-56E8-C34D-D000-11605B698355}"/>
                </a:ext>
              </a:extLst>
            </p:cNvPr>
            <p:cNvSpPr/>
            <p:nvPr/>
          </p:nvSpPr>
          <p:spPr>
            <a:xfrm>
              <a:off x="10368007" y="5239355"/>
              <a:ext cx="82191" cy="352463"/>
            </a:xfrm>
            <a:custGeom>
              <a:avLst/>
              <a:gdLst>
                <a:gd name="connsiteX0" fmla="*/ 82400 w 82191"/>
                <a:gd name="connsiteY0" fmla="*/ 176325 h 352463"/>
                <a:gd name="connsiteX1" fmla="*/ 59018 w 82191"/>
                <a:gd name="connsiteY1" fmla="*/ 66356 h 352463"/>
                <a:gd name="connsiteX2" fmla="*/ 3752 w 82191"/>
                <a:gd name="connsiteY2" fmla="*/ 93 h 352463"/>
                <a:gd name="connsiteX3" fmla="*/ 209 w 82191"/>
                <a:gd name="connsiteY3" fmla="*/ 3618 h 352463"/>
                <a:gd name="connsiteX4" fmla="*/ 6940 w 82191"/>
                <a:gd name="connsiteY4" fmla="*/ 11724 h 352463"/>
                <a:gd name="connsiteX5" fmla="*/ 61852 w 82191"/>
                <a:gd name="connsiteY5" fmla="*/ 176325 h 352463"/>
                <a:gd name="connsiteX6" fmla="*/ 4815 w 82191"/>
                <a:gd name="connsiteY6" fmla="*/ 343040 h 352463"/>
                <a:gd name="connsiteX7" fmla="*/ 209 w 82191"/>
                <a:gd name="connsiteY7" fmla="*/ 349032 h 352463"/>
                <a:gd name="connsiteX8" fmla="*/ 3752 w 82191"/>
                <a:gd name="connsiteY8" fmla="*/ 352557 h 352463"/>
                <a:gd name="connsiteX9" fmla="*/ 60081 w 82191"/>
                <a:gd name="connsiteY9" fmla="*/ 283826 h 352463"/>
                <a:gd name="connsiteX10" fmla="*/ 82400 w 82191"/>
                <a:gd name="connsiteY10" fmla="*/ 176325 h 35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1" h="352463">
                  <a:moveTo>
                    <a:pt x="82400" y="176325"/>
                  </a:moveTo>
                  <a:cubicBezTo>
                    <a:pt x="82400" y="148833"/>
                    <a:pt x="78503" y="106185"/>
                    <a:pt x="59018" y="66356"/>
                  </a:cubicBezTo>
                  <a:cubicBezTo>
                    <a:pt x="37762" y="23003"/>
                    <a:pt x="7294" y="93"/>
                    <a:pt x="3752" y="93"/>
                  </a:cubicBezTo>
                  <a:cubicBezTo>
                    <a:pt x="1626" y="93"/>
                    <a:pt x="209" y="1503"/>
                    <a:pt x="209" y="3618"/>
                  </a:cubicBezTo>
                  <a:cubicBezTo>
                    <a:pt x="209" y="4675"/>
                    <a:pt x="209" y="5380"/>
                    <a:pt x="6940" y="11724"/>
                  </a:cubicBezTo>
                  <a:cubicBezTo>
                    <a:pt x="41659" y="46618"/>
                    <a:pt x="61852" y="102660"/>
                    <a:pt x="61852" y="176325"/>
                  </a:cubicBezTo>
                  <a:cubicBezTo>
                    <a:pt x="61852" y="236596"/>
                    <a:pt x="48744" y="298630"/>
                    <a:pt x="4815" y="343040"/>
                  </a:cubicBezTo>
                  <a:cubicBezTo>
                    <a:pt x="209" y="347270"/>
                    <a:pt x="209" y="347975"/>
                    <a:pt x="209" y="349032"/>
                  </a:cubicBezTo>
                  <a:cubicBezTo>
                    <a:pt x="209" y="351147"/>
                    <a:pt x="1626" y="352557"/>
                    <a:pt x="3752" y="352557"/>
                  </a:cubicBezTo>
                  <a:cubicBezTo>
                    <a:pt x="7294" y="352557"/>
                    <a:pt x="39179" y="328589"/>
                    <a:pt x="60081" y="283826"/>
                  </a:cubicBezTo>
                  <a:cubicBezTo>
                    <a:pt x="78149" y="245055"/>
                    <a:pt x="82400" y="205932"/>
                    <a:pt x="82400" y="17632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1" name="Freeform: Shape 50">
              <a:extLst>
                <a:ext uri="{FF2B5EF4-FFF2-40B4-BE49-F238E27FC236}">
                  <a16:creationId xmlns:a16="http://schemas.microsoft.com/office/drawing/2014/main" id="{F8D46941-F72C-3071-0D6D-008F3EC414C6}"/>
                </a:ext>
              </a:extLst>
            </p:cNvPr>
            <p:cNvSpPr/>
            <p:nvPr/>
          </p:nvSpPr>
          <p:spPr>
            <a:xfrm>
              <a:off x="8444227" y="5874494"/>
              <a:ext cx="115846" cy="161780"/>
            </a:xfrm>
            <a:custGeom>
              <a:avLst/>
              <a:gdLst>
                <a:gd name="connsiteX0" fmla="*/ 62153 w 115846"/>
                <a:gd name="connsiteY0" fmla="*/ 89634 h 161780"/>
                <a:gd name="connsiteX1" fmla="*/ 98997 w 115846"/>
                <a:gd name="connsiteY1" fmla="*/ 122060 h 161780"/>
                <a:gd name="connsiteX2" fmla="*/ 58964 w 115846"/>
                <a:gd name="connsiteY2" fmla="*/ 154135 h 161780"/>
                <a:gd name="connsiteX3" fmla="*/ 9721 w 115846"/>
                <a:gd name="connsiteY3" fmla="*/ 104085 h 161780"/>
                <a:gd name="connsiteX4" fmla="*/ 4761 w 115846"/>
                <a:gd name="connsiteY4" fmla="*/ 98093 h 161780"/>
                <a:gd name="connsiteX5" fmla="*/ 155 w 115846"/>
                <a:gd name="connsiteY5" fmla="*/ 106905 h 161780"/>
                <a:gd name="connsiteX6" fmla="*/ 155 w 115846"/>
                <a:gd name="connsiteY6" fmla="*/ 153430 h 161780"/>
                <a:gd name="connsiteX7" fmla="*/ 4052 w 115846"/>
                <a:gd name="connsiteY7" fmla="*/ 161889 h 161780"/>
                <a:gd name="connsiteX8" fmla="*/ 12909 w 115846"/>
                <a:gd name="connsiteY8" fmla="*/ 154840 h 161780"/>
                <a:gd name="connsiteX9" fmla="*/ 19994 w 115846"/>
                <a:gd name="connsiteY9" fmla="*/ 146733 h 161780"/>
                <a:gd name="connsiteX10" fmla="*/ 58964 w 115846"/>
                <a:gd name="connsiteY10" fmla="*/ 161889 h 161780"/>
                <a:gd name="connsiteX11" fmla="*/ 116002 w 115846"/>
                <a:gd name="connsiteY11" fmla="*/ 112896 h 161780"/>
                <a:gd name="connsiteX12" fmla="*/ 101123 w 115846"/>
                <a:gd name="connsiteY12" fmla="*/ 79412 h 161780"/>
                <a:gd name="connsiteX13" fmla="*/ 60736 w 115846"/>
                <a:gd name="connsiteY13" fmla="*/ 62494 h 161780"/>
                <a:gd name="connsiteX14" fmla="*/ 17160 w 115846"/>
                <a:gd name="connsiteY14" fmla="*/ 33592 h 161780"/>
                <a:gd name="connsiteX15" fmla="*/ 56839 w 115846"/>
                <a:gd name="connsiteY15" fmla="*/ 6805 h 161780"/>
                <a:gd name="connsiteX16" fmla="*/ 98288 w 115846"/>
                <a:gd name="connsiteY16" fmla="*/ 49453 h 161780"/>
                <a:gd name="connsiteX17" fmla="*/ 102540 w 115846"/>
                <a:gd name="connsiteY17" fmla="*/ 52625 h 161780"/>
                <a:gd name="connsiteX18" fmla="*/ 107145 w 115846"/>
                <a:gd name="connsiteY18" fmla="*/ 44166 h 161780"/>
                <a:gd name="connsiteX19" fmla="*/ 107145 w 115846"/>
                <a:gd name="connsiteY19" fmla="*/ 8567 h 161780"/>
                <a:gd name="connsiteX20" fmla="*/ 103248 w 115846"/>
                <a:gd name="connsiteY20" fmla="*/ 108 h 161780"/>
                <a:gd name="connsiteX21" fmla="*/ 96163 w 115846"/>
                <a:gd name="connsiteY21" fmla="*/ 4338 h 161780"/>
                <a:gd name="connsiteX22" fmla="*/ 90140 w 115846"/>
                <a:gd name="connsiteY22" fmla="*/ 9977 h 161780"/>
                <a:gd name="connsiteX23" fmla="*/ 56839 w 115846"/>
                <a:gd name="connsiteY23" fmla="*/ 108 h 161780"/>
                <a:gd name="connsiteX24" fmla="*/ 155 w 115846"/>
                <a:gd name="connsiteY24" fmla="*/ 43461 h 161780"/>
                <a:gd name="connsiteX25" fmla="*/ 15389 w 115846"/>
                <a:gd name="connsiteY25" fmla="*/ 73420 h 161780"/>
                <a:gd name="connsiteX26" fmla="*/ 62153 w 115846"/>
                <a:gd name="connsiteY26" fmla="*/ 89634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846" h="161780">
                  <a:moveTo>
                    <a:pt x="62153" y="89634"/>
                  </a:moveTo>
                  <a:cubicBezTo>
                    <a:pt x="69947" y="91044"/>
                    <a:pt x="98997" y="96683"/>
                    <a:pt x="98997" y="122060"/>
                  </a:cubicBezTo>
                  <a:cubicBezTo>
                    <a:pt x="98997" y="140036"/>
                    <a:pt x="86597" y="154135"/>
                    <a:pt x="58964" y="154135"/>
                  </a:cubicBezTo>
                  <a:cubicBezTo>
                    <a:pt x="29205" y="154135"/>
                    <a:pt x="16452" y="134044"/>
                    <a:pt x="9721" y="104085"/>
                  </a:cubicBezTo>
                  <a:cubicBezTo>
                    <a:pt x="8658" y="99503"/>
                    <a:pt x="8303" y="98093"/>
                    <a:pt x="4761" y="98093"/>
                  </a:cubicBezTo>
                  <a:cubicBezTo>
                    <a:pt x="155" y="98093"/>
                    <a:pt x="155" y="100560"/>
                    <a:pt x="155" y="106905"/>
                  </a:cubicBezTo>
                  <a:lnTo>
                    <a:pt x="155" y="153430"/>
                  </a:lnTo>
                  <a:cubicBezTo>
                    <a:pt x="155" y="159422"/>
                    <a:pt x="155" y="161889"/>
                    <a:pt x="4052" y="161889"/>
                  </a:cubicBezTo>
                  <a:cubicBezTo>
                    <a:pt x="5824" y="161889"/>
                    <a:pt x="6178" y="161536"/>
                    <a:pt x="12909" y="154840"/>
                  </a:cubicBezTo>
                  <a:cubicBezTo>
                    <a:pt x="13617" y="154135"/>
                    <a:pt x="13617" y="153430"/>
                    <a:pt x="19994" y="146733"/>
                  </a:cubicBezTo>
                  <a:cubicBezTo>
                    <a:pt x="35582" y="161536"/>
                    <a:pt x="51525" y="161889"/>
                    <a:pt x="58964" y="161889"/>
                  </a:cubicBezTo>
                  <a:cubicBezTo>
                    <a:pt x="99706" y="161889"/>
                    <a:pt x="116002" y="138274"/>
                    <a:pt x="116002" y="112896"/>
                  </a:cubicBezTo>
                  <a:cubicBezTo>
                    <a:pt x="116002" y="94216"/>
                    <a:pt x="105374" y="83642"/>
                    <a:pt x="101123" y="79412"/>
                  </a:cubicBezTo>
                  <a:cubicBezTo>
                    <a:pt x="89432" y="68134"/>
                    <a:pt x="75615" y="65314"/>
                    <a:pt x="60736" y="62494"/>
                  </a:cubicBezTo>
                  <a:cubicBezTo>
                    <a:pt x="40896" y="58617"/>
                    <a:pt x="17160" y="54035"/>
                    <a:pt x="17160" y="33592"/>
                  </a:cubicBezTo>
                  <a:cubicBezTo>
                    <a:pt x="17160" y="21256"/>
                    <a:pt x="26371" y="6805"/>
                    <a:pt x="56839" y="6805"/>
                  </a:cubicBezTo>
                  <a:cubicBezTo>
                    <a:pt x="95809" y="6805"/>
                    <a:pt x="97580" y="38527"/>
                    <a:pt x="98288" y="49453"/>
                  </a:cubicBezTo>
                  <a:cubicBezTo>
                    <a:pt x="98643" y="52625"/>
                    <a:pt x="101831" y="52625"/>
                    <a:pt x="102540" y="52625"/>
                  </a:cubicBezTo>
                  <a:cubicBezTo>
                    <a:pt x="107145" y="52625"/>
                    <a:pt x="107145" y="50863"/>
                    <a:pt x="107145" y="44166"/>
                  </a:cubicBezTo>
                  <a:lnTo>
                    <a:pt x="107145" y="8567"/>
                  </a:lnTo>
                  <a:cubicBezTo>
                    <a:pt x="107145" y="2575"/>
                    <a:pt x="107145" y="108"/>
                    <a:pt x="103248" y="108"/>
                  </a:cubicBezTo>
                  <a:cubicBezTo>
                    <a:pt x="101477" y="108"/>
                    <a:pt x="100768" y="108"/>
                    <a:pt x="96163" y="4338"/>
                  </a:cubicBezTo>
                  <a:cubicBezTo>
                    <a:pt x="95100" y="5747"/>
                    <a:pt x="91557" y="8920"/>
                    <a:pt x="90140" y="9977"/>
                  </a:cubicBezTo>
                  <a:cubicBezTo>
                    <a:pt x="76678" y="108"/>
                    <a:pt x="62153" y="108"/>
                    <a:pt x="56839" y="108"/>
                  </a:cubicBezTo>
                  <a:cubicBezTo>
                    <a:pt x="13617" y="108"/>
                    <a:pt x="155" y="23723"/>
                    <a:pt x="155" y="43461"/>
                  </a:cubicBezTo>
                  <a:cubicBezTo>
                    <a:pt x="155" y="55797"/>
                    <a:pt x="5824" y="65666"/>
                    <a:pt x="15389" y="73420"/>
                  </a:cubicBezTo>
                  <a:cubicBezTo>
                    <a:pt x="26726" y="82585"/>
                    <a:pt x="36645" y="84699"/>
                    <a:pt x="62153" y="89634"/>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2" name="Freeform: Shape 51">
              <a:extLst>
                <a:ext uri="{FF2B5EF4-FFF2-40B4-BE49-F238E27FC236}">
                  <a16:creationId xmlns:a16="http://schemas.microsoft.com/office/drawing/2014/main" id="{D18C1163-35F1-3BCE-95CE-12056F1B28FD}"/>
                </a:ext>
              </a:extLst>
            </p:cNvPr>
            <p:cNvSpPr/>
            <p:nvPr/>
          </p:nvSpPr>
          <p:spPr>
            <a:xfrm>
              <a:off x="8584322" y="5874494"/>
              <a:ext cx="134977" cy="161780"/>
            </a:xfrm>
            <a:custGeom>
              <a:avLst/>
              <a:gdLst>
                <a:gd name="connsiteX0" fmla="*/ 29564 w 134977"/>
                <a:gd name="connsiteY0" fmla="*/ 81175 h 161780"/>
                <a:gd name="connsiteX1" fmla="*/ 77390 w 134977"/>
                <a:gd name="connsiteY1" fmla="*/ 8920 h 161780"/>
                <a:gd name="connsiteX2" fmla="*/ 115297 w 134977"/>
                <a:gd name="connsiteY2" fmla="*/ 21961 h 161780"/>
                <a:gd name="connsiteX3" fmla="*/ 98647 w 134977"/>
                <a:gd name="connsiteY3" fmla="*/ 38174 h 161780"/>
                <a:gd name="connsiteX4" fmla="*/ 114943 w 134977"/>
                <a:gd name="connsiteY4" fmla="*/ 54387 h 161780"/>
                <a:gd name="connsiteX5" fmla="*/ 131240 w 134977"/>
                <a:gd name="connsiteY5" fmla="*/ 37822 h 161780"/>
                <a:gd name="connsiteX6" fmla="*/ 77036 w 134977"/>
                <a:gd name="connsiteY6" fmla="*/ 108 h 161780"/>
                <a:gd name="connsiteX7" fmla="*/ 159 w 134977"/>
                <a:gd name="connsiteY7" fmla="*/ 81880 h 161780"/>
                <a:gd name="connsiteX8" fmla="*/ 76327 w 134977"/>
                <a:gd name="connsiteY8" fmla="*/ 161889 h 161780"/>
                <a:gd name="connsiteX9" fmla="*/ 135137 w 134977"/>
                <a:gd name="connsiteY9" fmla="*/ 116069 h 161780"/>
                <a:gd name="connsiteX10" fmla="*/ 130531 w 134977"/>
                <a:gd name="connsiteY10" fmla="*/ 112544 h 161780"/>
                <a:gd name="connsiteX11" fmla="*/ 125926 w 134977"/>
                <a:gd name="connsiteY11" fmla="*/ 116069 h 161780"/>
                <a:gd name="connsiteX12" fmla="*/ 79516 w 134977"/>
                <a:gd name="connsiteY12" fmla="*/ 153077 h 161780"/>
                <a:gd name="connsiteX13" fmla="*/ 29564 w 134977"/>
                <a:gd name="connsiteY13" fmla="*/ 81175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977" h="161780">
                  <a:moveTo>
                    <a:pt x="29564" y="81175"/>
                  </a:moveTo>
                  <a:cubicBezTo>
                    <a:pt x="29564" y="23723"/>
                    <a:pt x="58614" y="8920"/>
                    <a:pt x="77390" y="8920"/>
                  </a:cubicBezTo>
                  <a:cubicBezTo>
                    <a:pt x="80579" y="8920"/>
                    <a:pt x="102898" y="9272"/>
                    <a:pt x="115297" y="21961"/>
                  </a:cubicBezTo>
                  <a:cubicBezTo>
                    <a:pt x="100772" y="23018"/>
                    <a:pt x="98647" y="33592"/>
                    <a:pt x="98647" y="38174"/>
                  </a:cubicBezTo>
                  <a:cubicBezTo>
                    <a:pt x="98647" y="47338"/>
                    <a:pt x="105023" y="54387"/>
                    <a:pt x="114943" y="54387"/>
                  </a:cubicBezTo>
                  <a:cubicBezTo>
                    <a:pt x="124154" y="54387"/>
                    <a:pt x="131240" y="48396"/>
                    <a:pt x="131240" y="37822"/>
                  </a:cubicBezTo>
                  <a:cubicBezTo>
                    <a:pt x="131240" y="13854"/>
                    <a:pt x="104315" y="108"/>
                    <a:pt x="77036" y="108"/>
                  </a:cubicBezTo>
                  <a:cubicBezTo>
                    <a:pt x="32752" y="108"/>
                    <a:pt x="159" y="38174"/>
                    <a:pt x="159" y="81880"/>
                  </a:cubicBezTo>
                  <a:cubicBezTo>
                    <a:pt x="159" y="126995"/>
                    <a:pt x="35232" y="161889"/>
                    <a:pt x="76327" y="161889"/>
                  </a:cubicBezTo>
                  <a:cubicBezTo>
                    <a:pt x="123800" y="161889"/>
                    <a:pt x="135137" y="119593"/>
                    <a:pt x="135137" y="116069"/>
                  </a:cubicBezTo>
                  <a:cubicBezTo>
                    <a:pt x="135137" y="112544"/>
                    <a:pt x="131594" y="112544"/>
                    <a:pt x="130531" y="112544"/>
                  </a:cubicBezTo>
                  <a:cubicBezTo>
                    <a:pt x="127343" y="112544"/>
                    <a:pt x="126634" y="113954"/>
                    <a:pt x="125926" y="116069"/>
                  </a:cubicBezTo>
                  <a:cubicBezTo>
                    <a:pt x="115652" y="148848"/>
                    <a:pt x="92624" y="153077"/>
                    <a:pt x="79516" y="153077"/>
                  </a:cubicBezTo>
                  <a:cubicBezTo>
                    <a:pt x="60740" y="153077"/>
                    <a:pt x="29564" y="137921"/>
                    <a:pt x="29564" y="8117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3" name="Freeform: Shape 52">
              <a:extLst>
                <a:ext uri="{FF2B5EF4-FFF2-40B4-BE49-F238E27FC236}">
                  <a16:creationId xmlns:a16="http://schemas.microsoft.com/office/drawing/2014/main" id="{49B49EF2-2E21-8DFD-E880-7F6805032112}"/>
                </a:ext>
              </a:extLst>
            </p:cNvPr>
            <p:cNvSpPr/>
            <p:nvPr/>
          </p:nvSpPr>
          <p:spPr>
            <a:xfrm>
              <a:off x="8739651" y="5874494"/>
              <a:ext cx="156942" cy="161780"/>
            </a:xfrm>
            <a:custGeom>
              <a:avLst/>
              <a:gdLst>
                <a:gd name="connsiteX0" fmla="*/ 157106 w 156942"/>
                <a:gd name="connsiteY0" fmla="*/ 82585 h 161780"/>
                <a:gd name="connsiteX1" fmla="*/ 78812 w 156942"/>
                <a:gd name="connsiteY1" fmla="*/ 108 h 161780"/>
                <a:gd name="connsiteX2" fmla="*/ 164 w 156942"/>
                <a:gd name="connsiteY2" fmla="*/ 82585 h 161780"/>
                <a:gd name="connsiteX3" fmla="*/ 78458 w 156942"/>
                <a:gd name="connsiteY3" fmla="*/ 161889 h 161780"/>
                <a:gd name="connsiteX4" fmla="*/ 157106 w 156942"/>
                <a:gd name="connsiteY4" fmla="*/ 82585 h 161780"/>
                <a:gd name="connsiteX5" fmla="*/ 78812 w 156942"/>
                <a:gd name="connsiteY5" fmla="*/ 153077 h 161780"/>
                <a:gd name="connsiteX6" fmla="*/ 38425 w 156942"/>
                <a:gd name="connsiteY6" fmla="*/ 129462 h 161780"/>
                <a:gd name="connsiteX7" fmla="*/ 29568 w 156942"/>
                <a:gd name="connsiteY7" fmla="*/ 79765 h 161780"/>
                <a:gd name="connsiteX8" fmla="*/ 38071 w 156942"/>
                <a:gd name="connsiteY8" fmla="*/ 31477 h 161780"/>
                <a:gd name="connsiteX9" fmla="*/ 78458 w 156942"/>
                <a:gd name="connsiteY9" fmla="*/ 7862 h 161780"/>
                <a:gd name="connsiteX10" fmla="*/ 118490 w 156942"/>
                <a:gd name="connsiteY10" fmla="*/ 30772 h 161780"/>
                <a:gd name="connsiteX11" fmla="*/ 127701 w 156942"/>
                <a:gd name="connsiteY11" fmla="*/ 79765 h 161780"/>
                <a:gd name="connsiteX12" fmla="*/ 119907 w 156942"/>
                <a:gd name="connsiteY12" fmla="*/ 126995 h 161780"/>
                <a:gd name="connsiteX13" fmla="*/ 78812 w 156942"/>
                <a:gd name="connsiteY13" fmla="*/ 153077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942" h="161780">
                  <a:moveTo>
                    <a:pt x="157106" y="82585"/>
                  </a:moveTo>
                  <a:cubicBezTo>
                    <a:pt x="157106" y="37469"/>
                    <a:pt x="121679" y="108"/>
                    <a:pt x="78812" y="108"/>
                  </a:cubicBezTo>
                  <a:cubicBezTo>
                    <a:pt x="34528" y="108"/>
                    <a:pt x="164" y="38527"/>
                    <a:pt x="164" y="82585"/>
                  </a:cubicBezTo>
                  <a:cubicBezTo>
                    <a:pt x="164" y="128052"/>
                    <a:pt x="37008" y="161889"/>
                    <a:pt x="78458" y="161889"/>
                  </a:cubicBezTo>
                  <a:cubicBezTo>
                    <a:pt x="121324" y="161889"/>
                    <a:pt x="157106" y="127347"/>
                    <a:pt x="157106" y="82585"/>
                  </a:cubicBezTo>
                  <a:close/>
                  <a:moveTo>
                    <a:pt x="78812" y="153077"/>
                  </a:moveTo>
                  <a:cubicBezTo>
                    <a:pt x="63578" y="153077"/>
                    <a:pt x="47990" y="145676"/>
                    <a:pt x="38425" y="129462"/>
                  </a:cubicBezTo>
                  <a:cubicBezTo>
                    <a:pt x="29568" y="113954"/>
                    <a:pt x="29568" y="92454"/>
                    <a:pt x="29568" y="79765"/>
                  </a:cubicBezTo>
                  <a:cubicBezTo>
                    <a:pt x="29568" y="66019"/>
                    <a:pt x="29568" y="46986"/>
                    <a:pt x="38071" y="31477"/>
                  </a:cubicBezTo>
                  <a:cubicBezTo>
                    <a:pt x="47636" y="15264"/>
                    <a:pt x="64287" y="7862"/>
                    <a:pt x="78458" y="7862"/>
                  </a:cubicBezTo>
                  <a:cubicBezTo>
                    <a:pt x="94046" y="7862"/>
                    <a:pt x="109279" y="15616"/>
                    <a:pt x="118490" y="30772"/>
                  </a:cubicBezTo>
                  <a:cubicBezTo>
                    <a:pt x="127701" y="45928"/>
                    <a:pt x="127701" y="66371"/>
                    <a:pt x="127701" y="79765"/>
                  </a:cubicBezTo>
                  <a:cubicBezTo>
                    <a:pt x="127701" y="92454"/>
                    <a:pt x="127701" y="111487"/>
                    <a:pt x="119907" y="126995"/>
                  </a:cubicBezTo>
                  <a:cubicBezTo>
                    <a:pt x="112113" y="142856"/>
                    <a:pt x="96525" y="153077"/>
                    <a:pt x="78812" y="153077"/>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4" name="Freeform: Shape 53">
              <a:extLst>
                <a:ext uri="{FF2B5EF4-FFF2-40B4-BE49-F238E27FC236}">
                  <a16:creationId xmlns:a16="http://schemas.microsoft.com/office/drawing/2014/main" id="{6BB4CE04-BF88-0B51-2A4C-6C2A1C56FEC9}"/>
                </a:ext>
              </a:extLst>
            </p:cNvPr>
            <p:cNvSpPr/>
            <p:nvPr/>
          </p:nvSpPr>
          <p:spPr>
            <a:xfrm>
              <a:off x="8916787" y="5876609"/>
              <a:ext cx="119035" cy="155788"/>
            </a:xfrm>
            <a:custGeom>
              <a:avLst/>
              <a:gdLst>
                <a:gd name="connsiteX0" fmla="*/ 49412 w 119035"/>
                <a:gd name="connsiteY0" fmla="*/ 38879 h 155788"/>
                <a:gd name="connsiteX1" fmla="*/ 49412 w 119035"/>
                <a:gd name="connsiteY1" fmla="*/ 108 h 155788"/>
                <a:gd name="connsiteX2" fmla="*/ 169 w 119035"/>
                <a:gd name="connsiteY2" fmla="*/ 3985 h 155788"/>
                <a:gd name="connsiteX3" fmla="*/ 169 w 119035"/>
                <a:gd name="connsiteY3" fmla="*/ 14911 h 155788"/>
                <a:gd name="connsiteX4" fmla="*/ 27802 w 119035"/>
                <a:gd name="connsiteY4" fmla="*/ 34649 h 155788"/>
                <a:gd name="connsiteX5" fmla="*/ 27802 w 119035"/>
                <a:gd name="connsiteY5" fmla="*/ 129110 h 155788"/>
                <a:gd name="connsiteX6" fmla="*/ 169 w 119035"/>
                <a:gd name="connsiteY6" fmla="*/ 144971 h 155788"/>
                <a:gd name="connsiteX7" fmla="*/ 169 w 119035"/>
                <a:gd name="connsiteY7" fmla="*/ 155897 h 155788"/>
                <a:gd name="connsiteX8" fmla="*/ 40555 w 119035"/>
                <a:gd name="connsiteY8" fmla="*/ 154840 h 155788"/>
                <a:gd name="connsiteX9" fmla="*/ 85548 w 119035"/>
                <a:gd name="connsiteY9" fmla="*/ 155897 h 155788"/>
                <a:gd name="connsiteX10" fmla="*/ 85548 w 119035"/>
                <a:gd name="connsiteY10" fmla="*/ 144971 h 155788"/>
                <a:gd name="connsiteX11" fmla="*/ 78108 w 119035"/>
                <a:gd name="connsiteY11" fmla="*/ 144971 h 155788"/>
                <a:gd name="connsiteX12" fmla="*/ 51184 w 119035"/>
                <a:gd name="connsiteY12" fmla="*/ 128405 h 155788"/>
                <a:gd name="connsiteX13" fmla="*/ 51184 w 119035"/>
                <a:gd name="connsiteY13" fmla="*/ 74125 h 155788"/>
                <a:gd name="connsiteX14" fmla="*/ 92988 w 119035"/>
                <a:gd name="connsiteY14" fmla="*/ 7862 h 155788"/>
                <a:gd name="connsiteX15" fmla="*/ 96885 w 119035"/>
                <a:gd name="connsiteY15" fmla="*/ 8215 h 155788"/>
                <a:gd name="connsiteX16" fmla="*/ 88736 w 119035"/>
                <a:gd name="connsiteY16" fmla="*/ 21961 h 155788"/>
                <a:gd name="connsiteX17" fmla="*/ 103970 w 119035"/>
                <a:gd name="connsiteY17" fmla="*/ 37117 h 155788"/>
                <a:gd name="connsiteX18" fmla="*/ 119204 w 119035"/>
                <a:gd name="connsiteY18" fmla="*/ 21608 h 155788"/>
                <a:gd name="connsiteX19" fmla="*/ 92988 w 119035"/>
                <a:gd name="connsiteY19" fmla="*/ 108 h 155788"/>
                <a:gd name="connsiteX20" fmla="*/ 49412 w 119035"/>
                <a:gd name="connsiteY20" fmla="*/ 38879 h 155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9035" h="155788">
                  <a:moveTo>
                    <a:pt x="49412" y="38879"/>
                  </a:moveTo>
                  <a:lnTo>
                    <a:pt x="49412" y="108"/>
                  </a:lnTo>
                  <a:lnTo>
                    <a:pt x="169" y="3985"/>
                  </a:lnTo>
                  <a:lnTo>
                    <a:pt x="169" y="14911"/>
                  </a:lnTo>
                  <a:cubicBezTo>
                    <a:pt x="24968" y="14911"/>
                    <a:pt x="27802" y="17379"/>
                    <a:pt x="27802" y="34649"/>
                  </a:cubicBezTo>
                  <a:lnTo>
                    <a:pt x="27802" y="129110"/>
                  </a:lnTo>
                  <a:cubicBezTo>
                    <a:pt x="27802" y="144971"/>
                    <a:pt x="23905" y="144971"/>
                    <a:pt x="169" y="144971"/>
                  </a:cubicBezTo>
                  <a:lnTo>
                    <a:pt x="169" y="155897"/>
                  </a:lnTo>
                  <a:cubicBezTo>
                    <a:pt x="13985" y="155545"/>
                    <a:pt x="30636" y="154840"/>
                    <a:pt x="40555" y="154840"/>
                  </a:cubicBezTo>
                  <a:cubicBezTo>
                    <a:pt x="54726" y="154840"/>
                    <a:pt x="71377" y="154840"/>
                    <a:pt x="85548" y="155897"/>
                  </a:cubicBezTo>
                  <a:lnTo>
                    <a:pt x="85548" y="144971"/>
                  </a:lnTo>
                  <a:lnTo>
                    <a:pt x="78108" y="144971"/>
                  </a:lnTo>
                  <a:cubicBezTo>
                    <a:pt x="51892" y="144971"/>
                    <a:pt x="51184" y="141094"/>
                    <a:pt x="51184" y="128405"/>
                  </a:cubicBezTo>
                  <a:lnTo>
                    <a:pt x="51184" y="74125"/>
                  </a:lnTo>
                  <a:cubicBezTo>
                    <a:pt x="51184" y="39231"/>
                    <a:pt x="66063" y="7862"/>
                    <a:pt x="92988" y="7862"/>
                  </a:cubicBezTo>
                  <a:cubicBezTo>
                    <a:pt x="95468" y="7862"/>
                    <a:pt x="96176" y="7862"/>
                    <a:pt x="96885" y="8215"/>
                  </a:cubicBezTo>
                  <a:cubicBezTo>
                    <a:pt x="95822" y="8567"/>
                    <a:pt x="88736" y="12797"/>
                    <a:pt x="88736" y="21961"/>
                  </a:cubicBezTo>
                  <a:cubicBezTo>
                    <a:pt x="88736" y="31830"/>
                    <a:pt x="96176" y="37117"/>
                    <a:pt x="103970" y="37117"/>
                  </a:cubicBezTo>
                  <a:cubicBezTo>
                    <a:pt x="110347" y="37117"/>
                    <a:pt x="119204" y="32887"/>
                    <a:pt x="119204" y="21608"/>
                  </a:cubicBezTo>
                  <a:cubicBezTo>
                    <a:pt x="119204" y="10329"/>
                    <a:pt x="108221" y="108"/>
                    <a:pt x="92988" y="108"/>
                  </a:cubicBezTo>
                  <a:cubicBezTo>
                    <a:pt x="67126" y="108"/>
                    <a:pt x="54372" y="23723"/>
                    <a:pt x="49412" y="3887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5" name="Freeform: Shape 54">
              <a:extLst>
                <a:ext uri="{FF2B5EF4-FFF2-40B4-BE49-F238E27FC236}">
                  <a16:creationId xmlns:a16="http://schemas.microsoft.com/office/drawing/2014/main" id="{918CCAF3-017B-C5FF-C93F-E2742DC2F994}"/>
                </a:ext>
              </a:extLst>
            </p:cNvPr>
            <p:cNvSpPr/>
            <p:nvPr/>
          </p:nvSpPr>
          <p:spPr>
            <a:xfrm>
              <a:off x="9055544" y="5874494"/>
              <a:ext cx="137103" cy="161780"/>
            </a:xfrm>
            <a:custGeom>
              <a:avLst/>
              <a:gdLst>
                <a:gd name="connsiteX0" fmla="*/ 29931 w 137103"/>
                <a:gd name="connsiteY0" fmla="*/ 69191 h 161780"/>
                <a:gd name="connsiteX1" fmla="*/ 73861 w 137103"/>
                <a:gd name="connsiteY1" fmla="*/ 7862 h 161780"/>
                <a:gd name="connsiteX2" fmla="*/ 113894 w 137103"/>
                <a:gd name="connsiteY2" fmla="*/ 69191 h 161780"/>
                <a:gd name="connsiteX3" fmla="*/ 29931 w 137103"/>
                <a:gd name="connsiteY3" fmla="*/ 69191 h 161780"/>
                <a:gd name="connsiteX4" fmla="*/ 29577 w 137103"/>
                <a:gd name="connsiteY4" fmla="*/ 76593 h 161780"/>
                <a:gd name="connsiteX5" fmla="*/ 128419 w 137103"/>
                <a:gd name="connsiteY5" fmla="*/ 76593 h 161780"/>
                <a:gd name="connsiteX6" fmla="*/ 137276 w 137103"/>
                <a:gd name="connsiteY6" fmla="*/ 69191 h 161780"/>
                <a:gd name="connsiteX7" fmla="*/ 73861 w 137103"/>
                <a:gd name="connsiteY7" fmla="*/ 108 h 161780"/>
                <a:gd name="connsiteX8" fmla="*/ 172 w 137103"/>
                <a:gd name="connsiteY8" fmla="*/ 80470 h 161780"/>
                <a:gd name="connsiteX9" fmla="*/ 78112 w 137103"/>
                <a:gd name="connsiteY9" fmla="*/ 161889 h 161780"/>
                <a:gd name="connsiteX10" fmla="*/ 137276 w 137103"/>
                <a:gd name="connsiteY10" fmla="*/ 116069 h 161780"/>
                <a:gd name="connsiteX11" fmla="*/ 132670 w 137103"/>
                <a:gd name="connsiteY11" fmla="*/ 111839 h 161780"/>
                <a:gd name="connsiteX12" fmla="*/ 128064 w 137103"/>
                <a:gd name="connsiteY12" fmla="*/ 116774 h 161780"/>
                <a:gd name="connsiteX13" fmla="*/ 80238 w 137103"/>
                <a:gd name="connsiteY13" fmla="*/ 153077 h 161780"/>
                <a:gd name="connsiteX14" fmla="*/ 40205 w 137103"/>
                <a:gd name="connsiteY14" fmla="*/ 129462 h 161780"/>
                <a:gd name="connsiteX15" fmla="*/ 29577 w 137103"/>
                <a:gd name="connsiteY15" fmla="*/ 76593 h 161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7103" h="161780">
                  <a:moveTo>
                    <a:pt x="29931" y="69191"/>
                  </a:moveTo>
                  <a:cubicBezTo>
                    <a:pt x="32057" y="16674"/>
                    <a:pt x="61816" y="7862"/>
                    <a:pt x="73861" y="7862"/>
                  </a:cubicBezTo>
                  <a:cubicBezTo>
                    <a:pt x="110351" y="7862"/>
                    <a:pt x="113894" y="55445"/>
                    <a:pt x="113894" y="69191"/>
                  </a:cubicBezTo>
                  <a:lnTo>
                    <a:pt x="29931" y="69191"/>
                  </a:lnTo>
                  <a:close/>
                  <a:moveTo>
                    <a:pt x="29577" y="76593"/>
                  </a:moveTo>
                  <a:lnTo>
                    <a:pt x="128419" y="76593"/>
                  </a:lnTo>
                  <a:cubicBezTo>
                    <a:pt x="136213" y="76593"/>
                    <a:pt x="137276" y="76593"/>
                    <a:pt x="137276" y="69191"/>
                  </a:cubicBezTo>
                  <a:cubicBezTo>
                    <a:pt x="137276" y="34297"/>
                    <a:pt x="118145" y="108"/>
                    <a:pt x="73861" y="108"/>
                  </a:cubicBezTo>
                  <a:cubicBezTo>
                    <a:pt x="32765" y="108"/>
                    <a:pt x="172" y="36412"/>
                    <a:pt x="172" y="80470"/>
                  </a:cubicBezTo>
                  <a:cubicBezTo>
                    <a:pt x="172" y="127700"/>
                    <a:pt x="37371" y="161889"/>
                    <a:pt x="78112" y="161889"/>
                  </a:cubicBezTo>
                  <a:cubicBezTo>
                    <a:pt x="121333" y="161889"/>
                    <a:pt x="137276" y="122765"/>
                    <a:pt x="137276" y="116069"/>
                  </a:cubicBezTo>
                  <a:cubicBezTo>
                    <a:pt x="137276" y="112544"/>
                    <a:pt x="134441" y="111839"/>
                    <a:pt x="132670" y="111839"/>
                  </a:cubicBezTo>
                  <a:cubicBezTo>
                    <a:pt x="129482" y="111839"/>
                    <a:pt x="128773" y="113954"/>
                    <a:pt x="128064" y="116774"/>
                  </a:cubicBezTo>
                  <a:cubicBezTo>
                    <a:pt x="115665" y="153077"/>
                    <a:pt x="83781" y="153077"/>
                    <a:pt x="80238" y="153077"/>
                  </a:cubicBezTo>
                  <a:cubicBezTo>
                    <a:pt x="62524" y="153077"/>
                    <a:pt x="48353" y="142503"/>
                    <a:pt x="40205" y="129462"/>
                  </a:cubicBezTo>
                  <a:cubicBezTo>
                    <a:pt x="29577" y="112544"/>
                    <a:pt x="29577" y="89281"/>
                    <a:pt x="29577" y="76593"/>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6" name="Freeform: Shape 55">
              <a:extLst>
                <a:ext uri="{FF2B5EF4-FFF2-40B4-BE49-F238E27FC236}">
                  <a16:creationId xmlns:a16="http://schemas.microsoft.com/office/drawing/2014/main" id="{AB3F3DE0-A241-4B60-EDA9-D67A638D1A06}"/>
                </a:ext>
              </a:extLst>
            </p:cNvPr>
            <p:cNvSpPr/>
            <p:nvPr/>
          </p:nvSpPr>
          <p:spPr>
            <a:xfrm>
              <a:off x="9238150" y="5768050"/>
              <a:ext cx="82191" cy="352463"/>
            </a:xfrm>
            <a:custGeom>
              <a:avLst/>
              <a:gdLst>
                <a:gd name="connsiteX0" fmla="*/ 82368 w 82191"/>
                <a:gd name="connsiteY0" fmla="*/ 349047 h 352463"/>
                <a:gd name="connsiteX1" fmla="*/ 76345 w 82191"/>
                <a:gd name="connsiteY1" fmla="*/ 341293 h 352463"/>
                <a:gd name="connsiteX2" fmla="*/ 20725 w 82191"/>
                <a:gd name="connsiteY2" fmla="*/ 176340 h 352463"/>
                <a:gd name="connsiteX3" fmla="*/ 77762 w 82191"/>
                <a:gd name="connsiteY3" fmla="*/ 9625 h 352463"/>
                <a:gd name="connsiteX4" fmla="*/ 82368 w 82191"/>
                <a:gd name="connsiteY4" fmla="*/ 3633 h 352463"/>
                <a:gd name="connsiteX5" fmla="*/ 78825 w 82191"/>
                <a:gd name="connsiteY5" fmla="*/ 108 h 352463"/>
                <a:gd name="connsiteX6" fmla="*/ 22496 w 82191"/>
                <a:gd name="connsiteY6" fmla="*/ 68838 h 352463"/>
                <a:gd name="connsiteX7" fmla="*/ 177 w 82191"/>
                <a:gd name="connsiteY7" fmla="*/ 176340 h 352463"/>
                <a:gd name="connsiteX8" fmla="*/ 23559 w 82191"/>
                <a:gd name="connsiteY8" fmla="*/ 286309 h 352463"/>
                <a:gd name="connsiteX9" fmla="*/ 78825 w 82191"/>
                <a:gd name="connsiteY9" fmla="*/ 352572 h 352463"/>
                <a:gd name="connsiteX10" fmla="*/ 82368 w 82191"/>
                <a:gd name="connsiteY10" fmla="*/ 349047 h 35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1" h="352463">
                  <a:moveTo>
                    <a:pt x="82368" y="349047"/>
                  </a:moveTo>
                  <a:cubicBezTo>
                    <a:pt x="82368" y="347990"/>
                    <a:pt x="82368" y="347285"/>
                    <a:pt x="76345" y="341293"/>
                  </a:cubicBezTo>
                  <a:cubicBezTo>
                    <a:pt x="32061" y="296883"/>
                    <a:pt x="20725" y="230267"/>
                    <a:pt x="20725" y="176340"/>
                  </a:cubicBezTo>
                  <a:cubicBezTo>
                    <a:pt x="20725" y="115011"/>
                    <a:pt x="34187" y="53682"/>
                    <a:pt x="77762" y="9625"/>
                  </a:cubicBezTo>
                  <a:cubicBezTo>
                    <a:pt x="82368" y="5395"/>
                    <a:pt x="82368" y="4690"/>
                    <a:pt x="82368" y="3633"/>
                  </a:cubicBezTo>
                  <a:cubicBezTo>
                    <a:pt x="82368" y="1165"/>
                    <a:pt x="80951" y="108"/>
                    <a:pt x="78825" y="108"/>
                  </a:cubicBezTo>
                  <a:cubicBezTo>
                    <a:pt x="75282" y="108"/>
                    <a:pt x="43398" y="24076"/>
                    <a:pt x="22496" y="68838"/>
                  </a:cubicBezTo>
                  <a:cubicBezTo>
                    <a:pt x="4428" y="107609"/>
                    <a:pt x="177" y="146733"/>
                    <a:pt x="177" y="176340"/>
                  </a:cubicBezTo>
                  <a:cubicBezTo>
                    <a:pt x="177" y="203832"/>
                    <a:pt x="4074" y="246480"/>
                    <a:pt x="23559" y="286309"/>
                  </a:cubicBezTo>
                  <a:cubicBezTo>
                    <a:pt x="44815" y="329662"/>
                    <a:pt x="75282" y="352572"/>
                    <a:pt x="78825" y="352572"/>
                  </a:cubicBezTo>
                  <a:cubicBezTo>
                    <a:pt x="80951" y="352572"/>
                    <a:pt x="82368" y="351514"/>
                    <a:pt x="82368" y="349047"/>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7" name="Freeform: Shape 56">
              <a:extLst>
                <a:ext uri="{FF2B5EF4-FFF2-40B4-BE49-F238E27FC236}">
                  <a16:creationId xmlns:a16="http://schemas.microsoft.com/office/drawing/2014/main" id="{7305DEBF-C990-F228-4D9D-F3621CEC1A3A}"/>
                </a:ext>
              </a:extLst>
            </p:cNvPr>
            <p:cNvSpPr/>
            <p:nvPr/>
          </p:nvSpPr>
          <p:spPr>
            <a:xfrm>
              <a:off x="9348644" y="5875904"/>
              <a:ext cx="199454" cy="156493"/>
            </a:xfrm>
            <a:custGeom>
              <a:avLst/>
              <a:gdLst>
                <a:gd name="connsiteX0" fmla="*/ 114965 w 199454"/>
                <a:gd name="connsiteY0" fmla="*/ 69896 h 156493"/>
                <a:gd name="connsiteX1" fmla="*/ 156414 w 199454"/>
                <a:gd name="connsiteY1" fmla="*/ 24076 h 156493"/>
                <a:gd name="connsiteX2" fmla="*/ 192550 w 199454"/>
                <a:gd name="connsiteY2" fmla="*/ 16674 h 156493"/>
                <a:gd name="connsiteX3" fmla="*/ 192550 w 199454"/>
                <a:gd name="connsiteY3" fmla="*/ 108 h 156493"/>
                <a:gd name="connsiteX4" fmla="*/ 159957 w 199454"/>
                <a:gd name="connsiteY4" fmla="*/ 1165 h 156493"/>
                <a:gd name="connsiteX5" fmla="*/ 123467 w 199454"/>
                <a:gd name="connsiteY5" fmla="*/ 108 h 156493"/>
                <a:gd name="connsiteX6" fmla="*/ 123467 w 199454"/>
                <a:gd name="connsiteY6" fmla="*/ 16674 h 156493"/>
                <a:gd name="connsiteX7" fmla="*/ 136930 w 199454"/>
                <a:gd name="connsiteY7" fmla="*/ 19846 h 156493"/>
                <a:gd name="connsiteX8" fmla="*/ 134095 w 199454"/>
                <a:gd name="connsiteY8" fmla="*/ 24076 h 156493"/>
                <a:gd name="connsiteX9" fmla="*/ 104337 w 199454"/>
                <a:gd name="connsiteY9" fmla="*/ 57207 h 156493"/>
                <a:gd name="connsiteX10" fmla="*/ 69618 w 199454"/>
                <a:gd name="connsiteY10" fmla="*/ 16674 h 156493"/>
                <a:gd name="connsiteX11" fmla="*/ 83789 w 199454"/>
                <a:gd name="connsiteY11" fmla="*/ 16674 h 156493"/>
                <a:gd name="connsiteX12" fmla="*/ 83789 w 199454"/>
                <a:gd name="connsiteY12" fmla="*/ 108 h 156493"/>
                <a:gd name="connsiteX13" fmla="*/ 40922 w 199454"/>
                <a:gd name="connsiteY13" fmla="*/ 1165 h 156493"/>
                <a:gd name="connsiteX14" fmla="*/ 1952 w 199454"/>
                <a:gd name="connsiteY14" fmla="*/ 108 h 156493"/>
                <a:gd name="connsiteX15" fmla="*/ 1952 w 199454"/>
                <a:gd name="connsiteY15" fmla="*/ 16674 h 156493"/>
                <a:gd name="connsiteX16" fmla="*/ 27105 w 199454"/>
                <a:gd name="connsiteY16" fmla="*/ 16674 h 156493"/>
                <a:gd name="connsiteX17" fmla="*/ 82372 w 199454"/>
                <a:gd name="connsiteY17" fmla="*/ 81527 h 156493"/>
                <a:gd name="connsiteX18" fmla="*/ 35962 w 199454"/>
                <a:gd name="connsiteY18" fmla="*/ 133339 h 156493"/>
                <a:gd name="connsiteX19" fmla="*/ 181 w 199454"/>
                <a:gd name="connsiteY19" fmla="*/ 140036 h 156493"/>
                <a:gd name="connsiteX20" fmla="*/ 181 w 199454"/>
                <a:gd name="connsiteY20" fmla="*/ 156602 h 156493"/>
                <a:gd name="connsiteX21" fmla="*/ 32774 w 199454"/>
                <a:gd name="connsiteY21" fmla="*/ 155545 h 156493"/>
                <a:gd name="connsiteX22" fmla="*/ 69264 w 199454"/>
                <a:gd name="connsiteY22" fmla="*/ 156602 h 156493"/>
                <a:gd name="connsiteX23" fmla="*/ 69264 w 199454"/>
                <a:gd name="connsiteY23" fmla="*/ 140036 h 156493"/>
                <a:gd name="connsiteX24" fmla="*/ 56156 w 199454"/>
                <a:gd name="connsiteY24" fmla="*/ 136159 h 156493"/>
                <a:gd name="connsiteX25" fmla="*/ 58636 w 199454"/>
                <a:gd name="connsiteY25" fmla="*/ 132634 h 156493"/>
                <a:gd name="connsiteX26" fmla="*/ 93000 w 199454"/>
                <a:gd name="connsiteY26" fmla="*/ 94216 h 156493"/>
                <a:gd name="connsiteX27" fmla="*/ 131970 w 199454"/>
                <a:gd name="connsiteY27" fmla="*/ 140036 h 156493"/>
                <a:gd name="connsiteX28" fmla="*/ 118153 w 199454"/>
                <a:gd name="connsiteY28" fmla="*/ 140036 h 156493"/>
                <a:gd name="connsiteX29" fmla="*/ 118153 w 199454"/>
                <a:gd name="connsiteY29" fmla="*/ 156602 h 156493"/>
                <a:gd name="connsiteX30" fmla="*/ 160666 w 199454"/>
                <a:gd name="connsiteY30" fmla="*/ 155545 h 156493"/>
                <a:gd name="connsiteX31" fmla="*/ 199636 w 199454"/>
                <a:gd name="connsiteY31" fmla="*/ 156602 h 156493"/>
                <a:gd name="connsiteX32" fmla="*/ 199636 w 199454"/>
                <a:gd name="connsiteY32" fmla="*/ 140036 h 156493"/>
                <a:gd name="connsiteX33" fmla="*/ 174482 w 199454"/>
                <a:gd name="connsiteY33" fmla="*/ 140036 h 156493"/>
                <a:gd name="connsiteX34" fmla="*/ 114965 w 199454"/>
                <a:gd name="connsiteY34" fmla="*/ 69896 h 156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9454" h="156493">
                  <a:moveTo>
                    <a:pt x="114965" y="69896"/>
                  </a:moveTo>
                  <a:lnTo>
                    <a:pt x="156414" y="24076"/>
                  </a:lnTo>
                  <a:cubicBezTo>
                    <a:pt x="161020" y="19141"/>
                    <a:pt x="163146" y="16674"/>
                    <a:pt x="192550" y="16674"/>
                  </a:cubicBezTo>
                  <a:lnTo>
                    <a:pt x="192550" y="108"/>
                  </a:lnTo>
                  <a:cubicBezTo>
                    <a:pt x="180151" y="813"/>
                    <a:pt x="161729" y="1165"/>
                    <a:pt x="159957" y="1165"/>
                  </a:cubicBezTo>
                  <a:cubicBezTo>
                    <a:pt x="151100" y="1165"/>
                    <a:pt x="133387" y="460"/>
                    <a:pt x="123467" y="108"/>
                  </a:cubicBezTo>
                  <a:lnTo>
                    <a:pt x="123467" y="16674"/>
                  </a:lnTo>
                  <a:cubicBezTo>
                    <a:pt x="128427" y="16674"/>
                    <a:pt x="132678" y="17379"/>
                    <a:pt x="136930" y="19846"/>
                  </a:cubicBezTo>
                  <a:cubicBezTo>
                    <a:pt x="135513" y="21961"/>
                    <a:pt x="135513" y="22666"/>
                    <a:pt x="134095" y="24076"/>
                  </a:cubicBezTo>
                  <a:lnTo>
                    <a:pt x="104337" y="57207"/>
                  </a:lnTo>
                  <a:lnTo>
                    <a:pt x="69618" y="16674"/>
                  </a:lnTo>
                  <a:lnTo>
                    <a:pt x="83789" y="16674"/>
                  </a:lnTo>
                  <a:lnTo>
                    <a:pt x="83789" y="108"/>
                  </a:lnTo>
                  <a:cubicBezTo>
                    <a:pt x="74578" y="460"/>
                    <a:pt x="52259" y="1165"/>
                    <a:pt x="40922" y="1165"/>
                  </a:cubicBezTo>
                  <a:cubicBezTo>
                    <a:pt x="29585" y="1165"/>
                    <a:pt x="13643" y="460"/>
                    <a:pt x="1952" y="108"/>
                  </a:cubicBezTo>
                  <a:lnTo>
                    <a:pt x="1952" y="16674"/>
                  </a:lnTo>
                  <a:lnTo>
                    <a:pt x="27105" y="16674"/>
                  </a:lnTo>
                  <a:lnTo>
                    <a:pt x="82372" y="81527"/>
                  </a:lnTo>
                  <a:lnTo>
                    <a:pt x="35962" y="133339"/>
                  </a:lnTo>
                  <a:cubicBezTo>
                    <a:pt x="29940" y="140036"/>
                    <a:pt x="17186" y="140036"/>
                    <a:pt x="181" y="140036"/>
                  </a:cubicBezTo>
                  <a:lnTo>
                    <a:pt x="181" y="156602"/>
                  </a:lnTo>
                  <a:cubicBezTo>
                    <a:pt x="12580" y="155897"/>
                    <a:pt x="31002" y="155545"/>
                    <a:pt x="32774" y="155545"/>
                  </a:cubicBezTo>
                  <a:cubicBezTo>
                    <a:pt x="41631" y="155545"/>
                    <a:pt x="62178" y="156249"/>
                    <a:pt x="69264" y="156602"/>
                  </a:cubicBezTo>
                  <a:lnTo>
                    <a:pt x="69264" y="140036"/>
                  </a:lnTo>
                  <a:cubicBezTo>
                    <a:pt x="62887" y="140036"/>
                    <a:pt x="56156" y="138274"/>
                    <a:pt x="56156" y="136159"/>
                  </a:cubicBezTo>
                  <a:cubicBezTo>
                    <a:pt x="56156" y="135807"/>
                    <a:pt x="56156" y="135454"/>
                    <a:pt x="58636" y="132634"/>
                  </a:cubicBezTo>
                  <a:lnTo>
                    <a:pt x="93000" y="94216"/>
                  </a:lnTo>
                  <a:lnTo>
                    <a:pt x="131970" y="140036"/>
                  </a:lnTo>
                  <a:lnTo>
                    <a:pt x="118153" y="140036"/>
                  </a:lnTo>
                  <a:lnTo>
                    <a:pt x="118153" y="156602"/>
                  </a:lnTo>
                  <a:cubicBezTo>
                    <a:pt x="127364" y="156249"/>
                    <a:pt x="148975" y="155545"/>
                    <a:pt x="160666" y="155545"/>
                  </a:cubicBezTo>
                  <a:cubicBezTo>
                    <a:pt x="172002" y="155545"/>
                    <a:pt x="187945" y="156249"/>
                    <a:pt x="199636" y="156602"/>
                  </a:cubicBezTo>
                  <a:lnTo>
                    <a:pt x="199636" y="140036"/>
                  </a:lnTo>
                  <a:lnTo>
                    <a:pt x="174482" y="140036"/>
                  </a:lnTo>
                  <a:lnTo>
                    <a:pt x="114965" y="6989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8" name="Freeform: Shape 57">
              <a:extLst>
                <a:ext uri="{FF2B5EF4-FFF2-40B4-BE49-F238E27FC236}">
                  <a16:creationId xmlns:a16="http://schemas.microsoft.com/office/drawing/2014/main" id="{441F42DF-EE87-104C-24DF-4ABE99BB8097}"/>
                </a:ext>
              </a:extLst>
            </p:cNvPr>
            <p:cNvSpPr/>
            <p:nvPr/>
          </p:nvSpPr>
          <p:spPr>
            <a:xfrm>
              <a:off x="9586339" y="5995037"/>
              <a:ext cx="41449" cy="105386"/>
            </a:xfrm>
            <a:custGeom>
              <a:avLst/>
              <a:gdLst>
                <a:gd name="connsiteX0" fmla="*/ 41637 w 41449"/>
                <a:gd name="connsiteY0" fmla="*/ 37117 h 105386"/>
                <a:gd name="connsiteX1" fmla="*/ 18963 w 41449"/>
                <a:gd name="connsiteY1" fmla="*/ 108 h 105386"/>
                <a:gd name="connsiteX2" fmla="*/ 187 w 41449"/>
                <a:gd name="connsiteY2" fmla="*/ 18789 h 105386"/>
                <a:gd name="connsiteX3" fmla="*/ 18963 w 41449"/>
                <a:gd name="connsiteY3" fmla="*/ 37469 h 105386"/>
                <a:gd name="connsiteX4" fmla="*/ 31363 w 41449"/>
                <a:gd name="connsiteY4" fmla="*/ 32887 h 105386"/>
                <a:gd name="connsiteX5" fmla="*/ 33134 w 41449"/>
                <a:gd name="connsiteY5" fmla="*/ 31830 h 105386"/>
                <a:gd name="connsiteX6" fmla="*/ 33843 w 41449"/>
                <a:gd name="connsiteY6" fmla="*/ 37117 h 105386"/>
                <a:gd name="connsiteX7" fmla="*/ 9752 w 41449"/>
                <a:gd name="connsiteY7" fmla="*/ 95978 h 105386"/>
                <a:gd name="connsiteX8" fmla="*/ 5855 w 41449"/>
                <a:gd name="connsiteY8" fmla="*/ 101618 h 105386"/>
                <a:gd name="connsiteX9" fmla="*/ 9398 w 41449"/>
                <a:gd name="connsiteY9" fmla="*/ 105495 h 105386"/>
                <a:gd name="connsiteX10" fmla="*/ 41637 w 41449"/>
                <a:gd name="connsiteY10" fmla="*/ 37117 h 105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449" h="105386">
                  <a:moveTo>
                    <a:pt x="41637" y="37117"/>
                  </a:moveTo>
                  <a:cubicBezTo>
                    <a:pt x="41637" y="13854"/>
                    <a:pt x="32780" y="108"/>
                    <a:pt x="18963" y="108"/>
                  </a:cubicBezTo>
                  <a:cubicBezTo>
                    <a:pt x="7272" y="108"/>
                    <a:pt x="187" y="8920"/>
                    <a:pt x="187" y="18789"/>
                  </a:cubicBezTo>
                  <a:cubicBezTo>
                    <a:pt x="187" y="28305"/>
                    <a:pt x="7272" y="37469"/>
                    <a:pt x="18963" y="37469"/>
                  </a:cubicBezTo>
                  <a:cubicBezTo>
                    <a:pt x="23214" y="37469"/>
                    <a:pt x="27820" y="36059"/>
                    <a:pt x="31363" y="32887"/>
                  </a:cubicBezTo>
                  <a:cubicBezTo>
                    <a:pt x="32425" y="32182"/>
                    <a:pt x="32780" y="31830"/>
                    <a:pt x="33134" y="31830"/>
                  </a:cubicBezTo>
                  <a:cubicBezTo>
                    <a:pt x="33488" y="31830"/>
                    <a:pt x="33843" y="32182"/>
                    <a:pt x="33843" y="37117"/>
                  </a:cubicBezTo>
                  <a:cubicBezTo>
                    <a:pt x="33843" y="63199"/>
                    <a:pt x="21443" y="84347"/>
                    <a:pt x="9752" y="95978"/>
                  </a:cubicBezTo>
                  <a:cubicBezTo>
                    <a:pt x="5855" y="99855"/>
                    <a:pt x="5855" y="100560"/>
                    <a:pt x="5855" y="101618"/>
                  </a:cubicBezTo>
                  <a:cubicBezTo>
                    <a:pt x="5855" y="104085"/>
                    <a:pt x="7626" y="105495"/>
                    <a:pt x="9398" y="105495"/>
                  </a:cubicBezTo>
                  <a:cubicBezTo>
                    <a:pt x="13295" y="105495"/>
                    <a:pt x="41637" y="78355"/>
                    <a:pt x="41637" y="37117"/>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9" name="Freeform: Shape 58">
              <a:extLst>
                <a:ext uri="{FF2B5EF4-FFF2-40B4-BE49-F238E27FC236}">
                  <a16:creationId xmlns:a16="http://schemas.microsoft.com/office/drawing/2014/main" id="{56DA2416-BE86-BE64-3ACF-D12D63D4D9CB}"/>
                </a:ext>
              </a:extLst>
            </p:cNvPr>
            <p:cNvSpPr/>
            <p:nvPr/>
          </p:nvSpPr>
          <p:spPr>
            <a:xfrm>
              <a:off x="9744855" y="5797657"/>
              <a:ext cx="116909" cy="234740"/>
            </a:xfrm>
            <a:custGeom>
              <a:avLst/>
              <a:gdLst>
                <a:gd name="connsiteX0" fmla="*/ 72817 w 116909"/>
                <a:gd name="connsiteY0" fmla="*/ 9272 h 234740"/>
                <a:gd name="connsiteX1" fmla="*/ 64669 w 116909"/>
                <a:gd name="connsiteY1" fmla="*/ 108 h 234740"/>
                <a:gd name="connsiteX2" fmla="*/ 191 w 116909"/>
                <a:gd name="connsiteY2" fmla="*/ 22666 h 234740"/>
                <a:gd name="connsiteX3" fmla="*/ 191 w 116909"/>
                <a:gd name="connsiteY3" fmla="*/ 33592 h 234740"/>
                <a:gd name="connsiteX4" fmla="*/ 46601 w 116909"/>
                <a:gd name="connsiteY4" fmla="*/ 24428 h 234740"/>
                <a:gd name="connsiteX5" fmla="*/ 46601 w 116909"/>
                <a:gd name="connsiteY5" fmla="*/ 207004 h 234740"/>
                <a:gd name="connsiteX6" fmla="*/ 13654 w 116909"/>
                <a:gd name="connsiteY6" fmla="*/ 223922 h 234740"/>
                <a:gd name="connsiteX7" fmla="*/ 2317 w 116909"/>
                <a:gd name="connsiteY7" fmla="*/ 223922 h 234740"/>
                <a:gd name="connsiteX8" fmla="*/ 2317 w 116909"/>
                <a:gd name="connsiteY8" fmla="*/ 234849 h 234740"/>
                <a:gd name="connsiteX9" fmla="*/ 59709 w 116909"/>
                <a:gd name="connsiteY9" fmla="*/ 233791 h 234740"/>
                <a:gd name="connsiteX10" fmla="*/ 117101 w 116909"/>
                <a:gd name="connsiteY10" fmla="*/ 234849 h 234740"/>
                <a:gd name="connsiteX11" fmla="*/ 117101 w 116909"/>
                <a:gd name="connsiteY11" fmla="*/ 223922 h 234740"/>
                <a:gd name="connsiteX12" fmla="*/ 105764 w 116909"/>
                <a:gd name="connsiteY12" fmla="*/ 223922 h 234740"/>
                <a:gd name="connsiteX13" fmla="*/ 72817 w 116909"/>
                <a:gd name="connsiteY13" fmla="*/ 207004 h 234740"/>
                <a:gd name="connsiteX14" fmla="*/ 72817 w 116909"/>
                <a:gd name="connsiteY14" fmla="*/ 9272 h 23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909" h="234740">
                  <a:moveTo>
                    <a:pt x="72817" y="9272"/>
                  </a:moveTo>
                  <a:cubicBezTo>
                    <a:pt x="72817" y="813"/>
                    <a:pt x="72817" y="108"/>
                    <a:pt x="64669" y="108"/>
                  </a:cubicBezTo>
                  <a:cubicBezTo>
                    <a:pt x="42704" y="22666"/>
                    <a:pt x="11528" y="22666"/>
                    <a:pt x="191" y="22666"/>
                  </a:cubicBezTo>
                  <a:lnTo>
                    <a:pt x="191" y="33592"/>
                  </a:lnTo>
                  <a:cubicBezTo>
                    <a:pt x="7277" y="33592"/>
                    <a:pt x="28179" y="33592"/>
                    <a:pt x="46601" y="24428"/>
                  </a:cubicBezTo>
                  <a:lnTo>
                    <a:pt x="46601" y="207004"/>
                  </a:lnTo>
                  <a:cubicBezTo>
                    <a:pt x="46601" y="219693"/>
                    <a:pt x="45538" y="223922"/>
                    <a:pt x="13654" y="223922"/>
                  </a:cubicBezTo>
                  <a:lnTo>
                    <a:pt x="2317" y="223922"/>
                  </a:lnTo>
                  <a:lnTo>
                    <a:pt x="2317" y="234849"/>
                  </a:lnTo>
                  <a:cubicBezTo>
                    <a:pt x="14716" y="233791"/>
                    <a:pt x="45538" y="233791"/>
                    <a:pt x="59709" y="233791"/>
                  </a:cubicBezTo>
                  <a:cubicBezTo>
                    <a:pt x="73880" y="233791"/>
                    <a:pt x="104701" y="233791"/>
                    <a:pt x="117101" y="234849"/>
                  </a:cubicBezTo>
                  <a:lnTo>
                    <a:pt x="117101" y="223922"/>
                  </a:lnTo>
                  <a:lnTo>
                    <a:pt x="105764" y="223922"/>
                  </a:lnTo>
                  <a:cubicBezTo>
                    <a:pt x="73880" y="223922"/>
                    <a:pt x="72817" y="220045"/>
                    <a:pt x="72817" y="207004"/>
                  </a:cubicBezTo>
                  <a:lnTo>
                    <a:pt x="72817" y="9272"/>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0" name="Freeform: Shape 59">
              <a:extLst>
                <a:ext uri="{FF2B5EF4-FFF2-40B4-BE49-F238E27FC236}">
                  <a16:creationId xmlns:a16="http://schemas.microsoft.com/office/drawing/2014/main" id="{AAC7B9FD-AD84-5E49-E2F2-64D119747A3B}"/>
                </a:ext>
              </a:extLst>
            </p:cNvPr>
            <p:cNvSpPr/>
            <p:nvPr/>
          </p:nvSpPr>
          <p:spPr>
            <a:xfrm>
              <a:off x="9920929" y="5880486"/>
              <a:ext cx="38615" cy="219937"/>
            </a:xfrm>
            <a:custGeom>
              <a:avLst/>
              <a:gdLst>
                <a:gd name="connsiteX0" fmla="*/ 37749 w 38615"/>
                <a:gd name="connsiteY0" fmla="*/ 18789 h 219937"/>
                <a:gd name="connsiteX1" fmla="*/ 18973 w 38615"/>
                <a:gd name="connsiteY1" fmla="*/ 108 h 219937"/>
                <a:gd name="connsiteX2" fmla="*/ 196 w 38615"/>
                <a:gd name="connsiteY2" fmla="*/ 18789 h 219937"/>
                <a:gd name="connsiteX3" fmla="*/ 18973 w 38615"/>
                <a:gd name="connsiteY3" fmla="*/ 37469 h 219937"/>
                <a:gd name="connsiteX4" fmla="*/ 37749 w 38615"/>
                <a:gd name="connsiteY4" fmla="*/ 18789 h 219937"/>
                <a:gd name="connsiteX5" fmla="*/ 31018 w 38615"/>
                <a:gd name="connsiteY5" fmla="*/ 148143 h 219937"/>
                <a:gd name="connsiteX6" fmla="*/ 8344 w 38615"/>
                <a:gd name="connsiteY6" fmla="*/ 211586 h 219937"/>
                <a:gd name="connsiteX7" fmla="*/ 5865 w 38615"/>
                <a:gd name="connsiteY7" fmla="*/ 216168 h 219937"/>
                <a:gd name="connsiteX8" fmla="*/ 9407 w 38615"/>
                <a:gd name="connsiteY8" fmla="*/ 220045 h 219937"/>
                <a:gd name="connsiteX9" fmla="*/ 38812 w 38615"/>
                <a:gd name="connsiteY9" fmla="*/ 150963 h 219937"/>
                <a:gd name="connsiteX10" fmla="*/ 18973 w 38615"/>
                <a:gd name="connsiteY10" fmla="*/ 114659 h 219937"/>
                <a:gd name="connsiteX11" fmla="*/ 196 w 38615"/>
                <a:gd name="connsiteY11" fmla="*/ 133339 h 219937"/>
                <a:gd name="connsiteX12" fmla="*/ 18973 w 38615"/>
                <a:gd name="connsiteY12" fmla="*/ 152020 h 219937"/>
                <a:gd name="connsiteX13" fmla="*/ 21807 w 38615"/>
                <a:gd name="connsiteY13" fmla="*/ 151667 h 219937"/>
                <a:gd name="connsiteX14" fmla="*/ 31018 w 38615"/>
                <a:gd name="connsiteY14" fmla="*/ 148143 h 219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615" h="219937">
                  <a:moveTo>
                    <a:pt x="37749" y="18789"/>
                  </a:moveTo>
                  <a:cubicBezTo>
                    <a:pt x="37749" y="8567"/>
                    <a:pt x="29246" y="108"/>
                    <a:pt x="18973" y="108"/>
                  </a:cubicBezTo>
                  <a:cubicBezTo>
                    <a:pt x="8699" y="108"/>
                    <a:pt x="196" y="8567"/>
                    <a:pt x="196" y="18789"/>
                  </a:cubicBezTo>
                  <a:cubicBezTo>
                    <a:pt x="196" y="29010"/>
                    <a:pt x="8699" y="37469"/>
                    <a:pt x="18973" y="37469"/>
                  </a:cubicBezTo>
                  <a:cubicBezTo>
                    <a:pt x="29246" y="37469"/>
                    <a:pt x="37749" y="29010"/>
                    <a:pt x="37749" y="18789"/>
                  </a:cubicBezTo>
                  <a:close/>
                  <a:moveTo>
                    <a:pt x="31018" y="148143"/>
                  </a:moveTo>
                  <a:cubicBezTo>
                    <a:pt x="31018" y="158012"/>
                    <a:pt x="31018" y="185504"/>
                    <a:pt x="8344" y="211586"/>
                  </a:cubicBezTo>
                  <a:cubicBezTo>
                    <a:pt x="5865" y="214406"/>
                    <a:pt x="5865" y="215111"/>
                    <a:pt x="5865" y="216168"/>
                  </a:cubicBezTo>
                  <a:cubicBezTo>
                    <a:pt x="5865" y="218636"/>
                    <a:pt x="7636" y="220045"/>
                    <a:pt x="9407" y="220045"/>
                  </a:cubicBezTo>
                  <a:cubicBezTo>
                    <a:pt x="13304" y="220045"/>
                    <a:pt x="38812" y="191848"/>
                    <a:pt x="38812" y="150963"/>
                  </a:cubicBezTo>
                  <a:cubicBezTo>
                    <a:pt x="38812" y="140741"/>
                    <a:pt x="38103" y="114659"/>
                    <a:pt x="18973" y="114659"/>
                  </a:cubicBezTo>
                  <a:cubicBezTo>
                    <a:pt x="6573" y="114659"/>
                    <a:pt x="196" y="124175"/>
                    <a:pt x="196" y="133339"/>
                  </a:cubicBezTo>
                  <a:cubicBezTo>
                    <a:pt x="196" y="142503"/>
                    <a:pt x="6219" y="152020"/>
                    <a:pt x="18973" y="152020"/>
                  </a:cubicBezTo>
                  <a:cubicBezTo>
                    <a:pt x="20744" y="152020"/>
                    <a:pt x="21452" y="152020"/>
                    <a:pt x="21807" y="151667"/>
                  </a:cubicBezTo>
                  <a:cubicBezTo>
                    <a:pt x="24287" y="151315"/>
                    <a:pt x="28184" y="150610"/>
                    <a:pt x="31018" y="148143"/>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1" name="Freeform: Shape 60">
              <a:extLst>
                <a:ext uri="{FF2B5EF4-FFF2-40B4-BE49-F238E27FC236}">
                  <a16:creationId xmlns:a16="http://schemas.microsoft.com/office/drawing/2014/main" id="{E2040D6D-3EBE-6219-C48A-6E6350B93856}"/>
                </a:ext>
              </a:extLst>
            </p:cNvPr>
            <p:cNvSpPr/>
            <p:nvPr/>
          </p:nvSpPr>
          <p:spPr>
            <a:xfrm>
              <a:off x="10056771" y="5875904"/>
              <a:ext cx="276331" cy="157903"/>
            </a:xfrm>
            <a:custGeom>
              <a:avLst/>
              <a:gdLst>
                <a:gd name="connsiteX0" fmla="*/ 252442 w 276331"/>
                <a:gd name="connsiteY0" fmla="*/ 24076 h 157903"/>
                <a:gd name="connsiteX1" fmla="*/ 276532 w 276331"/>
                <a:gd name="connsiteY1" fmla="*/ 16674 h 157903"/>
                <a:gd name="connsiteX2" fmla="*/ 276532 w 276331"/>
                <a:gd name="connsiteY2" fmla="*/ 108 h 157903"/>
                <a:gd name="connsiteX3" fmla="*/ 249254 w 276331"/>
                <a:gd name="connsiteY3" fmla="*/ 1165 h 157903"/>
                <a:gd name="connsiteX4" fmla="*/ 215243 w 276331"/>
                <a:gd name="connsiteY4" fmla="*/ 108 h 157903"/>
                <a:gd name="connsiteX5" fmla="*/ 215243 w 276331"/>
                <a:gd name="connsiteY5" fmla="*/ 16674 h 157903"/>
                <a:gd name="connsiteX6" fmla="*/ 235791 w 276331"/>
                <a:gd name="connsiteY6" fmla="*/ 20903 h 157903"/>
                <a:gd name="connsiteX7" fmla="*/ 234374 w 276331"/>
                <a:gd name="connsiteY7" fmla="*/ 25133 h 157903"/>
                <a:gd name="connsiteX8" fmla="*/ 197176 w 276331"/>
                <a:gd name="connsiteY8" fmla="*/ 115364 h 157903"/>
                <a:gd name="connsiteX9" fmla="*/ 156789 w 276331"/>
                <a:gd name="connsiteY9" fmla="*/ 16674 h 157903"/>
                <a:gd name="connsiteX10" fmla="*/ 176628 w 276331"/>
                <a:gd name="connsiteY10" fmla="*/ 16674 h 157903"/>
                <a:gd name="connsiteX11" fmla="*/ 176628 w 276331"/>
                <a:gd name="connsiteY11" fmla="*/ 108 h 157903"/>
                <a:gd name="connsiteX12" fmla="*/ 136241 w 276331"/>
                <a:gd name="connsiteY12" fmla="*/ 1165 h 157903"/>
                <a:gd name="connsiteX13" fmla="*/ 100814 w 276331"/>
                <a:gd name="connsiteY13" fmla="*/ 108 h 157903"/>
                <a:gd name="connsiteX14" fmla="*/ 100814 w 276331"/>
                <a:gd name="connsiteY14" fmla="*/ 16674 h 157903"/>
                <a:gd name="connsiteX15" fmla="*/ 121716 w 276331"/>
                <a:gd name="connsiteY15" fmla="*/ 16674 h 157903"/>
                <a:gd name="connsiteX16" fmla="*/ 129155 w 276331"/>
                <a:gd name="connsiteY16" fmla="*/ 35354 h 157903"/>
                <a:gd name="connsiteX17" fmla="*/ 127738 w 276331"/>
                <a:gd name="connsiteY17" fmla="*/ 39936 h 157903"/>
                <a:gd name="connsiteX18" fmla="*/ 99751 w 276331"/>
                <a:gd name="connsiteY18" fmla="*/ 107609 h 157903"/>
                <a:gd name="connsiteX19" fmla="*/ 62552 w 276331"/>
                <a:gd name="connsiteY19" fmla="*/ 16674 h 157903"/>
                <a:gd name="connsiteX20" fmla="*/ 82392 w 276331"/>
                <a:gd name="connsiteY20" fmla="*/ 16674 h 157903"/>
                <a:gd name="connsiteX21" fmla="*/ 82392 w 276331"/>
                <a:gd name="connsiteY21" fmla="*/ 108 h 157903"/>
                <a:gd name="connsiteX22" fmla="*/ 38816 w 276331"/>
                <a:gd name="connsiteY22" fmla="*/ 1165 h 157903"/>
                <a:gd name="connsiteX23" fmla="*/ 201 w 276331"/>
                <a:gd name="connsiteY23" fmla="*/ 108 h 157903"/>
                <a:gd name="connsiteX24" fmla="*/ 201 w 276331"/>
                <a:gd name="connsiteY24" fmla="*/ 16674 h 157903"/>
                <a:gd name="connsiteX25" fmla="*/ 21103 w 276331"/>
                <a:gd name="connsiteY25" fmla="*/ 16674 h 157903"/>
                <a:gd name="connsiteX26" fmla="*/ 75306 w 276331"/>
                <a:gd name="connsiteY26" fmla="*/ 148495 h 157903"/>
                <a:gd name="connsiteX27" fmla="*/ 88060 w 276331"/>
                <a:gd name="connsiteY27" fmla="*/ 158012 h 157903"/>
                <a:gd name="connsiteX28" fmla="*/ 100814 w 276331"/>
                <a:gd name="connsiteY28" fmla="*/ 148495 h 157903"/>
                <a:gd name="connsiteX29" fmla="*/ 138367 w 276331"/>
                <a:gd name="connsiteY29" fmla="*/ 57207 h 157903"/>
                <a:gd name="connsiteX30" fmla="*/ 175919 w 276331"/>
                <a:gd name="connsiteY30" fmla="*/ 148495 h 157903"/>
                <a:gd name="connsiteX31" fmla="*/ 188673 w 276331"/>
                <a:gd name="connsiteY31" fmla="*/ 158012 h 157903"/>
                <a:gd name="connsiteX32" fmla="*/ 201427 w 276331"/>
                <a:gd name="connsiteY32" fmla="*/ 148495 h 157903"/>
                <a:gd name="connsiteX33" fmla="*/ 252442 w 276331"/>
                <a:gd name="connsiteY33" fmla="*/ 24076 h 157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76331" h="157903">
                  <a:moveTo>
                    <a:pt x="252442" y="24076"/>
                  </a:moveTo>
                  <a:cubicBezTo>
                    <a:pt x="254213" y="19493"/>
                    <a:pt x="255630" y="16674"/>
                    <a:pt x="276532" y="16674"/>
                  </a:cubicBezTo>
                  <a:lnTo>
                    <a:pt x="276532" y="108"/>
                  </a:lnTo>
                  <a:cubicBezTo>
                    <a:pt x="268384" y="813"/>
                    <a:pt x="257756" y="1165"/>
                    <a:pt x="249254" y="1165"/>
                  </a:cubicBezTo>
                  <a:cubicBezTo>
                    <a:pt x="239688" y="1165"/>
                    <a:pt x="223037" y="460"/>
                    <a:pt x="215243" y="108"/>
                  </a:cubicBezTo>
                  <a:lnTo>
                    <a:pt x="215243" y="16674"/>
                  </a:lnTo>
                  <a:cubicBezTo>
                    <a:pt x="218432" y="16674"/>
                    <a:pt x="235791" y="17026"/>
                    <a:pt x="235791" y="20903"/>
                  </a:cubicBezTo>
                  <a:cubicBezTo>
                    <a:pt x="235791" y="21961"/>
                    <a:pt x="234728" y="24076"/>
                    <a:pt x="234374" y="25133"/>
                  </a:cubicBezTo>
                  <a:lnTo>
                    <a:pt x="197176" y="115364"/>
                  </a:lnTo>
                  <a:lnTo>
                    <a:pt x="156789" y="16674"/>
                  </a:lnTo>
                  <a:lnTo>
                    <a:pt x="176628" y="16674"/>
                  </a:lnTo>
                  <a:lnTo>
                    <a:pt x="176628" y="108"/>
                  </a:lnTo>
                  <a:cubicBezTo>
                    <a:pt x="165291" y="460"/>
                    <a:pt x="146869" y="1165"/>
                    <a:pt x="136241" y="1165"/>
                  </a:cubicBezTo>
                  <a:cubicBezTo>
                    <a:pt x="121362" y="1165"/>
                    <a:pt x="106482" y="460"/>
                    <a:pt x="100814" y="108"/>
                  </a:cubicBezTo>
                  <a:lnTo>
                    <a:pt x="100814" y="16674"/>
                  </a:lnTo>
                  <a:lnTo>
                    <a:pt x="121716" y="16674"/>
                  </a:lnTo>
                  <a:cubicBezTo>
                    <a:pt x="129155" y="34297"/>
                    <a:pt x="129155" y="35002"/>
                    <a:pt x="129155" y="35354"/>
                  </a:cubicBezTo>
                  <a:cubicBezTo>
                    <a:pt x="129155" y="36764"/>
                    <a:pt x="128093" y="38879"/>
                    <a:pt x="127738" y="39936"/>
                  </a:cubicBezTo>
                  <a:lnTo>
                    <a:pt x="99751" y="107609"/>
                  </a:lnTo>
                  <a:lnTo>
                    <a:pt x="62552" y="16674"/>
                  </a:lnTo>
                  <a:lnTo>
                    <a:pt x="82392" y="16674"/>
                  </a:lnTo>
                  <a:lnTo>
                    <a:pt x="82392" y="108"/>
                  </a:lnTo>
                  <a:cubicBezTo>
                    <a:pt x="67866" y="813"/>
                    <a:pt x="53341" y="1165"/>
                    <a:pt x="38816" y="1165"/>
                  </a:cubicBezTo>
                  <a:cubicBezTo>
                    <a:pt x="27834" y="1165"/>
                    <a:pt x="12246" y="460"/>
                    <a:pt x="201" y="108"/>
                  </a:cubicBezTo>
                  <a:lnTo>
                    <a:pt x="201" y="16674"/>
                  </a:lnTo>
                  <a:lnTo>
                    <a:pt x="21103" y="16674"/>
                  </a:lnTo>
                  <a:lnTo>
                    <a:pt x="75306" y="148495"/>
                  </a:lnTo>
                  <a:cubicBezTo>
                    <a:pt x="77786" y="154487"/>
                    <a:pt x="79203" y="158012"/>
                    <a:pt x="88060" y="158012"/>
                  </a:cubicBezTo>
                  <a:cubicBezTo>
                    <a:pt x="96917" y="158012"/>
                    <a:pt x="98334" y="154487"/>
                    <a:pt x="100814" y="148495"/>
                  </a:cubicBezTo>
                  <a:lnTo>
                    <a:pt x="138367" y="57207"/>
                  </a:lnTo>
                  <a:lnTo>
                    <a:pt x="175919" y="148495"/>
                  </a:lnTo>
                  <a:cubicBezTo>
                    <a:pt x="178399" y="154487"/>
                    <a:pt x="179816" y="158012"/>
                    <a:pt x="188673" y="158012"/>
                  </a:cubicBezTo>
                  <a:cubicBezTo>
                    <a:pt x="197530" y="158012"/>
                    <a:pt x="198947" y="154487"/>
                    <a:pt x="201427" y="148495"/>
                  </a:cubicBezTo>
                  <a:lnTo>
                    <a:pt x="252442" y="2407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2" name="Freeform: Shape 61">
              <a:extLst>
                <a:ext uri="{FF2B5EF4-FFF2-40B4-BE49-F238E27FC236}">
                  <a16:creationId xmlns:a16="http://schemas.microsoft.com/office/drawing/2014/main" id="{1ABC31BA-3C73-AE39-3532-BB5466A0CF9C}"/>
                </a:ext>
              </a:extLst>
            </p:cNvPr>
            <p:cNvSpPr/>
            <p:nvPr/>
          </p:nvSpPr>
          <p:spPr>
            <a:xfrm>
              <a:off x="10368007" y="5768050"/>
              <a:ext cx="82191" cy="352463"/>
            </a:xfrm>
            <a:custGeom>
              <a:avLst/>
              <a:gdLst>
                <a:gd name="connsiteX0" fmla="*/ 82400 w 82191"/>
                <a:gd name="connsiteY0" fmla="*/ 176340 h 352463"/>
                <a:gd name="connsiteX1" fmla="*/ 59018 w 82191"/>
                <a:gd name="connsiteY1" fmla="*/ 66371 h 352463"/>
                <a:gd name="connsiteX2" fmla="*/ 3752 w 82191"/>
                <a:gd name="connsiteY2" fmla="*/ 108 h 352463"/>
                <a:gd name="connsiteX3" fmla="*/ 209 w 82191"/>
                <a:gd name="connsiteY3" fmla="*/ 3633 h 352463"/>
                <a:gd name="connsiteX4" fmla="*/ 6940 w 82191"/>
                <a:gd name="connsiteY4" fmla="*/ 11739 h 352463"/>
                <a:gd name="connsiteX5" fmla="*/ 61852 w 82191"/>
                <a:gd name="connsiteY5" fmla="*/ 176340 h 352463"/>
                <a:gd name="connsiteX6" fmla="*/ 4815 w 82191"/>
                <a:gd name="connsiteY6" fmla="*/ 343055 h 352463"/>
                <a:gd name="connsiteX7" fmla="*/ 209 w 82191"/>
                <a:gd name="connsiteY7" fmla="*/ 349047 h 352463"/>
                <a:gd name="connsiteX8" fmla="*/ 3752 w 82191"/>
                <a:gd name="connsiteY8" fmla="*/ 352572 h 352463"/>
                <a:gd name="connsiteX9" fmla="*/ 60081 w 82191"/>
                <a:gd name="connsiteY9" fmla="*/ 283841 h 352463"/>
                <a:gd name="connsiteX10" fmla="*/ 82400 w 82191"/>
                <a:gd name="connsiteY10" fmla="*/ 176340 h 352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1" h="352463">
                  <a:moveTo>
                    <a:pt x="82400" y="176340"/>
                  </a:moveTo>
                  <a:cubicBezTo>
                    <a:pt x="82400" y="148848"/>
                    <a:pt x="78503" y="106200"/>
                    <a:pt x="59018" y="66371"/>
                  </a:cubicBezTo>
                  <a:cubicBezTo>
                    <a:pt x="37762" y="23018"/>
                    <a:pt x="7294" y="108"/>
                    <a:pt x="3752" y="108"/>
                  </a:cubicBezTo>
                  <a:cubicBezTo>
                    <a:pt x="1626" y="108"/>
                    <a:pt x="209" y="1518"/>
                    <a:pt x="209" y="3633"/>
                  </a:cubicBezTo>
                  <a:cubicBezTo>
                    <a:pt x="209" y="4690"/>
                    <a:pt x="209" y="5395"/>
                    <a:pt x="6940" y="11739"/>
                  </a:cubicBezTo>
                  <a:cubicBezTo>
                    <a:pt x="41659" y="46633"/>
                    <a:pt x="61852" y="102675"/>
                    <a:pt x="61852" y="176340"/>
                  </a:cubicBezTo>
                  <a:cubicBezTo>
                    <a:pt x="61852" y="236611"/>
                    <a:pt x="48744" y="298645"/>
                    <a:pt x="4815" y="343055"/>
                  </a:cubicBezTo>
                  <a:cubicBezTo>
                    <a:pt x="209" y="347285"/>
                    <a:pt x="209" y="347990"/>
                    <a:pt x="209" y="349047"/>
                  </a:cubicBezTo>
                  <a:cubicBezTo>
                    <a:pt x="209" y="351162"/>
                    <a:pt x="1626" y="352572"/>
                    <a:pt x="3752" y="352572"/>
                  </a:cubicBezTo>
                  <a:cubicBezTo>
                    <a:pt x="7294" y="352572"/>
                    <a:pt x="39179" y="328604"/>
                    <a:pt x="60081" y="283841"/>
                  </a:cubicBezTo>
                  <a:cubicBezTo>
                    <a:pt x="78149" y="245070"/>
                    <a:pt x="82400" y="205947"/>
                    <a:pt x="82400" y="17634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3" name="Freeform: Shape 62">
              <a:extLst>
                <a:ext uri="{FF2B5EF4-FFF2-40B4-BE49-F238E27FC236}">
                  <a16:creationId xmlns:a16="http://schemas.microsoft.com/office/drawing/2014/main" id="{B9C7467B-D8C0-8861-0C3C-8467D391EE18}"/>
                </a:ext>
              </a:extLst>
            </p:cNvPr>
            <p:cNvSpPr/>
            <p:nvPr/>
          </p:nvSpPr>
          <p:spPr>
            <a:xfrm>
              <a:off x="10489483" y="5154759"/>
              <a:ext cx="104864" cy="1057038"/>
            </a:xfrm>
            <a:custGeom>
              <a:avLst/>
              <a:gdLst>
                <a:gd name="connsiteX0" fmla="*/ 83112 w 104864"/>
                <a:gd name="connsiteY0" fmla="*/ 1035270 h 1057038"/>
                <a:gd name="connsiteX1" fmla="*/ 213 w 104864"/>
                <a:gd name="connsiteY1" fmla="*/ 1035270 h 1057038"/>
                <a:gd name="connsiteX2" fmla="*/ 213 w 104864"/>
                <a:gd name="connsiteY2" fmla="*/ 1057123 h 1057038"/>
                <a:gd name="connsiteX3" fmla="*/ 105077 w 104864"/>
                <a:gd name="connsiteY3" fmla="*/ 1057123 h 1057038"/>
                <a:gd name="connsiteX4" fmla="*/ 105077 w 104864"/>
                <a:gd name="connsiteY4" fmla="*/ 84 h 1057038"/>
                <a:gd name="connsiteX5" fmla="*/ 213 w 104864"/>
                <a:gd name="connsiteY5" fmla="*/ 84 h 1057038"/>
                <a:gd name="connsiteX6" fmla="*/ 213 w 104864"/>
                <a:gd name="connsiteY6" fmla="*/ 21936 h 1057038"/>
                <a:gd name="connsiteX7" fmla="*/ 83112 w 104864"/>
                <a:gd name="connsiteY7" fmla="*/ 21936 h 1057038"/>
                <a:gd name="connsiteX8" fmla="*/ 83112 w 104864"/>
                <a:gd name="connsiteY8" fmla="*/ 1035270 h 105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864" h="1057038">
                  <a:moveTo>
                    <a:pt x="83112" y="1035270"/>
                  </a:moveTo>
                  <a:lnTo>
                    <a:pt x="213" y="1035270"/>
                  </a:lnTo>
                  <a:lnTo>
                    <a:pt x="213" y="1057123"/>
                  </a:lnTo>
                  <a:lnTo>
                    <a:pt x="105077" y="1057123"/>
                  </a:lnTo>
                  <a:lnTo>
                    <a:pt x="105077" y="84"/>
                  </a:lnTo>
                  <a:lnTo>
                    <a:pt x="213" y="84"/>
                  </a:lnTo>
                  <a:lnTo>
                    <a:pt x="213" y="21936"/>
                  </a:lnTo>
                  <a:lnTo>
                    <a:pt x="83112" y="21936"/>
                  </a:lnTo>
                  <a:lnTo>
                    <a:pt x="83112" y="103527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4" name="Freeform: Shape 63">
              <a:extLst>
                <a:ext uri="{FF2B5EF4-FFF2-40B4-BE49-F238E27FC236}">
                  <a16:creationId xmlns:a16="http://schemas.microsoft.com/office/drawing/2014/main" id="{F8EAA412-63B6-B2C1-2704-D4E643F5CC63}"/>
                </a:ext>
              </a:extLst>
            </p:cNvPr>
            <p:cNvSpPr/>
            <p:nvPr/>
          </p:nvSpPr>
          <p:spPr>
            <a:xfrm>
              <a:off x="10801812" y="5461735"/>
              <a:ext cx="89772" cy="112506"/>
            </a:xfrm>
            <a:custGeom>
              <a:avLst/>
              <a:gdLst>
                <a:gd name="connsiteX0" fmla="*/ 83050 w 89772"/>
                <a:gd name="connsiteY0" fmla="*/ 6510 h 112506"/>
                <a:gd name="connsiteX1" fmla="*/ 79578 w 89772"/>
                <a:gd name="connsiteY1" fmla="*/ 95 h 112506"/>
                <a:gd name="connsiteX2" fmla="*/ 74619 w 89772"/>
                <a:gd name="connsiteY2" fmla="*/ 3056 h 112506"/>
                <a:gd name="connsiteX3" fmla="*/ 70155 w 89772"/>
                <a:gd name="connsiteY3" fmla="*/ 6757 h 112506"/>
                <a:gd name="connsiteX4" fmla="*/ 44116 w 89772"/>
                <a:gd name="connsiteY4" fmla="*/ 95 h 112506"/>
                <a:gd name="connsiteX5" fmla="*/ 222 w 89772"/>
                <a:gd name="connsiteY5" fmla="*/ 30936 h 112506"/>
                <a:gd name="connsiteX6" fmla="*/ 9645 w 89772"/>
                <a:gd name="connsiteY6" fmla="*/ 50180 h 112506"/>
                <a:gd name="connsiteX7" fmla="*/ 43868 w 89772"/>
                <a:gd name="connsiteY7" fmla="*/ 62516 h 112506"/>
                <a:gd name="connsiteX8" fmla="*/ 76354 w 89772"/>
                <a:gd name="connsiteY8" fmla="*/ 84722 h 112506"/>
                <a:gd name="connsiteX9" fmla="*/ 45852 w 89772"/>
                <a:gd name="connsiteY9" fmla="*/ 105693 h 112506"/>
                <a:gd name="connsiteX10" fmla="*/ 8901 w 89772"/>
                <a:gd name="connsiteY10" fmla="*/ 73372 h 112506"/>
                <a:gd name="connsiteX11" fmla="*/ 4437 w 89772"/>
                <a:gd name="connsiteY11" fmla="*/ 69178 h 112506"/>
                <a:gd name="connsiteX12" fmla="*/ 222 w 89772"/>
                <a:gd name="connsiteY12" fmla="*/ 75839 h 112506"/>
                <a:gd name="connsiteX13" fmla="*/ 222 w 89772"/>
                <a:gd name="connsiteY13" fmla="*/ 106187 h 112506"/>
                <a:gd name="connsiteX14" fmla="*/ 3693 w 89772"/>
                <a:gd name="connsiteY14" fmla="*/ 112601 h 112506"/>
                <a:gd name="connsiteX15" fmla="*/ 15597 w 89772"/>
                <a:gd name="connsiteY15" fmla="*/ 101992 h 112506"/>
                <a:gd name="connsiteX16" fmla="*/ 45852 w 89772"/>
                <a:gd name="connsiteY16" fmla="*/ 112601 h 112506"/>
                <a:gd name="connsiteX17" fmla="*/ 89994 w 89772"/>
                <a:gd name="connsiteY17" fmla="*/ 77813 h 112506"/>
                <a:gd name="connsiteX18" fmla="*/ 79330 w 89772"/>
                <a:gd name="connsiteY18" fmla="*/ 55115 h 112506"/>
                <a:gd name="connsiteX19" fmla="*/ 49820 w 89772"/>
                <a:gd name="connsiteY19" fmla="*/ 43025 h 112506"/>
                <a:gd name="connsiteX20" fmla="*/ 13861 w 89772"/>
                <a:gd name="connsiteY20" fmla="*/ 23534 h 112506"/>
                <a:gd name="connsiteX21" fmla="*/ 44116 w 89772"/>
                <a:gd name="connsiteY21" fmla="*/ 6016 h 112506"/>
                <a:gd name="connsiteX22" fmla="*/ 74619 w 89772"/>
                <a:gd name="connsiteY22" fmla="*/ 33156 h 112506"/>
                <a:gd name="connsiteX23" fmla="*/ 78834 w 89772"/>
                <a:gd name="connsiteY23" fmla="*/ 35870 h 112506"/>
                <a:gd name="connsiteX24" fmla="*/ 83050 w 89772"/>
                <a:gd name="connsiteY24" fmla="*/ 29455 h 112506"/>
                <a:gd name="connsiteX25" fmla="*/ 83050 w 89772"/>
                <a:gd name="connsiteY25" fmla="*/ 6510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772" h="112506">
                  <a:moveTo>
                    <a:pt x="83050" y="6510"/>
                  </a:moveTo>
                  <a:cubicBezTo>
                    <a:pt x="83050" y="2315"/>
                    <a:pt x="83050" y="95"/>
                    <a:pt x="79578" y="95"/>
                  </a:cubicBezTo>
                  <a:cubicBezTo>
                    <a:pt x="78338" y="95"/>
                    <a:pt x="77842" y="95"/>
                    <a:pt x="74619" y="3056"/>
                  </a:cubicBezTo>
                  <a:cubicBezTo>
                    <a:pt x="74123" y="3302"/>
                    <a:pt x="71643" y="5523"/>
                    <a:pt x="70155" y="6757"/>
                  </a:cubicBezTo>
                  <a:cubicBezTo>
                    <a:pt x="62715" y="1575"/>
                    <a:pt x="53291" y="95"/>
                    <a:pt x="44116" y="95"/>
                  </a:cubicBezTo>
                  <a:cubicBezTo>
                    <a:pt x="8653" y="95"/>
                    <a:pt x="222" y="18599"/>
                    <a:pt x="222" y="30936"/>
                  </a:cubicBezTo>
                  <a:cubicBezTo>
                    <a:pt x="222" y="38831"/>
                    <a:pt x="3693" y="45246"/>
                    <a:pt x="9645" y="50180"/>
                  </a:cubicBezTo>
                  <a:cubicBezTo>
                    <a:pt x="19069" y="58322"/>
                    <a:pt x="28492" y="60049"/>
                    <a:pt x="43868" y="62516"/>
                  </a:cubicBezTo>
                  <a:cubicBezTo>
                    <a:pt x="56267" y="64737"/>
                    <a:pt x="76354" y="68191"/>
                    <a:pt x="76354" y="84722"/>
                  </a:cubicBezTo>
                  <a:cubicBezTo>
                    <a:pt x="76354" y="94344"/>
                    <a:pt x="69659" y="105693"/>
                    <a:pt x="45852" y="105693"/>
                  </a:cubicBezTo>
                  <a:cubicBezTo>
                    <a:pt x="22045" y="105693"/>
                    <a:pt x="13365" y="90149"/>
                    <a:pt x="8901" y="73372"/>
                  </a:cubicBezTo>
                  <a:cubicBezTo>
                    <a:pt x="8157" y="70165"/>
                    <a:pt x="7909" y="69178"/>
                    <a:pt x="4437" y="69178"/>
                  </a:cubicBezTo>
                  <a:cubicBezTo>
                    <a:pt x="222" y="69178"/>
                    <a:pt x="222" y="70905"/>
                    <a:pt x="222" y="75839"/>
                  </a:cubicBezTo>
                  <a:lnTo>
                    <a:pt x="222" y="106187"/>
                  </a:lnTo>
                  <a:cubicBezTo>
                    <a:pt x="222" y="110381"/>
                    <a:pt x="222" y="112601"/>
                    <a:pt x="3693" y="112601"/>
                  </a:cubicBezTo>
                  <a:cubicBezTo>
                    <a:pt x="5925" y="112601"/>
                    <a:pt x="10637" y="107420"/>
                    <a:pt x="15597" y="101992"/>
                  </a:cubicBezTo>
                  <a:cubicBezTo>
                    <a:pt x="26508" y="112108"/>
                    <a:pt x="39900" y="112601"/>
                    <a:pt x="45852" y="112601"/>
                  </a:cubicBezTo>
                  <a:cubicBezTo>
                    <a:pt x="78090" y="112601"/>
                    <a:pt x="89994" y="95331"/>
                    <a:pt x="89994" y="77813"/>
                  </a:cubicBezTo>
                  <a:cubicBezTo>
                    <a:pt x="89994" y="68438"/>
                    <a:pt x="85778" y="61036"/>
                    <a:pt x="79330" y="55115"/>
                  </a:cubicBezTo>
                  <a:cubicBezTo>
                    <a:pt x="69907" y="46479"/>
                    <a:pt x="58499" y="44505"/>
                    <a:pt x="49820" y="43025"/>
                  </a:cubicBezTo>
                  <a:cubicBezTo>
                    <a:pt x="29980" y="39571"/>
                    <a:pt x="13861" y="36610"/>
                    <a:pt x="13861" y="23534"/>
                  </a:cubicBezTo>
                  <a:cubicBezTo>
                    <a:pt x="13861" y="15639"/>
                    <a:pt x="20557" y="6016"/>
                    <a:pt x="44116" y="6016"/>
                  </a:cubicBezTo>
                  <a:cubicBezTo>
                    <a:pt x="72883" y="6016"/>
                    <a:pt x="74123" y="26001"/>
                    <a:pt x="74619" y="33156"/>
                  </a:cubicBezTo>
                  <a:cubicBezTo>
                    <a:pt x="74867" y="35870"/>
                    <a:pt x="77842" y="35870"/>
                    <a:pt x="78834" y="35870"/>
                  </a:cubicBezTo>
                  <a:cubicBezTo>
                    <a:pt x="83050" y="35870"/>
                    <a:pt x="83050" y="34143"/>
                    <a:pt x="83050" y="29455"/>
                  </a:cubicBezTo>
                  <a:lnTo>
                    <a:pt x="83050" y="651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5" name="Freeform: Shape 64">
              <a:extLst>
                <a:ext uri="{FF2B5EF4-FFF2-40B4-BE49-F238E27FC236}">
                  <a16:creationId xmlns:a16="http://schemas.microsoft.com/office/drawing/2014/main" id="{CE033726-06F7-CE3D-A5B9-3CB6E5C3AFFA}"/>
                </a:ext>
              </a:extLst>
            </p:cNvPr>
            <p:cNvSpPr/>
            <p:nvPr/>
          </p:nvSpPr>
          <p:spPr>
            <a:xfrm>
              <a:off x="10912559" y="5461735"/>
              <a:ext cx="121515" cy="112506"/>
            </a:xfrm>
            <a:custGeom>
              <a:avLst/>
              <a:gdLst>
                <a:gd name="connsiteX0" fmla="*/ 121740 w 121515"/>
                <a:gd name="connsiteY0" fmla="*/ 57582 h 112506"/>
                <a:gd name="connsiteX1" fmla="*/ 60982 w 121515"/>
                <a:gd name="connsiteY1" fmla="*/ 95 h 112506"/>
                <a:gd name="connsiteX2" fmla="*/ 225 w 121515"/>
                <a:gd name="connsiteY2" fmla="*/ 57582 h 112506"/>
                <a:gd name="connsiteX3" fmla="*/ 60982 w 121515"/>
                <a:gd name="connsiteY3" fmla="*/ 112601 h 112506"/>
                <a:gd name="connsiteX4" fmla="*/ 121740 w 121515"/>
                <a:gd name="connsiteY4" fmla="*/ 57582 h 112506"/>
                <a:gd name="connsiteX5" fmla="*/ 60982 w 121515"/>
                <a:gd name="connsiteY5" fmla="*/ 104706 h 112506"/>
                <a:gd name="connsiteX6" fmla="*/ 30231 w 121515"/>
                <a:gd name="connsiteY6" fmla="*/ 89656 h 112506"/>
                <a:gd name="connsiteX7" fmla="*/ 22792 w 121515"/>
                <a:gd name="connsiteY7" fmla="*/ 55361 h 112506"/>
                <a:gd name="connsiteX8" fmla="*/ 31719 w 121515"/>
                <a:gd name="connsiteY8" fmla="*/ 19586 h 112506"/>
                <a:gd name="connsiteX9" fmla="*/ 60982 w 121515"/>
                <a:gd name="connsiteY9" fmla="*/ 7003 h 112506"/>
                <a:gd name="connsiteX10" fmla="*/ 91485 w 121515"/>
                <a:gd name="connsiteY10" fmla="*/ 21560 h 112506"/>
                <a:gd name="connsiteX11" fmla="*/ 99173 w 121515"/>
                <a:gd name="connsiteY11" fmla="*/ 55361 h 112506"/>
                <a:gd name="connsiteX12" fmla="*/ 91237 w 121515"/>
                <a:gd name="connsiteY12" fmla="*/ 90396 h 112506"/>
                <a:gd name="connsiteX13" fmla="*/ 60982 w 121515"/>
                <a:gd name="connsiteY13" fmla="*/ 104706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515" h="112506">
                  <a:moveTo>
                    <a:pt x="121740" y="57582"/>
                  </a:moveTo>
                  <a:cubicBezTo>
                    <a:pt x="121740" y="26741"/>
                    <a:pt x="95205" y="95"/>
                    <a:pt x="60982" y="95"/>
                  </a:cubicBezTo>
                  <a:cubicBezTo>
                    <a:pt x="26760" y="95"/>
                    <a:pt x="225" y="26741"/>
                    <a:pt x="225" y="57582"/>
                  </a:cubicBezTo>
                  <a:cubicBezTo>
                    <a:pt x="225" y="88176"/>
                    <a:pt x="27504" y="112601"/>
                    <a:pt x="60982" y="112601"/>
                  </a:cubicBezTo>
                  <a:cubicBezTo>
                    <a:pt x="94461" y="112601"/>
                    <a:pt x="121740" y="88176"/>
                    <a:pt x="121740" y="57582"/>
                  </a:cubicBezTo>
                  <a:close/>
                  <a:moveTo>
                    <a:pt x="60982" y="104706"/>
                  </a:moveTo>
                  <a:cubicBezTo>
                    <a:pt x="51807" y="104706"/>
                    <a:pt x="38415" y="101746"/>
                    <a:pt x="30231" y="89656"/>
                  </a:cubicBezTo>
                  <a:cubicBezTo>
                    <a:pt x="23536" y="79540"/>
                    <a:pt x="22792" y="66711"/>
                    <a:pt x="22792" y="55361"/>
                  </a:cubicBezTo>
                  <a:cubicBezTo>
                    <a:pt x="22792" y="44752"/>
                    <a:pt x="23040" y="30195"/>
                    <a:pt x="31719" y="19586"/>
                  </a:cubicBezTo>
                  <a:cubicBezTo>
                    <a:pt x="37919" y="12431"/>
                    <a:pt x="48335" y="7003"/>
                    <a:pt x="60982" y="7003"/>
                  </a:cubicBezTo>
                  <a:cubicBezTo>
                    <a:pt x="75614" y="7003"/>
                    <a:pt x="86029" y="13912"/>
                    <a:pt x="91485" y="21560"/>
                  </a:cubicBezTo>
                  <a:cubicBezTo>
                    <a:pt x="98429" y="31182"/>
                    <a:pt x="99173" y="43519"/>
                    <a:pt x="99173" y="55361"/>
                  </a:cubicBezTo>
                  <a:cubicBezTo>
                    <a:pt x="99173" y="67204"/>
                    <a:pt x="98429" y="80280"/>
                    <a:pt x="91237" y="90396"/>
                  </a:cubicBezTo>
                  <a:cubicBezTo>
                    <a:pt x="84541" y="99772"/>
                    <a:pt x="73134" y="104706"/>
                    <a:pt x="60982" y="10470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6" name="Freeform: Shape 65">
              <a:extLst>
                <a:ext uri="{FF2B5EF4-FFF2-40B4-BE49-F238E27FC236}">
                  <a16:creationId xmlns:a16="http://schemas.microsoft.com/office/drawing/2014/main" id="{3FF66276-49CE-70CB-F55E-A3990B4DD277}"/>
                </a:ext>
              </a:extLst>
            </p:cNvPr>
            <p:cNvSpPr/>
            <p:nvPr/>
          </p:nvSpPr>
          <p:spPr>
            <a:xfrm>
              <a:off x="11055265" y="5398080"/>
              <a:ext cx="87540" cy="173694"/>
            </a:xfrm>
            <a:custGeom>
              <a:avLst/>
              <a:gdLst>
                <a:gd name="connsiteX0" fmla="*/ 40155 w 87540"/>
                <a:gd name="connsiteY0" fmla="*/ 76333 h 173694"/>
                <a:gd name="connsiteX1" fmla="*/ 71154 w 87540"/>
                <a:gd name="connsiteY1" fmla="*/ 76333 h 173694"/>
                <a:gd name="connsiteX2" fmla="*/ 71154 w 87540"/>
                <a:gd name="connsiteY2" fmla="*/ 67451 h 173694"/>
                <a:gd name="connsiteX3" fmla="*/ 39163 w 87540"/>
                <a:gd name="connsiteY3" fmla="*/ 67451 h 173694"/>
                <a:gd name="connsiteX4" fmla="*/ 39163 w 87540"/>
                <a:gd name="connsiteY4" fmla="*/ 39818 h 173694"/>
                <a:gd name="connsiteX5" fmla="*/ 63218 w 87540"/>
                <a:gd name="connsiteY5" fmla="*/ 7003 h 173694"/>
                <a:gd name="connsiteX6" fmla="*/ 70410 w 87540"/>
                <a:gd name="connsiteY6" fmla="*/ 8237 h 173694"/>
                <a:gd name="connsiteX7" fmla="*/ 64954 w 87540"/>
                <a:gd name="connsiteY7" fmla="*/ 18106 h 173694"/>
                <a:gd name="connsiteX8" fmla="*/ 76362 w 87540"/>
                <a:gd name="connsiteY8" fmla="*/ 29455 h 173694"/>
                <a:gd name="connsiteX9" fmla="*/ 87769 w 87540"/>
                <a:gd name="connsiteY9" fmla="*/ 18106 h 173694"/>
                <a:gd name="connsiteX10" fmla="*/ 63466 w 87540"/>
                <a:gd name="connsiteY10" fmla="*/ 95 h 173694"/>
                <a:gd name="connsiteX11" fmla="*/ 21556 w 87540"/>
                <a:gd name="connsiteY11" fmla="*/ 39818 h 173694"/>
                <a:gd name="connsiteX12" fmla="*/ 21556 w 87540"/>
                <a:gd name="connsiteY12" fmla="*/ 67451 h 173694"/>
                <a:gd name="connsiteX13" fmla="*/ 229 w 87540"/>
                <a:gd name="connsiteY13" fmla="*/ 67451 h 173694"/>
                <a:gd name="connsiteX14" fmla="*/ 229 w 87540"/>
                <a:gd name="connsiteY14" fmla="*/ 76333 h 173694"/>
                <a:gd name="connsiteX15" fmla="*/ 21556 w 87540"/>
                <a:gd name="connsiteY15" fmla="*/ 76333 h 173694"/>
                <a:gd name="connsiteX16" fmla="*/ 21556 w 87540"/>
                <a:gd name="connsiteY16" fmla="*/ 154298 h 173694"/>
                <a:gd name="connsiteX17" fmla="*/ 2957 w 87540"/>
                <a:gd name="connsiteY17" fmla="*/ 164907 h 173694"/>
                <a:gd name="connsiteX18" fmla="*/ 2957 w 87540"/>
                <a:gd name="connsiteY18" fmla="*/ 173789 h 173694"/>
                <a:gd name="connsiteX19" fmla="*/ 31227 w 87540"/>
                <a:gd name="connsiteY19" fmla="*/ 172802 h 173694"/>
                <a:gd name="connsiteX20" fmla="*/ 63466 w 87540"/>
                <a:gd name="connsiteY20" fmla="*/ 173789 h 173694"/>
                <a:gd name="connsiteX21" fmla="*/ 63466 w 87540"/>
                <a:gd name="connsiteY21" fmla="*/ 164907 h 173694"/>
                <a:gd name="connsiteX22" fmla="*/ 58506 w 87540"/>
                <a:gd name="connsiteY22" fmla="*/ 164907 h 173694"/>
                <a:gd name="connsiteX23" fmla="*/ 40155 w 87540"/>
                <a:gd name="connsiteY23" fmla="*/ 153804 h 173694"/>
                <a:gd name="connsiteX24" fmla="*/ 40155 w 87540"/>
                <a:gd name="connsiteY24" fmla="*/ 76333 h 173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87540" h="173694">
                  <a:moveTo>
                    <a:pt x="40155" y="76333"/>
                  </a:moveTo>
                  <a:lnTo>
                    <a:pt x="71154" y="76333"/>
                  </a:lnTo>
                  <a:lnTo>
                    <a:pt x="71154" y="67451"/>
                  </a:lnTo>
                  <a:lnTo>
                    <a:pt x="39163" y="67451"/>
                  </a:lnTo>
                  <a:lnTo>
                    <a:pt x="39163" y="39818"/>
                  </a:lnTo>
                  <a:cubicBezTo>
                    <a:pt x="39163" y="17366"/>
                    <a:pt x="52555" y="7003"/>
                    <a:pt x="63218" y="7003"/>
                  </a:cubicBezTo>
                  <a:cubicBezTo>
                    <a:pt x="65450" y="7003"/>
                    <a:pt x="67930" y="7497"/>
                    <a:pt x="70410" y="8237"/>
                  </a:cubicBezTo>
                  <a:cubicBezTo>
                    <a:pt x="66938" y="10211"/>
                    <a:pt x="64954" y="14158"/>
                    <a:pt x="64954" y="18106"/>
                  </a:cubicBezTo>
                  <a:cubicBezTo>
                    <a:pt x="64954" y="24767"/>
                    <a:pt x="69666" y="29455"/>
                    <a:pt x="76362" y="29455"/>
                  </a:cubicBezTo>
                  <a:cubicBezTo>
                    <a:pt x="83057" y="29455"/>
                    <a:pt x="87769" y="24767"/>
                    <a:pt x="87769" y="18106"/>
                  </a:cubicBezTo>
                  <a:cubicBezTo>
                    <a:pt x="87769" y="7497"/>
                    <a:pt x="77106" y="95"/>
                    <a:pt x="63466" y="95"/>
                  </a:cubicBezTo>
                  <a:cubicBezTo>
                    <a:pt x="43875" y="95"/>
                    <a:pt x="21556" y="13912"/>
                    <a:pt x="21556" y="39818"/>
                  </a:cubicBezTo>
                  <a:lnTo>
                    <a:pt x="21556" y="67451"/>
                  </a:lnTo>
                  <a:lnTo>
                    <a:pt x="229" y="67451"/>
                  </a:lnTo>
                  <a:lnTo>
                    <a:pt x="229" y="76333"/>
                  </a:lnTo>
                  <a:lnTo>
                    <a:pt x="21556" y="76333"/>
                  </a:lnTo>
                  <a:lnTo>
                    <a:pt x="21556" y="154298"/>
                  </a:lnTo>
                  <a:cubicBezTo>
                    <a:pt x="21556" y="164907"/>
                    <a:pt x="19076" y="164907"/>
                    <a:pt x="2957" y="164907"/>
                  </a:cubicBezTo>
                  <a:lnTo>
                    <a:pt x="2957" y="173789"/>
                  </a:lnTo>
                  <a:cubicBezTo>
                    <a:pt x="4196" y="173789"/>
                    <a:pt x="21060" y="172802"/>
                    <a:pt x="31227" y="172802"/>
                  </a:cubicBezTo>
                  <a:cubicBezTo>
                    <a:pt x="41891" y="172802"/>
                    <a:pt x="52803" y="173296"/>
                    <a:pt x="63466" y="173789"/>
                  </a:cubicBezTo>
                  <a:lnTo>
                    <a:pt x="63466" y="164907"/>
                  </a:lnTo>
                  <a:lnTo>
                    <a:pt x="58506" y="164907"/>
                  </a:lnTo>
                  <a:cubicBezTo>
                    <a:pt x="40155" y="164907"/>
                    <a:pt x="40155" y="162193"/>
                    <a:pt x="40155" y="153804"/>
                  </a:cubicBezTo>
                  <a:lnTo>
                    <a:pt x="40155" y="76333"/>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7" name="Freeform: Shape 66">
              <a:extLst>
                <a:ext uri="{FF2B5EF4-FFF2-40B4-BE49-F238E27FC236}">
                  <a16:creationId xmlns:a16="http://schemas.microsoft.com/office/drawing/2014/main" id="{1225928F-E485-83BA-7C99-1EBD913950A0}"/>
                </a:ext>
              </a:extLst>
            </p:cNvPr>
            <p:cNvSpPr/>
            <p:nvPr/>
          </p:nvSpPr>
          <p:spPr>
            <a:xfrm>
              <a:off x="11139128" y="5420038"/>
              <a:ext cx="85804" cy="154202"/>
            </a:xfrm>
            <a:custGeom>
              <a:avLst/>
              <a:gdLst>
                <a:gd name="connsiteX0" fmla="*/ 42885 w 85804"/>
                <a:gd name="connsiteY0" fmla="*/ 54374 h 154202"/>
                <a:gd name="connsiteX1" fmla="*/ 81572 w 85804"/>
                <a:gd name="connsiteY1" fmla="*/ 54374 h 154202"/>
                <a:gd name="connsiteX2" fmla="*/ 81572 w 85804"/>
                <a:gd name="connsiteY2" fmla="*/ 45492 h 154202"/>
                <a:gd name="connsiteX3" fmla="*/ 42885 w 85804"/>
                <a:gd name="connsiteY3" fmla="*/ 45492 h 154202"/>
                <a:gd name="connsiteX4" fmla="*/ 42885 w 85804"/>
                <a:gd name="connsiteY4" fmla="*/ 95 h 154202"/>
                <a:gd name="connsiteX5" fmla="*/ 34454 w 85804"/>
                <a:gd name="connsiteY5" fmla="*/ 95 h 154202"/>
                <a:gd name="connsiteX6" fmla="*/ 231 w 85804"/>
                <a:gd name="connsiteY6" fmla="*/ 47466 h 154202"/>
                <a:gd name="connsiteX7" fmla="*/ 231 w 85804"/>
                <a:gd name="connsiteY7" fmla="*/ 54374 h 154202"/>
                <a:gd name="connsiteX8" fmla="*/ 23294 w 85804"/>
                <a:gd name="connsiteY8" fmla="*/ 54374 h 154202"/>
                <a:gd name="connsiteX9" fmla="*/ 23294 w 85804"/>
                <a:gd name="connsiteY9" fmla="*/ 120990 h 154202"/>
                <a:gd name="connsiteX10" fmla="*/ 58013 w 85804"/>
                <a:gd name="connsiteY10" fmla="*/ 154298 h 154202"/>
                <a:gd name="connsiteX11" fmla="*/ 86036 w 85804"/>
                <a:gd name="connsiteY11" fmla="*/ 120743 h 154202"/>
                <a:gd name="connsiteX12" fmla="*/ 86036 w 85804"/>
                <a:gd name="connsiteY12" fmla="*/ 107173 h 154202"/>
                <a:gd name="connsiteX13" fmla="*/ 77604 w 85804"/>
                <a:gd name="connsiteY13" fmla="*/ 107173 h 154202"/>
                <a:gd name="connsiteX14" fmla="*/ 77604 w 85804"/>
                <a:gd name="connsiteY14" fmla="*/ 120497 h 154202"/>
                <a:gd name="connsiteX15" fmla="*/ 59997 w 85804"/>
                <a:gd name="connsiteY15" fmla="*/ 146403 h 154202"/>
                <a:gd name="connsiteX16" fmla="*/ 42885 w 85804"/>
                <a:gd name="connsiteY16" fmla="*/ 121237 h 154202"/>
                <a:gd name="connsiteX17" fmla="*/ 42885 w 85804"/>
                <a:gd name="connsiteY17" fmla="*/ 54374 h 154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85804" h="154202">
                  <a:moveTo>
                    <a:pt x="42885" y="54374"/>
                  </a:moveTo>
                  <a:lnTo>
                    <a:pt x="81572" y="54374"/>
                  </a:lnTo>
                  <a:lnTo>
                    <a:pt x="81572" y="45492"/>
                  </a:lnTo>
                  <a:lnTo>
                    <a:pt x="42885" y="45492"/>
                  </a:lnTo>
                  <a:lnTo>
                    <a:pt x="42885" y="95"/>
                  </a:lnTo>
                  <a:lnTo>
                    <a:pt x="34454" y="95"/>
                  </a:lnTo>
                  <a:cubicBezTo>
                    <a:pt x="34206" y="22300"/>
                    <a:pt x="24038" y="46726"/>
                    <a:pt x="231" y="47466"/>
                  </a:cubicBezTo>
                  <a:lnTo>
                    <a:pt x="231" y="54374"/>
                  </a:lnTo>
                  <a:lnTo>
                    <a:pt x="23294" y="54374"/>
                  </a:lnTo>
                  <a:lnTo>
                    <a:pt x="23294" y="120990"/>
                  </a:lnTo>
                  <a:cubicBezTo>
                    <a:pt x="23294" y="148623"/>
                    <a:pt x="44125" y="154298"/>
                    <a:pt x="58013" y="154298"/>
                  </a:cubicBezTo>
                  <a:cubicBezTo>
                    <a:pt x="74628" y="154298"/>
                    <a:pt x="86036" y="140235"/>
                    <a:pt x="86036" y="120743"/>
                  </a:cubicBezTo>
                  <a:lnTo>
                    <a:pt x="86036" y="107173"/>
                  </a:lnTo>
                  <a:lnTo>
                    <a:pt x="77604" y="107173"/>
                  </a:lnTo>
                  <a:lnTo>
                    <a:pt x="77604" y="120497"/>
                  </a:lnTo>
                  <a:cubicBezTo>
                    <a:pt x="77604" y="137274"/>
                    <a:pt x="69668" y="146403"/>
                    <a:pt x="59997" y="146403"/>
                  </a:cubicBezTo>
                  <a:cubicBezTo>
                    <a:pt x="42885" y="146403"/>
                    <a:pt x="42885" y="125678"/>
                    <a:pt x="42885" y="121237"/>
                  </a:cubicBezTo>
                  <a:lnTo>
                    <a:pt x="42885" y="5437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8" name="Freeform: Shape 67">
              <a:extLst>
                <a:ext uri="{FF2B5EF4-FFF2-40B4-BE49-F238E27FC236}">
                  <a16:creationId xmlns:a16="http://schemas.microsoft.com/office/drawing/2014/main" id="{BE77CD12-C717-96B3-C262-213784161D52}"/>
                </a:ext>
              </a:extLst>
            </p:cNvPr>
            <p:cNvSpPr/>
            <p:nvPr/>
          </p:nvSpPr>
          <p:spPr>
            <a:xfrm>
              <a:off x="11256038" y="5462968"/>
              <a:ext cx="209055" cy="108805"/>
            </a:xfrm>
            <a:custGeom>
              <a:avLst/>
              <a:gdLst>
                <a:gd name="connsiteX0" fmla="*/ 190691 w 209055"/>
                <a:gd name="connsiteY0" fmla="*/ 34143 h 108805"/>
                <a:gd name="connsiteX1" fmla="*/ 153492 w 209055"/>
                <a:gd name="connsiteY1" fmla="*/ 95 h 108805"/>
                <a:gd name="connsiteX2" fmla="*/ 113814 w 209055"/>
                <a:gd name="connsiteY2" fmla="*/ 23040 h 108805"/>
                <a:gd name="connsiteX3" fmla="*/ 77359 w 209055"/>
                <a:gd name="connsiteY3" fmla="*/ 95 h 108805"/>
                <a:gd name="connsiteX4" fmla="*/ 36937 w 209055"/>
                <a:gd name="connsiteY4" fmla="*/ 24027 h 108805"/>
                <a:gd name="connsiteX5" fmla="*/ 36689 w 209055"/>
                <a:gd name="connsiteY5" fmla="*/ 24027 h 108805"/>
                <a:gd name="connsiteX6" fmla="*/ 36689 w 209055"/>
                <a:gd name="connsiteY6" fmla="*/ 95 h 108805"/>
                <a:gd name="connsiteX7" fmla="*/ 234 w 209055"/>
                <a:gd name="connsiteY7" fmla="*/ 2809 h 108805"/>
                <a:gd name="connsiteX8" fmla="*/ 234 w 209055"/>
                <a:gd name="connsiteY8" fmla="*/ 11691 h 108805"/>
                <a:gd name="connsiteX9" fmla="*/ 18833 w 209055"/>
                <a:gd name="connsiteY9" fmla="*/ 25508 h 108805"/>
                <a:gd name="connsiteX10" fmla="*/ 18833 w 209055"/>
                <a:gd name="connsiteY10" fmla="*/ 89409 h 108805"/>
                <a:gd name="connsiteX11" fmla="*/ 234 w 209055"/>
                <a:gd name="connsiteY11" fmla="*/ 100018 h 108805"/>
                <a:gd name="connsiteX12" fmla="*/ 234 w 209055"/>
                <a:gd name="connsiteY12" fmla="*/ 108901 h 108805"/>
                <a:gd name="connsiteX13" fmla="*/ 28505 w 209055"/>
                <a:gd name="connsiteY13" fmla="*/ 107914 h 108805"/>
                <a:gd name="connsiteX14" fmla="*/ 57024 w 209055"/>
                <a:gd name="connsiteY14" fmla="*/ 108901 h 108805"/>
                <a:gd name="connsiteX15" fmla="*/ 57024 w 209055"/>
                <a:gd name="connsiteY15" fmla="*/ 100018 h 108805"/>
                <a:gd name="connsiteX16" fmla="*/ 38425 w 209055"/>
                <a:gd name="connsiteY16" fmla="*/ 89409 h 108805"/>
                <a:gd name="connsiteX17" fmla="*/ 38425 w 209055"/>
                <a:gd name="connsiteY17" fmla="*/ 44999 h 108805"/>
                <a:gd name="connsiteX18" fmla="*/ 75375 w 209055"/>
                <a:gd name="connsiteY18" fmla="*/ 7003 h 108805"/>
                <a:gd name="connsiteX19" fmla="*/ 94966 w 209055"/>
                <a:gd name="connsiteY19" fmla="*/ 33156 h 108805"/>
                <a:gd name="connsiteX20" fmla="*/ 94966 w 209055"/>
                <a:gd name="connsiteY20" fmla="*/ 89409 h 108805"/>
                <a:gd name="connsiteX21" fmla="*/ 76367 w 209055"/>
                <a:gd name="connsiteY21" fmla="*/ 100018 h 108805"/>
                <a:gd name="connsiteX22" fmla="*/ 76367 w 209055"/>
                <a:gd name="connsiteY22" fmla="*/ 108901 h 108805"/>
                <a:gd name="connsiteX23" fmla="*/ 104638 w 209055"/>
                <a:gd name="connsiteY23" fmla="*/ 107914 h 108805"/>
                <a:gd name="connsiteX24" fmla="*/ 133157 w 209055"/>
                <a:gd name="connsiteY24" fmla="*/ 108901 h 108805"/>
                <a:gd name="connsiteX25" fmla="*/ 133157 w 209055"/>
                <a:gd name="connsiteY25" fmla="*/ 100018 h 108805"/>
                <a:gd name="connsiteX26" fmla="*/ 114558 w 209055"/>
                <a:gd name="connsiteY26" fmla="*/ 89409 h 108805"/>
                <a:gd name="connsiteX27" fmla="*/ 114558 w 209055"/>
                <a:gd name="connsiteY27" fmla="*/ 44999 h 108805"/>
                <a:gd name="connsiteX28" fmla="*/ 151508 w 209055"/>
                <a:gd name="connsiteY28" fmla="*/ 7003 h 108805"/>
                <a:gd name="connsiteX29" fmla="*/ 171099 w 209055"/>
                <a:gd name="connsiteY29" fmla="*/ 33156 h 108805"/>
                <a:gd name="connsiteX30" fmla="*/ 171099 w 209055"/>
                <a:gd name="connsiteY30" fmla="*/ 89409 h 108805"/>
                <a:gd name="connsiteX31" fmla="*/ 152500 w 209055"/>
                <a:gd name="connsiteY31" fmla="*/ 100018 h 108805"/>
                <a:gd name="connsiteX32" fmla="*/ 152500 w 209055"/>
                <a:gd name="connsiteY32" fmla="*/ 108901 h 108805"/>
                <a:gd name="connsiteX33" fmla="*/ 180771 w 209055"/>
                <a:gd name="connsiteY33" fmla="*/ 107914 h 108805"/>
                <a:gd name="connsiteX34" fmla="*/ 209290 w 209055"/>
                <a:gd name="connsiteY34" fmla="*/ 108901 h 108805"/>
                <a:gd name="connsiteX35" fmla="*/ 209290 w 209055"/>
                <a:gd name="connsiteY35" fmla="*/ 100018 h 108805"/>
                <a:gd name="connsiteX36" fmla="*/ 190691 w 209055"/>
                <a:gd name="connsiteY36" fmla="*/ 89409 h 108805"/>
                <a:gd name="connsiteX37" fmla="*/ 190691 w 209055"/>
                <a:gd name="connsiteY37" fmla="*/ 34143 h 10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09055" h="108805">
                  <a:moveTo>
                    <a:pt x="190691" y="34143"/>
                  </a:moveTo>
                  <a:cubicBezTo>
                    <a:pt x="190691" y="12678"/>
                    <a:pt x="180027" y="95"/>
                    <a:pt x="153492" y="95"/>
                  </a:cubicBezTo>
                  <a:cubicBezTo>
                    <a:pt x="133901" y="95"/>
                    <a:pt x="120509" y="10704"/>
                    <a:pt x="113814" y="23040"/>
                  </a:cubicBezTo>
                  <a:cubicBezTo>
                    <a:pt x="108854" y="5523"/>
                    <a:pt x="95462" y="95"/>
                    <a:pt x="77359" y="95"/>
                  </a:cubicBezTo>
                  <a:cubicBezTo>
                    <a:pt x="57024" y="95"/>
                    <a:pt x="43880" y="11198"/>
                    <a:pt x="36937" y="24027"/>
                  </a:cubicBezTo>
                  <a:lnTo>
                    <a:pt x="36689" y="24027"/>
                  </a:lnTo>
                  <a:lnTo>
                    <a:pt x="36689" y="95"/>
                  </a:lnTo>
                  <a:lnTo>
                    <a:pt x="234" y="2809"/>
                  </a:lnTo>
                  <a:lnTo>
                    <a:pt x="234" y="11691"/>
                  </a:lnTo>
                  <a:cubicBezTo>
                    <a:pt x="16850" y="11691"/>
                    <a:pt x="18833" y="13418"/>
                    <a:pt x="18833" y="25508"/>
                  </a:cubicBezTo>
                  <a:lnTo>
                    <a:pt x="18833" y="89409"/>
                  </a:lnTo>
                  <a:cubicBezTo>
                    <a:pt x="18833" y="100018"/>
                    <a:pt x="16354" y="100018"/>
                    <a:pt x="234" y="100018"/>
                  </a:cubicBezTo>
                  <a:lnTo>
                    <a:pt x="234" y="108901"/>
                  </a:lnTo>
                  <a:cubicBezTo>
                    <a:pt x="730" y="108901"/>
                    <a:pt x="18090" y="107914"/>
                    <a:pt x="28505" y="107914"/>
                  </a:cubicBezTo>
                  <a:cubicBezTo>
                    <a:pt x="37681" y="107914"/>
                    <a:pt x="54792" y="108654"/>
                    <a:pt x="57024" y="108901"/>
                  </a:cubicBezTo>
                  <a:lnTo>
                    <a:pt x="57024" y="100018"/>
                  </a:lnTo>
                  <a:cubicBezTo>
                    <a:pt x="40905" y="100018"/>
                    <a:pt x="38425" y="100018"/>
                    <a:pt x="38425" y="89409"/>
                  </a:cubicBezTo>
                  <a:lnTo>
                    <a:pt x="38425" y="44999"/>
                  </a:lnTo>
                  <a:cubicBezTo>
                    <a:pt x="38425" y="19093"/>
                    <a:pt x="59008" y="7003"/>
                    <a:pt x="75375" y="7003"/>
                  </a:cubicBezTo>
                  <a:cubicBezTo>
                    <a:pt x="92735" y="7003"/>
                    <a:pt x="94966" y="20573"/>
                    <a:pt x="94966" y="33156"/>
                  </a:cubicBezTo>
                  <a:lnTo>
                    <a:pt x="94966" y="89409"/>
                  </a:lnTo>
                  <a:cubicBezTo>
                    <a:pt x="94966" y="100018"/>
                    <a:pt x="92487" y="100018"/>
                    <a:pt x="76367" y="100018"/>
                  </a:cubicBezTo>
                  <a:lnTo>
                    <a:pt x="76367" y="108901"/>
                  </a:lnTo>
                  <a:cubicBezTo>
                    <a:pt x="76863" y="108901"/>
                    <a:pt x="94222" y="107914"/>
                    <a:pt x="104638" y="107914"/>
                  </a:cubicBezTo>
                  <a:cubicBezTo>
                    <a:pt x="113814" y="107914"/>
                    <a:pt x="130925" y="108654"/>
                    <a:pt x="133157" y="108901"/>
                  </a:cubicBezTo>
                  <a:lnTo>
                    <a:pt x="133157" y="100018"/>
                  </a:lnTo>
                  <a:cubicBezTo>
                    <a:pt x="117038" y="100018"/>
                    <a:pt x="114558" y="100018"/>
                    <a:pt x="114558" y="89409"/>
                  </a:cubicBezTo>
                  <a:lnTo>
                    <a:pt x="114558" y="44999"/>
                  </a:lnTo>
                  <a:cubicBezTo>
                    <a:pt x="114558" y="19093"/>
                    <a:pt x="135141" y="7003"/>
                    <a:pt x="151508" y="7003"/>
                  </a:cubicBezTo>
                  <a:cubicBezTo>
                    <a:pt x="168867" y="7003"/>
                    <a:pt x="171099" y="20573"/>
                    <a:pt x="171099" y="33156"/>
                  </a:cubicBezTo>
                  <a:lnTo>
                    <a:pt x="171099" y="89409"/>
                  </a:lnTo>
                  <a:cubicBezTo>
                    <a:pt x="171099" y="100018"/>
                    <a:pt x="168620" y="100018"/>
                    <a:pt x="152500" y="100018"/>
                  </a:cubicBezTo>
                  <a:lnTo>
                    <a:pt x="152500" y="108901"/>
                  </a:lnTo>
                  <a:cubicBezTo>
                    <a:pt x="152996" y="108901"/>
                    <a:pt x="170355" y="107914"/>
                    <a:pt x="180771" y="107914"/>
                  </a:cubicBezTo>
                  <a:cubicBezTo>
                    <a:pt x="189947" y="107914"/>
                    <a:pt x="207058" y="108654"/>
                    <a:pt x="209290" y="108901"/>
                  </a:cubicBezTo>
                  <a:lnTo>
                    <a:pt x="209290" y="100018"/>
                  </a:lnTo>
                  <a:cubicBezTo>
                    <a:pt x="193171" y="100018"/>
                    <a:pt x="190691" y="100018"/>
                    <a:pt x="190691" y="89409"/>
                  </a:cubicBezTo>
                  <a:lnTo>
                    <a:pt x="190691" y="34143"/>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9" name="Freeform: Shape 68">
              <a:extLst>
                <a:ext uri="{FF2B5EF4-FFF2-40B4-BE49-F238E27FC236}">
                  <a16:creationId xmlns:a16="http://schemas.microsoft.com/office/drawing/2014/main" id="{9285F79B-2EF8-4B89-B41A-513A1ECF6469}"/>
                </a:ext>
              </a:extLst>
            </p:cNvPr>
            <p:cNvSpPr/>
            <p:nvPr/>
          </p:nvSpPr>
          <p:spPr>
            <a:xfrm>
              <a:off x="11489024" y="5461735"/>
              <a:ext cx="123747" cy="112506"/>
            </a:xfrm>
            <a:custGeom>
              <a:avLst/>
              <a:gdLst>
                <a:gd name="connsiteX0" fmla="*/ 97205 w 123747"/>
                <a:gd name="connsiteY0" fmla="*/ 44012 h 112506"/>
                <a:gd name="connsiteX1" fmla="*/ 85797 w 123747"/>
                <a:gd name="connsiteY1" fmla="*/ 12431 h 112506"/>
                <a:gd name="connsiteX2" fmla="*/ 49095 w 123747"/>
                <a:gd name="connsiteY2" fmla="*/ 95 h 112506"/>
                <a:gd name="connsiteX3" fmla="*/ 8920 w 123747"/>
                <a:gd name="connsiteY3" fmla="*/ 24027 h 112506"/>
                <a:gd name="connsiteX4" fmla="*/ 20824 w 123747"/>
                <a:gd name="connsiteY4" fmla="*/ 36117 h 112506"/>
                <a:gd name="connsiteX5" fmla="*/ 32479 w 123747"/>
                <a:gd name="connsiteY5" fmla="*/ 24521 h 112506"/>
                <a:gd name="connsiteX6" fmla="*/ 23800 w 123747"/>
                <a:gd name="connsiteY6" fmla="*/ 13171 h 112506"/>
                <a:gd name="connsiteX7" fmla="*/ 48599 w 123747"/>
                <a:gd name="connsiteY7" fmla="*/ 7003 h 112506"/>
                <a:gd name="connsiteX8" fmla="*/ 77614 w 123747"/>
                <a:gd name="connsiteY8" fmla="*/ 36857 h 112506"/>
                <a:gd name="connsiteX9" fmla="*/ 77614 w 123747"/>
                <a:gd name="connsiteY9" fmla="*/ 44505 h 112506"/>
                <a:gd name="connsiteX10" fmla="*/ 29504 w 123747"/>
                <a:gd name="connsiteY10" fmla="*/ 52401 h 112506"/>
                <a:gd name="connsiteX11" fmla="*/ 241 w 123747"/>
                <a:gd name="connsiteY11" fmla="*/ 85215 h 112506"/>
                <a:gd name="connsiteX12" fmla="*/ 43639 w 123747"/>
                <a:gd name="connsiteY12" fmla="*/ 112601 h 112506"/>
                <a:gd name="connsiteX13" fmla="*/ 80342 w 123747"/>
                <a:gd name="connsiteY13" fmla="*/ 91877 h 112506"/>
                <a:gd name="connsiteX14" fmla="*/ 99437 w 123747"/>
                <a:gd name="connsiteY14" fmla="*/ 111368 h 112506"/>
                <a:gd name="connsiteX15" fmla="*/ 123988 w 123747"/>
                <a:gd name="connsiteY15" fmla="*/ 87929 h 112506"/>
                <a:gd name="connsiteX16" fmla="*/ 123988 w 123747"/>
                <a:gd name="connsiteY16" fmla="*/ 74359 h 112506"/>
                <a:gd name="connsiteX17" fmla="*/ 115556 w 123747"/>
                <a:gd name="connsiteY17" fmla="*/ 74359 h 112506"/>
                <a:gd name="connsiteX18" fmla="*/ 115556 w 123747"/>
                <a:gd name="connsiteY18" fmla="*/ 87682 h 112506"/>
                <a:gd name="connsiteX19" fmla="*/ 106381 w 123747"/>
                <a:gd name="connsiteY19" fmla="*/ 101992 h 112506"/>
                <a:gd name="connsiteX20" fmla="*/ 97205 w 123747"/>
                <a:gd name="connsiteY20" fmla="*/ 87189 h 112506"/>
                <a:gd name="connsiteX21" fmla="*/ 97205 w 123747"/>
                <a:gd name="connsiteY21" fmla="*/ 44012 h 112506"/>
                <a:gd name="connsiteX22" fmla="*/ 77614 w 123747"/>
                <a:gd name="connsiteY22" fmla="*/ 75346 h 112506"/>
                <a:gd name="connsiteX23" fmla="*/ 45623 w 123747"/>
                <a:gd name="connsiteY23" fmla="*/ 105693 h 112506"/>
                <a:gd name="connsiteX24" fmla="*/ 21072 w 123747"/>
                <a:gd name="connsiteY24" fmla="*/ 85215 h 112506"/>
                <a:gd name="connsiteX25" fmla="*/ 77614 w 123747"/>
                <a:gd name="connsiteY25" fmla="*/ 50920 h 112506"/>
                <a:gd name="connsiteX26" fmla="*/ 77614 w 123747"/>
                <a:gd name="connsiteY26" fmla="*/ 75346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3747" h="112506">
                  <a:moveTo>
                    <a:pt x="97205" y="44012"/>
                  </a:moveTo>
                  <a:cubicBezTo>
                    <a:pt x="97205" y="30936"/>
                    <a:pt x="97205" y="21560"/>
                    <a:pt x="85797" y="12431"/>
                  </a:cubicBezTo>
                  <a:cubicBezTo>
                    <a:pt x="75630" y="4043"/>
                    <a:pt x="63726" y="95"/>
                    <a:pt x="49095" y="95"/>
                  </a:cubicBezTo>
                  <a:cubicBezTo>
                    <a:pt x="25536" y="95"/>
                    <a:pt x="8920" y="8977"/>
                    <a:pt x="8920" y="24027"/>
                  </a:cubicBezTo>
                  <a:cubicBezTo>
                    <a:pt x="8920" y="31922"/>
                    <a:pt x="14376" y="36117"/>
                    <a:pt x="20824" y="36117"/>
                  </a:cubicBezTo>
                  <a:cubicBezTo>
                    <a:pt x="27520" y="36117"/>
                    <a:pt x="32479" y="31182"/>
                    <a:pt x="32479" y="24521"/>
                  </a:cubicBezTo>
                  <a:cubicBezTo>
                    <a:pt x="32479" y="20326"/>
                    <a:pt x="30496" y="15145"/>
                    <a:pt x="23800" y="13171"/>
                  </a:cubicBezTo>
                  <a:cubicBezTo>
                    <a:pt x="32727" y="7003"/>
                    <a:pt x="47111" y="7003"/>
                    <a:pt x="48599" y="7003"/>
                  </a:cubicBezTo>
                  <a:cubicBezTo>
                    <a:pt x="62486" y="7003"/>
                    <a:pt x="77614" y="16132"/>
                    <a:pt x="77614" y="36857"/>
                  </a:cubicBezTo>
                  <a:lnTo>
                    <a:pt x="77614" y="44505"/>
                  </a:lnTo>
                  <a:cubicBezTo>
                    <a:pt x="63974" y="44999"/>
                    <a:pt x="47607" y="45739"/>
                    <a:pt x="29504" y="52401"/>
                  </a:cubicBezTo>
                  <a:cubicBezTo>
                    <a:pt x="7184" y="60543"/>
                    <a:pt x="241" y="74112"/>
                    <a:pt x="241" y="85215"/>
                  </a:cubicBezTo>
                  <a:cubicBezTo>
                    <a:pt x="241" y="106433"/>
                    <a:pt x="26032" y="112601"/>
                    <a:pt x="43639" y="112601"/>
                  </a:cubicBezTo>
                  <a:cubicBezTo>
                    <a:pt x="63478" y="112601"/>
                    <a:pt x="75134" y="101499"/>
                    <a:pt x="80342" y="91877"/>
                  </a:cubicBezTo>
                  <a:cubicBezTo>
                    <a:pt x="81334" y="101992"/>
                    <a:pt x="88029" y="111368"/>
                    <a:pt x="99437" y="111368"/>
                  </a:cubicBezTo>
                  <a:cubicBezTo>
                    <a:pt x="99933" y="111368"/>
                    <a:pt x="123988" y="111368"/>
                    <a:pt x="123988" y="87929"/>
                  </a:cubicBezTo>
                  <a:lnTo>
                    <a:pt x="123988" y="74359"/>
                  </a:lnTo>
                  <a:lnTo>
                    <a:pt x="115556" y="74359"/>
                  </a:lnTo>
                  <a:lnTo>
                    <a:pt x="115556" y="87682"/>
                  </a:lnTo>
                  <a:cubicBezTo>
                    <a:pt x="115556" y="90149"/>
                    <a:pt x="115556" y="101992"/>
                    <a:pt x="106381" y="101992"/>
                  </a:cubicBezTo>
                  <a:cubicBezTo>
                    <a:pt x="97205" y="101992"/>
                    <a:pt x="97205" y="90396"/>
                    <a:pt x="97205" y="87189"/>
                  </a:cubicBezTo>
                  <a:lnTo>
                    <a:pt x="97205" y="44012"/>
                  </a:lnTo>
                  <a:close/>
                  <a:moveTo>
                    <a:pt x="77614" y="75346"/>
                  </a:moveTo>
                  <a:cubicBezTo>
                    <a:pt x="77614" y="99032"/>
                    <a:pt x="56782" y="105693"/>
                    <a:pt x="45623" y="105693"/>
                  </a:cubicBezTo>
                  <a:cubicBezTo>
                    <a:pt x="32975" y="105693"/>
                    <a:pt x="21072" y="97304"/>
                    <a:pt x="21072" y="85215"/>
                  </a:cubicBezTo>
                  <a:cubicBezTo>
                    <a:pt x="21072" y="71645"/>
                    <a:pt x="32975" y="52647"/>
                    <a:pt x="77614" y="50920"/>
                  </a:cubicBezTo>
                  <a:lnTo>
                    <a:pt x="77614" y="7534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0" name="Freeform: Shape 69">
              <a:extLst>
                <a:ext uri="{FF2B5EF4-FFF2-40B4-BE49-F238E27FC236}">
                  <a16:creationId xmlns:a16="http://schemas.microsoft.com/office/drawing/2014/main" id="{427B8C2E-780F-46C3-A431-2E25BCBE40F7}"/>
                </a:ext>
              </a:extLst>
            </p:cNvPr>
            <p:cNvSpPr/>
            <p:nvPr/>
          </p:nvSpPr>
          <p:spPr>
            <a:xfrm>
              <a:off x="11623049" y="5465436"/>
              <a:ext cx="135898" cy="106338"/>
            </a:xfrm>
            <a:custGeom>
              <a:avLst/>
              <a:gdLst>
                <a:gd name="connsiteX0" fmla="*/ 77866 w 135898"/>
                <a:gd name="connsiteY0" fmla="*/ 51167 h 106338"/>
                <a:gd name="connsiteX1" fmla="*/ 75882 w 135898"/>
                <a:gd name="connsiteY1" fmla="*/ 48700 h 106338"/>
                <a:gd name="connsiteX2" fmla="*/ 94481 w 135898"/>
                <a:gd name="connsiteY2" fmla="*/ 28222 h 106338"/>
                <a:gd name="connsiteX3" fmla="*/ 131432 w 135898"/>
                <a:gd name="connsiteY3" fmla="*/ 8977 h 106338"/>
                <a:gd name="connsiteX4" fmla="*/ 131432 w 135898"/>
                <a:gd name="connsiteY4" fmla="*/ 95 h 106338"/>
                <a:gd name="connsiteX5" fmla="*/ 110600 w 135898"/>
                <a:gd name="connsiteY5" fmla="*/ 1082 h 106338"/>
                <a:gd name="connsiteX6" fmla="*/ 86049 w 135898"/>
                <a:gd name="connsiteY6" fmla="*/ 95 h 106338"/>
                <a:gd name="connsiteX7" fmla="*/ 86049 w 135898"/>
                <a:gd name="connsiteY7" fmla="*/ 8977 h 106338"/>
                <a:gd name="connsiteX8" fmla="*/ 91009 w 135898"/>
                <a:gd name="connsiteY8" fmla="*/ 14652 h 106338"/>
                <a:gd name="connsiteX9" fmla="*/ 87289 w 135898"/>
                <a:gd name="connsiteY9" fmla="*/ 23040 h 106338"/>
                <a:gd name="connsiteX10" fmla="*/ 69930 w 135898"/>
                <a:gd name="connsiteY10" fmla="*/ 42532 h 106338"/>
                <a:gd name="connsiteX11" fmla="*/ 49347 w 135898"/>
                <a:gd name="connsiteY11" fmla="*/ 19093 h 106338"/>
                <a:gd name="connsiteX12" fmla="*/ 46619 w 135898"/>
                <a:gd name="connsiteY12" fmla="*/ 14158 h 106338"/>
                <a:gd name="connsiteX13" fmla="*/ 53315 w 135898"/>
                <a:gd name="connsiteY13" fmla="*/ 8977 h 106338"/>
                <a:gd name="connsiteX14" fmla="*/ 53315 w 135898"/>
                <a:gd name="connsiteY14" fmla="*/ 95 h 106338"/>
                <a:gd name="connsiteX15" fmla="*/ 25540 w 135898"/>
                <a:gd name="connsiteY15" fmla="*/ 1082 h 106338"/>
                <a:gd name="connsiteX16" fmla="*/ 1485 w 135898"/>
                <a:gd name="connsiteY16" fmla="*/ 95 h 106338"/>
                <a:gd name="connsiteX17" fmla="*/ 1485 w 135898"/>
                <a:gd name="connsiteY17" fmla="*/ 8977 h 106338"/>
                <a:gd name="connsiteX18" fmla="*/ 25788 w 135898"/>
                <a:gd name="connsiteY18" fmla="*/ 16379 h 106338"/>
                <a:gd name="connsiteX19" fmla="*/ 56786 w 135898"/>
                <a:gd name="connsiteY19" fmla="*/ 51907 h 106338"/>
                <a:gd name="connsiteX20" fmla="*/ 58770 w 135898"/>
                <a:gd name="connsiteY20" fmla="*/ 54374 h 106338"/>
                <a:gd name="connsiteX21" fmla="*/ 37691 w 135898"/>
                <a:gd name="connsiteY21" fmla="*/ 78060 h 106338"/>
                <a:gd name="connsiteX22" fmla="*/ 245 w 135898"/>
                <a:gd name="connsiteY22" fmla="*/ 97551 h 106338"/>
                <a:gd name="connsiteX23" fmla="*/ 245 w 135898"/>
                <a:gd name="connsiteY23" fmla="*/ 106433 h 106338"/>
                <a:gd name="connsiteX24" fmla="*/ 20828 w 135898"/>
                <a:gd name="connsiteY24" fmla="*/ 105446 h 106338"/>
                <a:gd name="connsiteX25" fmla="*/ 45627 w 135898"/>
                <a:gd name="connsiteY25" fmla="*/ 106433 h 106338"/>
                <a:gd name="connsiteX26" fmla="*/ 45627 w 135898"/>
                <a:gd name="connsiteY26" fmla="*/ 97551 h 106338"/>
                <a:gd name="connsiteX27" fmla="*/ 40667 w 135898"/>
                <a:gd name="connsiteY27" fmla="*/ 91877 h 106338"/>
                <a:gd name="connsiteX28" fmla="*/ 47363 w 135898"/>
                <a:gd name="connsiteY28" fmla="*/ 79787 h 106338"/>
                <a:gd name="connsiteX29" fmla="*/ 64722 w 135898"/>
                <a:gd name="connsiteY29" fmla="*/ 60789 h 106338"/>
                <a:gd name="connsiteX30" fmla="*/ 86297 w 135898"/>
                <a:gd name="connsiteY30" fmla="*/ 85215 h 106338"/>
                <a:gd name="connsiteX31" fmla="*/ 91009 w 135898"/>
                <a:gd name="connsiteY31" fmla="*/ 92370 h 106338"/>
                <a:gd name="connsiteX32" fmla="*/ 84313 w 135898"/>
                <a:gd name="connsiteY32" fmla="*/ 97551 h 106338"/>
                <a:gd name="connsiteX33" fmla="*/ 84313 w 135898"/>
                <a:gd name="connsiteY33" fmla="*/ 106433 h 106338"/>
                <a:gd name="connsiteX34" fmla="*/ 112336 w 135898"/>
                <a:gd name="connsiteY34" fmla="*/ 105446 h 106338"/>
                <a:gd name="connsiteX35" fmla="*/ 136143 w 135898"/>
                <a:gd name="connsiteY35" fmla="*/ 106433 h 106338"/>
                <a:gd name="connsiteX36" fmla="*/ 136143 w 135898"/>
                <a:gd name="connsiteY36" fmla="*/ 97551 h 106338"/>
                <a:gd name="connsiteX37" fmla="*/ 111840 w 135898"/>
                <a:gd name="connsiteY37" fmla="*/ 89656 h 106338"/>
                <a:gd name="connsiteX38" fmla="*/ 77866 w 135898"/>
                <a:gd name="connsiteY38" fmla="*/ 51167 h 106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5898" h="106338">
                  <a:moveTo>
                    <a:pt x="77866" y="51167"/>
                  </a:moveTo>
                  <a:cubicBezTo>
                    <a:pt x="77618" y="50920"/>
                    <a:pt x="75882" y="48946"/>
                    <a:pt x="75882" y="48700"/>
                  </a:cubicBezTo>
                  <a:cubicBezTo>
                    <a:pt x="75882" y="47960"/>
                    <a:pt x="92249" y="30442"/>
                    <a:pt x="94481" y="28222"/>
                  </a:cubicBezTo>
                  <a:cubicBezTo>
                    <a:pt x="103161" y="18599"/>
                    <a:pt x="111840" y="9224"/>
                    <a:pt x="131432" y="8977"/>
                  </a:cubicBezTo>
                  <a:lnTo>
                    <a:pt x="131432" y="95"/>
                  </a:lnTo>
                  <a:cubicBezTo>
                    <a:pt x="124488" y="588"/>
                    <a:pt x="117296" y="1082"/>
                    <a:pt x="110600" y="1082"/>
                  </a:cubicBezTo>
                  <a:cubicBezTo>
                    <a:pt x="103161" y="1082"/>
                    <a:pt x="93489" y="835"/>
                    <a:pt x="86049" y="95"/>
                  </a:cubicBezTo>
                  <a:lnTo>
                    <a:pt x="86049" y="8977"/>
                  </a:lnTo>
                  <a:cubicBezTo>
                    <a:pt x="90265" y="9717"/>
                    <a:pt x="91009" y="12431"/>
                    <a:pt x="91009" y="14652"/>
                  </a:cubicBezTo>
                  <a:cubicBezTo>
                    <a:pt x="91009" y="15145"/>
                    <a:pt x="91009" y="18846"/>
                    <a:pt x="87289" y="23040"/>
                  </a:cubicBezTo>
                  <a:lnTo>
                    <a:pt x="69930" y="42532"/>
                  </a:lnTo>
                  <a:lnTo>
                    <a:pt x="49347" y="19093"/>
                  </a:lnTo>
                  <a:cubicBezTo>
                    <a:pt x="46867" y="16379"/>
                    <a:pt x="46619" y="15145"/>
                    <a:pt x="46619" y="14158"/>
                  </a:cubicBezTo>
                  <a:cubicBezTo>
                    <a:pt x="46619" y="10457"/>
                    <a:pt x="50091" y="8977"/>
                    <a:pt x="53315" y="8977"/>
                  </a:cubicBezTo>
                  <a:lnTo>
                    <a:pt x="53315" y="95"/>
                  </a:lnTo>
                  <a:cubicBezTo>
                    <a:pt x="44139" y="835"/>
                    <a:pt x="34715" y="1082"/>
                    <a:pt x="25540" y="1082"/>
                  </a:cubicBezTo>
                  <a:cubicBezTo>
                    <a:pt x="18100" y="1082"/>
                    <a:pt x="8676" y="835"/>
                    <a:pt x="1485" y="95"/>
                  </a:cubicBezTo>
                  <a:lnTo>
                    <a:pt x="1485" y="8977"/>
                  </a:lnTo>
                  <a:cubicBezTo>
                    <a:pt x="12892" y="8977"/>
                    <a:pt x="19340" y="8977"/>
                    <a:pt x="25788" y="16379"/>
                  </a:cubicBezTo>
                  <a:lnTo>
                    <a:pt x="56786" y="51907"/>
                  </a:lnTo>
                  <a:cubicBezTo>
                    <a:pt x="57034" y="52154"/>
                    <a:pt x="58770" y="54128"/>
                    <a:pt x="58770" y="54374"/>
                  </a:cubicBezTo>
                  <a:cubicBezTo>
                    <a:pt x="58770" y="55115"/>
                    <a:pt x="40171" y="75346"/>
                    <a:pt x="37691" y="78060"/>
                  </a:cubicBezTo>
                  <a:cubicBezTo>
                    <a:pt x="28516" y="87929"/>
                    <a:pt x="20084" y="97058"/>
                    <a:pt x="245" y="97551"/>
                  </a:cubicBezTo>
                  <a:lnTo>
                    <a:pt x="245" y="106433"/>
                  </a:lnTo>
                  <a:cubicBezTo>
                    <a:pt x="7684" y="105940"/>
                    <a:pt x="13140" y="105446"/>
                    <a:pt x="20828" y="105446"/>
                  </a:cubicBezTo>
                  <a:cubicBezTo>
                    <a:pt x="28268" y="105446"/>
                    <a:pt x="38187" y="105693"/>
                    <a:pt x="45627" y="106433"/>
                  </a:cubicBezTo>
                  <a:lnTo>
                    <a:pt x="45627" y="97551"/>
                  </a:lnTo>
                  <a:cubicBezTo>
                    <a:pt x="42651" y="97058"/>
                    <a:pt x="40667" y="95331"/>
                    <a:pt x="40667" y="91877"/>
                  </a:cubicBezTo>
                  <a:cubicBezTo>
                    <a:pt x="40667" y="87189"/>
                    <a:pt x="43395" y="83981"/>
                    <a:pt x="47363" y="79787"/>
                  </a:cubicBezTo>
                  <a:lnTo>
                    <a:pt x="64722" y="60789"/>
                  </a:lnTo>
                  <a:lnTo>
                    <a:pt x="86297" y="85215"/>
                  </a:lnTo>
                  <a:cubicBezTo>
                    <a:pt x="91009" y="90396"/>
                    <a:pt x="91009" y="90890"/>
                    <a:pt x="91009" y="92370"/>
                  </a:cubicBezTo>
                  <a:cubicBezTo>
                    <a:pt x="91009" y="97305"/>
                    <a:pt x="85305" y="97551"/>
                    <a:pt x="84313" y="97551"/>
                  </a:cubicBezTo>
                  <a:lnTo>
                    <a:pt x="84313" y="106433"/>
                  </a:lnTo>
                  <a:cubicBezTo>
                    <a:pt x="86545" y="106187"/>
                    <a:pt x="104401" y="105446"/>
                    <a:pt x="112336" y="105446"/>
                  </a:cubicBezTo>
                  <a:cubicBezTo>
                    <a:pt x="120272" y="105446"/>
                    <a:pt x="128208" y="105693"/>
                    <a:pt x="136143" y="106433"/>
                  </a:cubicBezTo>
                  <a:lnTo>
                    <a:pt x="136143" y="97551"/>
                  </a:lnTo>
                  <a:cubicBezTo>
                    <a:pt x="119528" y="97551"/>
                    <a:pt x="117544" y="96071"/>
                    <a:pt x="111840" y="89656"/>
                  </a:cubicBezTo>
                  <a:lnTo>
                    <a:pt x="77866" y="5116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1" name="Freeform: Shape 70">
              <a:extLst>
                <a:ext uri="{FF2B5EF4-FFF2-40B4-BE49-F238E27FC236}">
                  <a16:creationId xmlns:a16="http://schemas.microsoft.com/office/drawing/2014/main" id="{5139D038-034F-DE7D-1FCA-25570AC5D89E}"/>
                </a:ext>
              </a:extLst>
            </p:cNvPr>
            <p:cNvSpPr/>
            <p:nvPr/>
          </p:nvSpPr>
          <p:spPr>
            <a:xfrm>
              <a:off x="11120398" y="5586533"/>
              <a:ext cx="314593" cy="193855"/>
            </a:xfrm>
            <a:custGeom>
              <a:avLst/>
              <a:gdLst>
                <a:gd name="connsiteX0" fmla="*/ 237946 w 314593"/>
                <a:gd name="connsiteY0" fmla="*/ 69888 h 193855"/>
                <a:gd name="connsiteX1" fmla="*/ 282585 w 314593"/>
                <a:gd name="connsiteY1" fmla="*/ 97028 h 193855"/>
                <a:gd name="connsiteX2" fmla="*/ 237946 w 314593"/>
                <a:gd name="connsiteY2" fmla="*/ 124168 h 193855"/>
                <a:gd name="connsiteX3" fmla="*/ 12984 w 314593"/>
                <a:gd name="connsiteY3" fmla="*/ 124168 h 193855"/>
                <a:gd name="connsiteX4" fmla="*/ 230 w 314593"/>
                <a:gd name="connsiteY4" fmla="*/ 131217 h 193855"/>
                <a:gd name="connsiteX5" fmla="*/ 12630 w 314593"/>
                <a:gd name="connsiteY5" fmla="*/ 138266 h 193855"/>
                <a:gd name="connsiteX6" fmla="*/ 222004 w 314593"/>
                <a:gd name="connsiteY6" fmla="*/ 138266 h 193855"/>
                <a:gd name="connsiteX7" fmla="*/ 186577 w 314593"/>
                <a:gd name="connsiteY7" fmla="*/ 190079 h 193855"/>
                <a:gd name="connsiteX8" fmla="*/ 193308 w 314593"/>
                <a:gd name="connsiteY8" fmla="*/ 193956 h 193855"/>
                <a:gd name="connsiteX9" fmla="*/ 200039 w 314593"/>
                <a:gd name="connsiteY9" fmla="*/ 191136 h 193855"/>
                <a:gd name="connsiteX10" fmla="*/ 240426 w 314593"/>
                <a:gd name="connsiteY10" fmla="*/ 138619 h 193855"/>
                <a:gd name="connsiteX11" fmla="*/ 307029 w 314593"/>
                <a:gd name="connsiteY11" fmla="*/ 102315 h 193855"/>
                <a:gd name="connsiteX12" fmla="*/ 314115 w 314593"/>
                <a:gd name="connsiteY12" fmla="*/ 99143 h 193855"/>
                <a:gd name="connsiteX13" fmla="*/ 314823 w 314593"/>
                <a:gd name="connsiteY13" fmla="*/ 97028 h 193855"/>
                <a:gd name="connsiteX14" fmla="*/ 314469 w 314593"/>
                <a:gd name="connsiteY14" fmla="*/ 94913 h 193855"/>
                <a:gd name="connsiteX15" fmla="*/ 313406 w 314593"/>
                <a:gd name="connsiteY15" fmla="*/ 94208 h 193855"/>
                <a:gd name="connsiteX16" fmla="*/ 305612 w 314593"/>
                <a:gd name="connsiteY16" fmla="*/ 91389 h 193855"/>
                <a:gd name="connsiteX17" fmla="*/ 202519 w 314593"/>
                <a:gd name="connsiteY17" fmla="*/ 7502 h 193855"/>
                <a:gd name="connsiteX18" fmla="*/ 193308 w 314593"/>
                <a:gd name="connsiteY18" fmla="*/ 101 h 193855"/>
                <a:gd name="connsiteX19" fmla="*/ 186577 w 314593"/>
                <a:gd name="connsiteY19" fmla="*/ 3978 h 193855"/>
                <a:gd name="connsiteX20" fmla="*/ 222004 w 314593"/>
                <a:gd name="connsiteY20" fmla="*/ 55790 h 193855"/>
                <a:gd name="connsiteX21" fmla="*/ 12630 w 314593"/>
                <a:gd name="connsiteY21" fmla="*/ 55790 h 193855"/>
                <a:gd name="connsiteX22" fmla="*/ 230 w 314593"/>
                <a:gd name="connsiteY22" fmla="*/ 62839 h 193855"/>
                <a:gd name="connsiteX23" fmla="*/ 12984 w 314593"/>
                <a:gd name="connsiteY23" fmla="*/ 69888 h 193855"/>
                <a:gd name="connsiteX24" fmla="*/ 237946 w 314593"/>
                <a:gd name="connsiteY24" fmla="*/ 69888 h 193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14593" h="193855">
                  <a:moveTo>
                    <a:pt x="237946" y="69888"/>
                  </a:moveTo>
                  <a:cubicBezTo>
                    <a:pt x="252826" y="82577"/>
                    <a:pt x="270894" y="91741"/>
                    <a:pt x="282585" y="97028"/>
                  </a:cubicBezTo>
                  <a:cubicBezTo>
                    <a:pt x="269831" y="102668"/>
                    <a:pt x="252472" y="111832"/>
                    <a:pt x="237946" y="124168"/>
                  </a:cubicBezTo>
                  <a:lnTo>
                    <a:pt x="12984" y="124168"/>
                  </a:lnTo>
                  <a:cubicBezTo>
                    <a:pt x="6961" y="124168"/>
                    <a:pt x="230" y="124168"/>
                    <a:pt x="230" y="131217"/>
                  </a:cubicBezTo>
                  <a:cubicBezTo>
                    <a:pt x="230" y="138266"/>
                    <a:pt x="6607" y="138266"/>
                    <a:pt x="12630" y="138266"/>
                  </a:cubicBezTo>
                  <a:lnTo>
                    <a:pt x="222004" y="138266"/>
                  </a:lnTo>
                  <a:cubicBezTo>
                    <a:pt x="204999" y="154480"/>
                    <a:pt x="186577" y="185497"/>
                    <a:pt x="186577" y="190079"/>
                  </a:cubicBezTo>
                  <a:cubicBezTo>
                    <a:pt x="186577" y="193956"/>
                    <a:pt x="191183" y="193956"/>
                    <a:pt x="193308" y="193956"/>
                  </a:cubicBezTo>
                  <a:cubicBezTo>
                    <a:pt x="196142" y="193956"/>
                    <a:pt x="198622" y="193956"/>
                    <a:pt x="200039" y="191136"/>
                  </a:cubicBezTo>
                  <a:cubicBezTo>
                    <a:pt x="207479" y="177742"/>
                    <a:pt x="217399" y="159062"/>
                    <a:pt x="240426" y="138619"/>
                  </a:cubicBezTo>
                  <a:cubicBezTo>
                    <a:pt x="264871" y="117119"/>
                    <a:pt x="288607" y="107602"/>
                    <a:pt x="307029" y="102315"/>
                  </a:cubicBezTo>
                  <a:cubicBezTo>
                    <a:pt x="313052" y="100200"/>
                    <a:pt x="313406" y="99848"/>
                    <a:pt x="314115" y="99143"/>
                  </a:cubicBezTo>
                  <a:cubicBezTo>
                    <a:pt x="314823" y="98790"/>
                    <a:pt x="314823" y="97733"/>
                    <a:pt x="314823" y="97028"/>
                  </a:cubicBezTo>
                  <a:cubicBezTo>
                    <a:pt x="314823" y="96323"/>
                    <a:pt x="314823" y="95618"/>
                    <a:pt x="314469" y="94913"/>
                  </a:cubicBezTo>
                  <a:lnTo>
                    <a:pt x="313406" y="94208"/>
                  </a:lnTo>
                  <a:cubicBezTo>
                    <a:pt x="312698" y="93856"/>
                    <a:pt x="312344" y="93504"/>
                    <a:pt x="305612" y="91389"/>
                  </a:cubicBezTo>
                  <a:cubicBezTo>
                    <a:pt x="257786" y="77290"/>
                    <a:pt x="222359" y="45216"/>
                    <a:pt x="202519" y="7502"/>
                  </a:cubicBezTo>
                  <a:cubicBezTo>
                    <a:pt x="198622" y="453"/>
                    <a:pt x="198268" y="101"/>
                    <a:pt x="193308" y="101"/>
                  </a:cubicBezTo>
                  <a:cubicBezTo>
                    <a:pt x="191183" y="101"/>
                    <a:pt x="186577" y="101"/>
                    <a:pt x="186577" y="3978"/>
                  </a:cubicBezTo>
                  <a:cubicBezTo>
                    <a:pt x="186577" y="8560"/>
                    <a:pt x="204645" y="39224"/>
                    <a:pt x="222004" y="55790"/>
                  </a:cubicBezTo>
                  <a:lnTo>
                    <a:pt x="12630" y="55790"/>
                  </a:lnTo>
                  <a:cubicBezTo>
                    <a:pt x="6607" y="55790"/>
                    <a:pt x="230" y="55790"/>
                    <a:pt x="230" y="62839"/>
                  </a:cubicBezTo>
                  <a:cubicBezTo>
                    <a:pt x="230" y="69888"/>
                    <a:pt x="6961" y="69888"/>
                    <a:pt x="12984" y="69888"/>
                  </a:cubicBezTo>
                  <a:lnTo>
                    <a:pt x="237946" y="6988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2" name="Freeform: Shape 71">
              <a:extLst>
                <a:ext uri="{FF2B5EF4-FFF2-40B4-BE49-F238E27FC236}">
                  <a16:creationId xmlns:a16="http://schemas.microsoft.com/office/drawing/2014/main" id="{0D13208A-B2B6-97C4-CC22-1AEF20F58AF1}"/>
                </a:ext>
              </a:extLst>
            </p:cNvPr>
            <p:cNvSpPr/>
            <p:nvPr/>
          </p:nvSpPr>
          <p:spPr>
            <a:xfrm>
              <a:off x="11876960" y="5612968"/>
              <a:ext cx="199454" cy="226986"/>
            </a:xfrm>
            <a:custGeom>
              <a:avLst/>
              <a:gdLst>
                <a:gd name="connsiteX0" fmla="*/ 65083 w 199454"/>
                <a:gd name="connsiteY0" fmla="*/ 42749 h 226986"/>
                <a:gd name="connsiteX1" fmla="*/ 70397 w 199454"/>
                <a:gd name="connsiteY1" fmla="*/ 30765 h 226986"/>
                <a:gd name="connsiteX2" fmla="*/ 110784 w 199454"/>
                <a:gd name="connsiteY2" fmla="*/ 14199 h 226986"/>
                <a:gd name="connsiteX3" fmla="*/ 154360 w 199454"/>
                <a:gd name="connsiteY3" fmla="*/ 80110 h 226986"/>
                <a:gd name="connsiteX4" fmla="*/ 106533 w 199454"/>
                <a:gd name="connsiteY4" fmla="*/ 148135 h 226986"/>
                <a:gd name="connsiteX5" fmla="*/ 68980 w 199454"/>
                <a:gd name="connsiteY5" fmla="*/ 129102 h 226986"/>
                <a:gd name="connsiteX6" fmla="*/ 65083 w 199454"/>
                <a:gd name="connsiteY6" fmla="*/ 117471 h 226986"/>
                <a:gd name="connsiteX7" fmla="*/ 65083 w 199454"/>
                <a:gd name="connsiteY7" fmla="*/ 42749 h 226986"/>
                <a:gd name="connsiteX8" fmla="*/ 65083 w 199454"/>
                <a:gd name="connsiteY8" fmla="*/ 144963 h 226986"/>
                <a:gd name="connsiteX9" fmla="*/ 110430 w 199454"/>
                <a:gd name="connsiteY9" fmla="*/ 160824 h 226986"/>
                <a:gd name="connsiteX10" fmla="*/ 199707 w 199454"/>
                <a:gd name="connsiteY10" fmla="*/ 80110 h 226986"/>
                <a:gd name="connsiteX11" fmla="*/ 116453 w 199454"/>
                <a:gd name="connsiteY11" fmla="*/ 101 h 226986"/>
                <a:gd name="connsiteX12" fmla="*/ 62958 w 199454"/>
                <a:gd name="connsiteY12" fmla="*/ 17371 h 226986"/>
                <a:gd name="connsiteX13" fmla="*/ 62958 w 199454"/>
                <a:gd name="connsiteY13" fmla="*/ 101 h 226986"/>
                <a:gd name="connsiteX14" fmla="*/ 252 w 199454"/>
                <a:gd name="connsiteY14" fmla="*/ 2920 h 226986"/>
                <a:gd name="connsiteX15" fmla="*/ 252 w 199454"/>
                <a:gd name="connsiteY15" fmla="*/ 19486 h 226986"/>
                <a:gd name="connsiteX16" fmla="*/ 24696 w 199454"/>
                <a:gd name="connsiteY16" fmla="*/ 32880 h 226986"/>
                <a:gd name="connsiteX17" fmla="*/ 24696 w 199454"/>
                <a:gd name="connsiteY17" fmla="*/ 210522 h 226986"/>
                <a:gd name="connsiteX18" fmla="*/ 252 w 199454"/>
                <a:gd name="connsiteY18" fmla="*/ 210522 h 226986"/>
                <a:gd name="connsiteX19" fmla="*/ 252 w 199454"/>
                <a:gd name="connsiteY19" fmla="*/ 227087 h 226986"/>
                <a:gd name="connsiteX20" fmla="*/ 44890 w 199454"/>
                <a:gd name="connsiteY20" fmla="*/ 226030 h 226986"/>
                <a:gd name="connsiteX21" fmla="*/ 89528 w 199454"/>
                <a:gd name="connsiteY21" fmla="*/ 227087 h 226986"/>
                <a:gd name="connsiteX22" fmla="*/ 89528 w 199454"/>
                <a:gd name="connsiteY22" fmla="*/ 210522 h 226986"/>
                <a:gd name="connsiteX23" fmla="*/ 65083 w 199454"/>
                <a:gd name="connsiteY23" fmla="*/ 210522 h 226986"/>
                <a:gd name="connsiteX24" fmla="*/ 65083 w 199454"/>
                <a:gd name="connsiteY24" fmla="*/ 144963 h 226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9454" h="226986">
                  <a:moveTo>
                    <a:pt x="65083" y="42749"/>
                  </a:moveTo>
                  <a:cubicBezTo>
                    <a:pt x="65083" y="36052"/>
                    <a:pt x="65438" y="35699"/>
                    <a:pt x="70397" y="30765"/>
                  </a:cubicBezTo>
                  <a:cubicBezTo>
                    <a:pt x="84568" y="16314"/>
                    <a:pt x="102990" y="14199"/>
                    <a:pt x="110784" y="14199"/>
                  </a:cubicBezTo>
                  <a:cubicBezTo>
                    <a:pt x="134521" y="14199"/>
                    <a:pt x="154360" y="35699"/>
                    <a:pt x="154360" y="80110"/>
                  </a:cubicBezTo>
                  <a:cubicBezTo>
                    <a:pt x="154360" y="129807"/>
                    <a:pt x="129561" y="148135"/>
                    <a:pt x="106533" y="148135"/>
                  </a:cubicBezTo>
                  <a:cubicBezTo>
                    <a:pt x="101573" y="148135"/>
                    <a:pt x="84923" y="148135"/>
                    <a:pt x="68980" y="129102"/>
                  </a:cubicBezTo>
                  <a:cubicBezTo>
                    <a:pt x="65083" y="124520"/>
                    <a:pt x="65083" y="124168"/>
                    <a:pt x="65083" y="117471"/>
                  </a:cubicBezTo>
                  <a:lnTo>
                    <a:pt x="65083" y="42749"/>
                  </a:lnTo>
                  <a:close/>
                  <a:moveTo>
                    <a:pt x="65083" y="144963"/>
                  </a:moveTo>
                  <a:cubicBezTo>
                    <a:pt x="80317" y="157299"/>
                    <a:pt x="95905" y="160824"/>
                    <a:pt x="110430" y="160824"/>
                  </a:cubicBezTo>
                  <a:cubicBezTo>
                    <a:pt x="163571" y="160824"/>
                    <a:pt x="199707" y="129102"/>
                    <a:pt x="199707" y="80110"/>
                  </a:cubicBezTo>
                  <a:cubicBezTo>
                    <a:pt x="199707" y="33232"/>
                    <a:pt x="167468" y="101"/>
                    <a:pt x="116453" y="101"/>
                  </a:cubicBezTo>
                  <a:cubicBezTo>
                    <a:pt x="89882" y="101"/>
                    <a:pt x="71106" y="11027"/>
                    <a:pt x="62958" y="17371"/>
                  </a:cubicBezTo>
                  <a:lnTo>
                    <a:pt x="62958" y="101"/>
                  </a:lnTo>
                  <a:lnTo>
                    <a:pt x="252" y="2920"/>
                  </a:lnTo>
                  <a:lnTo>
                    <a:pt x="252" y="19486"/>
                  </a:lnTo>
                  <a:cubicBezTo>
                    <a:pt x="22216" y="19486"/>
                    <a:pt x="24696" y="19486"/>
                    <a:pt x="24696" y="32880"/>
                  </a:cubicBezTo>
                  <a:lnTo>
                    <a:pt x="24696" y="210522"/>
                  </a:lnTo>
                  <a:lnTo>
                    <a:pt x="252" y="210522"/>
                  </a:lnTo>
                  <a:lnTo>
                    <a:pt x="252" y="227087"/>
                  </a:lnTo>
                  <a:cubicBezTo>
                    <a:pt x="10171" y="226735"/>
                    <a:pt x="31428" y="226030"/>
                    <a:pt x="44890" y="226030"/>
                  </a:cubicBezTo>
                  <a:cubicBezTo>
                    <a:pt x="58706" y="226030"/>
                    <a:pt x="79609" y="226735"/>
                    <a:pt x="89528" y="227087"/>
                  </a:cubicBezTo>
                  <a:lnTo>
                    <a:pt x="89528" y="210522"/>
                  </a:lnTo>
                  <a:lnTo>
                    <a:pt x="65083" y="210522"/>
                  </a:lnTo>
                  <a:lnTo>
                    <a:pt x="65083" y="144963"/>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3" name="Freeform: Shape 72">
              <a:extLst>
                <a:ext uri="{FF2B5EF4-FFF2-40B4-BE49-F238E27FC236}">
                  <a16:creationId xmlns:a16="http://schemas.microsoft.com/office/drawing/2014/main" id="{9327F0E2-2ABB-6BF0-82A0-4BD6DFB8B537}"/>
                </a:ext>
              </a:extLst>
            </p:cNvPr>
            <p:cNvSpPr/>
            <p:nvPr/>
          </p:nvSpPr>
          <p:spPr>
            <a:xfrm>
              <a:off x="12208436" y="5642222"/>
              <a:ext cx="235590" cy="82476"/>
            </a:xfrm>
            <a:custGeom>
              <a:avLst/>
              <a:gdLst>
                <a:gd name="connsiteX0" fmla="*/ 223806 w 235590"/>
                <a:gd name="connsiteY0" fmla="*/ 14199 h 82476"/>
                <a:gd name="connsiteX1" fmla="*/ 235851 w 235590"/>
                <a:gd name="connsiteY1" fmla="*/ 7150 h 82476"/>
                <a:gd name="connsiteX2" fmla="*/ 224160 w 235590"/>
                <a:gd name="connsiteY2" fmla="*/ 101 h 82476"/>
                <a:gd name="connsiteX3" fmla="*/ 11952 w 235590"/>
                <a:gd name="connsiteY3" fmla="*/ 101 h 82476"/>
                <a:gd name="connsiteX4" fmla="*/ 261 w 235590"/>
                <a:gd name="connsiteY4" fmla="*/ 7150 h 82476"/>
                <a:gd name="connsiteX5" fmla="*/ 12306 w 235590"/>
                <a:gd name="connsiteY5" fmla="*/ 14199 h 82476"/>
                <a:gd name="connsiteX6" fmla="*/ 223806 w 235590"/>
                <a:gd name="connsiteY6" fmla="*/ 14199 h 82476"/>
                <a:gd name="connsiteX7" fmla="*/ 224160 w 235590"/>
                <a:gd name="connsiteY7" fmla="*/ 82577 h 82476"/>
                <a:gd name="connsiteX8" fmla="*/ 235851 w 235590"/>
                <a:gd name="connsiteY8" fmla="*/ 75528 h 82476"/>
                <a:gd name="connsiteX9" fmla="*/ 223806 w 235590"/>
                <a:gd name="connsiteY9" fmla="*/ 68479 h 82476"/>
                <a:gd name="connsiteX10" fmla="*/ 12306 w 235590"/>
                <a:gd name="connsiteY10" fmla="*/ 68479 h 82476"/>
                <a:gd name="connsiteX11" fmla="*/ 261 w 235590"/>
                <a:gd name="connsiteY11" fmla="*/ 75528 h 82476"/>
                <a:gd name="connsiteX12" fmla="*/ 11952 w 235590"/>
                <a:gd name="connsiteY12" fmla="*/ 82577 h 82476"/>
                <a:gd name="connsiteX13" fmla="*/ 224160 w 235590"/>
                <a:gd name="connsiteY13" fmla="*/ 82577 h 82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90" h="82476">
                  <a:moveTo>
                    <a:pt x="223806" y="14199"/>
                  </a:moveTo>
                  <a:cubicBezTo>
                    <a:pt x="229120" y="14199"/>
                    <a:pt x="235851" y="14199"/>
                    <a:pt x="235851" y="7150"/>
                  </a:cubicBezTo>
                  <a:cubicBezTo>
                    <a:pt x="235851" y="101"/>
                    <a:pt x="229120" y="101"/>
                    <a:pt x="224160" y="101"/>
                  </a:cubicBezTo>
                  <a:lnTo>
                    <a:pt x="11952" y="101"/>
                  </a:lnTo>
                  <a:cubicBezTo>
                    <a:pt x="6992" y="101"/>
                    <a:pt x="261" y="101"/>
                    <a:pt x="261" y="7150"/>
                  </a:cubicBezTo>
                  <a:cubicBezTo>
                    <a:pt x="261" y="14199"/>
                    <a:pt x="6992" y="14199"/>
                    <a:pt x="12306" y="14199"/>
                  </a:cubicBezTo>
                  <a:lnTo>
                    <a:pt x="223806" y="14199"/>
                  </a:lnTo>
                  <a:close/>
                  <a:moveTo>
                    <a:pt x="224160" y="82577"/>
                  </a:moveTo>
                  <a:cubicBezTo>
                    <a:pt x="229120" y="82577"/>
                    <a:pt x="235851" y="82577"/>
                    <a:pt x="235851" y="75528"/>
                  </a:cubicBezTo>
                  <a:cubicBezTo>
                    <a:pt x="235851" y="68479"/>
                    <a:pt x="229120" y="68479"/>
                    <a:pt x="223806" y="68479"/>
                  </a:cubicBezTo>
                  <a:lnTo>
                    <a:pt x="12306" y="68479"/>
                  </a:lnTo>
                  <a:cubicBezTo>
                    <a:pt x="6992" y="68479"/>
                    <a:pt x="261" y="68479"/>
                    <a:pt x="261" y="75528"/>
                  </a:cubicBezTo>
                  <a:cubicBezTo>
                    <a:pt x="261" y="82577"/>
                    <a:pt x="6992" y="82577"/>
                    <a:pt x="11952" y="82577"/>
                  </a:cubicBezTo>
                  <a:lnTo>
                    <a:pt x="224160" y="8257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4" name="Freeform: Shape 73">
              <a:extLst>
                <a:ext uri="{FF2B5EF4-FFF2-40B4-BE49-F238E27FC236}">
                  <a16:creationId xmlns:a16="http://schemas.microsoft.com/office/drawing/2014/main" id="{CF61D86D-92C4-9C91-666C-93D5A4F58C89}"/>
                </a:ext>
              </a:extLst>
            </p:cNvPr>
            <p:cNvSpPr/>
            <p:nvPr/>
          </p:nvSpPr>
          <p:spPr>
            <a:xfrm>
              <a:off x="12678041" y="4837891"/>
              <a:ext cx="117972" cy="634082"/>
            </a:xfrm>
            <a:custGeom>
              <a:avLst/>
              <a:gdLst>
                <a:gd name="connsiteX0" fmla="*/ 271 w 117972"/>
                <a:gd name="connsiteY0" fmla="*/ 634157 h 634082"/>
                <a:gd name="connsiteX1" fmla="*/ 24716 w 117972"/>
                <a:gd name="connsiteY1" fmla="*/ 634157 h 634082"/>
                <a:gd name="connsiteX2" fmla="*/ 24716 w 117972"/>
                <a:gd name="connsiteY2" fmla="*/ 24395 h 634082"/>
                <a:gd name="connsiteX3" fmla="*/ 118244 w 117972"/>
                <a:gd name="connsiteY3" fmla="*/ 24395 h 634082"/>
                <a:gd name="connsiteX4" fmla="*/ 118244 w 117972"/>
                <a:gd name="connsiteY4" fmla="*/ 75 h 634082"/>
                <a:gd name="connsiteX5" fmla="*/ 271 w 117972"/>
                <a:gd name="connsiteY5" fmla="*/ 75 h 634082"/>
                <a:gd name="connsiteX6" fmla="*/ 271 w 117972"/>
                <a:gd name="connsiteY6" fmla="*/ 634157 h 63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72" h="634082">
                  <a:moveTo>
                    <a:pt x="271" y="634157"/>
                  </a:moveTo>
                  <a:lnTo>
                    <a:pt x="24716" y="634157"/>
                  </a:lnTo>
                  <a:lnTo>
                    <a:pt x="24716" y="24395"/>
                  </a:lnTo>
                  <a:lnTo>
                    <a:pt x="118244" y="24395"/>
                  </a:lnTo>
                  <a:lnTo>
                    <a:pt x="118244" y="75"/>
                  </a:lnTo>
                  <a:lnTo>
                    <a:pt x="271" y="75"/>
                  </a:lnTo>
                  <a:lnTo>
                    <a:pt x="271" y="63415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5" name="Freeform: Shape 74">
              <a:extLst>
                <a:ext uri="{FF2B5EF4-FFF2-40B4-BE49-F238E27FC236}">
                  <a16:creationId xmlns:a16="http://schemas.microsoft.com/office/drawing/2014/main" id="{C3A5F68F-3391-FB2D-01A5-64B95B6F180D}"/>
                </a:ext>
              </a:extLst>
            </p:cNvPr>
            <p:cNvSpPr/>
            <p:nvPr/>
          </p:nvSpPr>
          <p:spPr>
            <a:xfrm>
              <a:off x="12678041" y="5471627"/>
              <a:ext cx="24444" cy="212183"/>
            </a:xfrm>
            <a:custGeom>
              <a:avLst/>
              <a:gdLst>
                <a:gd name="connsiteX0" fmla="*/ 271 w 24444"/>
                <a:gd name="connsiteY0" fmla="*/ 212275 h 212183"/>
                <a:gd name="connsiteX1" fmla="*/ 24716 w 24444"/>
                <a:gd name="connsiteY1" fmla="*/ 212275 h 212183"/>
                <a:gd name="connsiteX2" fmla="*/ 24716 w 24444"/>
                <a:gd name="connsiteY2" fmla="*/ 92 h 212183"/>
                <a:gd name="connsiteX3" fmla="*/ 271 w 24444"/>
                <a:gd name="connsiteY3" fmla="*/ 92 h 212183"/>
                <a:gd name="connsiteX4" fmla="*/ 271 w 24444"/>
                <a:gd name="connsiteY4" fmla="*/ 212275 h 212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44" h="212183">
                  <a:moveTo>
                    <a:pt x="271" y="212275"/>
                  </a:moveTo>
                  <a:lnTo>
                    <a:pt x="24716" y="212275"/>
                  </a:lnTo>
                  <a:lnTo>
                    <a:pt x="24716" y="92"/>
                  </a:lnTo>
                  <a:lnTo>
                    <a:pt x="271" y="92"/>
                  </a:lnTo>
                  <a:lnTo>
                    <a:pt x="271" y="212275"/>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6" name="Freeform: Shape 75">
              <a:extLst>
                <a:ext uri="{FF2B5EF4-FFF2-40B4-BE49-F238E27FC236}">
                  <a16:creationId xmlns:a16="http://schemas.microsoft.com/office/drawing/2014/main" id="{214EC9C7-165C-F074-AAE3-FF1D4C88B2D9}"/>
                </a:ext>
              </a:extLst>
            </p:cNvPr>
            <p:cNvSpPr/>
            <p:nvPr/>
          </p:nvSpPr>
          <p:spPr>
            <a:xfrm>
              <a:off x="12678041" y="5683108"/>
              <a:ext cx="24444" cy="212183"/>
            </a:xfrm>
            <a:custGeom>
              <a:avLst/>
              <a:gdLst>
                <a:gd name="connsiteX0" fmla="*/ 271 w 24444"/>
                <a:gd name="connsiteY0" fmla="*/ 212281 h 212183"/>
                <a:gd name="connsiteX1" fmla="*/ 24716 w 24444"/>
                <a:gd name="connsiteY1" fmla="*/ 212281 h 212183"/>
                <a:gd name="connsiteX2" fmla="*/ 24716 w 24444"/>
                <a:gd name="connsiteY2" fmla="*/ 98 h 212183"/>
                <a:gd name="connsiteX3" fmla="*/ 271 w 24444"/>
                <a:gd name="connsiteY3" fmla="*/ 98 h 212183"/>
                <a:gd name="connsiteX4" fmla="*/ 271 w 24444"/>
                <a:gd name="connsiteY4" fmla="*/ 212281 h 212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44" h="212183">
                  <a:moveTo>
                    <a:pt x="271" y="212281"/>
                  </a:moveTo>
                  <a:lnTo>
                    <a:pt x="24716" y="212281"/>
                  </a:lnTo>
                  <a:lnTo>
                    <a:pt x="24716" y="98"/>
                  </a:lnTo>
                  <a:lnTo>
                    <a:pt x="271" y="98"/>
                  </a:lnTo>
                  <a:lnTo>
                    <a:pt x="271" y="21228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7" name="Freeform: Shape 76">
              <a:extLst>
                <a:ext uri="{FF2B5EF4-FFF2-40B4-BE49-F238E27FC236}">
                  <a16:creationId xmlns:a16="http://schemas.microsoft.com/office/drawing/2014/main" id="{B328AAD5-1919-9DE1-951F-994518493028}"/>
                </a:ext>
              </a:extLst>
            </p:cNvPr>
            <p:cNvSpPr/>
            <p:nvPr/>
          </p:nvSpPr>
          <p:spPr>
            <a:xfrm>
              <a:off x="12678041" y="5894940"/>
              <a:ext cx="117972" cy="634082"/>
            </a:xfrm>
            <a:custGeom>
              <a:avLst/>
              <a:gdLst>
                <a:gd name="connsiteX0" fmla="*/ 271 w 117972"/>
                <a:gd name="connsiteY0" fmla="*/ 634187 h 634082"/>
                <a:gd name="connsiteX1" fmla="*/ 118244 w 117972"/>
                <a:gd name="connsiteY1" fmla="*/ 634187 h 634082"/>
                <a:gd name="connsiteX2" fmla="*/ 118244 w 117972"/>
                <a:gd name="connsiteY2" fmla="*/ 609867 h 634082"/>
                <a:gd name="connsiteX3" fmla="*/ 24716 w 117972"/>
                <a:gd name="connsiteY3" fmla="*/ 609867 h 634082"/>
                <a:gd name="connsiteX4" fmla="*/ 24716 w 117972"/>
                <a:gd name="connsiteY4" fmla="*/ 105 h 634082"/>
                <a:gd name="connsiteX5" fmla="*/ 271 w 117972"/>
                <a:gd name="connsiteY5" fmla="*/ 105 h 634082"/>
                <a:gd name="connsiteX6" fmla="*/ 271 w 117972"/>
                <a:gd name="connsiteY6" fmla="*/ 634187 h 63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72" h="634082">
                  <a:moveTo>
                    <a:pt x="271" y="634187"/>
                  </a:moveTo>
                  <a:lnTo>
                    <a:pt x="118244" y="634187"/>
                  </a:lnTo>
                  <a:lnTo>
                    <a:pt x="118244" y="609867"/>
                  </a:lnTo>
                  <a:lnTo>
                    <a:pt x="24716" y="609867"/>
                  </a:lnTo>
                  <a:lnTo>
                    <a:pt x="24716" y="105"/>
                  </a:lnTo>
                  <a:lnTo>
                    <a:pt x="271" y="105"/>
                  </a:lnTo>
                  <a:lnTo>
                    <a:pt x="271" y="63418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8" name="Freeform: Shape 77">
              <a:extLst>
                <a:ext uri="{FF2B5EF4-FFF2-40B4-BE49-F238E27FC236}">
                  <a16:creationId xmlns:a16="http://schemas.microsoft.com/office/drawing/2014/main" id="{FFCBBE4D-9A84-1306-9C10-45CC776D36EF}"/>
                </a:ext>
              </a:extLst>
            </p:cNvPr>
            <p:cNvSpPr/>
            <p:nvPr/>
          </p:nvSpPr>
          <p:spPr>
            <a:xfrm>
              <a:off x="12857540" y="4976961"/>
              <a:ext cx="136040" cy="159666"/>
            </a:xfrm>
            <a:custGeom>
              <a:avLst/>
              <a:gdLst>
                <a:gd name="connsiteX0" fmla="*/ 50231 w 136040"/>
                <a:gd name="connsiteY0" fmla="*/ 74452 h 159666"/>
                <a:gd name="connsiteX1" fmla="*/ 104435 w 136040"/>
                <a:gd name="connsiteY1" fmla="*/ 66346 h 159666"/>
                <a:gd name="connsiteX2" fmla="*/ 131005 w 136040"/>
                <a:gd name="connsiteY2" fmla="*/ 30042 h 159666"/>
                <a:gd name="connsiteX3" fmla="*/ 93098 w 136040"/>
                <a:gd name="connsiteY3" fmla="*/ 83 h 159666"/>
                <a:gd name="connsiteX4" fmla="*/ 279 w 136040"/>
                <a:gd name="connsiteY4" fmla="*/ 95953 h 159666"/>
                <a:gd name="connsiteX5" fmla="*/ 55900 w 136040"/>
                <a:gd name="connsiteY5" fmla="*/ 159749 h 159666"/>
                <a:gd name="connsiteX6" fmla="*/ 136319 w 136040"/>
                <a:gd name="connsiteY6" fmla="*/ 118158 h 159666"/>
                <a:gd name="connsiteX7" fmla="*/ 132068 w 136040"/>
                <a:gd name="connsiteY7" fmla="*/ 113576 h 159666"/>
                <a:gd name="connsiteX8" fmla="*/ 127463 w 136040"/>
                <a:gd name="connsiteY8" fmla="*/ 117101 h 159666"/>
                <a:gd name="connsiteX9" fmla="*/ 56608 w 136040"/>
                <a:gd name="connsiteY9" fmla="*/ 151994 h 159666"/>
                <a:gd name="connsiteX10" fmla="*/ 25787 w 136040"/>
                <a:gd name="connsiteY10" fmla="*/ 111109 h 159666"/>
                <a:gd name="connsiteX11" fmla="*/ 31455 w 136040"/>
                <a:gd name="connsiteY11" fmla="*/ 74452 h 159666"/>
                <a:gd name="connsiteX12" fmla="*/ 50231 w 136040"/>
                <a:gd name="connsiteY12" fmla="*/ 74452 h 159666"/>
                <a:gd name="connsiteX13" fmla="*/ 33581 w 136040"/>
                <a:gd name="connsiteY13" fmla="*/ 66698 h 159666"/>
                <a:gd name="connsiteX14" fmla="*/ 93098 w 136040"/>
                <a:gd name="connsiteY14" fmla="*/ 7837 h 159666"/>
                <a:gd name="connsiteX15" fmla="*/ 119314 w 136040"/>
                <a:gd name="connsiteY15" fmla="*/ 30042 h 159666"/>
                <a:gd name="connsiteX16" fmla="*/ 48106 w 136040"/>
                <a:gd name="connsiteY16" fmla="*/ 66698 h 159666"/>
                <a:gd name="connsiteX17" fmla="*/ 33581 w 136040"/>
                <a:gd name="connsiteY17" fmla="*/ 66698 h 15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040" h="159666">
                  <a:moveTo>
                    <a:pt x="50231" y="74452"/>
                  </a:moveTo>
                  <a:cubicBezTo>
                    <a:pt x="60505" y="74452"/>
                    <a:pt x="86721" y="73748"/>
                    <a:pt x="104435" y="66346"/>
                  </a:cubicBezTo>
                  <a:cubicBezTo>
                    <a:pt x="129234" y="55772"/>
                    <a:pt x="131005" y="34976"/>
                    <a:pt x="131005" y="30042"/>
                  </a:cubicBezTo>
                  <a:cubicBezTo>
                    <a:pt x="131005" y="14534"/>
                    <a:pt x="117543" y="83"/>
                    <a:pt x="93098" y="83"/>
                  </a:cubicBezTo>
                  <a:cubicBezTo>
                    <a:pt x="53774" y="83"/>
                    <a:pt x="279" y="34272"/>
                    <a:pt x="279" y="95953"/>
                  </a:cubicBezTo>
                  <a:cubicBezTo>
                    <a:pt x="279" y="131904"/>
                    <a:pt x="21181" y="159749"/>
                    <a:pt x="55900" y="159749"/>
                  </a:cubicBezTo>
                  <a:cubicBezTo>
                    <a:pt x="106561" y="159749"/>
                    <a:pt x="136319" y="122388"/>
                    <a:pt x="136319" y="118158"/>
                  </a:cubicBezTo>
                  <a:cubicBezTo>
                    <a:pt x="136319" y="116043"/>
                    <a:pt x="134194" y="113576"/>
                    <a:pt x="132068" y="113576"/>
                  </a:cubicBezTo>
                  <a:cubicBezTo>
                    <a:pt x="130297" y="113576"/>
                    <a:pt x="129588" y="114281"/>
                    <a:pt x="127463" y="117101"/>
                  </a:cubicBezTo>
                  <a:cubicBezTo>
                    <a:pt x="99475" y="151994"/>
                    <a:pt x="60860" y="151994"/>
                    <a:pt x="56608" y="151994"/>
                  </a:cubicBezTo>
                  <a:cubicBezTo>
                    <a:pt x="28975" y="151994"/>
                    <a:pt x="25787" y="122388"/>
                    <a:pt x="25787" y="111109"/>
                  </a:cubicBezTo>
                  <a:cubicBezTo>
                    <a:pt x="25787" y="106879"/>
                    <a:pt x="26141" y="95953"/>
                    <a:pt x="31455" y="74452"/>
                  </a:cubicBezTo>
                  <a:lnTo>
                    <a:pt x="50231" y="74452"/>
                  </a:lnTo>
                  <a:close/>
                  <a:moveTo>
                    <a:pt x="33581" y="66698"/>
                  </a:moveTo>
                  <a:cubicBezTo>
                    <a:pt x="47397" y="13124"/>
                    <a:pt x="83887" y="7837"/>
                    <a:pt x="93098" y="7837"/>
                  </a:cubicBezTo>
                  <a:cubicBezTo>
                    <a:pt x="109749" y="7837"/>
                    <a:pt x="119314" y="18058"/>
                    <a:pt x="119314" y="30042"/>
                  </a:cubicBezTo>
                  <a:cubicBezTo>
                    <a:pt x="119314" y="66698"/>
                    <a:pt x="62631" y="66698"/>
                    <a:pt x="48106" y="66698"/>
                  </a:cubicBezTo>
                  <a:lnTo>
                    <a:pt x="33581" y="6669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9" name="Freeform: Shape 78">
              <a:extLst>
                <a:ext uri="{FF2B5EF4-FFF2-40B4-BE49-F238E27FC236}">
                  <a16:creationId xmlns:a16="http://schemas.microsoft.com/office/drawing/2014/main" id="{6033605D-2B88-B7E8-86AC-59A85EEE04A2}"/>
                </a:ext>
              </a:extLst>
            </p:cNvPr>
            <p:cNvSpPr/>
            <p:nvPr/>
          </p:nvSpPr>
          <p:spPr>
            <a:xfrm>
              <a:off x="13017361" y="4894805"/>
              <a:ext cx="89772" cy="112506"/>
            </a:xfrm>
            <a:custGeom>
              <a:avLst/>
              <a:gdLst>
                <a:gd name="connsiteX0" fmla="*/ 83113 w 89772"/>
                <a:gd name="connsiteY0" fmla="*/ 6494 h 112506"/>
                <a:gd name="connsiteX1" fmla="*/ 79641 w 89772"/>
                <a:gd name="connsiteY1" fmla="*/ 79 h 112506"/>
                <a:gd name="connsiteX2" fmla="*/ 74681 w 89772"/>
                <a:gd name="connsiteY2" fmla="*/ 3040 h 112506"/>
                <a:gd name="connsiteX3" fmla="*/ 70217 w 89772"/>
                <a:gd name="connsiteY3" fmla="*/ 6741 h 112506"/>
                <a:gd name="connsiteX4" fmla="*/ 44178 w 89772"/>
                <a:gd name="connsiteY4" fmla="*/ 79 h 112506"/>
                <a:gd name="connsiteX5" fmla="*/ 284 w 89772"/>
                <a:gd name="connsiteY5" fmla="*/ 30920 h 112506"/>
                <a:gd name="connsiteX6" fmla="*/ 9707 w 89772"/>
                <a:gd name="connsiteY6" fmla="*/ 50164 h 112506"/>
                <a:gd name="connsiteX7" fmla="*/ 43930 w 89772"/>
                <a:gd name="connsiteY7" fmla="*/ 62500 h 112506"/>
                <a:gd name="connsiteX8" fmla="*/ 76417 w 89772"/>
                <a:gd name="connsiteY8" fmla="*/ 84706 h 112506"/>
                <a:gd name="connsiteX9" fmla="*/ 45914 w 89772"/>
                <a:gd name="connsiteY9" fmla="*/ 105677 h 112506"/>
                <a:gd name="connsiteX10" fmla="*/ 8963 w 89772"/>
                <a:gd name="connsiteY10" fmla="*/ 73356 h 112506"/>
                <a:gd name="connsiteX11" fmla="*/ 4500 w 89772"/>
                <a:gd name="connsiteY11" fmla="*/ 69162 h 112506"/>
                <a:gd name="connsiteX12" fmla="*/ 284 w 89772"/>
                <a:gd name="connsiteY12" fmla="*/ 75823 h 112506"/>
                <a:gd name="connsiteX13" fmla="*/ 284 w 89772"/>
                <a:gd name="connsiteY13" fmla="*/ 106171 h 112506"/>
                <a:gd name="connsiteX14" fmla="*/ 3756 w 89772"/>
                <a:gd name="connsiteY14" fmla="*/ 112585 h 112506"/>
                <a:gd name="connsiteX15" fmla="*/ 15659 w 89772"/>
                <a:gd name="connsiteY15" fmla="*/ 101976 h 112506"/>
                <a:gd name="connsiteX16" fmla="*/ 45914 w 89772"/>
                <a:gd name="connsiteY16" fmla="*/ 112585 h 112506"/>
                <a:gd name="connsiteX17" fmla="*/ 90056 w 89772"/>
                <a:gd name="connsiteY17" fmla="*/ 77797 h 112506"/>
                <a:gd name="connsiteX18" fmla="*/ 79393 w 89772"/>
                <a:gd name="connsiteY18" fmla="*/ 55099 h 112506"/>
                <a:gd name="connsiteX19" fmla="*/ 49882 w 89772"/>
                <a:gd name="connsiteY19" fmla="*/ 43009 h 112506"/>
                <a:gd name="connsiteX20" fmla="*/ 13923 w 89772"/>
                <a:gd name="connsiteY20" fmla="*/ 23518 h 112506"/>
                <a:gd name="connsiteX21" fmla="*/ 44178 w 89772"/>
                <a:gd name="connsiteY21" fmla="*/ 6000 h 112506"/>
                <a:gd name="connsiteX22" fmla="*/ 74681 w 89772"/>
                <a:gd name="connsiteY22" fmla="*/ 33140 h 112506"/>
                <a:gd name="connsiteX23" fmla="*/ 78897 w 89772"/>
                <a:gd name="connsiteY23" fmla="*/ 35854 h 112506"/>
                <a:gd name="connsiteX24" fmla="*/ 83113 w 89772"/>
                <a:gd name="connsiteY24" fmla="*/ 29439 h 112506"/>
                <a:gd name="connsiteX25" fmla="*/ 83113 w 89772"/>
                <a:gd name="connsiteY25" fmla="*/ 6494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772" h="112506">
                  <a:moveTo>
                    <a:pt x="83113" y="6494"/>
                  </a:moveTo>
                  <a:cubicBezTo>
                    <a:pt x="83113" y="2299"/>
                    <a:pt x="83113" y="79"/>
                    <a:pt x="79641" y="79"/>
                  </a:cubicBezTo>
                  <a:cubicBezTo>
                    <a:pt x="78401" y="79"/>
                    <a:pt x="77905" y="79"/>
                    <a:pt x="74681" y="3040"/>
                  </a:cubicBezTo>
                  <a:cubicBezTo>
                    <a:pt x="74185" y="3286"/>
                    <a:pt x="71705" y="5507"/>
                    <a:pt x="70217" y="6741"/>
                  </a:cubicBezTo>
                  <a:cubicBezTo>
                    <a:pt x="62777" y="1559"/>
                    <a:pt x="53354" y="79"/>
                    <a:pt x="44178" y="79"/>
                  </a:cubicBezTo>
                  <a:cubicBezTo>
                    <a:pt x="8715" y="79"/>
                    <a:pt x="284" y="18583"/>
                    <a:pt x="284" y="30920"/>
                  </a:cubicBezTo>
                  <a:cubicBezTo>
                    <a:pt x="284" y="38815"/>
                    <a:pt x="3756" y="45230"/>
                    <a:pt x="9707" y="50164"/>
                  </a:cubicBezTo>
                  <a:cubicBezTo>
                    <a:pt x="19131" y="58306"/>
                    <a:pt x="28555" y="60033"/>
                    <a:pt x="43930" y="62500"/>
                  </a:cubicBezTo>
                  <a:cubicBezTo>
                    <a:pt x="56330" y="64721"/>
                    <a:pt x="76417" y="68175"/>
                    <a:pt x="76417" y="84706"/>
                  </a:cubicBezTo>
                  <a:cubicBezTo>
                    <a:pt x="76417" y="94328"/>
                    <a:pt x="69721" y="105677"/>
                    <a:pt x="45914" y="105677"/>
                  </a:cubicBezTo>
                  <a:cubicBezTo>
                    <a:pt x="22107" y="105677"/>
                    <a:pt x="13427" y="90133"/>
                    <a:pt x="8963" y="73356"/>
                  </a:cubicBezTo>
                  <a:cubicBezTo>
                    <a:pt x="8219" y="70149"/>
                    <a:pt x="7971" y="69162"/>
                    <a:pt x="4500" y="69162"/>
                  </a:cubicBezTo>
                  <a:cubicBezTo>
                    <a:pt x="284" y="69162"/>
                    <a:pt x="284" y="70889"/>
                    <a:pt x="284" y="75823"/>
                  </a:cubicBezTo>
                  <a:lnTo>
                    <a:pt x="284" y="106171"/>
                  </a:lnTo>
                  <a:cubicBezTo>
                    <a:pt x="284" y="110365"/>
                    <a:pt x="284" y="112585"/>
                    <a:pt x="3756" y="112585"/>
                  </a:cubicBezTo>
                  <a:cubicBezTo>
                    <a:pt x="5988" y="112585"/>
                    <a:pt x="10699" y="107404"/>
                    <a:pt x="15659" y="101976"/>
                  </a:cubicBezTo>
                  <a:cubicBezTo>
                    <a:pt x="26571" y="112092"/>
                    <a:pt x="39962" y="112585"/>
                    <a:pt x="45914" y="112585"/>
                  </a:cubicBezTo>
                  <a:cubicBezTo>
                    <a:pt x="78153" y="112585"/>
                    <a:pt x="90056" y="95315"/>
                    <a:pt x="90056" y="77797"/>
                  </a:cubicBezTo>
                  <a:cubicBezTo>
                    <a:pt x="90056" y="68422"/>
                    <a:pt x="85840" y="61020"/>
                    <a:pt x="79393" y="55099"/>
                  </a:cubicBezTo>
                  <a:cubicBezTo>
                    <a:pt x="69969" y="46463"/>
                    <a:pt x="58561" y="44489"/>
                    <a:pt x="49882" y="43009"/>
                  </a:cubicBezTo>
                  <a:cubicBezTo>
                    <a:pt x="30043" y="39555"/>
                    <a:pt x="13923" y="36594"/>
                    <a:pt x="13923" y="23518"/>
                  </a:cubicBezTo>
                  <a:cubicBezTo>
                    <a:pt x="13923" y="15623"/>
                    <a:pt x="20619" y="6000"/>
                    <a:pt x="44178" y="6000"/>
                  </a:cubicBezTo>
                  <a:cubicBezTo>
                    <a:pt x="72945" y="6000"/>
                    <a:pt x="74185" y="25985"/>
                    <a:pt x="74681" y="33140"/>
                  </a:cubicBezTo>
                  <a:cubicBezTo>
                    <a:pt x="74929" y="35854"/>
                    <a:pt x="77905" y="35854"/>
                    <a:pt x="78897" y="35854"/>
                  </a:cubicBezTo>
                  <a:cubicBezTo>
                    <a:pt x="83113" y="35854"/>
                    <a:pt x="83113" y="34127"/>
                    <a:pt x="83113" y="29439"/>
                  </a:cubicBezTo>
                  <a:lnTo>
                    <a:pt x="83113" y="649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0" name="Freeform: Shape 79">
              <a:extLst>
                <a:ext uri="{FF2B5EF4-FFF2-40B4-BE49-F238E27FC236}">
                  <a16:creationId xmlns:a16="http://schemas.microsoft.com/office/drawing/2014/main" id="{503EBA5B-75F6-E1BB-417A-57E7B7C71738}"/>
                </a:ext>
              </a:extLst>
            </p:cNvPr>
            <p:cNvSpPr/>
            <p:nvPr/>
          </p:nvSpPr>
          <p:spPr>
            <a:xfrm>
              <a:off x="13129845" y="4894805"/>
              <a:ext cx="104651" cy="112506"/>
            </a:xfrm>
            <a:custGeom>
              <a:avLst/>
              <a:gdLst>
                <a:gd name="connsiteX0" fmla="*/ 85348 w 104651"/>
                <a:gd name="connsiteY0" fmla="*/ 11675 h 112506"/>
                <a:gd name="connsiteX1" fmla="*/ 78404 w 104651"/>
                <a:gd name="connsiteY1" fmla="*/ 22531 h 112506"/>
                <a:gd name="connsiteX2" fmla="*/ 90059 w 104651"/>
                <a:gd name="connsiteY2" fmla="*/ 34127 h 112506"/>
                <a:gd name="connsiteX3" fmla="*/ 101963 w 104651"/>
                <a:gd name="connsiteY3" fmla="*/ 22037 h 112506"/>
                <a:gd name="connsiteX4" fmla="*/ 60549 w 104651"/>
                <a:gd name="connsiteY4" fmla="*/ 79 h 112506"/>
                <a:gd name="connsiteX5" fmla="*/ 287 w 104651"/>
                <a:gd name="connsiteY5" fmla="*/ 56826 h 112506"/>
                <a:gd name="connsiteX6" fmla="*/ 59309 w 104651"/>
                <a:gd name="connsiteY6" fmla="*/ 112585 h 112506"/>
                <a:gd name="connsiteX7" fmla="*/ 104939 w 104651"/>
                <a:gd name="connsiteY7" fmla="*/ 80511 h 112506"/>
                <a:gd name="connsiteX8" fmla="*/ 100723 w 104651"/>
                <a:gd name="connsiteY8" fmla="*/ 77550 h 112506"/>
                <a:gd name="connsiteX9" fmla="*/ 96011 w 104651"/>
                <a:gd name="connsiteY9" fmla="*/ 81745 h 112506"/>
                <a:gd name="connsiteX10" fmla="*/ 62284 w 104651"/>
                <a:gd name="connsiteY10" fmla="*/ 104690 h 112506"/>
                <a:gd name="connsiteX11" fmla="*/ 22854 w 104651"/>
                <a:gd name="connsiteY11" fmla="*/ 56579 h 112506"/>
                <a:gd name="connsiteX12" fmla="*/ 61293 w 104651"/>
                <a:gd name="connsiteY12" fmla="*/ 7974 h 112506"/>
                <a:gd name="connsiteX13" fmla="*/ 85348 w 104651"/>
                <a:gd name="connsiteY13" fmla="*/ 11675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51" h="112506">
                  <a:moveTo>
                    <a:pt x="85348" y="11675"/>
                  </a:moveTo>
                  <a:cubicBezTo>
                    <a:pt x="80884" y="13649"/>
                    <a:pt x="78404" y="17596"/>
                    <a:pt x="78404" y="22531"/>
                  </a:cubicBezTo>
                  <a:cubicBezTo>
                    <a:pt x="78404" y="29192"/>
                    <a:pt x="83116" y="34127"/>
                    <a:pt x="90059" y="34127"/>
                  </a:cubicBezTo>
                  <a:cubicBezTo>
                    <a:pt x="96755" y="34127"/>
                    <a:pt x="101963" y="29933"/>
                    <a:pt x="101963" y="22037"/>
                  </a:cubicBezTo>
                  <a:cubicBezTo>
                    <a:pt x="101963" y="79"/>
                    <a:pt x="67492" y="79"/>
                    <a:pt x="60549" y="79"/>
                  </a:cubicBezTo>
                  <a:cubicBezTo>
                    <a:pt x="23350" y="79"/>
                    <a:pt x="287" y="28452"/>
                    <a:pt x="287" y="56826"/>
                  </a:cubicBezTo>
                  <a:cubicBezTo>
                    <a:pt x="287" y="87913"/>
                    <a:pt x="26822" y="112585"/>
                    <a:pt x="59309" y="112585"/>
                  </a:cubicBezTo>
                  <a:cubicBezTo>
                    <a:pt x="96259" y="112585"/>
                    <a:pt x="104939" y="83472"/>
                    <a:pt x="104939" y="80511"/>
                  </a:cubicBezTo>
                  <a:cubicBezTo>
                    <a:pt x="104939" y="77550"/>
                    <a:pt x="101715" y="77550"/>
                    <a:pt x="100723" y="77550"/>
                  </a:cubicBezTo>
                  <a:cubicBezTo>
                    <a:pt x="97499" y="77550"/>
                    <a:pt x="97251" y="78291"/>
                    <a:pt x="96011" y="81745"/>
                  </a:cubicBezTo>
                  <a:cubicBezTo>
                    <a:pt x="90555" y="97042"/>
                    <a:pt x="77412" y="104690"/>
                    <a:pt x="62284" y="104690"/>
                  </a:cubicBezTo>
                  <a:cubicBezTo>
                    <a:pt x="45173" y="104690"/>
                    <a:pt x="22854" y="92107"/>
                    <a:pt x="22854" y="56579"/>
                  </a:cubicBezTo>
                  <a:cubicBezTo>
                    <a:pt x="22854" y="25245"/>
                    <a:pt x="38229" y="7974"/>
                    <a:pt x="61293" y="7974"/>
                  </a:cubicBezTo>
                  <a:cubicBezTo>
                    <a:pt x="64516" y="7974"/>
                    <a:pt x="76420" y="7974"/>
                    <a:pt x="85348" y="1167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1" name="Freeform: Shape 80">
              <a:extLst>
                <a:ext uri="{FF2B5EF4-FFF2-40B4-BE49-F238E27FC236}">
                  <a16:creationId xmlns:a16="http://schemas.microsoft.com/office/drawing/2014/main" id="{E1CADE5E-AD70-DD75-02F7-9696CF0A906B}"/>
                </a:ext>
              </a:extLst>
            </p:cNvPr>
            <p:cNvSpPr/>
            <p:nvPr/>
          </p:nvSpPr>
          <p:spPr>
            <a:xfrm>
              <a:off x="13254073" y="4894805"/>
              <a:ext cx="121515" cy="112506"/>
            </a:xfrm>
            <a:custGeom>
              <a:avLst/>
              <a:gdLst>
                <a:gd name="connsiteX0" fmla="*/ 121806 w 121515"/>
                <a:gd name="connsiteY0" fmla="*/ 57566 h 112506"/>
                <a:gd name="connsiteX1" fmla="*/ 61048 w 121515"/>
                <a:gd name="connsiteY1" fmla="*/ 79 h 112506"/>
                <a:gd name="connsiteX2" fmla="*/ 291 w 121515"/>
                <a:gd name="connsiteY2" fmla="*/ 57566 h 112506"/>
                <a:gd name="connsiteX3" fmla="*/ 61048 w 121515"/>
                <a:gd name="connsiteY3" fmla="*/ 112585 h 112506"/>
                <a:gd name="connsiteX4" fmla="*/ 121806 w 121515"/>
                <a:gd name="connsiteY4" fmla="*/ 57566 h 112506"/>
                <a:gd name="connsiteX5" fmla="*/ 61048 w 121515"/>
                <a:gd name="connsiteY5" fmla="*/ 104690 h 112506"/>
                <a:gd name="connsiteX6" fmla="*/ 30297 w 121515"/>
                <a:gd name="connsiteY6" fmla="*/ 89640 h 112506"/>
                <a:gd name="connsiteX7" fmla="*/ 22858 w 121515"/>
                <a:gd name="connsiteY7" fmla="*/ 55345 h 112506"/>
                <a:gd name="connsiteX8" fmla="*/ 31785 w 121515"/>
                <a:gd name="connsiteY8" fmla="*/ 19570 h 112506"/>
                <a:gd name="connsiteX9" fmla="*/ 61048 w 121515"/>
                <a:gd name="connsiteY9" fmla="*/ 6987 h 112506"/>
                <a:gd name="connsiteX10" fmla="*/ 91551 w 121515"/>
                <a:gd name="connsiteY10" fmla="*/ 21544 h 112506"/>
                <a:gd name="connsiteX11" fmla="*/ 99239 w 121515"/>
                <a:gd name="connsiteY11" fmla="*/ 55345 h 112506"/>
                <a:gd name="connsiteX12" fmla="*/ 91303 w 121515"/>
                <a:gd name="connsiteY12" fmla="*/ 90380 h 112506"/>
                <a:gd name="connsiteX13" fmla="*/ 61048 w 121515"/>
                <a:gd name="connsiteY13" fmla="*/ 104690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515" h="112506">
                  <a:moveTo>
                    <a:pt x="121806" y="57566"/>
                  </a:moveTo>
                  <a:cubicBezTo>
                    <a:pt x="121806" y="26725"/>
                    <a:pt x="95271" y="79"/>
                    <a:pt x="61048" y="79"/>
                  </a:cubicBezTo>
                  <a:cubicBezTo>
                    <a:pt x="26825" y="79"/>
                    <a:pt x="291" y="26725"/>
                    <a:pt x="291" y="57566"/>
                  </a:cubicBezTo>
                  <a:cubicBezTo>
                    <a:pt x="291" y="88160"/>
                    <a:pt x="27569" y="112585"/>
                    <a:pt x="61048" y="112585"/>
                  </a:cubicBezTo>
                  <a:cubicBezTo>
                    <a:pt x="94527" y="112585"/>
                    <a:pt x="121806" y="88160"/>
                    <a:pt x="121806" y="57566"/>
                  </a:cubicBezTo>
                  <a:close/>
                  <a:moveTo>
                    <a:pt x="61048" y="104690"/>
                  </a:moveTo>
                  <a:cubicBezTo>
                    <a:pt x="51872" y="104690"/>
                    <a:pt x="38481" y="101729"/>
                    <a:pt x="30297" y="89640"/>
                  </a:cubicBezTo>
                  <a:cubicBezTo>
                    <a:pt x="23602" y="79524"/>
                    <a:pt x="22858" y="66695"/>
                    <a:pt x="22858" y="55345"/>
                  </a:cubicBezTo>
                  <a:cubicBezTo>
                    <a:pt x="22858" y="44736"/>
                    <a:pt x="23106" y="30179"/>
                    <a:pt x="31785" y="19570"/>
                  </a:cubicBezTo>
                  <a:cubicBezTo>
                    <a:pt x="37985" y="12415"/>
                    <a:pt x="48401" y="6987"/>
                    <a:pt x="61048" y="6987"/>
                  </a:cubicBezTo>
                  <a:cubicBezTo>
                    <a:pt x="75680" y="6987"/>
                    <a:pt x="86095" y="13896"/>
                    <a:pt x="91551" y="21544"/>
                  </a:cubicBezTo>
                  <a:cubicBezTo>
                    <a:pt x="98495" y="31166"/>
                    <a:pt x="99239" y="43502"/>
                    <a:pt x="99239" y="55345"/>
                  </a:cubicBezTo>
                  <a:cubicBezTo>
                    <a:pt x="99239" y="67188"/>
                    <a:pt x="98495" y="80264"/>
                    <a:pt x="91303" y="90380"/>
                  </a:cubicBezTo>
                  <a:cubicBezTo>
                    <a:pt x="84607" y="99756"/>
                    <a:pt x="73200" y="104690"/>
                    <a:pt x="61048" y="10469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2" name="Freeform: Shape 81">
              <a:extLst>
                <a:ext uri="{FF2B5EF4-FFF2-40B4-BE49-F238E27FC236}">
                  <a16:creationId xmlns:a16="http://schemas.microsoft.com/office/drawing/2014/main" id="{4C9BA996-E80B-395E-4E7D-3C5B8140AF63}"/>
                </a:ext>
              </a:extLst>
            </p:cNvPr>
            <p:cNvSpPr/>
            <p:nvPr/>
          </p:nvSpPr>
          <p:spPr>
            <a:xfrm>
              <a:off x="13397770" y="4896038"/>
              <a:ext cx="88780" cy="108805"/>
            </a:xfrm>
            <a:custGeom>
              <a:avLst/>
              <a:gdLst>
                <a:gd name="connsiteX0" fmla="*/ 37493 w 88780"/>
                <a:gd name="connsiteY0" fmla="*/ 52631 h 108805"/>
                <a:gd name="connsiteX1" fmla="*/ 70724 w 88780"/>
                <a:gd name="connsiteY1" fmla="*/ 6987 h 108805"/>
                <a:gd name="connsiteX2" fmla="*/ 66508 w 88780"/>
                <a:gd name="connsiteY2" fmla="*/ 15869 h 108805"/>
                <a:gd name="connsiteX3" fmla="*/ 77667 w 88780"/>
                <a:gd name="connsiteY3" fmla="*/ 27219 h 108805"/>
                <a:gd name="connsiteX4" fmla="*/ 89075 w 88780"/>
                <a:gd name="connsiteY4" fmla="*/ 15869 h 108805"/>
                <a:gd name="connsiteX5" fmla="*/ 69484 w 88780"/>
                <a:gd name="connsiteY5" fmla="*/ 79 h 108805"/>
                <a:gd name="connsiteX6" fmla="*/ 36005 w 88780"/>
                <a:gd name="connsiteY6" fmla="*/ 26479 h 108805"/>
                <a:gd name="connsiteX7" fmla="*/ 35757 w 88780"/>
                <a:gd name="connsiteY7" fmla="*/ 26479 h 108805"/>
                <a:gd name="connsiteX8" fmla="*/ 35757 w 88780"/>
                <a:gd name="connsiteY8" fmla="*/ 79 h 108805"/>
                <a:gd name="connsiteX9" fmla="*/ 294 w 88780"/>
                <a:gd name="connsiteY9" fmla="*/ 2793 h 108805"/>
                <a:gd name="connsiteX10" fmla="*/ 294 w 88780"/>
                <a:gd name="connsiteY10" fmla="*/ 11675 h 108805"/>
                <a:gd name="connsiteX11" fmla="*/ 18894 w 88780"/>
                <a:gd name="connsiteY11" fmla="*/ 25492 h 108805"/>
                <a:gd name="connsiteX12" fmla="*/ 18894 w 88780"/>
                <a:gd name="connsiteY12" fmla="*/ 89393 h 108805"/>
                <a:gd name="connsiteX13" fmla="*/ 294 w 88780"/>
                <a:gd name="connsiteY13" fmla="*/ 100002 h 108805"/>
                <a:gd name="connsiteX14" fmla="*/ 294 w 88780"/>
                <a:gd name="connsiteY14" fmla="*/ 108885 h 108805"/>
                <a:gd name="connsiteX15" fmla="*/ 28565 w 88780"/>
                <a:gd name="connsiteY15" fmla="*/ 107898 h 108805"/>
                <a:gd name="connsiteX16" fmla="*/ 60804 w 88780"/>
                <a:gd name="connsiteY16" fmla="*/ 108885 h 108805"/>
                <a:gd name="connsiteX17" fmla="*/ 60804 w 88780"/>
                <a:gd name="connsiteY17" fmla="*/ 100002 h 108805"/>
                <a:gd name="connsiteX18" fmla="*/ 55844 w 88780"/>
                <a:gd name="connsiteY18" fmla="*/ 100002 h 108805"/>
                <a:gd name="connsiteX19" fmla="*/ 37493 w 88780"/>
                <a:gd name="connsiteY19" fmla="*/ 88900 h 108805"/>
                <a:gd name="connsiteX20" fmla="*/ 37493 w 88780"/>
                <a:gd name="connsiteY20" fmla="*/ 52631 h 10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780" h="108805">
                  <a:moveTo>
                    <a:pt x="37493" y="52631"/>
                  </a:moveTo>
                  <a:cubicBezTo>
                    <a:pt x="37493" y="31906"/>
                    <a:pt x="47165" y="6987"/>
                    <a:pt x="70724" y="6987"/>
                  </a:cubicBezTo>
                  <a:cubicBezTo>
                    <a:pt x="68492" y="8714"/>
                    <a:pt x="66508" y="11922"/>
                    <a:pt x="66508" y="15869"/>
                  </a:cubicBezTo>
                  <a:cubicBezTo>
                    <a:pt x="66508" y="24011"/>
                    <a:pt x="72956" y="27219"/>
                    <a:pt x="77667" y="27219"/>
                  </a:cubicBezTo>
                  <a:cubicBezTo>
                    <a:pt x="83619" y="27219"/>
                    <a:pt x="89075" y="23271"/>
                    <a:pt x="89075" y="15869"/>
                  </a:cubicBezTo>
                  <a:cubicBezTo>
                    <a:pt x="89075" y="7481"/>
                    <a:pt x="81139" y="79"/>
                    <a:pt x="69484" y="79"/>
                  </a:cubicBezTo>
                  <a:cubicBezTo>
                    <a:pt x="57084" y="79"/>
                    <a:pt x="43445" y="7727"/>
                    <a:pt x="36005" y="26479"/>
                  </a:cubicBezTo>
                  <a:lnTo>
                    <a:pt x="35757" y="26479"/>
                  </a:lnTo>
                  <a:lnTo>
                    <a:pt x="35757" y="79"/>
                  </a:lnTo>
                  <a:lnTo>
                    <a:pt x="294" y="2793"/>
                  </a:lnTo>
                  <a:lnTo>
                    <a:pt x="294" y="11675"/>
                  </a:lnTo>
                  <a:cubicBezTo>
                    <a:pt x="16910" y="11675"/>
                    <a:pt x="18894" y="13402"/>
                    <a:pt x="18894" y="25492"/>
                  </a:cubicBezTo>
                  <a:lnTo>
                    <a:pt x="18894" y="89393"/>
                  </a:lnTo>
                  <a:cubicBezTo>
                    <a:pt x="18894" y="100002"/>
                    <a:pt x="16414" y="100002"/>
                    <a:pt x="294" y="100002"/>
                  </a:cubicBezTo>
                  <a:lnTo>
                    <a:pt x="294" y="108885"/>
                  </a:lnTo>
                  <a:cubicBezTo>
                    <a:pt x="1534" y="108885"/>
                    <a:pt x="18398" y="107898"/>
                    <a:pt x="28565" y="107898"/>
                  </a:cubicBezTo>
                  <a:cubicBezTo>
                    <a:pt x="39229" y="107898"/>
                    <a:pt x="50140" y="108391"/>
                    <a:pt x="60804" y="108885"/>
                  </a:cubicBezTo>
                  <a:lnTo>
                    <a:pt x="60804" y="100002"/>
                  </a:lnTo>
                  <a:lnTo>
                    <a:pt x="55844" y="100002"/>
                  </a:lnTo>
                  <a:cubicBezTo>
                    <a:pt x="37493" y="100002"/>
                    <a:pt x="37493" y="97288"/>
                    <a:pt x="37493" y="88900"/>
                  </a:cubicBezTo>
                  <a:lnTo>
                    <a:pt x="37493" y="5263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3" name="Freeform: Shape 82">
              <a:extLst>
                <a:ext uri="{FF2B5EF4-FFF2-40B4-BE49-F238E27FC236}">
                  <a16:creationId xmlns:a16="http://schemas.microsoft.com/office/drawing/2014/main" id="{495EF4C6-25A3-2151-9D72-C13856C51437}"/>
                </a:ext>
              </a:extLst>
            </p:cNvPr>
            <p:cNvSpPr/>
            <p:nvPr/>
          </p:nvSpPr>
          <p:spPr>
            <a:xfrm>
              <a:off x="13506001" y="4894805"/>
              <a:ext cx="106387" cy="112506"/>
            </a:xfrm>
            <a:custGeom>
              <a:avLst/>
              <a:gdLst>
                <a:gd name="connsiteX0" fmla="*/ 99742 w 106387"/>
                <a:gd name="connsiteY0" fmla="*/ 53865 h 112506"/>
                <a:gd name="connsiteX1" fmla="*/ 106685 w 106387"/>
                <a:gd name="connsiteY1" fmla="*/ 48437 h 112506"/>
                <a:gd name="connsiteX2" fmla="*/ 57583 w 106387"/>
                <a:gd name="connsiteY2" fmla="*/ 79 h 112506"/>
                <a:gd name="connsiteX3" fmla="*/ 298 w 106387"/>
                <a:gd name="connsiteY3" fmla="*/ 56085 h 112506"/>
                <a:gd name="connsiteX4" fmla="*/ 60807 w 106387"/>
                <a:gd name="connsiteY4" fmla="*/ 112585 h 112506"/>
                <a:gd name="connsiteX5" fmla="*/ 106685 w 106387"/>
                <a:gd name="connsiteY5" fmla="*/ 80511 h 112506"/>
                <a:gd name="connsiteX6" fmla="*/ 102470 w 106387"/>
                <a:gd name="connsiteY6" fmla="*/ 77057 h 112506"/>
                <a:gd name="connsiteX7" fmla="*/ 98006 w 106387"/>
                <a:gd name="connsiteY7" fmla="*/ 81005 h 112506"/>
                <a:gd name="connsiteX8" fmla="*/ 62543 w 106387"/>
                <a:gd name="connsiteY8" fmla="*/ 104690 h 112506"/>
                <a:gd name="connsiteX9" fmla="*/ 32288 w 106387"/>
                <a:gd name="connsiteY9" fmla="*/ 90133 h 112506"/>
                <a:gd name="connsiteX10" fmla="*/ 22865 w 106387"/>
                <a:gd name="connsiteY10" fmla="*/ 53865 h 112506"/>
                <a:gd name="connsiteX11" fmla="*/ 99742 w 106387"/>
                <a:gd name="connsiteY11" fmla="*/ 53865 h 112506"/>
                <a:gd name="connsiteX12" fmla="*/ 23113 w 106387"/>
                <a:gd name="connsiteY12" fmla="*/ 47450 h 112506"/>
                <a:gd name="connsiteX13" fmla="*/ 57583 w 106387"/>
                <a:gd name="connsiteY13" fmla="*/ 6987 h 112506"/>
                <a:gd name="connsiteX14" fmla="*/ 89326 w 106387"/>
                <a:gd name="connsiteY14" fmla="*/ 47450 h 112506"/>
                <a:gd name="connsiteX15" fmla="*/ 23113 w 106387"/>
                <a:gd name="connsiteY15" fmla="*/ 47450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6387" h="112506">
                  <a:moveTo>
                    <a:pt x="99742" y="53865"/>
                  </a:moveTo>
                  <a:cubicBezTo>
                    <a:pt x="104949" y="53865"/>
                    <a:pt x="106685" y="53865"/>
                    <a:pt x="106685" y="48437"/>
                  </a:cubicBezTo>
                  <a:cubicBezTo>
                    <a:pt x="106685" y="26725"/>
                    <a:pt x="94534" y="79"/>
                    <a:pt x="57583" y="79"/>
                  </a:cubicBezTo>
                  <a:cubicBezTo>
                    <a:pt x="25097" y="79"/>
                    <a:pt x="298" y="25738"/>
                    <a:pt x="298" y="56085"/>
                  </a:cubicBezTo>
                  <a:cubicBezTo>
                    <a:pt x="298" y="87419"/>
                    <a:pt x="27824" y="112585"/>
                    <a:pt x="60807" y="112585"/>
                  </a:cubicBezTo>
                  <a:cubicBezTo>
                    <a:pt x="94286" y="112585"/>
                    <a:pt x="106685" y="85939"/>
                    <a:pt x="106685" y="80511"/>
                  </a:cubicBezTo>
                  <a:cubicBezTo>
                    <a:pt x="106685" y="79524"/>
                    <a:pt x="106189" y="77057"/>
                    <a:pt x="102470" y="77057"/>
                  </a:cubicBezTo>
                  <a:cubicBezTo>
                    <a:pt x="99246" y="77057"/>
                    <a:pt x="98750" y="78537"/>
                    <a:pt x="98006" y="81005"/>
                  </a:cubicBezTo>
                  <a:cubicBezTo>
                    <a:pt x="90318" y="100989"/>
                    <a:pt x="71471" y="104690"/>
                    <a:pt x="62543" y="104690"/>
                  </a:cubicBezTo>
                  <a:cubicBezTo>
                    <a:pt x="50888" y="104690"/>
                    <a:pt x="39728" y="99509"/>
                    <a:pt x="32288" y="90133"/>
                  </a:cubicBezTo>
                  <a:cubicBezTo>
                    <a:pt x="23113" y="78537"/>
                    <a:pt x="22865" y="63487"/>
                    <a:pt x="22865" y="53865"/>
                  </a:cubicBezTo>
                  <a:lnTo>
                    <a:pt x="99742" y="53865"/>
                  </a:lnTo>
                  <a:close/>
                  <a:moveTo>
                    <a:pt x="23113" y="47450"/>
                  </a:moveTo>
                  <a:cubicBezTo>
                    <a:pt x="25841" y="12662"/>
                    <a:pt x="48160" y="6987"/>
                    <a:pt x="57583" y="6987"/>
                  </a:cubicBezTo>
                  <a:cubicBezTo>
                    <a:pt x="88086" y="6987"/>
                    <a:pt x="89078" y="41282"/>
                    <a:pt x="89326" y="47450"/>
                  </a:cubicBezTo>
                  <a:lnTo>
                    <a:pt x="23113" y="4745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4" name="Freeform: Shape 83">
              <a:extLst>
                <a:ext uri="{FF2B5EF4-FFF2-40B4-BE49-F238E27FC236}">
                  <a16:creationId xmlns:a16="http://schemas.microsoft.com/office/drawing/2014/main" id="{E73E1BB8-002E-C5C3-4DFB-3972122B19C1}"/>
                </a:ext>
              </a:extLst>
            </p:cNvPr>
            <p:cNvSpPr/>
            <p:nvPr/>
          </p:nvSpPr>
          <p:spPr>
            <a:xfrm>
              <a:off x="13650812" y="4819800"/>
              <a:ext cx="64477" cy="246477"/>
            </a:xfrm>
            <a:custGeom>
              <a:avLst/>
              <a:gdLst>
                <a:gd name="connsiteX0" fmla="*/ 59819 w 64477"/>
                <a:gd name="connsiteY0" fmla="*/ 79 h 246477"/>
                <a:gd name="connsiteX1" fmla="*/ 301 w 64477"/>
                <a:gd name="connsiteY1" fmla="*/ 123195 h 246477"/>
                <a:gd name="connsiteX2" fmla="*/ 59819 w 64477"/>
                <a:gd name="connsiteY2" fmla="*/ 246557 h 246477"/>
                <a:gd name="connsiteX3" fmla="*/ 64779 w 64477"/>
                <a:gd name="connsiteY3" fmla="*/ 243596 h 246477"/>
                <a:gd name="connsiteX4" fmla="*/ 62299 w 64477"/>
                <a:gd name="connsiteY4" fmla="*/ 239895 h 246477"/>
                <a:gd name="connsiteX5" fmla="*/ 17164 w 64477"/>
                <a:gd name="connsiteY5" fmla="*/ 123441 h 246477"/>
                <a:gd name="connsiteX6" fmla="*/ 63043 w 64477"/>
                <a:gd name="connsiteY6" fmla="*/ 6000 h 246477"/>
                <a:gd name="connsiteX7" fmla="*/ 64779 w 64477"/>
                <a:gd name="connsiteY7" fmla="*/ 3040 h 246477"/>
                <a:gd name="connsiteX8" fmla="*/ 59819 w 64477"/>
                <a:gd name="connsiteY8" fmla="*/ 79 h 24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6477">
                  <a:moveTo>
                    <a:pt x="59819" y="79"/>
                  </a:moveTo>
                  <a:cubicBezTo>
                    <a:pt x="12701" y="33140"/>
                    <a:pt x="301" y="85446"/>
                    <a:pt x="301" y="123195"/>
                  </a:cubicBezTo>
                  <a:cubicBezTo>
                    <a:pt x="301" y="157983"/>
                    <a:pt x="10717" y="212015"/>
                    <a:pt x="59819" y="246557"/>
                  </a:cubicBezTo>
                  <a:cubicBezTo>
                    <a:pt x="61803" y="246557"/>
                    <a:pt x="64779" y="246557"/>
                    <a:pt x="64779" y="243596"/>
                  </a:cubicBezTo>
                  <a:cubicBezTo>
                    <a:pt x="64779" y="242116"/>
                    <a:pt x="64035" y="241622"/>
                    <a:pt x="62299" y="239895"/>
                  </a:cubicBezTo>
                  <a:cubicBezTo>
                    <a:pt x="29316" y="210288"/>
                    <a:pt x="17164" y="168345"/>
                    <a:pt x="17164" y="123441"/>
                  </a:cubicBezTo>
                  <a:cubicBezTo>
                    <a:pt x="17164" y="56826"/>
                    <a:pt x="42707" y="24258"/>
                    <a:pt x="63043" y="6000"/>
                  </a:cubicBezTo>
                  <a:cubicBezTo>
                    <a:pt x="64035" y="5013"/>
                    <a:pt x="64779" y="4273"/>
                    <a:pt x="64779" y="3040"/>
                  </a:cubicBezTo>
                  <a:cubicBezTo>
                    <a:pt x="64779" y="79"/>
                    <a:pt x="61803" y="79"/>
                    <a:pt x="59819" y="7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5" name="Freeform: Shape 84">
              <a:extLst>
                <a:ext uri="{FF2B5EF4-FFF2-40B4-BE49-F238E27FC236}">
                  <a16:creationId xmlns:a16="http://schemas.microsoft.com/office/drawing/2014/main" id="{BC4B99A1-6685-D2B5-6FC5-356A9E40EA33}"/>
                </a:ext>
              </a:extLst>
            </p:cNvPr>
            <p:cNvSpPr/>
            <p:nvPr/>
          </p:nvSpPr>
          <p:spPr>
            <a:xfrm>
              <a:off x="13741683" y="4895298"/>
              <a:ext cx="152017" cy="109545"/>
            </a:xfrm>
            <a:custGeom>
              <a:avLst/>
              <a:gdLst>
                <a:gd name="connsiteX0" fmla="*/ 89581 w 152017"/>
                <a:gd name="connsiteY0" fmla="*/ 49917 h 109545"/>
                <a:gd name="connsiteX1" fmla="*/ 123803 w 152017"/>
                <a:gd name="connsiteY1" fmla="*/ 15623 h 109545"/>
                <a:gd name="connsiteX2" fmla="*/ 146866 w 152017"/>
                <a:gd name="connsiteY2" fmla="*/ 13896 h 109545"/>
                <a:gd name="connsiteX3" fmla="*/ 146866 w 152017"/>
                <a:gd name="connsiteY3" fmla="*/ 79 h 109545"/>
                <a:gd name="connsiteX4" fmla="*/ 122811 w 152017"/>
                <a:gd name="connsiteY4" fmla="*/ 1066 h 109545"/>
                <a:gd name="connsiteX5" fmla="*/ 95284 w 152017"/>
                <a:gd name="connsiteY5" fmla="*/ 79 h 109545"/>
                <a:gd name="connsiteX6" fmla="*/ 95284 w 152017"/>
                <a:gd name="connsiteY6" fmla="*/ 13896 h 109545"/>
                <a:gd name="connsiteX7" fmla="*/ 101980 w 152017"/>
                <a:gd name="connsiteY7" fmla="*/ 15376 h 109545"/>
                <a:gd name="connsiteX8" fmla="*/ 78669 w 152017"/>
                <a:gd name="connsiteY8" fmla="*/ 38815 h 109545"/>
                <a:gd name="connsiteX9" fmla="*/ 54614 w 152017"/>
                <a:gd name="connsiteY9" fmla="*/ 13896 h 109545"/>
                <a:gd name="connsiteX10" fmla="*/ 61310 w 152017"/>
                <a:gd name="connsiteY10" fmla="*/ 13896 h 109545"/>
                <a:gd name="connsiteX11" fmla="*/ 61310 w 152017"/>
                <a:gd name="connsiteY11" fmla="*/ 79 h 109545"/>
                <a:gd name="connsiteX12" fmla="*/ 29815 w 152017"/>
                <a:gd name="connsiteY12" fmla="*/ 1066 h 109545"/>
                <a:gd name="connsiteX13" fmla="*/ 1792 w 152017"/>
                <a:gd name="connsiteY13" fmla="*/ 79 h 109545"/>
                <a:gd name="connsiteX14" fmla="*/ 1792 w 152017"/>
                <a:gd name="connsiteY14" fmla="*/ 13896 h 109545"/>
                <a:gd name="connsiteX15" fmla="*/ 20391 w 152017"/>
                <a:gd name="connsiteY15" fmla="*/ 13896 h 109545"/>
                <a:gd name="connsiteX16" fmla="*/ 61062 w 152017"/>
                <a:gd name="connsiteY16" fmla="*/ 56085 h 109545"/>
                <a:gd name="connsiteX17" fmla="*/ 25351 w 152017"/>
                <a:gd name="connsiteY17" fmla="*/ 91861 h 109545"/>
                <a:gd name="connsiteX18" fmla="*/ 14192 w 152017"/>
                <a:gd name="connsiteY18" fmla="*/ 95561 h 109545"/>
                <a:gd name="connsiteX19" fmla="*/ 304 w 152017"/>
                <a:gd name="connsiteY19" fmla="*/ 95808 h 109545"/>
                <a:gd name="connsiteX20" fmla="*/ 304 w 152017"/>
                <a:gd name="connsiteY20" fmla="*/ 109625 h 109545"/>
                <a:gd name="connsiteX21" fmla="*/ 24359 w 152017"/>
                <a:gd name="connsiteY21" fmla="*/ 108638 h 109545"/>
                <a:gd name="connsiteX22" fmla="*/ 51886 w 152017"/>
                <a:gd name="connsiteY22" fmla="*/ 109625 h 109545"/>
                <a:gd name="connsiteX23" fmla="*/ 51886 w 152017"/>
                <a:gd name="connsiteY23" fmla="*/ 95808 h 109545"/>
                <a:gd name="connsiteX24" fmla="*/ 45190 w 152017"/>
                <a:gd name="connsiteY24" fmla="*/ 94081 h 109545"/>
                <a:gd name="connsiteX25" fmla="*/ 71973 w 152017"/>
                <a:gd name="connsiteY25" fmla="*/ 67435 h 109545"/>
                <a:gd name="connsiteX26" fmla="*/ 99500 w 152017"/>
                <a:gd name="connsiteY26" fmla="*/ 95808 h 109545"/>
                <a:gd name="connsiteX27" fmla="*/ 93053 w 152017"/>
                <a:gd name="connsiteY27" fmla="*/ 95808 h 109545"/>
                <a:gd name="connsiteX28" fmla="*/ 93053 w 152017"/>
                <a:gd name="connsiteY28" fmla="*/ 109625 h 109545"/>
                <a:gd name="connsiteX29" fmla="*/ 124547 w 152017"/>
                <a:gd name="connsiteY29" fmla="*/ 108638 h 109545"/>
                <a:gd name="connsiteX30" fmla="*/ 152322 w 152017"/>
                <a:gd name="connsiteY30" fmla="*/ 109625 h 109545"/>
                <a:gd name="connsiteX31" fmla="*/ 152322 w 152017"/>
                <a:gd name="connsiteY31" fmla="*/ 95808 h 109545"/>
                <a:gd name="connsiteX32" fmla="*/ 133971 w 152017"/>
                <a:gd name="connsiteY32" fmla="*/ 95808 h 109545"/>
                <a:gd name="connsiteX33" fmla="*/ 89581 w 152017"/>
                <a:gd name="connsiteY33" fmla="*/ 49917 h 10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2017" h="109545">
                  <a:moveTo>
                    <a:pt x="89581" y="49917"/>
                  </a:moveTo>
                  <a:lnTo>
                    <a:pt x="123803" y="15623"/>
                  </a:lnTo>
                  <a:cubicBezTo>
                    <a:pt x="129755" y="13896"/>
                    <a:pt x="136203" y="13896"/>
                    <a:pt x="146866" y="13896"/>
                  </a:cubicBezTo>
                  <a:lnTo>
                    <a:pt x="146866" y="79"/>
                  </a:lnTo>
                  <a:cubicBezTo>
                    <a:pt x="138931" y="819"/>
                    <a:pt x="130747" y="1066"/>
                    <a:pt x="122811" y="1066"/>
                  </a:cubicBezTo>
                  <a:cubicBezTo>
                    <a:pt x="114380" y="1066"/>
                    <a:pt x="97268" y="326"/>
                    <a:pt x="95284" y="79"/>
                  </a:cubicBezTo>
                  <a:lnTo>
                    <a:pt x="95284" y="13896"/>
                  </a:lnTo>
                  <a:cubicBezTo>
                    <a:pt x="98508" y="13896"/>
                    <a:pt x="100244" y="14389"/>
                    <a:pt x="101980" y="15376"/>
                  </a:cubicBezTo>
                  <a:lnTo>
                    <a:pt x="78669" y="38815"/>
                  </a:lnTo>
                  <a:lnTo>
                    <a:pt x="54614" y="13896"/>
                  </a:lnTo>
                  <a:lnTo>
                    <a:pt x="61310" y="13896"/>
                  </a:lnTo>
                  <a:lnTo>
                    <a:pt x="61310" y="79"/>
                  </a:lnTo>
                  <a:cubicBezTo>
                    <a:pt x="59822" y="79"/>
                    <a:pt x="40231" y="1066"/>
                    <a:pt x="29815" y="1066"/>
                  </a:cubicBezTo>
                  <a:cubicBezTo>
                    <a:pt x="20391" y="1066"/>
                    <a:pt x="11216" y="819"/>
                    <a:pt x="1792" y="79"/>
                  </a:cubicBezTo>
                  <a:lnTo>
                    <a:pt x="1792" y="13896"/>
                  </a:lnTo>
                  <a:lnTo>
                    <a:pt x="20391" y="13896"/>
                  </a:lnTo>
                  <a:lnTo>
                    <a:pt x="61062" y="56085"/>
                  </a:lnTo>
                  <a:lnTo>
                    <a:pt x="25351" y="91861"/>
                  </a:lnTo>
                  <a:cubicBezTo>
                    <a:pt x="22127" y="94821"/>
                    <a:pt x="21879" y="95068"/>
                    <a:pt x="14192" y="95561"/>
                  </a:cubicBezTo>
                  <a:cubicBezTo>
                    <a:pt x="10224" y="95808"/>
                    <a:pt x="1544" y="95808"/>
                    <a:pt x="304" y="95808"/>
                  </a:cubicBezTo>
                  <a:lnTo>
                    <a:pt x="304" y="109625"/>
                  </a:lnTo>
                  <a:cubicBezTo>
                    <a:pt x="8240" y="108885"/>
                    <a:pt x="16424" y="108638"/>
                    <a:pt x="24359" y="108638"/>
                  </a:cubicBezTo>
                  <a:cubicBezTo>
                    <a:pt x="31055" y="108638"/>
                    <a:pt x="48662" y="109378"/>
                    <a:pt x="51886" y="109625"/>
                  </a:cubicBezTo>
                  <a:lnTo>
                    <a:pt x="51886" y="95808"/>
                  </a:lnTo>
                  <a:cubicBezTo>
                    <a:pt x="47918" y="95808"/>
                    <a:pt x="46926" y="95315"/>
                    <a:pt x="45190" y="94081"/>
                  </a:cubicBezTo>
                  <a:lnTo>
                    <a:pt x="71973" y="67435"/>
                  </a:lnTo>
                  <a:lnTo>
                    <a:pt x="99500" y="95808"/>
                  </a:lnTo>
                  <a:lnTo>
                    <a:pt x="93053" y="95808"/>
                  </a:lnTo>
                  <a:lnTo>
                    <a:pt x="93053" y="109625"/>
                  </a:lnTo>
                  <a:cubicBezTo>
                    <a:pt x="93301" y="109625"/>
                    <a:pt x="113140" y="108638"/>
                    <a:pt x="124547" y="108638"/>
                  </a:cubicBezTo>
                  <a:cubicBezTo>
                    <a:pt x="133723" y="108638"/>
                    <a:pt x="143147" y="108885"/>
                    <a:pt x="152322" y="109625"/>
                  </a:cubicBezTo>
                  <a:lnTo>
                    <a:pt x="152322" y="95808"/>
                  </a:lnTo>
                  <a:lnTo>
                    <a:pt x="133971" y="95808"/>
                  </a:lnTo>
                  <a:lnTo>
                    <a:pt x="89581" y="4991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6" name="Freeform: Shape 85">
              <a:extLst>
                <a:ext uri="{FF2B5EF4-FFF2-40B4-BE49-F238E27FC236}">
                  <a16:creationId xmlns:a16="http://schemas.microsoft.com/office/drawing/2014/main" id="{05C443F4-A909-6378-1729-F2BB1D768734}"/>
                </a:ext>
              </a:extLst>
            </p:cNvPr>
            <p:cNvSpPr/>
            <p:nvPr/>
          </p:nvSpPr>
          <p:spPr>
            <a:xfrm>
              <a:off x="13930090" y="4976471"/>
              <a:ext cx="31494" cy="75991"/>
            </a:xfrm>
            <a:custGeom>
              <a:avLst/>
              <a:gdLst>
                <a:gd name="connsiteX0" fmla="*/ 24860 w 31494"/>
                <a:gd name="connsiteY0" fmla="*/ 24505 h 75991"/>
                <a:gd name="connsiteX1" fmla="*/ 5517 w 31494"/>
                <a:gd name="connsiteY1" fmla="*/ 69655 h 75991"/>
                <a:gd name="connsiteX2" fmla="*/ 3781 w 31494"/>
                <a:gd name="connsiteY2" fmla="*/ 72616 h 75991"/>
                <a:gd name="connsiteX3" fmla="*/ 7253 w 31494"/>
                <a:gd name="connsiteY3" fmla="*/ 76070 h 75991"/>
                <a:gd name="connsiteX4" fmla="*/ 31804 w 31494"/>
                <a:gd name="connsiteY4" fmla="*/ 26972 h 75991"/>
                <a:gd name="connsiteX5" fmla="*/ 14444 w 31494"/>
                <a:gd name="connsiteY5" fmla="*/ 79 h 75991"/>
                <a:gd name="connsiteX6" fmla="*/ 309 w 31494"/>
                <a:gd name="connsiteY6" fmla="*/ 14142 h 75991"/>
                <a:gd name="connsiteX7" fmla="*/ 14692 w 31494"/>
                <a:gd name="connsiteY7" fmla="*/ 28452 h 75991"/>
                <a:gd name="connsiteX8" fmla="*/ 24860 w 31494"/>
                <a:gd name="connsiteY8" fmla="*/ 24505 h 7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94" h="75991">
                  <a:moveTo>
                    <a:pt x="24860" y="24505"/>
                  </a:moveTo>
                  <a:cubicBezTo>
                    <a:pt x="24860" y="38075"/>
                    <a:pt x="22380" y="53865"/>
                    <a:pt x="5517" y="69655"/>
                  </a:cubicBezTo>
                  <a:cubicBezTo>
                    <a:pt x="4525" y="70642"/>
                    <a:pt x="3781" y="71382"/>
                    <a:pt x="3781" y="72616"/>
                  </a:cubicBezTo>
                  <a:cubicBezTo>
                    <a:pt x="3781" y="74343"/>
                    <a:pt x="5765" y="76070"/>
                    <a:pt x="7253" y="76070"/>
                  </a:cubicBezTo>
                  <a:cubicBezTo>
                    <a:pt x="10725" y="76070"/>
                    <a:pt x="31804" y="56332"/>
                    <a:pt x="31804" y="26972"/>
                  </a:cubicBezTo>
                  <a:cubicBezTo>
                    <a:pt x="31804" y="11675"/>
                    <a:pt x="25852" y="79"/>
                    <a:pt x="14444" y="79"/>
                  </a:cubicBezTo>
                  <a:cubicBezTo>
                    <a:pt x="6261" y="79"/>
                    <a:pt x="309" y="6494"/>
                    <a:pt x="309" y="14142"/>
                  </a:cubicBezTo>
                  <a:cubicBezTo>
                    <a:pt x="309" y="22037"/>
                    <a:pt x="6013" y="28452"/>
                    <a:pt x="14692" y="28452"/>
                  </a:cubicBezTo>
                  <a:cubicBezTo>
                    <a:pt x="20644" y="28452"/>
                    <a:pt x="24612" y="24505"/>
                    <a:pt x="24860" y="2450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7" name="Freeform: Shape 86">
              <a:extLst>
                <a:ext uri="{FF2B5EF4-FFF2-40B4-BE49-F238E27FC236}">
                  <a16:creationId xmlns:a16="http://schemas.microsoft.com/office/drawing/2014/main" id="{9F0AEC16-1EBB-D1FD-69E8-D8219740A641}"/>
                </a:ext>
              </a:extLst>
            </p:cNvPr>
            <p:cNvSpPr/>
            <p:nvPr/>
          </p:nvSpPr>
          <p:spPr>
            <a:xfrm>
              <a:off x="13999351" y="4841019"/>
              <a:ext cx="115067" cy="168759"/>
            </a:xfrm>
            <a:custGeom>
              <a:avLst/>
              <a:gdLst>
                <a:gd name="connsiteX0" fmla="*/ 115379 w 115067"/>
                <a:gd name="connsiteY0" fmla="*/ 85199 h 168759"/>
                <a:gd name="connsiteX1" fmla="*/ 100747 w 115067"/>
                <a:gd name="connsiteY1" fmla="*/ 21297 h 168759"/>
                <a:gd name="connsiteX2" fmla="*/ 57845 w 115067"/>
                <a:gd name="connsiteY2" fmla="*/ 79 h 168759"/>
                <a:gd name="connsiteX3" fmla="*/ 311 w 115067"/>
                <a:gd name="connsiteY3" fmla="*/ 85199 h 168759"/>
                <a:gd name="connsiteX4" fmla="*/ 57845 w 115067"/>
                <a:gd name="connsiteY4" fmla="*/ 168839 h 168759"/>
                <a:gd name="connsiteX5" fmla="*/ 115379 w 115067"/>
                <a:gd name="connsiteY5" fmla="*/ 85199 h 168759"/>
                <a:gd name="connsiteX6" fmla="*/ 57845 w 115067"/>
                <a:gd name="connsiteY6" fmla="*/ 161930 h 168759"/>
                <a:gd name="connsiteX7" fmla="*/ 26350 w 115067"/>
                <a:gd name="connsiteY7" fmla="*/ 135037 h 168759"/>
                <a:gd name="connsiteX8" fmla="*/ 22878 w 115067"/>
                <a:gd name="connsiteY8" fmla="*/ 81992 h 168759"/>
                <a:gd name="connsiteX9" fmla="*/ 26598 w 115067"/>
                <a:gd name="connsiteY9" fmla="*/ 31660 h 168759"/>
                <a:gd name="connsiteX10" fmla="*/ 57845 w 115067"/>
                <a:gd name="connsiteY10" fmla="*/ 6987 h 168759"/>
                <a:gd name="connsiteX11" fmla="*/ 88596 w 115067"/>
                <a:gd name="connsiteY11" fmla="*/ 29439 h 168759"/>
                <a:gd name="connsiteX12" fmla="*/ 92812 w 115067"/>
                <a:gd name="connsiteY12" fmla="*/ 81992 h 168759"/>
                <a:gd name="connsiteX13" fmla="*/ 89588 w 115067"/>
                <a:gd name="connsiteY13" fmla="*/ 134050 h 168759"/>
                <a:gd name="connsiteX14" fmla="*/ 57845 w 115067"/>
                <a:gd name="connsiteY14" fmla="*/ 161930 h 168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5067" h="168759">
                  <a:moveTo>
                    <a:pt x="115379" y="85199"/>
                  </a:moveTo>
                  <a:cubicBezTo>
                    <a:pt x="115379" y="58059"/>
                    <a:pt x="112155" y="38568"/>
                    <a:pt x="100747" y="21297"/>
                  </a:cubicBezTo>
                  <a:cubicBezTo>
                    <a:pt x="93060" y="9948"/>
                    <a:pt x="77684" y="79"/>
                    <a:pt x="57845" y="79"/>
                  </a:cubicBezTo>
                  <a:cubicBezTo>
                    <a:pt x="311" y="79"/>
                    <a:pt x="311" y="67435"/>
                    <a:pt x="311" y="85199"/>
                  </a:cubicBezTo>
                  <a:cubicBezTo>
                    <a:pt x="311" y="102963"/>
                    <a:pt x="311" y="168839"/>
                    <a:pt x="57845" y="168839"/>
                  </a:cubicBezTo>
                  <a:cubicBezTo>
                    <a:pt x="115379" y="168839"/>
                    <a:pt x="115379" y="102963"/>
                    <a:pt x="115379" y="85199"/>
                  </a:cubicBezTo>
                  <a:close/>
                  <a:moveTo>
                    <a:pt x="57845" y="161930"/>
                  </a:moveTo>
                  <a:cubicBezTo>
                    <a:pt x="46438" y="161930"/>
                    <a:pt x="31310" y="155269"/>
                    <a:pt x="26350" y="135037"/>
                  </a:cubicBezTo>
                  <a:cubicBezTo>
                    <a:pt x="22878" y="120481"/>
                    <a:pt x="22878" y="100249"/>
                    <a:pt x="22878" y="81992"/>
                  </a:cubicBezTo>
                  <a:cubicBezTo>
                    <a:pt x="22878" y="63981"/>
                    <a:pt x="22878" y="45230"/>
                    <a:pt x="26598" y="31660"/>
                  </a:cubicBezTo>
                  <a:cubicBezTo>
                    <a:pt x="31806" y="12168"/>
                    <a:pt x="47677" y="6987"/>
                    <a:pt x="57845" y="6987"/>
                  </a:cubicBezTo>
                  <a:cubicBezTo>
                    <a:pt x="71237" y="6987"/>
                    <a:pt x="84132" y="15129"/>
                    <a:pt x="88596" y="29439"/>
                  </a:cubicBezTo>
                  <a:cubicBezTo>
                    <a:pt x="92564" y="42762"/>
                    <a:pt x="92812" y="60526"/>
                    <a:pt x="92812" y="81992"/>
                  </a:cubicBezTo>
                  <a:cubicBezTo>
                    <a:pt x="92812" y="100249"/>
                    <a:pt x="92812" y="118507"/>
                    <a:pt x="89588" y="134050"/>
                  </a:cubicBezTo>
                  <a:cubicBezTo>
                    <a:pt x="84628" y="156502"/>
                    <a:pt x="67765" y="161930"/>
                    <a:pt x="57845" y="16193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8" name="Freeform: Shape 87">
              <a:extLst>
                <a:ext uri="{FF2B5EF4-FFF2-40B4-BE49-F238E27FC236}">
                  <a16:creationId xmlns:a16="http://schemas.microsoft.com/office/drawing/2014/main" id="{F7D3A684-61E0-F082-FE4F-62FD1804B702}"/>
                </a:ext>
              </a:extLst>
            </p:cNvPr>
            <p:cNvSpPr/>
            <p:nvPr/>
          </p:nvSpPr>
          <p:spPr>
            <a:xfrm>
              <a:off x="14153464" y="4898506"/>
              <a:ext cx="29262" cy="154202"/>
            </a:xfrm>
            <a:custGeom>
              <a:avLst/>
              <a:gdLst>
                <a:gd name="connsiteX0" fmla="*/ 28834 w 29262"/>
                <a:gd name="connsiteY0" fmla="*/ 14389 h 154202"/>
                <a:gd name="connsiteX1" fmla="*/ 14699 w 29262"/>
                <a:gd name="connsiteY1" fmla="*/ 79 h 154202"/>
                <a:gd name="connsiteX2" fmla="*/ 315 w 29262"/>
                <a:gd name="connsiteY2" fmla="*/ 14142 h 154202"/>
                <a:gd name="connsiteX3" fmla="*/ 14451 w 29262"/>
                <a:gd name="connsiteY3" fmla="*/ 28452 h 154202"/>
                <a:gd name="connsiteX4" fmla="*/ 28834 w 29262"/>
                <a:gd name="connsiteY4" fmla="*/ 14389 h 154202"/>
                <a:gd name="connsiteX5" fmla="*/ 22634 w 29262"/>
                <a:gd name="connsiteY5" fmla="*/ 104197 h 154202"/>
                <a:gd name="connsiteX6" fmla="*/ 5523 w 29262"/>
                <a:gd name="connsiteY6" fmla="*/ 147620 h 154202"/>
                <a:gd name="connsiteX7" fmla="*/ 3787 w 29262"/>
                <a:gd name="connsiteY7" fmla="*/ 150581 h 154202"/>
                <a:gd name="connsiteX8" fmla="*/ 7259 w 29262"/>
                <a:gd name="connsiteY8" fmla="*/ 154282 h 154202"/>
                <a:gd name="connsiteX9" fmla="*/ 29578 w 29262"/>
                <a:gd name="connsiteY9" fmla="*/ 104443 h 154202"/>
                <a:gd name="connsiteX10" fmla="*/ 14451 w 29262"/>
                <a:gd name="connsiteY10" fmla="*/ 78044 h 154202"/>
                <a:gd name="connsiteX11" fmla="*/ 315 w 29262"/>
                <a:gd name="connsiteY11" fmla="*/ 92107 h 154202"/>
                <a:gd name="connsiteX12" fmla="*/ 14699 w 29262"/>
                <a:gd name="connsiteY12" fmla="*/ 106417 h 154202"/>
                <a:gd name="connsiteX13" fmla="*/ 22634 w 29262"/>
                <a:gd name="connsiteY13" fmla="*/ 104197 h 154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262" h="154202">
                  <a:moveTo>
                    <a:pt x="28834" y="14389"/>
                  </a:moveTo>
                  <a:cubicBezTo>
                    <a:pt x="28834" y="5754"/>
                    <a:pt x="21890" y="79"/>
                    <a:pt x="14699" y="79"/>
                  </a:cubicBezTo>
                  <a:cubicBezTo>
                    <a:pt x="6019" y="79"/>
                    <a:pt x="315" y="6987"/>
                    <a:pt x="315" y="14142"/>
                  </a:cubicBezTo>
                  <a:cubicBezTo>
                    <a:pt x="315" y="22778"/>
                    <a:pt x="7259" y="28452"/>
                    <a:pt x="14451" y="28452"/>
                  </a:cubicBezTo>
                  <a:cubicBezTo>
                    <a:pt x="23130" y="28452"/>
                    <a:pt x="28834" y="21544"/>
                    <a:pt x="28834" y="14389"/>
                  </a:cubicBezTo>
                  <a:close/>
                  <a:moveTo>
                    <a:pt x="22634" y="104197"/>
                  </a:moveTo>
                  <a:cubicBezTo>
                    <a:pt x="22386" y="121714"/>
                    <a:pt x="16435" y="135531"/>
                    <a:pt x="5523" y="147620"/>
                  </a:cubicBezTo>
                  <a:cubicBezTo>
                    <a:pt x="4035" y="149101"/>
                    <a:pt x="3787" y="149594"/>
                    <a:pt x="3787" y="150581"/>
                  </a:cubicBezTo>
                  <a:cubicBezTo>
                    <a:pt x="3787" y="152061"/>
                    <a:pt x="5523" y="154282"/>
                    <a:pt x="7259" y="154282"/>
                  </a:cubicBezTo>
                  <a:cubicBezTo>
                    <a:pt x="10483" y="154282"/>
                    <a:pt x="29578" y="134297"/>
                    <a:pt x="29578" y="104443"/>
                  </a:cubicBezTo>
                  <a:cubicBezTo>
                    <a:pt x="29578" y="96055"/>
                    <a:pt x="28338" y="78044"/>
                    <a:pt x="14451" y="78044"/>
                  </a:cubicBezTo>
                  <a:cubicBezTo>
                    <a:pt x="5027" y="78044"/>
                    <a:pt x="315" y="85446"/>
                    <a:pt x="315" y="92107"/>
                  </a:cubicBezTo>
                  <a:cubicBezTo>
                    <a:pt x="315" y="99016"/>
                    <a:pt x="4779" y="106417"/>
                    <a:pt x="14699" y="106417"/>
                  </a:cubicBezTo>
                  <a:cubicBezTo>
                    <a:pt x="18915" y="106417"/>
                    <a:pt x="21643" y="104690"/>
                    <a:pt x="22634" y="104197"/>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9" name="Freeform: Shape 88">
              <a:extLst>
                <a:ext uri="{FF2B5EF4-FFF2-40B4-BE49-F238E27FC236}">
                  <a16:creationId xmlns:a16="http://schemas.microsoft.com/office/drawing/2014/main" id="{386FFD52-A0F1-7A4D-7F93-1A8B0CACA91C}"/>
                </a:ext>
              </a:extLst>
            </p:cNvPr>
            <p:cNvSpPr/>
            <p:nvPr/>
          </p:nvSpPr>
          <p:spPr>
            <a:xfrm>
              <a:off x="14216060" y="4895298"/>
              <a:ext cx="214263" cy="111026"/>
            </a:xfrm>
            <a:custGeom>
              <a:avLst/>
              <a:gdLst>
                <a:gd name="connsiteX0" fmla="*/ 197718 w 214263"/>
                <a:gd name="connsiteY0" fmla="*/ 18583 h 111026"/>
                <a:gd name="connsiteX1" fmla="*/ 203917 w 214263"/>
                <a:gd name="connsiteY1" fmla="*/ 14389 h 111026"/>
                <a:gd name="connsiteX2" fmla="*/ 214581 w 214263"/>
                <a:gd name="connsiteY2" fmla="*/ 13896 h 111026"/>
                <a:gd name="connsiteX3" fmla="*/ 214581 w 214263"/>
                <a:gd name="connsiteY3" fmla="*/ 79 h 111026"/>
                <a:gd name="connsiteX4" fmla="*/ 194246 w 214263"/>
                <a:gd name="connsiteY4" fmla="*/ 1066 h 111026"/>
                <a:gd name="connsiteX5" fmla="*/ 168455 w 214263"/>
                <a:gd name="connsiteY5" fmla="*/ 79 h 111026"/>
                <a:gd name="connsiteX6" fmla="*/ 168455 w 214263"/>
                <a:gd name="connsiteY6" fmla="*/ 13896 h 111026"/>
                <a:gd name="connsiteX7" fmla="*/ 181846 w 214263"/>
                <a:gd name="connsiteY7" fmla="*/ 15376 h 111026"/>
                <a:gd name="connsiteX8" fmla="*/ 152832 w 214263"/>
                <a:gd name="connsiteY8" fmla="*/ 82238 h 111026"/>
                <a:gd name="connsiteX9" fmla="*/ 123073 w 214263"/>
                <a:gd name="connsiteY9" fmla="*/ 13896 h 111026"/>
                <a:gd name="connsiteX10" fmla="*/ 135472 w 214263"/>
                <a:gd name="connsiteY10" fmla="*/ 13896 h 111026"/>
                <a:gd name="connsiteX11" fmla="*/ 135472 w 214263"/>
                <a:gd name="connsiteY11" fmla="*/ 79 h 111026"/>
                <a:gd name="connsiteX12" fmla="*/ 106209 w 214263"/>
                <a:gd name="connsiteY12" fmla="*/ 1066 h 111026"/>
                <a:gd name="connsiteX13" fmla="*/ 81162 w 214263"/>
                <a:gd name="connsiteY13" fmla="*/ 79 h 111026"/>
                <a:gd name="connsiteX14" fmla="*/ 81162 w 214263"/>
                <a:gd name="connsiteY14" fmla="*/ 13896 h 111026"/>
                <a:gd name="connsiteX15" fmla="*/ 96042 w 214263"/>
                <a:gd name="connsiteY15" fmla="*/ 13896 h 111026"/>
                <a:gd name="connsiteX16" fmla="*/ 98770 w 214263"/>
                <a:gd name="connsiteY16" fmla="*/ 20804 h 111026"/>
                <a:gd name="connsiteX17" fmla="*/ 97778 w 214263"/>
                <a:gd name="connsiteY17" fmla="*/ 23765 h 111026"/>
                <a:gd name="connsiteX18" fmla="*/ 74963 w 214263"/>
                <a:gd name="connsiteY18" fmla="*/ 76070 h 111026"/>
                <a:gd name="connsiteX19" fmla="*/ 47684 w 214263"/>
                <a:gd name="connsiteY19" fmla="*/ 13896 h 111026"/>
                <a:gd name="connsiteX20" fmla="*/ 60331 w 214263"/>
                <a:gd name="connsiteY20" fmla="*/ 13896 h 111026"/>
                <a:gd name="connsiteX21" fmla="*/ 60331 w 214263"/>
                <a:gd name="connsiteY21" fmla="*/ 79 h 111026"/>
                <a:gd name="connsiteX22" fmla="*/ 28092 w 214263"/>
                <a:gd name="connsiteY22" fmla="*/ 1066 h 111026"/>
                <a:gd name="connsiteX23" fmla="*/ 318 w 214263"/>
                <a:gd name="connsiteY23" fmla="*/ 79 h 111026"/>
                <a:gd name="connsiteX24" fmla="*/ 318 w 214263"/>
                <a:gd name="connsiteY24" fmla="*/ 13896 h 111026"/>
                <a:gd name="connsiteX25" fmla="*/ 15197 w 214263"/>
                <a:gd name="connsiteY25" fmla="*/ 13896 h 111026"/>
                <a:gd name="connsiteX26" fmla="*/ 54627 w 214263"/>
                <a:gd name="connsiteY26" fmla="*/ 104443 h 111026"/>
                <a:gd name="connsiteX27" fmla="*/ 67027 w 214263"/>
                <a:gd name="connsiteY27" fmla="*/ 111105 h 111026"/>
                <a:gd name="connsiteX28" fmla="*/ 79674 w 214263"/>
                <a:gd name="connsiteY28" fmla="*/ 104443 h 111026"/>
                <a:gd name="connsiteX29" fmla="*/ 107449 w 214263"/>
                <a:gd name="connsiteY29" fmla="*/ 40295 h 111026"/>
                <a:gd name="connsiteX30" fmla="*/ 135224 w 214263"/>
                <a:gd name="connsiteY30" fmla="*/ 104197 h 111026"/>
                <a:gd name="connsiteX31" fmla="*/ 147872 w 214263"/>
                <a:gd name="connsiteY31" fmla="*/ 111105 h 111026"/>
                <a:gd name="connsiteX32" fmla="*/ 160271 w 214263"/>
                <a:gd name="connsiteY32" fmla="*/ 104443 h 111026"/>
                <a:gd name="connsiteX33" fmla="*/ 197718 w 214263"/>
                <a:gd name="connsiteY33" fmla="*/ 18583 h 11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4263" h="111026">
                  <a:moveTo>
                    <a:pt x="197718" y="18583"/>
                  </a:moveTo>
                  <a:cubicBezTo>
                    <a:pt x="199454" y="15129"/>
                    <a:pt x="199702" y="14882"/>
                    <a:pt x="203917" y="14389"/>
                  </a:cubicBezTo>
                  <a:cubicBezTo>
                    <a:pt x="207637" y="13896"/>
                    <a:pt x="209621" y="13896"/>
                    <a:pt x="214581" y="13896"/>
                  </a:cubicBezTo>
                  <a:lnTo>
                    <a:pt x="214581" y="79"/>
                  </a:lnTo>
                  <a:cubicBezTo>
                    <a:pt x="207885" y="572"/>
                    <a:pt x="200942" y="1066"/>
                    <a:pt x="194246" y="1066"/>
                  </a:cubicBezTo>
                  <a:cubicBezTo>
                    <a:pt x="185566" y="1066"/>
                    <a:pt x="177135" y="819"/>
                    <a:pt x="168455" y="79"/>
                  </a:cubicBezTo>
                  <a:lnTo>
                    <a:pt x="168455" y="13896"/>
                  </a:lnTo>
                  <a:cubicBezTo>
                    <a:pt x="175895" y="13896"/>
                    <a:pt x="177879" y="14389"/>
                    <a:pt x="181846" y="15376"/>
                  </a:cubicBezTo>
                  <a:lnTo>
                    <a:pt x="152832" y="82238"/>
                  </a:lnTo>
                  <a:lnTo>
                    <a:pt x="123073" y="13896"/>
                  </a:lnTo>
                  <a:lnTo>
                    <a:pt x="135472" y="13896"/>
                  </a:lnTo>
                  <a:lnTo>
                    <a:pt x="135472" y="79"/>
                  </a:lnTo>
                  <a:cubicBezTo>
                    <a:pt x="134728" y="79"/>
                    <a:pt x="116625" y="1066"/>
                    <a:pt x="106209" y="1066"/>
                  </a:cubicBezTo>
                  <a:cubicBezTo>
                    <a:pt x="98770" y="1066"/>
                    <a:pt x="88602" y="819"/>
                    <a:pt x="81162" y="79"/>
                  </a:cubicBezTo>
                  <a:lnTo>
                    <a:pt x="81162" y="13896"/>
                  </a:lnTo>
                  <a:lnTo>
                    <a:pt x="96042" y="13896"/>
                  </a:lnTo>
                  <a:cubicBezTo>
                    <a:pt x="98770" y="19570"/>
                    <a:pt x="98770" y="20064"/>
                    <a:pt x="98770" y="20804"/>
                  </a:cubicBezTo>
                  <a:cubicBezTo>
                    <a:pt x="98770" y="21544"/>
                    <a:pt x="98026" y="23271"/>
                    <a:pt x="97778" y="23765"/>
                  </a:cubicBezTo>
                  <a:lnTo>
                    <a:pt x="74963" y="76070"/>
                  </a:lnTo>
                  <a:lnTo>
                    <a:pt x="47684" y="13896"/>
                  </a:lnTo>
                  <a:lnTo>
                    <a:pt x="60331" y="13896"/>
                  </a:lnTo>
                  <a:lnTo>
                    <a:pt x="60331" y="79"/>
                  </a:lnTo>
                  <a:cubicBezTo>
                    <a:pt x="49668" y="572"/>
                    <a:pt x="38756" y="1066"/>
                    <a:pt x="28092" y="1066"/>
                  </a:cubicBezTo>
                  <a:cubicBezTo>
                    <a:pt x="18669" y="1066"/>
                    <a:pt x="1806" y="79"/>
                    <a:pt x="318" y="79"/>
                  </a:cubicBezTo>
                  <a:lnTo>
                    <a:pt x="318" y="13896"/>
                  </a:lnTo>
                  <a:lnTo>
                    <a:pt x="15197" y="13896"/>
                  </a:lnTo>
                  <a:lnTo>
                    <a:pt x="54627" y="104443"/>
                  </a:lnTo>
                  <a:cubicBezTo>
                    <a:pt x="57603" y="111105"/>
                    <a:pt x="61323" y="111105"/>
                    <a:pt x="67027" y="111105"/>
                  </a:cubicBezTo>
                  <a:cubicBezTo>
                    <a:pt x="72483" y="111105"/>
                    <a:pt x="76699" y="111105"/>
                    <a:pt x="79674" y="104443"/>
                  </a:cubicBezTo>
                  <a:lnTo>
                    <a:pt x="107449" y="40295"/>
                  </a:lnTo>
                  <a:lnTo>
                    <a:pt x="135224" y="104197"/>
                  </a:lnTo>
                  <a:cubicBezTo>
                    <a:pt x="138200" y="111105"/>
                    <a:pt x="141920" y="111105"/>
                    <a:pt x="147872" y="111105"/>
                  </a:cubicBezTo>
                  <a:cubicBezTo>
                    <a:pt x="153575" y="111105"/>
                    <a:pt x="157295" y="111105"/>
                    <a:pt x="160271" y="104443"/>
                  </a:cubicBezTo>
                  <a:lnTo>
                    <a:pt x="197718" y="18583"/>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0" name="Freeform: Shape 89">
              <a:extLst>
                <a:ext uri="{FF2B5EF4-FFF2-40B4-BE49-F238E27FC236}">
                  <a16:creationId xmlns:a16="http://schemas.microsoft.com/office/drawing/2014/main" id="{1F20283D-1BDC-B80A-821A-0C1FBDE32CB0}"/>
                </a:ext>
              </a:extLst>
            </p:cNvPr>
            <p:cNvSpPr/>
            <p:nvPr/>
          </p:nvSpPr>
          <p:spPr>
            <a:xfrm>
              <a:off x="14460853" y="4819800"/>
              <a:ext cx="64229" cy="246477"/>
            </a:xfrm>
            <a:custGeom>
              <a:avLst/>
              <a:gdLst>
                <a:gd name="connsiteX0" fmla="*/ 5036 w 64229"/>
                <a:gd name="connsiteY0" fmla="*/ 79 h 246477"/>
                <a:gd name="connsiteX1" fmla="*/ 324 w 64229"/>
                <a:gd name="connsiteY1" fmla="*/ 3040 h 246477"/>
                <a:gd name="connsiteX2" fmla="*/ 2556 w 64229"/>
                <a:gd name="connsiteY2" fmla="*/ 6741 h 246477"/>
                <a:gd name="connsiteX3" fmla="*/ 47690 w 64229"/>
                <a:gd name="connsiteY3" fmla="*/ 123195 h 246477"/>
                <a:gd name="connsiteX4" fmla="*/ 4788 w 64229"/>
                <a:gd name="connsiteY4" fmla="*/ 237921 h 246477"/>
                <a:gd name="connsiteX5" fmla="*/ 324 w 64229"/>
                <a:gd name="connsiteY5" fmla="*/ 243596 h 246477"/>
                <a:gd name="connsiteX6" fmla="*/ 3548 w 64229"/>
                <a:gd name="connsiteY6" fmla="*/ 246557 h 246477"/>
                <a:gd name="connsiteX7" fmla="*/ 46450 w 64229"/>
                <a:gd name="connsiteY7" fmla="*/ 199432 h 246477"/>
                <a:gd name="connsiteX8" fmla="*/ 64554 w 64229"/>
                <a:gd name="connsiteY8" fmla="*/ 123441 h 246477"/>
                <a:gd name="connsiteX9" fmla="*/ 5036 w 64229"/>
                <a:gd name="connsiteY9" fmla="*/ 79 h 24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6477">
                  <a:moveTo>
                    <a:pt x="5036" y="79"/>
                  </a:moveTo>
                  <a:cubicBezTo>
                    <a:pt x="3300" y="79"/>
                    <a:pt x="324" y="79"/>
                    <a:pt x="324" y="3040"/>
                  </a:cubicBezTo>
                  <a:cubicBezTo>
                    <a:pt x="324" y="4273"/>
                    <a:pt x="1068" y="5013"/>
                    <a:pt x="2556" y="6741"/>
                  </a:cubicBezTo>
                  <a:cubicBezTo>
                    <a:pt x="23883" y="26232"/>
                    <a:pt x="47690" y="59540"/>
                    <a:pt x="47690" y="123195"/>
                  </a:cubicBezTo>
                  <a:cubicBezTo>
                    <a:pt x="47690" y="174760"/>
                    <a:pt x="31571" y="213742"/>
                    <a:pt x="4788" y="237921"/>
                  </a:cubicBezTo>
                  <a:cubicBezTo>
                    <a:pt x="572" y="242116"/>
                    <a:pt x="324" y="242363"/>
                    <a:pt x="324" y="243596"/>
                  </a:cubicBezTo>
                  <a:cubicBezTo>
                    <a:pt x="324" y="244830"/>
                    <a:pt x="1068" y="246557"/>
                    <a:pt x="3548" y="246557"/>
                  </a:cubicBezTo>
                  <a:cubicBezTo>
                    <a:pt x="6524" y="246557"/>
                    <a:pt x="30083" y="230273"/>
                    <a:pt x="46450" y="199432"/>
                  </a:cubicBezTo>
                  <a:cubicBezTo>
                    <a:pt x="57362" y="178954"/>
                    <a:pt x="64554" y="152308"/>
                    <a:pt x="64554" y="123441"/>
                  </a:cubicBezTo>
                  <a:cubicBezTo>
                    <a:pt x="64554" y="88653"/>
                    <a:pt x="54138" y="34620"/>
                    <a:pt x="5036" y="7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1" name="Freeform: Shape 90">
              <a:extLst>
                <a:ext uri="{FF2B5EF4-FFF2-40B4-BE49-F238E27FC236}">
                  <a16:creationId xmlns:a16="http://schemas.microsoft.com/office/drawing/2014/main" id="{55266A4B-C980-5970-51D1-DC5C4EE730DE}"/>
                </a:ext>
              </a:extLst>
            </p:cNvPr>
            <p:cNvSpPr/>
            <p:nvPr/>
          </p:nvSpPr>
          <p:spPr>
            <a:xfrm>
              <a:off x="12841243" y="5276030"/>
              <a:ext cx="1730425" cy="14097"/>
            </a:xfrm>
            <a:custGeom>
              <a:avLst/>
              <a:gdLst>
                <a:gd name="connsiteX0" fmla="*/ 0 w 1730425"/>
                <a:gd name="connsiteY0" fmla="*/ 0 h 14097"/>
                <a:gd name="connsiteX1" fmla="*/ 1730426 w 1730425"/>
                <a:gd name="connsiteY1" fmla="*/ 0 h 14097"/>
                <a:gd name="connsiteX2" fmla="*/ 1730426 w 1730425"/>
                <a:gd name="connsiteY2" fmla="*/ 14098 h 14097"/>
                <a:gd name="connsiteX3" fmla="*/ 0 w 1730425"/>
                <a:gd name="connsiteY3" fmla="*/ 14098 h 14097"/>
              </a:gdLst>
              <a:ahLst/>
              <a:cxnLst>
                <a:cxn ang="0">
                  <a:pos x="connsiteX0" y="connsiteY0"/>
                </a:cxn>
                <a:cxn ang="0">
                  <a:pos x="connsiteX1" y="connsiteY1"/>
                </a:cxn>
                <a:cxn ang="0">
                  <a:pos x="connsiteX2" y="connsiteY2"/>
                </a:cxn>
                <a:cxn ang="0">
                  <a:pos x="connsiteX3" y="connsiteY3"/>
                </a:cxn>
              </a:cxnLst>
              <a:rect l="l" t="t" r="r" b="b"/>
              <a:pathLst>
                <a:path w="1730425" h="14097">
                  <a:moveTo>
                    <a:pt x="0" y="0"/>
                  </a:moveTo>
                  <a:lnTo>
                    <a:pt x="1730426" y="0"/>
                  </a:lnTo>
                  <a:lnTo>
                    <a:pt x="1730426" y="14098"/>
                  </a:lnTo>
                  <a:lnTo>
                    <a:pt x="0" y="1409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2" name="Freeform: Shape 91">
              <a:extLst>
                <a:ext uri="{FF2B5EF4-FFF2-40B4-BE49-F238E27FC236}">
                  <a16:creationId xmlns:a16="http://schemas.microsoft.com/office/drawing/2014/main" id="{8F173695-3A1E-3A93-AE64-7A38E134C621}"/>
                </a:ext>
              </a:extLst>
            </p:cNvPr>
            <p:cNvSpPr/>
            <p:nvPr/>
          </p:nvSpPr>
          <p:spPr>
            <a:xfrm>
              <a:off x="13593414" y="5372234"/>
              <a:ext cx="235590" cy="240732"/>
            </a:xfrm>
            <a:custGeom>
              <a:avLst/>
              <a:gdLst>
                <a:gd name="connsiteX0" fmla="*/ 234828 w 235590"/>
                <a:gd name="connsiteY0" fmla="*/ 8555 h 240732"/>
                <a:gd name="connsiteX1" fmla="*/ 235890 w 235590"/>
                <a:gd name="connsiteY1" fmla="*/ 3268 h 240732"/>
                <a:gd name="connsiteX2" fmla="*/ 227034 w 235590"/>
                <a:gd name="connsiteY2" fmla="*/ 96 h 240732"/>
                <a:gd name="connsiteX3" fmla="*/ 77531 w 235590"/>
                <a:gd name="connsiteY3" fmla="*/ 96 h 240732"/>
                <a:gd name="connsiteX4" fmla="*/ 66549 w 235590"/>
                <a:gd name="connsiteY4" fmla="*/ 7145 h 240732"/>
                <a:gd name="connsiteX5" fmla="*/ 47064 w 235590"/>
                <a:gd name="connsiteY5" fmla="*/ 70589 h 240732"/>
                <a:gd name="connsiteX6" fmla="*/ 46001 w 235590"/>
                <a:gd name="connsiteY6" fmla="*/ 75523 h 240732"/>
                <a:gd name="connsiteX7" fmla="*/ 50252 w 235590"/>
                <a:gd name="connsiteY7" fmla="*/ 79400 h 240732"/>
                <a:gd name="connsiteX8" fmla="*/ 54858 w 235590"/>
                <a:gd name="connsiteY8" fmla="*/ 75876 h 240732"/>
                <a:gd name="connsiteX9" fmla="*/ 142008 w 235590"/>
                <a:gd name="connsiteY9" fmla="*/ 11023 h 240732"/>
                <a:gd name="connsiteX10" fmla="*/ 199755 w 235590"/>
                <a:gd name="connsiteY10" fmla="*/ 11023 h 240732"/>
                <a:gd name="connsiteX11" fmla="*/ 1717 w 235590"/>
                <a:gd name="connsiteY11" fmla="*/ 231312 h 240732"/>
                <a:gd name="connsiteX12" fmla="*/ 300 w 235590"/>
                <a:gd name="connsiteY12" fmla="*/ 237657 h 240732"/>
                <a:gd name="connsiteX13" fmla="*/ 9157 w 235590"/>
                <a:gd name="connsiteY13" fmla="*/ 240829 h 240732"/>
                <a:gd name="connsiteX14" fmla="*/ 163265 w 235590"/>
                <a:gd name="connsiteY14" fmla="*/ 240829 h 240732"/>
                <a:gd name="connsiteX15" fmla="*/ 174247 w 235590"/>
                <a:gd name="connsiteY15" fmla="*/ 233780 h 240732"/>
                <a:gd name="connsiteX16" fmla="*/ 199400 w 235590"/>
                <a:gd name="connsiteY16" fmla="*/ 155885 h 240732"/>
                <a:gd name="connsiteX17" fmla="*/ 200817 w 235590"/>
                <a:gd name="connsiteY17" fmla="*/ 150598 h 240732"/>
                <a:gd name="connsiteX18" fmla="*/ 196212 w 235590"/>
                <a:gd name="connsiteY18" fmla="*/ 146721 h 240732"/>
                <a:gd name="connsiteX19" fmla="*/ 190189 w 235590"/>
                <a:gd name="connsiteY19" fmla="*/ 155533 h 240732"/>
                <a:gd name="connsiteX20" fmla="*/ 97370 w 235590"/>
                <a:gd name="connsiteY20" fmla="*/ 228845 h 240732"/>
                <a:gd name="connsiteX21" fmla="*/ 36790 w 235590"/>
                <a:gd name="connsiteY21" fmla="*/ 228845 h 240732"/>
                <a:gd name="connsiteX22" fmla="*/ 234828 w 235590"/>
                <a:gd name="connsiteY22" fmla="*/ 8555 h 240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5590" h="240732">
                  <a:moveTo>
                    <a:pt x="234828" y="8555"/>
                  </a:moveTo>
                  <a:cubicBezTo>
                    <a:pt x="235182" y="7145"/>
                    <a:pt x="235890" y="5383"/>
                    <a:pt x="235890" y="3268"/>
                  </a:cubicBezTo>
                  <a:cubicBezTo>
                    <a:pt x="235890" y="96"/>
                    <a:pt x="234119" y="96"/>
                    <a:pt x="227034" y="96"/>
                  </a:cubicBezTo>
                  <a:lnTo>
                    <a:pt x="77531" y="96"/>
                  </a:lnTo>
                  <a:cubicBezTo>
                    <a:pt x="69028" y="96"/>
                    <a:pt x="68674" y="449"/>
                    <a:pt x="66549" y="7145"/>
                  </a:cubicBezTo>
                  <a:lnTo>
                    <a:pt x="47064" y="70589"/>
                  </a:lnTo>
                  <a:cubicBezTo>
                    <a:pt x="46355" y="72351"/>
                    <a:pt x="46001" y="74818"/>
                    <a:pt x="46001" y="75523"/>
                  </a:cubicBezTo>
                  <a:cubicBezTo>
                    <a:pt x="46001" y="75876"/>
                    <a:pt x="46001" y="79400"/>
                    <a:pt x="50252" y="79400"/>
                  </a:cubicBezTo>
                  <a:cubicBezTo>
                    <a:pt x="53440" y="79400"/>
                    <a:pt x="54149" y="76933"/>
                    <a:pt x="54858" y="75876"/>
                  </a:cubicBezTo>
                  <a:cubicBezTo>
                    <a:pt x="68320" y="34285"/>
                    <a:pt x="86742" y="11023"/>
                    <a:pt x="142008" y="11023"/>
                  </a:cubicBezTo>
                  <a:lnTo>
                    <a:pt x="199755" y="11023"/>
                  </a:lnTo>
                  <a:lnTo>
                    <a:pt x="1717" y="231312"/>
                  </a:lnTo>
                  <a:cubicBezTo>
                    <a:pt x="1717" y="231665"/>
                    <a:pt x="300" y="236599"/>
                    <a:pt x="300" y="237657"/>
                  </a:cubicBezTo>
                  <a:cubicBezTo>
                    <a:pt x="300" y="240829"/>
                    <a:pt x="2780" y="240829"/>
                    <a:pt x="9157" y="240829"/>
                  </a:cubicBezTo>
                  <a:lnTo>
                    <a:pt x="163265" y="240829"/>
                  </a:lnTo>
                  <a:cubicBezTo>
                    <a:pt x="171767" y="240829"/>
                    <a:pt x="172121" y="240476"/>
                    <a:pt x="174247" y="233780"/>
                  </a:cubicBezTo>
                  <a:lnTo>
                    <a:pt x="199400" y="155885"/>
                  </a:lnTo>
                  <a:cubicBezTo>
                    <a:pt x="199755" y="154475"/>
                    <a:pt x="200817" y="152008"/>
                    <a:pt x="200817" y="150598"/>
                  </a:cubicBezTo>
                  <a:cubicBezTo>
                    <a:pt x="200817" y="148836"/>
                    <a:pt x="199400" y="146721"/>
                    <a:pt x="196212" y="146721"/>
                  </a:cubicBezTo>
                  <a:cubicBezTo>
                    <a:pt x="193023" y="146721"/>
                    <a:pt x="192669" y="148131"/>
                    <a:pt x="190189" y="155533"/>
                  </a:cubicBezTo>
                  <a:cubicBezTo>
                    <a:pt x="174601" y="203468"/>
                    <a:pt x="157596" y="228845"/>
                    <a:pt x="97370" y="228845"/>
                  </a:cubicBezTo>
                  <a:lnTo>
                    <a:pt x="36790" y="228845"/>
                  </a:lnTo>
                  <a:lnTo>
                    <a:pt x="234828" y="8555"/>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3" name="Freeform: Shape 92">
              <a:extLst>
                <a:ext uri="{FF2B5EF4-FFF2-40B4-BE49-F238E27FC236}">
                  <a16:creationId xmlns:a16="http://schemas.microsoft.com/office/drawing/2014/main" id="{26EA43DD-1E35-FC5C-7E03-285AA582B148}"/>
                </a:ext>
              </a:extLst>
            </p:cNvPr>
            <p:cNvSpPr/>
            <p:nvPr/>
          </p:nvSpPr>
          <p:spPr>
            <a:xfrm>
              <a:off x="12857540" y="5911114"/>
              <a:ext cx="136040" cy="159666"/>
            </a:xfrm>
            <a:custGeom>
              <a:avLst/>
              <a:gdLst>
                <a:gd name="connsiteX0" fmla="*/ 50231 w 136040"/>
                <a:gd name="connsiteY0" fmla="*/ 74479 h 159666"/>
                <a:gd name="connsiteX1" fmla="*/ 104435 w 136040"/>
                <a:gd name="connsiteY1" fmla="*/ 66372 h 159666"/>
                <a:gd name="connsiteX2" fmla="*/ 131005 w 136040"/>
                <a:gd name="connsiteY2" fmla="*/ 30068 h 159666"/>
                <a:gd name="connsiteX3" fmla="*/ 93098 w 136040"/>
                <a:gd name="connsiteY3" fmla="*/ 109 h 159666"/>
                <a:gd name="connsiteX4" fmla="*/ 279 w 136040"/>
                <a:gd name="connsiteY4" fmla="*/ 95979 h 159666"/>
                <a:gd name="connsiteX5" fmla="*/ 55900 w 136040"/>
                <a:gd name="connsiteY5" fmla="*/ 159775 h 159666"/>
                <a:gd name="connsiteX6" fmla="*/ 136319 w 136040"/>
                <a:gd name="connsiteY6" fmla="*/ 118184 h 159666"/>
                <a:gd name="connsiteX7" fmla="*/ 132068 w 136040"/>
                <a:gd name="connsiteY7" fmla="*/ 113602 h 159666"/>
                <a:gd name="connsiteX8" fmla="*/ 127463 w 136040"/>
                <a:gd name="connsiteY8" fmla="*/ 117127 h 159666"/>
                <a:gd name="connsiteX9" fmla="*/ 56608 w 136040"/>
                <a:gd name="connsiteY9" fmla="*/ 152021 h 159666"/>
                <a:gd name="connsiteX10" fmla="*/ 25787 w 136040"/>
                <a:gd name="connsiteY10" fmla="*/ 111135 h 159666"/>
                <a:gd name="connsiteX11" fmla="*/ 31455 w 136040"/>
                <a:gd name="connsiteY11" fmla="*/ 74479 h 159666"/>
                <a:gd name="connsiteX12" fmla="*/ 50231 w 136040"/>
                <a:gd name="connsiteY12" fmla="*/ 74479 h 159666"/>
                <a:gd name="connsiteX13" fmla="*/ 33581 w 136040"/>
                <a:gd name="connsiteY13" fmla="*/ 66725 h 159666"/>
                <a:gd name="connsiteX14" fmla="*/ 93098 w 136040"/>
                <a:gd name="connsiteY14" fmla="*/ 7863 h 159666"/>
                <a:gd name="connsiteX15" fmla="*/ 119314 w 136040"/>
                <a:gd name="connsiteY15" fmla="*/ 30068 h 159666"/>
                <a:gd name="connsiteX16" fmla="*/ 48106 w 136040"/>
                <a:gd name="connsiteY16" fmla="*/ 66725 h 159666"/>
                <a:gd name="connsiteX17" fmla="*/ 33581 w 136040"/>
                <a:gd name="connsiteY17" fmla="*/ 66725 h 159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040" h="159666">
                  <a:moveTo>
                    <a:pt x="50231" y="74479"/>
                  </a:moveTo>
                  <a:cubicBezTo>
                    <a:pt x="60505" y="74479"/>
                    <a:pt x="86721" y="73774"/>
                    <a:pt x="104435" y="66372"/>
                  </a:cubicBezTo>
                  <a:cubicBezTo>
                    <a:pt x="129234" y="55798"/>
                    <a:pt x="131005" y="35003"/>
                    <a:pt x="131005" y="30068"/>
                  </a:cubicBezTo>
                  <a:cubicBezTo>
                    <a:pt x="131005" y="14560"/>
                    <a:pt x="117543" y="109"/>
                    <a:pt x="93098" y="109"/>
                  </a:cubicBezTo>
                  <a:cubicBezTo>
                    <a:pt x="53774" y="109"/>
                    <a:pt x="279" y="34298"/>
                    <a:pt x="279" y="95979"/>
                  </a:cubicBezTo>
                  <a:cubicBezTo>
                    <a:pt x="279" y="131930"/>
                    <a:pt x="21181" y="159775"/>
                    <a:pt x="55900" y="159775"/>
                  </a:cubicBezTo>
                  <a:cubicBezTo>
                    <a:pt x="106561" y="159775"/>
                    <a:pt x="136319" y="122414"/>
                    <a:pt x="136319" y="118184"/>
                  </a:cubicBezTo>
                  <a:cubicBezTo>
                    <a:pt x="136319" y="116070"/>
                    <a:pt x="134194" y="113602"/>
                    <a:pt x="132068" y="113602"/>
                  </a:cubicBezTo>
                  <a:cubicBezTo>
                    <a:pt x="130297" y="113602"/>
                    <a:pt x="129588" y="114307"/>
                    <a:pt x="127463" y="117127"/>
                  </a:cubicBezTo>
                  <a:cubicBezTo>
                    <a:pt x="99475" y="152021"/>
                    <a:pt x="60860" y="152021"/>
                    <a:pt x="56608" y="152021"/>
                  </a:cubicBezTo>
                  <a:cubicBezTo>
                    <a:pt x="28975" y="152021"/>
                    <a:pt x="25787" y="122414"/>
                    <a:pt x="25787" y="111135"/>
                  </a:cubicBezTo>
                  <a:cubicBezTo>
                    <a:pt x="25787" y="106906"/>
                    <a:pt x="26141" y="95979"/>
                    <a:pt x="31455" y="74479"/>
                  </a:cubicBezTo>
                  <a:lnTo>
                    <a:pt x="50231" y="74479"/>
                  </a:lnTo>
                  <a:close/>
                  <a:moveTo>
                    <a:pt x="33581" y="66725"/>
                  </a:moveTo>
                  <a:cubicBezTo>
                    <a:pt x="47397" y="13150"/>
                    <a:pt x="83887" y="7863"/>
                    <a:pt x="93098" y="7863"/>
                  </a:cubicBezTo>
                  <a:cubicBezTo>
                    <a:pt x="109749" y="7863"/>
                    <a:pt x="119314" y="18085"/>
                    <a:pt x="119314" y="30068"/>
                  </a:cubicBezTo>
                  <a:cubicBezTo>
                    <a:pt x="119314" y="66725"/>
                    <a:pt x="62631" y="66725"/>
                    <a:pt x="48106" y="66725"/>
                  </a:cubicBezTo>
                  <a:lnTo>
                    <a:pt x="33581" y="66725"/>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4" name="Freeform: Shape 93">
              <a:extLst>
                <a:ext uri="{FF2B5EF4-FFF2-40B4-BE49-F238E27FC236}">
                  <a16:creationId xmlns:a16="http://schemas.microsoft.com/office/drawing/2014/main" id="{055F125D-26DE-F933-BEFC-EA2F080E5548}"/>
                </a:ext>
              </a:extLst>
            </p:cNvPr>
            <p:cNvSpPr/>
            <p:nvPr/>
          </p:nvSpPr>
          <p:spPr>
            <a:xfrm>
              <a:off x="13017361" y="5828957"/>
              <a:ext cx="89772" cy="112506"/>
            </a:xfrm>
            <a:custGeom>
              <a:avLst/>
              <a:gdLst>
                <a:gd name="connsiteX0" fmla="*/ 83113 w 89772"/>
                <a:gd name="connsiteY0" fmla="*/ 6520 h 112506"/>
                <a:gd name="connsiteX1" fmla="*/ 79641 w 89772"/>
                <a:gd name="connsiteY1" fmla="*/ 105 h 112506"/>
                <a:gd name="connsiteX2" fmla="*/ 74681 w 89772"/>
                <a:gd name="connsiteY2" fmla="*/ 3066 h 112506"/>
                <a:gd name="connsiteX3" fmla="*/ 70217 w 89772"/>
                <a:gd name="connsiteY3" fmla="*/ 6767 h 112506"/>
                <a:gd name="connsiteX4" fmla="*/ 44178 w 89772"/>
                <a:gd name="connsiteY4" fmla="*/ 105 h 112506"/>
                <a:gd name="connsiteX5" fmla="*/ 284 w 89772"/>
                <a:gd name="connsiteY5" fmla="*/ 30946 h 112506"/>
                <a:gd name="connsiteX6" fmla="*/ 9707 w 89772"/>
                <a:gd name="connsiteY6" fmla="*/ 50190 h 112506"/>
                <a:gd name="connsiteX7" fmla="*/ 43930 w 89772"/>
                <a:gd name="connsiteY7" fmla="*/ 62527 h 112506"/>
                <a:gd name="connsiteX8" fmla="*/ 76417 w 89772"/>
                <a:gd name="connsiteY8" fmla="*/ 84732 h 112506"/>
                <a:gd name="connsiteX9" fmla="*/ 45914 w 89772"/>
                <a:gd name="connsiteY9" fmla="*/ 105704 h 112506"/>
                <a:gd name="connsiteX10" fmla="*/ 8963 w 89772"/>
                <a:gd name="connsiteY10" fmla="*/ 73383 h 112506"/>
                <a:gd name="connsiteX11" fmla="*/ 4500 w 89772"/>
                <a:gd name="connsiteY11" fmla="*/ 69188 h 112506"/>
                <a:gd name="connsiteX12" fmla="*/ 284 w 89772"/>
                <a:gd name="connsiteY12" fmla="*/ 75850 h 112506"/>
                <a:gd name="connsiteX13" fmla="*/ 284 w 89772"/>
                <a:gd name="connsiteY13" fmla="*/ 106197 h 112506"/>
                <a:gd name="connsiteX14" fmla="*/ 3756 w 89772"/>
                <a:gd name="connsiteY14" fmla="*/ 112612 h 112506"/>
                <a:gd name="connsiteX15" fmla="*/ 15659 w 89772"/>
                <a:gd name="connsiteY15" fmla="*/ 102003 h 112506"/>
                <a:gd name="connsiteX16" fmla="*/ 45914 w 89772"/>
                <a:gd name="connsiteY16" fmla="*/ 112612 h 112506"/>
                <a:gd name="connsiteX17" fmla="*/ 90056 w 89772"/>
                <a:gd name="connsiteY17" fmla="*/ 77824 h 112506"/>
                <a:gd name="connsiteX18" fmla="*/ 79393 w 89772"/>
                <a:gd name="connsiteY18" fmla="*/ 55125 h 112506"/>
                <a:gd name="connsiteX19" fmla="*/ 49882 w 89772"/>
                <a:gd name="connsiteY19" fmla="*/ 43035 h 112506"/>
                <a:gd name="connsiteX20" fmla="*/ 13923 w 89772"/>
                <a:gd name="connsiteY20" fmla="*/ 23544 h 112506"/>
                <a:gd name="connsiteX21" fmla="*/ 44178 w 89772"/>
                <a:gd name="connsiteY21" fmla="*/ 6027 h 112506"/>
                <a:gd name="connsiteX22" fmla="*/ 74681 w 89772"/>
                <a:gd name="connsiteY22" fmla="*/ 33166 h 112506"/>
                <a:gd name="connsiteX23" fmla="*/ 78897 w 89772"/>
                <a:gd name="connsiteY23" fmla="*/ 35880 h 112506"/>
                <a:gd name="connsiteX24" fmla="*/ 83113 w 89772"/>
                <a:gd name="connsiteY24" fmla="*/ 29466 h 112506"/>
                <a:gd name="connsiteX25" fmla="*/ 83113 w 89772"/>
                <a:gd name="connsiteY25" fmla="*/ 6520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772" h="112506">
                  <a:moveTo>
                    <a:pt x="83113" y="6520"/>
                  </a:moveTo>
                  <a:cubicBezTo>
                    <a:pt x="83113" y="2326"/>
                    <a:pt x="83113" y="105"/>
                    <a:pt x="79641" y="105"/>
                  </a:cubicBezTo>
                  <a:cubicBezTo>
                    <a:pt x="78401" y="105"/>
                    <a:pt x="77905" y="105"/>
                    <a:pt x="74681" y="3066"/>
                  </a:cubicBezTo>
                  <a:cubicBezTo>
                    <a:pt x="74185" y="3313"/>
                    <a:pt x="71705" y="5533"/>
                    <a:pt x="70217" y="6767"/>
                  </a:cubicBezTo>
                  <a:cubicBezTo>
                    <a:pt x="62777" y="1586"/>
                    <a:pt x="53354" y="105"/>
                    <a:pt x="44178" y="105"/>
                  </a:cubicBezTo>
                  <a:cubicBezTo>
                    <a:pt x="8715" y="105"/>
                    <a:pt x="284" y="18610"/>
                    <a:pt x="284" y="30946"/>
                  </a:cubicBezTo>
                  <a:cubicBezTo>
                    <a:pt x="284" y="38841"/>
                    <a:pt x="3756" y="45256"/>
                    <a:pt x="9707" y="50190"/>
                  </a:cubicBezTo>
                  <a:cubicBezTo>
                    <a:pt x="19131" y="58332"/>
                    <a:pt x="28555" y="60059"/>
                    <a:pt x="43930" y="62527"/>
                  </a:cubicBezTo>
                  <a:cubicBezTo>
                    <a:pt x="56330" y="64747"/>
                    <a:pt x="76417" y="68201"/>
                    <a:pt x="76417" y="84732"/>
                  </a:cubicBezTo>
                  <a:cubicBezTo>
                    <a:pt x="76417" y="94354"/>
                    <a:pt x="69721" y="105704"/>
                    <a:pt x="45914" y="105704"/>
                  </a:cubicBezTo>
                  <a:cubicBezTo>
                    <a:pt x="22107" y="105704"/>
                    <a:pt x="13427" y="90160"/>
                    <a:pt x="8963" y="73383"/>
                  </a:cubicBezTo>
                  <a:cubicBezTo>
                    <a:pt x="8219" y="70175"/>
                    <a:pt x="7971" y="69188"/>
                    <a:pt x="4500" y="69188"/>
                  </a:cubicBezTo>
                  <a:cubicBezTo>
                    <a:pt x="284" y="69188"/>
                    <a:pt x="284" y="70915"/>
                    <a:pt x="284" y="75850"/>
                  </a:cubicBezTo>
                  <a:lnTo>
                    <a:pt x="284" y="106197"/>
                  </a:lnTo>
                  <a:cubicBezTo>
                    <a:pt x="284" y="110391"/>
                    <a:pt x="284" y="112612"/>
                    <a:pt x="3756" y="112612"/>
                  </a:cubicBezTo>
                  <a:cubicBezTo>
                    <a:pt x="5988" y="112612"/>
                    <a:pt x="10699" y="107431"/>
                    <a:pt x="15659" y="102003"/>
                  </a:cubicBezTo>
                  <a:cubicBezTo>
                    <a:pt x="26571" y="112118"/>
                    <a:pt x="39962" y="112612"/>
                    <a:pt x="45914" y="112612"/>
                  </a:cubicBezTo>
                  <a:cubicBezTo>
                    <a:pt x="78153" y="112612"/>
                    <a:pt x="90056" y="95341"/>
                    <a:pt x="90056" y="77824"/>
                  </a:cubicBezTo>
                  <a:cubicBezTo>
                    <a:pt x="90056" y="68448"/>
                    <a:pt x="85840" y="61046"/>
                    <a:pt x="79393" y="55125"/>
                  </a:cubicBezTo>
                  <a:cubicBezTo>
                    <a:pt x="69969" y="46490"/>
                    <a:pt x="58561" y="44516"/>
                    <a:pt x="49882" y="43035"/>
                  </a:cubicBezTo>
                  <a:cubicBezTo>
                    <a:pt x="30043" y="39581"/>
                    <a:pt x="13923" y="36621"/>
                    <a:pt x="13923" y="23544"/>
                  </a:cubicBezTo>
                  <a:cubicBezTo>
                    <a:pt x="13923" y="15649"/>
                    <a:pt x="20619" y="6027"/>
                    <a:pt x="44178" y="6027"/>
                  </a:cubicBezTo>
                  <a:cubicBezTo>
                    <a:pt x="72945" y="6027"/>
                    <a:pt x="74185" y="26011"/>
                    <a:pt x="74681" y="33166"/>
                  </a:cubicBezTo>
                  <a:cubicBezTo>
                    <a:pt x="74929" y="35880"/>
                    <a:pt x="77905" y="35880"/>
                    <a:pt x="78897" y="35880"/>
                  </a:cubicBezTo>
                  <a:cubicBezTo>
                    <a:pt x="83113" y="35880"/>
                    <a:pt x="83113" y="34153"/>
                    <a:pt x="83113" y="29466"/>
                  </a:cubicBezTo>
                  <a:lnTo>
                    <a:pt x="83113" y="652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5" name="Freeform: Shape 94">
              <a:extLst>
                <a:ext uri="{FF2B5EF4-FFF2-40B4-BE49-F238E27FC236}">
                  <a16:creationId xmlns:a16="http://schemas.microsoft.com/office/drawing/2014/main" id="{E0415823-5163-AA0A-5F43-4C7C6C392FC4}"/>
                </a:ext>
              </a:extLst>
            </p:cNvPr>
            <p:cNvSpPr/>
            <p:nvPr/>
          </p:nvSpPr>
          <p:spPr>
            <a:xfrm>
              <a:off x="13129845" y="5828957"/>
              <a:ext cx="104651" cy="112506"/>
            </a:xfrm>
            <a:custGeom>
              <a:avLst/>
              <a:gdLst>
                <a:gd name="connsiteX0" fmla="*/ 85348 w 104651"/>
                <a:gd name="connsiteY0" fmla="*/ 11701 h 112506"/>
                <a:gd name="connsiteX1" fmla="*/ 78404 w 104651"/>
                <a:gd name="connsiteY1" fmla="*/ 22557 h 112506"/>
                <a:gd name="connsiteX2" fmla="*/ 90059 w 104651"/>
                <a:gd name="connsiteY2" fmla="*/ 34153 h 112506"/>
                <a:gd name="connsiteX3" fmla="*/ 101963 w 104651"/>
                <a:gd name="connsiteY3" fmla="*/ 22064 h 112506"/>
                <a:gd name="connsiteX4" fmla="*/ 60549 w 104651"/>
                <a:gd name="connsiteY4" fmla="*/ 105 h 112506"/>
                <a:gd name="connsiteX5" fmla="*/ 287 w 104651"/>
                <a:gd name="connsiteY5" fmla="*/ 56852 h 112506"/>
                <a:gd name="connsiteX6" fmla="*/ 59309 w 104651"/>
                <a:gd name="connsiteY6" fmla="*/ 112612 h 112506"/>
                <a:gd name="connsiteX7" fmla="*/ 104939 w 104651"/>
                <a:gd name="connsiteY7" fmla="*/ 80538 h 112506"/>
                <a:gd name="connsiteX8" fmla="*/ 100723 w 104651"/>
                <a:gd name="connsiteY8" fmla="*/ 77577 h 112506"/>
                <a:gd name="connsiteX9" fmla="*/ 96011 w 104651"/>
                <a:gd name="connsiteY9" fmla="*/ 81771 h 112506"/>
                <a:gd name="connsiteX10" fmla="*/ 62284 w 104651"/>
                <a:gd name="connsiteY10" fmla="*/ 104717 h 112506"/>
                <a:gd name="connsiteX11" fmla="*/ 22854 w 104651"/>
                <a:gd name="connsiteY11" fmla="*/ 56605 h 112506"/>
                <a:gd name="connsiteX12" fmla="*/ 61293 w 104651"/>
                <a:gd name="connsiteY12" fmla="*/ 8001 h 112506"/>
                <a:gd name="connsiteX13" fmla="*/ 85348 w 104651"/>
                <a:gd name="connsiteY13" fmla="*/ 11701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651" h="112506">
                  <a:moveTo>
                    <a:pt x="85348" y="11701"/>
                  </a:moveTo>
                  <a:cubicBezTo>
                    <a:pt x="80884" y="13675"/>
                    <a:pt x="78404" y="17623"/>
                    <a:pt x="78404" y="22557"/>
                  </a:cubicBezTo>
                  <a:cubicBezTo>
                    <a:pt x="78404" y="29219"/>
                    <a:pt x="83116" y="34153"/>
                    <a:pt x="90059" y="34153"/>
                  </a:cubicBezTo>
                  <a:cubicBezTo>
                    <a:pt x="96755" y="34153"/>
                    <a:pt x="101963" y="29959"/>
                    <a:pt x="101963" y="22064"/>
                  </a:cubicBezTo>
                  <a:cubicBezTo>
                    <a:pt x="101963" y="105"/>
                    <a:pt x="67492" y="105"/>
                    <a:pt x="60549" y="105"/>
                  </a:cubicBezTo>
                  <a:cubicBezTo>
                    <a:pt x="23350" y="105"/>
                    <a:pt x="287" y="28479"/>
                    <a:pt x="287" y="56852"/>
                  </a:cubicBezTo>
                  <a:cubicBezTo>
                    <a:pt x="287" y="87939"/>
                    <a:pt x="26822" y="112612"/>
                    <a:pt x="59309" y="112612"/>
                  </a:cubicBezTo>
                  <a:cubicBezTo>
                    <a:pt x="96259" y="112612"/>
                    <a:pt x="104939" y="83498"/>
                    <a:pt x="104939" y="80538"/>
                  </a:cubicBezTo>
                  <a:cubicBezTo>
                    <a:pt x="104939" y="77577"/>
                    <a:pt x="101715" y="77577"/>
                    <a:pt x="100723" y="77577"/>
                  </a:cubicBezTo>
                  <a:cubicBezTo>
                    <a:pt x="97499" y="77577"/>
                    <a:pt x="97251" y="78317"/>
                    <a:pt x="96011" y="81771"/>
                  </a:cubicBezTo>
                  <a:cubicBezTo>
                    <a:pt x="90555" y="97068"/>
                    <a:pt x="77412" y="104717"/>
                    <a:pt x="62284" y="104717"/>
                  </a:cubicBezTo>
                  <a:cubicBezTo>
                    <a:pt x="45173" y="104717"/>
                    <a:pt x="22854" y="92134"/>
                    <a:pt x="22854" y="56605"/>
                  </a:cubicBezTo>
                  <a:cubicBezTo>
                    <a:pt x="22854" y="25271"/>
                    <a:pt x="38229" y="8001"/>
                    <a:pt x="61293" y="8001"/>
                  </a:cubicBezTo>
                  <a:cubicBezTo>
                    <a:pt x="64516" y="8001"/>
                    <a:pt x="76420" y="8001"/>
                    <a:pt x="85348" y="1170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6" name="Freeform: Shape 95">
              <a:extLst>
                <a:ext uri="{FF2B5EF4-FFF2-40B4-BE49-F238E27FC236}">
                  <a16:creationId xmlns:a16="http://schemas.microsoft.com/office/drawing/2014/main" id="{4A159CC8-DD56-1AB7-C93D-3EEB3A8A7656}"/>
                </a:ext>
              </a:extLst>
            </p:cNvPr>
            <p:cNvSpPr/>
            <p:nvPr/>
          </p:nvSpPr>
          <p:spPr>
            <a:xfrm>
              <a:off x="13254073" y="5828957"/>
              <a:ext cx="121515" cy="112506"/>
            </a:xfrm>
            <a:custGeom>
              <a:avLst/>
              <a:gdLst>
                <a:gd name="connsiteX0" fmla="*/ 121806 w 121515"/>
                <a:gd name="connsiteY0" fmla="*/ 57592 h 112506"/>
                <a:gd name="connsiteX1" fmla="*/ 61048 w 121515"/>
                <a:gd name="connsiteY1" fmla="*/ 105 h 112506"/>
                <a:gd name="connsiteX2" fmla="*/ 291 w 121515"/>
                <a:gd name="connsiteY2" fmla="*/ 57592 h 112506"/>
                <a:gd name="connsiteX3" fmla="*/ 61048 w 121515"/>
                <a:gd name="connsiteY3" fmla="*/ 112612 h 112506"/>
                <a:gd name="connsiteX4" fmla="*/ 121806 w 121515"/>
                <a:gd name="connsiteY4" fmla="*/ 57592 h 112506"/>
                <a:gd name="connsiteX5" fmla="*/ 61048 w 121515"/>
                <a:gd name="connsiteY5" fmla="*/ 104717 h 112506"/>
                <a:gd name="connsiteX6" fmla="*/ 30297 w 121515"/>
                <a:gd name="connsiteY6" fmla="*/ 89666 h 112506"/>
                <a:gd name="connsiteX7" fmla="*/ 22858 w 121515"/>
                <a:gd name="connsiteY7" fmla="*/ 55372 h 112506"/>
                <a:gd name="connsiteX8" fmla="*/ 31785 w 121515"/>
                <a:gd name="connsiteY8" fmla="*/ 19597 h 112506"/>
                <a:gd name="connsiteX9" fmla="*/ 61048 w 121515"/>
                <a:gd name="connsiteY9" fmla="*/ 7014 h 112506"/>
                <a:gd name="connsiteX10" fmla="*/ 91551 w 121515"/>
                <a:gd name="connsiteY10" fmla="*/ 21570 h 112506"/>
                <a:gd name="connsiteX11" fmla="*/ 99239 w 121515"/>
                <a:gd name="connsiteY11" fmla="*/ 55372 h 112506"/>
                <a:gd name="connsiteX12" fmla="*/ 91303 w 121515"/>
                <a:gd name="connsiteY12" fmla="*/ 90407 h 112506"/>
                <a:gd name="connsiteX13" fmla="*/ 61048 w 121515"/>
                <a:gd name="connsiteY13" fmla="*/ 104717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515" h="112506">
                  <a:moveTo>
                    <a:pt x="121806" y="57592"/>
                  </a:moveTo>
                  <a:cubicBezTo>
                    <a:pt x="121806" y="26752"/>
                    <a:pt x="95271" y="105"/>
                    <a:pt x="61048" y="105"/>
                  </a:cubicBezTo>
                  <a:cubicBezTo>
                    <a:pt x="26825" y="105"/>
                    <a:pt x="291" y="26752"/>
                    <a:pt x="291" y="57592"/>
                  </a:cubicBezTo>
                  <a:cubicBezTo>
                    <a:pt x="291" y="88186"/>
                    <a:pt x="27569" y="112612"/>
                    <a:pt x="61048" y="112612"/>
                  </a:cubicBezTo>
                  <a:cubicBezTo>
                    <a:pt x="94527" y="112612"/>
                    <a:pt x="121806" y="88186"/>
                    <a:pt x="121806" y="57592"/>
                  </a:cubicBezTo>
                  <a:close/>
                  <a:moveTo>
                    <a:pt x="61048" y="104717"/>
                  </a:moveTo>
                  <a:cubicBezTo>
                    <a:pt x="51872" y="104717"/>
                    <a:pt x="38481" y="101756"/>
                    <a:pt x="30297" y="89666"/>
                  </a:cubicBezTo>
                  <a:cubicBezTo>
                    <a:pt x="23602" y="79551"/>
                    <a:pt x="22858" y="66721"/>
                    <a:pt x="22858" y="55372"/>
                  </a:cubicBezTo>
                  <a:cubicBezTo>
                    <a:pt x="22858" y="44763"/>
                    <a:pt x="23106" y="30206"/>
                    <a:pt x="31785" y="19597"/>
                  </a:cubicBezTo>
                  <a:cubicBezTo>
                    <a:pt x="37985" y="12442"/>
                    <a:pt x="48401" y="7014"/>
                    <a:pt x="61048" y="7014"/>
                  </a:cubicBezTo>
                  <a:cubicBezTo>
                    <a:pt x="75680" y="7014"/>
                    <a:pt x="86095" y="13922"/>
                    <a:pt x="91551" y="21570"/>
                  </a:cubicBezTo>
                  <a:cubicBezTo>
                    <a:pt x="98495" y="31193"/>
                    <a:pt x="99239" y="43529"/>
                    <a:pt x="99239" y="55372"/>
                  </a:cubicBezTo>
                  <a:cubicBezTo>
                    <a:pt x="99239" y="67214"/>
                    <a:pt x="98495" y="80291"/>
                    <a:pt x="91303" y="90407"/>
                  </a:cubicBezTo>
                  <a:cubicBezTo>
                    <a:pt x="84607" y="99782"/>
                    <a:pt x="73200" y="104717"/>
                    <a:pt x="61048" y="104717"/>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7" name="Freeform: Shape 96">
              <a:extLst>
                <a:ext uri="{FF2B5EF4-FFF2-40B4-BE49-F238E27FC236}">
                  <a16:creationId xmlns:a16="http://schemas.microsoft.com/office/drawing/2014/main" id="{990566FC-7DB1-4255-C0D4-AC4C6C5AA274}"/>
                </a:ext>
              </a:extLst>
            </p:cNvPr>
            <p:cNvSpPr/>
            <p:nvPr/>
          </p:nvSpPr>
          <p:spPr>
            <a:xfrm>
              <a:off x="13397770" y="5830191"/>
              <a:ext cx="88780" cy="108805"/>
            </a:xfrm>
            <a:custGeom>
              <a:avLst/>
              <a:gdLst>
                <a:gd name="connsiteX0" fmla="*/ 37493 w 88780"/>
                <a:gd name="connsiteY0" fmla="*/ 52658 h 108805"/>
                <a:gd name="connsiteX1" fmla="*/ 70724 w 88780"/>
                <a:gd name="connsiteY1" fmla="*/ 7014 h 108805"/>
                <a:gd name="connsiteX2" fmla="*/ 66508 w 88780"/>
                <a:gd name="connsiteY2" fmla="*/ 15896 h 108805"/>
                <a:gd name="connsiteX3" fmla="*/ 77667 w 88780"/>
                <a:gd name="connsiteY3" fmla="*/ 27245 h 108805"/>
                <a:gd name="connsiteX4" fmla="*/ 89075 w 88780"/>
                <a:gd name="connsiteY4" fmla="*/ 15896 h 108805"/>
                <a:gd name="connsiteX5" fmla="*/ 69484 w 88780"/>
                <a:gd name="connsiteY5" fmla="*/ 105 h 108805"/>
                <a:gd name="connsiteX6" fmla="*/ 36005 w 88780"/>
                <a:gd name="connsiteY6" fmla="*/ 26505 h 108805"/>
                <a:gd name="connsiteX7" fmla="*/ 35757 w 88780"/>
                <a:gd name="connsiteY7" fmla="*/ 26505 h 108805"/>
                <a:gd name="connsiteX8" fmla="*/ 35757 w 88780"/>
                <a:gd name="connsiteY8" fmla="*/ 105 h 108805"/>
                <a:gd name="connsiteX9" fmla="*/ 294 w 88780"/>
                <a:gd name="connsiteY9" fmla="*/ 2819 h 108805"/>
                <a:gd name="connsiteX10" fmla="*/ 294 w 88780"/>
                <a:gd name="connsiteY10" fmla="*/ 11701 h 108805"/>
                <a:gd name="connsiteX11" fmla="*/ 18894 w 88780"/>
                <a:gd name="connsiteY11" fmla="*/ 25518 h 108805"/>
                <a:gd name="connsiteX12" fmla="*/ 18894 w 88780"/>
                <a:gd name="connsiteY12" fmla="*/ 89420 h 108805"/>
                <a:gd name="connsiteX13" fmla="*/ 294 w 88780"/>
                <a:gd name="connsiteY13" fmla="*/ 100029 h 108805"/>
                <a:gd name="connsiteX14" fmla="*/ 294 w 88780"/>
                <a:gd name="connsiteY14" fmla="*/ 108911 h 108805"/>
                <a:gd name="connsiteX15" fmla="*/ 28565 w 88780"/>
                <a:gd name="connsiteY15" fmla="*/ 107924 h 108805"/>
                <a:gd name="connsiteX16" fmla="*/ 60804 w 88780"/>
                <a:gd name="connsiteY16" fmla="*/ 108911 h 108805"/>
                <a:gd name="connsiteX17" fmla="*/ 60804 w 88780"/>
                <a:gd name="connsiteY17" fmla="*/ 100029 h 108805"/>
                <a:gd name="connsiteX18" fmla="*/ 55844 w 88780"/>
                <a:gd name="connsiteY18" fmla="*/ 100029 h 108805"/>
                <a:gd name="connsiteX19" fmla="*/ 37493 w 88780"/>
                <a:gd name="connsiteY19" fmla="*/ 88926 h 108805"/>
                <a:gd name="connsiteX20" fmla="*/ 37493 w 88780"/>
                <a:gd name="connsiteY20" fmla="*/ 52658 h 10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780" h="108805">
                  <a:moveTo>
                    <a:pt x="37493" y="52658"/>
                  </a:moveTo>
                  <a:cubicBezTo>
                    <a:pt x="37493" y="31933"/>
                    <a:pt x="47165" y="7014"/>
                    <a:pt x="70724" y="7014"/>
                  </a:cubicBezTo>
                  <a:cubicBezTo>
                    <a:pt x="68492" y="8741"/>
                    <a:pt x="66508" y="11948"/>
                    <a:pt x="66508" y="15896"/>
                  </a:cubicBezTo>
                  <a:cubicBezTo>
                    <a:pt x="66508" y="24038"/>
                    <a:pt x="72956" y="27245"/>
                    <a:pt x="77667" y="27245"/>
                  </a:cubicBezTo>
                  <a:cubicBezTo>
                    <a:pt x="83619" y="27245"/>
                    <a:pt x="89075" y="23297"/>
                    <a:pt x="89075" y="15896"/>
                  </a:cubicBezTo>
                  <a:cubicBezTo>
                    <a:pt x="89075" y="7507"/>
                    <a:pt x="81139" y="105"/>
                    <a:pt x="69484" y="105"/>
                  </a:cubicBezTo>
                  <a:cubicBezTo>
                    <a:pt x="57084" y="105"/>
                    <a:pt x="43445" y="7754"/>
                    <a:pt x="36005" y="26505"/>
                  </a:cubicBezTo>
                  <a:lnTo>
                    <a:pt x="35757" y="26505"/>
                  </a:lnTo>
                  <a:lnTo>
                    <a:pt x="35757" y="105"/>
                  </a:lnTo>
                  <a:lnTo>
                    <a:pt x="294" y="2819"/>
                  </a:lnTo>
                  <a:lnTo>
                    <a:pt x="294" y="11701"/>
                  </a:lnTo>
                  <a:cubicBezTo>
                    <a:pt x="16910" y="11701"/>
                    <a:pt x="18894" y="13429"/>
                    <a:pt x="18894" y="25518"/>
                  </a:cubicBezTo>
                  <a:lnTo>
                    <a:pt x="18894" y="89420"/>
                  </a:lnTo>
                  <a:cubicBezTo>
                    <a:pt x="18894" y="100029"/>
                    <a:pt x="16414" y="100029"/>
                    <a:pt x="294" y="100029"/>
                  </a:cubicBezTo>
                  <a:lnTo>
                    <a:pt x="294" y="108911"/>
                  </a:lnTo>
                  <a:cubicBezTo>
                    <a:pt x="1534" y="108911"/>
                    <a:pt x="18398" y="107924"/>
                    <a:pt x="28565" y="107924"/>
                  </a:cubicBezTo>
                  <a:cubicBezTo>
                    <a:pt x="39229" y="107924"/>
                    <a:pt x="50140" y="108417"/>
                    <a:pt x="60804" y="108911"/>
                  </a:cubicBezTo>
                  <a:lnTo>
                    <a:pt x="60804" y="100029"/>
                  </a:lnTo>
                  <a:lnTo>
                    <a:pt x="55844" y="100029"/>
                  </a:lnTo>
                  <a:cubicBezTo>
                    <a:pt x="37493" y="100029"/>
                    <a:pt x="37493" y="97315"/>
                    <a:pt x="37493" y="88926"/>
                  </a:cubicBezTo>
                  <a:lnTo>
                    <a:pt x="37493" y="5265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8" name="Freeform: Shape 97">
              <a:extLst>
                <a:ext uri="{FF2B5EF4-FFF2-40B4-BE49-F238E27FC236}">
                  <a16:creationId xmlns:a16="http://schemas.microsoft.com/office/drawing/2014/main" id="{E18B7AA6-0D01-314A-B0AE-94048787467D}"/>
                </a:ext>
              </a:extLst>
            </p:cNvPr>
            <p:cNvSpPr/>
            <p:nvPr/>
          </p:nvSpPr>
          <p:spPr>
            <a:xfrm>
              <a:off x="13506001" y="5828957"/>
              <a:ext cx="106387" cy="112506"/>
            </a:xfrm>
            <a:custGeom>
              <a:avLst/>
              <a:gdLst>
                <a:gd name="connsiteX0" fmla="*/ 99742 w 106387"/>
                <a:gd name="connsiteY0" fmla="*/ 53891 h 112506"/>
                <a:gd name="connsiteX1" fmla="*/ 106685 w 106387"/>
                <a:gd name="connsiteY1" fmla="*/ 48463 h 112506"/>
                <a:gd name="connsiteX2" fmla="*/ 57583 w 106387"/>
                <a:gd name="connsiteY2" fmla="*/ 105 h 112506"/>
                <a:gd name="connsiteX3" fmla="*/ 298 w 106387"/>
                <a:gd name="connsiteY3" fmla="*/ 56112 h 112506"/>
                <a:gd name="connsiteX4" fmla="*/ 60807 w 106387"/>
                <a:gd name="connsiteY4" fmla="*/ 112612 h 112506"/>
                <a:gd name="connsiteX5" fmla="*/ 106685 w 106387"/>
                <a:gd name="connsiteY5" fmla="*/ 80538 h 112506"/>
                <a:gd name="connsiteX6" fmla="*/ 102470 w 106387"/>
                <a:gd name="connsiteY6" fmla="*/ 77083 h 112506"/>
                <a:gd name="connsiteX7" fmla="*/ 98006 w 106387"/>
                <a:gd name="connsiteY7" fmla="*/ 81031 h 112506"/>
                <a:gd name="connsiteX8" fmla="*/ 62543 w 106387"/>
                <a:gd name="connsiteY8" fmla="*/ 104717 h 112506"/>
                <a:gd name="connsiteX9" fmla="*/ 32288 w 106387"/>
                <a:gd name="connsiteY9" fmla="*/ 90160 h 112506"/>
                <a:gd name="connsiteX10" fmla="*/ 22865 w 106387"/>
                <a:gd name="connsiteY10" fmla="*/ 53891 h 112506"/>
                <a:gd name="connsiteX11" fmla="*/ 99742 w 106387"/>
                <a:gd name="connsiteY11" fmla="*/ 53891 h 112506"/>
                <a:gd name="connsiteX12" fmla="*/ 23113 w 106387"/>
                <a:gd name="connsiteY12" fmla="*/ 47476 h 112506"/>
                <a:gd name="connsiteX13" fmla="*/ 57583 w 106387"/>
                <a:gd name="connsiteY13" fmla="*/ 7014 h 112506"/>
                <a:gd name="connsiteX14" fmla="*/ 89326 w 106387"/>
                <a:gd name="connsiteY14" fmla="*/ 47476 h 112506"/>
                <a:gd name="connsiteX15" fmla="*/ 23113 w 106387"/>
                <a:gd name="connsiteY15" fmla="*/ 47476 h 112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6387" h="112506">
                  <a:moveTo>
                    <a:pt x="99742" y="53891"/>
                  </a:moveTo>
                  <a:cubicBezTo>
                    <a:pt x="104949" y="53891"/>
                    <a:pt x="106685" y="53891"/>
                    <a:pt x="106685" y="48463"/>
                  </a:cubicBezTo>
                  <a:cubicBezTo>
                    <a:pt x="106685" y="26752"/>
                    <a:pt x="94534" y="105"/>
                    <a:pt x="57583" y="105"/>
                  </a:cubicBezTo>
                  <a:cubicBezTo>
                    <a:pt x="25097" y="105"/>
                    <a:pt x="298" y="25765"/>
                    <a:pt x="298" y="56112"/>
                  </a:cubicBezTo>
                  <a:cubicBezTo>
                    <a:pt x="298" y="87446"/>
                    <a:pt x="27824" y="112612"/>
                    <a:pt x="60807" y="112612"/>
                  </a:cubicBezTo>
                  <a:cubicBezTo>
                    <a:pt x="94286" y="112612"/>
                    <a:pt x="106685" y="85966"/>
                    <a:pt x="106685" y="80538"/>
                  </a:cubicBezTo>
                  <a:cubicBezTo>
                    <a:pt x="106685" y="79551"/>
                    <a:pt x="106189" y="77083"/>
                    <a:pt x="102470" y="77083"/>
                  </a:cubicBezTo>
                  <a:cubicBezTo>
                    <a:pt x="99246" y="77083"/>
                    <a:pt x="98750" y="78564"/>
                    <a:pt x="98006" y="81031"/>
                  </a:cubicBezTo>
                  <a:cubicBezTo>
                    <a:pt x="90318" y="101016"/>
                    <a:pt x="71471" y="104717"/>
                    <a:pt x="62543" y="104717"/>
                  </a:cubicBezTo>
                  <a:cubicBezTo>
                    <a:pt x="50888" y="104717"/>
                    <a:pt x="39728" y="99535"/>
                    <a:pt x="32288" y="90160"/>
                  </a:cubicBezTo>
                  <a:cubicBezTo>
                    <a:pt x="23113" y="78564"/>
                    <a:pt x="22865" y="63514"/>
                    <a:pt x="22865" y="53891"/>
                  </a:cubicBezTo>
                  <a:lnTo>
                    <a:pt x="99742" y="53891"/>
                  </a:lnTo>
                  <a:close/>
                  <a:moveTo>
                    <a:pt x="23113" y="47476"/>
                  </a:moveTo>
                  <a:cubicBezTo>
                    <a:pt x="25841" y="12688"/>
                    <a:pt x="48160" y="7014"/>
                    <a:pt x="57583" y="7014"/>
                  </a:cubicBezTo>
                  <a:cubicBezTo>
                    <a:pt x="88086" y="7014"/>
                    <a:pt x="89078" y="41308"/>
                    <a:pt x="89326" y="47476"/>
                  </a:cubicBezTo>
                  <a:lnTo>
                    <a:pt x="23113" y="4747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9" name="Freeform: Shape 98">
              <a:extLst>
                <a:ext uri="{FF2B5EF4-FFF2-40B4-BE49-F238E27FC236}">
                  <a16:creationId xmlns:a16="http://schemas.microsoft.com/office/drawing/2014/main" id="{A0317FA3-3CE6-A850-E8CB-BCB05B3E40A8}"/>
                </a:ext>
              </a:extLst>
            </p:cNvPr>
            <p:cNvSpPr/>
            <p:nvPr/>
          </p:nvSpPr>
          <p:spPr>
            <a:xfrm>
              <a:off x="13650812" y="5753953"/>
              <a:ext cx="64477" cy="246477"/>
            </a:xfrm>
            <a:custGeom>
              <a:avLst/>
              <a:gdLst>
                <a:gd name="connsiteX0" fmla="*/ 59819 w 64477"/>
                <a:gd name="connsiteY0" fmla="*/ 105 h 246477"/>
                <a:gd name="connsiteX1" fmla="*/ 301 w 64477"/>
                <a:gd name="connsiteY1" fmla="*/ 123221 h 246477"/>
                <a:gd name="connsiteX2" fmla="*/ 59819 w 64477"/>
                <a:gd name="connsiteY2" fmla="*/ 246583 h 246477"/>
                <a:gd name="connsiteX3" fmla="*/ 64779 w 64477"/>
                <a:gd name="connsiteY3" fmla="*/ 243623 h 246477"/>
                <a:gd name="connsiteX4" fmla="*/ 62299 w 64477"/>
                <a:gd name="connsiteY4" fmla="*/ 239922 h 246477"/>
                <a:gd name="connsiteX5" fmla="*/ 17164 w 64477"/>
                <a:gd name="connsiteY5" fmla="*/ 123468 h 246477"/>
                <a:gd name="connsiteX6" fmla="*/ 63043 w 64477"/>
                <a:gd name="connsiteY6" fmla="*/ 6027 h 246477"/>
                <a:gd name="connsiteX7" fmla="*/ 64779 w 64477"/>
                <a:gd name="connsiteY7" fmla="*/ 3066 h 246477"/>
                <a:gd name="connsiteX8" fmla="*/ 59819 w 64477"/>
                <a:gd name="connsiteY8" fmla="*/ 105 h 24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6477">
                  <a:moveTo>
                    <a:pt x="59819" y="105"/>
                  </a:moveTo>
                  <a:cubicBezTo>
                    <a:pt x="12701" y="33166"/>
                    <a:pt x="301" y="85472"/>
                    <a:pt x="301" y="123221"/>
                  </a:cubicBezTo>
                  <a:cubicBezTo>
                    <a:pt x="301" y="158009"/>
                    <a:pt x="10717" y="212042"/>
                    <a:pt x="59819" y="246583"/>
                  </a:cubicBezTo>
                  <a:cubicBezTo>
                    <a:pt x="61803" y="246583"/>
                    <a:pt x="64779" y="246583"/>
                    <a:pt x="64779" y="243623"/>
                  </a:cubicBezTo>
                  <a:cubicBezTo>
                    <a:pt x="64779" y="242142"/>
                    <a:pt x="64035" y="241649"/>
                    <a:pt x="62299" y="239922"/>
                  </a:cubicBezTo>
                  <a:cubicBezTo>
                    <a:pt x="29316" y="210315"/>
                    <a:pt x="17164" y="168372"/>
                    <a:pt x="17164" y="123468"/>
                  </a:cubicBezTo>
                  <a:cubicBezTo>
                    <a:pt x="17164" y="56852"/>
                    <a:pt x="42707" y="24284"/>
                    <a:pt x="63043" y="6027"/>
                  </a:cubicBezTo>
                  <a:cubicBezTo>
                    <a:pt x="64035" y="5040"/>
                    <a:pt x="64779" y="4300"/>
                    <a:pt x="64779" y="3066"/>
                  </a:cubicBezTo>
                  <a:cubicBezTo>
                    <a:pt x="64779" y="105"/>
                    <a:pt x="61803" y="105"/>
                    <a:pt x="59819" y="10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0" name="Freeform: Shape 99">
              <a:extLst>
                <a:ext uri="{FF2B5EF4-FFF2-40B4-BE49-F238E27FC236}">
                  <a16:creationId xmlns:a16="http://schemas.microsoft.com/office/drawing/2014/main" id="{E146CAB0-497A-55BA-D29F-AB7751E3743A}"/>
                </a:ext>
              </a:extLst>
            </p:cNvPr>
            <p:cNvSpPr/>
            <p:nvPr/>
          </p:nvSpPr>
          <p:spPr>
            <a:xfrm>
              <a:off x="13741683" y="5829451"/>
              <a:ext cx="152017" cy="109545"/>
            </a:xfrm>
            <a:custGeom>
              <a:avLst/>
              <a:gdLst>
                <a:gd name="connsiteX0" fmla="*/ 89581 w 152017"/>
                <a:gd name="connsiteY0" fmla="*/ 49944 h 109545"/>
                <a:gd name="connsiteX1" fmla="*/ 123803 w 152017"/>
                <a:gd name="connsiteY1" fmla="*/ 15649 h 109545"/>
                <a:gd name="connsiteX2" fmla="*/ 146866 w 152017"/>
                <a:gd name="connsiteY2" fmla="*/ 13922 h 109545"/>
                <a:gd name="connsiteX3" fmla="*/ 146866 w 152017"/>
                <a:gd name="connsiteY3" fmla="*/ 105 h 109545"/>
                <a:gd name="connsiteX4" fmla="*/ 122811 w 152017"/>
                <a:gd name="connsiteY4" fmla="*/ 1092 h 109545"/>
                <a:gd name="connsiteX5" fmla="*/ 95284 w 152017"/>
                <a:gd name="connsiteY5" fmla="*/ 105 h 109545"/>
                <a:gd name="connsiteX6" fmla="*/ 95284 w 152017"/>
                <a:gd name="connsiteY6" fmla="*/ 13922 h 109545"/>
                <a:gd name="connsiteX7" fmla="*/ 101980 w 152017"/>
                <a:gd name="connsiteY7" fmla="*/ 15402 h 109545"/>
                <a:gd name="connsiteX8" fmla="*/ 78669 w 152017"/>
                <a:gd name="connsiteY8" fmla="*/ 38841 h 109545"/>
                <a:gd name="connsiteX9" fmla="*/ 54614 w 152017"/>
                <a:gd name="connsiteY9" fmla="*/ 13922 h 109545"/>
                <a:gd name="connsiteX10" fmla="*/ 61310 w 152017"/>
                <a:gd name="connsiteY10" fmla="*/ 13922 h 109545"/>
                <a:gd name="connsiteX11" fmla="*/ 61310 w 152017"/>
                <a:gd name="connsiteY11" fmla="*/ 105 h 109545"/>
                <a:gd name="connsiteX12" fmla="*/ 29815 w 152017"/>
                <a:gd name="connsiteY12" fmla="*/ 1092 h 109545"/>
                <a:gd name="connsiteX13" fmla="*/ 1792 w 152017"/>
                <a:gd name="connsiteY13" fmla="*/ 105 h 109545"/>
                <a:gd name="connsiteX14" fmla="*/ 1792 w 152017"/>
                <a:gd name="connsiteY14" fmla="*/ 13922 h 109545"/>
                <a:gd name="connsiteX15" fmla="*/ 20391 w 152017"/>
                <a:gd name="connsiteY15" fmla="*/ 13922 h 109545"/>
                <a:gd name="connsiteX16" fmla="*/ 61062 w 152017"/>
                <a:gd name="connsiteY16" fmla="*/ 56112 h 109545"/>
                <a:gd name="connsiteX17" fmla="*/ 25351 w 152017"/>
                <a:gd name="connsiteY17" fmla="*/ 91887 h 109545"/>
                <a:gd name="connsiteX18" fmla="*/ 14192 w 152017"/>
                <a:gd name="connsiteY18" fmla="*/ 95588 h 109545"/>
                <a:gd name="connsiteX19" fmla="*/ 304 w 152017"/>
                <a:gd name="connsiteY19" fmla="*/ 95835 h 109545"/>
                <a:gd name="connsiteX20" fmla="*/ 304 w 152017"/>
                <a:gd name="connsiteY20" fmla="*/ 109651 h 109545"/>
                <a:gd name="connsiteX21" fmla="*/ 24359 w 152017"/>
                <a:gd name="connsiteY21" fmla="*/ 108664 h 109545"/>
                <a:gd name="connsiteX22" fmla="*/ 51886 w 152017"/>
                <a:gd name="connsiteY22" fmla="*/ 109651 h 109545"/>
                <a:gd name="connsiteX23" fmla="*/ 51886 w 152017"/>
                <a:gd name="connsiteY23" fmla="*/ 95835 h 109545"/>
                <a:gd name="connsiteX24" fmla="*/ 45190 w 152017"/>
                <a:gd name="connsiteY24" fmla="*/ 94107 h 109545"/>
                <a:gd name="connsiteX25" fmla="*/ 71973 w 152017"/>
                <a:gd name="connsiteY25" fmla="*/ 67461 h 109545"/>
                <a:gd name="connsiteX26" fmla="*/ 99500 w 152017"/>
                <a:gd name="connsiteY26" fmla="*/ 95835 h 109545"/>
                <a:gd name="connsiteX27" fmla="*/ 93053 w 152017"/>
                <a:gd name="connsiteY27" fmla="*/ 95835 h 109545"/>
                <a:gd name="connsiteX28" fmla="*/ 93053 w 152017"/>
                <a:gd name="connsiteY28" fmla="*/ 109651 h 109545"/>
                <a:gd name="connsiteX29" fmla="*/ 124547 w 152017"/>
                <a:gd name="connsiteY29" fmla="*/ 108664 h 109545"/>
                <a:gd name="connsiteX30" fmla="*/ 152322 w 152017"/>
                <a:gd name="connsiteY30" fmla="*/ 109651 h 109545"/>
                <a:gd name="connsiteX31" fmla="*/ 152322 w 152017"/>
                <a:gd name="connsiteY31" fmla="*/ 95835 h 109545"/>
                <a:gd name="connsiteX32" fmla="*/ 133971 w 152017"/>
                <a:gd name="connsiteY32" fmla="*/ 95835 h 109545"/>
                <a:gd name="connsiteX33" fmla="*/ 89581 w 152017"/>
                <a:gd name="connsiteY33" fmla="*/ 49944 h 109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2017" h="109545">
                  <a:moveTo>
                    <a:pt x="89581" y="49944"/>
                  </a:moveTo>
                  <a:lnTo>
                    <a:pt x="123803" y="15649"/>
                  </a:lnTo>
                  <a:cubicBezTo>
                    <a:pt x="129755" y="13922"/>
                    <a:pt x="136203" y="13922"/>
                    <a:pt x="146866" y="13922"/>
                  </a:cubicBezTo>
                  <a:lnTo>
                    <a:pt x="146866" y="105"/>
                  </a:lnTo>
                  <a:cubicBezTo>
                    <a:pt x="138931" y="846"/>
                    <a:pt x="130747" y="1092"/>
                    <a:pt x="122811" y="1092"/>
                  </a:cubicBezTo>
                  <a:cubicBezTo>
                    <a:pt x="114380" y="1092"/>
                    <a:pt x="97268" y="352"/>
                    <a:pt x="95284" y="105"/>
                  </a:cubicBezTo>
                  <a:lnTo>
                    <a:pt x="95284" y="13922"/>
                  </a:lnTo>
                  <a:cubicBezTo>
                    <a:pt x="98508" y="13922"/>
                    <a:pt x="100244" y="14415"/>
                    <a:pt x="101980" y="15402"/>
                  </a:cubicBezTo>
                  <a:lnTo>
                    <a:pt x="78669" y="38841"/>
                  </a:lnTo>
                  <a:lnTo>
                    <a:pt x="54614" y="13922"/>
                  </a:lnTo>
                  <a:lnTo>
                    <a:pt x="61310" y="13922"/>
                  </a:lnTo>
                  <a:lnTo>
                    <a:pt x="61310" y="105"/>
                  </a:lnTo>
                  <a:cubicBezTo>
                    <a:pt x="59822" y="105"/>
                    <a:pt x="40231" y="1092"/>
                    <a:pt x="29815" y="1092"/>
                  </a:cubicBezTo>
                  <a:cubicBezTo>
                    <a:pt x="20391" y="1092"/>
                    <a:pt x="11216" y="846"/>
                    <a:pt x="1792" y="105"/>
                  </a:cubicBezTo>
                  <a:lnTo>
                    <a:pt x="1792" y="13922"/>
                  </a:lnTo>
                  <a:lnTo>
                    <a:pt x="20391" y="13922"/>
                  </a:lnTo>
                  <a:lnTo>
                    <a:pt x="61062" y="56112"/>
                  </a:lnTo>
                  <a:lnTo>
                    <a:pt x="25351" y="91887"/>
                  </a:lnTo>
                  <a:cubicBezTo>
                    <a:pt x="22127" y="94848"/>
                    <a:pt x="21879" y="95094"/>
                    <a:pt x="14192" y="95588"/>
                  </a:cubicBezTo>
                  <a:cubicBezTo>
                    <a:pt x="10224" y="95835"/>
                    <a:pt x="1544" y="95835"/>
                    <a:pt x="304" y="95835"/>
                  </a:cubicBezTo>
                  <a:lnTo>
                    <a:pt x="304" y="109651"/>
                  </a:lnTo>
                  <a:cubicBezTo>
                    <a:pt x="8240" y="108911"/>
                    <a:pt x="16424" y="108664"/>
                    <a:pt x="24359" y="108664"/>
                  </a:cubicBezTo>
                  <a:cubicBezTo>
                    <a:pt x="31055" y="108664"/>
                    <a:pt x="48662" y="109404"/>
                    <a:pt x="51886" y="109651"/>
                  </a:cubicBezTo>
                  <a:lnTo>
                    <a:pt x="51886" y="95835"/>
                  </a:lnTo>
                  <a:cubicBezTo>
                    <a:pt x="47918" y="95835"/>
                    <a:pt x="46926" y="95341"/>
                    <a:pt x="45190" y="94107"/>
                  </a:cubicBezTo>
                  <a:lnTo>
                    <a:pt x="71973" y="67461"/>
                  </a:lnTo>
                  <a:lnTo>
                    <a:pt x="99500" y="95835"/>
                  </a:lnTo>
                  <a:lnTo>
                    <a:pt x="93053" y="95835"/>
                  </a:lnTo>
                  <a:lnTo>
                    <a:pt x="93053" y="109651"/>
                  </a:lnTo>
                  <a:cubicBezTo>
                    <a:pt x="93301" y="109651"/>
                    <a:pt x="113140" y="108664"/>
                    <a:pt x="124547" y="108664"/>
                  </a:cubicBezTo>
                  <a:cubicBezTo>
                    <a:pt x="133723" y="108664"/>
                    <a:pt x="143147" y="108911"/>
                    <a:pt x="152322" y="109651"/>
                  </a:cubicBezTo>
                  <a:lnTo>
                    <a:pt x="152322" y="95835"/>
                  </a:lnTo>
                  <a:lnTo>
                    <a:pt x="133971" y="95835"/>
                  </a:lnTo>
                  <a:lnTo>
                    <a:pt x="89581" y="4994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1" name="Freeform: Shape 100">
              <a:extLst>
                <a:ext uri="{FF2B5EF4-FFF2-40B4-BE49-F238E27FC236}">
                  <a16:creationId xmlns:a16="http://schemas.microsoft.com/office/drawing/2014/main" id="{60396336-4D10-CFA5-84EC-79614E8AEBBE}"/>
                </a:ext>
              </a:extLst>
            </p:cNvPr>
            <p:cNvSpPr/>
            <p:nvPr/>
          </p:nvSpPr>
          <p:spPr>
            <a:xfrm>
              <a:off x="13930090" y="5910623"/>
              <a:ext cx="31494" cy="75991"/>
            </a:xfrm>
            <a:custGeom>
              <a:avLst/>
              <a:gdLst>
                <a:gd name="connsiteX0" fmla="*/ 24860 w 31494"/>
                <a:gd name="connsiteY0" fmla="*/ 24531 h 75991"/>
                <a:gd name="connsiteX1" fmla="*/ 5517 w 31494"/>
                <a:gd name="connsiteY1" fmla="*/ 69682 h 75991"/>
                <a:gd name="connsiteX2" fmla="*/ 3781 w 31494"/>
                <a:gd name="connsiteY2" fmla="*/ 72642 h 75991"/>
                <a:gd name="connsiteX3" fmla="*/ 7253 w 31494"/>
                <a:gd name="connsiteY3" fmla="*/ 76097 h 75991"/>
                <a:gd name="connsiteX4" fmla="*/ 31804 w 31494"/>
                <a:gd name="connsiteY4" fmla="*/ 26998 h 75991"/>
                <a:gd name="connsiteX5" fmla="*/ 14444 w 31494"/>
                <a:gd name="connsiteY5" fmla="*/ 105 h 75991"/>
                <a:gd name="connsiteX6" fmla="*/ 309 w 31494"/>
                <a:gd name="connsiteY6" fmla="*/ 14169 h 75991"/>
                <a:gd name="connsiteX7" fmla="*/ 14692 w 31494"/>
                <a:gd name="connsiteY7" fmla="*/ 28479 h 75991"/>
                <a:gd name="connsiteX8" fmla="*/ 24860 w 31494"/>
                <a:gd name="connsiteY8" fmla="*/ 24531 h 75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94" h="75991">
                  <a:moveTo>
                    <a:pt x="24860" y="24531"/>
                  </a:moveTo>
                  <a:cubicBezTo>
                    <a:pt x="24860" y="38101"/>
                    <a:pt x="22380" y="53891"/>
                    <a:pt x="5517" y="69682"/>
                  </a:cubicBezTo>
                  <a:cubicBezTo>
                    <a:pt x="4525" y="70669"/>
                    <a:pt x="3781" y="71409"/>
                    <a:pt x="3781" y="72642"/>
                  </a:cubicBezTo>
                  <a:cubicBezTo>
                    <a:pt x="3781" y="74370"/>
                    <a:pt x="5765" y="76097"/>
                    <a:pt x="7253" y="76097"/>
                  </a:cubicBezTo>
                  <a:cubicBezTo>
                    <a:pt x="10725" y="76097"/>
                    <a:pt x="31804" y="56359"/>
                    <a:pt x="31804" y="26998"/>
                  </a:cubicBezTo>
                  <a:cubicBezTo>
                    <a:pt x="31804" y="11701"/>
                    <a:pt x="25852" y="105"/>
                    <a:pt x="14444" y="105"/>
                  </a:cubicBezTo>
                  <a:cubicBezTo>
                    <a:pt x="6261" y="105"/>
                    <a:pt x="309" y="6520"/>
                    <a:pt x="309" y="14169"/>
                  </a:cubicBezTo>
                  <a:cubicBezTo>
                    <a:pt x="309" y="22064"/>
                    <a:pt x="6013" y="28479"/>
                    <a:pt x="14692" y="28479"/>
                  </a:cubicBezTo>
                  <a:cubicBezTo>
                    <a:pt x="20644" y="28479"/>
                    <a:pt x="24612" y="24531"/>
                    <a:pt x="24860" y="2453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2" name="Freeform: Shape 101">
              <a:extLst>
                <a:ext uri="{FF2B5EF4-FFF2-40B4-BE49-F238E27FC236}">
                  <a16:creationId xmlns:a16="http://schemas.microsoft.com/office/drawing/2014/main" id="{85FB4571-3ABA-EFF8-3F83-5AFEA1C5E469}"/>
                </a:ext>
              </a:extLst>
            </p:cNvPr>
            <p:cNvSpPr/>
            <p:nvPr/>
          </p:nvSpPr>
          <p:spPr>
            <a:xfrm>
              <a:off x="14013486" y="5775171"/>
              <a:ext cx="90268" cy="163825"/>
            </a:xfrm>
            <a:custGeom>
              <a:avLst/>
              <a:gdLst>
                <a:gd name="connsiteX0" fmla="*/ 56357 w 90268"/>
                <a:gd name="connsiteY0" fmla="*/ 7014 h 163825"/>
                <a:gd name="connsiteX1" fmla="*/ 48917 w 90268"/>
                <a:gd name="connsiteY1" fmla="*/ 105 h 163825"/>
                <a:gd name="connsiteX2" fmla="*/ 311 w 90268"/>
                <a:gd name="connsiteY2" fmla="*/ 15896 h 163825"/>
                <a:gd name="connsiteX3" fmla="*/ 311 w 90268"/>
                <a:gd name="connsiteY3" fmla="*/ 24778 h 163825"/>
                <a:gd name="connsiteX4" fmla="*/ 36270 w 90268"/>
                <a:gd name="connsiteY4" fmla="*/ 17870 h 163825"/>
                <a:gd name="connsiteX5" fmla="*/ 36270 w 90268"/>
                <a:gd name="connsiteY5" fmla="*/ 143699 h 163825"/>
                <a:gd name="connsiteX6" fmla="*/ 11471 w 90268"/>
                <a:gd name="connsiteY6" fmla="*/ 155048 h 163825"/>
                <a:gd name="connsiteX7" fmla="*/ 2047 w 90268"/>
                <a:gd name="connsiteY7" fmla="*/ 155048 h 163825"/>
                <a:gd name="connsiteX8" fmla="*/ 2047 w 90268"/>
                <a:gd name="connsiteY8" fmla="*/ 163931 h 163825"/>
                <a:gd name="connsiteX9" fmla="*/ 46190 w 90268"/>
                <a:gd name="connsiteY9" fmla="*/ 162944 h 163825"/>
                <a:gd name="connsiteX10" fmla="*/ 90580 w 90268"/>
                <a:gd name="connsiteY10" fmla="*/ 163931 h 163825"/>
                <a:gd name="connsiteX11" fmla="*/ 90580 w 90268"/>
                <a:gd name="connsiteY11" fmla="*/ 155048 h 163825"/>
                <a:gd name="connsiteX12" fmla="*/ 81156 w 90268"/>
                <a:gd name="connsiteY12" fmla="*/ 155048 h 163825"/>
                <a:gd name="connsiteX13" fmla="*/ 56357 w 90268"/>
                <a:gd name="connsiteY13" fmla="*/ 143699 h 163825"/>
                <a:gd name="connsiteX14" fmla="*/ 56357 w 90268"/>
                <a:gd name="connsiteY14" fmla="*/ 7014 h 16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268" h="163825">
                  <a:moveTo>
                    <a:pt x="56357" y="7014"/>
                  </a:moveTo>
                  <a:cubicBezTo>
                    <a:pt x="56357" y="352"/>
                    <a:pt x="55861" y="105"/>
                    <a:pt x="48917" y="105"/>
                  </a:cubicBezTo>
                  <a:cubicBezTo>
                    <a:pt x="33046" y="15649"/>
                    <a:pt x="10479" y="15896"/>
                    <a:pt x="311" y="15896"/>
                  </a:cubicBezTo>
                  <a:lnTo>
                    <a:pt x="311" y="24778"/>
                  </a:lnTo>
                  <a:cubicBezTo>
                    <a:pt x="6263" y="24778"/>
                    <a:pt x="22631" y="24778"/>
                    <a:pt x="36270" y="17870"/>
                  </a:cubicBezTo>
                  <a:lnTo>
                    <a:pt x="36270" y="143699"/>
                  </a:lnTo>
                  <a:cubicBezTo>
                    <a:pt x="36270" y="151841"/>
                    <a:pt x="36270" y="155048"/>
                    <a:pt x="11471" y="155048"/>
                  </a:cubicBezTo>
                  <a:lnTo>
                    <a:pt x="2047" y="155048"/>
                  </a:lnTo>
                  <a:lnTo>
                    <a:pt x="2047" y="163931"/>
                  </a:lnTo>
                  <a:cubicBezTo>
                    <a:pt x="6511" y="163684"/>
                    <a:pt x="37014" y="162944"/>
                    <a:pt x="46190" y="162944"/>
                  </a:cubicBezTo>
                  <a:cubicBezTo>
                    <a:pt x="53877" y="162944"/>
                    <a:pt x="85124" y="163684"/>
                    <a:pt x="90580" y="163931"/>
                  </a:cubicBezTo>
                  <a:lnTo>
                    <a:pt x="90580" y="155048"/>
                  </a:lnTo>
                  <a:lnTo>
                    <a:pt x="81156" y="155048"/>
                  </a:lnTo>
                  <a:cubicBezTo>
                    <a:pt x="56357" y="155048"/>
                    <a:pt x="56357" y="151841"/>
                    <a:pt x="56357" y="143699"/>
                  </a:cubicBezTo>
                  <a:lnTo>
                    <a:pt x="56357" y="701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3" name="Freeform: Shape 102">
              <a:extLst>
                <a:ext uri="{FF2B5EF4-FFF2-40B4-BE49-F238E27FC236}">
                  <a16:creationId xmlns:a16="http://schemas.microsoft.com/office/drawing/2014/main" id="{521FAC8A-66E1-F15C-FB12-1F1FD0E0E169}"/>
                </a:ext>
              </a:extLst>
            </p:cNvPr>
            <p:cNvSpPr/>
            <p:nvPr/>
          </p:nvSpPr>
          <p:spPr>
            <a:xfrm>
              <a:off x="14153464" y="5832658"/>
              <a:ext cx="29262" cy="154202"/>
            </a:xfrm>
            <a:custGeom>
              <a:avLst/>
              <a:gdLst>
                <a:gd name="connsiteX0" fmla="*/ 28834 w 29262"/>
                <a:gd name="connsiteY0" fmla="*/ 14415 h 154202"/>
                <a:gd name="connsiteX1" fmla="*/ 14699 w 29262"/>
                <a:gd name="connsiteY1" fmla="*/ 105 h 154202"/>
                <a:gd name="connsiteX2" fmla="*/ 315 w 29262"/>
                <a:gd name="connsiteY2" fmla="*/ 14169 h 154202"/>
                <a:gd name="connsiteX3" fmla="*/ 14451 w 29262"/>
                <a:gd name="connsiteY3" fmla="*/ 28479 h 154202"/>
                <a:gd name="connsiteX4" fmla="*/ 28834 w 29262"/>
                <a:gd name="connsiteY4" fmla="*/ 14415 h 154202"/>
                <a:gd name="connsiteX5" fmla="*/ 22634 w 29262"/>
                <a:gd name="connsiteY5" fmla="*/ 104223 h 154202"/>
                <a:gd name="connsiteX6" fmla="*/ 5523 w 29262"/>
                <a:gd name="connsiteY6" fmla="*/ 147647 h 154202"/>
                <a:gd name="connsiteX7" fmla="*/ 3787 w 29262"/>
                <a:gd name="connsiteY7" fmla="*/ 150607 h 154202"/>
                <a:gd name="connsiteX8" fmla="*/ 7259 w 29262"/>
                <a:gd name="connsiteY8" fmla="*/ 154308 h 154202"/>
                <a:gd name="connsiteX9" fmla="*/ 29578 w 29262"/>
                <a:gd name="connsiteY9" fmla="*/ 104470 h 154202"/>
                <a:gd name="connsiteX10" fmla="*/ 14451 w 29262"/>
                <a:gd name="connsiteY10" fmla="*/ 78070 h 154202"/>
                <a:gd name="connsiteX11" fmla="*/ 315 w 29262"/>
                <a:gd name="connsiteY11" fmla="*/ 92134 h 154202"/>
                <a:gd name="connsiteX12" fmla="*/ 14699 w 29262"/>
                <a:gd name="connsiteY12" fmla="*/ 106444 h 154202"/>
                <a:gd name="connsiteX13" fmla="*/ 22634 w 29262"/>
                <a:gd name="connsiteY13" fmla="*/ 104223 h 154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262" h="154202">
                  <a:moveTo>
                    <a:pt x="28834" y="14415"/>
                  </a:moveTo>
                  <a:cubicBezTo>
                    <a:pt x="28834" y="5780"/>
                    <a:pt x="21890" y="105"/>
                    <a:pt x="14699" y="105"/>
                  </a:cubicBezTo>
                  <a:cubicBezTo>
                    <a:pt x="6019" y="105"/>
                    <a:pt x="315" y="7014"/>
                    <a:pt x="315" y="14169"/>
                  </a:cubicBezTo>
                  <a:cubicBezTo>
                    <a:pt x="315" y="22804"/>
                    <a:pt x="7259" y="28479"/>
                    <a:pt x="14451" y="28479"/>
                  </a:cubicBezTo>
                  <a:cubicBezTo>
                    <a:pt x="23130" y="28479"/>
                    <a:pt x="28834" y="21570"/>
                    <a:pt x="28834" y="14415"/>
                  </a:cubicBezTo>
                  <a:close/>
                  <a:moveTo>
                    <a:pt x="22634" y="104223"/>
                  </a:moveTo>
                  <a:cubicBezTo>
                    <a:pt x="22386" y="121741"/>
                    <a:pt x="16435" y="135557"/>
                    <a:pt x="5523" y="147647"/>
                  </a:cubicBezTo>
                  <a:cubicBezTo>
                    <a:pt x="4035" y="149127"/>
                    <a:pt x="3787" y="149620"/>
                    <a:pt x="3787" y="150607"/>
                  </a:cubicBezTo>
                  <a:cubicBezTo>
                    <a:pt x="3787" y="152088"/>
                    <a:pt x="5523" y="154308"/>
                    <a:pt x="7259" y="154308"/>
                  </a:cubicBezTo>
                  <a:cubicBezTo>
                    <a:pt x="10483" y="154308"/>
                    <a:pt x="29578" y="134324"/>
                    <a:pt x="29578" y="104470"/>
                  </a:cubicBezTo>
                  <a:cubicBezTo>
                    <a:pt x="29578" y="96081"/>
                    <a:pt x="28338" y="78070"/>
                    <a:pt x="14451" y="78070"/>
                  </a:cubicBezTo>
                  <a:cubicBezTo>
                    <a:pt x="5027" y="78070"/>
                    <a:pt x="315" y="85472"/>
                    <a:pt x="315" y="92134"/>
                  </a:cubicBezTo>
                  <a:cubicBezTo>
                    <a:pt x="315" y="99042"/>
                    <a:pt x="4779" y="106444"/>
                    <a:pt x="14699" y="106444"/>
                  </a:cubicBezTo>
                  <a:cubicBezTo>
                    <a:pt x="18915" y="106444"/>
                    <a:pt x="21643" y="104717"/>
                    <a:pt x="22634" y="104223"/>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4" name="Freeform: Shape 103">
              <a:extLst>
                <a:ext uri="{FF2B5EF4-FFF2-40B4-BE49-F238E27FC236}">
                  <a16:creationId xmlns:a16="http://schemas.microsoft.com/office/drawing/2014/main" id="{CB92BACE-FC5C-583C-0493-EFC4CA0B63BC}"/>
                </a:ext>
              </a:extLst>
            </p:cNvPr>
            <p:cNvSpPr/>
            <p:nvPr/>
          </p:nvSpPr>
          <p:spPr>
            <a:xfrm>
              <a:off x="14216060" y="5829451"/>
              <a:ext cx="214263" cy="111026"/>
            </a:xfrm>
            <a:custGeom>
              <a:avLst/>
              <a:gdLst>
                <a:gd name="connsiteX0" fmla="*/ 197718 w 214263"/>
                <a:gd name="connsiteY0" fmla="*/ 18610 h 111026"/>
                <a:gd name="connsiteX1" fmla="*/ 203917 w 214263"/>
                <a:gd name="connsiteY1" fmla="*/ 14415 h 111026"/>
                <a:gd name="connsiteX2" fmla="*/ 214581 w 214263"/>
                <a:gd name="connsiteY2" fmla="*/ 13922 h 111026"/>
                <a:gd name="connsiteX3" fmla="*/ 214581 w 214263"/>
                <a:gd name="connsiteY3" fmla="*/ 105 h 111026"/>
                <a:gd name="connsiteX4" fmla="*/ 194246 w 214263"/>
                <a:gd name="connsiteY4" fmla="*/ 1092 h 111026"/>
                <a:gd name="connsiteX5" fmla="*/ 168455 w 214263"/>
                <a:gd name="connsiteY5" fmla="*/ 105 h 111026"/>
                <a:gd name="connsiteX6" fmla="*/ 168455 w 214263"/>
                <a:gd name="connsiteY6" fmla="*/ 13922 h 111026"/>
                <a:gd name="connsiteX7" fmla="*/ 181846 w 214263"/>
                <a:gd name="connsiteY7" fmla="*/ 15402 h 111026"/>
                <a:gd name="connsiteX8" fmla="*/ 152832 w 214263"/>
                <a:gd name="connsiteY8" fmla="*/ 82265 h 111026"/>
                <a:gd name="connsiteX9" fmla="*/ 123073 w 214263"/>
                <a:gd name="connsiteY9" fmla="*/ 13922 h 111026"/>
                <a:gd name="connsiteX10" fmla="*/ 135472 w 214263"/>
                <a:gd name="connsiteY10" fmla="*/ 13922 h 111026"/>
                <a:gd name="connsiteX11" fmla="*/ 135472 w 214263"/>
                <a:gd name="connsiteY11" fmla="*/ 105 h 111026"/>
                <a:gd name="connsiteX12" fmla="*/ 106209 w 214263"/>
                <a:gd name="connsiteY12" fmla="*/ 1092 h 111026"/>
                <a:gd name="connsiteX13" fmla="*/ 81162 w 214263"/>
                <a:gd name="connsiteY13" fmla="*/ 105 h 111026"/>
                <a:gd name="connsiteX14" fmla="*/ 81162 w 214263"/>
                <a:gd name="connsiteY14" fmla="*/ 13922 h 111026"/>
                <a:gd name="connsiteX15" fmla="*/ 96042 w 214263"/>
                <a:gd name="connsiteY15" fmla="*/ 13922 h 111026"/>
                <a:gd name="connsiteX16" fmla="*/ 98770 w 214263"/>
                <a:gd name="connsiteY16" fmla="*/ 20830 h 111026"/>
                <a:gd name="connsiteX17" fmla="*/ 97778 w 214263"/>
                <a:gd name="connsiteY17" fmla="*/ 23791 h 111026"/>
                <a:gd name="connsiteX18" fmla="*/ 74963 w 214263"/>
                <a:gd name="connsiteY18" fmla="*/ 76097 h 111026"/>
                <a:gd name="connsiteX19" fmla="*/ 47684 w 214263"/>
                <a:gd name="connsiteY19" fmla="*/ 13922 h 111026"/>
                <a:gd name="connsiteX20" fmla="*/ 60331 w 214263"/>
                <a:gd name="connsiteY20" fmla="*/ 13922 h 111026"/>
                <a:gd name="connsiteX21" fmla="*/ 60331 w 214263"/>
                <a:gd name="connsiteY21" fmla="*/ 105 h 111026"/>
                <a:gd name="connsiteX22" fmla="*/ 28092 w 214263"/>
                <a:gd name="connsiteY22" fmla="*/ 1092 h 111026"/>
                <a:gd name="connsiteX23" fmla="*/ 318 w 214263"/>
                <a:gd name="connsiteY23" fmla="*/ 105 h 111026"/>
                <a:gd name="connsiteX24" fmla="*/ 318 w 214263"/>
                <a:gd name="connsiteY24" fmla="*/ 13922 h 111026"/>
                <a:gd name="connsiteX25" fmla="*/ 15197 w 214263"/>
                <a:gd name="connsiteY25" fmla="*/ 13922 h 111026"/>
                <a:gd name="connsiteX26" fmla="*/ 54627 w 214263"/>
                <a:gd name="connsiteY26" fmla="*/ 104470 h 111026"/>
                <a:gd name="connsiteX27" fmla="*/ 67027 w 214263"/>
                <a:gd name="connsiteY27" fmla="*/ 111131 h 111026"/>
                <a:gd name="connsiteX28" fmla="*/ 79674 w 214263"/>
                <a:gd name="connsiteY28" fmla="*/ 104470 h 111026"/>
                <a:gd name="connsiteX29" fmla="*/ 107449 w 214263"/>
                <a:gd name="connsiteY29" fmla="*/ 40322 h 111026"/>
                <a:gd name="connsiteX30" fmla="*/ 135224 w 214263"/>
                <a:gd name="connsiteY30" fmla="*/ 104223 h 111026"/>
                <a:gd name="connsiteX31" fmla="*/ 147872 w 214263"/>
                <a:gd name="connsiteY31" fmla="*/ 111131 h 111026"/>
                <a:gd name="connsiteX32" fmla="*/ 160271 w 214263"/>
                <a:gd name="connsiteY32" fmla="*/ 104470 h 111026"/>
                <a:gd name="connsiteX33" fmla="*/ 197718 w 214263"/>
                <a:gd name="connsiteY33" fmla="*/ 18610 h 111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4263" h="111026">
                  <a:moveTo>
                    <a:pt x="197718" y="18610"/>
                  </a:moveTo>
                  <a:cubicBezTo>
                    <a:pt x="199454" y="15156"/>
                    <a:pt x="199702" y="14909"/>
                    <a:pt x="203917" y="14415"/>
                  </a:cubicBezTo>
                  <a:cubicBezTo>
                    <a:pt x="207637" y="13922"/>
                    <a:pt x="209621" y="13922"/>
                    <a:pt x="214581" y="13922"/>
                  </a:cubicBezTo>
                  <a:lnTo>
                    <a:pt x="214581" y="105"/>
                  </a:lnTo>
                  <a:cubicBezTo>
                    <a:pt x="207885" y="599"/>
                    <a:pt x="200942" y="1092"/>
                    <a:pt x="194246" y="1092"/>
                  </a:cubicBezTo>
                  <a:cubicBezTo>
                    <a:pt x="185566" y="1092"/>
                    <a:pt x="177135" y="846"/>
                    <a:pt x="168455" y="105"/>
                  </a:cubicBezTo>
                  <a:lnTo>
                    <a:pt x="168455" y="13922"/>
                  </a:lnTo>
                  <a:cubicBezTo>
                    <a:pt x="175895" y="13922"/>
                    <a:pt x="177879" y="14415"/>
                    <a:pt x="181846" y="15402"/>
                  </a:cubicBezTo>
                  <a:lnTo>
                    <a:pt x="152832" y="82265"/>
                  </a:lnTo>
                  <a:lnTo>
                    <a:pt x="123073" y="13922"/>
                  </a:lnTo>
                  <a:lnTo>
                    <a:pt x="135472" y="13922"/>
                  </a:lnTo>
                  <a:lnTo>
                    <a:pt x="135472" y="105"/>
                  </a:lnTo>
                  <a:cubicBezTo>
                    <a:pt x="134728" y="105"/>
                    <a:pt x="116625" y="1092"/>
                    <a:pt x="106209" y="1092"/>
                  </a:cubicBezTo>
                  <a:cubicBezTo>
                    <a:pt x="98770" y="1092"/>
                    <a:pt x="88602" y="846"/>
                    <a:pt x="81162" y="105"/>
                  </a:cubicBezTo>
                  <a:lnTo>
                    <a:pt x="81162" y="13922"/>
                  </a:lnTo>
                  <a:lnTo>
                    <a:pt x="96042" y="13922"/>
                  </a:lnTo>
                  <a:cubicBezTo>
                    <a:pt x="98770" y="19597"/>
                    <a:pt x="98770" y="20090"/>
                    <a:pt x="98770" y="20830"/>
                  </a:cubicBezTo>
                  <a:cubicBezTo>
                    <a:pt x="98770" y="21570"/>
                    <a:pt x="98026" y="23297"/>
                    <a:pt x="97778" y="23791"/>
                  </a:cubicBezTo>
                  <a:lnTo>
                    <a:pt x="74963" y="76097"/>
                  </a:lnTo>
                  <a:lnTo>
                    <a:pt x="47684" y="13922"/>
                  </a:lnTo>
                  <a:lnTo>
                    <a:pt x="60331" y="13922"/>
                  </a:lnTo>
                  <a:lnTo>
                    <a:pt x="60331" y="105"/>
                  </a:lnTo>
                  <a:cubicBezTo>
                    <a:pt x="49668" y="599"/>
                    <a:pt x="38756" y="1092"/>
                    <a:pt x="28092" y="1092"/>
                  </a:cubicBezTo>
                  <a:cubicBezTo>
                    <a:pt x="18669" y="1092"/>
                    <a:pt x="1806" y="105"/>
                    <a:pt x="318" y="105"/>
                  </a:cubicBezTo>
                  <a:lnTo>
                    <a:pt x="318" y="13922"/>
                  </a:lnTo>
                  <a:lnTo>
                    <a:pt x="15197" y="13922"/>
                  </a:lnTo>
                  <a:lnTo>
                    <a:pt x="54627" y="104470"/>
                  </a:lnTo>
                  <a:cubicBezTo>
                    <a:pt x="57603" y="111131"/>
                    <a:pt x="61323" y="111131"/>
                    <a:pt x="67027" y="111131"/>
                  </a:cubicBezTo>
                  <a:cubicBezTo>
                    <a:pt x="72483" y="111131"/>
                    <a:pt x="76699" y="111131"/>
                    <a:pt x="79674" y="104470"/>
                  </a:cubicBezTo>
                  <a:lnTo>
                    <a:pt x="107449" y="40322"/>
                  </a:lnTo>
                  <a:lnTo>
                    <a:pt x="135224" y="104223"/>
                  </a:lnTo>
                  <a:cubicBezTo>
                    <a:pt x="138200" y="111131"/>
                    <a:pt x="141920" y="111131"/>
                    <a:pt x="147872" y="111131"/>
                  </a:cubicBezTo>
                  <a:cubicBezTo>
                    <a:pt x="153575" y="111131"/>
                    <a:pt x="157295" y="111131"/>
                    <a:pt x="160271" y="104470"/>
                  </a:cubicBezTo>
                  <a:lnTo>
                    <a:pt x="197718" y="1861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5" name="Freeform: Shape 104">
              <a:extLst>
                <a:ext uri="{FF2B5EF4-FFF2-40B4-BE49-F238E27FC236}">
                  <a16:creationId xmlns:a16="http://schemas.microsoft.com/office/drawing/2014/main" id="{7B5E24D1-9C24-CDDC-EF6F-A74E3989E5E8}"/>
                </a:ext>
              </a:extLst>
            </p:cNvPr>
            <p:cNvSpPr/>
            <p:nvPr/>
          </p:nvSpPr>
          <p:spPr>
            <a:xfrm>
              <a:off x="14460853" y="5753953"/>
              <a:ext cx="64229" cy="246477"/>
            </a:xfrm>
            <a:custGeom>
              <a:avLst/>
              <a:gdLst>
                <a:gd name="connsiteX0" fmla="*/ 5036 w 64229"/>
                <a:gd name="connsiteY0" fmla="*/ 105 h 246477"/>
                <a:gd name="connsiteX1" fmla="*/ 324 w 64229"/>
                <a:gd name="connsiteY1" fmla="*/ 3066 h 246477"/>
                <a:gd name="connsiteX2" fmla="*/ 2556 w 64229"/>
                <a:gd name="connsiteY2" fmla="*/ 6767 h 246477"/>
                <a:gd name="connsiteX3" fmla="*/ 47690 w 64229"/>
                <a:gd name="connsiteY3" fmla="*/ 123221 h 246477"/>
                <a:gd name="connsiteX4" fmla="*/ 4788 w 64229"/>
                <a:gd name="connsiteY4" fmla="*/ 237948 h 246477"/>
                <a:gd name="connsiteX5" fmla="*/ 324 w 64229"/>
                <a:gd name="connsiteY5" fmla="*/ 243623 h 246477"/>
                <a:gd name="connsiteX6" fmla="*/ 3548 w 64229"/>
                <a:gd name="connsiteY6" fmla="*/ 246583 h 246477"/>
                <a:gd name="connsiteX7" fmla="*/ 46450 w 64229"/>
                <a:gd name="connsiteY7" fmla="*/ 199459 h 246477"/>
                <a:gd name="connsiteX8" fmla="*/ 64554 w 64229"/>
                <a:gd name="connsiteY8" fmla="*/ 123468 h 246477"/>
                <a:gd name="connsiteX9" fmla="*/ 5036 w 64229"/>
                <a:gd name="connsiteY9" fmla="*/ 105 h 246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6477">
                  <a:moveTo>
                    <a:pt x="5036" y="105"/>
                  </a:moveTo>
                  <a:cubicBezTo>
                    <a:pt x="3300" y="105"/>
                    <a:pt x="324" y="105"/>
                    <a:pt x="324" y="3066"/>
                  </a:cubicBezTo>
                  <a:cubicBezTo>
                    <a:pt x="324" y="4300"/>
                    <a:pt x="1068" y="5040"/>
                    <a:pt x="2556" y="6767"/>
                  </a:cubicBezTo>
                  <a:cubicBezTo>
                    <a:pt x="23883" y="26258"/>
                    <a:pt x="47690" y="59566"/>
                    <a:pt x="47690" y="123221"/>
                  </a:cubicBezTo>
                  <a:cubicBezTo>
                    <a:pt x="47690" y="174786"/>
                    <a:pt x="31571" y="213769"/>
                    <a:pt x="4788" y="237948"/>
                  </a:cubicBezTo>
                  <a:cubicBezTo>
                    <a:pt x="572" y="242142"/>
                    <a:pt x="324" y="242389"/>
                    <a:pt x="324" y="243623"/>
                  </a:cubicBezTo>
                  <a:cubicBezTo>
                    <a:pt x="324" y="244856"/>
                    <a:pt x="1068" y="246583"/>
                    <a:pt x="3548" y="246583"/>
                  </a:cubicBezTo>
                  <a:cubicBezTo>
                    <a:pt x="6524" y="246583"/>
                    <a:pt x="30083" y="230299"/>
                    <a:pt x="46450" y="199459"/>
                  </a:cubicBezTo>
                  <a:cubicBezTo>
                    <a:pt x="57362" y="178981"/>
                    <a:pt x="64554" y="152334"/>
                    <a:pt x="64554" y="123468"/>
                  </a:cubicBezTo>
                  <a:cubicBezTo>
                    <a:pt x="64554" y="88679"/>
                    <a:pt x="54138" y="34647"/>
                    <a:pt x="5036" y="10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6" name="Freeform: Shape 105">
              <a:extLst>
                <a:ext uri="{FF2B5EF4-FFF2-40B4-BE49-F238E27FC236}">
                  <a16:creationId xmlns:a16="http://schemas.microsoft.com/office/drawing/2014/main" id="{A37E62EA-A306-EF68-2163-9170C04471B5}"/>
                </a:ext>
              </a:extLst>
            </p:cNvPr>
            <p:cNvSpPr/>
            <p:nvPr/>
          </p:nvSpPr>
          <p:spPr>
            <a:xfrm>
              <a:off x="12841243" y="6210182"/>
              <a:ext cx="1730425" cy="14097"/>
            </a:xfrm>
            <a:custGeom>
              <a:avLst/>
              <a:gdLst>
                <a:gd name="connsiteX0" fmla="*/ 0 w 1730425"/>
                <a:gd name="connsiteY0" fmla="*/ 0 h 14097"/>
                <a:gd name="connsiteX1" fmla="*/ 1730426 w 1730425"/>
                <a:gd name="connsiteY1" fmla="*/ 0 h 14097"/>
                <a:gd name="connsiteX2" fmla="*/ 1730426 w 1730425"/>
                <a:gd name="connsiteY2" fmla="*/ 14098 h 14097"/>
                <a:gd name="connsiteX3" fmla="*/ 0 w 1730425"/>
                <a:gd name="connsiteY3" fmla="*/ 14098 h 14097"/>
              </a:gdLst>
              <a:ahLst/>
              <a:cxnLst>
                <a:cxn ang="0">
                  <a:pos x="connsiteX0" y="connsiteY0"/>
                </a:cxn>
                <a:cxn ang="0">
                  <a:pos x="connsiteX1" y="connsiteY1"/>
                </a:cxn>
                <a:cxn ang="0">
                  <a:pos x="connsiteX2" y="connsiteY2"/>
                </a:cxn>
                <a:cxn ang="0">
                  <a:pos x="connsiteX3" y="connsiteY3"/>
                </a:cxn>
              </a:cxnLst>
              <a:rect l="l" t="t" r="r" b="b"/>
              <a:pathLst>
                <a:path w="1730425" h="14097">
                  <a:moveTo>
                    <a:pt x="0" y="0"/>
                  </a:moveTo>
                  <a:lnTo>
                    <a:pt x="1730426" y="0"/>
                  </a:lnTo>
                  <a:lnTo>
                    <a:pt x="1730426" y="14098"/>
                  </a:lnTo>
                  <a:lnTo>
                    <a:pt x="0" y="1409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7" name="Freeform: Shape 106">
              <a:extLst>
                <a:ext uri="{FF2B5EF4-FFF2-40B4-BE49-F238E27FC236}">
                  <a16:creationId xmlns:a16="http://schemas.microsoft.com/office/drawing/2014/main" id="{D7F5F3F4-ABEA-1F08-823B-03998F1C2831}"/>
                </a:ext>
              </a:extLst>
            </p:cNvPr>
            <p:cNvSpPr/>
            <p:nvPr/>
          </p:nvSpPr>
          <p:spPr>
            <a:xfrm>
              <a:off x="13593414" y="6306387"/>
              <a:ext cx="235590" cy="240732"/>
            </a:xfrm>
            <a:custGeom>
              <a:avLst/>
              <a:gdLst>
                <a:gd name="connsiteX0" fmla="*/ 234828 w 235590"/>
                <a:gd name="connsiteY0" fmla="*/ 8582 h 240732"/>
                <a:gd name="connsiteX1" fmla="*/ 235890 w 235590"/>
                <a:gd name="connsiteY1" fmla="*/ 3295 h 240732"/>
                <a:gd name="connsiteX2" fmla="*/ 227034 w 235590"/>
                <a:gd name="connsiteY2" fmla="*/ 123 h 240732"/>
                <a:gd name="connsiteX3" fmla="*/ 77531 w 235590"/>
                <a:gd name="connsiteY3" fmla="*/ 123 h 240732"/>
                <a:gd name="connsiteX4" fmla="*/ 66549 w 235590"/>
                <a:gd name="connsiteY4" fmla="*/ 7172 h 240732"/>
                <a:gd name="connsiteX5" fmla="*/ 47064 w 235590"/>
                <a:gd name="connsiteY5" fmla="*/ 70615 h 240732"/>
                <a:gd name="connsiteX6" fmla="*/ 46001 w 235590"/>
                <a:gd name="connsiteY6" fmla="*/ 75550 h 240732"/>
                <a:gd name="connsiteX7" fmla="*/ 50252 w 235590"/>
                <a:gd name="connsiteY7" fmla="*/ 79427 h 240732"/>
                <a:gd name="connsiteX8" fmla="*/ 54858 w 235590"/>
                <a:gd name="connsiteY8" fmla="*/ 75902 h 240732"/>
                <a:gd name="connsiteX9" fmla="*/ 142008 w 235590"/>
                <a:gd name="connsiteY9" fmla="*/ 11049 h 240732"/>
                <a:gd name="connsiteX10" fmla="*/ 199755 w 235590"/>
                <a:gd name="connsiteY10" fmla="*/ 11049 h 240732"/>
                <a:gd name="connsiteX11" fmla="*/ 1717 w 235590"/>
                <a:gd name="connsiteY11" fmla="*/ 231339 h 240732"/>
                <a:gd name="connsiteX12" fmla="*/ 300 w 235590"/>
                <a:gd name="connsiteY12" fmla="*/ 237683 h 240732"/>
                <a:gd name="connsiteX13" fmla="*/ 9157 w 235590"/>
                <a:gd name="connsiteY13" fmla="*/ 240855 h 240732"/>
                <a:gd name="connsiteX14" fmla="*/ 163265 w 235590"/>
                <a:gd name="connsiteY14" fmla="*/ 240855 h 240732"/>
                <a:gd name="connsiteX15" fmla="*/ 174247 w 235590"/>
                <a:gd name="connsiteY15" fmla="*/ 233806 h 240732"/>
                <a:gd name="connsiteX16" fmla="*/ 199400 w 235590"/>
                <a:gd name="connsiteY16" fmla="*/ 155912 h 240732"/>
                <a:gd name="connsiteX17" fmla="*/ 200817 w 235590"/>
                <a:gd name="connsiteY17" fmla="*/ 150625 h 240732"/>
                <a:gd name="connsiteX18" fmla="*/ 196212 w 235590"/>
                <a:gd name="connsiteY18" fmla="*/ 146747 h 240732"/>
                <a:gd name="connsiteX19" fmla="*/ 190189 w 235590"/>
                <a:gd name="connsiteY19" fmla="*/ 155559 h 240732"/>
                <a:gd name="connsiteX20" fmla="*/ 97370 w 235590"/>
                <a:gd name="connsiteY20" fmla="*/ 228872 h 240732"/>
                <a:gd name="connsiteX21" fmla="*/ 36790 w 235590"/>
                <a:gd name="connsiteY21" fmla="*/ 228872 h 240732"/>
                <a:gd name="connsiteX22" fmla="*/ 234828 w 235590"/>
                <a:gd name="connsiteY22" fmla="*/ 8582 h 240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5590" h="240732">
                  <a:moveTo>
                    <a:pt x="234828" y="8582"/>
                  </a:moveTo>
                  <a:cubicBezTo>
                    <a:pt x="235182" y="7172"/>
                    <a:pt x="235890" y="5409"/>
                    <a:pt x="235890" y="3295"/>
                  </a:cubicBezTo>
                  <a:cubicBezTo>
                    <a:pt x="235890" y="123"/>
                    <a:pt x="234119" y="123"/>
                    <a:pt x="227034" y="123"/>
                  </a:cubicBezTo>
                  <a:lnTo>
                    <a:pt x="77531" y="123"/>
                  </a:lnTo>
                  <a:cubicBezTo>
                    <a:pt x="69028" y="123"/>
                    <a:pt x="68674" y="475"/>
                    <a:pt x="66549" y="7172"/>
                  </a:cubicBezTo>
                  <a:lnTo>
                    <a:pt x="47064" y="70615"/>
                  </a:lnTo>
                  <a:cubicBezTo>
                    <a:pt x="46355" y="72378"/>
                    <a:pt x="46001" y="74845"/>
                    <a:pt x="46001" y="75550"/>
                  </a:cubicBezTo>
                  <a:cubicBezTo>
                    <a:pt x="46001" y="75902"/>
                    <a:pt x="46001" y="79427"/>
                    <a:pt x="50252" y="79427"/>
                  </a:cubicBezTo>
                  <a:cubicBezTo>
                    <a:pt x="53440" y="79427"/>
                    <a:pt x="54149" y="76960"/>
                    <a:pt x="54858" y="75902"/>
                  </a:cubicBezTo>
                  <a:cubicBezTo>
                    <a:pt x="68320" y="34312"/>
                    <a:pt x="86742" y="11049"/>
                    <a:pt x="142008" y="11049"/>
                  </a:cubicBezTo>
                  <a:lnTo>
                    <a:pt x="199755" y="11049"/>
                  </a:lnTo>
                  <a:lnTo>
                    <a:pt x="1717" y="231339"/>
                  </a:lnTo>
                  <a:cubicBezTo>
                    <a:pt x="1717" y="231691"/>
                    <a:pt x="300" y="236626"/>
                    <a:pt x="300" y="237683"/>
                  </a:cubicBezTo>
                  <a:cubicBezTo>
                    <a:pt x="300" y="240855"/>
                    <a:pt x="2780" y="240855"/>
                    <a:pt x="9157" y="240855"/>
                  </a:cubicBezTo>
                  <a:lnTo>
                    <a:pt x="163265" y="240855"/>
                  </a:lnTo>
                  <a:cubicBezTo>
                    <a:pt x="171767" y="240855"/>
                    <a:pt x="172121" y="240503"/>
                    <a:pt x="174247" y="233806"/>
                  </a:cubicBezTo>
                  <a:lnTo>
                    <a:pt x="199400" y="155912"/>
                  </a:lnTo>
                  <a:cubicBezTo>
                    <a:pt x="199755" y="154502"/>
                    <a:pt x="200817" y="152034"/>
                    <a:pt x="200817" y="150625"/>
                  </a:cubicBezTo>
                  <a:cubicBezTo>
                    <a:pt x="200817" y="148862"/>
                    <a:pt x="199400" y="146747"/>
                    <a:pt x="196212" y="146747"/>
                  </a:cubicBezTo>
                  <a:cubicBezTo>
                    <a:pt x="193023" y="146747"/>
                    <a:pt x="192669" y="148157"/>
                    <a:pt x="190189" y="155559"/>
                  </a:cubicBezTo>
                  <a:cubicBezTo>
                    <a:pt x="174601" y="203494"/>
                    <a:pt x="157596" y="228872"/>
                    <a:pt x="97370" y="228872"/>
                  </a:cubicBezTo>
                  <a:lnTo>
                    <a:pt x="36790" y="228872"/>
                  </a:lnTo>
                  <a:lnTo>
                    <a:pt x="234828" y="8582"/>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8" name="Freeform: Shape 107">
              <a:extLst>
                <a:ext uri="{FF2B5EF4-FFF2-40B4-BE49-F238E27FC236}">
                  <a16:creationId xmlns:a16="http://schemas.microsoft.com/office/drawing/2014/main" id="{B8AFEF49-498F-D81D-84C0-6E7A96E12552}"/>
                </a:ext>
              </a:extLst>
            </p:cNvPr>
            <p:cNvSpPr/>
            <p:nvPr/>
          </p:nvSpPr>
          <p:spPr>
            <a:xfrm>
              <a:off x="14616661" y="4837891"/>
              <a:ext cx="117972" cy="634082"/>
            </a:xfrm>
            <a:custGeom>
              <a:avLst/>
              <a:gdLst>
                <a:gd name="connsiteX0" fmla="*/ 93857 w 117972"/>
                <a:gd name="connsiteY0" fmla="*/ 634157 h 634082"/>
                <a:gd name="connsiteX1" fmla="*/ 118302 w 117972"/>
                <a:gd name="connsiteY1" fmla="*/ 634157 h 634082"/>
                <a:gd name="connsiteX2" fmla="*/ 118302 w 117972"/>
                <a:gd name="connsiteY2" fmla="*/ 75 h 634082"/>
                <a:gd name="connsiteX3" fmla="*/ 329 w 117972"/>
                <a:gd name="connsiteY3" fmla="*/ 75 h 634082"/>
                <a:gd name="connsiteX4" fmla="*/ 329 w 117972"/>
                <a:gd name="connsiteY4" fmla="*/ 24395 h 634082"/>
                <a:gd name="connsiteX5" fmla="*/ 93857 w 117972"/>
                <a:gd name="connsiteY5" fmla="*/ 24395 h 634082"/>
                <a:gd name="connsiteX6" fmla="*/ 93857 w 117972"/>
                <a:gd name="connsiteY6" fmla="*/ 634157 h 63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72" h="634082">
                  <a:moveTo>
                    <a:pt x="93857" y="634157"/>
                  </a:moveTo>
                  <a:lnTo>
                    <a:pt x="118302" y="634157"/>
                  </a:lnTo>
                  <a:lnTo>
                    <a:pt x="118302" y="75"/>
                  </a:lnTo>
                  <a:lnTo>
                    <a:pt x="329" y="75"/>
                  </a:lnTo>
                  <a:lnTo>
                    <a:pt x="329" y="24395"/>
                  </a:lnTo>
                  <a:lnTo>
                    <a:pt x="93857" y="24395"/>
                  </a:lnTo>
                  <a:lnTo>
                    <a:pt x="93857" y="63415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9" name="Freeform: Shape 108">
              <a:extLst>
                <a:ext uri="{FF2B5EF4-FFF2-40B4-BE49-F238E27FC236}">
                  <a16:creationId xmlns:a16="http://schemas.microsoft.com/office/drawing/2014/main" id="{92A4C5A9-B8FF-AA53-4B4B-9585BDD1F81B}"/>
                </a:ext>
              </a:extLst>
            </p:cNvPr>
            <p:cNvSpPr/>
            <p:nvPr/>
          </p:nvSpPr>
          <p:spPr>
            <a:xfrm>
              <a:off x="14710189" y="5471627"/>
              <a:ext cx="24444" cy="212183"/>
            </a:xfrm>
            <a:custGeom>
              <a:avLst/>
              <a:gdLst>
                <a:gd name="connsiteX0" fmla="*/ 329 w 24444"/>
                <a:gd name="connsiteY0" fmla="*/ 212275 h 212183"/>
                <a:gd name="connsiteX1" fmla="*/ 24774 w 24444"/>
                <a:gd name="connsiteY1" fmla="*/ 212275 h 212183"/>
                <a:gd name="connsiteX2" fmla="*/ 24774 w 24444"/>
                <a:gd name="connsiteY2" fmla="*/ 92 h 212183"/>
                <a:gd name="connsiteX3" fmla="*/ 329 w 24444"/>
                <a:gd name="connsiteY3" fmla="*/ 92 h 212183"/>
                <a:gd name="connsiteX4" fmla="*/ 329 w 24444"/>
                <a:gd name="connsiteY4" fmla="*/ 212275 h 212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44" h="212183">
                  <a:moveTo>
                    <a:pt x="329" y="212275"/>
                  </a:moveTo>
                  <a:lnTo>
                    <a:pt x="24774" y="212275"/>
                  </a:lnTo>
                  <a:lnTo>
                    <a:pt x="24774" y="92"/>
                  </a:lnTo>
                  <a:lnTo>
                    <a:pt x="329" y="92"/>
                  </a:lnTo>
                  <a:lnTo>
                    <a:pt x="329" y="212275"/>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0" name="Freeform: Shape 109">
              <a:extLst>
                <a:ext uri="{FF2B5EF4-FFF2-40B4-BE49-F238E27FC236}">
                  <a16:creationId xmlns:a16="http://schemas.microsoft.com/office/drawing/2014/main" id="{25ABD106-C400-CAF4-4CC4-6EDD1632A91A}"/>
                </a:ext>
              </a:extLst>
            </p:cNvPr>
            <p:cNvSpPr/>
            <p:nvPr/>
          </p:nvSpPr>
          <p:spPr>
            <a:xfrm>
              <a:off x="14710189" y="5683108"/>
              <a:ext cx="24444" cy="212183"/>
            </a:xfrm>
            <a:custGeom>
              <a:avLst/>
              <a:gdLst>
                <a:gd name="connsiteX0" fmla="*/ 329 w 24444"/>
                <a:gd name="connsiteY0" fmla="*/ 212281 h 212183"/>
                <a:gd name="connsiteX1" fmla="*/ 24774 w 24444"/>
                <a:gd name="connsiteY1" fmla="*/ 212281 h 212183"/>
                <a:gd name="connsiteX2" fmla="*/ 24774 w 24444"/>
                <a:gd name="connsiteY2" fmla="*/ 98 h 212183"/>
                <a:gd name="connsiteX3" fmla="*/ 329 w 24444"/>
                <a:gd name="connsiteY3" fmla="*/ 98 h 212183"/>
                <a:gd name="connsiteX4" fmla="*/ 329 w 24444"/>
                <a:gd name="connsiteY4" fmla="*/ 212281 h 2121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44" h="212183">
                  <a:moveTo>
                    <a:pt x="329" y="212281"/>
                  </a:moveTo>
                  <a:lnTo>
                    <a:pt x="24774" y="212281"/>
                  </a:lnTo>
                  <a:lnTo>
                    <a:pt x="24774" y="98"/>
                  </a:lnTo>
                  <a:lnTo>
                    <a:pt x="329" y="98"/>
                  </a:lnTo>
                  <a:lnTo>
                    <a:pt x="329" y="21228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1" name="Freeform: Shape 110">
              <a:extLst>
                <a:ext uri="{FF2B5EF4-FFF2-40B4-BE49-F238E27FC236}">
                  <a16:creationId xmlns:a16="http://schemas.microsoft.com/office/drawing/2014/main" id="{B86AF7B8-ADC0-5AC1-8A3E-468A06F514A3}"/>
                </a:ext>
              </a:extLst>
            </p:cNvPr>
            <p:cNvSpPr/>
            <p:nvPr/>
          </p:nvSpPr>
          <p:spPr>
            <a:xfrm>
              <a:off x="14616661" y="5894940"/>
              <a:ext cx="117972" cy="634082"/>
            </a:xfrm>
            <a:custGeom>
              <a:avLst/>
              <a:gdLst>
                <a:gd name="connsiteX0" fmla="*/ 93857 w 117972"/>
                <a:gd name="connsiteY0" fmla="*/ 609867 h 634082"/>
                <a:gd name="connsiteX1" fmla="*/ 329 w 117972"/>
                <a:gd name="connsiteY1" fmla="*/ 609867 h 634082"/>
                <a:gd name="connsiteX2" fmla="*/ 329 w 117972"/>
                <a:gd name="connsiteY2" fmla="*/ 634187 h 634082"/>
                <a:gd name="connsiteX3" fmla="*/ 118302 w 117972"/>
                <a:gd name="connsiteY3" fmla="*/ 634187 h 634082"/>
                <a:gd name="connsiteX4" fmla="*/ 118302 w 117972"/>
                <a:gd name="connsiteY4" fmla="*/ 105 h 634082"/>
                <a:gd name="connsiteX5" fmla="*/ 93857 w 117972"/>
                <a:gd name="connsiteY5" fmla="*/ 105 h 634082"/>
                <a:gd name="connsiteX6" fmla="*/ 93857 w 117972"/>
                <a:gd name="connsiteY6" fmla="*/ 609867 h 634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72" h="634082">
                  <a:moveTo>
                    <a:pt x="93857" y="609867"/>
                  </a:moveTo>
                  <a:lnTo>
                    <a:pt x="329" y="609867"/>
                  </a:lnTo>
                  <a:lnTo>
                    <a:pt x="329" y="634187"/>
                  </a:lnTo>
                  <a:lnTo>
                    <a:pt x="118302" y="634187"/>
                  </a:lnTo>
                  <a:lnTo>
                    <a:pt x="118302" y="105"/>
                  </a:lnTo>
                  <a:lnTo>
                    <a:pt x="93857" y="105"/>
                  </a:lnTo>
                  <a:lnTo>
                    <a:pt x="93857" y="60986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6" name="Group 5" descr="\documentclass{article}&#10;\usepackage{amsmath,amssymb}&#10;\pagestyle{empty}&#10;\begin{document}&#10;&#10;\newcommand{\score}{\textrm{score}}&#10;\newcommand{\classify}{\textrm{classify}}&#10;\newcommand{\bx}{\mathbf{x}}&#10;\begin{align*}&#10;Z = e^{\text{score}(\mathbf{x}, 0;\mathbf{w})} + e^{\text{score}(\mathbf{x}, 1;\mathbf{w})}&#10;\end{align*}&#10;&#10;&#10;\end{document}" title="IguanaTex Vector Display">
            <a:extLst>
              <a:ext uri="{FF2B5EF4-FFF2-40B4-BE49-F238E27FC236}">
                <a16:creationId xmlns:a16="http://schemas.microsoft.com/office/drawing/2014/main" id="{4CDD1903-3154-B792-5096-D8115BEACD48}"/>
              </a:ext>
            </a:extLst>
          </p:cNvPr>
          <p:cNvGrpSpPr>
            <a:grpSpLocks noChangeAspect="1"/>
          </p:cNvGrpSpPr>
          <p:nvPr/>
        </p:nvGrpSpPr>
        <p:grpSpPr>
          <a:xfrm>
            <a:off x="3817265" y="3115066"/>
            <a:ext cx="4557470" cy="379756"/>
            <a:chOff x="10132805" y="7353092"/>
            <a:chExt cx="4557470" cy="379756"/>
          </a:xfrm>
        </p:grpSpPr>
        <p:sp>
          <p:nvSpPr>
            <p:cNvPr id="7" name="Freeform: Shape 6">
              <a:extLst>
                <a:ext uri="{FF2B5EF4-FFF2-40B4-BE49-F238E27FC236}">
                  <a16:creationId xmlns:a16="http://schemas.microsoft.com/office/drawing/2014/main" id="{E85BCF1D-AC79-CE0E-7FF0-ACF0267E9FFC}"/>
                </a:ext>
              </a:extLst>
            </p:cNvPr>
            <p:cNvSpPr/>
            <p:nvPr/>
          </p:nvSpPr>
          <p:spPr>
            <a:xfrm>
              <a:off x="10132805" y="7447908"/>
              <a:ext cx="235137" cy="254065"/>
            </a:xfrm>
            <a:custGeom>
              <a:avLst/>
              <a:gdLst>
                <a:gd name="connsiteX0" fmla="*/ 234245 w 235137"/>
                <a:gd name="connsiteY0" fmla="*/ 9012 h 254065"/>
                <a:gd name="connsiteX1" fmla="*/ 235306 w 235137"/>
                <a:gd name="connsiteY1" fmla="*/ 3433 h 254065"/>
                <a:gd name="connsiteX2" fmla="*/ 226466 w 235137"/>
                <a:gd name="connsiteY2" fmla="*/ 85 h 254065"/>
                <a:gd name="connsiteX3" fmla="*/ 77251 w 235137"/>
                <a:gd name="connsiteY3" fmla="*/ 85 h 254065"/>
                <a:gd name="connsiteX4" fmla="*/ 66290 w 235137"/>
                <a:gd name="connsiteY4" fmla="*/ 7524 h 254065"/>
                <a:gd name="connsiteX5" fmla="*/ 46842 w 235137"/>
                <a:gd name="connsiteY5" fmla="*/ 74482 h 254065"/>
                <a:gd name="connsiteX6" fmla="*/ 45782 w 235137"/>
                <a:gd name="connsiteY6" fmla="*/ 79689 h 254065"/>
                <a:gd name="connsiteX7" fmla="*/ 50025 w 235137"/>
                <a:gd name="connsiteY7" fmla="*/ 83781 h 254065"/>
                <a:gd name="connsiteX8" fmla="*/ 54621 w 235137"/>
                <a:gd name="connsiteY8" fmla="*/ 80061 h 254065"/>
                <a:gd name="connsiteX9" fmla="*/ 141605 w 235137"/>
                <a:gd name="connsiteY9" fmla="*/ 11616 h 254065"/>
                <a:gd name="connsiteX10" fmla="*/ 199240 w 235137"/>
                <a:gd name="connsiteY10" fmla="*/ 11616 h 254065"/>
                <a:gd name="connsiteX11" fmla="*/ 1583 w 235137"/>
                <a:gd name="connsiteY11" fmla="*/ 244107 h 254065"/>
                <a:gd name="connsiteX12" fmla="*/ 168 w 235137"/>
                <a:gd name="connsiteY12" fmla="*/ 250803 h 254065"/>
                <a:gd name="connsiteX13" fmla="*/ 9008 w 235137"/>
                <a:gd name="connsiteY13" fmla="*/ 254150 h 254065"/>
                <a:gd name="connsiteX14" fmla="*/ 162820 w 235137"/>
                <a:gd name="connsiteY14" fmla="*/ 254150 h 254065"/>
                <a:gd name="connsiteX15" fmla="*/ 173781 w 235137"/>
                <a:gd name="connsiteY15" fmla="*/ 246711 h 254065"/>
                <a:gd name="connsiteX16" fmla="*/ 198886 w 235137"/>
                <a:gd name="connsiteY16" fmla="*/ 164502 h 254065"/>
                <a:gd name="connsiteX17" fmla="*/ 200301 w 235137"/>
                <a:gd name="connsiteY17" fmla="*/ 158922 h 254065"/>
                <a:gd name="connsiteX18" fmla="*/ 195704 w 235137"/>
                <a:gd name="connsiteY18" fmla="*/ 154830 h 254065"/>
                <a:gd name="connsiteX19" fmla="*/ 189693 w 235137"/>
                <a:gd name="connsiteY19" fmla="*/ 164130 h 254065"/>
                <a:gd name="connsiteX20" fmla="*/ 97052 w 235137"/>
                <a:gd name="connsiteY20" fmla="*/ 241503 h 254065"/>
                <a:gd name="connsiteX21" fmla="*/ 36588 w 235137"/>
                <a:gd name="connsiteY21" fmla="*/ 241503 h 254065"/>
                <a:gd name="connsiteX22" fmla="*/ 234245 w 235137"/>
                <a:gd name="connsiteY22" fmla="*/ 9012 h 254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5137" h="254065">
                  <a:moveTo>
                    <a:pt x="234245" y="9012"/>
                  </a:moveTo>
                  <a:cubicBezTo>
                    <a:pt x="234599" y="7524"/>
                    <a:pt x="235306" y="5664"/>
                    <a:pt x="235306" y="3433"/>
                  </a:cubicBezTo>
                  <a:cubicBezTo>
                    <a:pt x="235306" y="85"/>
                    <a:pt x="233538" y="85"/>
                    <a:pt x="226466" y="85"/>
                  </a:cubicBezTo>
                  <a:lnTo>
                    <a:pt x="77251" y="85"/>
                  </a:lnTo>
                  <a:cubicBezTo>
                    <a:pt x="68765" y="85"/>
                    <a:pt x="68411" y="457"/>
                    <a:pt x="66290" y="7524"/>
                  </a:cubicBezTo>
                  <a:lnTo>
                    <a:pt x="46842" y="74482"/>
                  </a:lnTo>
                  <a:cubicBezTo>
                    <a:pt x="46135" y="76342"/>
                    <a:pt x="45782" y="78946"/>
                    <a:pt x="45782" y="79689"/>
                  </a:cubicBezTo>
                  <a:cubicBezTo>
                    <a:pt x="45782" y="80061"/>
                    <a:pt x="45782" y="83781"/>
                    <a:pt x="50025" y="83781"/>
                  </a:cubicBezTo>
                  <a:cubicBezTo>
                    <a:pt x="53207" y="83781"/>
                    <a:pt x="53914" y="81177"/>
                    <a:pt x="54621" y="80061"/>
                  </a:cubicBezTo>
                  <a:cubicBezTo>
                    <a:pt x="68058" y="36167"/>
                    <a:pt x="86445" y="11616"/>
                    <a:pt x="141605" y="11616"/>
                  </a:cubicBezTo>
                  <a:lnTo>
                    <a:pt x="199240" y="11616"/>
                  </a:lnTo>
                  <a:lnTo>
                    <a:pt x="1583" y="244107"/>
                  </a:lnTo>
                  <a:cubicBezTo>
                    <a:pt x="1583" y="244479"/>
                    <a:pt x="168" y="249687"/>
                    <a:pt x="168" y="250803"/>
                  </a:cubicBezTo>
                  <a:cubicBezTo>
                    <a:pt x="168" y="254150"/>
                    <a:pt x="2644" y="254150"/>
                    <a:pt x="9008" y="254150"/>
                  </a:cubicBezTo>
                  <a:lnTo>
                    <a:pt x="162820" y="254150"/>
                  </a:lnTo>
                  <a:cubicBezTo>
                    <a:pt x="171306" y="254150"/>
                    <a:pt x="171660" y="253778"/>
                    <a:pt x="173781" y="246711"/>
                  </a:cubicBezTo>
                  <a:lnTo>
                    <a:pt x="198886" y="164502"/>
                  </a:lnTo>
                  <a:cubicBezTo>
                    <a:pt x="199240" y="163014"/>
                    <a:pt x="200301" y="160410"/>
                    <a:pt x="200301" y="158922"/>
                  </a:cubicBezTo>
                  <a:cubicBezTo>
                    <a:pt x="200301" y="157062"/>
                    <a:pt x="198886" y="154830"/>
                    <a:pt x="195704" y="154830"/>
                  </a:cubicBezTo>
                  <a:cubicBezTo>
                    <a:pt x="192522" y="154830"/>
                    <a:pt x="192168" y="156318"/>
                    <a:pt x="189693" y="164130"/>
                  </a:cubicBezTo>
                  <a:cubicBezTo>
                    <a:pt x="174135" y="214720"/>
                    <a:pt x="157163" y="241503"/>
                    <a:pt x="97052" y="241503"/>
                  </a:cubicBezTo>
                  <a:lnTo>
                    <a:pt x="36588" y="241503"/>
                  </a:lnTo>
                  <a:lnTo>
                    <a:pt x="234245" y="9012"/>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 name="Freeform: Shape 7">
              <a:extLst>
                <a:ext uri="{FF2B5EF4-FFF2-40B4-BE49-F238E27FC236}">
                  <a16:creationId xmlns:a16="http://schemas.microsoft.com/office/drawing/2014/main" id="{861ED4E4-6713-D965-8DF3-0FA27907318D}"/>
                </a:ext>
              </a:extLst>
            </p:cNvPr>
            <p:cNvSpPr/>
            <p:nvPr/>
          </p:nvSpPr>
          <p:spPr>
            <a:xfrm>
              <a:off x="10496981" y="7565455"/>
              <a:ext cx="235137" cy="87044"/>
            </a:xfrm>
            <a:custGeom>
              <a:avLst/>
              <a:gdLst>
                <a:gd name="connsiteX0" fmla="*/ 223294 w 235137"/>
                <a:gd name="connsiteY0" fmla="*/ 14964 h 87044"/>
                <a:gd name="connsiteX1" fmla="*/ 235316 w 235137"/>
                <a:gd name="connsiteY1" fmla="*/ 7524 h 87044"/>
                <a:gd name="connsiteX2" fmla="*/ 223648 w 235137"/>
                <a:gd name="connsiteY2" fmla="*/ 85 h 87044"/>
                <a:gd name="connsiteX3" fmla="*/ 11847 w 235137"/>
                <a:gd name="connsiteY3" fmla="*/ 85 h 87044"/>
                <a:gd name="connsiteX4" fmla="*/ 179 w 235137"/>
                <a:gd name="connsiteY4" fmla="*/ 7524 h 87044"/>
                <a:gd name="connsiteX5" fmla="*/ 12201 w 235137"/>
                <a:gd name="connsiteY5" fmla="*/ 14964 h 87044"/>
                <a:gd name="connsiteX6" fmla="*/ 223294 w 235137"/>
                <a:gd name="connsiteY6" fmla="*/ 14964 h 87044"/>
                <a:gd name="connsiteX7" fmla="*/ 223648 w 235137"/>
                <a:gd name="connsiteY7" fmla="*/ 87129 h 87044"/>
                <a:gd name="connsiteX8" fmla="*/ 235316 w 235137"/>
                <a:gd name="connsiteY8" fmla="*/ 79689 h 87044"/>
                <a:gd name="connsiteX9" fmla="*/ 223294 w 235137"/>
                <a:gd name="connsiteY9" fmla="*/ 72250 h 87044"/>
                <a:gd name="connsiteX10" fmla="*/ 12201 w 235137"/>
                <a:gd name="connsiteY10" fmla="*/ 72250 h 87044"/>
                <a:gd name="connsiteX11" fmla="*/ 179 w 235137"/>
                <a:gd name="connsiteY11" fmla="*/ 79689 h 87044"/>
                <a:gd name="connsiteX12" fmla="*/ 11847 w 235137"/>
                <a:gd name="connsiteY12" fmla="*/ 87129 h 87044"/>
                <a:gd name="connsiteX13" fmla="*/ 223648 w 235137"/>
                <a:gd name="connsiteY13" fmla="*/ 87129 h 8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137" h="87044">
                  <a:moveTo>
                    <a:pt x="223294" y="14964"/>
                  </a:moveTo>
                  <a:cubicBezTo>
                    <a:pt x="228598" y="14964"/>
                    <a:pt x="235316" y="14964"/>
                    <a:pt x="235316" y="7524"/>
                  </a:cubicBezTo>
                  <a:cubicBezTo>
                    <a:pt x="235316" y="85"/>
                    <a:pt x="228598" y="85"/>
                    <a:pt x="223648" y="85"/>
                  </a:cubicBezTo>
                  <a:lnTo>
                    <a:pt x="11847" y="85"/>
                  </a:lnTo>
                  <a:cubicBezTo>
                    <a:pt x="6897" y="85"/>
                    <a:pt x="179" y="85"/>
                    <a:pt x="179" y="7524"/>
                  </a:cubicBezTo>
                  <a:cubicBezTo>
                    <a:pt x="179" y="14964"/>
                    <a:pt x="6897" y="14964"/>
                    <a:pt x="12201" y="14964"/>
                  </a:cubicBezTo>
                  <a:lnTo>
                    <a:pt x="223294" y="14964"/>
                  </a:lnTo>
                  <a:close/>
                  <a:moveTo>
                    <a:pt x="223648" y="87129"/>
                  </a:moveTo>
                  <a:cubicBezTo>
                    <a:pt x="228598" y="87129"/>
                    <a:pt x="235316" y="87129"/>
                    <a:pt x="235316" y="79689"/>
                  </a:cubicBezTo>
                  <a:cubicBezTo>
                    <a:pt x="235316" y="72250"/>
                    <a:pt x="228598" y="72250"/>
                    <a:pt x="223294" y="72250"/>
                  </a:cubicBezTo>
                  <a:lnTo>
                    <a:pt x="12201" y="72250"/>
                  </a:lnTo>
                  <a:cubicBezTo>
                    <a:pt x="6897" y="72250"/>
                    <a:pt x="179" y="72250"/>
                    <a:pt x="179" y="79689"/>
                  </a:cubicBezTo>
                  <a:cubicBezTo>
                    <a:pt x="179" y="87129"/>
                    <a:pt x="6897" y="87129"/>
                    <a:pt x="11847" y="87129"/>
                  </a:cubicBezTo>
                  <a:lnTo>
                    <a:pt x="223648" y="87129"/>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 name="Freeform: Shape 8">
              <a:extLst>
                <a:ext uri="{FF2B5EF4-FFF2-40B4-BE49-F238E27FC236}">
                  <a16:creationId xmlns:a16="http://schemas.microsoft.com/office/drawing/2014/main" id="{93B0D9B7-6A8A-AA4E-C181-49BE5A73C299}"/>
                </a:ext>
              </a:extLst>
            </p:cNvPr>
            <p:cNvSpPr/>
            <p:nvPr/>
          </p:nvSpPr>
          <p:spPr>
            <a:xfrm>
              <a:off x="10866678" y="7537556"/>
              <a:ext cx="135778" cy="168509"/>
            </a:xfrm>
            <a:custGeom>
              <a:avLst/>
              <a:gdLst>
                <a:gd name="connsiteX0" fmla="*/ 50046 w 135778"/>
                <a:gd name="connsiteY0" fmla="*/ 78574 h 168509"/>
                <a:gd name="connsiteX1" fmla="*/ 104145 w 135778"/>
                <a:gd name="connsiteY1" fmla="*/ 70018 h 168509"/>
                <a:gd name="connsiteX2" fmla="*/ 130664 w 135778"/>
                <a:gd name="connsiteY2" fmla="*/ 31703 h 168509"/>
                <a:gd name="connsiteX3" fmla="*/ 92830 w 135778"/>
                <a:gd name="connsiteY3" fmla="*/ 85 h 168509"/>
                <a:gd name="connsiteX4" fmla="*/ 189 w 135778"/>
                <a:gd name="connsiteY4" fmla="*/ 101265 h 168509"/>
                <a:gd name="connsiteX5" fmla="*/ 55703 w 135778"/>
                <a:gd name="connsiteY5" fmla="*/ 168594 h 168509"/>
                <a:gd name="connsiteX6" fmla="*/ 135968 w 135778"/>
                <a:gd name="connsiteY6" fmla="*/ 124700 h 168509"/>
                <a:gd name="connsiteX7" fmla="*/ 131725 w 135778"/>
                <a:gd name="connsiteY7" fmla="*/ 119864 h 168509"/>
                <a:gd name="connsiteX8" fmla="*/ 127128 w 135778"/>
                <a:gd name="connsiteY8" fmla="*/ 123584 h 168509"/>
                <a:gd name="connsiteX9" fmla="*/ 56410 w 135778"/>
                <a:gd name="connsiteY9" fmla="*/ 160410 h 168509"/>
                <a:gd name="connsiteX10" fmla="*/ 25648 w 135778"/>
                <a:gd name="connsiteY10" fmla="*/ 117260 h 168509"/>
                <a:gd name="connsiteX11" fmla="*/ 31305 w 135778"/>
                <a:gd name="connsiteY11" fmla="*/ 78574 h 168509"/>
                <a:gd name="connsiteX12" fmla="*/ 50046 w 135778"/>
                <a:gd name="connsiteY12" fmla="*/ 78574 h 168509"/>
                <a:gd name="connsiteX13" fmla="*/ 33427 w 135778"/>
                <a:gd name="connsiteY13" fmla="*/ 70390 h 168509"/>
                <a:gd name="connsiteX14" fmla="*/ 92830 w 135778"/>
                <a:gd name="connsiteY14" fmla="*/ 8268 h 168509"/>
                <a:gd name="connsiteX15" fmla="*/ 118996 w 135778"/>
                <a:gd name="connsiteY15" fmla="*/ 31703 h 168509"/>
                <a:gd name="connsiteX16" fmla="*/ 47924 w 135778"/>
                <a:gd name="connsiteY16" fmla="*/ 70390 h 168509"/>
                <a:gd name="connsiteX17" fmla="*/ 33427 w 135778"/>
                <a:gd name="connsiteY17" fmla="*/ 70390 h 16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778" h="168509">
                  <a:moveTo>
                    <a:pt x="50046" y="78574"/>
                  </a:moveTo>
                  <a:cubicBezTo>
                    <a:pt x="60300" y="78574"/>
                    <a:pt x="86465" y="77830"/>
                    <a:pt x="104145" y="70018"/>
                  </a:cubicBezTo>
                  <a:cubicBezTo>
                    <a:pt x="128896" y="58858"/>
                    <a:pt x="130664" y="36911"/>
                    <a:pt x="130664" y="31703"/>
                  </a:cubicBezTo>
                  <a:cubicBezTo>
                    <a:pt x="130664" y="15336"/>
                    <a:pt x="117228" y="85"/>
                    <a:pt x="92830" y="85"/>
                  </a:cubicBezTo>
                  <a:cubicBezTo>
                    <a:pt x="53581" y="85"/>
                    <a:pt x="189" y="36167"/>
                    <a:pt x="189" y="101265"/>
                  </a:cubicBezTo>
                  <a:cubicBezTo>
                    <a:pt x="189" y="139207"/>
                    <a:pt x="21051" y="168594"/>
                    <a:pt x="55703" y="168594"/>
                  </a:cubicBezTo>
                  <a:cubicBezTo>
                    <a:pt x="106266" y="168594"/>
                    <a:pt x="135968" y="129164"/>
                    <a:pt x="135968" y="124700"/>
                  </a:cubicBezTo>
                  <a:cubicBezTo>
                    <a:pt x="135968" y="122468"/>
                    <a:pt x="133846" y="119864"/>
                    <a:pt x="131725" y="119864"/>
                  </a:cubicBezTo>
                  <a:cubicBezTo>
                    <a:pt x="129957" y="119864"/>
                    <a:pt x="129250" y="120608"/>
                    <a:pt x="127128" y="123584"/>
                  </a:cubicBezTo>
                  <a:cubicBezTo>
                    <a:pt x="99195" y="160410"/>
                    <a:pt x="60653" y="160410"/>
                    <a:pt x="56410" y="160410"/>
                  </a:cubicBezTo>
                  <a:cubicBezTo>
                    <a:pt x="28830" y="160410"/>
                    <a:pt x="25648" y="129164"/>
                    <a:pt x="25648" y="117260"/>
                  </a:cubicBezTo>
                  <a:cubicBezTo>
                    <a:pt x="25648" y="112796"/>
                    <a:pt x="26001" y="101265"/>
                    <a:pt x="31305" y="78574"/>
                  </a:cubicBezTo>
                  <a:lnTo>
                    <a:pt x="50046" y="78574"/>
                  </a:lnTo>
                  <a:close/>
                  <a:moveTo>
                    <a:pt x="33427" y="70390"/>
                  </a:moveTo>
                  <a:cubicBezTo>
                    <a:pt x="47217" y="13848"/>
                    <a:pt x="83637" y="8268"/>
                    <a:pt x="92830" y="8268"/>
                  </a:cubicBezTo>
                  <a:cubicBezTo>
                    <a:pt x="109449" y="8268"/>
                    <a:pt x="118996" y="19056"/>
                    <a:pt x="118996" y="31703"/>
                  </a:cubicBezTo>
                  <a:cubicBezTo>
                    <a:pt x="118996" y="70390"/>
                    <a:pt x="62421" y="70390"/>
                    <a:pt x="47924" y="70390"/>
                  </a:cubicBezTo>
                  <a:lnTo>
                    <a:pt x="33427" y="7039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 name="Freeform: Shape 9">
              <a:extLst>
                <a:ext uri="{FF2B5EF4-FFF2-40B4-BE49-F238E27FC236}">
                  <a16:creationId xmlns:a16="http://schemas.microsoft.com/office/drawing/2014/main" id="{DE0B819E-ECA4-C2D9-F644-1FFEB207B2CB}"/>
                </a:ext>
              </a:extLst>
            </p:cNvPr>
            <p:cNvSpPr/>
            <p:nvPr/>
          </p:nvSpPr>
          <p:spPr>
            <a:xfrm>
              <a:off x="11026192" y="7432250"/>
              <a:ext cx="89599" cy="118737"/>
            </a:xfrm>
            <a:custGeom>
              <a:avLst/>
              <a:gdLst>
                <a:gd name="connsiteX0" fmla="*/ 82863 w 89599"/>
                <a:gd name="connsiteY0" fmla="*/ 6851 h 118737"/>
                <a:gd name="connsiteX1" fmla="*/ 79398 w 89599"/>
                <a:gd name="connsiteY1" fmla="*/ 81 h 118737"/>
                <a:gd name="connsiteX2" fmla="*/ 74448 w 89599"/>
                <a:gd name="connsiteY2" fmla="*/ 3205 h 118737"/>
                <a:gd name="connsiteX3" fmla="*/ 69993 w 89599"/>
                <a:gd name="connsiteY3" fmla="*/ 7111 h 118737"/>
                <a:gd name="connsiteX4" fmla="*/ 44004 w 89599"/>
                <a:gd name="connsiteY4" fmla="*/ 81 h 118737"/>
                <a:gd name="connsiteX5" fmla="*/ 194 w 89599"/>
                <a:gd name="connsiteY5" fmla="*/ 32629 h 118737"/>
                <a:gd name="connsiteX6" fmla="*/ 9599 w 89599"/>
                <a:gd name="connsiteY6" fmla="*/ 52940 h 118737"/>
                <a:gd name="connsiteX7" fmla="*/ 43756 w 89599"/>
                <a:gd name="connsiteY7" fmla="*/ 65959 h 118737"/>
                <a:gd name="connsiteX8" fmla="*/ 76181 w 89599"/>
                <a:gd name="connsiteY8" fmla="*/ 89394 h 118737"/>
                <a:gd name="connsiteX9" fmla="*/ 45736 w 89599"/>
                <a:gd name="connsiteY9" fmla="*/ 111527 h 118737"/>
                <a:gd name="connsiteX10" fmla="*/ 8857 w 89599"/>
                <a:gd name="connsiteY10" fmla="*/ 77416 h 118737"/>
                <a:gd name="connsiteX11" fmla="*/ 4402 w 89599"/>
                <a:gd name="connsiteY11" fmla="*/ 72990 h 118737"/>
                <a:gd name="connsiteX12" fmla="*/ 194 w 89599"/>
                <a:gd name="connsiteY12" fmla="*/ 80020 h 118737"/>
                <a:gd name="connsiteX13" fmla="*/ 194 w 89599"/>
                <a:gd name="connsiteY13" fmla="*/ 112048 h 118737"/>
                <a:gd name="connsiteX14" fmla="*/ 3659 w 89599"/>
                <a:gd name="connsiteY14" fmla="*/ 118818 h 118737"/>
                <a:gd name="connsiteX15" fmla="*/ 15540 w 89599"/>
                <a:gd name="connsiteY15" fmla="*/ 107621 h 118737"/>
                <a:gd name="connsiteX16" fmla="*/ 45736 w 89599"/>
                <a:gd name="connsiteY16" fmla="*/ 118818 h 118737"/>
                <a:gd name="connsiteX17" fmla="*/ 89794 w 89599"/>
                <a:gd name="connsiteY17" fmla="*/ 82103 h 118737"/>
                <a:gd name="connsiteX18" fmla="*/ 79151 w 89599"/>
                <a:gd name="connsiteY18" fmla="*/ 58147 h 118737"/>
                <a:gd name="connsiteX19" fmla="*/ 49697 w 89599"/>
                <a:gd name="connsiteY19" fmla="*/ 45388 h 118737"/>
                <a:gd name="connsiteX20" fmla="*/ 13807 w 89599"/>
                <a:gd name="connsiteY20" fmla="*/ 24818 h 118737"/>
                <a:gd name="connsiteX21" fmla="*/ 44004 w 89599"/>
                <a:gd name="connsiteY21" fmla="*/ 6330 h 118737"/>
                <a:gd name="connsiteX22" fmla="*/ 74448 w 89599"/>
                <a:gd name="connsiteY22" fmla="*/ 34973 h 118737"/>
                <a:gd name="connsiteX23" fmla="*/ 78656 w 89599"/>
                <a:gd name="connsiteY23" fmla="*/ 37837 h 118737"/>
                <a:gd name="connsiteX24" fmla="*/ 82863 w 89599"/>
                <a:gd name="connsiteY24" fmla="*/ 31067 h 118737"/>
                <a:gd name="connsiteX25" fmla="*/ 82863 w 89599"/>
                <a:gd name="connsiteY25" fmla="*/ 6851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599" h="118737">
                  <a:moveTo>
                    <a:pt x="82863" y="6851"/>
                  </a:moveTo>
                  <a:cubicBezTo>
                    <a:pt x="82863" y="2424"/>
                    <a:pt x="82863" y="81"/>
                    <a:pt x="79398" y="81"/>
                  </a:cubicBezTo>
                  <a:cubicBezTo>
                    <a:pt x="78161" y="81"/>
                    <a:pt x="77666" y="81"/>
                    <a:pt x="74448" y="3205"/>
                  </a:cubicBezTo>
                  <a:cubicBezTo>
                    <a:pt x="73953" y="3466"/>
                    <a:pt x="71478" y="5809"/>
                    <a:pt x="69993" y="7111"/>
                  </a:cubicBezTo>
                  <a:cubicBezTo>
                    <a:pt x="62567" y="1643"/>
                    <a:pt x="53162" y="81"/>
                    <a:pt x="44004" y="81"/>
                  </a:cubicBezTo>
                  <a:cubicBezTo>
                    <a:pt x="8609" y="81"/>
                    <a:pt x="194" y="19610"/>
                    <a:pt x="194" y="32629"/>
                  </a:cubicBezTo>
                  <a:cubicBezTo>
                    <a:pt x="194" y="40962"/>
                    <a:pt x="3659" y="47732"/>
                    <a:pt x="9599" y="52940"/>
                  </a:cubicBezTo>
                  <a:cubicBezTo>
                    <a:pt x="19005" y="61532"/>
                    <a:pt x="28410" y="63355"/>
                    <a:pt x="43756" y="65959"/>
                  </a:cubicBezTo>
                  <a:cubicBezTo>
                    <a:pt x="56132" y="68303"/>
                    <a:pt x="76181" y="71948"/>
                    <a:pt x="76181" y="89394"/>
                  </a:cubicBezTo>
                  <a:cubicBezTo>
                    <a:pt x="76181" y="99549"/>
                    <a:pt x="69498" y="111527"/>
                    <a:pt x="45736" y="111527"/>
                  </a:cubicBezTo>
                  <a:cubicBezTo>
                    <a:pt x="21975" y="111527"/>
                    <a:pt x="13312" y="95123"/>
                    <a:pt x="8857" y="77416"/>
                  </a:cubicBezTo>
                  <a:cubicBezTo>
                    <a:pt x="8114" y="74031"/>
                    <a:pt x="7867" y="72990"/>
                    <a:pt x="4402" y="72990"/>
                  </a:cubicBezTo>
                  <a:cubicBezTo>
                    <a:pt x="194" y="72990"/>
                    <a:pt x="194" y="74812"/>
                    <a:pt x="194" y="80020"/>
                  </a:cubicBezTo>
                  <a:lnTo>
                    <a:pt x="194" y="112048"/>
                  </a:lnTo>
                  <a:cubicBezTo>
                    <a:pt x="194" y="116475"/>
                    <a:pt x="194" y="118818"/>
                    <a:pt x="3659" y="118818"/>
                  </a:cubicBezTo>
                  <a:cubicBezTo>
                    <a:pt x="5887" y="118818"/>
                    <a:pt x="10589" y="113350"/>
                    <a:pt x="15540" y="107621"/>
                  </a:cubicBezTo>
                  <a:cubicBezTo>
                    <a:pt x="26430" y="118297"/>
                    <a:pt x="39796" y="118818"/>
                    <a:pt x="45736" y="118818"/>
                  </a:cubicBezTo>
                  <a:cubicBezTo>
                    <a:pt x="77913" y="118818"/>
                    <a:pt x="89794" y="100591"/>
                    <a:pt x="89794" y="82103"/>
                  </a:cubicBezTo>
                  <a:cubicBezTo>
                    <a:pt x="89794" y="72208"/>
                    <a:pt x="85586" y="64397"/>
                    <a:pt x="79151" y="58147"/>
                  </a:cubicBezTo>
                  <a:cubicBezTo>
                    <a:pt x="69745" y="49034"/>
                    <a:pt x="58360" y="46951"/>
                    <a:pt x="49697" y="45388"/>
                  </a:cubicBezTo>
                  <a:cubicBezTo>
                    <a:pt x="29896" y="41743"/>
                    <a:pt x="13807" y="38618"/>
                    <a:pt x="13807" y="24818"/>
                  </a:cubicBezTo>
                  <a:cubicBezTo>
                    <a:pt x="13807" y="16485"/>
                    <a:pt x="20490" y="6330"/>
                    <a:pt x="44004" y="6330"/>
                  </a:cubicBezTo>
                  <a:cubicBezTo>
                    <a:pt x="72715" y="6330"/>
                    <a:pt x="73953" y="27421"/>
                    <a:pt x="74448" y="34973"/>
                  </a:cubicBezTo>
                  <a:cubicBezTo>
                    <a:pt x="74695" y="37837"/>
                    <a:pt x="77666" y="37837"/>
                    <a:pt x="78656" y="37837"/>
                  </a:cubicBezTo>
                  <a:cubicBezTo>
                    <a:pt x="82863" y="37837"/>
                    <a:pt x="82863" y="36014"/>
                    <a:pt x="82863" y="31067"/>
                  </a:cubicBezTo>
                  <a:lnTo>
                    <a:pt x="82863" y="685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 name="Freeform: Shape 10">
              <a:extLst>
                <a:ext uri="{FF2B5EF4-FFF2-40B4-BE49-F238E27FC236}">
                  <a16:creationId xmlns:a16="http://schemas.microsoft.com/office/drawing/2014/main" id="{C675E1F6-E525-113B-CBDF-C1C8DEBFD509}"/>
                </a:ext>
              </a:extLst>
            </p:cNvPr>
            <p:cNvSpPr/>
            <p:nvPr/>
          </p:nvSpPr>
          <p:spPr>
            <a:xfrm>
              <a:off x="11138460" y="7432250"/>
              <a:ext cx="104450" cy="118737"/>
            </a:xfrm>
            <a:custGeom>
              <a:avLst/>
              <a:gdLst>
                <a:gd name="connsiteX0" fmla="*/ 85094 w 104450"/>
                <a:gd name="connsiteY0" fmla="*/ 12319 h 118737"/>
                <a:gd name="connsiteX1" fmla="*/ 78164 w 104450"/>
                <a:gd name="connsiteY1" fmla="*/ 23776 h 118737"/>
                <a:gd name="connsiteX2" fmla="*/ 89797 w 104450"/>
                <a:gd name="connsiteY2" fmla="*/ 36014 h 118737"/>
                <a:gd name="connsiteX3" fmla="*/ 101678 w 104450"/>
                <a:gd name="connsiteY3" fmla="*/ 23255 h 118737"/>
                <a:gd name="connsiteX4" fmla="*/ 60343 w 104450"/>
                <a:gd name="connsiteY4" fmla="*/ 81 h 118737"/>
                <a:gd name="connsiteX5" fmla="*/ 197 w 104450"/>
                <a:gd name="connsiteY5" fmla="*/ 59970 h 118737"/>
                <a:gd name="connsiteX6" fmla="*/ 59105 w 104450"/>
                <a:gd name="connsiteY6" fmla="*/ 118818 h 118737"/>
                <a:gd name="connsiteX7" fmla="*/ 104648 w 104450"/>
                <a:gd name="connsiteY7" fmla="*/ 84968 h 118737"/>
                <a:gd name="connsiteX8" fmla="*/ 100440 w 104450"/>
                <a:gd name="connsiteY8" fmla="*/ 81843 h 118737"/>
                <a:gd name="connsiteX9" fmla="*/ 95737 w 104450"/>
                <a:gd name="connsiteY9" fmla="*/ 86269 h 118737"/>
                <a:gd name="connsiteX10" fmla="*/ 62075 w 104450"/>
                <a:gd name="connsiteY10" fmla="*/ 110486 h 118737"/>
                <a:gd name="connsiteX11" fmla="*/ 22721 w 104450"/>
                <a:gd name="connsiteY11" fmla="*/ 59710 h 118737"/>
                <a:gd name="connsiteX12" fmla="*/ 61085 w 104450"/>
                <a:gd name="connsiteY12" fmla="*/ 8413 h 118737"/>
                <a:gd name="connsiteX13" fmla="*/ 85094 w 104450"/>
                <a:gd name="connsiteY13" fmla="*/ 12319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450" h="118737">
                  <a:moveTo>
                    <a:pt x="85094" y="12319"/>
                  </a:moveTo>
                  <a:cubicBezTo>
                    <a:pt x="80639" y="14402"/>
                    <a:pt x="78164" y="18568"/>
                    <a:pt x="78164" y="23776"/>
                  </a:cubicBezTo>
                  <a:cubicBezTo>
                    <a:pt x="78164" y="30807"/>
                    <a:pt x="82867" y="36014"/>
                    <a:pt x="89797" y="36014"/>
                  </a:cubicBezTo>
                  <a:cubicBezTo>
                    <a:pt x="96480" y="36014"/>
                    <a:pt x="101678" y="31588"/>
                    <a:pt x="101678" y="23255"/>
                  </a:cubicBezTo>
                  <a:cubicBezTo>
                    <a:pt x="101678" y="81"/>
                    <a:pt x="67273" y="81"/>
                    <a:pt x="60343" y="81"/>
                  </a:cubicBezTo>
                  <a:cubicBezTo>
                    <a:pt x="23216" y="81"/>
                    <a:pt x="197" y="30025"/>
                    <a:pt x="197" y="59970"/>
                  </a:cubicBezTo>
                  <a:cubicBezTo>
                    <a:pt x="197" y="92779"/>
                    <a:pt x="26681" y="118818"/>
                    <a:pt x="59105" y="118818"/>
                  </a:cubicBezTo>
                  <a:cubicBezTo>
                    <a:pt x="95985" y="118818"/>
                    <a:pt x="104648" y="88092"/>
                    <a:pt x="104648" y="84968"/>
                  </a:cubicBezTo>
                  <a:cubicBezTo>
                    <a:pt x="104648" y="81843"/>
                    <a:pt x="101430" y="81843"/>
                    <a:pt x="100440" y="81843"/>
                  </a:cubicBezTo>
                  <a:cubicBezTo>
                    <a:pt x="97222" y="81843"/>
                    <a:pt x="96975" y="82624"/>
                    <a:pt x="95737" y="86269"/>
                  </a:cubicBezTo>
                  <a:cubicBezTo>
                    <a:pt x="90292" y="102414"/>
                    <a:pt x="77174" y="110486"/>
                    <a:pt x="62075" y="110486"/>
                  </a:cubicBezTo>
                  <a:cubicBezTo>
                    <a:pt x="44997" y="110486"/>
                    <a:pt x="22721" y="97206"/>
                    <a:pt x="22721" y="59710"/>
                  </a:cubicBezTo>
                  <a:cubicBezTo>
                    <a:pt x="22721" y="26640"/>
                    <a:pt x="38067" y="8413"/>
                    <a:pt x="61085" y="8413"/>
                  </a:cubicBezTo>
                  <a:cubicBezTo>
                    <a:pt x="64303" y="8413"/>
                    <a:pt x="76184" y="8413"/>
                    <a:pt x="85094" y="1231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 name="Freeform: Shape 11">
              <a:extLst>
                <a:ext uri="{FF2B5EF4-FFF2-40B4-BE49-F238E27FC236}">
                  <a16:creationId xmlns:a16="http://schemas.microsoft.com/office/drawing/2014/main" id="{CA9A6886-FC15-B06C-9C30-2BBF42D6DAA2}"/>
                </a:ext>
              </a:extLst>
            </p:cNvPr>
            <p:cNvSpPr/>
            <p:nvPr/>
          </p:nvSpPr>
          <p:spPr>
            <a:xfrm>
              <a:off x="11262449" y="7432250"/>
              <a:ext cx="121281" cy="118737"/>
            </a:xfrm>
            <a:custGeom>
              <a:avLst/>
              <a:gdLst>
                <a:gd name="connsiteX0" fmla="*/ 121482 w 121281"/>
                <a:gd name="connsiteY0" fmla="*/ 60751 h 118737"/>
                <a:gd name="connsiteX1" fmla="*/ 60841 w 121281"/>
                <a:gd name="connsiteY1" fmla="*/ 81 h 118737"/>
                <a:gd name="connsiteX2" fmla="*/ 201 w 121281"/>
                <a:gd name="connsiteY2" fmla="*/ 60751 h 118737"/>
                <a:gd name="connsiteX3" fmla="*/ 60841 w 121281"/>
                <a:gd name="connsiteY3" fmla="*/ 118818 h 118737"/>
                <a:gd name="connsiteX4" fmla="*/ 121482 w 121281"/>
                <a:gd name="connsiteY4" fmla="*/ 60751 h 118737"/>
                <a:gd name="connsiteX5" fmla="*/ 60841 w 121281"/>
                <a:gd name="connsiteY5" fmla="*/ 110486 h 118737"/>
                <a:gd name="connsiteX6" fmla="*/ 30150 w 121281"/>
                <a:gd name="connsiteY6" fmla="*/ 94602 h 118737"/>
                <a:gd name="connsiteX7" fmla="*/ 22724 w 121281"/>
                <a:gd name="connsiteY7" fmla="*/ 58408 h 118737"/>
                <a:gd name="connsiteX8" fmla="*/ 31635 w 121281"/>
                <a:gd name="connsiteY8" fmla="*/ 20651 h 118737"/>
                <a:gd name="connsiteX9" fmla="*/ 60841 w 121281"/>
                <a:gd name="connsiteY9" fmla="*/ 7371 h 118737"/>
                <a:gd name="connsiteX10" fmla="*/ 91286 w 121281"/>
                <a:gd name="connsiteY10" fmla="*/ 22734 h 118737"/>
                <a:gd name="connsiteX11" fmla="*/ 98958 w 121281"/>
                <a:gd name="connsiteY11" fmla="*/ 58408 h 118737"/>
                <a:gd name="connsiteX12" fmla="*/ 91038 w 121281"/>
                <a:gd name="connsiteY12" fmla="*/ 95383 h 118737"/>
                <a:gd name="connsiteX13" fmla="*/ 60841 w 121281"/>
                <a:gd name="connsiteY13" fmla="*/ 110486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281" h="118737">
                  <a:moveTo>
                    <a:pt x="121482" y="60751"/>
                  </a:moveTo>
                  <a:cubicBezTo>
                    <a:pt x="121482" y="28203"/>
                    <a:pt x="94998" y="81"/>
                    <a:pt x="60841" y="81"/>
                  </a:cubicBezTo>
                  <a:cubicBezTo>
                    <a:pt x="26685" y="81"/>
                    <a:pt x="201" y="28203"/>
                    <a:pt x="201" y="60751"/>
                  </a:cubicBezTo>
                  <a:cubicBezTo>
                    <a:pt x="201" y="93040"/>
                    <a:pt x="27427" y="118818"/>
                    <a:pt x="60841" y="118818"/>
                  </a:cubicBezTo>
                  <a:cubicBezTo>
                    <a:pt x="94256" y="118818"/>
                    <a:pt x="121482" y="93040"/>
                    <a:pt x="121482" y="60751"/>
                  </a:cubicBezTo>
                  <a:close/>
                  <a:moveTo>
                    <a:pt x="60841" y="110486"/>
                  </a:moveTo>
                  <a:cubicBezTo>
                    <a:pt x="51683" y="110486"/>
                    <a:pt x="38318" y="107361"/>
                    <a:pt x="30150" y="94602"/>
                  </a:cubicBezTo>
                  <a:cubicBezTo>
                    <a:pt x="23467" y="83926"/>
                    <a:pt x="22724" y="70386"/>
                    <a:pt x="22724" y="58408"/>
                  </a:cubicBezTo>
                  <a:cubicBezTo>
                    <a:pt x="22724" y="47211"/>
                    <a:pt x="22972" y="31848"/>
                    <a:pt x="31635" y="20651"/>
                  </a:cubicBezTo>
                  <a:cubicBezTo>
                    <a:pt x="37823" y="13100"/>
                    <a:pt x="48218" y="7371"/>
                    <a:pt x="60841" y="7371"/>
                  </a:cubicBezTo>
                  <a:cubicBezTo>
                    <a:pt x="75445" y="7371"/>
                    <a:pt x="85840" y="14662"/>
                    <a:pt x="91286" y="22734"/>
                  </a:cubicBezTo>
                  <a:cubicBezTo>
                    <a:pt x="98216" y="32890"/>
                    <a:pt x="98958" y="45909"/>
                    <a:pt x="98958" y="58408"/>
                  </a:cubicBezTo>
                  <a:cubicBezTo>
                    <a:pt x="98958" y="70907"/>
                    <a:pt x="98216" y="84707"/>
                    <a:pt x="91038" y="95383"/>
                  </a:cubicBezTo>
                  <a:cubicBezTo>
                    <a:pt x="84355" y="105278"/>
                    <a:pt x="72970" y="110486"/>
                    <a:pt x="60841" y="11048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 name="Freeform: Shape 12">
              <a:extLst>
                <a:ext uri="{FF2B5EF4-FFF2-40B4-BE49-F238E27FC236}">
                  <a16:creationId xmlns:a16="http://schemas.microsoft.com/office/drawing/2014/main" id="{B9FE1EE0-465F-0BB6-3FC1-FB3E557D5DF1}"/>
                </a:ext>
              </a:extLst>
            </p:cNvPr>
            <p:cNvSpPr/>
            <p:nvPr/>
          </p:nvSpPr>
          <p:spPr>
            <a:xfrm>
              <a:off x="11405870" y="7433552"/>
              <a:ext cx="88609" cy="114831"/>
            </a:xfrm>
            <a:custGeom>
              <a:avLst/>
              <a:gdLst>
                <a:gd name="connsiteX0" fmla="*/ 37332 w 88609"/>
                <a:gd name="connsiteY0" fmla="*/ 55544 h 114831"/>
                <a:gd name="connsiteX1" fmla="*/ 70498 w 88609"/>
                <a:gd name="connsiteY1" fmla="*/ 7371 h 114831"/>
                <a:gd name="connsiteX2" fmla="*/ 66291 w 88609"/>
                <a:gd name="connsiteY2" fmla="*/ 16745 h 114831"/>
                <a:gd name="connsiteX3" fmla="*/ 77429 w 88609"/>
                <a:gd name="connsiteY3" fmla="*/ 28723 h 114831"/>
                <a:gd name="connsiteX4" fmla="*/ 88814 w 88609"/>
                <a:gd name="connsiteY4" fmla="*/ 16745 h 114831"/>
                <a:gd name="connsiteX5" fmla="*/ 69261 w 88609"/>
                <a:gd name="connsiteY5" fmla="*/ 81 h 114831"/>
                <a:gd name="connsiteX6" fmla="*/ 35846 w 88609"/>
                <a:gd name="connsiteY6" fmla="*/ 27942 h 114831"/>
                <a:gd name="connsiteX7" fmla="*/ 35599 w 88609"/>
                <a:gd name="connsiteY7" fmla="*/ 27942 h 114831"/>
                <a:gd name="connsiteX8" fmla="*/ 35599 w 88609"/>
                <a:gd name="connsiteY8" fmla="*/ 81 h 114831"/>
                <a:gd name="connsiteX9" fmla="*/ 205 w 88609"/>
                <a:gd name="connsiteY9" fmla="*/ 2945 h 114831"/>
                <a:gd name="connsiteX10" fmla="*/ 205 w 88609"/>
                <a:gd name="connsiteY10" fmla="*/ 12319 h 114831"/>
                <a:gd name="connsiteX11" fmla="*/ 18768 w 88609"/>
                <a:gd name="connsiteY11" fmla="*/ 26901 h 114831"/>
                <a:gd name="connsiteX12" fmla="*/ 18768 w 88609"/>
                <a:gd name="connsiteY12" fmla="*/ 94342 h 114831"/>
                <a:gd name="connsiteX13" fmla="*/ 205 w 88609"/>
                <a:gd name="connsiteY13" fmla="*/ 105538 h 114831"/>
                <a:gd name="connsiteX14" fmla="*/ 205 w 88609"/>
                <a:gd name="connsiteY14" fmla="*/ 114912 h 114831"/>
                <a:gd name="connsiteX15" fmla="*/ 28421 w 88609"/>
                <a:gd name="connsiteY15" fmla="*/ 113871 h 114831"/>
                <a:gd name="connsiteX16" fmla="*/ 60598 w 88609"/>
                <a:gd name="connsiteY16" fmla="*/ 114912 h 114831"/>
                <a:gd name="connsiteX17" fmla="*/ 60598 w 88609"/>
                <a:gd name="connsiteY17" fmla="*/ 105538 h 114831"/>
                <a:gd name="connsiteX18" fmla="*/ 55648 w 88609"/>
                <a:gd name="connsiteY18" fmla="*/ 105538 h 114831"/>
                <a:gd name="connsiteX19" fmla="*/ 37332 w 88609"/>
                <a:gd name="connsiteY19" fmla="*/ 93821 h 114831"/>
                <a:gd name="connsiteX20" fmla="*/ 37332 w 88609"/>
                <a:gd name="connsiteY20" fmla="*/ 55544 h 114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609" h="114831">
                  <a:moveTo>
                    <a:pt x="37332" y="55544"/>
                  </a:moveTo>
                  <a:cubicBezTo>
                    <a:pt x="37332" y="33671"/>
                    <a:pt x="46985" y="7371"/>
                    <a:pt x="70498" y="7371"/>
                  </a:cubicBezTo>
                  <a:cubicBezTo>
                    <a:pt x="68271" y="9194"/>
                    <a:pt x="66291" y="12579"/>
                    <a:pt x="66291" y="16745"/>
                  </a:cubicBezTo>
                  <a:cubicBezTo>
                    <a:pt x="66291" y="25338"/>
                    <a:pt x="72726" y="28723"/>
                    <a:pt x="77429" y="28723"/>
                  </a:cubicBezTo>
                  <a:cubicBezTo>
                    <a:pt x="83369" y="28723"/>
                    <a:pt x="88814" y="24557"/>
                    <a:pt x="88814" y="16745"/>
                  </a:cubicBezTo>
                  <a:cubicBezTo>
                    <a:pt x="88814" y="7892"/>
                    <a:pt x="80894" y="81"/>
                    <a:pt x="69261" y="81"/>
                  </a:cubicBezTo>
                  <a:cubicBezTo>
                    <a:pt x="56885" y="81"/>
                    <a:pt x="43272" y="8153"/>
                    <a:pt x="35846" y="27942"/>
                  </a:cubicBezTo>
                  <a:lnTo>
                    <a:pt x="35599" y="27942"/>
                  </a:lnTo>
                  <a:lnTo>
                    <a:pt x="35599" y="81"/>
                  </a:lnTo>
                  <a:lnTo>
                    <a:pt x="205" y="2945"/>
                  </a:lnTo>
                  <a:lnTo>
                    <a:pt x="205" y="12319"/>
                  </a:lnTo>
                  <a:cubicBezTo>
                    <a:pt x="16788" y="12319"/>
                    <a:pt x="18768" y="14142"/>
                    <a:pt x="18768" y="26901"/>
                  </a:cubicBezTo>
                  <a:lnTo>
                    <a:pt x="18768" y="94342"/>
                  </a:lnTo>
                  <a:cubicBezTo>
                    <a:pt x="18768" y="105538"/>
                    <a:pt x="16293" y="105538"/>
                    <a:pt x="205" y="105538"/>
                  </a:cubicBezTo>
                  <a:lnTo>
                    <a:pt x="205" y="114912"/>
                  </a:lnTo>
                  <a:cubicBezTo>
                    <a:pt x="1442" y="114912"/>
                    <a:pt x="18273" y="113871"/>
                    <a:pt x="28421" y="113871"/>
                  </a:cubicBezTo>
                  <a:cubicBezTo>
                    <a:pt x="39064" y="113871"/>
                    <a:pt x="49955" y="114392"/>
                    <a:pt x="60598" y="114912"/>
                  </a:cubicBezTo>
                  <a:lnTo>
                    <a:pt x="60598" y="105538"/>
                  </a:lnTo>
                  <a:lnTo>
                    <a:pt x="55648" y="105538"/>
                  </a:lnTo>
                  <a:cubicBezTo>
                    <a:pt x="37332" y="105538"/>
                    <a:pt x="37332" y="102674"/>
                    <a:pt x="37332" y="93821"/>
                  </a:cubicBezTo>
                  <a:lnTo>
                    <a:pt x="37332" y="5554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 name="Freeform: Shape 13">
              <a:extLst>
                <a:ext uri="{FF2B5EF4-FFF2-40B4-BE49-F238E27FC236}">
                  <a16:creationId xmlns:a16="http://schemas.microsoft.com/office/drawing/2014/main" id="{F808C159-D54E-F74A-5ABE-FF4AC24108CC}"/>
                </a:ext>
              </a:extLst>
            </p:cNvPr>
            <p:cNvSpPr/>
            <p:nvPr/>
          </p:nvSpPr>
          <p:spPr>
            <a:xfrm>
              <a:off x="11513892" y="7432250"/>
              <a:ext cx="106183" cy="118737"/>
            </a:xfrm>
            <a:custGeom>
              <a:avLst/>
              <a:gdLst>
                <a:gd name="connsiteX0" fmla="*/ 99461 w 106183"/>
                <a:gd name="connsiteY0" fmla="*/ 56845 h 118737"/>
                <a:gd name="connsiteX1" fmla="*/ 106391 w 106183"/>
                <a:gd name="connsiteY1" fmla="*/ 51117 h 118737"/>
                <a:gd name="connsiteX2" fmla="*/ 57383 w 106183"/>
                <a:gd name="connsiteY2" fmla="*/ 81 h 118737"/>
                <a:gd name="connsiteX3" fmla="*/ 208 w 106183"/>
                <a:gd name="connsiteY3" fmla="*/ 59189 h 118737"/>
                <a:gd name="connsiteX4" fmla="*/ 60601 w 106183"/>
                <a:gd name="connsiteY4" fmla="*/ 118818 h 118737"/>
                <a:gd name="connsiteX5" fmla="*/ 106391 w 106183"/>
                <a:gd name="connsiteY5" fmla="*/ 84968 h 118737"/>
                <a:gd name="connsiteX6" fmla="*/ 102183 w 106183"/>
                <a:gd name="connsiteY6" fmla="*/ 81322 h 118737"/>
                <a:gd name="connsiteX7" fmla="*/ 97728 w 106183"/>
                <a:gd name="connsiteY7" fmla="*/ 85488 h 118737"/>
                <a:gd name="connsiteX8" fmla="*/ 62334 w 106183"/>
                <a:gd name="connsiteY8" fmla="*/ 110486 h 118737"/>
                <a:gd name="connsiteX9" fmla="*/ 32137 w 106183"/>
                <a:gd name="connsiteY9" fmla="*/ 95123 h 118737"/>
                <a:gd name="connsiteX10" fmla="*/ 22731 w 106183"/>
                <a:gd name="connsiteY10" fmla="*/ 56845 h 118737"/>
                <a:gd name="connsiteX11" fmla="*/ 99461 w 106183"/>
                <a:gd name="connsiteY11" fmla="*/ 56845 h 118737"/>
                <a:gd name="connsiteX12" fmla="*/ 22979 w 106183"/>
                <a:gd name="connsiteY12" fmla="*/ 50075 h 118737"/>
                <a:gd name="connsiteX13" fmla="*/ 57383 w 106183"/>
                <a:gd name="connsiteY13" fmla="*/ 7371 h 118737"/>
                <a:gd name="connsiteX14" fmla="*/ 89065 w 106183"/>
                <a:gd name="connsiteY14" fmla="*/ 50075 h 118737"/>
                <a:gd name="connsiteX15" fmla="*/ 22979 w 106183"/>
                <a:gd name="connsiteY15" fmla="*/ 50075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6183" h="118737">
                  <a:moveTo>
                    <a:pt x="99461" y="56845"/>
                  </a:moveTo>
                  <a:cubicBezTo>
                    <a:pt x="104658" y="56845"/>
                    <a:pt x="106391" y="56845"/>
                    <a:pt x="106391" y="51117"/>
                  </a:cubicBezTo>
                  <a:cubicBezTo>
                    <a:pt x="106391" y="28203"/>
                    <a:pt x="94263" y="81"/>
                    <a:pt x="57383" y="81"/>
                  </a:cubicBezTo>
                  <a:cubicBezTo>
                    <a:pt x="24959" y="81"/>
                    <a:pt x="208" y="27161"/>
                    <a:pt x="208" y="59189"/>
                  </a:cubicBezTo>
                  <a:cubicBezTo>
                    <a:pt x="208" y="92258"/>
                    <a:pt x="27682" y="118818"/>
                    <a:pt x="60601" y="118818"/>
                  </a:cubicBezTo>
                  <a:cubicBezTo>
                    <a:pt x="94015" y="118818"/>
                    <a:pt x="106391" y="90696"/>
                    <a:pt x="106391" y="84968"/>
                  </a:cubicBezTo>
                  <a:cubicBezTo>
                    <a:pt x="106391" y="83926"/>
                    <a:pt x="105896" y="81322"/>
                    <a:pt x="102183" y="81322"/>
                  </a:cubicBezTo>
                  <a:cubicBezTo>
                    <a:pt x="98965" y="81322"/>
                    <a:pt x="98470" y="82884"/>
                    <a:pt x="97728" y="85488"/>
                  </a:cubicBezTo>
                  <a:cubicBezTo>
                    <a:pt x="90055" y="106580"/>
                    <a:pt x="71244" y="110486"/>
                    <a:pt x="62334" y="110486"/>
                  </a:cubicBezTo>
                  <a:cubicBezTo>
                    <a:pt x="50700" y="110486"/>
                    <a:pt x="39562" y="105018"/>
                    <a:pt x="32137" y="95123"/>
                  </a:cubicBezTo>
                  <a:cubicBezTo>
                    <a:pt x="22979" y="82884"/>
                    <a:pt x="22731" y="67001"/>
                    <a:pt x="22731" y="56845"/>
                  </a:cubicBezTo>
                  <a:lnTo>
                    <a:pt x="99461" y="56845"/>
                  </a:lnTo>
                  <a:close/>
                  <a:moveTo>
                    <a:pt x="22979" y="50075"/>
                  </a:moveTo>
                  <a:cubicBezTo>
                    <a:pt x="25702" y="13360"/>
                    <a:pt x="47978" y="7371"/>
                    <a:pt x="57383" y="7371"/>
                  </a:cubicBezTo>
                  <a:cubicBezTo>
                    <a:pt x="87827" y="7371"/>
                    <a:pt x="88817" y="43566"/>
                    <a:pt x="89065" y="50075"/>
                  </a:cubicBezTo>
                  <a:lnTo>
                    <a:pt x="22979" y="50075"/>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5" name="Freeform: Shape 14">
              <a:extLst>
                <a:ext uri="{FF2B5EF4-FFF2-40B4-BE49-F238E27FC236}">
                  <a16:creationId xmlns:a16="http://schemas.microsoft.com/office/drawing/2014/main" id="{9696128B-4C7C-FD43-BB5D-FBBA34150B4F}"/>
                </a:ext>
              </a:extLst>
            </p:cNvPr>
            <p:cNvSpPr/>
            <p:nvPr/>
          </p:nvSpPr>
          <p:spPr>
            <a:xfrm>
              <a:off x="11658425" y="7353092"/>
              <a:ext cx="64353" cy="260129"/>
            </a:xfrm>
            <a:custGeom>
              <a:avLst/>
              <a:gdLst>
                <a:gd name="connsiteX0" fmla="*/ 59614 w 64353"/>
                <a:gd name="connsiteY0" fmla="*/ 81 h 260129"/>
                <a:gd name="connsiteX1" fmla="*/ 211 w 64353"/>
                <a:gd name="connsiteY1" fmla="*/ 130015 h 260129"/>
                <a:gd name="connsiteX2" fmla="*/ 59614 w 64353"/>
                <a:gd name="connsiteY2" fmla="*/ 260210 h 260129"/>
                <a:gd name="connsiteX3" fmla="*/ 64565 w 64353"/>
                <a:gd name="connsiteY3" fmla="*/ 257085 h 260129"/>
                <a:gd name="connsiteX4" fmla="*/ 62090 w 64353"/>
                <a:gd name="connsiteY4" fmla="*/ 253179 h 260129"/>
                <a:gd name="connsiteX5" fmla="*/ 17042 w 64353"/>
                <a:gd name="connsiteY5" fmla="*/ 130275 h 260129"/>
                <a:gd name="connsiteX6" fmla="*/ 62832 w 64353"/>
                <a:gd name="connsiteY6" fmla="*/ 6330 h 260129"/>
                <a:gd name="connsiteX7" fmla="*/ 64565 w 64353"/>
                <a:gd name="connsiteY7" fmla="*/ 3205 h 260129"/>
                <a:gd name="connsiteX8" fmla="*/ 59614 w 64353"/>
                <a:gd name="connsiteY8"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53" h="260129">
                  <a:moveTo>
                    <a:pt x="59614" y="81"/>
                  </a:moveTo>
                  <a:cubicBezTo>
                    <a:pt x="12587" y="34973"/>
                    <a:pt x="211" y="90175"/>
                    <a:pt x="211" y="130015"/>
                  </a:cubicBezTo>
                  <a:cubicBezTo>
                    <a:pt x="211" y="166730"/>
                    <a:pt x="10607" y="223755"/>
                    <a:pt x="59614" y="260210"/>
                  </a:cubicBezTo>
                  <a:cubicBezTo>
                    <a:pt x="61595" y="260210"/>
                    <a:pt x="64565" y="260210"/>
                    <a:pt x="64565" y="257085"/>
                  </a:cubicBezTo>
                  <a:cubicBezTo>
                    <a:pt x="64565" y="255523"/>
                    <a:pt x="63822" y="255002"/>
                    <a:pt x="62090" y="253179"/>
                  </a:cubicBezTo>
                  <a:cubicBezTo>
                    <a:pt x="29170" y="221932"/>
                    <a:pt x="17042" y="177666"/>
                    <a:pt x="17042" y="130275"/>
                  </a:cubicBezTo>
                  <a:cubicBezTo>
                    <a:pt x="17042" y="59970"/>
                    <a:pt x="42536" y="25599"/>
                    <a:pt x="62832" y="6330"/>
                  </a:cubicBezTo>
                  <a:cubicBezTo>
                    <a:pt x="63822" y="5288"/>
                    <a:pt x="64565" y="4507"/>
                    <a:pt x="64565" y="3205"/>
                  </a:cubicBezTo>
                  <a:cubicBezTo>
                    <a:pt x="64565" y="81"/>
                    <a:pt x="61595" y="81"/>
                    <a:pt x="59614"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6" name="Freeform: Shape 15">
              <a:extLst>
                <a:ext uri="{FF2B5EF4-FFF2-40B4-BE49-F238E27FC236}">
                  <a16:creationId xmlns:a16="http://schemas.microsoft.com/office/drawing/2014/main" id="{1DA24798-7439-5F3D-E754-177FC56C4A1F}"/>
                </a:ext>
              </a:extLst>
            </p:cNvPr>
            <p:cNvSpPr/>
            <p:nvPr/>
          </p:nvSpPr>
          <p:spPr>
            <a:xfrm>
              <a:off x="11749121" y="7432771"/>
              <a:ext cx="151725" cy="115612"/>
            </a:xfrm>
            <a:custGeom>
              <a:avLst/>
              <a:gdLst>
                <a:gd name="connsiteX0" fmla="*/ 89319 w 151725"/>
                <a:gd name="connsiteY0" fmla="*/ 52679 h 115612"/>
                <a:gd name="connsiteX1" fmla="*/ 123476 w 151725"/>
                <a:gd name="connsiteY1" fmla="*/ 16485 h 115612"/>
                <a:gd name="connsiteX2" fmla="*/ 146495 w 151725"/>
                <a:gd name="connsiteY2" fmla="*/ 14662 h 115612"/>
                <a:gd name="connsiteX3" fmla="*/ 146495 w 151725"/>
                <a:gd name="connsiteY3" fmla="*/ 81 h 115612"/>
                <a:gd name="connsiteX4" fmla="*/ 122486 w 151725"/>
                <a:gd name="connsiteY4" fmla="*/ 1122 h 115612"/>
                <a:gd name="connsiteX5" fmla="*/ 95012 w 151725"/>
                <a:gd name="connsiteY5" fmla="*/ 81 h 115612"/>
                <a:gd name="connsiteX6" fmla="*/ 95012 w 151725"/>
                <a:gd name="connsiteY6" fmla="*/ 14662 h 115612"/>
                <a:gd name="connsiteX7" fmla="*/ 101695 w 151725"/>
                <a:gd name="connsiteY7" fmla="*/ 16225 h 115612"/>
                <a:gd name="connsiteX8" fmla="*/ 78429 w 151725"/>
                <a:gd name="connsiteY8" fmla="*/ 40962 h 115612"/>
                <a:gd name="connsiteX9" fmla="*/ 54420 w 151725"/>
                <a:gd name="connsiteY9" fmla="*/ 14662 h 115612"/>
                <a:gd name="connsiteX10" fmla="*/ 61103 w 151725"/>
                <a:gd name="connsiteY10" fmla="*/ 14662 h 115612"/>
                <a:gd name="connsiteX11" fmla="*/ 61103 w 151725"/>
                <a:gd name="connsiteY11" fmla="*/ 81 h 115612"/>
                <a:gd name="connsiteX12" fmla="*/ 29668 w 151725"/>
                <a:gd name="connsiteY12" fmla="*/ 1122 h 115612"/>
                <a:gd name="connsiteX13" fmla="*/ 1699 w 151725"/>
                <a:gd name="connsiteY13" fmla="*/ 81 h 115612"/>
                <a:gd name="connsiteX14" fmla="*/ 1699 w 151725"/>
                <a:gd name="connsiteY14" fmla="*/ 14662 h 115612"/>
                <a:gd name="connsiteX15" fmla="*/ 20263 w 151725"/>
                <a:gd name="connsiteY15" fmla="*/ 14662 h 115612"/>
                <a:gd name="connsiteX16" fmla="*/ 60855 w 151725"/>
                <a:gd name="connsiteY16" fmla="*/ 59189 h 115612"/>
                <a:gd name="connsiteX17" fmla="*/ 25213 w 151725"/>
                <a:gd name="connsiteY17" fmla="*/ 96946 h 115612"/>
                <a:gd name="connsiteX18" fmla="*/ 14075 w 151725"/>
                <a:gd name="connsiteY18" fmla="*/ 100851 h 115612"/>
                <a:gd name="connsiteX19" fmla="*/ 214 w 151725"/>
                <a:gd name="connsiteY19" fmla="*/ 101112 h 115612"/>
                <a:gd name="connsiteX20" fmla="*/ 214 w 151725"/>
                <a:gd name="connsiteY20" fmla="*/ 115694 h 115612"/>
                <a:gd name="connsiteX21" fmla="*/ 24223 w 151725"/>
                <a:gd name="connsiteY21" fmla="*/ 114652 h 115612"/>
                <a:gd name="connsiteX22" fmla="*/ 51697 w 151725"/>
                <a:gd name="connsiteY22" fmla="*/ 115694 h 115612"/>
                <a:gd name="connsiteX23" fmla="*/ 51697 w 151725"/>
                <a:gd name="connsiteY23" fmla="*/ 101112 h 115612"/>
                <a:gd name="connsiteX24" fmla="*/ 45014 w 151725"/>
                <a:gd name="connsiteY24" fmla="*/ 99289 h 115612"/>
                <a:gd name="connsiteX25" fmla="*/ 71746 w 151725"/>
                <a:gd name="connsiteY25" fmla="*/ 71167 h 115612"/>
                <a:gd name="connsiteX26" fmla="*/ 99220 w 151725"/>
                <a:gd name="connsiteY26" fmla="*/ 101112 h 115612"/>
                <a:gd name="connsiteX27" fmla="*/ 92784 w 151725"/>
                <a:gd name="connsiteY27" fmla="*/ 101112 h 115612"/>
                <a:gd name="connsiteX28" fmla="*/ 92784 w 151725"/>
                <a:gd name="connsiteY28" fmla="*/ 115694 h 115612"/>
                <a:gd name="connsiteX29" fmla="*/ 124219 w 151725"/>
                <a:gd name="connsiteY29" fmla="*/ 114652 h 115612"/>
                <a:gd name="connsiteX30" fmla="*/ 151940 w 151725"/>
                <a:gd name="connsiteY30" fmla="*/ 115694 h 115612"/>
                <a:gd name="connsiteX31" fmla="*/ 151940 w 151725"/>
                <a:gd name="connsiteY31" fmla="*/ 101112 h 115612"/>
                <a:gd name="connsiteX32" fmla="*/ 133624 w 151725"/>
                <a:gd name="connsiteY32" fmla="*/ 101112 h 115612"/>
                <a:gd name="connsiteX33" fmla="*/ 89319 w 151725"/>
                <a:gd name="connsiteY33" fmla="*/ 52679 h 11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1725" h="115612">
                  <a:moveTo>
                    <a:pt x="89319" y="52679"/>
                  </a:moveTo>
                  <a:lnTo>
                    <a:pt x="123476" y="16485"/>
                  </a:lnTo>
                  <a:cubicBezTo>
                    <a:pt x="129416" y="14662"/>
                    <a:pt x="135852" y="14662"/>
                    <a:pt x="146495" y="14662"/>
                  </a:cubicBezTo>
                  <a:lnTo>
                    <a:pt x="146495" y="81"/>
                  </a:lnTo>
                  <a:cubicBezTo>
                    <a:pt x="138574" y="862"/>
                    <a:pt x="130406" y="1122"/>
                    <a:pt x="122486" y="1122"/>
                  </a:cubicBezTo>
                  <a:cubicBezTo>
                    <a:pt x="114070" y="1122"/>
                    <a:pt x="96992" y="341"/>
                    <a:pt x="95012" y="81"/>
                  </a:cubicBezTo>
                  <a:lnTo>
                    <a:pt x="95012" y="14662"/>
                  </a:lnTo>
                  <a:cubicBezTo>
                    <a:pt x="98230" y="14662"/>
                    <a:pt x="99962" y="15183"/>
                    <a:pt x="101695" y="16225"/>
                  </a:cubicBezTo>
                  <a:lnTo>
                    <a:pt x="78429" y="40962"/>
                  </a:lnTo>
                  <a:lnTo>
                    <a:pt x="54420" y="14662"/>
                  </a:lnTo>
                  <a:lnTo>
                    <a:pt x="61103" y="14662"/>
                  </a:lnTo>
                  <a:lnTo>
                    <a:pt x="61103" y="81"/>
                  </a:lnTo>
                  <a:cubicBezTo>
                    <a:pt x="59618" y="81"/>
                    <a:pt x="40064" y="1122"/>
                    <a:pt x="29668" y="1122"/>
                  </a:cubicBezTo>
                  <a:cubicBezTo>
                    <a:pt x="20263" y="1122"/>
                    <a:pt x="11105" y="862"/>
                    <a:pt x="1699" y="81"/>
                  </a:cubicBezTo>
                  <a:lnTo>
                    <a:pt x="1699" y="14662"/>
                  </a:lnTo>
                  <a:lnTo>
                    <a:pt x="20263" y="14662"/>
                  </a:lnTo>
                  <a:lnTo>
                    <a:pt x="60855" y="59189"/>
                  </a:lnTo>
                  <a:lnTo>
                    <a:pt x="25213" y="96946"/>
                  </a:lnTo>
                  <a:cubicBezTo>
                    <a:pt x="21995" y="100070"/>
                    <a:pt x="21748" y="100331"/>
                    <a:pt x="14075" y="100851"/>
                  </a:cubicBezTo>
                  <a:cubicBezTo>
                    <a:pt x="10115" y="101112"/>
                    <a:pt x="1452" y="101112"/>
                    <a:pt x="214" y="101112"/>
                  </a:cubicBezTo>
                  <a:lnTo>
                    <a:pt x="214" y="115694"/>
                  </a:lnTo>
                  <a:cubicBezTo>
                    <a:pt x="8135" y="114912"/>
                    <a:pt x="16303" y="114652"/>
                    <a:pt x="24223" y="114652"/>
                  </a:cubicBezTo>
                  <a:cubicBezTo>
                    <a:pt x="30906" y="114652"/>
                    <a:pt x="48479" y="115433"/>
                    <a:pt x="51697" y="115694"/>
                  </a:cubicBezTo>
                  <a:lnTo>
                    <a:pt x="51697" y="101112"/>
                  </a:lnTo>
                  <a:cubicBezTo>
                    <a:pt x="47737" y="101112"/>
                    <a:pt x="46747" y="100591"/>
                    <a:pt x="45014" y="99289"/>
                  </a:cubicBezTo>
                  <a:lnTo>
                    <a:pt x="71746" y="71167"/>
                  </a:lnTo>
                  <a:lnTo>
                    <a:pt x="99220" y="101112"/>
                  </a:lnTo>
                  <a:lnTo>
                    <a:pt x="92784" y="101112"/>
                  </a:lnTo>
                  <a:lnTo>
                    <a:pt x="92784" y="115694"/>
                  </a:lnTo>
                  <a:cubicBezTo>
                    <a:pt x="93032" y="115694"/>
                    <a:pt x="112833" y="114652"/>
                    <a:pt x="124219" y="114652"/>
                  </a:cubicBezTo>
                  <a:cubicBezTo>
                    <a:pt x="133377" y="114652"/>
                    <a:pt x="142782" y="114912"/>
                    <a:pt x="151940" y="115694"/>
                  </a:cubicBezTo>
                  <a:lnTo>
                    <a:pt x="151940" y="101112"/>
                  </a:lnTo>
                  <a:lnTo>
                    <a:pt x="133624" y="101112"/>
                  </a:lnTo>
                  <a:lnTo>
                    <a:pt x="89319" y="52679"/>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7" name="Freeform: Shape 16">
              <a:extLst>
                <a:ext uri="{FF2B5EF4-FFF2-40B4-BE49-F238E27FC236}">
                  <a16:creationId xmlns:a16="http://schemas.microsoft.com/office/drawing/2014/main" id="{ADEFBF49-4310-72BF-219C-AC8402F9CDF7}"/>
                </a:ext>
              </a:extLst>
            </p:cNvPr>
            <p:cNvSpPr/>
            <p:nvPr/>
          </p:nvSpPr>
          <p:spPr>
            <a:xfrm>
              <a:off x="11937166" y="7518439"/>
              <a:ext cx="31434" cy="80200"/>
            </a:xfrm>
            <a:custGeom>
              <a:avLst/>
              <a:gdLst>
                <a:gd name="connsiteX0" fmla="*/ 24723 w 31434"/>
                <a:gd name="connsiteY0" fmla="*/ 25859 h 80200"/>
                <a:gd name="connsiteX1" fmla="*/ 5417 w 31434"/>
                <a:gd name="connsiteY1" fmla="*/ 73510 h 80200"/>
                <a:gd name="connsiteX2" fmla="*/ 3684 w 31434"/>
                <a:gd name="connsiteY2" fmla="*/ 76635 h 80200"/>
                <a:gd name="connsiteX3" fmla="*/ 7149 w 31434"/>
                <a:gd name="connsiteY3" fmla="*/ 80281 h 80200"/>
                <a:gd name="connsiteX4" fmla="*/ 31653 w 31434"/>
                <a:gd name="connsiteY4" fmla="*/ 28463 h 80200"/>
                <a:gd name="connsiteX5" fmla="*/ 14327 w 31434"/>
                <a:gd name="connsiteY5" fmla="*/ 81 h 80200"/>
                <a:gd name="connsiteX6" fmla="*/ 219 w 31434"/>
                <a:gd name="connsiteY6" fmla="*/ 14923 h 80200"/>
                <a:gd name="connsiteX7" fmla="*/ 14575 w 31434"/>
                <a:gd name="connsiteY7" fmla="*/ 30025 h 80200"/>
                <a:gd name="connsiteX8" fmla="*/ 24723 w 31434"/>
                <a:gd name="connsiteY8" fmla="*/ 25859 h 8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34" h="80200">
                  <a:moveTo>
                    <a:pt x="24723" y="25859"/>
                  </a:moveTo>
                  <a:cubicBezTo>
                    <a:pt x="24723" y="40181"/>
                    <a:pt x="22248" y="56845"/>
                    <a:pt x="5417" y="73510"/>
                  </a:cubicBezTo>
                  <a:cubicBezTo>
                    <a:pt x="4427" y="74552"/>
                    <a:pt x="3684" y="75333"/>
                    <a:pt x="3684" y="76635"/>
                  </a:cubicBezTo>
                  <a:cubicBezTo>
                    <a:pt x="3684" y="78458"/>
                    <a:pt x="5664" y="80281"/>
                    <a:pt x="7149" y="80281"/>
                  </a:cubicBezTo>
                  <a:cubicBezTo>
                    <a:pt x="10615" y="80281"/>
                    <a:pt x="31653" y="59449"/>
                    <a:pt x="31653" y="28463"/>
                  </a:cubicBezTo>
                  <a:cubicBezTo>
                    <a:pt x="31653" y="12319"/>
                    <a:pt x="25713" y="81"/>
                    <a:pt x="14327" y="81"/>
                  </a:cubicBezTo>
                  <a:cubicBezTo>
                    <a:pt x="6159" y="81"/>
                    <a:pt x="219" y="6851"/>
                    <a:pt x="219" y="14923"/>
                  </a:cubicBezTo>
                  <a:cubicBezTo>
                    <a:pt x="219" y="23255"/>
                    <a:pt x="5912" y="30025"/>
                    <a:pt x="14575" y="30025"/>
                  </a:cubicBezTo>
                  <a:cubicBezTo>
                    <a:pt x="20515" y="30025"/>
                    <a:pt x="24475" y="25859"/>
                    <a:pt x="24723" y="2585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8" name="Freeform: Shape 17">
              <a:extLst>
                <a:ext uri="{FF2B5EF4-FFF2-40B4-BE49-F238E27FC236}">
                  <a16:creationId xmlns:a16="http://schemas.microsoft.com/office/drawing/2014/main" id="{4C5B13FA-65A1-1CC7-3C9F-57BF25A47229}"/>
                </a:ext>
              </a:extLst>
            </p:cNvPr>
            <p:cNvSpPr/>
            <p:nvPr/>
          </p:nvSpPr>
          <p:spPr>
            <a:xfrm>
              <a:off x="12006294" y="7375485"/>
              <a:ext cx="114846" cy="178106"/>
            </a:xfrm>
            <a:custGeom>
              <a:avLst/>
              <a:gdLst>
                <a:gd name="connsiteX0" fmla="*/ 115068 w 114846"/>
                <a:gd name="connsiteY0" fmla="*/ 89915 h 178106"/>
                <a:gd name="connsiteX1" fmla="*/ 100464 w 114846"/>
                <a:gd name="connsiteY1" fmla="*/ 22474 h 178106"/>
                <a:gd name="connsiteX2" fmla="*/ 57645 w 114846"/>
                <a:gd name="connsiteY2" fmla="*/ 81 h 178106"/>
                <a:gd name="connsiteX3" fmla="*/ 221 w 114846"/>
                <a:gd name="connsiteY3" fmla="*/ 89915 h 178106"/>
                <a:gd name="connsiteX4" fmla="*/ 57645 w 114846"/>
                <a:gd name="connsiteY4" fmla="*/ 178187 h 178106"/>
                <a:gd name="connsiteX5" fmla="*/ 115068 w 114846"/>
                <a:gd name="connsiteY5" fmla="*/ 89915 h 178106"/>
                <a:gd name="connsiteX6" fmla="*/ 57645 w 114846"/>
                <a:gd name="connsiteY6" fmla="*/ 170896 h 178106"/>
                <a:gd name="connsiteX7" fmla="*/ 26210 w 114846"/>
                <a:gd name="connsiteY7" fmla="*/ 142514 h 178106"/>
                <a:gd name="connsiteX8" fmla="*/ 22745 w 114846"/>
                <a:gd name="connsiteY8" fmla="*/ 86530 h 178106"/>
                <a:gd name="connsiteX9" fmla="*/ 26458 w 114846"/>
                <a:gd name="connsiteY9" fmla="*/ 33410 h 178106"/>
                <a:gd name="connsiteX10" fmla="*/ 57645 w 114846"/>
                <a:gd name="connsiteY10" fmla="*/ 7371 h 178106"/>
                <a:gd name="connsiteX11" fmla="*/ 88336 w 114846"/>
                <a:gd name="connsiteY11" fmla="*/ 31067 h 178106"/>
                <a:gd name="connsiteX12" fmla="*/ 92544 w 114846"/>
                <a:gd name="connsiteY12" fmla="*/ 86530 h 178106"/>
                <a:gd name="connsiteX13" fmla="*/ 89326 w 114846"/>
                <a:gd name="connsiteY13" fmla="*/ 141472 h 178106"/>
                <a:gd name="connsiteX14" fmla="*/ 57645 w 114846"/>
                <a:gd name="connsiteY14" fmla="*/ 170896 h 178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846" h="178106">
                  <a:moveTo>
                    <a:pt x="115068" y="89915"/>
                  </a:moveTo>
                  <a:cubicBezTo>
                    <a:pt x="115068" y="61272"/>
                    <a:pt x="111850" y="40701"/>
                    <a:pt x="100464" y="22474"/>
                  </a:cubicBezTo>
                  <a:cubicBezTo>
                    <a:pt x="92791" y="10496"/>
                    <a:pt x="77446" y="81"/>
                    <a:pt x="57645" y="81"/>
                  </a:cubicBezTo>
                  <a:cubicBezTo>
                    <a:pt x="221" y="81"/>
                    <a:pt x="221" y="71167"/>
                    <a:pt x="221" y="89915"/>
                  </a:cubicBezTo>
                  <a:cubicBezTo>
                    <a:pt x="221" y="108663"/>
                    <a:pt x="221" y="178187"/>
                    <a:pt x="57645" y="178187"/>
                  </a:cubicBezTo>
                  <a:cubicBezTo>
                    <a:pt x="115068" y="178187"/>
                    <a:pt x="115068" y="108663"/>
                    <a:pt x="115068" y="89915"/>
                  </a:cubicBezTo>
                  <a:close/>
                  <a:moveTo>
                    <a:pt x="57645" y="170896"/>
                  </a:moveTo>
                  <a:cubicBezTo>
                    <a:pt x="46259" y="170896"/>
                    <a:pt x="31161" y="163866"/>
                    <a:pt x="26210" y="142514"/>
                  </a:cubicBezTo>
                  <a:cubicBezTo>
                    <a:pt x="22745" y="127151"/>
                    <a:pt x="22745" y="105799"/>
                    <a:pt x="22745" y="86530"/>
                  </a:cubicBezTo>
                  <a:cubicBezTo>
                    <a:pt x="22745" y="67521"/>
                    <a:pt x="22745" y="47732"/>
                    <a:pt x="26458" y="33410"/>
                  </a:cubicBezTo>
                  <a:cubicBezTo>
                    <a:pt x="31656" y="12840"/>
                    <a:pt x="47497" y="7371"/>
                    <a:pt x="57645" y="7371"/>
                  </a:cubicBezTo>
                  <a:cubicBezTo>
                    <a:pt x="71010" y="7371"/>
                    <a:pt x="83881" y="15964"/>
                    <a:pt x="88336" y="31067"/>
                  </a:cubicBezTo>
                  <a:cubicBezTo>
                    <a:pt x="92296" y="45128"/>
                    <a:pt x="92544" y="63876"/>
                    <a:pt x="92544" y="86530"/>
                  </a:cubicBezTo>
                  <a:cubicBezTo>
                    <a:pt x="92544" y="105799"/>
                    <a:pt x="92544" y="125068"/>
                    <a:pt x="89326" y="141472"/>
                  </a:cubicBezTo>
                  <a:cubicBezTo>
                    <a:pt x="84376" y="165168"/>
                    <a:pt x="67545" y="170896"/>
                    <a:pt x="57645" y="17089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9" name="Freeform: Shape 18">
              <a:extLst>
                <a:ext uri="{FF2B5EF4-FFF2-40B4-BE49-F238E27FC236}">
                  <a16:creationId xmlns:a16="http://schemas.microsoft.com/office/drawing/2014/main" id="{A2098ACA-AE30-3D92-4798-CC4BCE09F6FB}"/>
                </a:ext>
              </a:extLst>
            </p:cNvPr>
            <p:cNvSpPr/>
            <p:nvPr/>
          </p:nvSpPr>
          <p:spPr>
            <a:xfrm>
              <a:off x="12160110" y="7436156"/>
              <a:ext cx="29206" cy="162743"/>
            </a:xfrm>
            <a:custGeom>
              <a:avLst/>
              <a:gdLst>
                <a:gd name="connsiteX0" fmla="*/ 28689 w 29206"/>
                <a:gd name="connsiteY0" fmla="*/ 15183 h 162743"/>
                <a:gd name="connsiteX1" fmla="*/ 14581 w 29206"/>
                <a:gd name="connsiteY1" fmla="*/ 81 h 162743"/>
                <a:gd name="connsiteX2" fmla="*/ 225 w 29206"/>
                <a:gd name="connsiteY2" fmla="*/ 14923 h 162743"/>
                <a:gd name="connsiteX3" fmla="*/ 14334 w 29206"/>
                <a:gd name="connsiteY3" fmla="*/ 30025 h 162743"/>
                <a:gd name="connsiteX4" fmla="*/ 28689 w 29206"/>
                <a:gd name="connsiteY4" fmla="*/ 15183 h 162743"/>
                <a:gd name="connsiteX5" fmla="*/ 22502 w 29206"/>
                <a:gd name="connsiteY5" fmla="*/ 109965 h 162743"/>
                <a:gd name="connsiteX6" fmla="*/ 5423 w 29206"/>
                <a:gd name="connsiteY6" fmla="*/ 155794 h 162743"/>
                <a:gd name="connsiteX7" fmla="*/ 3691 w 29206"/>
                <a:gd name="connsiteY7" fmla="*/ 158918 h 162743"/>
                <a:gd name="connsiteX8" fmla="*/ 7156 w 29206"/>
                <a:gd name="connsiteY8" fmla="*/ 162824 h 162743"/>
                <a:gd name="connsiteX9" fmla="*/ 29432 w 29206"/>
                <a:gd name="connsiteY9" fmla="*/ 110225 h 162743"/>
                <a:gd name="connsiteX10" fmla="*/ 14334 w 29206"/>
                <a:gd name="connsiteY10" fmla="*/ 82364 h 162743"/>
                <a:gd name="connsiteX11" fmla="*/ 225 w 29206"/>
                <a:gd name="connsiteY11" fmla="*/ 97206 h 162743"/>
                <a:gd name="connsiteX12" fmla="*/ 14581 w 29206"/>
                <a:gd name="connsiteY12" fmla="*/ 112308 h 162743"/>
                <a:gd name="connsiteX13" fmla="*/ 22502 w 29206"/>
                <a:gd name="connsiteY13" fmla="*/ 109965 h 162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206" h="162743">
                  <a:moveTo>
                    <a:pt x="28689" y="15183"/>
                  </a:moveTo>
                  <a:cubicBezTo>
                    <a:pt x="28689" y="6070"/>
                    <a:pt x="21759" y="81"/>
                    <a:pt x="14581" y="81"/>
                  </a:cubicBezTo>
                  <a:cubicBezTo>
                    <a:pt x="5918" y="81"/>
                    <a:pt x="225" y="7371"/>
                    <a:pt x="225" y="14923"/>
                  </a:cubicBezTo>
                  <a:cubicBezTo>
                    <a:pt x="225" y="24036"/>
                    <a:pt x="7156" y="30025"/>
                    <a:pt x="14334" y="30025"/>
                  </a:cubicBezTo>
                  <a:cubicBezTo>
                    <a:pt x="22997" y="30025"/>
                    <a:pt x="28689" y="22734"/>
                    <a:pt x="28689" y="15183"/>
                  </a:cubicBezTo>
                  <a:close/>
                  <a:moveTo>
                    <a:pt x="22502" y="109965"/>
                  </a:moveTo>
                  <a:cubicBezTo>
                    <a:pt x="22254" y="128453"/>
                    <a:pt x="16314" y="143034"/>
                    <a:pt x="5423" y="155794"/>
                  </a:cubicBezTo>
                  <a:cubicBezTo>
                    <a:pt x="3938" y="157356"/>
                    <a:pt x="3691" y="157877"/>
                    <a:pt x="3691" y="158918"/>
                  </a:cubicBezTo>
                  <a:cubicBezTo>
                    <a:pt x="3691" y="160481"/>
                    <a:pt x="5423" y="162824"/>
                    <a:pt x="7156" y="162824"/>
                  </a:cubicBezTo>
                  <a:cubicBezTo>
                    <a:pt x="10374" y="162824"/>
                    <a:pt x="29432" y="141733"/>
                    <a:pt x="29432" y="110225"/>
                  </a:cubicBezTo>
                  <a:cubicBezTo>
                    <a:pt x="29432" y="101372"/>
                    <a:pt x="28194" y="82364"/>
                    <a:pt x="14334" y="82364"/>
                  </a:cubicBezTo>
                  <a:cubicBezTo>
                    <a:pt x="4928" y="82364"/>
                    <a:pt x="225" y="90175"/>
                    <a:pt x="225" y="97206"/>
                  </a:cubicBezTo>
                  <a:cubicBezTo>
                    <a:pt x="225" y="104497"/>
                    <a:pt x="4681" y="112308"/>
                    <a:pt x="14581" y="112308"/>
                  </a:cubicBezTo>
                  <a:cubicBezTo>
                    <a:pt x="18789" y="112308"/>
                    <a:pt x="21512" y="110486"/>
                    <a:pt x="22502" y="10996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0" name="Freeform: Shape 19">
              <a:extLst>
                <a:ext uri="{FF2B5EF4-FFF2-40B4-BE49-F238E27FC236}">
                  <a16:creationId xmlns:a16="http://schemas.microsoft.com/office/drawing/2014/main" id="{58AF0ABF-42A4-6183-996D-664626A416B7}"/>
                </a:ext>
              </a:extLst>
            </p:cNvPr>
            <p:cNvSpPr/>
            <p:nvPr/>
          </p:nvSpPr>
          <p:spPr>
            <a:xfrm>
              <a:off x="12222586" y="7432771"/>
              <a:ext cx="213851" cy="117175"/>
            </a:xfrm>
            <a:custGeom>
              <a:avLst/>
              <a:gdLst>
                <a:gd name="connsiteX0" fmla="*/ 197248 w 213851"/>
                <a:gd name="connsiteY0" fmla="*/ 19610 h 117175"/>
                <a:gd name="connsiteX1" fmla="*/ 203436 w 213851"/>
                <a:gd name="connsiteY1" fmla="*/ 15183 h 117175"/>
                <a:gd name="connsiteX2" fmla="*/ 214079 w 213851"/>
                <a:gd name="connsiteY2" fmla="*/ 14662 h 117175"/>
                <a:gd name="connsiteX3" fmla="*/ 214079 w 213851"/>
                <a:gd name="connsiteY3" fmla="*/ 81 h 117175"/>
                <a:gd name="connsiteX4" fmla="*/ 193783 w 213851"/>
                <a:gd name="connsiteY4" fmla="*/ 1122 h 117175"/>
                <a:gd name="connsiteX5" fmla="*/ 168042 w 213851"/>
                <a:gd name="connsiteY5" fmla="*/ 81 h 117175"/>
                <a:gd name="connsiteX6" fmla="*/ 168042 w 213851"/>
                <a:gd name="connsiteY6" fmla="*/ 14662 h 117175"/>
                <a:gd name="connsiteX7" fmla="*/ 181407 w 213851"/>
                <a:gd name="connsiteY7" fmla="*/ 16225 h 117175"/>
                <a:gd name="connsiteX8" fmla="*/ 152448 w 213851"/>
                <a:gd name="connsiteY8" fmla="*/ 86790 h 117175"/>
                <a:gd name="connsiteX9" fmla="*/ 122747 w 213851"/>
                <a:gd name="connsiteY9" fmla="*/ 14662 h 117175"/>
                <a:gd name="connsiteX10" fmla="*/ 135122 w 213851"/>
                <a:gd name="connsiteY10" fmla="*/ 14662 h 117175"/>
                <a:gd name="connsiteX11" fmla="*/ 135122 w 213851"/>
                <a:gd name="connsiteY11" fmla="*/ 81 h 117175"/>
                <a:gd name="connsiteX12" fmla="*/ 105916 w 213851"/>
                <a:gd name="connsiteY12" fmla="*/ 1122 h 117175"/>
                <a:gd name="connsiteX13" fmla="*/ 80917 w 213851"/>
                <a:gd name="connsiteY13" fmla="*/ 81 h 117175"/>
                <a:gd name="connsiteX14" fmla="*/ 80917 w 213851"/>
                <a:gd name="connsiteY14" fmla="*/ 14662 h 117175"/>
                <a:gd name="connsiteX15" fmla="*/ 95768 w 213851"/>
                <a:gd name="connsiteY15" fmla="*/ 14662 h 117175"/>
                <a:gd name="connsiteX16" fmla="*/ 98490 w 213851"/>
                <a:gd name="connsiteY16" fmla="*/ 21953 h 117175"/>
                <a:gd name="connsiteX17" fmla="*/ 97500 w 213851"/>
                <a:gd name="connsiteY17" fmla="*/ 25078 h 117175"/>
                <a:gd name="connsiteX18" fmla="*/ 74729 w 213851"/>
                <a:gd name="connsiteY18" fmla="*/ 80281 h 117175"/>
                <a:gd name="connsiteX19" fmla="*/ 47503 w 213851"/>
                <a:gd name="connsiteY19" fmla="*/ 14662 h 117175"/>
                <a:gd name="connsiteX20" fmla="*/ 60126 w 213851"/>
                <a:gd name="connsiteY20" fmla="*/ 14662 h 117175"/>
                <a:gd name="connsiteX21" fmla="*/ 60126 w 213851"/>
                <a:gd name="connsiteY21" fmla="*/ 81 h 117175"/>
                <a:gd name="connsiteX22" fmla="*/ 27949 w 213851"/>
                <a:gd name="connsiteY22" fmla="*/ 1122 h 117175"/>
                <a:gd name="connsiteX23" fmla="*/ 228 w 213851"/>
                <a:gd name="connsiteY23" fmla="*/ 81 h 117175"/>
                <a:gd name="connsiteX24" fmla="*/ 228 w 213851"/>
                <a:gd name="connsiteY24" fmla="*/ 14662 h 117175"/>
                <a:gd name="connsiteX25" fmla="*/ 15079 w 213851"/>
                <a:gd name="connsiteY25" fmla="*/ 14662 h 117175"/>
                <a:gd name="connsiteX26" fmla="*/ 54433 w 213851"/>
                <a:gd name="connsiteY26" fmla="*/ 110225 h 117175"/>
                <a:gd name="connsiteX27" fmla="*/ 66809 w 213851"/>
                <a:gd name="connsiteY27" fmla="*/ 117256 h 117175"/>
                <a:gd name="connsiteX28" fmla="*/ 79432 w 213851"/>
                <a:gd name="connsiteY28" fmla="*/ 110225 h 117175"/>
                <a:gd name="connsiteX29" fmla="*/ 107153 w 213851"/>
                <a:gd name="connsiteY29" fmla="*/ 42524 h 117175"/>
                <a:gd name="connsiteX30" fmla="*/ 134875 w 213851"/>
                <a:gd name="connsiteY30" fmla="*/ 109965 h 117175"/>
                <a:gd name="connsiteX31" fmla="*/ 147498 w 213851"/>
                <a:gd name="connsiteY31" fmla="*/ 117256 h 117175"/>
                <a:gd name="connsiteX32" fmla="*/ 159874 w 213851"/>
                <a:gd name="connsiteY32" fmla="*/ 110225 h 117175"/>
                <a:gd name="connsiteX33" fmla="*/ 197248 w 213851"/>
                <a:gd name="connsiteY33" fmla="*/ 19610 h 11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3851" h="117175">
                  <a:moveTo>
                    <a:pt x="197248" y="19610"/>
                  </a:moveTo>
                  <a:cubicBezTo>
                    <a:pt x="198981" y="15964"/>
                    <a:pt x="199228" y="15704"/>
                    <a:pt x="203436" y="15183"/>
                  </a:cubicBezTo>
                  <a:cubicBezTo>
                    <a:pt x="207149" y="14662"/>
                    <a:pt x="209129" y="14662"/>
                    <a:pt x="214079" y="14662"/>
                  </a:cubicBezTo>
                  <a:lnTo>
                    <a:pt x="214079" y="81"/>
                  </a:lnTo>
                  <a:cubicBezTo>
                    <a:pt x="207396" y="601"/>
                    <a:pt x="200466" y="1122"/>
                    <a:pt x="193783" y="1122"/>
                  </a:cubicBezTo>
                  <a:cubicBezTo>
                    <a:pt x="185120" y="1122"/>
                    <a:pt x="176705" y="862"/>
                    <a:pt x="168042" y="81"/>
                  </a:cubicBezTo>
                  <a:lnTo>
                    <a:pt x="168042" y="14662"/>
                  </a:lnTo>
                  <a:cubicBezTo>
                    <a:pt x="175467" y="14662"/>
                    <a:pt x="177447" y="15183"/>
                    <a:pt x="181407" y="16225"/>
                  </a:cubicBezTo>
                  <a:lnTo>
                    <a:pt x="152448" y="86790"/>
                  </a:lnTo>
                  <a:lnTo>
                    <a:pt x="122747" y="14662"/>
                  </a:lnTo>
                  <a:lnTo>
                    <a:pt x="135122" y="14662"/>
                  </a:lnTo>
                  <a:lnTo>
                    <a:pt x="135122" y="81"/>
                  </a:lnTo>
                  <a:cubicBezTo>
                    <a:pt x="134380" y="81"/>
                    <a:pt x="116311" y="1122"/>
                    <a:pt x="105916" y="1122"/>
                  </a:cubicBezTo>
                  <a:cubicBezTo>
                    <a:pt x="98490" y="1122"/>
                    <a:pt x="88342" y="862"/>
                    <a:pt x="80917" y="81"/>
                  </a:cubicBezTo>
                  <a:lnTo>
                    <a:pt x="80917" y="14662"/>
                  </a:lnTo>
                  <a:lnTo>
                    <a:pt x="95768" y="14662"/>
                  </a:lnTo>
                  <a:cubicBezTo>
                    <a:pt x="98490" y="20651"/>
                    <a:pt x="98490" y="21172"/>
                    <a:pt x="98490" y="21953"/>
                  </a:cubicBezTo>
                  <a:cubicBezTo>
                    <a:pt x="98490" y="22735"/>
                    <a:pt x="97748" y="24557"/>
                    <a:pt x="97500" y="25078"/>
                  </a:cubicBezTo>
                  <a:lnTo>
                    <a:pt x="74729" y="80281"/>
                  </a:lnTo>
                  <a:lnTo>
                    <a:pt x="47503" y="14662"/>
                  </a:lnTo>
                  <a:lnTo>
                    <a:pt x="60126" y="14662"/>
                  </a:lnTo>
                  <a:lnTo>
                    <a:pt x="60126" y="81"/>
                  </a:lnTo>
                  <a:cubicBezTo>
                    <a:pt x="49483" y="601"/>
                    <a:pt x="38592" y="1122"/>
                    <a:pt x="27949" y="1122"/>
                  </a:cubicBezTo>
                  <a:cubicBezTo>
                    <a:pt x="18544" y="1122"/>
                    <a:pt x="1713" y="81"/>
                    <a:pt x="228" y="81"/>
                  </a:cubicBezTo>
                  <a:lnTo>
                    <a:pt x="228" y="14662"/>
                  </a:lnTo>
                  <a:lnTo>
                    <a:pt x="15079" y="14662"/>
                  </a:lnTo>
                  <a:lnTo>
                    <a:pt x="54433" y="110225"/>
                  </a:lnTo>
                  <a:cubicBezTo>
                    <a:pt x="57403" y="117256"/>
                    <a:pt x="61116" y="117256"/>
                    <a:pt x="66809" y="117256"/>
                  </a:cubicBezTo>
                  <a:cubicBezTo>
                    <a:pt x="72254" y="117256"/>
                    <a:pt x="76462" y="117256"/>
                    <a:pt x="79432" y="110225"/>
                  </a:cubicBezTo>
                  <a:lnTo>
                    <a:pt x="107153" y="42524"/>
                  </a:lnTo>
                  <a:lnTo>
                    <a:pt x="134875" y="109965"/>
                  </a:lnTo>
                  <a:cubicBezTo>
                    <a:pt x="137845" y="117256"/>
                    <a:pt x="141558" y="117256"/>
                    <a:pt x="147498" y="117256"/>
                  </a:cubicBezTo>
                  <a:cubicBezTo>
                    <a:pt x="153191" y="117256"/>
                    <a:pt x="156904" y="117256"/>
                    <a:pt x="159874" y="110225"/>
                  </a:cubicBezTo>
                  <a:lnTo>
                    <a:pt x="197248" y="1961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1" name="Freeform: Shape 20">
              <a:extLst>
                <a:ext uri="{FF2B5EF4-FFF2-40B4-BE49-F238E27FC236}">
                  <a16:creationId xmlns:a16="http://schemas.microsoft.com/office/drawing/2014/main" id="{2E907694-61AE-17A3-1410-CF74925DF2DE}"/>
                </a:ext>
              </a:extLst>
            </p:cNvPr>
            <p:cNvSpPr/>
            <p:nvPr/>
          </p:nvSpPr>
          <p:spPr>
            <a:xfrm>
              <a:off x="12466909" y="7353092"/>
              <a:ext cx="64105" cy="260129"/>
            </a:xfrm>
            <a:custGeom>
              <a:avLst/>
              <a:gdLst>
                <a:gd name="connsiteX0" fmla="*/ 4937 w 64105"/>
                <a:gd name="connsiteY0" fmla="*/ 81 h 260129"/>
                <a:gd name="connsiteX1" fmla="*/ 234 w 64105"/>
                <a:gd name="connsiteY1" fmla="*/ 3205 h 260129"/>
                <a:gd name="connsiteX2" fmla="*/ 2462 w 64105"/>
                <a:gd name="connsiteY2" fmla="*/ 7111 h 260129"/>
                <a:gd name="connsiteX3" fmla="*/ 47509 w 64105"/>
                <a:gd name="connsiteY3" fmla="*/ 130015 h 260129"/>
                <a:gd name="connsiteX4" fmla="*/ 4690 w 64105"/>
                <a:gd name="connsiteY4" fmla="*/ 251096 h 260129"/>
                <a:gd name="connsiteX5" fmla="*/ 234 w 64105"/>
                <a:gd name="connsiteY5" fmla="*/ 257085 h 260129"/>
                <a:gd name="connsiteX6" fmla="*/ 3452 w 64105"/>
                <a:gd name="connsiteY6" fmla="*/ 260210 h 260129"/>
                <a:gd name="connsiteX7" fmla="*/ 46272 w 64105"/>
                <a:gd name="connsiteY7" fmla="*/ 210475 h 260129"/>
                <a:gd name="connsiteX8" fmla="*/ 64340 w 64105"/>
                <a:gd name="connsiteY8" fmla="*/ 130275 h 260129"/>
                <a:gd name="connsiteX9" fmla="*/ 4937 w 64105"/>
                <a:gd name="connsiteY9"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105" h="260129">
                  <a:moveTo>
                    <a:pt x="4937" y="81"/>
                  </a:moveTo>
                  <a:cubicBezTo>
                    <a:pt x="3204" y="81"/>
                    <a:pt x="234" y="81"/>
                    <a:pt x="234" y="3205"/>
                  </a:cubicBezTo>
                  <a:cubicBezTo>
                    <a:pt x="234" y="4507"/>
                    <a:pt x="977" y="5288"/>
                    <a:pt x="2462" y="7111"/>
                  </a:cubicBezTo>
                  <a:cubicBezTo>
                    <a:pt x="23748" y="27682"/>
                    <a:pt x="47509" y="62834"/>
                    <a:pt x="47509" y="130015"/>
                  </a:cubicBezTo>
                  <a:cubicBezTo>
                    <a:pt x="47509" y="184436"/>
                    <a:pt x="31421" y="225578"/>
                    <a:pt x="4690" y="251096"/>
                  </a:cubicBezTo>
                  <a:cubicBezTo>
                    <a:pt x="482" y="255523"/>
                    <a:pt x="234" y="255783"/>
                    <a:pt x="234" y="257085"/>
                  </a:cubicBezTo>
                  <a:cubicBezTo>
                    <a:pt x="234" y="258387"/>
                    <a:pt x="977" y="260210"/>
                    <a:pt x="3452" y="260210"/>
                  </a:cubicBezTo>
                  <a:cubicBezTo>
                    <a:pt x="6422" y="260210"/>
                    <a:pt x="29936" y="243024"/>
                    <a:pt x="46272" y="210475"/>
                  </a:cubicBezTo>
                  <a:cubicBezTo>
                    <a:pt x="57162" y="188863"/>
                    <a:pt x="64340" y="160741"/>
                    <a:pt x="64340" y="130275"/>
                  </a:cubicBezTo>
                  <a:cubicBezTo>
                    <a:pt x="64340" y="93560"/>
                    <a:pt x="53945" y="36535"/>
                    <a:pt x="4937"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2" name="Freeform: Shape 21">
              <a:extLst>
                <a:ext uri="{FF2B5EF4-FFF2-40B4-BE49-F238E27FC236}">
                  <a16:creationId xmlns:a16="http://schemas.microsoft.com/office/drawing/2014/main" id="{AF991CFC-1790-0A57-C2F8-6A24A736329C}"/>
                </a:ext>
              </a:extLst>
            </p:cNvPr>
            <p:cNvSpPr/>
            <p:nvPr/>
          </p:nvSpPr>
          <p:spPr>
            <a:xfrm>
              <a:off x="12675886" y="7485106"/>
              <a:ext cx="235137" cy="247742"/>
            </a:xfrm>
            <a:custGeom>
              <a:avLst/>
              <a:gdLst>
                <a:gd name="connsiteX0" fmla="*/ 125058 w 235137"/>
                <a:gd name="connsiteY0" fmla="*/ 131395 h 247742"/>
                <a:gd name="connsiteX1" fmla="*/ 223709 w 235137"/>
                <a:gd name="connsiteY1" fmla="*/ 131395 h 247742"/>
                <a:gd name="connsiteX2" fmla="*/ 235378 w 235137"/>
                <a:gd name="connsiteY2" fmla="*/ 123956 h 247742"/>
                <a:gd name="connsiteX3" fmla="*/ 223709 w 235137"/>
                <a:gd name="connsiteY3" fmla="*/ 116516 h 247742"/>
                <a:gd name="connsiteX4" fmla="*/ 125058 w 235137"/>
                <a:gd name="connsiteY4" fmla="*/ 116516 h 247742"/>
                <a:gd name="connsiteX5" fmla="*/ 125058 w 235137"/>
                <a:gd name="connsiteY5" fmla="*/ 12360 h 247742"/>
                <a:gd name="connsiteX6" fmla="*/ 117986 w 235137"/>
                <a:gd name="connsiteY6" fmla="*/ 85 h 247742"/>
                <a:gd name="connsiteX7" fmla="*/ 110914 w 235137"/>
                <a:gd name="connsiteY7" fmla="*/ 12360 h 247742"/>
                <a:gd name="connsiteX8" fmla="*/ 110914 w 235137"/>
                <a:gd name="connsiteY8" fmla="*/ 116516 h 247742"/>
                <a:gd name="connsiteX9" fmla="*/ 11909 w 235137"/>
                <a:gd name="connsiteY9" fmla="*/ 116516 h 247742"/>
                <a:gd name="connsiteX10" fmla="*/ 240 w 235137"/>
                <a:gd name="connsiteY10" fmla="*/ 123956 h 247742"/>
                <a:gd name="connsiteX11" fmla="*/ 11909 w 235137"/>
                <a:gd name="connsiteY11" fmla="*/ 131395 h 247742"/>
                <a:gd name="connsiteX12" fmla="*/ 110914 w 235137"/>
                <a:gd name="connsiteY12" fmla="*/ 131395 h 247742"/>
                <a:gd name="connsiteX13" fmla="*/ 110914 w 235137"/>
                <a:gd name="connsiteY13" fmla="*/ 235551 h 247742"/>
                <a:gd name="connsiteX14" fmla="*/ 117986 w 235137"/>
                <a:gd name="connsiteY14" fmla="*/ 247827 h 247742"/>
                <a:gd name="connsiteX15" fmla="*/ 125058 w 235137"/>
                <a:gd name="connsiteY15" fmla="*/ 235551 h 247742"/>
                <a:gd name="connsiteX16" fmla="*/ 125058 w 235137"/>
                <a:gd name="connsiteY16" fmla="*/ 131395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137" h="247742">
                  <a:moveTo>
                    <a:pt x="125058" y="131395"/>
                  </a:moveTo>
                  <a:lnTo>
                    <a:pt x="223709" y="131395"/>
                  </a:lnTo>
                  <a:cubicBezTo>
                    <a:pt x="228660" y="131395"/>
                    <a:pt x="235378" y="131395"/>
                    <a:pt x="235378" y="123956"/>
                  </a:cubicBezTo>
                  <a:cubicBezTo>
                    <a:pt x="235378" y="116516"/>
                    <a:pt x="228660" y="116516"/>
                    <a:pt x="223709" y="116516"/>
                  </a:cubicBezTo>
                  <a:lnTo>
                    <a:pt x="125058" y="116516"/>
                  </a:lnTo>
                  <a:lnTo>
                    <a:pt x="125058" y="12360"/>
                  </a:lnTo>
                  <a:cubicBezTo>
                    <a:pt x="125058" y="7152"/>
                    <a:pt x="125058" y="85"/>
                    <a:pt x="117986" y="85"/>
                  </a:cubicBezTo>
                  <a:cubicBezTo>
                    <a:pt x="110914" y="85"/>
                    <a:pt x="110914" y="7152"/>
                    <a:pt x="110914" y="12360"/>
                  </a:cubicBezTo>
                  <a:lnTo>
                    <a:pt x="110914" y="116516"/>
                  </a:lnTo>
                  <a:lnTo>
                    <a:pt x="11909" y="116516"/>
                  </a:lnTo>
                  <a:cubicBezTo>
                    <a:pt x="6958" y="116516"/>
                    <a:pt x="240" y="116516"/>
                    <a:pt x="240" y="123956"/>
                  </a:cubicBezTo>
                  <a:cubicBezTo>
                    <a:pt x="240" y="131395"/>
                    <a:pt x="6958" y="131395"/>
                    <a:pt x="11909" y="131395"/>
                  </a:cubicBezTo>
                  <a:lnTo>
                    <a:pt x="110914" y="131395"/>
                  </a:lnTo>
                  <a:lnTo>
                    <a:pt x="110914" y="235551"/>
                  </a:lnTo>
                  <a:cubicBezTo>
                    <a:pt x="110914" y="240759"/>
                    <a:pt x="110914" y="247827"/>
                    <a:pt x="117986" y="247827"/>
                  </a:cubicBezTo>
                  <a:cubicBezTo>
                    <a:pt x="125058" y="247827"/>
                    <a:pt x="125058" y="240759"/>
                    <a:pt x="125058" y="235551"/>
                  </a:cubicBezTo>
                  <a:lnTo>
                    <a:pt x="125058" y="131395"/>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3" name="Freeform: Shape 22">
              <a:extLst>
                <a:ext uri="{FF2B5EF4-FFF2-40B4-BE49-F238E27FC236}">
                  <a16:creationId xmlns:a16="http://schemas.microsoft.com/office/drawing/2014/main" id="{934CD788-1CC8-CAB6-8B5C-8B6E5B4E925A}"/>
                </a:ext>
              </a:extLst>
            </p:cNvPr>
            <p:cNvSpPr/>
            <p:nvPr/>
          </p:nvSpPr>
          <p:spPr>
            <a:xfrm>
              <a:off x="13025940" y="7537556"/>
              <a:ext cx="135778" cy="168509"/>
            </a:xfrm>
            <a:custGeom>
              <a:avLst/>
              <a:gdLst>
                <a:gd name="connsiteX0" fmla="*/ 50106 w 135778"/>
                <a:gd name="connsiteY0" fmla="*/ 78574 h 168509"/>
                <a:gd name="connsiteX1" fmla="*/ 104206 w 135778"/>
                <a:gd name="connsiteY1" fmla="*/ 70018 h 168509"/>
                <a:gd name="connsiteX2" fmla="*/ 130725 w 135778"/>
                <a:gd name="connsiteY2" fmla="*/ 31703 h 168509"/>
                <a:gd name="connsiteX3" fmla="*/ 92891 w 135778"/>
                <a:gd name="connsiteY3" fmla="*/ 85 h 168509"/>
                <a:gd name="connsiteX4" fmla="*/ 250 w 135778"/>
                <a:gd name="connsiteY4" fmla="*/ 101265 h 168509"/>
                <a:gd name="connsiteX5" fmla="*/ 55764 w 135778"/>
                <a:gd name="connsiteY5" fmla="*/ 168594 h 168509"/>
                <a:gd name="connsiteX6" fmla="*/ 136029 w 135778"/>
                <a:gd name="connsiteY6" fmla="*/ 124700 h 168509"/>
                <a:gd name="connsiteX7" fmla="*/ 131786 w 135778"/>
                <a:gd name="connsiteY7" fmla="*/ 119864 h 168509"/>
                <a:gd name="connsiteX8" fmla="*/ 127189 w 135778"/>
                <a:gd name="connsiteY8" fmla="*/ 123584 h 168509"/>
                <a:gd name="connsiteX9" fmla="*/ 56471 w 135778"/>
                <a:gd name="connsiteY9" fmla="*/ 160410 h 168509"/>
                <a:gd name="connsiteX10" fmla="*/ 25709 w 135778"/>
                <a:gd name="connsiteY10" fmla="*/ 117260 h 168509"/>
                <a:gd name="connsiteX11" fmla="*/ 31366 w 135778"/>
                <a:gd name="connsiteY11" fmla="*/ 78574 h 168509"/>
                <a:gd name="connsiteX12" fmla="*/ 50106 w 135778"/>
                <a:gd name="connsiteY12" fmla="*/ 78574 h 168509"/>
                <a:gd name="connsiteX13" fmla="*/ 33488 w 135778"/>
                <a:gd name="connsiteY13" fmla="*/ 70390 h 168509"/>
                <a:gd name="connsiteX14" fmla="*/ 92891 w 135778"/>
                <a:gd name="connsiteY14" fmla="*/ 8268 h 168509"/>
                <a:gd name="connsiteX15" fmla="*/ 119057 w 135778"/>
                <a:gd name="connsiteY15" fmla="*/ 31703 h 168509"/>
                <a:gd name="connsiteX16" fmla="*/ 47985 w 135778"/>
                <a:gd name="connsiteY16" fmla="*/ 70390 h 168509"/>
                <a:gd name="connsiteX17" fmla="*/ 33488 w 135778"/>
                <a:gd name="connsiteY17" fmla="*/ 70390 h 16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5778" h="168509">
                  <a:moveTo>
                    <a:pt x="50106" y="78574"/>
                  </a:moveTo>
                  <a:cubicBezTo>
                    <a:pt x="60360" y="78574"/>
                    <a:pt x="86526" y="77830"/>
                    <a:pt x="104206" y="70018"/>
                  </a:cubicBezTo>
                  <a:cubicBezTo>
                    <a:pt x="128957" y="58858"/>
                    <a:pt x="130725" y="36911"/>
                    <a:pt x="130725" y="31703"/>
                  </a:cubicBezTo>
                  <a:cubicBezTo>
                    <a:pt x="130725" y="15336"/>
                    <a:pt x="117289" y="85"/>
                    <a:pt x="92891" y="85"/>
                  </a:cubicBezTo>
                  <a:cubicBezTo>
                    <a:pt x="53642" y="85"/>
                    <a:pt x="250" y="36167"/>
                    <a:pt x="250" y="101265"/>
                  </a:cubicBezTo>
                  <a:cubicBezTo>
                    <a:pt x="250" y="139207"/>
                    <a:pt x="21112" y="168594"/>
                    <a:pt x="55764" y="168594"/>
                  </a:cubicBezTo>
                  <a:cubicBezTo>
                    <a:pt x="106327" y="168594"/>
                    <a:pt x="136029" y="129164"/>
                    <a:pt x="136029" y="124700"/>
                  </a:cubicBezTo>
                  <a:cubicBezTo>
                    <a:pt x="136029" y="122468"/>
                    <a:pt x="133907" y="119864"/>
                    <a:pt x="131786" y="119864"/>
                  </a:cubicBezTo>
                  <a:cubicBezTo>
                    <a:pt x="130018" y="119864"/>
                    <a:pt x="129311" y="120608"/>
                    <a:pt x="127189" y="123584"/>
                  </a:cubicBezTo>
                  <a:cubicBezTo>
                    <a:pt x="99255" y="160410"/>
                    <a:pt x="60714" y="160410"/>
                    <a:pt x="56471" y="160410"/>
                  </a:cubicBezTo>
                  <a:cubicBezTo>
                    <a:pt x="28891" y="160410"/>
                    <a:pt x="25709" y="129164"/>
                    <a:pt x="25709" y="117260"/>
                  </a:cubicBezTo>
                  <a:cubicBezTo>
                    <a:pt x="25709" y="112796"/>
                    <a:pt x="26062" y="101265"/>
                    <a:pt x="31366" y="78574"/>
                  </a:cubicBezTo>
                  <a:lnTo>
                    <a:pt x="50106" y="78574"/>
                  </a:lnTo>
                  <a:close/>
                  <a:moveTo>
                    <a:pt x="33488" y="70390"/>
                  </a:moveTo>
                  <a:cubicBezTo>
                    <a:pt x="47278" y="13848"/>
                    <a:pt x="83697" y="8268"/>
                    <a:pt x="92891" y="8268"/>
                  </a:cubicBezTo>
                  <a:cubicBezTo>
                    <a:pt x="109510" y="8268"/>
                    <a:pt x="119057" y="19056"/>
                    <a:pt x="119057" y="31703"/>
                  </a:cubicBezTo>
                  <a:cubicBezTo>
                    <a:pt x="119057" y="70390"/>
                    <a:pt x="62482" y="70390"/>
                    <a:pt x="47985" y="70390"/>
                  </a:cubicBezTo>
                  <a:lnTo>
                    <a:pt x="33488" y="7039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4" name="Freeform: Shape 23">
              <a:extLst>
                <a:ext uri="{FF2B5EF4-FFF2-40B4-BE49-F238E27FC236}">
                  <a16:creationId xmlns:a16="http://schemas.microsoft.com/office/drawing/2014/main" id="{FD1F7F22-C875-8C45-0774-7229BB2267C9}"/>
                </a:ext>
              </a:extLst>
            </p:cNvPr>
            <p:cNvSpPr/>
            <p:nvPr/>
          </p:nvSpPr>
          <p:spPr>
            <a:xfrm>
              <a:off x="13185454" y="7432250"/>
              <a:ext cx="89599" cy="118737"/>
            </a:xfrm>
            <a:custGeom>
              <a:avLst/>
              <a:gdLst>
                <a:gd name="connsiteX0" fmla="*/ 82924 w 89599"/>
                <a:gd name="connsiteY0" fmla="*/ 6851 h 118737"/>
                <a:gd name="connsiteX1" fmla="*/ 79459 w 89599"/>
                <a:gd name="connsiteY1" fmla="*/ 81 h 118737"/>
                <a:gd name="connsiteX2" fmla="*/ 74509 w 89599"/>
                <a:gd name="connsiteY2" fmla="*/ 3205 h 118737"/>
                <a:gd name="connsiteX3" fmla="*/ 70053 w 89599"/>
                <a:gd name="connsiteY3" fmla="*/ 7111 h 118737"/>
                <a:gd name="connsiteX4" fmla="*/ 44065 w 89599"/>
                <a:gd name="connsiteY4" fmla="*/ 81 h 118737"/>
                <a:gd name="connsiteX5" fmla="*/ 255 w 89599"/>
                <a:gd name="connsiteY5" fmla="*/ 32629 h 118737"/>
                <a:gd name="connsiteX6" fmla="*/ 9660 w 89599"/>
                <a:gd name="connsiteY6" fmla="*/ 52940 h 118737"/>
                <a:gd name="connsiteX7" fmla="*/ 43817 w 89599"/>
                <a:gd name="connsiteY7" fmla="*/ 65959 h 118737"/>
                <a:gd name="connsiteX8" fmla="*/ 76241 w 89599"/>
                <a:gd name="connsiteY8" fmla="*/ 89394 h 118737"/>
                <a:gd name="connsiteX9" fmla="*/ 45797 w 89599"/>
                <a:gd name="connsiteY9" fmla="*/ 111527 h 118737"/>
                <a:gd name="connsiteX10" fmla="*/ 8918 w 89599"/>
                <a:gd name="connsiteY10" fmla="*/ 77416 h 118737"/>
                <a:gd name="connsiteX11" fmla="*/ 4462 w 89599"/>
                <a:gd name="connsiteY11" fmla="*/ 72990 h 118737"/>
                <a:gd name="connsiteX12" fmla="*/ 255 w 89599"/>
                <a:gd name="connsiteY12" fmla="*/ 80020 h 118737"/>
                <a:gd name="connsiteX13" fmla="*/ 255 w 89599"/>
                <a:gd name="connsiteY13" fmla="*/ 112048 h 118737"/>
                <a:gd name="connsiteX14" fmla="*/ 3720 w 89599"/>
                <a:gd name="connsiteY14" fmla="*/ 118818 h 118737"/>
                <a:gd name="connsiteX15" fmla="*/ 15601 w 89599"/>
                <a:gd name="connsiteY15" fmla="*/ 107621 h 118737"/>
                <a:gd name="connsiteX16" fmla="*/ 45797 w 89599"/>
                <a:gd name="connsiteY16" fmla="*/ 118818 h 118737"/>
                <a:gd name="connsiteX17" fmla="*/ 89855 w 89599"/>
                <a:gd name="connsiteY17" fmla="*/ 82103 h 118737"/>
                <a:gd name="connsiteX18" fmla="*/ 79212 w 89599"/>
                <a:gd name="connsiteY18" fmla="*/ 58147 h 118737"/>
                <a:gd name="connsiteX19" fmla="*/ 49757 w 89599"/>
                <a:gd name="connsiteY19" fmla="*/ 45388 h 118737"/>
                <a:gd name="connsiteX20" fmla="*/ 13868 w 89599"/>
                <a:gd name="connsiteY20" fmla="*/ 24818 h 118737"/>
                <a:gd name="connsiteX21" fmla="*/ 44065 w 89599"/>
                <a:gd name="connsiteY21" fmla="*/ 6330 h 118737"/>
                <a:gd name="connsiteX22" fmla="*/ 74509 w 89599"/>
                <a:gd name="connsiteY22" fmla="*/ 34973 h 118737"/>
                <a:gd name="connsiteX23" fmla="*/ 78716 w 89599"/>
                <a:gd name="connsiteY23" fmla="*/ 37837 h 118737"/>
                <a:gd name="connsiteX24" fmla="*/ 82924 w 89599"/>
                <a:gd name="connsiteY24" fmla="*/ 31067 h 118737"/>
                <a:gd name="connsiteX25" fmla="*/ 82924 w 89599"/>
                <a:gd name="connsiteY25" fmla="*/ 6851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599" h="118737">
                  <a:moveTo>
                    <a:pt x="82924" y="6851"/>
                  </a:moveTo>
                  <a:cubicBezTo>
                    <a:pt x="82924" y="2424"/>
                    <a:pt x="82924" y="81"/>
                    <a:pt x="79459" y="81"/>
                  </a:cubicBezTo>
                  <a:cubicBezTo>
                    <a:pt x="78221" y="81"/>
                    <a:pt x="77726" y="81"/>
                    <a:pt x="74509" y="3205"/>
                  </a:cubicBezTo>
                  <a:cubicBezTo>
                    <a:pt x="74014" y="3466"/>
                    <a:pt x="71539" y="5809"/>
                    <a:pt x="70053" y="7111"/>
                  </a:cubicBezTo>
                  <a:cubicBezTo>
                    <a:pt x="62628" y="1643"/>
                    <a:pt x="53223" y="81"/>
                    <a:pt x="44065" y="81"/>
                  </a:cubicBezTo>
                  <a:cubicBezTo>
                    <a:pt x="8670" y="81"/>
                    <a:pt x="255" y="19610"/>
                    <a:pt x="255" y="32629"/>
                  </a:cubicBezTo>
                  <a:cubicBezTo>
                    <a:pt x="255" y="40962"/>
                    <a:pt x="3720" y="47732"/>
                    <a:pt x="9660" y="52940"/>
                  </a:cubicBezTo>
                  <a:cubicBezTo>
                    <a:pt x="19066" y="61532"/>
                    <a:pt x="28471" y="63355"/>
                    <a:pt x="43817" y="65959"/>
                  </a:cubicBezTo>
                  <a:cubicBezTo>
                    <a:pt x="56193" y="68303"/>
                    <a:pt x="76241" y="71948"/>
                    <a:pt x="76241" y="89394"/>
                  </a:cubicBezTo>
                  <a:cubicBezTo>
                    <a:pt x="76241" y="99549"/>
                    <a:pt x="69558" y="111527"/>
                    <a:pt x="45797" y="111527"/>
                  </a:cubicBezTo>
                  <a:cubicBezTo>
                    <a:pt x="22036" y="111527"/>
                    <a:pt x="13373" y="95123"/>
                    <a:pt x="8918" y="77416"/>
                  </a:cubicBezTo>
                  <a:cubicBezTo>
                    <a:pt x="8175" y="74031"/>
                    <a:pt x="7928" y="72990"/>
                    <a:pt x="4462" y="72990"/>
                  </a:cubicBezTo>
                  <a:cubicBezTo>
                    <a:pt x="255" y="72990"/>
                    <a:pt x="255" y="74812"/>
                    <a:pt x="255" y="80020"/>
                  </a:cubicBezTo>
                  <a:lnTo>
                    <a:pt x="255" y="112048"/>
                  </a:lnTo>
                  <a:cubicBezTo>
                    <a:pt x="255" y="116475"/>
                    <a:pt x="255" y="118818"/>
                    <a:pt x="3720" y="118818"/>
                  </a:cubicBezTo>
                  <a:cubicBezTo>
                    <a:pt x="5948" y="118818"/>
                    <a:pt x="10650" y="113350"/>
                    <a:pt x="15601" y="107621"/>
                  </a:cubicBezTo>
                  <a:cubicBezTo>
                    <a:pt x="26491" y="118297"/>
                    <a:pt x="39857" y="118818"/>
                    <a:pt x="45797" y="118818"/>
                  </a:cubicBezTo>
                  <a:cubicBezTo>
                    <a:pt x="77974" y="118818"/>
                    <a:pt x="89855" y="100591"/>
                    <a:pt x="89855" y="82103"/>
                  </a:cubicBezTo>
                  <a:cubicBezTo>
                    <a:pt x="89855" y="72208"/>
                    <a:pt x="85647" y="64397"/>
                    <a:pt x="79212" y="58147"/>
                  </a:cubicBezTo>
                  <a:cubicBezTo>
                    <a:pt x="69806" y="49034"/>
                    <a:pt x="58420" y="46951"/>
                    <a:pt x="49757" y="45388"/>
                  </a:cubicBezTo>
                  <a:cubicBezTo>
                    <a:pt x="29956" y="41743"/>
                    <a:pt x="13868" y="38618"/>
                    <a:pt x="13868" y="24818"/>
                  </a:cubicBezTo>
                  <a:cubicBezTo>
                    <a:pt x="13868" y="16485"/>
                    <a:pt x="20551" y="6330"/>
                    <a:pt x="44065" y="6330"/>
                  </a:cubicBezTo>
                  <a:cubicBezTo>
                    <a:pt x="72776" y="6330"/>
                    <a:pt x="74014" y="27421"/>
                    <a:pt x="74509" y="34973"/>
                  </a:cubicBezTo>
                  <a:cubicBezTo>
                    <a:pt x="74756" y="37837"/>
                    <a:pt x="77726" y="37837"/>
                    <a:pt x="78716" y="37837"/>
                  </a:cubicBezTo>
                  <a:cubicBezTo>
                    <a:pt x="82924" y="37837"/>
                    <a:pt x="82924" y="36014"/>
                    <a:pt x="82924" y="31067"/>
                  </a:cubicBezTo>
                  <a:lnTo>
                    <a:pt x="82924" y="685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5" name="Freeform: Shape 24">
              <a:extLst>
                <a:ext uri="{FF2B5EF4-FFF2-40B4-BE49-F238E27FC236}">
                  <a16:creationId xmlns:a16="http://schemas.microsoft.com/office/drawing/2014/main" id="{28C00869-F8C8-227C-35A0-43571653B93A}"/>
                </a:ext>
              </a:extLst>
            </p:cNvPr>
            <p:cNvSpPr/>
            <p:nvPr/>
          </p:nvSpPr>
          <p:spPr>
            <a:xfrm>
              <a:off x="13297721" y="7432250"/>
              <a:ext cx="104450" cy="118737"/>
            </a:xfrm>
            <a:custGeom>
              <a:avLst/>
              <a:gdLst>
                <a:gd name="connsiteX0" fmla="*/ 85155 w 104450"/>
                <a:gd name="connsiteY0" fmla="*/ 12319 h 118737"/>
                <a:gd name="connsiteX1" fmla="*/ 78225 w 104450"/>
                <a:gd name="connsiteY1" fmla="*/ 23776 h 118737"/>
                <a:gd name="connsiteX2" fmla="*/ 89858 w 104450"/>
                <a:gd name="connsiteY2" fmla="*/ 36014 h 118737"/>
                <a:gd name="connsiteX3" fmla="*/ 101738 w 104450"/>
                <a:gd name="connsiteY3" fmla="*/ 23255 h 118737"/>
                <a:gd name="connsiteX4" fmla="*/ 60404 w 104450"/>
                <a:gd name="connsiteY4" fmla="*/ 81 h 118737"/>
                <a:gd name="connsiteX5" fmla="*/ 258 w 104450"/>
                <a:gd name="connsiteY5" fmla="*/ 59970 h 118737"/>
                <a:gd name="connsiteX6" fmla="*/ 59166 w 104450"/>
                <a:gd name="connsiteY6" fmla="*/ 118818 h 118737"/>
                <a:gd name="connsiteX7" fmla="*/ 104709 w 104450"/>
                <a:gd name="connsiteY7" fmla="*/ 84968 h 118737"/>
                <a:gd name="connsiteX8" fmla="*/ 100501 w 104450"/>
                <a:gd name="connsiteY8" fmla="*/ 81843 h 118737"/>
                <a:gd name="connsiteX9" fmla="*/ 95798 w 104450"/>
                <a:gd name="connsiteY9" fmla="*/ 86269 h 118737"/>
                <a:gd name="connsiteX10" fmla="*/ 62136 w 104450"/>
                <a:gd name="connsiteY10" fmla="*/ 110486 h 118737"/>
                <a:gd name="connsiteX11" fmla="*/ 22782 w 104450"/>
                <a:gd name="connsiteY11" fmla="*/ 59710 h 118737"/>
                <a:gd name="connsiteX12" fmla="*/ 61146 w 104450"/>
                <a:gd name="connsiteY12" fmla="*/ 8413 h 118737"/>
                <a:gd name="connsiteX13" fmla="*/ 85155 w 104450"/>
                <a:gd name="connsiteY13" fmla="*/ 12319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450" h="118737">
                  <a:moveTo>
                    <a:pt x="85155" y="12319"/>
                  </a:moveTo>
                  <a:cubicBezTo>
                    <a:pt x="80700" y="14402"/>
                    <a:pt x="78225" y="18568"/>
                    <a:pt x="78225" y="23776"/>
                  </a:cubicBezTo>
                  <a:cubicBezTo>
                    <a:pt x="78225" y="30807"/>
                    <a:pt x="82927" y="36014"/>
                    <a:pt x="89858" y="36014"/>
                  </a:cubicBezTo>
                  <a:cubicBezTo>
                    <a:pt x="96541" y="36014"/>
                    <a:pt x="101738" y="31588"/>
                    <a:pt x="101738" y="23255"/>
                  </a:cubicBezTo>
                  <a:cubicBezTo>
                    <a:pt x="101738" y="81"/>
                    <a:pt x="67334" y="81"/>
                    <a:pt x="60404" y="81"/>
                  </a:cubicBezTo>
                  <a:cubicBezTo>
                    <a:pt x="23277" y="81"/>
                    <a:pt x="258" y="30025"/>
                    <a:pt x="258" y="59970"/>
                  </a:cubicBezTo>
                  <a:cubicBezTo>
                    <a:pt x="258" y="92779"/>
                    <a:pt x="26742" y="118818"/>
                    <a:pt x="59166" y="118818"/>
                  </a:cubicBezTo>
                  <a:cubicBezTo>
                    <a:pt x="96046" y="118818"/>
                    <a:pt x="104709" y="88092"/>
                    <a:pt x="104709" y="84968"/>
                  </a:cubicBezTo>
                  <a:cubicBezTo>
                    <a:pt x="104709" y="81843"/>
                    <a:pt x="101491" y="81843"/>
                    <a:pt x="100501" y="81843"/>
                  </a:cubicBezTo>
                  <a:cubicBezTo>
                    <a:pt x="97283" y="81843"/>
                    <a:pt x="97036" y="82624"/>
                    <a:pt x="95798" y="86269"/>
                  </a:cubicBezTo>
                  <a:cubicBezTo>
                    <a:pt x="90353" y="102414"/>
                    <a:pt x="77235" y="110486"/>
                    <a:pt x="62136" y="110486"/>
                  </a:cubicBezTo>
                  <a:cubicBezTo>
                    <a:pt x="45058" y="110486"/>
                    <a:pt x="22782" y="97206"/>
                    <a:pt x="22782" y="59710"/>
                  </a:cubicBezTo>
                  <a:cubicBezTo>
                    <a:pt x="22782" y="26640"/>
                    <a:pt x="38127" y="8413"/>
                    <a:pt x="61146" y="8413"/>
                  </a:cubicBezTo>
                  <a:cubicBezTo>
                    <a:pt x="64364" y="8413"/>
                    <a:pt x="76244" y="8413"/>
                    <a:pt x="85155" y="1231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6" name="Freeform: Shape 25">
              <a:extLst>
                <a:ext uri="{FF2B5EF4-FFF2-40B4-BE49-F238E27FC236}">
                  <a16:creationId xmlns:a16="http://schemas.microsoft.com/office/drawing/2014/main" id="{163D399B-365C-29D5-1C7D-D0DB1F11863B}"/>
                </a:ext>
              </a:extLst>
            </p:cNvPr>
            <p:cNvSpPr/>
            <p:nvPr/>
          </p:nvSpPr>
          <p:spPr>
            <a:xfrm>
              <a:off x="13421711" y="7432250"/>
              <a:ext cx="121281" cy="118737"/>
            </a:xfrm>
            <a:custGeom>
              <a:avLst/>
              <a:gdLst>
                <a:gd name="connsiteX0" fmla="*/ 121543 w 121281"/>
                <a:gd name="connsiteY0" fmla="*/ 60751 h 118737"/>
                <a:gd name="connsiteX1" fmla="*/ 60902 w 121281"/>
                <a:gd name="connsiteY1" fmla="*/ 81 h 118737"/>
                <a:gd name="connsiteX2" fmla="*/ 261 w 121281"/>
                <a:gd name="connsiteY2" fmla="*/ 60751 h 118737"/>
                <a:gd name="connsiteX3" fmla="*/ 60902 w 121281"/>
                <a:gd name="connsiteY3" fmla="*/ 118818 h 118737"/>
                <a:gd name="connsiteX4" fmla="*/ 121543 w 121281"/>
                <a:gd name="connsiteY4" fmla="*/ 60751 h 118737"/>
                <a:gd name="connsiteX5" fmla="*/ 60902 w 121281"/>
                <a:gd name="connsiteY5" fmla="*/ 110486 h 118737"/>
                <a:gd name="connsiteX6" fmla="*/ 30211 w 121281"/>
                <a:gd name="connsiteY6" fmla="*/ 94602 h 118737"/>
                <a:gd name="connsiteX7" fmla="*/ 22785 w 121281"/>
                <a:gd name="connsiteY7" fmla="*/ 58408 h 118737"/>
                <a:gd name="connsiteX8" fmla="*/ 31696 w 121281"/>
                <a:gd name="connsiteY8" fmla="*/ 20651 h 118737"/>
                <a:gd name="connsiteX9" fmla="*/ 60902 w 121281"/>
                <a:gd name="connsiteY9" fmla="*/ 7371 h 118737"/>
                <a:gd name="connsiteX10" fmla="*/ 91346 w 121281"/>
                <a:gd name="connsiteY10" fmla="*/ 22734 h 118737"/>
                <a:gd name="connsiteX11" fmla="*/ 99019 w 121281"/>
                <a:gd name="connsiteY11" fmla="*/ 58408 h 118737"/>
                <a:gd name="connsiteX12" fmla="*/ 91099 w 121281"/>
                <a:gd name="connsiteY12" fmla="*/ 95383 h 118737"/>
                <a:gd name="connsiteX13" fmla="*/ 60902 w 121281"/>
                <a:gd name="connsiteY13" fmla="*/ 110486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281" h="118737">
                  <a:moveTo>
                    <a:pt x="121543" y="60751"/>
                  </a:moveTo>
                  <a:cubicBezTo>
                    <a:pt x="121543" y="28203"/>
                    <a:pt x="95059" y="81"/>
                    <a:pt x="60902" y="81"/>
                  </a:cubicBezTo>
                  <a:cubicBezTo>
                    <a:pt x="26745" y="81"/>
                    <a:pt x="261" y="28203"/>
                    <a:pt x="261" y="60751"/>
                  </a:cubicBezTo>
                  <a:cubicBezTo>
                    <a:pt x="261" y="93040"/>
                    <a:pt x="27488" y="118818"/>
                    <a:pt x="60902" y="118818"/>
                  </a:cubicBezTo>
                  <a:cubicBezTo>
                    <a:pt x="94317" y="118818"/>
                    <a:pt x="121543" y="93040"/>
                    <a:pt x="121543" y="60751"/>
                  </a:cubicBezTo>
                  <a:close/>
                  <a:moveTo>
                    <a:pt x="60902" y="110486"/>
                  </a:moveTo>
                  <a:cubicBezTo>
                    <a:pt x="51744" y="110486"/>
                    <a:pt x="38379" y="107361"/>
                    <a:pt x="30211" y="94602"/>
                  </a:cubicBezTo>
                  <a:cubicBezTo>
                    <a:pt x="23528" y="83926"/>
                    <a:pt x="22785" y="70386"/>
                    <a:pt x="22785" y="58408"/>
                  </a:cubicBezTo>
                  <a:cubicBezTo>
                    <a:pt x="22785" y="47211"/>
                    <a:pt x="23033" y="31848"/>
                    <a:pt x="31696" y="20651"/>
                  </a:cubicBezTo>
                  <a:cubicBezTo>
                    <a:pt x="37883" y="13100"/>
                    <a:pt x="48279" y="7371"/>
                    <a:pt x="60902" y="7371"/>
                  </a:cubicBezTo>
                  <a:cubicBezTo>
                    <a:pt x="75506" y="7371"/>
                    <a:pt x="85901" y="14662"/>
                    <a:pt x="91346" y="22734"/>
                  </a:cubicBezTo>
                  <a:cubicBezTo>
                    <a:pt x="98277" y="32890"/>
                    <a:pt x="99019" y="45909"/>
                    <a:pt x="99019" y="58408"/>
                  </a:cubicBezTo>
                  <a:cubicBezTo>
                    <a:pt x="99019" y="70907"/>
                    <a:pt x="98277" y="84707"/>
                    <a:pt x="91099" y="95383"/>
                  </a:cubicBezTo>
                  <a:cubicBezTo>
                    <a:pt x="84416" y="105278"/>
                    <a:pt x="73030" y="110486"/>
                    <a:pt x="60902" y="11048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7" name="Freeform: Shape 26">
              <a:extLst>
                <a:ext uri="{FF2B5EF4-FFF2-40B4-BE49-F238E27FC236}">
                  <a16:creationId xmlns:a16="http://schemas.microsoft.com/office/drawing/2014/main" id="{D7176593-B47F-2038-444F-6EB3B00561FD}"/>
                </a:ext>
              </a:extLst>
            </p:cNvPr>
            <p:cNvSpPr/>
            <p:nvPr/>
          </p:nvSpPr>
          <p:spPr>
            <a:xfrm>
              <a:off x="13565132" y="7433552"/>
              <a:ext cx="88609" cy="114831"/>
            </a:xfrm>
            <a:custGeom>
              <a:avLst/>
              <a:gdLst>
                <a:gd name="connsiteX0" fmla="*/ 37392 w 88609"/>
                <a:gd name="connsiteY0" fmla="*/ 55544 h 114831"/>
                <a:gd name="connsiteX1" fmla="*/ 70559 w 88609"/>
                <a:gd name="connsiteY1" fmla="*/ 7371 h 114831"/>
                <a:gd name="connsiteX2" fmla="*/ 66351 w 88609"/>
                <a:gd name="connsiteY2" fmla="*/ 16745 h 114831"/>
                <a:gd name="connsiteX3" fmla="*/ 77490 w 88609"/>
                <a:gd name="connsiteY3" fmla="*/ 28723 h 114831"/>
                <a:gd name="connsiteX4" fmla="*/ 88875 w 88609"/>
                <a:gd name="connsiteY4" fmla="*/ 16745 h 114831"/>
                <a:gd name="connsiteX5" fmla="*/ 69322 w 88609"/>
                <a:gd name="connsiteY5" fmla="*/ 81 h 114831"/>
                <a:gd name="connsiteX6" fmla="*/ 35907 w 88609"/>
                <a:gd name="connsiteY6" fmla="*/ 27942 h 114831"/>
                <a:gd name="connsiteX7" fmla="*/ 35660 w 88609"/>
                <a:gd name="connsiteY7" fmla="*/ 27942 h 114831"/>
                <a:gd name="connsiteX8" fmla="*/ 35660 w 88609"/>
                <a:gd name="connsiteY8" fmla="*/ 81 h 114831"/>
                <a:gd name="connsiteX9" fmla="*/ 265 w 88609"/>
                <a:gd name="connsiteY9" fmla="*/ 2945 h 114831"/>
                <a:gd name="connsiteX10" fmla="*/ 265 w 88609"/>
                <a:gd name="connsiteY10" fmla="*/ 12319 h 114831"/>
                <a:gd name="connsiteX11" fmla="*/ 18829 w 88609"/>
                <a:gd name="connsiteY11" fmla="*/ 26901 h 114831"/>
                <a:gd name="connsiteX12" fmla="*/ 18829 w 88609"/>
                <a:gd name="connsiteY12" fmla="*/ 94342 h 114831"/>
                <a:gd name="connsiteX13" fmla="*/ 265 w 88609"/>
                <a:gd name="connsiteY13" fmla="*/ 105538 h 114831"/>
                <a:gd name="connsiteX14" fmla="*/ 265 w 88609"/>
                <a:gd name="connsiteY14" fmla="*/ 114912 h 114831"/>
                <a:gd name="connsiteX15" fmla="*/ 28482 w 88609"/>
                <a:gd name="connsiteY15" fmla="*/ 113871 h 114831"/>
                <a:gd name="connsiteX16" fmla="*/ 60659 w 88609"/>
                <a:gd name="connsiteY16" fmla="*/ 114912 h 114831"/>
                <a:gd name="connsiteX17" fmla="*/ 60659 w 88609"/>
                <a:gd name="connsiteY17" fmla="*/ 105538 h 114831"/>
                <a:gd name="connsiteX18" fmla="*/ 55708 w 88609"/>
                <a:gd name="connsiteY18" fmla="*/ 105538 h 114831"/>
                <a:gd name="connsiteX19" fmla="*/ 37392 w 88609"/>
                <a:gd name="connsiteY19" fmla="*/ 93821 h 114831"/>
                <a:gd name="connsiteX20" fmla="*/ 37392 w 88609"/>
                <a:gd name="connsiteY20" fmla="*/ 55544 h 114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609" h="114831">
                  <a:moveTo>
                    <a:pt x="37392" y="55544"/>
                  </a:moveTo>
                  <a:cubicBezTo>
                    <a:pt x="37392" y="33671"/>
                    <a:pt x="47045" y="7371"/>
                    <a:pt x="70559" y="7371"/>
                  </a:cubicBezTo>
                  <a:cubicBezTo>
                    <a:pt x="68332" y="9194"/>
                    <a:pt x="66351" y="12579"/>
                    <a:pt x="66351" y="16745"/>
                  </a:cubicBezTo>
                  <a:cubicBezTo>
                    <a:pt x="66351" y="25338"/>
                    <a:pt x="72787" y="28723"/>
                    <a:pt x="77490" y="28723"/>
                  </a:cubicBezTo>
                  <a:cubicBezTo>
                    <a:pt x="83430" y="28723"/>
                    <a:pt x="88875" y="24557"/>
                    <a:pt x="88875" y="16745"/>
                  </a:cubicBezTo>
                  <a:cubicBezTo>
                    <a:pt x="88875" y="7892"/>
                    <a:pt x="80955" y="81"/>
                    <a:pt x="69322" y="81"/>
                  </a:cubicBezTo>
                  <a:cubicBezTo>
                    <a:pt x="56946" y="81"/>
                    <a:pt x="43333" y="8153"/>
                    <a:pt x="35907" y="27942"/>
                  </a:cubicBezTo>
                  <a:lnTo>
                    <a:pt x="35660" y="27942"/>
                  </a:lnTo>
                  <a:lnTo>
                    <a:pt x="35660" y="81"/>
                  </a:lnTo>
                  <a:lnTo>
                    <a:pt x="265" y="2945"/>
                  </a:lnTo>
                  <a:lnTo>
                    <a:pt x="265" y="12319"/>
                  </a:lnTo>
                  <a:cubicBezTo>
                    <a:pt x="16849" y="12319"/>
                    <a:pt x="18829" y="14142"/>
                    <a:pt x="18829" y="26901"/>
                  </a:cubicBezTo>
                  <a:lnTo>
                    <a:pt x="18829" y="94342"/>
                  </a:lnTo>
                  <a:cubicBezTo>
                    <a:pt x="18829" y="105538"/>
                    <a:pt x="16354" y="105538"/>
                    <a:pt x="265" y="105538"/>
                  </a:cubicBezTo>
                  <a:lnTo>
                    <a:pt x="265" y="114912"/>
                  </a:lnTo>
                  <a:cubicBezTo>
                    <a:pt x="1503" y="114912"/>
                    <a:pt x="18334" y="113871"/>
                    <a:pt x="28482" y="113871"/>
                  </a:cubicBezTo>
                  <a:cubicBezTo>
                    <a:pt x="39125" y="113871"/>
                    <a:pt x="50016" y="114392"/>
                    <a:pt x="60659" y="114912"/>
                  </a:cubicBezTo>
                  <a:lnTo>
                    <a:pt x="60659" y="105538"/>
                  </a:lnTo>
                  <a:lnTo>
                    <a:pt x="55708" y="105538"/>
                  </a:lnTo>
                  <a:cubicBezTo>
                    <a:pt x="37392" y="105538"/>
                    <a:pt x="37392" y="102674"/>
                    <a:pt x="37392" y="93821"/>
                  </a:cubicBezTo>
                  <a:lnTo>
                    <a:pt x="37392" y="5554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8" name="Freeform: Shape 27">
              <a:extLst>
                <a:ext uri="{FF2B5EF4-FFF2-40B4-BE49-F238E27FC236}">
                  <a16:creationId xmlns:a16="http://schemas.microsoft.com/office/drawing/2014/main" id="{F03548BE-0EE1-0596-6349-EDC50964D0F7}"/>
                </a:ext>
              </a:extLst>
            </p:cNvPr>
            <p:cNvSpPr/>
            <p:nvPr/>
          </p:nvSpPr>
          <p:spPr>
            <a:xfrm>
              <a:off x="13673154" y="7432250"/>
              <a:ext cx="106183" cy="118737"/>
            </a:xfrm>
            <a:custGeom>
              <a:avLst/>
              <a:gdLst>
                <a:gd name="connsiteX0" fmla="*/ 99521 w 106183"/>
                <a:gd name="connsiteY0" fmla="*/ 56845 h 118737"/>
                <a:gd name="connsiteX1" fmla="*/ 106452 w 106183"/>
                <a:gd name="connsiteY1" fmla="*/ 51117 h 118737"/>
                <a:gd name="connsiteX2" fmla="*/ 57444 w 106183"/>
                <a:gd name="connsiteY2" fmla="*/ 81 h 118737"/>
                <a:gd name="connsiteX3" fmla="*/ 269 w 106183"/>
                <a:gd name="connsiteY3" fmla="*/ 59189 h 118737"/>
                <a:gd name="connsiteX4" fmla="*/ 60662 w 106183"/>
                <a:gd name="connsiteY4" fmla="*/ 118818 h 118737"/>
                <a:gd name="connsiteX5" fmla="*/ 106452 w 106183"/>
                <a:gd name="connsiteY5" fmla="*/ 84968 h 118737"/>
                <a:gd name="connsiteX6" fmla="*/ 102244 w 106183"/>
                <a:gd name="connsiteY6" fmla="*/ 81322 h 118737"/>
                <a:gd name="connsiteX7" fmla="*/ 97789 w 106183"/>
                <a:gd name="connsiteY7" fmla="*/ 85488 h 118737"/>
                <a:gd name="connsiteX8" fmla="*/ 62394 w 106183"/>
                <a:gd name="connsiteY8" fmla="*/ 110486 h 118737"/>
                <a:gd name="connsiteX9" fmla="*/ 32198 w 106183"/>
                <a:gd name="connsiteY9" fmla="*/ 95123 h 118737"/>
                <a:gd name="connsiteX10" fmla="*/ 22792 w 106183"/>
                <a:gd name="connsiteY10" fmla="*/ 56845 h 118737"/>
                <a:gd name="connsiteX11" fmla="*/ 99521 w 106183"/>
                <a:gd name="connsiteY11" fmla="*/ 56845 h 118737"/>
                <a:gd name="connsiteX12" fmla="*/ 23040 w 106183"/>
                <a:gd name="connsiteY12" fmla="*/ 50075 h 118737"/>
                <a:gd name="connsiteX13" fmla="*/ 57444 w 106183"/>
                <a:gd name="connsiteY13" fmla="*/ 7371 h 118737"/>
                <a:gd name="connsiteX14" fmla="*/ 89126 w 106183"/>
                <a:gd name="connsiteY14" fmla="*/ 50075 h 118737"/>
                <a:gd name="connsiteX15" fmla="*/ 23040 w 106183"/>
                <a:gd name="connsiteY15" fmla="*/ 50075 h 118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6183" h="118737">
                  <a:moveTo>
                    <a:pt x="99521" y="56845"/>
                  </a:moveTo>
                  <a:cubicBezTo>
                    <a:pt x="104719" y="56845"/>
                    <a:pt x="106452" y="56845"/>
                    <a:pt x="106452" y="51117"/>
                  </a:cubicBezTo>
                  <a:cubicBezTo>
                    <a:pt x="106452" y="28203"/>
                    <a:pt x="94324" y="81"/>
                    <a:pt x="57444" y="81"/>
                  </a:cubicBezTo>
                  <a:cubicBezTo>
                    <a:pt x="25020" y="81"/>
                    <a:pt x="269" y="27161"/>
                    <a:pt x="269" y="59189"/>
                  </a:cubicBezTo>
                  <a:cubicBezTo>
                    <a:pt x="269" y="92258"/>
                    <a:pt x="27743" y="118818"/>
                    <a:pt x="60662" y="118818"/>
                  </a:cubicBezTo>
                  <a:cubicBezTo>
                    <a:pt x="94076" y="118818"/>
                    <a:pt x="106452" y="90696"/>
                    <a:pt x="106452" y="84968"/>
                  </a:cubicBezTo>
                  <a:cubicBezTo>
                    <a:pt x="106452" y="83926"/>
                    <a:pt x="105957" y="81322"/>
                    <a:pt x="102244" y="81322"/>
                  </a:cubicBezTo>
                  <a:cubicBezTo>
                    <a:pt x="99026" y="81322"/>
                    <a:pt x="98531" y="82884"/>
                    <a:pt x="97789" y="85488"/>
                  </a:cubicBezTo>
                  <a:cubicBezTo>
                    <a:pt x="90116" y="106580"/>
                    <a:pt x="71305" y="110486"/>
                    <a:pt x="62394" y="110486"/>
                  </a:cubicBezTo>
                  <a:cubicBezTo>
                    <a:pt x="50761" y="110486"/>
                    <a:pt x="39623" y="105018"/>
                    <a:pt x="32198" y="95123"/>
                  </a:cubicBezTo>
                  <a:cubicBezTo>
                    <a:pt x="23040" y="82884"/>
                    <a:pt x="22792" y="67001"/>
                    <a:pt x="22792" y="56845"/>
                  </a:cubicBezTo>
                  <a:lnTo>
                    <a:pt x="99521" y="56845"/>
                  </a:lnTo>
                  <a:close/>
                  <a:moveTo>
                    <a:pt x="23040" y="50075"/>
                  </a:moveTo>
                  <a:cubicBezTo>
                    <a:pt x="25762" y="13360"/>
                    <a:pt x="48039" y="7371"/>
                    <a:pt x="57444" y="7371"/>
                  </a:cubicBezTo>
                  <a:cubicBezTo>
                    <a:pt x="87888" y="7371"/>
                    <a:pt x="88878" y="43566"/>
                    <a:pt x="89126" y="50075"/>
                  </a:cubicBezTo>
                  <a:lnTo>
                    <a:pt x="23040" y="50075"/>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9" name="Freeform: Shape 28">
              <a:extLst>
                <a:ext uri="{FF2B5EF4-FFF2-40B4-BE49-F238E27FC236}">
                  <a16:creationId xmlns:a16="http://schemas.microsoft.com/office/drawing/2014/main" id="{6B1C1D65-9C6A-2A3C-29F7-280776EE4184}"/>
                </a:ext>
              </a:extLst>
            </p:cNvPr>
            <p:cNvSpPr/>
            <p:nvPr/>
          </p:nvSpPr>
          <p:spPr>
            <a:xfrm>
              <a:off x="13817686" y="7353092"/>
              <a:ext cx="64353" cy="260129"/>
            </a:xfrm>
            <a:custGeom>
              <a:avLst/>
              <a:gdLst>
                <a:gd name="connsiteX0" fmla="*/ 59675 w 64353"/>
                <a:gd name="connsiteY0" fmla="*/ 81 h 260129"/>
                <a:gd name="connsiteX1" fmla="*/ 272 w 64353"/>
                <a:gd name="connsiteY1" fmla="*/ 130015 h 260129"/>
                <a:gd name="connsiteX2" fmla="*/ 59675 w 64353"/>
                <a:gd name="connsiteY2" fmla="*/ 260210 h 260129"/>
                <a:gd name="connsiteX3" fmla="*/ 64626 w 64353"/>
                <a:gd name="connsiteY3" fmla="*/ 257085 h 260129"/>
                <a:gd name="connsiteX4" fmla="*/ 62150 w 64353"/>
                <a:gd name="connsiteY4" fmla="*/ 253179 h 260129"/>
                <a:gd name="connsiteX5" fmla="*/ 17103 w 64353"/>
                <a:gd name="connsiteY5" fmla="*/ 130275 h 260129"/>
                <a:gd name="connsiteX6" fmla="*/ 62893 w 64353"/>
                <a:gd name="connsiteY6" fmla="*/ 6330 h 260129"/>
                <a:gd name="connsiteX7" fmla="*/ 64626 w 64353"/>
                <a:gd name="connsiteY7" fmla="*/ 3205 h 260129"/>
                <a:gd name="connsiteX8" fmla="*/ 59675 w 64353"/>
                <a:gd name="connsiteY8"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53" h="260129">
                  <a:moveTo>
                    <a:pt x="59675" y="81"/>
                  </a:moveTo>
                  <a:cubicBezTo>
                    <a:pt x="12648" y="34973"/>
                    <a:pt x="272" y="90175"/>
                    <a:pt x="272" y="130015"/>
                  </a:cubicBezTo>
                  <a:cubicBezTo>
                    <a:pt x="272" y="166730"/>
                    <a:pt x="10668" y="223755"/>
                    <a:pt x="59675" y="260210"/>
                  </a:cubicBezTo>
                  <a:cubicBezTo>
                    <a:pt x="61655" y="260210"/>
                    <a:pt x="64626" y="260210"/>
                    <a:pt x="64626" y="257085"/>
                  </a:cubicBezTo>
                  <a:cubicBezTo>
                    <a:pt x="64626" y="255523"/>
                    <a:pt x="63883" y="255002"/>
                    <a:pt x="62150" y="253179"/>
                  </a:cubicBezTo>
                  <a:cubicBezTo>
                    <a:pt x="29231" y="221932"/>
                    <a:pt x="17103" y="177666"/>
                    <a:pt x="17103" y="130275"/>
                  </a:cubicBezTo>
                  <a:cubicBezTo>
                    <a:pt x="17103" y="59970"/>
                    <a:pt x="42597" y="25599"/>
                    <a:pt x="62893" y="6330"/>
                  </a:cubicBezTo>
                  <a:cubicBezTo>
                    <a:pt x="63883" y="5288"/>
                    <a:pt x="64626" y="4507"/>
                    <a:pt x="64626" y="3205"/>
                  </a:cubicBezTo>
                  <a:cubicBezTo>
                    <a:pt x="64626" y="81"/>
                    <a:pt x="61655" y="81"/>
                    <a:pt x="59675"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0" name="Freeform: Shape 29">
              <a:extLst>
                <a:ext uri="{FF2B5EF4-FFF2-40B4-BE49-F238E27FC236}">
                  <a16:creationId xmlns:a16="http://schemas.microsoft.com/office/drawing/2014/main" id="{117DE2D0-A61B-4111-977A-369CAC723546}"/>
                </a:ext>
              </a:extLst>
            </p:cNvPr>
            <p:cNvSpPr/>
            <p:nvPr/>
          </p:nvSpPr>
          <p:spPr>
            <a:xfrm>
              <a:off x="13908383" y="7432771"/>
              <a:ext cx="151725" cy="115612"/>
            </a:xfrm>
            <a:custGeom>
              <a:avLst/>
              <a:gdLst>
                <a:gd name="connsiteX0" fmla="*/ 89380 w 151725"/>
                <a:gd name="connsiteY0" fmla="*/ 52679 h 115612"/>
                <a:gd name="connsiteX1" fmla="*/ 123537 w 151725"/>
                <a:gd name="connsiteY1" fmla="*/ 16485 h 115612"/>
                <a:gd name="connsiteX2" fmla="*/ 146556 w 151725"/>
                <a:gd name="connsiteY2" fmla="*/ 14662 h 115612"/>
                <a:gd name="connsiteX3" fmla="*/ 146556 w 151725"/>
                <a:gd name="connsiteY3" fmla="*/ 81 h 115612"/>
                <a:gd name="connsiteX4" fmla="*/ 122547 w 151725"/>
                <a:gd name="connsiteY4" fmla="*/ 1122 h 115612"/>
                <a:gd name="connsiteX5" fmla="*/ 95073 w 151725"/>
                <a:gd name="connsiteY5" fmla="*/ 81 h 115612"/>
                <a:gd name="connsiteX6" fmla="*/ 95073 w 151725"/>
                <a:gd name="connsiteY6" fmla="*/ 14662 h 115612"/>
                <a:gd name="connsiteX7" fmla="*/ 101756 w 151725"/>
                <a:gd name="connsiteY7" fmla="*/ 16225 h 115612"/>
                <a:gd name="connsiteX8" fmla="*/ 78489 w 151725"/>
                <a:gd name="connsiteY8" fmla="*/ 40962 h 115612"/>
                <a:gd name="connsiteX9" fmla="*/ 54481 w 151725"/>
                <a:gd name="connsiteY9" fmla="*/ 14662 h 115612"/>
                <a:gd name="connsiteX10" fmla="*/ 61163 w 151725"/>
                <a:gd name="connsiteY10" fmla="*/ 14662 h 115612"/>
                <a:gd name="connsiteX11" fmla="*/ 61163 w 151725"/>
                <a:gd name="connsiteY11" fmla="*/ 81 h 115612"/>
                <a:gd name="connsiteX12" fmla="*/ 29729 w 151725"/>
                <a:gd name="connsiteY12" fmla="*/ 1122 h 115612"/>
                <a:gd name="connsiteX13" fmla="*/ 1760 w 151725"/>
                <a:gd name="connsiteY13" fmla="*/ 81 h 115612"/>
                <a:gd name="connsiteX14" fmla="*/ 1760 w 151725"/>
                <a:gd name="connsiteY14" fmla="*/ 14662 h 115612"/>
                <a:gd name="connsiteX15" fmla="*/ 20324 w 151725"/>
                <a:gd name="connsiteY15" fmla="*/ 14662 h 115612"/>
                <a:gd name="connsiteX16" fmla="*/ 60916 w 151725"/>
                <a:gd name="connsiteY16" fmla="*/ 59189 h 115612"/>
                <a:gd name="connsiteX17" fmla="*/ 25274 w 151725"/>
                <a:gd name="connsiteY17" fmla="*/ 96946 h 115612"/>
                <a:gd name="connsiteX18" fmla="*/ 14136 w 151725"/>
                <a:gd name="connsiteY18" fmla="*/ 100851 h 115612"/>
                <a:gd name="connsiteX19" fmla="*/ 275 w 151725"/>
                <a:gd name="connsiteY19" fmla="*/ 101112 h 115612"/>
                <a:gd name="connsiteX20" fmla="*/ 275 w 151725"/>
                <a:gd name="connsiteY20" fmla="*/ 115694 h 115612"/>
                <a:gd name="connsiteX21" fmla="*/ 24284 w 151725"/>
                <a:gd name="connsiteY21" fmla="*/ 114652 h 115612"/>
                <a:gd name="connsiteX22" fmla="*/ 51758 w 151725"/>
                <a:gd name="connsiteY22" fmla="*/ 115694 h 115612"/>
                <a:gd name="connsiteX23" fmla="*/ 51758 w 151725"/>
                <a:gd name="connsiteY23" fmla="*/ 101112 h 115612"/>
                <a:gd name="connsiteX24" fmla="*/ 45075 w 151725"/>
                <a:gd name="connsiteY24" fmla="*/ 99289 h 115612"/>
                <a:gd name="connsiteX25" fmla="*/ 71807 w 151725"/>
                <a:gd name="connsiteY25" fmla="*/ 71167 h 115612"/>
                <a:gd name="connsiteX26" fmla="*/ 99280 w 151725"/>
                <a:gd name="connsiteY26" fmla="*/ 101112 h 115612"/>
                <a:gd name="connsiteX27" fmla="*/ 92845 w 151725"/>
                <a:gd name="connsiteY27" fmla="*/ 101112 h 115612"/>
                <a:gd name="connsiteX28" fmla="*/ 92845 w 151725"/>
                <a:gd name="connsiteY28" fmla="*/ 115694 h 115612"/>
                <a:gd name="connsiteX29" fmla="*/ 124279 w 151725"/>
                <a:gd name="connsiteY29" fmla="*/ 114652 h 115612"/>
                <a:gd name="connsiteX30" fmla="*/ 152001 w 151725"/>
                <a:gd name="connsiteY30" fmla="*/ 115694 h 115612"/>
                <a:gd name="connsiteX31" fmla="*/ 152001 w 151725"/>
                <a:gd name="connsiteY31" fmla="*/ 101112 h 115612"/>
                <a:gd name="connsiteX32" fmla="*/ 133685 w 151725"/>
                <a:gd name="connsiteY32" fmla="*/ 101112 h 115612"/>
                <a:gd name="connsiteX33" fmla="*/ 89380 w 151725"/>
                <a:gd name="connsiteY33" fmla="*/ 52679 h 115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1725" h="115612">
                  <a:moveTo>
                    <a:pt x="89380" y="52679"/>
                  </a:moveTo>
                  <a:lnTo>
                    <a:pt x="123537" y="16485"/>
                  </a:lnTo>
                  <a:cubicBezTo>
                    <a:pt x="129477" y="14662"/>
                    <a:pt x="135912" y="14662"/>
                    <a:pt x="146556" y="14662"/>
                  </a:cubicBezTo>
                  <a:lnTo>
                    <a:pt x="146556" y="81"/>
                  </a:lnTo>
                  <a:cubicBezTo>
                    <a:pt x="138635" y="862"/>
                    <a:pt x="130467" y="1122"/>
                    <a:pt x="122547" y="1122"/>
                  </a:cubicBezTo>
                  <a:cubicBezTo>
                    <a:pt x="114131" y="1122"/>
                    <a:pt x="97053" y="341"/>
                    <a:pt x="95073" y="81"/>
                  </a:cubicBezTo>
                  <a:lnTo>
                    <a:pt x="95073" y="14662"/>
                  </a:lnTo>
                  <a:cubicBezTo>
                    <a:pt x="98290" y="14662"/>
                    <a:pt x="100023" y="15183"/>
                    <a:pt x="101756" y="16225"/>
                  </a:cubicBezTo>
                  <a:lnTo>
                    <a:pt x="78489" y="40962"/>
                  </a:lnTo>
                  <a:lnTo>
                    <a:pt x="54481" y="14662"/>
                  </a:lnTo>
                  <a:lnTo>
                    <a:pt x="61163" y="14662"/>
                  </a:lnTo>
                  <a:lnTo>
                    <a:pt x="61163" y="81"/>
                  </a:lnTo>
                  <a:cubicBezTo>
                    <a:pt x="59678" y="81"/>
                    <a:pt x="40125" y="1122"/>
                    <a:pt x="29729" y="1122"/>
                  </a:cubicBezTo>
                  <a:cubicBezTo>
                    <a:pt x="20324" y="1122"/>
                    <a:pt x="11166" y="862"/>
                    <a:pt x="1760" y="81"/>
                  </a:cubicBezTo>
                  <a:lnTo>
                    <a:pt x="1760" y="14662"/>
                  </a:lnTo>
                  <a:lnTo>
                    <a:pt x="20324" y="14662"/>
                  </a:lnTo>
                  <a:lnTo>
                    <a:pt x="60916" y="59189"/>
                  </a:lnTo>
                  <a:lnTo>
                    <a:pt x="25274" y="96946"/>
                  </a:lnTo>
                  <a:cubicBezTo>
                    <a:pt x="22056" y="100070"/>
                    <a:pt x="21809" y="100331"/>
                    <a:pt x="14136" y="100851"/>
                  </a:cubicBezTo>
                  <a:cubicBezTo>
                    <a:pt x="10176" y="101112"/>
                    <a:pt x="1513" y="101112"/>
                    <a:pt x="275" y="101112"/>
                  </a:cubicBezTo>
                  <a:lnTo>
                    <a:pt x="275" y="115694"/>
                  </a:lnTo>
                  <a:cubicBezTo>
                    <a:pt x="8196" y="114912"/>
                    <a:pt x="16364" y="114652"/>
                    <a:pt x="24284" y="114652"/>
                  </a:cubicBezTo>
                  <a:cubicBezTo>
                    <a:pt x="30967" y="114652"/>
                    <a:pt x="48540" y="115433"/>
                    <a:pt x="51758" y="115694"/>
                  </a:cubicBezTo>
                  <a:lnTo>
                    <a:pt x="51758" y="101112"/>
                  </a:lnTo>
                  <a:cubicBezTo>
                    <a:pt x="47798" y="101112"/>
                    <a:pt x="46808" y="100591"/>
                    <a:pt x="45075" y="99289"/>
                  </a:cubicBezTo>
                  <a:lnTo>
                    <a:pt x="71807" y="71167"/>
                  </a:lnTo>
                  <a:lnTo>
                    <a:pt x="99280" y="101112"/>
                  </a:lnTo>
                  <a:lnTo>
                    <a:pt x="92845" y="101112"/>
                  </a:lnTo>
                  <a:lnTo>
                    <a:pt x="92845" y="115694"/>
                  </a:lnTo>
                  <a:cubicBezTo>
                    <a:pt x="93093" y="115694"/>
                    <a:pt x="112894" y="114652"/>
                    <a:pt x="124279" y="114652"/>
                  </a:cubicBezTo>
                  <a:cubicBezTo>
                    <a:pt x="133437" y="114652"/>
                    <a:pt x="142843" y="114912"/>
                    <a:pt x="152001" y="115694"/>
                  </a:cubicBezTo>
                  <a:lnTo>
                    <a:pt x="152001" y="101112"/>
                  </a:lnTo>
                  <a:lnTo>
                    <a:pt x="133685" y="101112"/>
                  </a:lnTo>
                  <a:lnTo>
                    <a:pt x="89380" y="52679"/>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1" name="Freeform: Shape 30">
              <a:extLst>
                <a:ext uri="{FF2B5EF4-FFF2-40B4-BE49-F238E27FC236}">
                  <a16:creationId xmlns:a16="http://schemas.microsoft.com/office/drawing/2014/main" id="{F3B9A5BC-3D47-40D4-4BD9-3EA5052478C5}"/>
                </a:ext>
              </a:extLst>
            </p:cNvPr>
            <p:cNvSpPr/>
            <p:nvPr/>
          </p:nvSpPr>
          <p:spPr>
            <a:xfrm>
              <a:off x="14096428" y="7518439"/>
              <a:ext cx="31434" cy="80200"/>
            </a:xfrm>
            <a:custGeom>
              <a:avLst/>
              <a:gdLst>
                <a:gd name="connsiteX0" fmla="*/ 24784 w 31434"/>
                <a:gd name="connsiteY0" fmla="*/ 25859 h 80200"/>
                <a:gd name="connsiteX1" fmla="*/ 5478 w 31434"/>
                <a:gd name="connsiteY1" fmla="*/ 73510 h 80200"/>
                <a:gd name="connsiteX2" fmla="*/ 3745 w 31434"/>
                <a:gd name="connsiteY2" fmla="*/ 76635 h 80200"/>
                <a:gd name="connsiteX3" fmla="*/ 7210 w 31434"/>
                <a:gd name="connsiteY3" fmla="*/ 80281 h 80200"/>
                <a:gd name="connsiteX4" fmla="*/ 31714 w 31434"/>
                <a:gd name="connsiteY4" fmla="*/ 28463 h 80200"/>
                <a:gd name="connsiteX5" fmla="*/ 14388 w 31434"/>
                <a:gd name="connsiteY5" fmla="*/ 81 h 80200"/>
                <a:gd name="connsiteX6" fmla="*/ 280 w 31434"/>
                <a:gd name="connsiteY6" fmla="*/ 14923 h 80200"/>
                <a:gd name="connsiteX7" fmla="*/ 14636 w 31434"/>
                <a:gd name="connsiteY7" fmla="*/ 30025 h 80200"/>
                <a:gd name="connsiteX8" fmla="*/ 24784 w 31434"/>
                <a:gd name="connsiteY8" fmla="*/ 25859 h 8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434" h="80200">
                  <a:moveTo>
                    <a:pt x="24784" y="25859"/>
                  </a:moveTo>
                  <a:cubicBezTo>
                    <a:pt x="24784" y="40181"/>
                    <a:pt x="22309" y="56845"/>
                    <a:pt x="5478" y="73510"/>
                  </a:cubicBezTo>
                  <a:cubicBezTo>
                    <a:pt x="4488" y="74552"/>
                    <a:pt x="3745" y="75333"/>
                    <a:pt x="3745" y="76635"/>
                  </a:cubicBezTo>
                  <a:cubicBezTo>
                    <a:pt x="3745" y="78458"/>
                    <a:pt x="5725" y="80281"/>
                    <a:pt x="7210" y="80281"/>
                  </a:cubicBezTo>
                  <a:cubicBezTo>
                    <a:pt x="10676" y="80281"/>
                    <a:pt x="31714" y="59449"/>
                    <a:pt x="31714" y="28463"/>
                  </a:cubicBezTo>
                  <a:cubicBezTo>
                    <a:pt x="31714" y="12319"/>
                    <a:pt x="25774" y="81"/>
                    <a:pt x="14388" y="81"/>
                  </a:cubicBezTo>
                  <a:cubicBezTo>
                    <a:pt x="6220" y="81"/>
                    <a:pt x="280" y="6851"/>
                    <a:pt x="280" y="14923"/>
                  </a:cubicBezTo>
                  <a:cubicBezTo>
                    <a:pt x="280" y="23255"/>
                    <a:pt x="5973" y="30025"/>
                    <a:pt x="14636" y="30025"/>
                  </a:cubicBezTo>
                  <a:cubicBezTo>
                    <a:pt x="20576" y="30025"/>
                    <a:pt x="24536" y="25859"/>
                    <a:pt x="24784" y="25859"/>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2" name="Freeform: Shape 31">
              <a:extLst>
                <a:ext uri="{FF2B5EF4-FFF2-40B4-BE49-F238E27FC236}">
                  <a16:creationId xmlns:a16="http://schemas.microsoft.com/office/drawing/2014/main" id="{8BD5ADCF-006C-4935-7E1F-BF0F3E6213CD}"/>
                </a:ext>
              </a:extLst>
            </p:cNvPr>
            <p:cNvSpPr/>
            <p:nvPr/>
          </p:nvSpPr>
          <p:spPr>
            <a:xfrm>
              <a:off x="14179664" y="7375485"/>
              <a:ext cx="90094" cy="172898"/>
            </a:xfrm>
            <a:custGeom>
              <a:avLst/>
              <a:gdLst>
                <a:gd name="connsiteX0" fmla="*/ 56220 w 90094"/>
                <a:gd name="connsiteY0" fmla="*/ 7371 h 172898"/>
                <a:gd name="connsiteX1" fmla="*/ 48795 w 90094"/>
                <a:gd name="connsiteY1" fmla="*/ 81 h 172898"/>
                <a:gd name="connsiteX2" fmla="*/ 282 w 90094"/>
                <a:gd name="connsiteY2" fmla="*/ 16745 h 172898"/>
                <a:gd name="connsiteX3" fmla="*/ 282 w 90094"/>
                <a:gd name="connsiteY3" fmla="*/ 26120 h 172898"/>
                <a:gd name="connsiteX4" fmla="*/ 36172 w 90094"/>
                <a:gd name="connsiteY4" fmla="*/ 18829 h 172898"/>
                <a:gd name="connsiteX5" fmla="*/ 36172 w 90094"/>
                <a:gd name="connsiteY5" fmla="*/ 151627 h 172898"/>
                <a:gd name="connsiteX6" fmla="*/ 11420 w 90094"/>
                <a:gd name="connsiteY6" fmla="*/ 163605 h 172898"/>
                <a:gd name="connsiteX7" fmla="*/ 2015 w 90094"/>
                <a:gd name="connsiteY7" fmla="*/ 163605 h 172898"/>
                <a:gd name="connsiteX8" fmla="*/ 2015 w 90094"/>
                <a:gd name="connsiteY8" fmla="*/ 172979 h 172898"/>
                <a:gd name="connsiteX9" fmla="*/ 46072 w 90094"/>
                <a:gd name="connsiteY9" fmla="*/ 171938 h 172898"/>
                <a:gd name="connsiteX10" fmla="*/ 90377 w 90094"/>
                <a:gd name="connsiteY10" fmla="*/ 172979 h 172898"/>
                <a:gd name="connsiteX11" fmla="*/ 90377 w 90094"/>
                <a:gd name="connsiteY11" fmla="*/ 163605 h 172898"/>
                <a:gd name="connsiteX12" fmla="*/ 80972 w 90094"/>
                <a:gd name="connsiteY12" fmla="*/ 163605 h 172898"/>
                <a:gd name="connsiteX13" fmla="*/ 56220 w 90094"/>
                <a:gd name="connsiteY13" fmla="*/ 151627 h 172898"/>
                <a:gd name="connsiteX14" fmla="*/ 56220 w 90094"/>
                <a:gd name="connsiteY14" fmla="*/ 7371 h 172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94" h="172898">
                  <a:moveTo>
                    <a:pt x="56220" y="7371"/>
                  </a:moveTo>
                  <a:cubicBezTo>
                    <a:pt x="56220" y="341"/>
                    <a:pt x="55725" y="81"/>
                    <a:pt x="48795" y="81"/>
                  </a:cubicBezTo>
                  <a:cubicBezTo>
                    <a:pt x="32954" y="16485"/>
                    <a:pt x="10430" y="16745"/>
                    <a:pt x="282" y="16745"/>
                  </a:cubicBezTo>
                  <a:lnTo>
                    <a:pt x="282" y="26120"/>
                  </a:lnTo>
                  <a:cubicBezTo>
                    <a:pt x="6223" y="26120"/>
                    <a:pt x="22559" y="26120"/>
                    <a:pt x="36172" y="18829"/>
                  </a:cubicBezTo>
                  <a:lnTo>
                    <a:pt x="36172" y="151627"/>
                  </a:lnTo>
                  <a:cubicBezTo>
                    <a:pt x="36172" y="160220"/>
                    <a:pt x="36172" y="163605"/>
                    <a:pt x="11420" y="163605"/>
                  </a:cubicBezTo>
                  <a:lnTo>
                    <a:pt x="2015" y="163605"/>
                  </a:lnTo>
                  <a:lnTo>
                    <a:pt x="2015" y="172979"/>
                  </a:lnTo>
                  <a:cubicBezTo>
                    <a:pt x="6470" y="172719"/>
                    <a:pt x="36914" y="171938"/>
                    <a:pt x="46072" y="171938"/>
                  </a:cubicBezTo>
                  <a:cubicBezTo>
                    <a:pt x="53745" y="171938"/>
                    <a:pt x="84932" y="172719"/>
                    <a:pt x="90377" y="172979"/>
                  </a:cubicBezTo>
                  <a:lnTo>
                    <a:pt x="90377" y="163605"/>
                  </a:lnTo>
                  <a:lnTo>
                    <a:pt x="80972" y="163605"/>
                  </a:lnTo>
                  <a:cubicBezTo>
                    <a:pt x="56220" y="163605"/>
                    <a:pt x="56220" y="160220"/>
                    <a:pt x="56220" y="151627"/>
                  </a:cubicBezTo>
                  <a:lnTo>
                    <a:pt x="56220" y="737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3" name="Freeform: Shape 32">
              <a:extLst>
                <a:ext uri="{FF2B5EF4-FFF2-40B4-BE49-F238E27FC236}">
                  <a16:creationId xmlns:a16="http://schemas.microsoft.com/office/drawing/2014/main" id="{53077A92-4966-5EEF-FC76-5EFDD54AA2FA}"/>
                </a:ext>
              </a:extLst>
            </p:cNvPr>
            <p:cNvSpPr/>
            <p:nvPr/>
          </p:nvSpPr>
          <p:spPr>
            <a:xfrm>
              <a:off x="14319372" y="7436156"/>
              <a:ext cx="29206" cy="162743"/>
            </a:xfrm>
            <a:custGeom>
              <a:avLst/>
              <a:gdLst>
                <a:gd name="connsiteX0" fmla="*/ 28750 w 29206"/>
                <a:gd name="connsiteY0" fmla="*/ 15183 h 162743"/>
                <a:gd name="connsiteX1" fmla="*/ 14642 w 29206"/>
                <a:gd name="connsiteY1" fmla="*/ 81 h 162743"/>
                <a:gd name="connsiteX2" fmla="*/ 286 w 29206"/>
                <a:gd name="connsiteY2" fmla="*/ 14923 h 162743"/>
                <a:gd name="connsiteX3" fmla="*/ 14395 w 29206"/>
                <a:gd name="connsiteY3" fmla="*/ 30025 h 162743"/>
                <a:gd name="connsiteX4" fmla="*/ 28750 w 29206"/>
                <a:gd name="connsiteY4" fmla="*/ 15183 h 162743"/>
                <a:gd name="connsiteX5" fmla="*/ 22563 w 29206"/>
                <a:gd name="connsiteY5" fmla="*/ 109965 h 162743"/>
                <a:gd name="connsiteX6" fmla="*/ 5484 w 29206"/>
                <a:gd name="connsiteY6" fmla="*/ 155794 h 162743"/>
                <a:gd name="connsiteX7" fmla="*/ 3751 w 29206"/>
                <a:gd name="connsiteY7" fmla="*/ 158918 h 162743"/>
                <a:gd name="connsiteX8" fmla="*/ 7217 w 29206"/>
                <a:gd name="connsiteY8" fmla="*/ 162824 h 162743"/>
                <a:gd name="connsiteX9" fmla="*/ 29493 w 29206"/>
                <a:gd name="connsiteY9" fmla="*/ 110225 h 162743"/>
                <a:gd name="connsiteX10" fmla="*/ 14395 w 29206"/>
                <a:gd name="connsiteY10" fmla="*/ 82364 h 162743"/>
                <a:gd name="connsiteX11" fmla="*/ 286 w 29206"/>
                <a:gd name="connsiteY11" fmla="*/ 97206 h 162743"/>
                <a:gd name="connsiteX12" fmla="*/ 14642 w 29206"/>
                <a:gd name="connsiteY12" fmla="*/ 112308 h 162743"/>
                <a:gd name="connsiteX13" fmla="*/ 22563 w 29206"/>
                <a:gd name="connsiteY13" fmla="*/ 109965 h 162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206" h="162743">
                  <a:moveTo>
                    <a:pt x="28750" y="15183"/>
                  </a:moveTo>
                  <a:cubicBezTo>
                    <a:pt x="28750" y="6070"/>
                    <a:pt x="21820" y="81"/>
                    <a:pt x="14642" y="81"/>
                  </a:cubicBezTo>
                  <a:cubicBezTo>
                    <a:pt x="5979" y="81"/>
                    <a:pt x="286" y="7371"/>
                    <a:pt x="286" y="14923"/>
                  </a:cubicBezTo>
                  <a:cubicBezTo>
                    <a:pt x="286" y="24036"/>
                    <a:pt x="7217" y="30025"/>
                    <a:pt x="14395" y="30025"/>
                  </a:cubicBezTo>
                  <a:cubicBezTo>
                    <a:pt x="23058" y="30025"/>
                    <a:pt x="28750" y="22734"/>
                    <a:pt x="28750" y="15183"/>
                  </a:cubicBezTo>
                  <a:close/>
                  <a:moveTo>
                    <a:pt x="22563" y="109965"/>
                  </a:moveTo>
                  <a:cubicBezTo>
                    <a:pt x="22315" y="128453"/>
                    <a:pt x="16375" y="143034"/>
                    <a:pt x="5484" y="155794"/>
                  </a:cubicBezTo>
                  <a:cubicBezTo>
                    <a:pt x="3999" y="157356"/>
                    <a:pt x="3751" y="157877"/>
                    <a:pt x="3751" y="158918"/>
                  </a:cubicBezTo>
                  <a:cubicBezTo>
                    <a:pt x="3751" y="160481"/>
                    <a:pt x="5484" y="162824"/>
                    <a:pt x="7217" y="162824"/>
                  </a:cubicBezTo>
                  <a:cubicBezTo>
                    <a:pt x="10434" y="162824"/>
                    <a:pt x="29493" y="141733"/>
                    <a:pt x="29493" y="110225"/>
                  </a:cubicBezTo>
                  <a:cubicBezTo>
                    <a:pt x="29493" y="101372"/>
                    <a:pt x="28255" y="82364"/>
                    <a:pt x="14395" y="82364"/>
                  </a:cubicBezTo>
                  <a:cubicBezTo>
                    <a:pt x="4989" y="82364"/>
                    <a:pt x="286" y="90175"/>
                    <a:pt x="286" y="97206"/>
                  </a:cubicBezTo>
                  <a:cubicBezTo>
                    <a:pt x="286" y="104497"/>
                    <a:pt x="4742" y="112308"/>
                    <a:pt x="14642" y="112308"/>
                  </a:cubicBezTo>
                  <a:cubicBezTo>
                    <a:pt x="18850" y="112308"/>
                    <a:pt x="21572" y="110486"/>
                    <a:pt x="22563" y="10996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4" name="Freeform: Shape 33">
              <a:extLst>
                <a:ext uri="{FF2B5EF4-FFF2-40B4-BE49-F238E27FC236}">
                  <a16:creationId xmlns:a16="http://schemas.microsoft.com/office/drawing/2014/main" id="{0FDF06CA-ACCD-D620-FCD2-0BD7B47B9E18}"/>
                </a:ext>
              </a:extLst>
            </p:cNvPr>
            <p:cNvSpPr/>
            <p:nvPr/>
          </p:nvSpPr>
          <p:spPr>
            <a:xfrm>
              <a:off x="14381848" y="7432771"/>
              <a:ext cx="213851" cy="117175"/>
            </a:xfrm>
            <a:custGeom>
              <a:avLst/>
              <a:gdLst>
                <a:gd name="connsiteX0" fmla="*/ 197309 w 213851"/>
                <a:gd name="connsiteY0" fmla="*/ 19610 h 117175"/>
                <a:gd name="connsiteX1" fmla="*/ 203497 w 213851"/>
                <a:gd name="connsiteY1" fmla="*/ 15183 h 117175"/>
                <a:gd name="connsiteX2" fmla="*/ 214140 w 213851"/>
                <a:gd name="connsiteY2" fmla="*/ 14662 h 117175"/>
                <a:gd name="connsiteX3" fmla="*/ 214140 w 213851"/>
                <a:gd name="connsiteY3" fmla="*/ 81 h 117175"/>
                <a:gd name="connsiteX4" fmla="*/ 193844 w 213851"/>
                <a:gd name="connsiteY4" fmla="*/ 1122 h 117175"/>
                <a:gd name="connsiteX5" fmla="*/ 168103 w 213851"/>
                <a:gd name="connsiteY5" fmla="*/ 81 h 117175"/>
                <a:gd name="connsiteX6" fmla="*/ 168103 w 213851"/>
                <a:gd name="connsiteY6" fmla="*/ 14662 h 117175"/>
                <a:gd name="connsiteX7" fmla="*/ 181468 w 213851"/>
                <a:gd name="connsiteY7" fmla="*/ 16225 h 117175"/>
                <a:gd name="connsiteX8" fmla="*/ 152509 w 213851"/>
                <a:gd name="connsiteY8" fmla="*/ 86790 h 117175"/>
                <a:gd name="connsiteX9" fmla="*/ 122808 w 213851"/>
                <a:gd name="connsiteY9" fmla="*/ 14662 h 117175"/>
                <a:gd name="connsiteX10" fmla="*/ 135183 w 213851"/>
                <a:gd name="connsiteY10" fmla="*/ 14662 h 117175"/>
                <a:gd name="connsiteX11" fmla="*/ 135183 w 213851"/>
                <a:gd name="connsiteY11" fmla="*/ 81 h 117175"/>
                <a:gd name="connsiteX12" fmla="*/ 105977 w 213851"/>
                <a:gd name="connsiteY12" fmla="*/ 1122 h 117175"/>
                <a:gd name="connsiteX13" fmla="*/ 80978 w 213851"/>
                <a:gd name="connsiteY13" fmla="*/ 81 h 117175"/>
                <a:gd name="connsiteX14" fmla="*/ 80978 w 213851"/>
                <a:gd name="connsiteY14" fmla="*/ 14662 h 117175"/>
                <a:gd name="connsiteX15" fmla="*/ 95829 w 213851"/>
                <a:gd name="connsiteY15" fmla="*/ 14662 h 117175"/>
                <a:gd name="connsiteX16" fmla="*/ 98551 w 213851"/>
                <a:gd name="connsiteY16" fmla="*/ 21953 h 117175"/>
                <a:gd name="connsiteX17" fmla="*/ 97561 w 213851"/>
                <a:gd name="connsiteY17" fmla="*/ 25078 h 117175"/>
                <a:gd name="connsiteX18" fmla="*/ 74790 w 213851"/>
                <a:gd name="connsiteY18" fmla="*/ 80281 h 117175"/>
                <a:gd name="connsiteX19" fmla="*/ 47564 w 213851"/>
                <a:gd name="connsiteY19" fmla="*/ 14662 h 117175"/>
                <a:gd name="connsiteX20" fmla="*/ 60187 w 213851"/>
                <a:gd name="connsiteY20" fmla="*/ 14662 h 117175"/>
                <a:gd name="connsiteX21" fmla="*/ 60187 w 213851"/>
                <a:gd name="connsiteY21" fmla="*/ 81 h 117175"/>
                <a:gd name="connsiteX22" fmla="*/ 28010 w 213851"/>
                <a:gd name="connsiteY22" fmla="*/ 1122 h 117175"/>
                <a:gd name="connsiteX23" fmla="*/ 289 w 213851"/>
                <a:gd name="connsiteY23" fmla="*/ 81 h 117175"/>
                <a:gd name="connsiteX24" fmla="*/ 289 w 213851"/>
                <a:gd name="connsiteY24" fmla="*/ 14662 h 117175"/>
                <a:gd name="connsiteX25" fmla="*/ 15139 w 213851"/>
                <a:gd name="connsiteY25" fmla="*/ 14662 h 117175"/>
                <a:gd name="connsiteX26" fmla="*/ 54494 w 213851"/>
                <a:gd name="connsiteY26" fmla="*/ 110225 h 117175"/>
                <a:gd name="connsiteX27" fmla="*/ 66870 w 213851"/>
                <a:gd name="connsiteY27" fmla="*/ 117256 h 117175"/>
                <a:gd name="connsiteX28" fmla="*/ 79493 w 213851"/>
                <a:gd name="connsiteY28" fmla="*/ 110225 h 117175"/>
                <a:gd name="connsiteX29" fmla="*/ 107214 w 213851"/>
                <a:gd name="connsiteY29" fmla="*/ 42524 h 117175"/>
                <a:gd name="connsiteX30" fmla="*/ 134936 w 213851"/>
                <a:gd name="connsiteY30" fmla="*/ 109965 h 117175"/>
                <a:gd name="connsiteX31" fmla="*/ 147559 w 213851"/>
                <a:gd name="connsiteY31" fmla="*/ 117256 h 117175"/>
                <a:gd name="connsiteX32" fmla="*/ 159935 w 213851"/>
                <a:gd name="connsiteY32" fmla="*/ 110225 h 117175"/>
                <a:gd name="connsiteX33" fmla="*/ 197309 w 213851"/>
                <a:gd name="connsiteY33" fmla="*/ 19610 h 11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3851" h="117175">
                  <a:moveTo>
                    <a:pt x="197309" y="19610"/>
                  </a:moveTo>
                  <a:cubicBezTo>
                    <a:pt x="199042" y="15964"/>
                    <a:pt x="199289" y="15704"/>
                    <a:pt x="203497" y="15183"/>
                  </a:cubicBezTo>
                  <a:cubicBezTo>
                    <a:pt x="207210" y="14662"/>
                    <a:pt x="209190" y="14662"/>
                    <a:pt x="214140" y="14662"/>
                  </a:cubicBezTo>
                  <a:lnTo>
                    <a:pt x="214140" y="81"/>
                  </a:lnTo>
                  <a:cubicBezTo>
                    <a:pt x="207457" y="601"/>
                    <a:pt x="200527" y="1122"/>
                    <a:pt x="193844" y="1122"/>
                  </a:cubicBezTo>
                  <a:cubicBezTo>
                    <a:pt x="185181" y="1122"/>
                    <a:pt x="176766" y="862"/>
                    <a:pt x="168103" y="81"/>
                  </a:cubicBezTo>
                  <a:lnTo>
                    <a:pt x="168103" y="14662"/>
                  </a:lnTo>
                  <a:cubicBezTo>
                    <a:pt x="175528" y="14662"/>
                    <a:pt x="177508" y="15183"/>
                    <a:pt x="181468" y="16225"/>
                  </a:cubicBezTo>
                  <a:lnTo>
                    <a:pt x="152509" y="86790"/>
                  </a:lnTo>
                  <a:lnTo>
                    <a:pt x="122808" y="14662"/>
                  </a:lnTo>
                  <a:lnTo>
                    <a:pt x="135183" y="14662"/>
                  </a:lnTo>
                  <a:lnTo>
                    <a:pt x="135183" y="81"/>
                  </a:lnTo>
                  <a:cubicBezTo>
                    <a:pt x="134441" y="81"/>
                    <a:pt x="116372" y="1122"/>
                    <a:pt x="105977" y="1122"/>
                  </a:cubicBezTo>
                  <a:cubicBezTo>
                    <a:pt x="98551" y="1122"/>
                    <a:pt x="88403" y="862"/>
                    <a:pt x="80978" y="81"/>
                  </a:cubicBezTo>
                  <a:lnTo>
                    <a:pt x="80978" y="14662"/>
                  </a:lnTo>
                  <a:lnTo>
                    <a:pt x="95829" y="14662"/>
                  </a:lnTo>
                  <a:cubicBezTo>
                    <a:pt x="98551" y="20651"/>
                    <a:pt x="98551" y="21172"/>
                    <a:pt x="98551" y="21953"/>
                  </a:cubicBezTo>
                  <a:cubicBezTo>
                    <a:pt x="98551" y="22735"/>
                    <a:pt x="97809" y="24557"/>
                    <a:pt x="97561" y="25078"/>
                  </a:cubicBezTo>
                  <a:lnTo>
                    <a:pt x="74790" y="80281"/>
                  </a:lnTo>
                  <a:lnTo>
                    <a:pt x="47564" y="14662"/>
                  </a:lnTo>
                  <a:lnTo>
                    <a:pt x="60187" y="14662"/>
                  </a:lnTo>
                  <a:lnTo>
                    <a:pt x="60187" y="81"/>
                  </a:lnTo>
                  <a:cubicBezTo>
                    <a:pt x="49544" y="601"/>
                    <a:pt x="38653" y="1122"/>
                    <a:pt x="28010" y="1122"/>
                  </a:cubicBezTo>
                  <a:cubicBezTo>
                    <a:pt x="18605" y="1122"/>
                    <a:pt x="1774" y="81"/>
                    <a:pt x="289" y="81"/>
                  </a:cubicBezTo>
                  <a:lnTo>
                    <a:pt x="289" y="14662"/>
                  </a:lnTo>
                  <a:lnTo>
                    <a:pt x="15139" y="14662"/>
                  </a:lnTo>
                  <a:lnTo>
                    <a:pt x="54494" y="110225"/>
                  </a:lnTo>
                  <a:cubicBezTo>
                    <a:pt x="57464" y="117256"/>
                    <a:pt x="61177" y="117256"/>
                    <a:pt x="66870" y="117256"/>
                  </a:cubicBezTo>
                  <a:cubicBezTo>
                    <a:pt x="72315" y="117256"/>
                    <a:pt x="76523" y="117256"/>
                    <a:pt x="79493" y="110225"/>
                  </a:cubicBezTo>
                  <a:lnTo>
                    <a:pt x="107214" y="42524"/>
                  </a:lnTo>
                  <a:lnTo>
                    <a:pt x="134936" y="109965"/>
                  </a:lnTo>
                  <a:cubicBezTo>
                    <a:pt x="137906" y="117256"/>
                    <a:pt x="141619" y="117256"/>
                    <a:pt x="147559" y="117256"/>
                  </a:cubicBezTo>
                  <a:cubicBezTo>
                    <a:pt x="153252" y="117256"/>
                    <a:pt x="156964" y="117256"/>
                    <a:pt x="159935" y="110225"/>
                  </a:cubicBezTo>
                  <a:lnTo>
                    <a:pt x="197309" y="1961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5" name="Freeform: Shape 34">
              <a:extLst>
                <a:ext uri="{FF2B5EF4-FFF2-40B4-BE49-F238E27FC236}">
                  <a16:creationId xmlns:a16="http://schemas.microsoft.com/office/drawing/2014/main" id="{3BAE7F91-411F-449B-4A1C-BADC7CCB2A2E}"/>
                </a:ext>
              </a:extLst>
            </p:cNvPr>
            <p:cNvSpPr/>
            <p:nvPr/>
          </p:nvSpPr>
          <p:spPr>
            <a:xfrm>
              <a:off x="14626170" y="7353092"/>
              <a:ext cx="64105" cy="260129"/>
            </a:xfrm>
            <a:custGeom>
              <a:avLst/>
              <a:gdLst>
                <a:gd name="connsiteX0" fmla="*/ 4998 w 64105"/>
                <a:gd name="connsiteY0" fmla="*/ 81 h 260129"/>
                <a:gd name="connsiteX1" fmla="*/ 295 w 64105"/>
                <a:gd name="connsiteY1" fmla="*/ 3205 h 260129"/>
                <a:gd name="connsiteX2" fmla="*/ 2523 w 64105"/>
                <a:gd name="connsiteY2" fmla="*/ 7111 h 260129"/>
                <a:gd name="connsiteX3" fmla="*/ 47570 w 64105"/>
                <a:gd name="connsiteY3" fmla="*/ 130015 h 260129"/>
                <a:gd name="connsiteX4" fmla="*/ 4750 w 64105"/>
                <a:gd name="connsiteY4" fmla="*/ 251096 h 260129"/>
                <a:gd name="connsiteX5" fmla="*/ 295 w 64105"/>
                <a:gd name="connsiteY5" fmla="*/ 257085 h 260129"/>
                <a:gd name="connsiteX6" fmla="*/ 3513 w 64105"/>
                <a:gd name="connsiteY6" fmla="*/ 260210 h 260129"/>
                <a:gd name="connsiteX7" fmla="*/ 46333 w 64105"/>
                <a:gd name="connsiteY7" fmla="*/ 210475 h 260129"/>
                <a:gd name="connsiteX8" fmla="*/ 64401 w 64105"/>
                <a:gd name="connsiteY8" fmla="*/ 130275 h 260129"/>
                <a:gd name="connsiteX9" fmla="*/ 4998 w 64105"/>
                <a:gd name="connsiteY9"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105" h="260129">
                  <a:moveTo>
                    <a:pt x="4998" y="81"/>
                  </a:moveTo>
                  <a:cubicBezTo>
                    <a:pt x="3265" y="81"/>
                    <a:pt x="295" y="81"/>
                    <a:pt x="295" y="3205"/>
                  </a:cubicBezTo>
                  <a:cubicBezTo>
                    <a:pt x="295" y="4507"/>
                    <a:pt x="1038" y="5288"/>
                    <a:pt x="2523" y="7111"/>
                  </a:cubicBezTo>
                  <a:cubicBezTo>
                    <a:pt x="23809" y="27682"/>
                    <a:pt x="47570" y="62834"/>
                    <a:pt x="47570" y="130015"/>
                  </a:cubicBezTo>
                  <a:cubicBezTo>
                    <a:pt x="47570" y="184436"/>
                    <a:pt x="31482" y="225578"/>
                    <a:pt x="4750" y="251096"/>
                  </a:cubicBezTo>
                  <a:cubicBezTo>
                    <a:pt x="543" y="255523"/>
                    <a:pt x="295" y="255783"/>
                    <a:pt x="295" y="257085"/>
                  </a:cubicBezTo>
                  <a:cubicBezTo>
                    <a:pt x="295" y="258387"/>
                    <a:pt x="1038" y="260210"/>
                    <a:pt x="3513" y="260210"/>
                  </a:cubicBezTo>
                  <a:cubicBezTo>
                    <a:pt x="6483" y="260210"/>
                    <a:pt x="29997" y="243024"/>
                    <a:pt x="46333" y="210475"/>
                  </a:cubicBezTo>
                  <a:cubicBezTo>
                    <a:pt x="57223" y="188863"/>
                    <a:pt x="64401" y="160741"/>
                    <a:pt x="64401" y="130275"/>
                  </a:cubicBezTo>
                  <a:cubicBezTo>
                    <a:pt x="64401" y="93560"/>
                    <a:pt x="54006" y="36535"/>
                    <a:pt x="4998"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112" name="Group 111" descr="\documentclass{article}&#10;\usepackage{amsmath,amssymb}&#10;\pagestyle{empty}&#10;\begin{document}&#10;&#10;\newcommand{\score}{\textrm{score}}&#10;\newcommand{\classify}{\textrm{classify}}&#10;\newcommand{\bx}{\mathbf{x}}&#10;&#10;\begin{align*}&#10;\text{loss} = -\log P(y\mid \mathbf{x}) = -\log\left(\frac{e^{\score(\mathbf{x}, y;\mathbf{w})}}{Z}\right)&#10;\end{align*}&#10;&#10;&#10;\end{document}" title="IguanaTex Vector Display">
            <a:extLst>
              <a:ext uri="{FF2B5EF4-FFF2-40B4-BE49-F238E27FC236}">
                <a16:creationId xmlns:a16="http://schemas.microsoft.com/office/drawing/2014/main" id="{D749AF88-79F3-3817-ED6F-FF71BCD951AE}"/>
              </a:ext>
            </a:extLst>
          </p:cNvPr>
          <p:cNvGrpSpPr>
            <a:grpSpLocks noChangeAspect="1"/>
          </p:cNvGrpSpPr>
          <p:nvPr/>
        </p:nvGrpSpPr>
        <p:grpSpPr>
          <a:xfrm>
            <a:off x="2734778" y="4341248"/>
            <a:ext cx="6722445" cy="881517"/>
            <a:chOff x="7500587" y="6987051"/>
            <a:chExt cx="6722445" cy="881517"/>
          </a:xfrm>
        </p:grpSpPr>
        <p:sp>
          <p:nvSpPr>
            <p:cNvPr id="113" name="Freeform: Shape 112">
              <a:extLst>
                <a:ext uri="{FF2B5EF4-FFF2-40B4-BE49-F238E27FC236}">
                  <a16:creationId xmlns:a16="http://schemas.microsoft.com/office/drawing/2014/main" id="{D6DE2457-9475-6F8B-0EB3-CF4AD824F0D9}"/>
                </a:ext>
              </a:extLst>
            </p:cNvPr>
            <p:cNvSpPr/>
            <p:nvPr/>
          </p:nvSpPr>
          <p:spPr>
            <a:xfrm>
              <a:off x="7500587" y="7292326"/>
              <a:ext cx="78751" cy="243405"/>
            </a:xfrm>
            <a:custGeom>
              <a:avLst/>
              <a:gdLst>
                <a:gd name="connsiteX0" fmla="*/ 51220 w 78751"/>
                <a:gd name="connsiteY0" fmla="*/ 89 h 243405"/>
                <a:gd name="connsiteX1" fmla="*/ 138 w 78751"/>
                <a:gd name="connsiteY1" fmla="*/ 3947 h 243405"/>
                <a:gd name="connsiteX2" fmla="*/ 138 w 78751"/>
                <a:gd name="connsiteY2" fmla="*/ 14820 h 243405"/>
                <a:gd name="connsiteX3" fmla="*/ 27807 w 78751"/>
                <a:gd name="connsiteY3" fmla="*/ 34461 h 243405"/>
                <a:gd name="connsiteX4" fmla="*/ 27807 w 78751"/>
                <a:gd name="connsiteY4" fmla="*/ 216840 h 243405"/>
                <a:gd name="connsiteX5" fmla="*/ 138 w 78751"/>
                <a:gd name="connsiteY5" fmla="*/ 232622 h 243405"/>
                <a:gd name="connsiteX6" fmla="*/ 138 w 78751"/>
                <a:gd name="connsiteY6" fmla="*/ 243495 h 243405"/>
                <a:gd name="connsiteX7" fmla="*/ 39514 w 78751"/>
                <a:gd name="connsiteY7" fmla="*/ 242443 h 243405"/>
                <a:gd name="connsiteX8" fmla="*/ 78889 w 78751"/>
                <a:gd name="connsiteY8" fmla="*/ 243495 h 243405"/>
                <a:gd name="connsiteX9" fmla="*/ 78889 w 78751"/>
                <a:gd name="connsiteY9" fmla="*/ 232622 h 243405"/>
                <a:gd name="connsiteX10" fmla="*/ 51220 w 78751"/>
                <a:gd name="connsiteY10" fmla="*/ 216840 h 243405"/>
                <a:gd name="connsiteX11" fmla="*/ 51220 w 78751"/>
                <a:gd name="connsiteY11" fmla="*/ 89 h 24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751" h="243405">
                  <a:moveTo>
                    <a:pt x="51220" y="89"/>
                  </a:moveTo>
                  <a:lnTo>
                    <a:pt x="138" y="3947"/>
                  </a:lnTo>
                  <a:lnTo>
                    <a:pt x="138" y="14820"/>
                  </a:lnTo>
                  <a:cubicBezTo>
                    <a:pt x="24969" y="14820"/>
                    <a:pt x="27807" y="17275"/>
                    <a:pt x="27807" y="34461"/>
                  </a:cubicBezTo>
                  <a:lnTo>
                    <a:pt x="27807" y="216840"/>
                  </a:lnTo>
                  <a:cubicBezTo>
                    <a:pt x="27807" y="232622"/>
                    <a:pt x="23905" y="232622"/>
                    <a:pt x="138" y="232622"/>
                  </a:cubicBezTo>
                  <a:lnTo>
                    <a:pt x="138" y="243495"/>
                  </a:lnTo>
                  <a:cubicBezTo>
                    <a:pt x="11844" y="243144"/>
                    <a:pt x="30645" y="242443"/>
                    <a:pt x="39514" y="242443"/>
                  </a:cubicBezTo>
                  <a:cubicBezTo>
                    <a:pt x="48382" y="242443"/>
                    <a:pt x="65764" y="243144"/>
                    <a:pt x="78889" y="243495"/>
                  </a:cubicBezTo>
                  <a:lnTo>
                    <a:pt x="78889" y="232622"/>
                  </a:lnTo>
                  <a:cubicBezTo>
                    <a:pt x="55122" y="232622"/>
                    <a:pt x="51220" y="232622"/>
                    <a:pt x="51220" y="216840"/>
                  </a:cubicBezTo>
                  <a:lnTo>
                    <a:pt x="51220" y="89"/>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4" name="Freeform: Shape 113">
              <a:extLst>
                <a:ext uri="{FF2B5EF4-FFF2-40B4-BE49-F238E27FC236}">
                  <a16:creationId xmlns:a16="http://schemas.microsoft.com/office/drawing/2014/main" id="{30DB7EBD-D49D-F482-E243-E7F4B2D512B2}"/>
                </a:ext>
              </a:extLst>
            </p:cNvPr>
            <p:cNvSpPr/>
            <p:nvPr/>
          </p:nvSpPr>
          <p:spPr>
            <a:xfrm>
              <a:off x="7597351" y="7378605"/>
              <a:ext cx="157147" cy="160984"/>
            </a:xfrm>
            <a:custGeom>
              <a:avLst/>
              <a:gdLst>
                <a:gd name="connsiteX0" fmla="*/ 157288 w 157147"/>
                <a:gd name="connsiteY0" fmla="*/ 82160 h 160984"/>
                <a:gd name="connsiteX1" fmla="*/ 78892 w 157147"/>
                <a:gd name="connsiteY1" fmla="*/ 89 h 160984"/>
                <a:gd name="connsiteX2" fmla="*/ 141 w 157147"/>
                <a:gd name="connsiteY2" fmla="*/ 82160 h 160984"/>
                <a:gd name="connsiteX3" fmla="*/ 78537 w 157147"/>
                <a:gd name="connsiteY3" fmla="*/ 161074 h 160984"/>
                <a:gd name="connsiteX4" fmla="*/ 157288 w 157147"/>
                <a:gd name="connsiteY4" fmla="*/ 82160 h 160984"/>
                <a:gd name="connsiteX5" fmla="*/ 78892 w 157147"/>
                <a:gd name="connsiteY5" fmla="*/ 152306 h 160984"/>
                <a:gd name="connsiteX6" fmla="*/ 38452 w 157147"/>
                <a:gd name="connsiteY6" fmla="*/ 128807 h 160984"/>
                <a:gd name="connsiteX7" fmla="*/ 29584 w 157147"/>
                <a:gd name="connsiteY7" fmla="*/ 79354 h 160984"/>
                <a:gd name="connsiteX8" fmla="*/ 38097 w 157147"/>
                <a:gd name="connsiteY8" fmla="*/ 31304 h 160984"/>
                <a:gd name="connsiteX9" fmla="*/ 78537 w 157147"/>
                <a:gd name="connsiteY9" fmla="*/ 7805 h 160984"/>
                <a:gd name="connsiteX10" fmla="*/ 118622 w 157147"/>
                <a:gd name="connsiteY10" fmla="*/ 30603 h 160984"/>
                <a:gd name="connsiteX11" fmla="*/ 127845 w 157147"/>
                <a:gd name="connsiteY11" fmla="*/ 79354 h 160984"/>
                <a:gd name="connsiteX12" fmla="*/ 120041 w 157147"/>
                <a:gd name="connsiteY12" fmla="*/ 126352 h 160984"/>
                <a:gd name="connsiteX13" fmla="*/ 78892 w 157147"/>
                <a:gd name="connsiteY13" fmla="*/ 152306 h 16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7" h="160984">
                  <a:moveTo>
                    <a:pt x="157288" y="82160"/>
                  </a:moveTo>
                  <a:cubicBezTo>
                    <a:pt x="157288" y="37267"/>
                    <a:pt x="121815" y="89"/>
                    <a:pt x="78892" y="89"/>
                  </a:cubicBezTo>
                  <a:cubicBezTo>
                    <a:pt x="34550" y="89"/>
                    <a:pt x="141" y="38319"/>
                    <a:pt x="141" y="82160"/>
                  </a:cubicBezTo>
                  <a:cubicBezTo>
                    <a:pt x="141" y="127404"/>
                    <a:pt x="37033" y="161074"/>
                    <a:pt x="78537" y="161074"/>
                  </a:cubicBezTo>
                  <a:cubicBezTo>
                    <a:pt x="121460" y="161074"/>
                    <a:pt x="157288" y="126702"/>
                    <a:pt x="157288" y="82160"/>
                  </a:cubicBezTo>
                  <a:close/>
                  <a:moveTo>
                    <a:pt x="78892" y="152306"/>
                  </a:moveTo>
                  <a:cubicBezTo>
                    <a:pt x="63638" y="152306"/>
                    <a:pt x="48030" y="144940"/>
                    <a:pt x="38452" y="128807"/>
                  </a:cubicBezTo>
                  <a:cubicBezTo>
                    <a:pt x="29584" y="113375"/>
                    <a:pt x="29584" y="91980"/>
                    <a:pt x="29584" y="79354"/>
                  </a:cubicBezTo>
                  <a:cubicBezTo>
                    <a:pt x="29584" y="65676"/>
                    <a:pt x="29584" y="46736"/>
                    <a:pt x="38097" y="31304"/>
                  </a:cubicBezTo>
                  <a:cubicBezTo>
                    <a:pt x="47675" y="15171"/>
                    <a:pt x="64348" y="7805"/>
                    <a:pt x="78537" y="7805"/>
                  </a:cubicBezTo>
                  <a:cubicBezTo>
                    <a:pt x="94146" y="7805"/>
                    <a:pt x="109399" y="15521"/>
                    <a:pt x="118622" y="30603"/>
                  </a:cubicBezTo>
                  <a:cubicBezTo>
                    <a:pt x="127845" y="45684"/>
                    <a:pt x="127845" y="66026"/>
                    <a:pt x="127845" y="79354"/>
                  </a:cubicBezTo>
                  <a:cubicBezTo>
                    <a:pt x="127845" y="91980"/>
                    <a:pt x="127845" y="110920"/>
                    <a:pt x="120041" y="126352"/>
                  </a:cubicBezTo>
                  <a:cubicBezTo>
                    <a:pt x="112237" y="142134"/>
                    <a:pt x="96629" y="152306"/>
                    <a:pt x="78892" y="152306"/>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5" name="Freeform: Shape 114">
              <a:extLst>
                <a:ext uri="{FF2B5EF4-FFF2-40B4-BE49-F238E27FC236}">
                  <a16:creationId xmlns:a16="http://schemas.microsoft.com/office/drawing/2014/main" id="{4C27C6D5-A175-49E2-8C9A-1254B8B5C2BE}"/>
                </a:ext>
              </a:extLst>
            </p:cNvPr>
            <p:cNvSpPr/>
            <p:nvPr/>
          </p:nvSpPr>
          <p:spPr>
            <a:xfrm>
              <a:off x="7776493" y="7378605"/>
              <a:ext cx="115998" cy="160984"/>
            </a:xfrm>
            <a:custGeom>
              <a:avLst/>
              <a:gdLst>
                <a:gd name="connsiteX0" fmla="*/ 62224 w 115998"/>
                <a:gd name="connsiteY0" fmla="*/ 89174 h 160984"/>
                <a:gd name="connsiteX1" fmla="*/ 99117 w 115998"/>
                <a:gd name="connsiteY1" fmla="*/ 121441 h 160984"/>
                <a:gd name="connsiteX2" fmla="*/ 59032 w 115998"/>
                <a:gd name="connsiteY2" fmla="*/ 153358 h 160984"/>
                <a:gd name="connsiteX3" fmla="*/ 9724 w 115998"/>
                <a:gd name="connsiteY3" fmla="*/ 103554 h 160984"/>
                <a:gd name="connsiteX4" fmla="*/ 4757 w 115998"/>
                <a:gd name="connsiteY4" fmla="*/ 97592 h 160984"/>
                <a:gd name="connsiteX5" fmla="*/ 146 w 115998"/>
                <a:gd name="connsiteY5" fmla="*/ 106360 h 160984"/>
                <a:gd name="connsiteX6" fmla="*/ 146 w 115998"/>
                <a:gd name="connsiteY6" fmla="*/ 152656 h 160984"/>
                <a:gd name="connsiteX7" fmla="*/ 4048 w 115998"/>
                <a:gd name="connsiteY7" fmla="*/ 161074 h 160984"/>
                <a:gd name="connsiteX8" fmla="*/ 12916 w 115998"/>
                <a:gd name="connsiteY8" fmla="*/ 154059 h 160984"/>
                <a:gd name="connsiteX9" fmla="*/ 20011 w 115998"/>
                <a:gd name="connsiteY9" fmla="*/ 145993 h 160984"/>
                <a:gd name="connsiteX10" fmla="*/ 59032 w 115998"/>
                <a:gd name="connsiteY10" fmla="*/ 161074 h 160984"/>
                <a:gd name="connsiteX11" fmla="*/ 116144 w 115998"/>
                <a:gd name="connsiteY11" fmla="*/ 112323 h 160984"/>
                <a:gd name="connsiteX12" fmla="*/ 101245 w 115998"/>
                <a:gd name="connsiteY12" fmla="*/ 79003 h 160984"/>
                <a:gd name="connsiteX13" fmla="*/ 60805 w 115998"/>
                <a:gd name="connsiteY13" fmla="*/ 62168 h 160984"/>
                <a:gd name="connsiteX14" fmla="*/ 17173 w 115998"/>
                <a:gd name="connsiteY14" fmla="*/ 33409 h 160984"/>
                <a:gd name="connsiteX15" fmla="*/ 56903 w 115998"/>
                <a:gd name="connsiteY15" fmla="*/ 6753 h 160984"/>
                <a:gd name="connsiteX16" fmla="*/ 98407 w 115998"/>
                <a:gd name="connsiteY16" fmla="*/ 49191 h 160984"/>
                <a:gd name="connsiteX17" fmla="*/ 102664 w 115998"/>
                <a:gd name="connsiteY17" fmla="*/ 52348 h 160984"/>
                <a:gd name="connsiteX18" fmla="*/ 107276 w 115998"/>
                <a:gd name="connsiteY18" fmla="*/ 43930 h 160984"/>
                <a:gd name="connsiteX19" fmla="*/ 107276 w 115998"/>
                <a:gd name="connsiteY19" fmla="*/ 8507 h 160984"/>
                <a:gd name="connsiteX20" fmla="*/ 103374 w 115998"/>
                <a:gd name="connsiteY20" fmla="*/ 89 h 160984"/>
                <a:gd name="connsiteX21" fmla="*/ 96279 w 115998"/>
                <a:gd name="connsiteY21" fmla="*/ 4298 h 160984"/>
                <a:gd name="connsiteX22" fmla="*/ 90249 w 115998"/>
                <a:gd name="connsiteY22" fmla="*/ 9910 h 160984"/>
                <a:gd name="connsiteX23" fmla="*/ 56903 w 115998"/>
                <a:gd name="connsiteY23" fmla="*/ 89 h 160984"/>
                <a:gd name="connsiteX24" fmla="*/ 146 w 115998"/>
                <a:gd name="connsiteY24" fmla="*/ 43229 h 160984"/>
                <a:gd name="connsiteX25" fmla="*/ 15399 w 115998"/>
                <a:gd name="connsiteY25" fmla="*/ 73041 h 160984"/>
                <a:gd name="connsiteX26" fmla="*/ 62224 w 115998"/>
                <a:gd name="connsiteY26" fmla="*/ 89174 h 16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998" h="160984">
                  <a:moveTo>
                    <a:pt x="62224" y="89174"/>
                  </a:moveTo>
                  <a:cubicBezTo>
                    <a:pt x="70029" y="90577"/>
                    <a:pt x="99117" y="96189"/>
                    <a:pt x="99117" y="121441"/>
                  </a:cubicBezTo>
                  <a:cubicBezTo>
                    <a:pt x="99117" y="139329"/>
                    <a:pt x="86701" y="153358"/>
                    <a:pt x="59032" y="153358"/>
                  </a:cubicBezTo>
                  <a:cubicBezTo>
                    <a:pt x="29234" y="153358"/>
                    <a:pt x="16464" y="133366"/>
                    <a:pt x="9724" y="103554"/>
                  </a:cubicBezTo>
                  <a:cubicBezTo>
                    <a:pt x="8659" y="98995"/>
                    <a:pt x="8305" y="97592"/>
                    <a:pt x="4757" y="97592"/>
                  </a:cubicBezTo>
                  <a:cubicBezTo>
                    <a:pt x="146" y="97592"/>
                    <a:pt x="146" y="100047"/>
                    <a:pt x="146" y="106360"/>
                  </a:cubicBezTo>
                  <a:lnTo>
                    <a:pt x="146" y="152656"/>
                  </a:lnTo>
                  <a:cubicBezTo>
                    <a:pt x="146" y="158619"/>
                    <a:pt x="146" y="161074"/>
                    <a:pt x="4048" y="161074"/>
                  </a:cubicBezTo>
                  <a:cubicBezTo>
                    <a:pt x="5822" y="161074"/>
                    <a:pt x="6176" y="160723"/>
                    <a:pt x="12916" y="154059"/>
                  </a:cubicBezTo>
                  <a:cubicBezTo>
                    <a:pt x="13626" y="153358"/>
                    <a:pt x="13626" y="152656"/>
                    <a:pt x="20011" y="145993"/>
                  </a:cubicBezTo>
                  <a:cubicBezTo>
                    <a:pt x="35619" y="160723"/>
                    <a:pt x="51582" y="161074"/>
                    <a:pt x="59032" y="161074"/>
                  </a:cubicBezTo>
                  <a:cubicBezTo>
                    <a:pt x="99826" y="161074"/>
                    <a:pt x="116144" y="137575"/>
                    <a:pt x="116144" y="112323"/>
                  </a:cubicBezTo>
                  <a:cubicBezTo>
                    <a:pt x="116144" y="93734"/>
                    <a:pt x="105502" y="83212"/>
                    <a:pt x="101245" y="79003"/>
                  </a:cubicBezTo>
                  <a:cubicBezTo>
                    <a:pt x="89539" y="67780"/>
                    <a:pt x="75704" y="64974"/>
                    <a:pt x="60805" y="62168"/>
                  </a:cubicBezTo>
                  <a:cubicBezTo>
                    <a:pt x="40940" y="58310"/>
                    <a:pt x="17173" y="53751"/>
                    <a:pt x="17173" y="33409"/>
                  </a:cubicBezTo>
                  <a:cubicBezTo>
                    <a:pt x="17173" y="21133"/>
                    <a:pt x="26396" y="6753"/>
                    <a:pt x="56903" y="6753"/>
                  </a:cubicBezTo>
                  <a:cubicBezTo>
                    <a:pt x="95924" y="6753"/>
                    <a:pt x="97698" y="38319"/>
                    <a:pt x="98407" y="49191"/>
                  </a:cubicBezTo>
                  <a:cubicBezTo>
                    <a:pt x="98762" y="52348"/>
                    <a:pt x="101955" y="52348"/>
                    <a:pt x="102664" y="52348"/>
                  </a:cubicBezTo>
                  <a:cubicBezTo>
                    <a:pt x="107276" y="52348"/>
                    <a:pt x="107276" y="50594"/>
                    <a:pt x="107276" y="43930"/>
                  </a:cubicBezTo>
                  <a:lnTo>
                    <a:pt x="107276" y="8507"/>
                  </a:lnTo>
                  <a:cubicBezTo>
                    <a:pt x="107276" y="2544"/>
                    <a:pt x="107276" y="89"/>
                    <a:pt x="103374" y="89"/>
                  </a:cubicBezTo>
                  <a:cubicBezTo>
                    <a:pt x="101600" y="89"/>
                    <a:pt x="100891" y="89"/>
                    <a:pt x="96279" y="4298"/>
                  </a:cubicBezTo>
                  <a:cubicBezTo>
                    <a:pt x="95215" y="5701"/>
                    <a:pt x="91667" y="8858"/>
                    <a:pt x="90249" y="9910"/>
                  </a:cubicBezTo>
                  <a:cubicBezTo>
                    <a:pt x="76769" y="89"/>
                    <a:pt x="62224" y="89"/>
                    <a:pt x="56903" y="89"/>
                  </a:cubicBezTo>
                  <a:cubicBezTo>
                    <a:pt x="13626" y="89"/>
                    <a:pt x="146" y="23588"/>
                    <a:pt x="146" y="43229"/>
                  </a:cubicBezTo>
                  <a:cubicBezTo>
                    <a:pt x="146" y="55504"/>
                    <a:pt x="5822" y="65325"/>
                    <a:pt x="15399" y="73041"/>
                  </a:cubicBezTo>
                  <a:cubicBezTo>
                    <a:pt x="26751" y="82160"/>
                    <a:pt x="36683" y="84264"/>
                    <a:pt x="62224" y="89174"/>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6" name="Freeform: Shape 115">
              <a:extLst>
                <a:ext uri="{FF2B5EF4-FFF2-40B4-BE49-F238E27FC236}">
                  <a16:creationId xmlns:a16="http://schemas.microsoft.com/office/drawing/2014/main" id="{BB6BBE62-39E4-FF17-9658-D071284A2707}"/>
                </a:ext>
              </a:extLst>
            </p:cNvPr>
            <p:cNvSpPr/>
            <p:nvPr/>
          </p:nvSpPr>
          <p:spPr>
            <a:xfrm>
              <a:off x="7916417" y="7378605"/>
              <a:ext cx="115998" cy="160984"/>
            </a:xfrm>
            <a:custGeom>
              <a:avLst/>
              <a:gdLst>
                <a:gd name="connsiteX0" fmla="*/ 62228 w 115998"/>
                <a:gd name="connsiteY0" fmla="*/ 89174 h 160984"/>
                <a:gd name="connsiteX1" fmla="*/ 99121 w 115998"/>
                <a:gd name="connsiteY1" fmla="*/ 121441 h 160984"/>
                <a:gd name="connsiteX2" fmla="*/ 59036 w 115998"/>
                <a:gd name="connsiteY2" fmla="*/ 153358 h 160984"/>
                <a:gd name="connsiteX3" fmla="*/ 9728 w 115998"/>
                <a:gd name="connsiteY3" fmla="*/ 103554 h 160984"/>
                <a:gd name="connsiteX4" fmla="*/ 4761 w 115998"/>
                <a:gd name="connsiteY4" fmla="*/ 97592 h 160984"/>
                <a:gd name="connsiteX5" fmla="*/ 150 w 115998"/>
                <a:gd name="connsiteY5" fmla="*/ 106360 h 160984"/>
                <a:gd name="connsiteX6" fmla="*/ 150 w 115998"/>
                <a:gd name="connsiteY6" fmla="*/ 152656 h 160984"/>
                <a:gd name="connsiteX7" fmla="*/ 4052 w 115998"/>
                <a:gd name="connsiteY7" fmla="*/ 161074 h 160984"/>
                <a:gd name="connsiteX8" fmla="*/ 12920 w 115998"/>
                <a:gd name="connsiteY8" fmla="*/ 154059 h 160984"/>
                <a:gd name="connsiteX9" fmla="*/ 20015 w 115998"/>
                <a:gd name="connsiteY9" fmla="*/ 145993 h 160984"/>
                <a:gd name="connsiteX10" fmla="*/ 59036 w 115998"/>
                <a:gd name="connsiteY10" fmla="*/ 161074 h 160984"/>
                <a:gd name="connsiteX11" fmla="*/ 116148 w 115998"/>
                <a:gd name="connsiteY11" fmla="*/ 112323 h 160984"/>
                <a:gd name="connsiteX12" fmla="*/ 101249 w 115998"/>
                <a:gd name="connsiteY12" fmla="*/ 79003 h 160984"/>
                <a:gd name="connsiteX13" fmla="*/ 60809 w 115998"/>
                <a:gd name="connsiteY13" fmla="*/ 62168 h 160984"/>
                <a:gd name="connsiteX14" fmla="*/ 17177 w 115998"/>
                <a:gd name="connsiteY14" fmla="*/ 33409 h 160984"/>
                <a:gd name="connsiteX15" fmla="*/ 56907 w 115998"/>
                <a:gd name="connsiteY15" fmla="*/ 6753 h 160984"/>
                <a:gd name="connsiteX16" fmla="*/ 98411 w 115998"/>
                <a:gd name="connsiteY16" fmla="*/ 49191 h 160984"/>
                <a:gd name="connsiteX17" fmla="*/ 102668 w 115998"/>
                <a:gd name="connsiteY17" fmla="*/ 52348 h 160984"/>
                <a:gd name="connsiteX18" fmla="*/ 107280 w 115998"/>
                <a:gd name="connsiteY18" fmla="*/ 43930 h 160984"/>
                <a:gd name="connsiteX19" fmla="*/ 107280 w 115998"/>
                <a:gd name="connsiteY19" fmla="*/ 8507 h 160984"/>
                <a:gd name="connsiteX20" fmla="*/ 103378 w 115998"/>
                <a:gd name="connsiteY20" fmla="*/ 89 h 160984"/>
                <a:gd name="connsiteX21" fmla="*/ 96283 w 115998"/>
                <a:gd name="connsiteY21" fmla="*/ 4298 h 160984"/>
                <a:gd name="connsiteX22" fmla="*/ 90252 w 115998"/>
                <a:gd name="connsiteY22" fmla="*/ 9910 h 160984"/>
                <a:gd name="connsiteX23" fmla="*/ 56907 w 115998"/>
                <a:gd name="connsiteY23" fmla="*/ 89 h 160984"/>
                <a:gd name="connsiteX24" fmla="*/ 150 w 115998"/>
                <a:gd name="connsiteY24" fmla="*/ 43229 h 160984"/>
                <a:gd name="connsiteX25" fmla="*/ 15403 w 115998"/>
                <a:gd name="connsiteY25" fmla="*/ 73041 h 160984"/>
                <a:gd name="connsiteX26" fmla="*/ 62228 w 115998"/>
                <a:gd name="connsiteY26" fmla="*/ 89174 h 16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998" h="160984">
                  <a:moveTo>
                    <a:pt x="62228" y="89174"/>
                  </a:moveTo>
                  <a:cubicBezTo>
                    <a:pt x="70033" y="90577"/>
                    <a:pt x="99121" y="96189"/>
                    <a:pt x="99121" y="121441"/>
                  </a:cubicBezTo>
                  <a:cubicBezTo>
                    <a:pt x="99121" y="139329"/>
                    <a:pt x="86705" y="153358"/>
                    <a:pt x="59036" y="153358"/>
                  </a:cubicBezTo>
                  <a:cubicBezTo>
                    <a:pt x="29238" y="153358"/>
                    <a:pt x="16468" y="133366"/>
                    <a:pt x="9728" y="103554"/>
                  </a:cubicBezTo>
                  <a:cubicBezTo>
                    <a:pt x="8663" y="98995"/>
                    <a:pt x="8309" y="97592"/>
                    <a:pt x="4761" y="97592"/>
                  </a:cubicBezTo>
                  <a:cubicBezTo>
                    <a:pt x="150" y="97592"/>
                    <a:pt x="150" y="100047"/>
                    <a:pt x="150" y="106360"/>
                  </a:cubicBezTo>
                  <a:lnTo>
                    <a:pt x="150" y="152656"/>
                  </a:lnTo>
                  <a:cubicBezTo>
                    <a:pt x="150" y="158619"/>
                    <a:pt x="150" y="161074"/>
                    <a:pt x="4052" y="161074"/>
                  </a:cubicBezTo>
                  <a:cubicBezTo>
                    <a:pt x="5825" y="161074"/>
                    <a:pt x="6180" y="160723"/>
                    <a:pt x="12920" y="154059"/>
                  </a:cubicBezTo>
                  <a:cubicBezTo>
                    <a:pt x="13630" y="153358"/>
                    <a:pt x="13630" y="152656"/>
                    <a:pt x="20015" y="145993"/>
                  </a:cubicBezTo>
                  <a:cubicBezTo>
                    <a:pt x="35623" y="160723"/>
                    <a:pt x="51586" y="161074"/>
                    <a:pt x="59036" y="161074"/>
                  </a:cubicBezTo>
                  <a:cubicBezTo>
                    <a:pt x="99830" y="161074"/>
                    <a:pt x="116148" y="137575"/>
                    <a:pt x="116148" y="112323"/>
                  </a:cubicBezTo>
                  <a:cubicBezTo>
                    <a:pt x="116148" y="93734"/>
                    <a:pt x="105506" y="83212"/>
                    <a:pt x="101249" y="79003"/>
                  </a:cubicBezTo>
                  <a:cubicBezTo>
                    <a:pt x="89543" y="67780"/>
                    <a:pt x="75708" y="64974"/>
                    <a:pt x="60809" y="62168"/>
                  </a:cubicBezTo>
                  <a:cubicBezTo>
                    <a:pt x="40944" y="58310"/>
                    <a:pt x="17177" y="53751"/>
                    <a:pt x="17177" y="33409"/>
                  </a:cubicBezTo>
                  <a:cubicBezTo>
                    <a:pt x="17177" y="21133"/>
                    <a:pt x="26400" y="6753"/>
                    <a:pt x="56907" y="6753"/>
                  </a:cubicBezTo>
                  <a:cubicBezTo>
                    <a:pt x="95928" y="6753"/>
                    <a:pt x="97702" y="38319"/>
                    <a:pt x="98411" y="49191"/>
                  </a:cubicBezTo>
                  <a:cubicBezTo>
                    <a:pt x="98766" y="52348"/>
                    <a:pt x="101959" y="52348"/>
                    <a:pt x="102668" y="52348"/>
                  </a:cubicBezTo>
                  <a:cubicBezTo>
                    <a:pt x="107280" y="52348"/>
                    <a:pt x="107280" y="50594"/>
                    <a:pt x="107280" y="43930"/>
                  </a:cubicBezTo>
                  <a:lnTo>
                    <a:pt x="107280" y="8507"/>
                  </a:lnTo>
                  <a:cubicBezTo>
                    <a:pt x="107280" y="2544"/>
                    <a:pt x="107280" y="89"/>
                    <a:pt x="103378" y="89"/>
                  </a:cubicBezTo>
                  <a:cubicBezTo>
                    <a:pt x="101604" y="89"/>
                    <a:pt x="100894" y="89"/>
                    <a:pt x="96283" y="4298"/>
                  </a:cubicBezTo>
                  <a:cubicBezTo>
                    <a:pt x="95219" y="5701"/>
                    <a:pt x="91671" y="8858"/>
                    <a:pt x="90252" y="9910"/>
                  </a:cubicBezTo>
                  <a:cubicBezTo>
                    <a:pt x="76772" y="89"/>
                    <a:pt x="62228" y="89"/>
                    <a:pt x="56907" y="89"/>
                  </a:cubicBezTo>
                  <a:cubicBezTo>
                    <a:pt x="13630" y="89"/>
                    <a:pt x="150" y="23588"/>
                    <a:pt x="150" y="43229"/>
                  </a:cubicBezTo>
                  <a:cubicBezTo>
                    <a:pt x="150" y="55504"/>
                    <a:pt x="5825" y="65325"/>
                    <a:pt x="15403" y="73041"/>
                  </a:cubicBezTo>
                  <a:cubicBezTo>
                    <a:pt x="26755" y="82160"/>
                    <a:pt x="36687" y="84264"/>
                    <a:pt x="62228" y="89174"/>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7" name="Freeform: Shape 116">
              <a:extLst>
                <a:ext uri="{FF2B5EF4-FFF2-40B4-BE49-F238E27FC236}">
                  <a16:creationId xmlns:a16="http://schemas.microsoft.com/office/drawing/2014/main" id="{42EE903A-A4FC-6D21-74C0-9B0C8A423059}"/>
                </a:ext>
              </a:extLst>
            </p:cNvPr>
            <p:cNvSpPr/>
            <p:nvPr/>
          </p:nvSpPr>
          <p:spPr>
            <a:xfrm>
              <a:off x="8163033" y="7407014"/>
              <a:ext cx="235898" cy="82070"/>
            </a:xfrm>
            <a:custGeom>
              <a:avLst/>
              <a:gdLst>
                <a:gd name="connsiteX0" fmla="*/ 223994 w 235898"/>
                <a:gd name="connsiteY0" fmla="*/ 14118 h 82070"/>
                <a:gd name="connsiteX1" fmla="*/ 236055 w 235898"/>
                <a:gd name="connsiteY1" fmla="*/ 7104 h 82070"/>
                <a:gd name="connsiteX2" fmla="*/ 224349 w 235898"/>
                <a:gd name="connsiteY2" fmla="*/ 89 h 82070"/>
                <a:gd name="connsiteX3" fmla="*/ 11863 w 235898"/>
                <a:gd name="connsiteY3" fmla="*/ 89 h 82070"/>
                <a:gd name="connsiteX4" fmla="*/ 156 w 235898"/>
                <a:gd name="connsiteY4" fmla="*/ 7104 h 82070"/>
                <a:gd name="connsiteX5" fmla="*/ 12217 w 235898"/>
                <a:gd name="connsiteY5" fmla="*/ 14118 h 82070"/>
                <a:gd name="connsiteX6" fmla="*/ 223994 w 235898"/>
                <a:gd name="connsiteY6" fmla="*/ 14118 h 82070"/>
                <a:gd name="connsiteX7" fmla="*/ 224349 w 235898"/>
                <a:gd name="connsiteY7" fmla="*/ 82160 h 82070"/>
                <a:gd name="connsiteX8" fmla="*/ 236055 w 235898"/>
                <a:gd name="connsiteY8" fmla="*/ 75145 h 82070"/>
                <a:gd name="connsiteX9" fmla="*/ 223994 w 235898"/>
                <a:gd name="connsiteY9" fmla="*/ 68131 h 82070"/>
                <a:gd name="connsiteX10" fmla="*/ 12217 w 235898"/>
                <a:gd name="connsiteY10" fmla="*/ 68131 h 82070"/>
                <a:gd name="connsiteX11" fmla="*/ 156 w 235898"/>
                <a:gd name="connsiteY11" fmla="*/ 75145 h 82070"/>
                <a:gd name="connsiteX12" fmla="*/ 11863 w 235898"/>
                <a:gd name="connsiteY12" fmla="*/ 82160 h 82070"/>
                <a:gd name="connsiteX13" fmla="*/ 224349 w 235898"/>
                <a:gd name="connsiteY13" fmla="*/ 82160 h 8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898" h="82070">
                  <a:moveTo>
                    <a:pt x="223994" y="14118"/>
                  </a:moveTo>
                  <a:cubicBezTo>
                    <a:pt x="229315" y="14118"/>
                    <a:pt x="236055" y="14118"/>
                    <a:pt x="236055" y="7104"/>
                  </a:cubicBezTo>
                  <a:cubicBezTo>
                    <a:pt x="236055" y="89"/>
                    <a:pt x="229315" y="89"/>
                    <a:pt x="224349" y="89"/>
                  </a:cubicBezTo>
                  <a:lnTo>
                    <a:pt x="11863" y="89"/>
                  </a:lnTo>
                  <a:cubicBezTo>
                    <a:pt x="6896" y="89"/>
                    <a:pt x="156" y="89"/>
                    <a:pt x="156" y="7104"/>
                  </a:cubicBezTo>
                  <a:cubicBezTo>
                    <a:pt x="156" y="14118"/>
                    <a:pt x="6896" y="14118"/>
                    <a:pt x="12217" y="14118"/>
                  </a:cubicBezTo>
                  <a:lnTo>
                    <a:pt x="223994" y="14118"/>
                  </a:lnTo>
                  <a:close/>
                  <a:moveTo>
                    <a:pt x="224349" y="82160"/>
                  </a:moveTo>
                  <a:cubicBezTo>
                    <a:pt x="229315" y="82160"/>
                    <a:pt x="236055" y="82160"/>
                    <a:pt x="236055" y="75145"/>
                  </a:cubicBezTo>
                  <a:cubicBezTo>
                    <a:pt x="236055" y="68131"/>
                    <a:pt x="229315" y="68131"/>
                    <a:pt x="223994" y="68131"/>
                  </a:cubicBezTo>
                  <a:lnTo>
                    <a:pt x="12217" y="68131"/>
                  </a:lnTo>
                  <a:cubicBezTo>
                    <a:pt x="6896" y="68131"/>
                    <a:pt x="156" y="68131"/>
                    <a:pt x="156" y="75145"/>
                  </a:cubicBezTo>
                  <a:cubicBezTo>
                    <a:pt x="156" y="82160"/>
                    <a:pt x="6896" y="82160"/>
                    <a:pt x="11863" y="82160"/>
                  </a:cubicBezTo>
                  <a:lnTo>
                    <a:pt x="224349" y="82160"/>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8" name="Freeform: Shape 117">
              <a:extLst>
                <a:ext uri="{FF2B5EF4-FFF2-40B4-BE49-F238E27FC236}">
                  <a16:creationId xmlns:a16="http://schemas.microsoft.com/office/drawing/2014/main" id="{1B617106-E571-F4CE-3890-A1C64A74F516}"/>
                </a:ext>
              </a:extLst>
            </p:cNvPr>
            <p:cNvSpPr/>
            <p:nvPr/>
          </p:nvSpPr>
          <p:spPr>
            <a:xfrm>
              <a:off x="8547052" y="7441035"/>
              <a:ext cx="216743" cy="14029"/>
            </a:xfrm>
            <a:custGeom>
              <a:avLst/>
              <a:gdLst>
                <a:gd name="connsiteX0" fmla="*/ 204494 w 216743"/>
                <a:gd name="connsiteY0" fmla="*/ 14118 h 14029"/>
                <a:gd name="connsiteX1" fmla="*/ 216910 w 216743"/>
                <a:gd name="connsiteY1" fmla="*/ 7104 h 14029"/>
                <a:gd name="connsiteX2" fmla="*/ 204494 w 216743"/>
                <a:gd name="connsiteY2" fmla="*/ 89 h 14029"/>
                <a:gd name="connsiteX3" fmla="*/ 12583 w 216743"/>
                <a:gd name="connsiteY3" fmla="*/ 89 h 14029"/>
                <a:gd name="connsiteX4" fmla="*/ 167 w 216743"/>
                <a:gd name="connsiteY4" fmla="*/ 7104 h 14029"/>
                <a:gd name="connsiteX5" fmla="*/ 12583 w 216743"/>
                <a:gd name="connsiteY5" fmla="*/ 14118 h 14029"/>
                <a:gd name="connsiteX6" fmla="*/ 204494 w 216743"/>
                <a:gd name="connsiteY6" fmla="*/ 14118 h 1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743" h="14029">
                  <a:moveTo>
                    <a:pt x="204494" y="14118"/>
                  </a:moveTo>
                  <a:cubicBezTo>
                    <a:pt x="210525" y="14118"/>
                    <a:pt x="216910" y="14118"/>
                    <a:pt x="216910" y="7104"/>
                  </a:cubicBezTo>
                  <a:cubicBezTo>
                    <a:pt x="216910" y="89"/>
                    <a:pt x="210525" y="89"/>
                    <a:pt x="204494" y="89"/>
                  </a:cubicBezTo>
                  <a:lnTo>
                    <a:pt x="12583" y="89"/>
                  </a:lnTo>
                  <a:cubicBezTo>
                    <a:pt x="6552" y="89"/>
                    <a:pt x="167" y="89"/>
                    <a:pt x="167" y="7104"/>
                  </a:cubicBezTo>
                  <a:cubicBezTo>
                    <a:pt x="167" y="14118"/>
                    <a:pt x="6552" y="14118"/>
                    <a:pt x="12583" y="14118"/>
                  </a:cubicBezTo>
                  <a:lnTo>
                    <a:pt x="204494" y="14118"/>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9" name="Freeform: Shape 118">
              <a:extLst>
                <a:ext uri="{FF2B5EF4-FFF2-40B4-BE49-F238E27FC236}">
                  <a16:creationId xmlns:a16="http://schemas.microsoft.com/office/drawing/2014/main" id="{10FFF37D-9878-543B-574A-4B4D10420FD0}"/>
                </a:ext>
              </a:extLst>
            </p:cNvPr>
            <p:cNvSpPr/>
            <p:nvPr/>
          </p:nvSpPr>
          <p:spPr>
            <a:xfrm>
              <a:off x="8864343" y="7292326"/>
              <a:ext cx="78751" cy="243405"/>
            </a:xfrm>
            <a:custGeom>
              <a:avLst/>
              <a:gdLst>
                <a:gd name="connsiteX0" fmla="*/ 51258 w 78751"/>
                <a:gd name="connsiteY0" fmla="*/ 89 h 243405"/>
                <a:gd name="connsiteX1" fmla="*/ 176 w 78751"/>
                <a:gd name="connsiteY1" fmla="*/ 3947 h 243405"/>
                <a:gd name="connsiteX2" fmla="*/ 176 w 78751"/>
                <a:gd name="connsiteY2" fmla="*/ 14820 h 243405"/>
                <a:gd name="connsiteX3" fmla="*/ 27846 w 78751"/>
                <a:gd name="connsiteY3" fmla="*/ 34461 h 243405"/>
                <a:gd name="connsiteX4" fmla="*/ 27846 w 78751"/>
                <a:gd name="connsiteY4" fmla="*/ 216840 h 243405"/>
                <a:gd name="connsiteX5" fmla="*/ 176 w 78751"/>
                <a:gd name="connsiteY5" fmla="*/ 232622 h 243405"/>
                <a:gd name="connsiteX6" fmla="*/ 176 w 78751"/>
                <a:gd name="connsiteY6" fmla="*/ 243495 h 243405"/>
                <a:gd name="connsiteX7" fmla="*/ 39552 w 78751"/>
                <a:gd name="connsiteY7" fmla="*/ 242443 h 243405"/>
                <a:gd name="connsiteX8" fmla="*/ 78928 w 78751"/>
                <a:gd name="connsiteY8" fmla="*/ 243495 h 243405"/>
                <a:gd name="connsiteX9" fmla="*/ 78928 w 78751"/>
                <a:gd name="connsiteY9" fmla="*/ 232622 h 243405"/>
                <a:gd name="connsiteX10" fmla="*/ 51258 w 78751"/>
                <a:gd name="connsiteY10" fmla="*/ 216840 h 243405"/>
                <a:gd name="connsiteX11" fmla="*/ 51258 w 78751"/>
                <a:gd name="connsiteY11" fmla="*/ 89 h 24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751" h="243405">
                  <a:moveTo>
                    <a:pt x="51258" y="89"/>
                  </a:moveTo>
                  <a:lnTo>
                    <a:pt x="176" y="3947"/>
                  </a:lnTo>
                  <a:lnTo>
                    <a:pt x="176" y="14820"/>
                  </a:lnTo>
                  <a:cubicBezTo>
                    <a:pt x="25008" y="14820"/>
                    <a:pt x="27846" y="17275"/>
                    <a:pt x="27846" y="34461"/>
                  </a:cubicBezTo>
                  <a:lnTo>
                    <a:pt x="27846" y="216840"/>
                  </a:lnTo>
                  <a:cubicBezTo>
                    <a:pt x="27846" y="232622"/>
                    <a:pt x="23944" y="232622"/>
                    <a:pt x="176" y="232622"/>
                  </a:cubicBezTo>
                  <a:lnTo>
                    <a:pt x="176" y="243495"/>
                  </a:lnTo>
                  <a:cubicBezTo>
                    <a:pt x="11883" y="243144"/>
                    <a:pt x="30684" y="242443"/>
                    <a:pt x="39552" y="242443"/>
                  </a:cubicBezTo>
                  <a:cubicBezTo>
                    <a:pt x="48420" y="242443"/>
                    <a:pt x="65802" y="243144"/>
                    <a:pt x="78928" y="243495"/>
                  </a:cubicBezTo>
                  <a:lnTo>
                    <a:pt x="78928" y="232622"/>
                  </a:lnTo>
                  <a:cubicBezTo>
                    <a:pt x="55160" y="232622"/>
                    <a:pt x="51258" y="232622"/>
                    <a:pt x="51258" y="216840"/>
                  </a:cubicBezTo>
                  <a:lnTo>
                    <a:pt x="51258" y="89"/>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0" name="Freeform: Shape 119">
              <a:extLst>
                <a:ext uri="{FF2B5EF4-FFF2-40B4-BE49-F238E27FC236}">
                  <a16:creationId xmlns:a16="http://schemas.microsoft.com/office/drawing/2014/main" id="{2622BF62-43EF-94F9-F069-B44BDEEED4D7}"/>
                </a:ext>
              </a:extLst>
            </p:cNvPr>
            <p:cNvSpPr/>
            <p:nvPr/>
          </p:nvSpPr>
          <p:spPr>
            <a:xfrm>
              <a:off x="8961107" y="7378605"/>
              <a:ext cx="157147" cy="160984"/>
            </a:xfrm>
            <a:custGeom>
              <a:avLst/>
              <a:gdLst>
                <a:gd name="connsiteX0" fmla="*/ 157327 w 157147"/>
                <a:gd name="connsiteY0" fmla="*/ 82160 h 160984"/>
                <a:gd name="connsiteX1" fmla="*/ 78930 w 157147"/>
                <a:gd name="connsiteY1" fmla="*/ 89 h 160984"/>
                <a:gd name="connsiteX2" fmla="*/ 179 w 157147"/>
                <a:gd name="connsiteY2" fmla="*/ 82160 h 160984"/>
                <a:gd name="connsiteX3" fmla="*/ 78576 w 157147"/>
                <a:gd name="connsiteY3" fmla="*/ 161074 h 160984"/>
                <a:gd name="connsiteX4" fmla="*/ 157327 w 157147"/>
                <a:gd name="connsiteY4" fmla="*/ 82160 h 160984"/>
                <a:gd name="connsiteX5" fmla="*/ 78930 w 157147"/>
                <a:gd name="connsiteY5" fmla="*/ 152306 h 160984"/>
                <a:gd name="connsiteX6" fmla="*/ 38490 w 157147"/>
                <a:gd name="connsiteY6" fmla="*/ 128807 h 160984"/>
                <a:gd name="connsiteX7" fmla="*/ 29622 w 157147"/>
                <a:gd name="connsiteY7" fmla="*/ 79354 h 160984"/>
                <a:gd name="connsiteX8" fmla="*/ 38136 w 157147"/>
                <a:gd name="connsiteY8" fmla="*/ 31304 h 160984"/>
                <a:gd name="connsiteX9" fmla="*/ 78576 w 157147"/>
                <a:gd name="connsiteY9" fmla="*/ 7805 h 160984"/>
                <a:gd name="connsiteX10" fmla="*/ 118661 w 157147"/>
                <a:gd name="connsiteY10" fmla="*/ 30603 h 160984"/>
                <a:gd name="connsiteX11" fmla="*/ 127884 w 157147"/>
                <a:gd name="connsiteY11" fmla="*/ 79354 h 160984"/>
                <a:gd name="connsiteX12" fmla="*/ 120080 w 157147"/>
                <a:gd name="connsiteY12" fmla="*/ 126352 h 160984"/>
                <a:gd name="connsiteX13" fmla="*/ 78930 w 157147"/>
                <a:gd name="connsiteY13" fmla="*/ 152306 h 16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7" h="160984">
                  <a:moveTo>
                    <a:pt x="157327" y="82160"/>
                  </a:moveTo>
                  <a:cubicBezTo>
                    <a:pt x="157327" y="37267"/>
                    <a:pt x="121853" y="89"/>
                    <a:pt x="78930" y="89"/>
                  </a:cubicBezTo>
                  <a:cubicBezTo>
                    <a:pt x="34588" y="89"/>
                    <a:pt x="179" y="38319"/>
                    <a:pt x="179" y="82160"/>
                  </a:cubicBezTo>
                  <a:cubicBezTo>
                    <a:pt x="179" y="127404"/>
                    <a:pt x="37072" y="161074"/>
                    <a:pt x="78576" y="161074"/>
                  </a:cubicBezTo>
                  <a:cubicBezTo>
                    <a:pt x="121499" y="161074"/>
                    <a:pt x="157327" y="126702"/>
                    <a:pt x="157327" y="82160"/>
                  </a:cubicBezTo>
                  <a:close/>
                  <a:moveTo>
                    <a:pt x="78930" y="152306"/>
                  </a:moveTo>
                  <a:cubicBezTo>
                    <a:pt x="63677" y="152306"/>
                    <a:pt x="48068" y="144940"/>
                    <a:pt x="38490" y="128807"/>
                  </a:cubicBezTo>
                  <a:cubicBezTo>
                    <a:pt x="29622" y="113375"/>
                    <a:pt x="29622" y="91980"/>
                    <a:pt x="29622" y="79354"/>
                  </a:cubicBezTo>
                  <a:cubicBezTo>
                    <a:pt x="29622" y="65676"/>
                    <a:pt x="29622" y="46736"/>
                    <a:pt x="38136" y="31304"/>
                  </a:cubicBezTo>
                  <a:cubicBezTo>
                    <a:pt x="47714" y="15171"/>
                    <a:pt x="64386" y="7805"/>
                    <a:pt x="78576" y="7805"/>
                  </a:cubicBezTo>
                  <a:cubicBezTo>
                    <a:pt x="94184" y="7805"/>
                    <a:pt x="109438" y="15521"/>
                    <a:pt x="118661" y="30603"/>
                  </a:cubicBezTo>
                  <a:cubicBezTo>
                    <a:pt x="127884" y="45684"/>
                    <a:pt x="127884" y="66026"/>
                    <a:pt x="127884" y="79354"/>
                  </a:cubicBezTo>
                  <a:cubicBezTo>
                    <a:pt x="127884" y="91980"/>
                    <a:pt x="127884" y="110920"/>
                    <a:pt x="120080" y="126352"/>
                  </a:cubicBezTo>
                  <a:cubicBezTo>
                    <a:pt x="112275" y="142134"/>
                    <a:pt x="96667" y="152306"/>
                    <a:pt x="78930" y="152306"/>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1" name="Freeform: Shape 120">
              <a:extLst>
                <a:ext uri="{FF2B5EF4-FFF2-40B4-BE49-F238E27FC236}">
                  <a16:creationId xmlns:a16="http://schemas.microsoft.com/office/drawing/2014/main" id="{9DAD7E10-936D-83D2-8E4C-FEA705FD76DB}"/>
                </a:ext>
              </a:extLst>
            </p:cNvPr>
            <p:cNvSpPr/>
            <p:nvPr/>
          </p:nvSpPr>
          <p:spPr>
            <a:xfrm>
              <a:off x="9138475" y="7376851"/>
              <a:ext cx="162113" cy="231130"/>
            </a:xfrm>
            <a:custGeom>
              <a:avLst/>
              <a:gdLst>
                <a:gd name="connsiteX0" fmla="*/ 69003 w 162113"/>
                <a:gd name="connsiteY0" fmla="*/ 98644 h 231130"/>
                <a:gd name="connsiteX1" fmla="*/ 38141 w 162113"/>
                <a:gd name="connsiteY1" fmla="*/ 55504 h 231130"/>
                <a:gd name="connsiteX2" fmla="*/ 43817 w 162113"/>
                <a:gd name="connsiteY2" fmla="*/ 26043 h 231130"/>
                <a:gd name="connsiteX3" fmla="*/ 69003 w 162113"/>
                <a:gd name="connsiteY3" fmla="*/ 12014 h 231130"/>
                <a:gd name="connsiteX4" fmla="*/ 99865 w 162113"/>
                <a:gd name="connsiteY4" fmla="*/ 55154 h 231130"/>
                <a:gd name="connsiteX5" fmla="*/ 94189 w 162113"/>
                <a:gd name="connsiteY5" fmla="*/ 84615 h 231130"/>
                <a:gd name="connsiteX6" fmla="*/ 69003 w 162113"/>
                <a:gd name="connsiteY6" fmla="*/ 98644 h 231130"/>
                <a:gd name="connsiteX7" fmla="*/ 27853 w 162113"/>
                <a:gd name="connsiteY7" fmla="*/ 112323 h 231130"/>
                <a:gd name="connsiteX8" fmla="*/ 33884 w 162113"/>
                <a:gd name="connsiteY8" fmla="*/ 95838 h 231130"/>
                <a:gd name="connsiteX9" fmla="*/ 69003 w 162113"/>
                <a:gd name="connsiteY9" fmla="*/ 106711 h 231130"/>
                <a:gd name="connsiteX10" fmla="*/ 126470 w 162113"/>
                <a:gd name="connsiteY10" fmla="*/ 55504 h 231130"/>
                <a:gd name="connsiteX11" fmla="*/ 111926 w 162113"/>
                <a:gd name="connsiteY11" fmla="*/ 21484 h 231130"/>
                <a:gd name="connsiteX12" fmla="*/ 143852 w 162113"/>
                <a:gd name="connsiteY12" fmla="*/ 7805 h 231130"/>
                <a:gd name="connsiteX13" fmla="*/ 147399 w 162113"/>
                <a:gd name="connsiteY13" fmla="*/ 8156 h 231130"/>
                <a:gd name="connsiteX14" fmla="*/ 141723 w 162113"/>
                <a:gd name="connsiteY14" fmla="*/ 17626 h 231130"/>
                <a:gd name="connsiteX15" fmla="*/ 152011 w 162113"/>
                <a:gd name="connsiteY15" fmla="*/ 27797 h 231130"/>
                <a:gd name="connsiteX16" fmla="*/ 162298 w 162113"/>
                <a:gd name="connsiteY16" fmla="*/ 17275 h 231130"/>
                <a:gd name="connsiteX17" fmla="*/ 144207 w 162113"/>
                <a:gd name="connsiteY17" fmla="*/ 89 h 231130"/>
                <a:gd name="connsiteX18" fmla="*/ 106605 w 162113"/>
                <a:gd name="connsiteY18" fmla="*/ 16574 h 231130"/>
                <a:gd name="connsiteX19" fmla="*/ 69003 w 162113"/>
                <a:gd name="connsiteY19" fmla="*/ 3947 h 231130"/>
                <a:gd name="connsiteX20" fmla="*/ 11536 w 162113"/>
                <a:gd name="connsiteY20" fmla="*/ 55154 h 231130"/>
                <a:gd name="connsiteX21" fmla="*/ 28208 w 162113"/>
                <a:gd name="connsiteY21" fmla="*/ 91279 h 231130"/>
                <a:gd name="connsiteX22" fmla="*/ 17211 w 162113"/>
                <a:gd name="connsiteY22" fmla="*/ 120389 h 231130"/>
                <a:gd name="connsiteX23" fmla="*/ 32820 w 162113"/>
                <a:gd name="connsiteY23" fmla="*/ 151604 h 231130"/>
                <a:gd name="connsiteX24" fmla="*/ 184 w 162113"/>
                <a:gd name="connsiteY24" fmla="*/ 186677 h 231130"/>
                <a:gd name="connsiteX25" fmla="*/ 78581 w 162113"/>
                <a:gd name="connsiteY25" fmla="*/ 231220 h 231130"/>
                <a:gd name="connsiteX26" fmla="*/ 157332 w 162113"/>
                <a:gd name="connsiteY26" fmla="*/ 185976 h 231130"/>
                <a:gd name="connsiteX27" fmla="*/ 134274 w 162113"/>
                <a:gd name="connsiteY27" fmla="*/ 145992 h 231130"/>
                <a:gd name="connsiteX28" fmla="*/ 73260 w 162113"/>
                <a:gd name="connsiteY28" fmla="*/ 136172 h 231130"/>
                <a:gd name="connsiteX29" fmla="*/ 46654 w 162113"/>
                <a:gd name="connsiteY29" fmla="*/ 135821 h 231130"/>
                <a:gd name="connsiteX30" fmla="*/ 27853 w 162113"/>
                <a:gd name="connsiteY30" fmla="*/ 112323 h 231130"/>
                <a:gd name="connsiteX31" fmla="*/ 78935 w 162113"/>
                <a:gd name="connsiteY31" fmla="*/ 223153 h 231130"/>
                <a:gd name="connsiteX32" fmla="*/ 18630 w 162113"/>
                <a:gd name="connsiteY32" fmla="*/ 186677 h 231130"/>
                <a:gd name="connsiteX33" fmla="*/ 47719 w 162113"/>
                <a:gd name="connsiteY33" fmla="*/ 156514 h 231130"/>
                <a:gd name="connsiteX34" fmla="*/ 68648 w 162113"/>
                <a:gd name="connsiteY34" fmla="*/ 156514 h 231130"/>
                <a:gd name="connsiteX35" fmla="*/ 138886 w 162113"/>
                <a:gd name="connsiteY35" fmla="*/ 186677 h 231130"/>
                <a:gd name="connsiteX36" fmla="*/ 78935 w 162113"/>
                <a:gd name="connsiteY36" fmla="*/ 223153 h 23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2113" h="231130">
                  <a:moveTo>
                    <a:pt x="69003" y="98644"/>
                  </a:moveTo>
                  <a:cubicBezTo>
                    <a:pt x="38141" y="98644"/>
                    <a:pt x="38141" y="63571"/>
                    <a:pt x="38141" y="55504"/>
                  </a:cubicBezTo>
                  <a:cubicBezTo>
                    <a:pt x="38141" y="46035"/>
                    <a:pt x="38495" y="34811"/>
                    <a:pt x="43817" y="26043"/>
                  </a:cubicBezTo>
                  <a:cubicBezTo>
                    <a:pt x="46654" y="21835"/>
                    <a:pt x="54813" y="12014"/>
                    <a:pt x="69003" y="12014"/>
                  </a:cubicBezTo>
                  <a:cubicBezTo>
                    <a:pt x="99865" y="12014"/>
                    <a:pt x="99865" y="47087"/>
                    <a:pt x="99865" y="55154"/>
                  </a:cubicBezTo>
                  <a:cubicBezTo>
                    <a:pt x="99865" y="64623"/>
                    <a:pt x="99510" y="75847"/>
                    <a:pt x="94189" y="84615"/>
                  </a:cubicBezTo>
                  <a:cubicBezTo>
                    <a:pt x="91351" y="88824"/>
                    <a:pt x="83192" y="98644"/>
                    <a:pt x="69003" y="98644"/>
                  </a:cubicBezTo>
                  <a:close/>
                  <a:moveTo>
                    <a:pt x="27853" y="112323"/>
                  </a:moveTo>
                  <a:cubicBezTo>
                    <a:pt x="27853" y="110920"/>
                    <a:pt x="27853" y="102853"/>
                    <a:pt x="33884" y="95838"/>
                  </a:cubicBezTo>
                  <a:cubicBezTo>
                    <a:pt x="47719" y="105659"/>
                    <a:pt x="62263" y="106711"/>
                    <a:pt x="69003" y="106711"/>
                  </a:cubicBezTo>
                  <a:cubicBezTo>
                    <a:pt x="101993" y="106711"/>
                    <a:pt x="126470" y="82511"/>
                    <a:pt x="126470" y="55504"/>
                  </a:cubicBezTo>
                  <a:cubicBezTo>
                    <a:pt x="126470" y="42527"/>
                    <a:pt x="120794" y="29551"/>
                    <a:pt x="111926" y="21484"/>
                  </a:cubicBezTo>
                  <a:cubicBezTo>
                    <a:pt x="124696" y="9559"/>
                    <a:pt x="137467" y="7805"/>
                    <a:pt x="143852" y="7805"/>
                  </a:cubicBezTo>
                  <a:cubicBezTo>
                    <a:pt x="144561" y="7805"/>
                    <a:pt x="146335" y="7805"/>
                    <a:pt x="147399" y="8156"/>
                  </a:cubicBezTo>
                  <a:cubicBezTo>
                    <a:pt x="143497" y="9559"/>
                    <a:pt x="141723" y="13417"/>
                    <a:pt x="141723" y="17626"/>
                  </a:cubicBezTo>
                  <a:cubicBezTo>
                    <a:pt x="141723" y="23588"/>
                    <a:pt x="146335" y="27797"/>
                    <a:pt x="152011" y="27797"/>
                  </a:cubicBezTo>
                  <a:cubicBezTo>
                    <a:pt x="155558" y="27797"/>
                    <a:pt x="162298" y="25342"/>
                    <a:pt x="162298" y="17275"/>
                  </a:cubicBezTo>
                  <a:cubicBezTo>
                    <a:pt x="162298" y="11313"/>
                    <a:pt x="158041" y="89"/>
                    <a:pt x="144207" y="89"/>
                  </a:cubicBezTo>
                  <a:cubicBezTo>
                    <a:pt x="137112" y="89"/>
                    <a:pt x="121503" y="2194"/>
                    <a:pt x="106605" y="16574"/>
                  </a:cubicBezTo>
                  <a:cubicBezTo>
                    <a:pt x="91706" y="5000"/>
                    <a:pt x="76807" y="3947"/>
                    <a:pt x="69003" y="3947"/>
                  </a:cubicBezTo>
                  <a:cubicBezTo>
                    <a:pt x="36012" y="3947"/>
                    <a:pt x="11536" y="28148"/>
                    <a:pt x="11536" y="55154"/>
                  </a:cubicBezTo>
                  <a:cubicBezTo>
                    <a:pt x="11536" y="70586"/>
                    <a:pt x="19340" y="83913"/>
                    <a:pt x="28208" y="91279"/>
                  </a:cubicBezTo>
                  <a:cubicBezTo>
                    <a:pt x="23597" y="96540"/>
                    <a:pt x="17211" y="108114"/>
                    <a:pt x="17211" y="120389"/>
                  </a:cubicBezTo>
                  <a:cubicBezTo>
                    <a:pt x="17211" y="131262"/>
                    <a:pt x="21823" y="144590"/>
                    <a:pt x="32820" y="151604"/>
                  </a:cubicBezTo>
                  <a:cubicBezTo>
                    <a:pt x="11536" y="157567"/>
                    <a:pt x="184" y="172648"/>
                    <a:pt x="184" y="186677"/>
                  </a:cubicBezTo>
                  <a:cubicBezTo>
                    <a:pt x="184" y="211929"/>
                    <a:pt x="35303" y="231220"/>
                    <a:pt x="78581" y="231220"/>
                  </a:cubicBezTo>
                  <a:cubicBezTo>
                    <a:pt x="120439" y="231220"/>
                    <a:pt x="157332" y="213332"/>
                    <a:pt x="157332" y="185976"/>
                  </a:cubicBezTo>
                  <a:cubicBezTo>
                    <a:pt x="157332" y="173700"/>
                    <a:pt x="152365" y="155813"/>
                    <a:pt x="134274" y="145992"/>
                  </a:cubicBezTo>
                  <a:cubicBezTo>
                    <a:pt x="115473" y="136172"/>
                    <a:pt x="94898" y="136172"/>
                    <a:pt x="73260" y="136172"/>
                  </a:cubicBezTo>
                  <a:cubicBezTo>
                    <a:pt x="64391" y="136172"/>
                    <a:pt x="49138" y="136172"/>
                    <a:pt x="46654" y="135821"/>
                  </a:cubicBezTo>
                  <a:cubicBezTo>
                    <a:pt x="35303" y="134418"/>
                    <a:pt x="27853" y="123546"/>
                    <a:pt x="27853" y="112323"/>
                  </a:cubicBezTo>
                  <a:close/>
                  <a:moveTo>
                    <a:pt x="78935" y="223153"/>
                  </a:moveTo>
                  <a:cubicBezTo>
                    <a:pt x="43107" y="223153"/>
                    <a:pt x="18630" y="205266"/>
                    <a:pt x="18630" y="186677"/>
                  </a:cubicBezTo>
                  <a:cubicBezTo>
                    <a:pt x="18630" y="170543"/>
                    <a:pt x="32110" y="157567"/>
                    <a:pt x="47719" y="156514"/>
                  </a:cubicBezTo>
                  <a:lnTo>
                    <a:pt x="68648" y="156514"/>
                  </a:lnTo>
                  <a:cubicBezTo>
                    <a:pt x="99155" y="156514"/>
                    <a:pt x="138886" y="156514"/>
                    <a:pt x="138886" y="186677"/>
                  </a:cubicBezTo>
                  <a:cubicBezTo>
                    <a:pt x="138886" y="205616"/>
                    <a:pt x="113699" y="223153"/>
                    <a:pt x="78935" y="223153"/>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2" name="Freeform: Shape 121">
              <a:extLst>
                <a:ext uri="{FF2B5EF4-FFF2-40B4-BE49-F238E27FC236}">
                  <a16:creationId xmlns:a16="http://schemas.microsoft.com/office/drawing/2014/main" id="{68D345B0-92F1-AA6B-5719-679DC466F2E6}"/>
                </a:ext>
              </a:extLst>
            </p:cNvPr>
            <p:cNvSpPr/>
            <p:nvPr/>
          </p:nvSpPr>
          <p:spPr>
            <a:xfrm>
              <a:off x="9384147" y="7296184"/>
              <a:ext cx="253280" cy="239547"/>
            </a:xfrm>
            <a:custGeom>
              <a:avLst/>
              <a:gdLst>
                <a:gd name="connsiteX0" fmla="*/ 93486 w 253280"/>
                <a:gd name="connsiteY0" fmla="*/ 128807 h 239547"/>
                <a:gd name="connsiteX1" fmla="*/ 153791 w 253280"/>
                <a:gd name="connsiteY1" fmla="*/ 128807 h 239547"/>
                <a:gd name="connsiteX2" fmla="*/ 253472 w 253280"/>
                <a:gd name="connsiteY2" fmla="*/ 53049 h 239547"/>
                <a:gd name="connsiteX3" fmla="*/ 183589 w 253280"/>
                <a:gd name="connsiteY3" fmla="*/ 89 h 239547"/>
                <a:gd name="connsiteX4" fmla="*/ 68655 w 253280"/>
                <a:gd name="connsiteY4" fmla="*/ 89 h 239547"/>
                <a:gd name="connsiteX5" fmla="*/ 58013 w 253280"/>
                <a:gd name="connsiteY5" fmla="*/ 6753 h 239547"/>
                <a:gd name="connsiteX6" fmla="*/ 68300 w 253280"/>
                <a:gd name="connsiteY6" fmla="*/ 10962 h 239547"/>
                <a:gd name="connsiteX7" fmla="*/ 83554 w 253280"/>
                <a:gd name="connsiteY7" fmla="*/ 11663 h 239547"/>
                <a:gd name="connsiteX8" fmla="*/ 91358 w 253280"/>
                <a:gd name="connsiteY8" fmla="*/ 17275 h 239547"/>
                <a:gd name="connsiteX9" fmla="*/ 89939 w 253280"/>
                <a:gd name="connsiteY9" fmla="*/ 23939 h 239547"/>
                <a:gd name="connsiteX10" fmla="*/ 42404 w 253280"/>
                <a:gd name="connsiteY10" fmla="*/ 212280 h 239547"/>
                <a:gd name="connsiteX11" fmla="*/ 10123 w 253280"/>
                <a:gd name="connsiteY11" fmla="*/ 228764 h 239547"/>
                <a:gd name="connsiteX12" fmla="*/ 191 w 253280"/>
                <a:gd name="connsiteY12" fmla="*/ 235428 h 239547"/>
                <a:gd name="connsiteX13" fmla="*/ 5512 w 253280"/>
                <a:gd name="connsiteY13" fmla="*/ 239637 h 239547"/>
                <a:gd name="connsiteX14" fmla="*/ 50563 w 253280"/>
                <a:gd name="connsiteY14" fmla="*/ 238585 h 239547"/>
                <a:gd name="connsiteX15" fmla="*/ 73266 w 253280"/>
                <a:gd name="connsiteY15" fmla="*/ 238936 h 239547"/>
                <a:gd name="connsiteX16" fmla="*/ 96324 w 253280"/>
                <a:gd name="connsiteY16" fmla="*/ 239637 h 239547"/>
                <a:gd name="connsiteX17" fmla="*/ 103419 w 253280"/>
                <a:gd name="connsiteY17" fmla="*/ 232622 h 239547"/>
                <a:gd name="connsiteX18" fmla="*/ 93486 w 253280"/>
                <a:gd name="connsiteY18" fmla="*/ 228764 h 239547"/>
                <a:gd name="connsiteX19" fmla="*/ 70428 w 253280"/>
                <a:gd name="connsiteY19" fmla="*/ 222451 h 239547"/>
                <a:gd name="connsiteX20" fmla="*/ 71493 w 253280"/>
                <a:gd name="connsiteY20" fmla="*/ 216489 h 239547"/>
                <a:gd name="connsiteX21" fmla="*/ 93486 w 253280"/>
                <a:gd name="connsiteY21" fmla="*/ 128807 h 239547"/>
                <a:gd name="connsiteX22" fmla="*/ 119027 w 253280"/>
                <a:gd name="connsiteY22" fmla="*/ 24290 h 239547"/>
                <a:gd name="connsiteX23" fmla="*/ 138183 w 253280"/>
                <a:gd name="connsiteY23" fmla="*/ 10962 h 239547"/>
                <a:gd name="connsiteX24" fmla="*/ 172237 w 253280"/>
                <a:gd name="connsiteY24" fmla="*/ 10962 h 239547"/>
                <a:gd name="connsiteX25" fmla="*/ 220481 w 253280"/>
                <a:gd name="connsiteY25" fmla="*/ 44632 h 239547"/>
                <a:gd name="connsiteX26" fmla="*/ 199552 w 253280"/>
                <a:gd name="connsiteY26" fmla="*/ 101099 h 239547"/>
                <a:gd name="connsiteX27" fmla="*/ 144923 w 253280"/>
                <a:gd name="connsiteY27" fmla="*/ 119688 h 239547"/>
                <a:gd name="connsiteX28" fmla="*/ 94905 w 253280"/>
                <a:gd name="connsiteY28" fmla="*/ 119688 h 239547"/>
                <a:gd name="connsiteX29" fmla="*/ 119027 w 253280"/>
                <a:gd name="connsiteY29" fmla="*/ 24290 h 23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3280" h="239547">
                  <a:moveTo>
                    <a:pt x="93486" y="128807"/>
                  </a:moveTo>
                  <a:lnTo>
                    <a:pt x="153791" y="128807"/>
                  </a:lnTo>
                  <a:cubicBezTo>
                    <a:pt x="204164" y="128807"/>
                    <a:pt x="253472" y="92331"/>
                    <a:pt x="253472" y="53049"/>
                  </a:cubicBezTo>
                  <a:cubicBezTo>
                    <a:pt x="253472" y="26043"/>
                    <a:pt x="230059" y="89"/>
                    <a:pt x="183589" y="89"/>
                  </a:cubicBezTo>
                  <a:lnTo>
                    <a:pt x="68655" y="89"/>
                  </a:lnTo>
                  <a:cubicBezTo>
                    <a:pt x="61915" y="89"/>
                    <a:pt x="58013" y="89"/>
                    <a:pt x="58013" y="6753"/>
                  </a:cubicBezTo>
                  <a:cubicBezTo>
                    <a:pt x="58013" y="10962"/>
                    <a:pt x="61205" y="10962"/>
                    <a:pt x="68300" y="10962"/>
                  </a:cubicBezTo>
                  <a:cubicBezTo>
                    <a:pt x="72912" y="10962"/>
                    <a:pt x="79297" y="11313"/>
                    <a:pt x="83554" y="11663"/>
                  </a:cubicBezTo>
                  <a:cubicBezTo>
                    <a:pt x="89229" y="12365"/>
                    <a:pt x="91358" y="13417"/>
                    <a:pt x="91358" y="17275"/>
                  </a:cubicBezTo>
                  <a:cubicBezTo>
                    <a:pt x="91358" y="18678"/>
                    <a:pt x="91003" y="19730"/>
                    <a:pt x="89939" y="23939"/>
                  </a:cubicBezTo>
                  <a:lnTo>
                    <a:pt x="42404" y="212280"/>
                  </a:lnTo>
                  <a:cubicBezTo>
                    <a:pt x="38857" y="225959"/>
                    <a:pt x="38147" y="228764"/>
                    <a:pt x="10123" y="228764"/>
                  </a:cubicBezTo>
                  <a:cubicBezTo>
                    <a:pt x="4093" y="228764"/>
                    <a:pt x="191" y="228764"/>
                    <a:pt x="191" y="235428"/>
                  </a:cubicBezTo>
                  <a:cubicBezTo>
                    <a:pt x="191" y="239637"/>
                    <a:pt x="4448" y="239637"/>
                    <a:pt x="5512" y="239637"/>
                  </a:cubicBezTo>
                  <a:cubicBezTo>
                    <a:pt x="15444" y="239637"/>
                    <a:pt x="40631" y="238585"/>
                    <a:pt x="50563" y="238585"/>
                  </a:cubicBezTo>
                  <a:cubicBezTo>
                    <a:pt x="58013" y="238585"/>
                    <a:pt x="65817" y="238936"/>
                    <a:pt x="73266" y="238936"/>
                  </a:cubicBezTo>
                  <a:cubicBezTo>
                    <a:pt x="81070" y="238936"/>
                    <a:pt x="88875" y="239637"/>
                    <a:pt x="96324" y="239637"/>
                  </a:cubicBezTo>
                  <a:cubicBezTo>
                    <a:pt x="98807" y="239637"/>
                    <a:pt x="103419" y="239637"/>
                    <a:pt x="103419" y="232622"/>
                  </a:cubicBezTo>
                  <a:cubicBezTo>
                    <a:pt x="103419" y="228764"/>
                    <a:pt x="100226" y="228764"/>
                    <a:pt x="93486" y="228764"/>
                  </a:cubicBezTo>
                  <a:cubicBezTo>
                    <a:pt x="80361" y="228764"/>
                    <a:pt x="70428" y="228764"/>
                    <a:pt x="70428" y="222451"/>
                  </a:cubicBezTo>
                  <a:cubicBezTo>
                    <a:pt x="70428" y="220347"/>
                    <a:pt x="71138" y="218593"/>
                    <a:pt x="71493" y="216489"/>
                  </a:cubicBezTo>
                  <a:lnTo>
                    <a:pt x="93486" y="128807"/>
                  </a:lnTo>
                  <a:close/>
                  <a:moveTo>
                    <a:pt x="119027" y="24290"/>
                  </a:moveTo>
                  <a:cubicBezTo>
                    <a:pt x="122220" y="12014"/>
                    <a:pt x="122929" y="10962"/>
                    <a:pt x="138183" y="10962"/>
                  </a:cubicBezTo>
                  <a:lnTo>
                    <a:pt x="172237" y="10962"/>
                  </a:lnTo>
                  <a:cubicBezTo>
                    <a:pt x="201680" y="10962"/>
                    <a:pt x="220481" y="20432"/>
                    <a:pt x="220481" y="44632"/>
                  </a:cubicBezTo>
                  <a:cubicBezTo>
                    <a:pt x="220481" y="58310"/>
                    <a:pt x="213387" y="88473"/>
                    <a:pt x="199552" y="101099"/>
                  </a:cubicBezTo>
                  <a:cubicBezTo>
                    <a:pt x="181815" y="116882"/>
                    <a:pt x="160531" y="119688"/>
                    <a:pt x="144923" y="119688"/>
                  </a:cubicBezTo>
                  <a:lnTo>
                    <a:pt x="94905" y="119688"/>
                  </a:lnTo>
                  <a:lnTo>
                    <a:pt x="119027" y="24290"/>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3" name="Freeform: Shape 122">
              <a:extLst>
                <a:ext uri="{FF2B5EF4-FFF2-40B4-BE49-F238E27FC236}">
                  <a16:creationId xmlns:a16="http://schemas.microsoft.com/office/drawing/2014/main" id="{C05C0910-189D-882C-2C84-6841BEDDBA86}"/>
                </a:ext>
              </a:extLst>
            </p:cNvPr>
            <p:cNvSpPr/>
            <p:nvPr/>
          </p:nvSpPr>
          <p:spPr>
            <a:xfrm>
              <a:off x="9682091" y="7272685"/>
              <a:ext cx="82298" cy="350728"/>
            </a:xfrm>
            <a:custGeom>
              <a:avLst/>
              <a:gdLst>
                <a:gd name="connsiteX0" fmla="*/ 82497 w 82298"/>
                <a:gd name="connsiteY0" fmla="*/ 347311 h 350728"/>
                <a:gd name="connsiteX1" fmla="*/ 76467 w 82298"/>
                <a:gd name="connsiteY1" fmla="*/ 339595 h 350728"/>
                <a:gd name="connsiteX2" fmla="*/ 20773 w 82298"/>
                <a:gd name="connsiteY2" fmla="*/ 175454 h 350728"/>
                <a:gd name="connsiteX3" fmla="*/ 77886 w 82298"/>
                <a:gd name="connsiteY3" fmla="*/ 9559 h 350728"/>
                <a:gd name="connsiteX4" fmla="*/ 82497 w 82298"/>
                <a:gd name="connsiteY4" fmla="*/ 3597 h 350728"/>
                <a:gd name="connsiteX5" fmla="*/ 78950 w 82298"/>
                <a:gd name="connsiteY5" fmla="*/ 89 h 350728"/>
                <a:gd name="connsiteX6" fmla="*/ 22547 w 82298"/>
                <a:gd name="connsiteY6" fmla="*/ 68481 h 350728"/>
                <a:gd name="connsiteX7" fmla="*/ 199 w 82298"/>
                <a:gd name="connsiteY7" fmla="*/ 175454 h 350728"/>
                <a:gd name="connsiteX8" fmla="*/ 23611 w 82298"/>
                <a:gd name="connsiteY8" fmla="*/ 284881 h 350728"/>
                <a:gd name="connsiteX9" fmla="*/ 78950 w 82298"/>
                <a:gd name="connsiteY9" fmla="*/ 350818 h 350728"/>
                <a:gd name="connsiteX10" fmla="*/ 82497 w 82298"/>
                <a:gd name="connsiteY10" fmla="*/ 347311 h 35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8" h="350728">
                  <a:moveTo>
                    <a:pt x="82497" y="347311"/>
                  </a:moveTo>
                  <a:cubicBezTo>
                    <a:pt x="82497" y="346259"/>
                    <a:pt x="82497" y="345557"/>
                    <a:pt x="76467" y="339595"/>
                  </a:cubicBezTo>
                  <a:cubicBezTo>
                    <a:pt x="32125" y="295403"/>
                    <a:pt x="20773" y="229115"/>
                    <a:pt x="20773" y="175454"/>
                  </a:cubicBezTo>
                  <a:cubicBezTo>
                    <a:pt x="20773" y="114427"/>
                    <a:pt x="34253" y="53400"/>
                    <a:pt x="77886" y="9559"/>
                  </a:cubicBezTo>
                  <a:cubicBezTo>
                    <a:pt x="82497" y="5350"/>
                    <a:pt x="82497" y="4649"/>
                    <a:pt x="82497" y="3597"/>
                  </a:cubicBezTo>
                  <a:cubicBezTo>
                    <a:pt x="82497" y="1142"/>
                    <a:pt x="81078" y="89"/>
                    <a:pt x="78950" y="89"/>
                  </a:cubicBezTo>
                  <a:cubicBezTo>
                    <a:pt x="75402" y="89"/>
                    <a:pt x="43476" y="23939"/>
                    <a:pt x="22547" y="68481"/>
                  </a:cubicBezTo>
                  <a:cubicBezTo>
                    <a:pt x="4455" y="107062"/>
                    <a:pt x="199" y="145992"/>
                    <a:pt x="199" y="175454"/>
                  </a:cubicBezTo>
                  <a:cubicBezTo>
                    <a:pt x="199" y="202811"/>
                    <a:pt x="4101" y="245249"/>
                    <a:pt x="23611" y="284881"/>
                  </a:cubicBezTo>
                  <a:cubicBezTo>
                    <a:pt x="44895" y="328021"/>
                    <a:pt x="75402" y="350818"/>
                    <a:pt x="78950" y="350818"/>
                  </a:cubicBezTo>
                  <a:cubicBezTo>
                    <a:pt x="81078" y="350818"/>
                    <a:pt x="82497" y="349766"/>
                    <a:pt x="82497" y="347311"/>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4" name="Freeform: Shape 123">
              <a:extLst>
                <a:ext uri="{FF2B5EF4-FFF2-40B4-BE49-F238E27FC236}">
                  <a16:creationId xmlns:a16="http://schemas.microsoft.com/office/drawing/2014/main" id="{85EC456E-4CB5-DB4E-06E2-10A6881BB669}"/>
                </a:ext>
              </a:extLst>
            </p:cNvPr>
            <p:cNvSpPr/>
            <p:nvPr/>
          </p:nvSpPr>
          <p:spPr>
            <a:xfrm>
              <a:off x="9795212" y="7380709"/>
              <a:ext cx="163532" cy="226921"/>
            </a:xfrm>
            <a:custGeom>
              <a:avLst/>
              <a:gdLst>
                <a:gd name="connsiteX0" fmla="*/ 162316 w 163532"/>
                <a:gd name="connsiteY0" fmla="*/ 21484 h 226921"/>
                <a:gd name="connsiteX1" fmla="*/ 163735 w 163532"/>
                <a:gd name="connsiteY1" fmla="*/ 13417 h 226921"/>
                <a:gd name="connsiteX2" fmla="*/ 153448 w 163532"/>
                <a:gd name="connsiteY2" fmla="*/ 3947 h 226921"/>
                <a:gd name="connsiteX3" fmla="*/ 141032 w 163532"/>
                <a:gd name="connsiteY3" fmla="*/ 11313 h 226921"/>
                <a:gd name="connsiteX4" fmla="*/ 136066 w 163532"/>
                <a:gd name="connsiteY4" fmla="*/ 30252 h 226921"/>
                <a:gd name="connsiteX5" fmla="*/ 128971 w 163532"/>
                <a:gd name="connsiteY5" fmla="*/ 58310 h 226921"/>
                <a:gd name="connsiteX6" fmla="*/ 113008 w 163532"/>
                <a:gd name="connsiteY6" fmla="*/ 121441 h 226921"/>
                <a:gd name="connsiteX7" fmla="*/ 72923 w 163532"/>
                <a:gd name="connsiteY7" fmla="*/ 151253 h 226921"/>
                <a:gd name="connsiteX8" fmla="*/ 50930 w 163532"/>
                <a:gd name="connsiteY8" fmla="*/ 122844 h 226921"/>
                <a:gd name="connsiteX9" fmla="*/ 69021 w 163532"/>
                <a:gd name="connsiteY9" fmla="*/ 54102 h 226921"/>
                <a:gd name="connsiteX10" fmla="*/ 76116 w 163532"/>
                <a:gd name="connsiteY10" fmla="*/ 28849 h 226921"/>
                <a:gd name="connsiteX11" fmla="*/ 47028 w 163532"/>
                <a:gd name="connsiteY11" fmla="*/ 89 h 226921"/>
                <a:gd name="connsiteX12" fmla="*/ 203 w 163532"/>
                <a:gd name="connsiteY12" fmla="*/ 54102 h 226921"/>
                <a:gd name="connsiteX13" fmla="*/ 4459 w 163532"/>
                <a:gd name="connsiteY13" fmla="*/ 57609 h 226921"/>
                <a:gd name="connsiteX14" fmla="*/ 10135 w 163532"/>
                <a:gd name="connsiteY14" fmla="*/ 51296 h 226921"/>
                <a:gd name="connsiteX15" fmla="*/ 45963 w 163532"/>
                <a:gd name="connsiteY15" fmla="*/ 7805 h 226921"/>
                <a:gd name="connsiteX16" fmla="*/ 54832 w 163532"/>
                <a:gd name="connsiteY16" fmla="*/ 19029 h 226921"/>
                <a:gd name="connsiteX17" fmla="*/ 48801 w 163532"/>
                <a:gd name="connsiteY17" fmla="*/ 43580 h 226921"/>
                <a:gd name="connsiteX18" fmla="*/ 28227 w 163532"/>
                <a:gd name="connsiteY18" fmla="*/ 117233 h 226921"/>
                <a:gd name="connsiteX19" fmla="*/ 71504 w 163532"/>
                <a:gd name="connsiteY19" fmla="*/ 158969 h 226921"/>
                <a:gd name="connsiteX20" fmla="*/ 107333 w 163532"/>
                <a:gd name="connsiteY20" fmla="*/ 143187 h 226921"/>
                <a:gd name="connsiteX21" fmla="*/ 84275 w 163532"/>
                <a:gd name="connsiteY21" fmla="*/ 197199 h 226921"/>
                <a:gd name="connsiteX22" fmla="*/ 45254 w 163532"/>
                <a:gd name="connsiteY22" fmla="*/ 219295 h 226921"/>
                <a:gd name="connsiteX23" fmla="*/ 18294 w 163532"/>
                <a:gd name="connsiteY23" fmla="*/ 204564 h 226921"/>
                <a:gd name="connsiteX24" fmla="*/ 33548 w 163532"/>
                <a:gd name="connsiteY24" fmla="*/ 200355 h 226921"/>
                <a:gd name="connsiteX25" fmla="*/ 40642 w 163532"/>
                <a:gd name="connsiteY25" fmla="*/ 185976 h 226921"/>
                <a:gd name="connsiteX26" fmla="*/ 27517 w 163532"/>
                <a:gd name="connsiteY26" fmla="*/ 173700 h 226921"/>
                <a:gd name="connsiteX27" fmla="*/ 7652 w 163532"/>
                <a:gd name="connsiteY27" fmla="*/ 196497 h 226921"/>
                <a:gd name="connsiteX28" fmla="*/ 45254 w 163532"/>
                <a:gd name="connsiteY28" fmla="*/ 227011 h 226921"/>
                <a:gd name="connsiteX29" fmla="*/ 128262 w 163532"/>
                <a:gd name="connsiteY29" fmla="*/ 155462 h 226921"/>
                <a:gd name="connsiteX30" fmla="*/ 162316 w 163532"/>
                <a:gd name="connsiteY30" fmla="*/ 21484 h 226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3532" h="226921">
                  <a:moveTo>
                    <a:pt x="162316" y="21484"/>
                  </a:moveTo>
                  <a:cubicBezTo>
                    <a:pt x="163735" y="16574"/>
                    <a:pt x="163735" y="15872"/>
                    <a:pt x="163735" y="13417"/>
                  </a:cubicBezTo>
                  <a:cubicBezTo>
                    <a:pt x="163735" y="7104"/>
                    <a:pt x="158769" y="3947"/>
                    <a:pt x="153448" y="3947"/>
                  </a:cubicBezTo>
                  <a:cubicBezTo>
                    <a:pt x="149901" y="3947"/>
                    <a:pt x="144225" y="6052"/>
                    <a:pt x="141032" y="11313"/>
                  </a:cubicBezTo>
                  <a:cubicBezTo>
                    <a:pt x="140323" y="13066"/>
                    <a:pt x="137485" y="23939"/>
                    <a:pt x="136066" y="30252"/>
                  </a:cubicBezTo>
                  <a:cubicBezTo>
                    <a:pt x="133583" y="39371"/>
                    <a:pt x="131100" y="48841"/>
                    <a:pt x="128971" y="58310"/>
                  </a:cubicBezTo>
                  <a:lnTo>
                    <a:pt x="113008" y="121441"/>
                  </a:lnTo>
                  <a:cubicBezTo>
                    <a:pt x="111589" y="126702"/>
                    <a:pt x="96336" y="151253"/>
                    <a:pt x="72923" y="151253"/>
                  </a:cubicBezTo>
                  <a:cubicBezTo>
                    <a:pt x="54832" y="151253"/>
                    <a:pt x="50930" y="135821"/>
                    <a:pt x="50930" y="122844"/>
                  </a:cubicBezTo>
                  <a:cubicBezTo>
                    <a:pt x="50930" y="106711"/>
                    <a:pt x="56960" y="84966"/>
                    <a:pt x="69021" y="54102"/>
                  </a:cubicBezTo>
                  <a:cubicBezTo>
                    <a:pt x="74697" y="39722"/>
                    <a:pt x="76116" y="35864"/>
                    <a:pt x="76116" y="28849"/>
                  </a:cubicBezTo>
                  <a:cubicBezTo>
                    <a:pt x="76116" y="13066"/>
                    <a:pt x="64764" y="89"/>
                    <a:pt x="47028" y="89"/>
                  </a:cubicBezTo>
                  <a:cubicBezTo>
                    <a:pt x="13328" y="89"/>
                    <a:pt x="203" y="50945"/>
                    <a:pt x="203" y="54102"/>
                  </a:cubicBezTo>
                  <a:cubicBezTo>
                    <a:pt x="203" y="57609"/>
                    <a:pt x="3750" y="57609"/>
                    <a:pt x="4459" y="57609"/>
                  </a:cubicBezTo>
                  <a:cubicBezTo>
                    <a:pt x="8007" y="57609"/>
                    <a:pt x="8361" y="56907"/>
                    <a:pt x="10135" y="51296"/>
                  </a:cubicBezTo>
                  <a:cubicBezTo>
                    <a:pt x="19713" y="18327"/>
                    <a:pt x="33902" y="7805"/>
                    <a:pt x="45963" y="7805"/>
                  </a:cubicBezTo>
                  <a:cubicBezTo>
                    <a:pt x="48801" y="7805"/>
                    <a:pt x="54832" y="7805"/>
                    <a:pt x="54832" y="19029"/>
                  </a:cubicBezTo>
                  <a:cubicBezTo>
                    <a:pt x="54832" y="27797"/>
                    <a:pt x="51284" y="36916"/>
                    <a:pt x="48801" y="43580"/>
                  </a:cubicBezTo>
                  <a:cubicBezTo>
                    <a:pt x="34612" y="80757"/>
                    <a:pt x="28227" y="100748"/>
                    <a:pt x="28227" y="117233"/>
                  </a:cubicBezTo>
                  <a:cubicBezTo>
                    <a:pt x="28227" y="148448"/>
                    <a:pt x="50575" y="158969"/>
                    <a:pt x="71504" y="158969"/>
                  </a:cubicBezTo>
                  <a:cubicBezTo>
                    <a:pt x="85339" y="158969"/>
                    <a:pt x="97400" y="153007"/>
                    <a:pt x="107333" y="143187"/>
                  </a:cubicBezTo>
                  <a:cubicBezTo>
                    <a:pt x="102721" y="161425"/>
                    <a:pt x="98464" y="178610"/>
                    <a:pt x="84275" y="197199"/>
                  </a:cubicBezTo>
                  <a:cubicBezTo>
                    <a:pt x="75052" y="209124"/>
                    <a:pt x="61572" y="219295"/>
                    <a:pt x="45254" y="219295"/>
                  </a:cubicBezTo>
                  <a:cubicBezTo>
                    <a:pt x="40288" y="219295"/>
                    <a:pt x="24324" y="218243"/>
                    <a:pt x="18294" y="204564"/>
                  </a:cubicBezTo>
                  <a:cubicBezTo>
                    <a:pt x="23970" y="204564"/>
                    <a:pt x="28581" y="204564"/>
                    <a:pt x="33548" y="200355"/>
                  </a:cubicBezTo>
                  <a:cubicBezTo>
                    <a:pt x="37095" y="197199"/>
                    <a:pt x="40642" y="192639"/>
                    <a:pt x="40642" y="185976"/>
                  </a:cubicBezTo>
                  <a:cubicBezTo>
                    <a:pt x="40642" y="175103"/>
                    <a:pt x="31064" y="173700"/>
                    <a:pt x="27517" y="173700"/>
                  </a:cubicBezTo>
                  <a:cubicBezTo>
                    <a:pt x="19358" y="173700"/>
                    <a:pt x="7652" y="179312"/>
                    <a:pt x="7652" y="196497"/>
                  </a:cubicBezTo>
                  <a:cubicBezTo>
                    <a:pt x="7652" y="214034"/>
                    <a:pt x="23260" y="227011"/>
                    <a:pt x="45254" y="227011"/>
                  </a:cubicBezTo>
                  <a:cubicBezTo>
                    <a:pt x="81792" y="227011"/>
                    <a:pt x="118329" y="195095"/>
                    <a:pt x="128262" y="155462"/>
                  </a:cubicBezTo>
                  <a:lnTo>
                    <a:pt x="162316" y="21484"/>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5" name="Freeform: Shape 124">
              <a:extLst>
                <a:ext uri="{FF2B5EF4-FFF2-40B4-BE49-F238E27FC236}">
                  <a16:creationId xmlns:a16="http://schemas.microsoft.com/office/drawing/2014/main" id="{192DD503-AD15-74D4-1724-C4AC39875747}"/>
                </a:ext>
              </a:extLst>
            </p:cNvPr>
            <p:cNvSpPr/>
            <p:nvPr/>
          </p:nvSpPr>
          <p:spPr>
            <a:xfrm>
              <a:off x="10112321" y="7272685"/>
              <a:ext cx="14189" cy="350728"/>
            </a:xfrm>
            <a:custGeom>
              <a:avLst/>
              <a:gdLst>
                <a:gd name="connsiteX0" fmla="*/ 14400 w 14189"/>
                <a:gd name="connsiteY0" fmla="*/ 12716 h 350728"/>
                <a:gd name="connsiteX1" fmla="*/ 7305 w 14189"/>
                <a:gd name="connsiteY1" fmla="*/ 89 h 350728"/>
                <a:gd name="connsiteX2" fmla="*/ 211 w 14189"/>
                <a:gd name="connsiteY2" fmla="*/ 12716 h 350728"/>
                <a:gd name="connsiteX3" fmla="*/ 211 w 14189"/>
                <a:gd name="connsiteY3" fmla="*/ 338192 h 350728"/>
                <a:gd name="connsiteX4" fmla="*/ 7305 w 14189"/>
                <a:gd name="connsiteY4" fmla="*/ 350818 h 350728"/>
                <a:gd name="connsiteX5" fmla="*/ 14400 w 14189"/>
                <a:gd name="connsiteY5" fmla="*/ 338192 h 350728"/>
                <a:gd name="connsiteX6" fmla="*/ 14400 w 14189"/>
                <a:gd name="connsiteY6" fmla="*/ 12716 h 35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189" h="350728">
                  <a:moveTo>
                    <a:pt x="14400" y="12716"/>
                  </a:moveTo>
                  <a:cubicBezTo>
                    <a:pt x="14400" y="6402"/>
                    <a:pt x="14400" y="89"/>
                    <a:pt x="7305" y="89"/>
                  </a:cubicBezTo>
                  <a:cubicBezTo>
                    <a:pt x="211" y="89"/>
                    <a:pt x="211" y="6402"/>
                    <a:pt x="211" y="12716"/>
                  </a:cubicBezTo>
                  <a:lnTo>
                    <a:pt x="211" y="338192"/>
                  </a:lnTo>
                  <a:cubicBezTo>
                    <a:pt x="211" y="344505"/>
                    <a:pt x="211" y="350818"/>
                    <a:pt x="7305" y="350818"/>
                  </a:cubicBezTo>
                  <a:cubicBezTo>
                    <a:pt x="14400" y="350818"/>
                    <a:pt x="14400" y="344505"/>
                    <a:pt x="14400" y="338192"/>
                  </a:cubicBezTo>
                  <a:lnTo>
                    <a:pt x="14400" y="12716"/>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6" name="Freeform: Shape 125">
              <a:extLst>
                <a:ext uri="{FF2B5EF4-FFF2-40B4-BE49-F238E27FC236}">
                  <a16:creationId xmlns:a16="http://schemas.microsoft.com/office/drawing/2014/main" id="{24785A4B-9951-C75D-00E9-D6253D4DFE7D}"/>
                </a:ext>
              </a:extLst>
            </p:cNvPr>
            <p:cNvSpPr/>
            <p:nvPr/>
          </p:nvSpPr>
          <p:spPr>
            <a:xfrm>
              <a:off x="10274985" y="7380008"/>
              <a:ext cx="199715" cy="155723"/>
            </a:xfrm>
            <a:custGeom>
              <a:avLst/>
              <a:gdLst>
                <a:gd name="connsiteX0" fmla="*/ 115150 w 199715"/>
                <a:gd name="connsiteY0" fmla="*/ 69534 h 155723"/>
                <a:gd name="connsiteX1" fmla="*/ 156654 w 199715"/>
                <a:gd name="connsiteY1" fmla="*/ 23939 h 155723"/>
                <a:gd name="connsiteX2" fmla="*/ 192837 w 199715"/>
                <a:gd name="connsiteY2" fmla="*/ 16574 h 155723"/>
                <a:gd name="connsiteX3" fmla="*/ 192837 w 199715"/>
                <a:gd name="connsiteY3" fmla="*/ 89 h 155723"/>
                <a:gd name="connsiteX4" fmla="*/ 160202 w 199715"/>
                <a:gd name="connsiteY4" fmla="*/ 1141 h 155723"/>
                <a:gd name="connsiteX5" fmla="*/ 123664 w 199715"/>
                <a:gd name="connsiteY5" fmla="*/ 89 h 155723"/>
                <a:gd name="connsiteX6" fmla="*/ 123664 w 199715"/>
                <a:gd name="connsiteY6" fmla="*/ 16574 h 155723"/>
                <a:gd name="connsiteX7" fmla="*/ 137144 w 199715"/>
                <a:gd name="connsiteY7" fmla="*/ 19730 h 155723"/>
                <a:gd name="connsiteX8" fmla="*/ 134306 w 199715"/>
                <a:gd name="connsiteY8" fmla="*/ 23939 h 155723"/>
                <a:gd name="connsiteX9" fmla="*/ 104508 w 199715"/>
                <a:gd name="connsiteY9" fmla="*/ 56907 h 155723"/>
                <a:gd name="connsiteX10" fmla="*/ 69744 w 199715"/>
                <a:gd name="connsiteY10" fmla="*/ 16574 h 155723"/>
                <a:gd name="connsiteX11" fmla="*/ 83934 w 199715"/>
                <a:gd name="connsiteY11" fmla="*/ 16574 h 155723"/>
                <a:gd name="connsiteX12" fmla="*/ 83934 w 199715"/>
                <a:gd name="connsiteY12" fmla="*/ 89 h 155723"/>
                <a:gd name="connsiteX13" fmla="*/ 41011 w 199715"/>
                <a:gd name="connsiteY13" fmla="*/ 1141 h 155723"/>
                <a:gd name="connsiteX14" fmla="*/ 1990 w 199715"/>
                <a:gd name="connsiteY14" fmla="*/ 89 h 155723"/>
                <a:gd name="connsiteX15" fmla="*/ 1990 w 199715"/>
                <a:gd name="connsiteY15" fmla="*/ 16574 h 155723"/>
                <a:gd name="connsiteX16" fmla="*/ 27176 w 199715"/>
                <a:gd name="connsiteY16" fmla="*/ 16574 h 155723"/>
                <a:gd name="connsiteX17" fmla="*/ 82515 w 199715"/>
                <a:gd name="connsiteY17" fmla="*/ 81108 h 155723"/>
                <a:gd name="connsiteX18" fmla="*/ 36044 w 199715"/>
                <a:gd name="connsiteY18" fmla="*/ 132665 h 155723"/>
                <a:gd name="connsiteX19" fmla="*/ 216 w 199715"/>
                <a:gd name="connsiteY19" fmla="*/ 139329 h 155723"/>
                <a:gd name="connsiteX20" fmla="*/ 216 w 199715"/>
                <a:gd name="connsiteY20" fmla="*/ 155813 h 155723"/>
                <a:gd name="connsiteX21" fmla="*/ 32852 w 199715"/>
                <a:gd name="connsiteY21" fmla="*/ 154761 h 155723"/>
                <a:gd name="connsiteX22" fmla="*/ 69389 w 199715"/>
                <a:gd name="connsiteY22" fmla="*/ 155813 h 155723"/>
                <a:gd name="connsiteX23" fmla="*/ 69389 w 199715"/>
                <a:gd name="connsiteY23" fmla="*/ 139329 h 155723"/>
                <a:gd name="connsiteX24" fmla="*/ 56264 w 199715"/>
                <a:gd name="connsiteY24" fmla="*/ 135471 h 155723"/>
                <a:gd name="connsiteX25" fmla="*/ 58747 w 199715"/>
                <a:gd name="connsiteY25" fmla="*/ 131963 h 155723"/>
                <a:gd name="connsiteX26" fmla="*/ 93157 w 199715"/>
                <a:gd name="connsiteY26" fmla="*/ 93734 h 155723"/>
                <a:gd name="connsiteX27" fmla="*/ 132178 w 199715"/>
                <a:gd name="connsiteY27" fmla="*/ 139329 h 155723"/>
                <a:gd name="connsiteX28" fmla="*/ 118343 w 199715"/>
                <a:gd name="connsiteY28" fmla="*/ 139329 h 155723"/>
                <a:gd name="connsiteX29" fmla="*/ 118343 w 199715"/>
                <a:gd name="connsiteY29" fmla="*/ 155813 h 155723"/>
                <a:gd name="connsiteX30" fmla="*/ 160911 w 199715"/>
                <a:gd name="connsiteY30" fmla="*/ 154761 h 155723"/>
                <a:gd name="connsiteX31" fmla="*/ 199932 w 199715"/>
                <a:gd name="connsiteY31" fmla="*/ 155813 h 155723"/>
                <a:gd name="connsiteX32" fmla="*/ 199932 w 199715"/>
                <a:gd name="connsiteY32" fmla="*/ 139329 h 155723"/>
                <a:gd name="connsiteX33" fmla="*/ 174746 w 199715"/>
                <a:gd name="connsiteY33" fmla="*/ 139329 h 155723"/>
                <a:gd name="connsiteX34" fmla="*/ 115150 w 199715"/>
                <a:gd name="connsiteY34" fmla="*/ 69534 h 155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9715" h="155723">
                  <a:moveTo>
                    <a:pt x="115150" y="69534"/>
                  </a:moveTo>
                  <a:lnTo>
                    <a:pt x="156654" y="23939"/>
                  </a:lnTo>
                  <a:cubicBezTo>
                    <a:pt x="161266" y="19029"/>
                    <a:pt x="163394" y="16574"/>
                    <a:pt x="192837" y="16574"/>
                  </a:cubicBezTo>
                  <a:lnTo>
                    <a:pt x="192837" y="89"/>
                  </a:lnTo>
                  <a:cubicBezTo>
                    <a:pt x="180421" y="791"/>
                    <a:pt x="161975" y="1141"/>
                    <a:pt x="160202" y="1141"/>
                  </a:cubicBezTo>
                  <a:cubicBezTo>
                    <a:pt x="151333" y="1141"/>
                    <a:pt x="133596" y="440"/>
                    <a:pt x="123664" y="89"/>
                  </a:cubicBezTo>
                  <a:lnTo>
                    <a:pt x="123664" y="16574"/>
                  </a:lnTo>
                  <a:cubicBezTo>
                    <a:pt x="128630" y="16574"/>
                    <a:pt x="132887" y="17275"/>
                    <a:pt x="137144" y="19730"/>
                  </a:cubicBezTo>
                  <a:cubicBezTo>
                    <a:pt x="135725" y="21834"/>
                    <a:pt x="135725" y="22536"/>
                    <a:pt x="134306" y="23939"/>
                  </a:cubicBezTo>
                  <a:lnTo>
                    <a:pt x="104508" y="56907"/>
                  </a:lnTo>
                  <a:lnTo>
                    <a:pt x="69744" y="16574"/>
                  </a:lnTo>
                  <a:lnTo>
                    <a:pt x="83934" y="16574"/>
                  </a:lnTo>
                  <a:lnTo>
                    <a:pt x="83934" y="89"/>
                  </a:lnTo>
                  <a:cubicBezTo>
                    <a:pt x="74710" y="440"/>
                    <a:pt x="52362" y="1141"/>
                    <a:pt x="41011" y="1141"/>
                  </a:cubicBezTo>
                  <a:cubicBezTo>
                    <a:pt x="29659" y="1141"/>
                    <a:pt x="13696" y="440"/>
                    <a:pt x="1990" y="89"/>
                  </a:cubicBezTo>
                  <a:lnTo>
                    <a:pt x="1990" y="16574"/>
                  </a:lnTo>
                  <a:lnTo>
                    <a:pt x="27176" y="16574"/>
                  </a:lnTo>
                  <a:lnTo>
                    <a:pt x="82515" y="81108"/>
                  </a:lnTo>
                  <a:lnTo>
                    <a:pt x="36044" y="132665"/>
                  </a:lnTo>
                  <a:cubicBezTo>
                    <a:pt x="30014" y="139329"/>
                    <a:pt x="17243" y="139329"/>
                    <a:pt x="216" y="139329"/>
                  </a:cubicBezTo>
                  <a:lnTo>
                    <a:pt x="216" y="155813"/>
                  </a:lnTo>
                  <a:cubicBezTo>
                    <a:pt x="12632" y="155111"/>
                    <a:pt x="31078" y="154761"/>
                    <a:pt x="32852" y="154761"/>
                  </a:cubicBezTo>
                  <a:cubicBezTo>
                    <a:pt x="41720" y="154761"/>
                    <a:pt x="62295" y="155462"/>
                    <a:pt x="69389" y="155813"/>
                  </a:cubicBezTo>
                  <a:lnTo>
                    <a:pt x="69389" y="139329"/>
                  </a:lnTo>
                  <a:cubicBezTo>
                    <a:pt x="63004" y="139329"/>
                    <a:pt x="56264" y="137575"/>
                    <a:pt x="56264" y="135471"/>
                  </a:cubicBezTo>
                  <a:cubicBezTo>
                    <a:pt x="56264" y="135120"/>
                    <a:pt x="56264" y="134769"/>
                    <a:pt x="58747" y="131963"/>
                  </a:cubicBezTo>
                  <a:lnTo>
                    <a:pt x="93157" y="93734"/>
                  </a:lnTo>
                  <a:lnTo>
                    <a:pt x="132178" y="139329"/>
                  </a:lnTo>
                  <a:lnTo>
                    <a:pt x="118343" y="139329"/>
                  </a:lnTo>
                  <a:lnTo>
                    <a:pt x="118343" y="155813"/>
                  </a:lnTo>
                  <a:cubicBezTo>
                    <a:pt x="127566" y="155462"/>
                    <a:pt x="149205" y="154761"/>
                    <a:pt x="160911" y="154761"/>
                  </a:cubicBezTo>
                  <a:cubicBezTo>
                    <a:pt x="172263" y="154761"/>
                    <a:pt x="188226" y="155462"/>
                    <a:pt x="199932" y="155813"/>
                  </a:cubicBezTo>
                  <a:lnTo>
                    <a:pt x="199932" y="139329"/>
                  </a:lnTo>
                  <a:lnTo>
                    <a:pt x="174746" y="139329"/>
                  </a:lnTo>
                  <a:lnTo>
                    <a:pt x="115150" y="69534"/>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7" name="Freeform: Shape 126">
              <a:extLst>
                <a:ext uri="{FF2B5EF4-FFF2-40B4-BE49-F238E27FC236}">
                  <a16:creationId xmlns:a16="http://schemas.microsoft.com/office/drawing/2014/main" id="{2932F032-D466-BFD0-B818-FBB01C0FE71E}"/>
                </a:ext>
              </a:extLst>
            </p:cNvPr>
            <p:cNvSpPr/>
            <p:nvPr/>
          </p:nvSpPr>
          <p:spPr>
            <a:xfrm>
              <a:off x="10502704" y="7272685"/>
              <a:ext cx="82298" cy="350728"/>
            </a:xfrm>
            <a:custGeom>
              <a:avLst/>
              <a:gdLst>
                <a:gd name="connsiteX0" fmla="*/ 82521 w 82298"/>
                <a:gd name="connsiteY0" fmla="*/ 175454 h 350728"/>
                <a:gd name="connsiteX1" fmla="*/ 59108 w 82298"/>
                <a:gd name="connsiteY1" fmla="*/ 66026 h 350728"/>
                <a:gd name="connsiteX2" fmla="*/ 3769 w 82298"/>
                <a:gd name="connsiteY2" fmla="*/ 89 h 350728"/>
                <a:gd name="connsiteX3" fmla="*/ 222 w 82298"/>
                <a:gd name="connsiteY3" fmla="*/ 3597 h 350728"/>
                <a:gd name="connsiteX4" fmla="*/ 6962 w 82298"/>
                <a:gd name="connsiteY4" fmla="*/ 11663 h 350728"/>
                <a:gd name="connsiteX5" fmla="*/ 61946 w 82298"/>
                <a:gd name="connsiteY5" fmla="*/ 175454 h 350728"/>
                <a:gd name="connsiteX6" fmla="*/ 4834 w 82298"/>
                <a:gd name="connsiteY6" fmla="*/ 341348 h 350728"/>
                <a:gd name="connsiteX7" fmla="*/ 222 w 82298"/>
                <a:gd name="connsiteY7" fmla="*/ 347311 h 350728"/>
                <a:gd name="connsiteX8" fmla="*/ 3769 w 82298"/>
                <a:gd name="connsiteY8" fmla="*/ 350818 h 350728"/>
                <a:gd name="connsiteX9" fmla="*/ 60172 w 82298"/>
                <a:gd name="connsiteY9" fmla="*/ 282426 h 350728"/>
                <a:gd name="connsiteX10" fmla="*/ 82521 w 82298"/>
                <a:gd name="connsiteY10" fmla="*/ 175454 h 350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98" h="350728">
                  <a:moveTo>
                    <a:pt x="82521" y="175454"/>
                  </a:moveTo>
                  <a:cubicBezTo>
                    <a:pt x="82521" y="148097"/>
                    <a:pt x="78619" y="105659"/>
                    <a:pt x="59108" y="66026"/>
                  </a:cubicBezTo>
                  <a:cubicBezTo>
                    <a:pt x="37824" y="22887"/>
                    <a:pt x="7317" y="89"/>
                    <a:pt x="3769" y="89"/>
                  </a:cubicBezTo>
                  <a:cubicBezTo>
                    <a:pt x="1641" y="89"/>
                    <a:pt x="222" y="1492"/>
                    <a:pt x="222" y="3597"/>
                  </a:cubicBezTo>
                  <a:cubicBezTo>
                    <a:pt x="222" y="4649"/>
                    <a:pt x="222" y="5350"/>
                    <a:pt x="6962" y="11663"/>
                  </a:cubicBezTo>
                  <a:cubicBezTo>
                    <a:pt x="41726" y="46385"/>
                    <a:pt x="61946" y="102151"/>
                    <a:pt x="61946" y="175454"/>
                  </a:cubicBezTo>
                  <a:cubicBezTo>
                    <a:pt x="61946" y="235428"/>
                    <a:pt x="48821" y="297157"/>
                    <a:pt x="4834" y="341348"/>
                  </a:cubicBezTo>
                  <a:cubicBezTo>
                    <a:pt x="222" y="345557"/>
                    <a:pt x="222" y="346259"/>
                    <a:pt x="222" y="347311"/>
                  </a:cubicBezTo>
                  <a:cubicBezTo>
                    <a:pt x="222" y="349415"/>
                    <a:pt x="1641" y="350818"/>
                    <a:pt x="3769" y="350818"/>
                  </a:cubicBezTo>
                  <a:cubicBezTo>
                    <a:pt x="7317" y="350818"/>
                    <a:pt x="39243" y="326969"/>
                    <a:pt x="60172" y="282426"/>
                  </a:cubicBezTo>
                  <a:cubicBezTo>
                    <a:pt x="78264" y="243846"/>
                    <a:pt x="82521" y="204915"/>
                    <a:pt x="82521" y="175454"/>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8" name="Freeform: Shape 127">
              <a:extLst>
                <a:ext uri="{FF2B5EF4-FFF2-40B4-BE49-F238E27FC236}">
                  <a16:creationId xmlns:a16="http://schemas.microsoft.com/office/drawing/2014/main" id="{A8BA30F3-0833-8000-7C84-FFB561FAC4B1}"/>
                </a:ext>
              </a:extLst>
            </p:cNvPr>
            <p:cNvSpPr/>
            <p:nvPr/>
          </p:nvSpPr>
          <p:spPr>
            <a:xfrm>
              <a:off x="10738837" y="7407014"/>
              <a:ext cx="235898" cy="82070"/>
            </a:xfrm>
            <a:custGeom>
              <a:avLst/>
              <a:gdLst>
                <a:gd name="connsiteX0" fmla="*/ 224067 w 235898"/>
                <a:gd name="connsiteY0" fmla="*/ 14118 h 82070"/>
                <a:gd name="connsiteX1" fmla="*/ 236128 w 235898"/>
                <a:gd name="connsiteY1" fmla="*/ 7104 h 82070"/>
                <a:gd name="connsiteX2" fmla="*/ 224421 w 235898"/>
                <a:gd name="connsiteY2" fmla="*/ 89 h 82070"/>
                <a:gd name="connsiteX3" fmla="*/ 11935 w 235898"/>
                <a:gd name="connsiteY3" fmla="*/ 89 h 82070"/>
                <a:gd name="connsiteX4" fmla="*/ 229 w 235898"/>
                <a:gd name="connsiteY4" fmla="*/ 7104 h 82070"/>
                <a:gd name="connsiteX5" fmla="*/ 12290 w 235898"/>
                <a:gd name="connsiteY5" fmla="*/ 14118 h 82070"/>
                <a:gd name="connsiteX6" fmla="*/ 224067 w 235898"/>
                <a:gd name="connsiteY6" fmla="*/ 14118 h 82070"/>
                <a:gd name="connsiteX7" fmla="*/ 224421 w 235898"/>
                <a:gd name="connsiteY7" fmla="*/ 82160 h 82070"/>
                <a:gd name="connsiteX8" fmla="*/ 236128 w 235898"/>
                <a:gd name="connsiteY8" fmla="*/ 75145 h 82070"/>
                <a:gd name="connsiteX9" fmla="*/ 224067 w 235898"/>
                <a:gd name="connsiteY9" fmla="*/ 68131 h 82070"/>
                <a:gd name="connsiteX10" fmla="*/ 12290 w 235898"/>
                <a:gd name="connsiteY10" fmla="*/ 68131 h 82070"/>
                <a:gd name="connsiteX11" fmla="*/ 229 w 235898"/>
                <a:gd name="connsiteY11" fmla="*/ 75145 h 82070"/>
                <a:gd name="connsiteX12" fmla="*/ 11935 w 235898"/>
                <a:gd name="connsiteY12" fmla="*/ 82160 h 82070"/>
                <a:gd name="connsiteX13" fmla="*/ 224421 w 235898"/>
                <a:gd name="connsiteY13" fmla="*/ 82160 h 82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898" h="82070">
                  <a:moveTo>
                    <a:pt x="224067" y="14118"/>
                  </a:moveTo>
                  <a:cubicBezTo>
                    <a:pt x="229388" y="14118"/>
                    <a:pt x="236128" y="14118"/>
                    <a:pt x="236128" y="7104"/>
                  </a:cubicBezTo>
                  <a:cubicBezTo>
                    <a:pt x="236128" y="89"/>
                    <a:pt x="229388" y="89"/>
                    <a:pt x="224421" y="89"/>
                  </a:cubicBezTo>
                  <a:lnTo>
                    <a:pt x="11935" y="89"/>
                  </a:lnTo>
                  <a:cubicBezTo>
                    <a:pt x="6969" y="89"/>
                    <a:pt x="229" y="89"/>
                    <a:pt x="229" y="7104"/>
                  </a:cubicBezTo>
                  <a:cubicBezTo>
                    <a:pt x="229" y="14118"/>
                    <a:pt x="6969" y="14118"/>
                    <a:pt x="12290" y="14118"/>
                  </a:cubicBezTo>
                  <a:lnTo>
                    <a:pt x="224067" y="14118"/>
                  </a:lnTo>
                  <a:close/>
                  <a:moveTo>
                    <a:pt x="224421" y="82160"/>
                  </a:moveTo>
                  <a:cubicBezTo>
                    <a:pt x="229388" y="82160"/>
                    <a:pt x="236128" y="82160"/>
                    <a:pt x="236128" y="75145"/>
                  </a:cubicBezTo>
                  <a:cubicBezTo>
                    <a:pt x="236128" y="68131"/>
                    <a:pt x="229388" y="68131"/>
                    <a:pt x="224067" y="68131"/>
                  </a:cubicBezTo>
                  <a:lnTo>
                    <a:pt x="12290" y="68131"/>
                  </a:lnTo>
                  <a:cubicBezTo>
                    <a:pt x="6969" y="68131"/>
                    <a:pt x="229" y="68131"/>
                    <a:pt x="229" y="75145"/>
                  </a:cubicBezTo>
                  <a:cubicBezTo>
                    <a:pt x="229" y="82160"/>
                    <a:pt x="6969" y="82160"/>
                    <a:pt x="11935" y="82160"/>
                  </a:cubicBezTo>
                  <a:lnTo>
                    <a:pt x="224421" y="82160"/>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9" name="Freeform: Shape 128">
              <a:extLst>
                <a:ext uri="{FF2B5EF4-FFF2-40B4-BE49-F238E27FC236}">
                  <a16:creationId xmlns:a16="http://schemas.microsoft.com/office/drawing/2014/main" id="{0AF6D090-02F6-FD13-A0C6-F5918CDCC4BB}"/>
                </a:ext>
              </a:extLst>
            </p:cNvPr>
            <p:cNvSpPr/>
            <p:nvPr/>
          </p:nvSpPr>
          <p:spPr>
            <a:xfrm>
              <a:off x="11122856" y="7441035"/>
              <a:ext cx="216743" cy="14029"/>
            </a:xfrm>
            <a:custGeom>
              <a:avLst/>
              <a:gdLst>
                <a:gd name="connsiteX0" fmla="*/ 204567 w 216743"/>
                <a:gd name="connsiteY0" fmla="*/ 14118 h 14029"/>
                <a:gd name="connsiteX1" fmla="*/ 216982 w 216743"/>
                <a:gd name="connsiteY1" fmla="*/ 7104 h 14029"/>
                <a:gd name="connsiteX2" fmla="*/ 204567 w 216743"/>
                <a:gd name="connsiteY2" fmla="*/ 89 h 14029"/>
                <a:gd name="connsiteX3" fmla="*/ 12655 w 216743"/>
                <a:gd name="connsiteY3" fmla="*/ 89 h 14029"/>
                <a:gd name="connsiteX4" fmla="*/ 239 w 216743"/>
                <a:gd name="connsiteY4" fmla="*/ 7104 h 14029"/>
                <a:gd name="connsiteX5" fmla="*/ 12655 w 216743"/>
                <a:gd name="connsiteY5" fmla="*/ 14118 h 14029"/>
                <a:gd name="connsiteX6" fmla="*/ 204567 w 216743"/>
                <a:gd name="connsiteY6" fmla="*/ 14118 h 1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743" h="14029">
                  <a:moveTo>
                    <a:pt x="204567" y="14118"/>
                  </a:moveTo>
                  <a:cubicBezTo>
                    <a:pt x="210597" y="14118"/>
                    <a:pt x="216982" y="14118"/>
                    <a:pt x="216982" y="7104"/>
                  </a:cubicBezTo>
                  <a:cubicBezTo>
                    <a:pt x="216982" y="89"/>
                    <a:pt x="210597" y="89"/>
                    <a:pt x="204567" y="89"/>
                  </a:cubicBezTo>
                  <a:lnTo>
                    <a:pt x="12655" y="89"/>
                  </a:lnTo>
                  <a:cubicBezTo>
                    <a:pt x="6625" y="89"/>
                    <a:pt x="239" y="89"/>
                    <a:pt x="239" y="7104"/>
                  </a:cubicBezTo>
                  <a:cubicBezTo>
                    <a:pt x="239" y="14118"/>
                    <a:pt x="6625" y="14118"/>
                    <a:pt x="12655" y="14118"/>
                  </a:cubicBezTo>
                  <a:lnTo>
                    <a:pt x="204567" y="14118"/>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0" name="Freeform: Shape 129">
              <a:extLst>
                <a:ext uri="{FF2B5EF4-FFF2-40B4-BE49-F238E27FC236}">
                  <a16:creationId xmlns:a16="http://schemas.microsoft.com/office/drawing/2014/main" id="{0C0A06E6-F4AA-2124-2D40-0C63A55C9F75}"/>
                </a:ext>
              </a:extLst>
            </p:cNvPr>
            <p:cNvSpPr/>
            <p:nvPr/>
          </p:nvSpPr>
          <p:spPr>
            <a:xfrm>
              <a:off x="11440147" y="7292326"/>
              <a:ext cx="78751" cy="243405"/>
            </a:xfrm>
            <a:custGeom>
              <a:avLst/>
              <a:gdLst>
                <a:gd name="connsiteX0" fmla="*/ 51331 w 78751"/>
                <a:gd name="connsiteY0" fmla="*/ 89 h 243405"/>
                <a:gd name="connsiteX1" fmla="*/ 249 w 78751"/>
                <a:gd name="connsiteY1" fmla="*/ 3947 h 243405"/>
                <a:gd name="connsiteX2" fmla="*/ 249 w 78751"/>
                <a:gd name="connsiteY2" fmla="*/ 14820 h 243405"/>
                <a:gd name="connsiteX3" fmla="*/ 27918 w 78751"/>
                <a:gd name="connsiteY3" fmla="*/ 34461 h 243405"/>
                <a:gd name="connsiteX4" fmla="*/ 27918 w 78751"/>
                <a:gd name="connsiteY4" fmla="*/ 216840 h 243405"/>
                <a:gd name="connsiteX5" fmla="*/ 249 w 78751"/>
                <a:gd name="connsiteY5" fmla="*/ 232622 h 243405"/>
                <a:gd name="connsiteX6" fmla="*/ 249 w 78751"/>
                <a:gd name="connsiteY6" fmla="*/ 243495 h 243405"/>
                <a:gd name="connsiteX7" fmla="*/ 39624 w 78751"/>
                <a:gd name="connsiteY7" fmla="*/ 242443 h 243405"/>
                <a:gd name="connsiteX8" fmla="*/ 79000 w 78751"/>
                <a:gd name="connsiteY8" fmla="*/ 243495 h 243405"/>
                <a:gd name="connsiteX9" fmla="*/ 79000 w 78751"/>
                <a:gd name="connsiteY9" fmla="*/ 232622 h 243405"/>
                <a:gd name="connsiteX10" fmla="*/ 51331 w 78751"/>
                <a:gd name="connsiteY10" fmla="*/ 216840 h 243405"/>
                <a:gd name="connsiteX11" fmla="*/ 51331 w 78751"/>
                <a:gd name="connsiteY11" fmla="*/ 89 h 243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751" h="243405">
                  <a:moveTo>
                    <a:pt x="51331" y="89"/>
                  </a:moveTo>
                  <a:lnTo>
                    <a:pt x="249" y="3947"/>
                  </a:lnTo>
                  <a:lnTo>
                    <a:pt x="249" y="14820"/>
                  </a:lnTo>
                  <a:cubicBezTo>
                    <a:pt x="25080" y="14820"/>
                    <a:pt x="27918" y="17275"/>
                    <a:pt x="27918" y="34461"/>
                  </a:cubicBezTo>
                  <a:lnTo>
                    <a:pt x="27918" y="216840"/>
                  </a:lnTo>
                  <a:cubicBezTo>
                    <a:pt x="27918" y="232622"/>
                    <a:pt x="24016" y="232622"/>
                    <a:pt x="249" y="232622"/>
                  </a:cubicBezTo>
                  <a:lnTo>
                    <a:pt x="249" y="243495"/>
                  </a:lnTo>
                  <a:cubicBezTo>
                    <a:pt x="11955" y="243144"/>
                    <a:pt x="30756" y="242443"/>
                    <a:pt x="39624" y="242443"/>
                  </a:cubicBezTo>
                  <a:cubicBezTo>
                    <a:pt x="48493" y="242443"/>
                    <a:pt x="65875" y="243144"/>
                    <a:pt x="79000" y="243495"/>
                  </a:cubicBezTo>
                  <a:lnTo>
                    <a:pt x="79000" y="232622"/>
                  </a:lnTo>
                  <a:cubicBezTo>
                    <a:pt x="55233" y="232622"/>
                    <a:pt x="51331" y="232622"/>
                    <a:pt x="51331" y="216840"/>
                  </a:cubicBezTo>
                  <a:lnTo>
                    <a:pt x="51331" y="89"/>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1" name="Freeform: Shape 130">
              <a:extLst>
                <a:ext uri="{FF2B5EF4-FFF2-40B4-BE49-F238E27FC236}">
                  <a16:creationId xmlns:a16="http://schemas.microsoft.com/office/drawing/2014/main" id="{12F2A6F3-3C6B-7495-66E3-B81DA77A8FFE}"/>
                </a:ext>
              </a:extLst>
            </p:cNvPr>
            <p:cNvSpPr/>
            <p:nvPr/>
          </p:nvSpPr>
          <p:spPr>
            <a:xfrm>
              <a:off x="11536911" y="7378605"/>
              <a:ext cx="157147" cy="160984"/>
            </a:xfrm>
            <a:custGeom>
              <a:avLst/>
              <a:gdLst>
                <a:gd name="connsiteX0" fmla="*/ 157399 w 157147"/>
                <a:gd name="connsiteY0" fmla="*/ 82160 h 160984"/>
                <a:gd name="connsiteX1" fmla="*/ 79003 w 157147"/>
                <a:gd name="connsiteY1" fmla="*/ 89 h 160984"/>
                <a:gd name="connsiteX2" fmla="*/ 251 w 157147"/>
                <a:gd name="connsiteY2" fmla="*/ 82160 h 160984"/>
                <a:gd name="connsiteX3" fmla="*/ 78648 w 157147"/>
                <a:gd name="connsiteY3" fmla="*/ 161074 h 160984"/>
                <a:gd name="connsiteX4" fmla="*/ 157399 w 157147"/>
                <a:gd name="connsiteY4" fmla="*/ 82160 h 160984"/>
                <a:gd name="connsiteX5" fmla="*/ 79003 w 157147"/>
                <a:gd name="connsiteY5" fmla="*/ 152306 h 160984"/>
                <a:gd name="connsiteX6" fmla="*/ 38563 w 157147"/>
                <a:gd name="connsiteY6" fmla="*/ 128807 h 160984"/>
                <a:gd name="connsiteX7" fmla="*/ 29694 w 157147"/>
                <a:gd name="connsiteY7" fmla="*/ 79354 h 160984"/>
                <a:gd name="connsiteX8" fmla="*/ 38208 w 157147"/>
                <a:gd name="connsiteY8" fmla="*/ 31304 h 160984"/>
                <a:gd name="connsiteX9" fmla="*/ 78648 w 157147"/>
                <a:gd name="connsiteY9" fmla="*/ 7805 h 160984"/>
                <a:gd name="connsiteX10" fmla="*/ 118733 w 157147"/>
                <a:gd name="connsiteY10" fmla="*/ 30603 h 160984"/>
                <a:gd name="connsiteX11" fmla="*/ 127956 w 157147"/>
                <a:gd name="connsiteY11" fmla="*/ 79354 h 160984"/>
                <a:gd name="connsiteX12" fmla="*/ 120152 w 157147"/>
                <a:gd name="connsiteY12" fmla="*/ 126352 h 160984"/>
                <a:gd name="connsiteX13" fmla="*/ 79003 w 157147"/>
                <a:gd name="connsiteY13" fmla="*/ 152306 h 160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7147" h="160984">
                  <a:moveTo>
                    <a:pt x="157399" y="82160"/>
                  </a:moveTo>
                  <a:cubicBezTo>
                    <a:pt x="157399" y="37267"/>
                    <a:pt x="121926" y="89"/>
                    <a:pt x="79003" y="89"/>
                  </a:cubicBezTo>
                  <a:cubicBezTo>
                    <a:pt x="34661" y="89"/>
                    <a:pt x="251" y="38319"/>
                    <a:pt x="251" y="82160"/>
                  </a:cubicBezTo>
                  <a:cubicBezTo>
                    <a:pt x="251" y="127404"/>
                    <a:pt x="37144" y="161074"/>
                    <a:pt x="78648" y="161074"/>
                  </a:cubicBezTo>
                  <a:cubicBezTo>
                    <a:pt x="121571" y="161074"/>
                    <a:pt x="157399" y="126702"/>
                    <a:pt x="157399" y="82160"/>
                  </a:cubicBezTo>
                  <a:close/>
                  <a:moveTo>
                    <a:pt x="79003" y="152306"/>
                  </a:moveTo>
                  <a:cubicBezTo>
                    <a:pt x="63749" y="152306"/>
                    <a:pt x="48141" y="144940"/>
                    <a:pt x="38563" y="128807"/>
                  </a:cubicBezTo>
                  <a:cubicBezTo>
                    <a:pt x="29694" y="113375"/>
                    <a:pt x="29694" y="91980"/>
                    <a:pt x="29694" y="79354"/>
                  </a:cubicBezTo>
                  <a:cubicBezTo>
                    <a:pt x="29694" y="65676"/>
                    <a:pt x="29694" y="46736"/>
                    <a:pt x="38208" y="31304"/>
                  </a:cubicBezTo>
                  <a:cubicBezTo>
                    <a:pt x="47786" y="15171"/>
                    <a:pt x="64458" y="7805"/>
                    <a:pt x="78648" y="7805"/>
                  </a:cubicBezTo>
                  <a:cubicBezTo>
                    <a:pt x="94256" y="7805"/>
                    <a:pt x="109510" y="15521"/>
                    <a:pt x="118733" y="30603"/>
                  </a:cubicBezTo>
                  <a:cubicBezTo>
                    <a:pt x="127956" y="45684"/>
                    <a:pt x="127956" y="66026"/>
                    <a:pt x="127956" y="79354"/>
                  </a:cubicBezTo>
                  <a:cubicBezTo>
                    <a:pt x="127956" y="91980"/>
                    <a:pt x="127956" y="110920"/>
                    <a:pt x="120152" y="126352"/>
                  </a:cubicBezTo>
                  <a:cubicBezTo>
                    <a:pt x="112348" y="142134"/>
                    <a:pt x="96739" y="152306"/>
                    <a:pt x="79003" y="152306"/>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2" name="Freeform: Shape 131">
              <a:extLst>
                <a:ext uri="{FF2B5EF4-FFF2-40B4-BE49-F238E27FC236}">
                  <a16:creationId xmlns:a16="http://schemas.microsoft.com/office/drawing/2014/main" id="{78056CED-2AE0-7985-B59F-65DCC1D87893}"/>
                </a:ext>
              </a:extLst>
            </p:cNvPr>
            <p:cNvSpPr/>
            <p:nvPr/>
          </p:nvSpPr>
          <p:spPr>
            <a:xfrm>
              <a:off x="11714279" y="7376851"/>
              <a:ext cx="162113" cy="231130"/>
            </a:xfrm>
            <a:custGeom>
              <a:avLst/>
              <a:gdLst>
                <a:gd name="connsiteX0" fmla="*/ 69075 w 162113"/>
                <a:gd name="connsiteY0" fmla="*/ 98644 h 231130"/>
                <a:gd name="connsiteX1" fmla="*/ 38213 w 162113"/>
                <a:gd name="connsiteY1" fmla="*/ 55504 h 231130"/>
                <a:gd name="connsiteX2" fmla="*/ 43889 w 162113"/>
                <a:gd name="connsiteY2" fmla="*/ 26043 h 231130"/>
                <a:gd name="connsiteX3" fmla="*/ 69075 w 162113"/>
                <a:gd name="connsiteY3" fmla="*/ 12014 h 231130"/>
                <a:gd name="connsiteX4" fmla="*/ 99937 w 162113"/>
                <a:gd name="connsiteY4" fmla="*/ 55154 h 231130"/>
                <a:gd name="connsiteX5" fmla="*/ 94261 w 162113"/>
                <a:gd name="connsiteY5" fmla="*/ 84615 h 231130"/>
                <a:gd name="connsiteX6" fmla="*/ 69075 w 162113"/>
                <a:gd name="connsiteY6" fmla="*/ 98644 h 231130"/>
                <a:gd name="connsiteX7" fmla="*/ 27926 w 162113"/>
                <a:gd name="connsiteY7" fmla="*/ 112323 h 231130"/>
                <a:gd name="connsiteX8" fmla="*/ 33956 w 162113"/>
                <a:gd name="connsiteY8" fmla="*/ 95838 h 231130"/>
                <a:gd name="connsiteX9" fmla="*/ 69075 w 162113"/>
                <a:gd name="connsiteY9" fmla="*/ 106711 h 231130"/>
                <a:gd name="connsiteX10" fmla="*/ 126542 w 162113"/>
                <a:gd name="connsiteY10" fmla="*/ 55504 h 231130"/>
                <a:gd name="connsiteX11" fmla="*/ 111998 w 162113"/>
                <a:gd name="connsiteY11" fmla="*/ 21484 h 231130"/>
                <a:gd name="connsiteX12" fmla="*/ 143924 w 162113"/>
                <a:gd name="connsiteY12" fmla="*/ 7805 h 231130"/>
                <a:gd name="connsiteX13" fmla="*/ 147472 w 162113"/>
                <a:gd name="connsiteY13" fmla="*/ 8156 h 231130"/>
                <a:gd name="connsiteX14" fmla="*/ 141796 w 162113"/>
                <a:gd name="connsiteY14" fmla="*/ 17626 h 231130"/>
                <a:gd name="connsiteX15" fmla="*/ 152083 w 162113"/>
                <a:gd name="connsiteY15" fmla="*/ 27797 h 231130"/>
                <a:gd name="connsiteX16" fmla="*/ 162370 w 162113"/>
                <a:gd name="connsiteY16" fmla="*/ 17275 h 231130"/>
                <a:gd name="connsiteX17" fmla="*/ 144279 w 162113"/>
                <a:gd name="connsiteY17" fmla="*/ 89 h 231130"/>
                <a:gd name="connsiteX18" fmla="*/ 106677 w 162113"/>
                <a:gd name="connsiteY18" fmla="*/ 16574 h 231130"/>
                <a:gd name="connsiteX19" fmla="*/ 69075 w 162113"/>
                <a:gd name="connsiteY19" fmla="*/ 3947 h 231130"/>
                <a:gd name="connsiteX20" fmla="*/ 11608 w 162113"/>
                <a:gd name="connsiteY20" fmla="*/ 55154 h 231130"/>
                <a:gd name="connsiteX21" fmla="*/ 28280 w 162113"/>
                <a:gd name="connsiteY21" fmla="*/ 91279 h 231130"/>
                <a:gd name="connsiteX22" fmla="*/ 17284 w 162113"/>
                <a:gd name="connsiteY22" fmla="*/ 120389 h 231130"/>
                <a:gd name="connsiteX23" fmla="*/ 32892 w 162113"/>
                <a:gd name="connsiteY23" fmla="*/ 151604 h 231130"/>
                <a:gd name="connsiteX24" fmla="*/ 256 w 162113"/>
                <a:gd name="connsiteY24" fmla="*/ 186677 h 231130"/>
                <a:gd name="connsiteX25" fmla="*/ 78653 w 162113"/>
                <a:gd name="connsiteY25" fmla="*/ 231220 h 231130"/>
                <a:gd name="connsiteX26" fmla="*/ 157404 w 162113"/>
                <a:gd name="connsiteY26" fmla="*/ 185976 h 231130"/>
                <a:gd name="connsiteX27" fmla="*/ 134346 w 162113"/>
                <a:gd name="connsiteY27" fmla="*/ 145992 h 231130"/>
                <a:gd name="connsiteX28" fmla="*/ 73332 w 162113"/>
                <a:gd name="connsiteY28" fmla="*/ 136172 h 231130"/>
                <a:gd name="connsiteX29" fmla="*/ 46727 w 162113"/>
                <a:gd name="connsiteY29" fmla="*/ 135821 h 231130"/>
                <a:gd name="connsiteX30" fmla="*/ 27926 w 162113"/>
                <a:gd name="connsiteY30" fmla="*/ 112323 h 231130"/>
                <a:gd name="connsiteX31" fmla="*/ 79008 w 162113"/>
                <a:gd name="connsiteY31" fmla="*/ 223153 h 231130"/>
                <a:gd name="connsiteX32" fmla="*/ 18703 w 162113"/>
                <a:gd name="connsiteY32" fmla="*/ 186677 h 231130"/>
                <a:gd name="connsiteX33" fmla="*/ 47791 w 162113"/>
                <a:gd name="connsiteY33" fmla="*/ 156514 h 231130"/>
                <a:gd name="connsiteX34" fmla="*/ 68720 w 162113"/>
                <a:gd name="connsiteY34" fmla="*/ 156514 h 231130"/>
                <a:gd name="connsiteX35" fmla="*/ 138958 w 162113"/>
                <a:gd name="connsiteY35" fmla="*/ 186677 h 231130"/>
                <a:gd name="connsiteX36" fmla="*/ 79008 w 162113"/>
                <a:gd name="connsiteY36" fmla="*/ 223153 h 231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2113" h="231130">
                  <a:moveTo>
                    <a:pt x="69075" y="98644"/>
                  </a:moveTo>
                  <a:cubicBezTo>
                    <a:pt x="38213" y="98644"/>
                    <a:pt x="38213" y="63571"/>
                    <a:pt x="38213" y="55504"/>
                  </a:cubicBezTo>
                  <a:cubicBezTo>
                    <a:pt x="38213" y="46035"/>
                    <a:pt x="38568" y="34811"/>
                    <a:pt x="43889" y="26043"/>
                  </a:cubicBezTo>
                  <a:cubicBezTo>
                    <a:pt x="46727" y="21835"/>
                    <a:pt x="54886" y="12014"/>
                    <a:pt x="69075" y="12014"/>
                  </a:cubicBezTo>
                  <a:cubicBezTo>
                    <a:pt x="99937" y="12014"/>
                    <a:pt x="99937" y="47087"/>
                    <a:pt x="99937" y="55154"/>
                  </a:cubicBezTo>
                  <a:cubicBezTo>
                    <a:pt x="99937" y="64623"/>
                    <a:pt x="99582" y="75847"/>
                    <a:pt x="94261" y="84615"/>
                  </a:cubicBezTo>
                  <a:cubicBezTo>
                    <a:pt x="91423" y="88824"/>
                    <a:pt x="83264" y="98644"/>
                    <a:pt x="69075" y="98644"/>
                  </a:cubicBezTo>
                  <a:close/>
                  <a:moveTo>
                    <a:pt x="27926" y="112323"/>
                  </a:moveTo>
                  <a:cubicBezTo>
                    <a:pt x="27926" y="110920"/>
                    <a:pt x="27926" y="102853"/>
                    <a:pt x="33956" y="95838"/>
                  </a:cubicBezTo>
                  <a:cubicBezTo>
                    <a:pt x="47791" y="105659"/>
                    <a:pt x="62335" y="106711"/>
                    <a:pt x="69075" y="106711"/>
                  </a:cubicBezTo>
                  <a:cubicBezTo>
                    <a:pt x="102065" y="106711"/>
                    <a:pt x="126542" y="82511"/>
                    <a:pt x="126542" y="55504"/>
                  </a:cubicBezTo>
                  <a:cubicBezTo>
                    <a:pt x="126542" y="42527"/>
                    <a:pt x="120866" y="29551"/>
                    <a:pt x="111998" y="21484"/>
                  </a:cubicBezTo>
                  <a:cubicBezTo>
                    <a:pt x="124768" y="9559"/>
                    <a:pt x="137539" y="7805"/>
                    <a:pt x="143924" y="7805"/>
                  </a:cubicBezTo>
                  <a:cubicBezTo>
                    <a:pt x="144634" y="7805"/>
                    <a:pt x="146407" y="7805"/>
                    <a:pt x="147472" y="8156"/>
                  </a:cubicBezTo>
                  <a:cubicBezTo>
                    <a:pt x="143569" y="9559"/>
                    <a:pt x="141796" y="13417"/>
                    <a:pt x="141796" y="17626"/>
                  </a:cubicBezTo>
                  <a:cubicBezTo>
                    <a:pt x="141796" y="23588"/>
                    <a:pt x="146407" y="27797"/>
                    <a:pt x="152083" y="27797"/>
                  </a:cubicBezTo>
                  <a:cubicBezTo>
                    <a:pt x="155630" y="27797"/>
                    <a:pt x="162370" y="25342"/>
                    <a:pt x="162370" y="17275"/>
                  </a:cubicBezTo>
                  <a:cubicBezTo>
                    <a:pt x="162370" y="11313"/>
                    <a:pt x="158114" y="89"/>
                    <a:pt x="144279" y="89"/>
                  </a:cubicBezTo>
                  <a:cubicBezTo>
                    <a:pt x="137184" y="89"/>
                    <a:pt x="121576" y="2194"/>
                    <a:pt x="106677" y="16574"/>
                  </a:cubicBezTo>
                  <a:cubicBezTo>
                    <a:pt x="91778" y="5000"/>
                    <a:pt x="76879" y="3947"/>
                    <a:pt x="69075" y="3947"/>
                  </a:cubicBezTo>
                  <a:cubicBezTo>
                    <a:pt x="36085" y="3947"/>
                    <a:pt x="11608" y="28148"/>
                    <a:pt x="11608" y="55154"/>
                  </a:cubicBezTo>
                  <a:cubicBezTo>
                    <a:pt x="11608" y="70586"/>
                    <a:pt x="19412" y="83913"/>
                    <a:pt x="28280" y="91279"/>
                  </a:cubicBezTo>
                  <a:cubicBezTo>
                    <a:pt x="23669" y="96540"/>
                    <a:pt x="17284" y="108114"/>
                    <a:pt x="17284" y="120389"/>
                  </a:cubicBezTo>
                  <a:cubicBezTo>
                    <a:pt x="17284" y="131262"/>
                    <a:pt x="21895" y="144590"/>
                    <a:pt x="32892" y="151604"/>
                  </a:cubicBezTo>
                  <a:cubicBezTo>
                    <a:pt x="11608" y="157567"/>
                    <a:pt x="256" y="172648"/>
                    <a:pt x="256" y="186677"/>
                  </a:cubicBezTo>
                  <a:cubicBezTo>
                    <a:pt x="256" y="211929"/>
                    <a:pt x="35375" y="231220"/>
                    <a:pt x="78653" y="231220"/>
                  </a:cubicBezTo>
                  <a:cubicBezTo>
                    <a:pt x="120512" y="231220"/>
                    <a:pt x="157404" y="213332"/>
                    <a:pt x="157404" y="185976"/>
                  </a:cubicBezTo>
                  <a:cubicBezTo>
                    <a:pt x="157404" y="173700"/>
                    <a:pt x="152438" y="155813"/>
                    <a:pt x="134346" y="145992"/>
                  </a:cubicBezTo>
                  <a:cubicBezTo>
                    <a:pt x="115545" y="136172"/>
                    <a:pt x="94971" y="136172"/>
                    <a:pt x="73332" y="136172"/>
                  </a:cubicBezTo>
                  <a:cubicBezTo>
                    <a:pt x="64463" y="136172"/>
                    <a:pt x="49210" y="136172"/>
                    <a:pt x="46727" y="135821"/>
                  </a:cubicBezTo>
                  <a:cubicBezTo>
                    <a:pt x="35375" y="134418"/>
                    <a:pt x="27926" y="123546"/>
                    <a:pt x="27926" y="112323"/>
                  </a:cubicBezTo>
                  <a:close/>
                  <a:moveTo>
                    <a:pt x="79008" y="223153"/>
                  </a:moveTo>
                  <a:cubicBezTo>
                    <a:pt x="43179" y="223153"/>
                    <a:pt x="18703" y="205266"/>
                    <a:pt x="18703" y="186677"/>
                  </a:cubicBezTo>
                  <a:cubicBezTo>
                    <a:pt x="18703" y="170543"/>
                    <a:pt x="32183" y="157567"/>
                    <a:pt x="47791" y="156514"/>
                  </a:cubicBezTo>
                  <a:lnTo>
                    <a:pt x="68720" y="156514"/>
                  </a:lnTo>
                  <a:cubicBezTo>
                    <a:pt x="99228" y="156514"/>
                    <a:pt x="138958" y="156514"/>
                    <a:pt x="138958" y="186677"/>
                  </a:cubicBezTo>
                  <a:cubicBezTo>
                    <a:pt x="138958" y="205616"/>
                    <a:pt x="113772" y="223153"/>
                    <a:pt x="79008" y="223153"/>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3" name="Freeform: Shape 132">
              <a:extLst>
                <a:ext uri="{FF2B5EF4-FFF2-40B4-BE49-F238E27FC236}">
                  <a16:creationId xmlns:a16="http://schemas.microsoft.com/office/drawing/2014/main" id="{02ABCEEB-C3E8-FFB6-361B-A307EFB72081}"/>
                </a:ext>
              </a:extLst>
            </p:cNvPr>
            <p:cNvSpPr/>
            <p:nvPr/>
          </p:nvSpPr>
          <p:spPr>
            <a:xfrm>
              <a:off x="12019547" y="7027170"/>
              <a:ext cx="174529" cy="841398"/>
            </a:xfrm>
            <a:custGeom>
              <a:avLst/>
              <a:gdLst>
                <a:gd name="connsiteX0" fmla="*/ 174793 w 174529"/>
                <a:gd name="connsiteY0" fmla="*/ 837966 h 841398"/>
                <a:gd name="connsiteX1" fmla="*/ 173374 w 174529"/>
                <a:gd name="connsiteY1" fmla="*/ 834810 h 841398"/>
                <a:gd name="connsiteX2" fmla="*/ 112714 w 174529"/>
                <a:gd name="connsiteY2" fmla="*/ 760455 h 841398"/>
                <a:gd name="connsiteX3" fmla="*/ 29706 w 174529"/>
                <a:gd name="connsiteY3" fmla="*/ 420950 h 841398"/>
                <a:gd name="connsiteX4" fmla="*/ 101008 w 174529"/>
                <a:gd name="connsiteY4" fmla="*/ 100384 h 841398"/>
                <a:gd name="connsiteX5" fmla="*/ 173729 w 174529"/>
                <a:gd name="connsiteY5" fmla="*/ 6388 h 841398"/>
                <a:gd name="connsiteX6" fmla="*/ 174793 w 174529"/>
                <a:gd name="connsiteY6" fmla="*/ 3583 h 841398"/>
                <a:gd name="connsiteX7" fmla="*/ 167343 w 174529"/>
                <a:gd name="connsiteY7" fmla="*/ 75 h 841398"/>
                <a:gd name="connsiteX8" fmla="*/ 156347 w 174529"/>
                <a:gd name="connsiteY8" fmla="*/ 5336 h 841398"/>
                <a:gd name="connsiteX9" fmla="*/ 263 w 174529"/>
                <a:gd name="connsiteY9" fmla="*/ 420599 h 841398"/>
                <a:gd name="connsiteX10" fmla="*/ 122292 w 174529"/>
                <a:gd name="connsiteY10" fmla="*/ 802192 h 841398"/>
                <a:gd name="connsiteX11" fmla="*/ 157411 w 174529"/>
                <a:gd name="connsiteY11" fmla="*/ 837265 h 841398"/>
                <a:gd name="connsiteX12" fmla="*/ 167343 w 174529"/>
                <a:gd name="connsiteY12" fmla="*/ 841474 h 841398"/>
                <a:gd name="connsiteX13" fmla="*/ 174793 w 174529"/>
                <a:gd name="connsiteY13" fmla="*/ 837966 h 84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4529" h="841398">
                  <a:moveTo>
                    <a:pt x="174793" y="837966"/>
                  </a:moveTo>
                  <a:cubicBezTo>
                    <a:pt x="174793" y="836563"/>
                    <a:pt x="174083" y="835862"/>
                    <a:pt x="173374" y="834810"/>
                  </a:cubicBezTo>
                  <a:cubicBezTo>
                    <a:pt x="160249" y="821833"/>
                    <a:pt x="136481" y="798334"/>
                    <a:pt x="112714" y="760455"/>
                  </a:cubicBezTo>
                  <a:cubicBezTo>
                    <a:pt x="55602" y="669967"/>
                    <a:pt x="29706" y="555980"/>
                    <a:pt x="29706" y="420950"/>
                  </a:cubicBezTo>
                  <a:cubicBezTo>
                    <a:pt x="29706" y="326604"/>
                    <a:pt x="42477" y="204901"/>
                    <a:pt x="101008" y="100384"/>
                  </a:cubicBezTo>
                  <a:cubicBezTo>
                    <a:pt x="129032" y="50580"/>
                    <a:pt x="158120" y="21820"/>
                    <a:pt x="173729" y="6388"/>
                  </a:cubicBezTo>
                  <a:cubicBezTo>
                    <a:pt x="174793" y="5336"/>
                    <a:pt x="174793" y="4635"/>
                    <a:pt x="174793" y="3583"/>
                  </a:cubicBezTo>
                  <a:cubicBezTo>
                    <a:pt x="174793" y="75"/>
                    <a:pt x="172310" y="75"/>
                    <a:pt x="167343" y="75"/>
                  </a:cubicBezTo>
                  <a:cubicBezTo>
                    <a:pt x="162377" y="75"/>
                    <a:pt x="161668" y="75"/>
                    <a:pt x="156347" y="5336"/>
                  </a:cubicBezTo>
                  <a:cubicBezTo>
                    <a:pt x="37510" y="112308"/>
                    <a:pt x="263" y="272942"/>
                    <a:pt x="263" y="420599"/>
                  </a:cubicBezTo>
                  <a:cubicBezTo>
                    <a:pt x="263" y="558435"/>
                    <a:pt x="32189" y="697324"/>
                    <a:pt x="122292" y="802192"/>
                  </a:cubicBezTo>
                  <a:cubicBezTo>
                    <a:pt x="129387" y="810259"/>
                    <a:pt x="142867" y="824639"/>
                    <a:pt x="157411" y="837265"/>
                  </a:cubicBezTo>
                  <a:cubicBezTo>
                    <a:pt x="161668" y="841474"/>
                    <a:pt x="162377" y="841474"/>
                    <a:pt x="167343" y="841474"/>
                  </a:cubicBezTo>
                  <a:cubicBezTo>
                    <a:pt x="172310" y="841474"/>
                    <a:pt x="174793" y="841474"/>
                    <a:pt x="174793" y="837966"/>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4" name="Freeform: Shape 133">
              <a:extLst>
                <a:ext uri="{FF2B5EF4-FFF2-40B4-BE49-F238E27FC236}">
                  <a16:creationId xmlns:a16="http://schemas.microsoft.com/office/drawing/2014/main" id="{CCC5DD83-7FE9-D47E-B5A6-51DCEA899111}"/>
                </a:ext>
              </a:extLst>
            </p:cNvPr>
            <p:cNvSpPr/>
            <p:nvPr/>
          </p:nvSpPr>
          <p:spPr>
            <a:xfrm>
              <a:off x="12265773" y="7143439"/>
              <a:ext cx="136218" cy="158880"/>
            </a:xfrm>
            <a:custGeom>
              <a:avLst/>
              <a:gdLst>
                <a:gd name="connsiteX0" fmla="*/ 50289 w 136218"/>
                <a:gd name="connsiteY0" fmla="*/ 74086 h 158880"/>
                <a:gd name="connsiteX1" fmla="*/ 104564 w 136218"/>
                <a:gd name="connsiteY1" fmla="*/ 66020 h 158880"/>
                <a:gd name="connsiteX2" fmla="*/ 131169 w 136218"/>
                <a:gd name="connsiteY2" fmla="*/ 29895 h 158880"/>
                <a:gd name="connsiteX3" fmla="*/ 93212 w 136218"/>
                <a:gd name="connsiteY3" fmla="*/ 83 h 158880"/>
                <a:gd name="connsiteX4" fmla="*/ 272 w 136218"/>
                <a:gd name="connsiteY4" fmla="*/ 95481 h 158880"/>
                <a:gd name="connsiteX5" fmla="*/ 55965 w 136218"/>
                <a:gd name="connsiteY5" fmla="*/ 158963 h 158880"/>
                <a:gd name="connsiteX6" fmla="*/ 136490 w 136218"/>
                <a:gd name="connsiteY6" fmla="*/ 117577 h 158880"/>
                <a:gd name="connsiteX7" fmla="*/ 132233 w 136218"/>
                <a:gd name="connsiteY7" fmla="*/ 113017 h 158880"/>
                <a:gd name="connsiteX8" fmla="*/ 127622 w 136218"/>
                <a:gd name="connsiteY8" fmla="*/ 116525 h 158880"/>
                <a:gd name="connsiteX9" fmla="*/ 56675 w 136218"/>
                <a:gd name="connsiteY9" fmla="*/ 151247 h 158880"/>
                <a:gd name="connsiteX10" fmla="*/ 25813 w 136218"/>
                <a:gd name="connsiteY10" fmla="*/ 110562 h 158880"/>
                <a:gd name="connsiteX11" fmla="*/ 31488 w 136218"/>
                <a:gd name="connsiteY11" fmla="*/ 74086 h 158880"/>
                <a:gd name="connsiteX12" fmla="*/ 50289 w 136218"/>
                <a:gd name="connsiteY12" fmla="*/ 74086 h 158880"/>
                <a:gd name="connsiteX13" fmla="*/ 33617 w 136218"/>
                <a:gd name="connsiteY13" fmla="*/ 66370 h 158880"/>
                <a:gd name="connsiteX14" fmla="*/ 93212 w 136218"/>
                <a:gd name="connsiteY14" fmla="*/ 7799 h 158880"/>
                <a:gd name="connsiteX15" fmla="*/ 119463 w 136218"/>
                <a:gd name="connsiteY15" fmla="*/ 29895 h 158880"/>
                <a:gd name="connsiteX16" fmla="*/ 48161 w 136218"/>
                <a:gd name="connsiteY16" fmla="*/ 66370 h 158880"/>
                <a:gd name="connsiteX17" fmla="*/ 33617 w 136218"/>
                <a:gd name="connsiteY17" fmla="*/ 66370 h 15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218" h="158880">
                  <a:moveTo>
                    <a:pt x="50289" y="74086"/>
                  </a:moveTo>
                  <a:cubicBezTo>
                    <a:pt x="60577" y="74086"/>
                    <a:pt x="86827" y="73385"/>
                    <a:pt x="104564" y="66020"/>
                  </a:cubicBezTo>
                  <a:cubicBezTo>
                    <a:pt x="129395" y="55498"/>
                    <a:pt x="131169" y="34805"/>
                    <a:pt x="131169" y="29895"/>
                  </a:cubicBezTo>
                  <a:cubicBezTo>
                    <a:pt x="131169" y="14462"/>
                    <a:pt x="117689" y="83"/>
                    <a:pt x="93212" y="83"/>
                  </a:cubicBezTo>
                  <a:cubicBezTo>
                    <a:pt x="53837" y="83"/>
                    <a:pt x="272" y="34103"/>
                    <a:pt x="272" y="95481"/>
                  </a:cubicBezTo>
                  <a:cubicBezTo>
                    <a:pt x="272" y="131255"/>
                    <a:pt x="21201" y="158963"/>
                    <a:pt x="55965" y="158963"/>
                  </a:cubicBezTo>
                  <a:cubicBezTo>
                    <a:pt x="106692" y="158963"/>
                    <a:pt x="136490" y="121785"/>
                    <a:pt x="136490" y="117577"/>
                  </a:cubicBezTo>
                  <a:cubicBezTo>
                    <a:pt x="136490" y="115472"/>
                    <a:pt x="134362" y="113017"/>
                    <a:pt x="132233" y="113017"/>
                  </a:cubicBezTo>
                  <a:cubicBezTo>
                    <a:pt x="130460" y="113017"/>
                    <a:pt x="129750" y="113719"/>
                    <a:pt x="127622" y="116525"/>
                  </a:cubicBezTo>
                  <a:cubicBezTo>
                    <a:pt x="99598" y="151247"/>
                    <a:pt x="60931" y="151247"/>
                    <a:pt x="56675" y="151247"/>
                  </a:cubicBezTo>
                  <a:cubicBezTo>
                    <a:pt x="29005" y="151247"/>
                    <a:pt x="25813" y="121785"/>
                    <a:pt x="25813" y="110562"/>
                  </a:cubicBezTo>
                  <a:cubicBezTo>
                    <a:pt x="25813" y="106353"/>
                    <a:pt x="26167" y="95481"/>
                    <a:pt x="31488" y="74086"/>
                  </a:cubicBezTo>
                  <a:lnTo>
                    <a:pt x="50289" y="74086"/>
                  </a:lnTo>
                  <a:close/>
                  <a:moveTo>
                    <a:pt x="33617" y="66370"/>
                  </a:moveTo>
                  <a:cubicBezTo>
                    <a:pt x="47452" y="13060"/>
                    <a:pt x="83989" y="7799"/>
                    <a:pt x="93212" y="7799"/>
                  </a:cubicBezTo>
                  <a:cubicBezTo>
                    <a:pt x="109885" y="7799"/>
                    <a:pt x="119463" y="17970"/>
                    <a:pt x="119463" y="29895"/>
                  </a:cubicBezTo>
                  <a:cubicBezTo>
                    <a:pt x="119463" y="66370"/>
                    <a:pt x="62705" y="66370"/>
                    <a:pt x="48161" y="66370"/>
                  </a:cubicBezTo>
                  <a:lnTo>
                    <a:pt x="33617" y="66370"/>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5" name="Freeform: Shape 134">
              <a:extLst>
                <a:ext uri="{FF2B5EF4-FFF2-40B4-BE49-F238E27FC236}">
                  <a16:creationId xmlns:a16="http://schemas.microsoft.com/office/drawing/2014/main" id="{715264E7-36ED-D59D-594A-641885E81E36}"/>
                </a:ext>
              </a:extLst>
            </p:cNvPr>
            <p:cNvSpPr/>
            <p:nvPr/>
          </p:nvSpPr>
          <p:spPr>
            <a:xfrm>
              <a:off x="12425804" y="7061686"/>
              <a:ext cx="89889" cy="111952"/>
            </a:xfrm>
            <a:custGeom>
              <a:avLst/>
              <a:gdLst>
                <a:gd name="connsiteX0" fmla="*/ 83213 w 89889"/>
                <a:gd name="connsiteY0" fmla="*/ 6462 h 111952"/>
                <a:gd name="connsiteX1" fmla="*/ 79737 w 89889"/>
                <a:gd name="connsiteY1" fmla="*/ 79 h 111952"/>
                <a:gd name="connsiteX2" fmla="*/ 74771 w 89889"/>
                <a:gd name="connsiteY2" fmla="*/ 3025 h 111952"/>
                <a:gd name="connsiteX3" fmla="*/ 70301 w 89889"/>
                <a:gd name="connsiteY3" fmla="*/ 6708 h 111952"/>
                <a:gd name="connsiteX4" fmla="*/ 44228 w 89889"/>
                <a:gd name="connsiteY4" fmla="*/ 79 h 111952"/>
                <a:gd name="connsiteX5" fmla="*/ 276 w 89889"/>
                <a:gd name="connsiteY5" fmla="*/ 30768 h 111952"/>
                <a:gd name="connsiteX6" fmla="*/ 9712 w 89889"/>
                <a:gd name="connsiteY6" fmla="*/ 49918 h 111952"/>
                <a:gd name="connsiteX7" fmla="*/ 43980 w 89889"/>
                <a:gd name="connsiteY7" fmla="*/ 62193 h 111952"/>
                <a:gd name="connsiteX8" fmla="*/ 76509 w 89889"/>
                <a:gd name="connsiteY8" fmla="*/ 84289 h 111952"/>
                <a:gd name="connsiteX9" fmla="*/ 45966 w 89889"/>
                <a:gd name="connsiteY9" fmla="*/ 105157 h 111952"/>
                <a:gd name="connsiteX10" fmla="*/ 8967 w 89889"/>
                <a:gd name="connsiteY10" fmla="*/ 72995 h 111952"/>
                <a:gd name="connsiteX11" fmla="*/ 4498 w 89889"/>
                <a:gd name="connsiteY11" fmla="*/ 68822 h 111952"/>
                <a:gd name="connsiteX12" fmla="*/ 276 w 89889"/>
                <a:gd name="connsiteY12" fmla="*/ 75451 h 111952"/>
                <a:gd name="connsiteX13" fmla="*/ 276 w 89889"/>
                <a:gd name="connsiteY13" fmla="*/ 105648 h 111952"/>
                <a:gd name="connsiteX14" fmla="*/ 3753 w 89889"/>
                <a:gd name="connsiteY14" fmla="*/ 112032 h 111952"/>
                <a:gd name="connsiteX15" fmla="*/ 15672 w 89889"/>
                <a:gd name="connsiteY15" fmla="*/ 101475 h 111952"/>
                <a:gd name="connsiteX16" fmla="*/ 45966 w 89889"/>
                <a:gd name="connsiteY16" fmla="*/ 112032 h 111952"/>
                <a:gd name="connsiteX17" fmla="*/ 90166 w 89889"/>
                <a:gd name="connsiteY17" fmla="*/ 77415 h 111952"/>
                <a:gd name="connsiteX18" fmla="*/ 79489 w 89889"/>
                <a:gd name="connsiteY18" fmla="*/ 54828 h 111952"/>
                <a:gd name="connsiteX19" fmla="*/ 49939 w 89889"/>
                <a:gd name="connsiteY19" fmla="*/ 42798 h 111952"/>
                <a:gd name="connsiteX20" fmla="*/ 13934 w 89889"/>
                <a:gd name="connsiteY20" fmla="*/ 23402 h 111952"/>
                <a:gd name="connsiteX21" fmla="*/ 44228 w 89889"/>
                <a:gd name="connsiteY21" fmla="*/ 5971 h 111952"/>
                <a:gd name="connsiteX22" fmla="*/ 74771 w 89889"/>
                <a:gd name="connsiteY22" fmla="*/ 32977 h 111952"/>
                <a:gd name="connsiteX23" fmla="*/ 78992 w 89889"/>
                <a:gd name="connsiteY23" fmla="*/ 35678 h 111952"/>
                <a:gd name="connsiteX24" fmla="*/ 83213 w 89889"/>
                <a:gd name="connsiteY24" fmla="*/ 29295 h 111952"/>
                <a:gd name="connsiteX25" fmla="*/ 83213 w 89889"/>
                <a:gd name="connsiteY25" fmla="*/ 6462 h 111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9889" h="111952">
                  <a:moveTo>
                    <a:pt x="83213" y="6462"/>
                  </a:moveTo>
                  <a:cubicBezTo>
                    <a:pt x="83213" y="2289"/>
                    <a:pt x="83213" y="79"/>
                    <a:pt x="79737" y="79"/>
                  </a:cubicBezTo>
                  <a:cubicBezTo>
                    <a:pt x="78495" y="79"/>
                    <a:pt x="77999" y="79"/>
                    <a:pt x="74771" y="3025"/>
                  </a:cubicBezTo>
                  <a:cubicBezTo>
                    <a:pt x="74274" y="3271"/>
                    <a:pt x="71791" y="5480"/>
                    <a:pt x="70301" y="6708"/>
                  </a:cubicBezTo>
                  <a:cubicBezTo>
                    <a:pt x="62852" y="1552"/>
                    <a:pt x="53416" y="79"/>
                    <a:pt x="44228" y="79"/>
                  </a:cubicBezTo>
                  <a:cubicBezTo>
                    <a:pt x="8719" y="79"/>
                    <a:pt x="276" y="18492"/>
                    <a:pt x="276" y="30768"/>
                  </a:cubicBezTo>
                  <a:cubicBezTo>
                    <a:pt x="276" y="38624"/>
                    <a:pt x="3753" y="45007"/>
                    <a:pt x="9712" y="49918"/>
                  </a:cubicBezTo>
                  <a:cubicBezTo>
                    <a:pt x="19148" y="58019"/>
                    <a:pt x="28584" y="59738"/>
                    <a:pt x="43980" y="62193"/>
                  </a:cubicBezTo>
                  <a:cubicBezTo>
                    <a:pt x="56395" y="64403"/>
                    <a:pt x="76509" y="67840"/>
                    <a:pt x="76509" y="84289"/>
                  </a:cubicBezTo>
                  <a:cubicBezTo>
                    <a:pt x="76509" y="93864"/>
                    <a:pt x="69804" y="105157"/>
                    <a:pt x="45966" y="105157"/>
                  </a:cubicBezTo>
                  <a:cubicBezTo>
                    <a:pt x="22128" y="105157"/>
                    <a:pt x="13437" y="89690"/>
                    <a:pt x="8967" y="72995"/>
                  </a:cubicBezTo>
                  <a:cubicBezTo>
                    <a:pt x="8222" y="69804"/>
                    <a:pt x="7974" y="68822"/>
                    <a:pt x="4498" y="68822"/>
                  </a:cubicBezTo>
                  <a:cubicBezTo>
                    <a:pt x="276" y="68822"/>
                    <a:pt x="276" y="70540"/>
                    <a:pt x="276" y="75451"/>
                  </a:cubicBezTo>
                  <a:lnTo>
                    <a:pt x="276" y="105648"/>
                  </a:lnTo>
                  <a:cubicBezTo>
                    <a:pt x="276" y="109822"/>
                    <a:pt x="276" y="112032"/>
                    <a:pt x="3753" y="112032"/>
                  </a:cubicBezTo>
                  <a:cubicBezTo>
                    <a:pt x="5988" y="112032"/>
                    <a:pt x="10706" y="106876"/>
                    <a:pt x="15672" y="101475"/>
                  </a:cubicBezTo>
                  <a:cubicBezTo>
                    <a:pt x="26598" y="111541"/>
                    <a:pt x="40007" y="112032"/>
                    <a:pt x="45966" y="112032"/>
                  </a:cubicBezTo>
                  <a:cubicBezTo>
                    <a:pt x="78247" y="112032"/>
                    <a:pt x="90166" y="94846"/>
                    <a:pt x="90166" y="77415"/>
                  </a:cubicBezTo>
                  <a:cubicBezTo>
                    <a:pt x="90166" y="68085"/>
                    <a:pt x="85945" y="60720"/>
                    <a:pt x="79489" y="54828"/>
                  </a:cubicBezTo>
                  <a:cubicBezTo>
                    <a:pt x="70053" y="46235"/>
                    <a:pt x="58630" y="44271"/>
                    <a:pt x="49939" y="42798"/>
                  </a:cubicBezTo>
                  <a:cubicBezTo>
                    <a:pt x="30074" y="39361"/>
                    <a:pt x="13934" y="36414"/>
                    <a:pt x="13934" y="23402"/>
                  </a:cubicBezTo>
                  <a:cubicBezTo>
                    <a:pt x="13934" y="15546"/>
                    <a:pt x="20638" y="5971"/>
                    <a:pt x="44228" y="5971"/>
                  </a:cubicBezTo>
                  <a:cubicBezTo>
                    <a:pt x="73033" y="5971"/>
                    <a:pt x="74274" y="25858"/>
                    <a:pt x="74771" y="32977"/>
                  </a:cubicBezTo>
                  <a:cubicBezTo>
                    <a:pt x="75019" y="35678"/>
                    <a:pt x="77999" y="35678"/>
                    <a:pt x="78992" y="35678"/>
                  </a:cubicBezTo>
                  <a:cubicBezTo>
                    <a:pt x="83213" y="35678"/>
                    <a:pt x="83213" y="33959"/>
                    <a:pt x="83213" y="29295"/>
                  </a:cubicBezTo>
                  <a:lnTo>
                    <a:pt x="83213" y="6462"/>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6" name="Freeform: Shape 135">
              <a:extLst>
                <a:ext uri="{FF2B5EF4-FFF2-40B4-BE49-F238E27FC236}">
                  <a16:creationId xmlns:a16="http://schemas.microsoft.com/office/drawing/2014/main" id="{45DA0435-9E9E-F4A2-15AA-A95141D63E3F}"/>
                </a:ext>
              </a:extLst>
            </p:cNvPr>
            <p:cNvSpPr/>
            <p:nvPr/>
          </p:nvSpPr>
          <p:spPr>
            <a:xfrm>
              <a:off x="12538435" y="7061686"/>
              <a:ext cx="104788" cy="111952"/>
            </a:xfrm>
            <a:custGeom>
              <a:avLst/>
              <a:gdLst>
                <a:gd name="connsiteX0" fmla="*/ 85451 w 104788"/>
                <a:gd name="connsiteY0" fmla="*/ 11618 h 111952"/>
                <a:gd name="connsiteX1" fmla="*/ 78499 w 104788"/>
                <a:gd name="connsiteY1" fmla="*/ 22420 h 111952"/>
                <a:gd name="connsiteX2" fmla="*/ 90169 w 104788"/>
                <a:gd name="connsiteY2" fmla="*/ 33959 h 111952"/>
                <a:gd name="connsiteX3" fmla="*/ 102089 w 104788"/>
                <a:gd name="connsiteY3" fmla="*/ 21929 h 111952"/>
                <a:gd name="connsiteX4" fmla="*/ 60620 w 104788"/>
                <a:gd name="connsiteY4" fmla="*/ 79 h 111952"/>
                <a:gd name="connsiteX5" fmla="*/ 280 w 104788"/>
                <a:gd name="connsiteY5" fmla="*/ 56546 h 111952"/>
                <a:gd name="connsiteX6" fmla="*/ 59378 w 104788"/>
                <a:gd name="connsiteY6" fmla="*/ 112032 h 111952"/>
                <a:gd name="connsiteX7" fmla="*/ 105068 w 104788"/>
                <a:gd name="connsiteY7" fmla="*/ 80115 h 111952"/>
                <a:gd name="connsiteX8" fmla="*/ 100847 w 104788"/>
                <a:gd name="connsiteY8" fmla="*/ 77169 h 111952"/>
                <a:gd name="connsiteX9" fmla="*/ 96129 w 104788"/>
                <a:gd name="connsiteY9" fmla="*/ 81343 h 111952"/>
                <a:gd name="connsiteX10" fmla="*/ 62358 w 104788"/>
                <a:gd name="connsiteY10" fmla="*/ 104175 h 111952"/>
                <a:gd name="connsiteX11" fmla="*/ 22876 w 104788"/>
                <a:gd name="connsiteY11" fmla="*/ 56301 h 111952"/>
                <a:gd name="connsiteX12" fmla="*/ 61365 w 104788"/>
                <a:gd name="connsiteY12" fmla="*/ 7935 h 111952"/>
                <a:gd name="connsiteX13" fmla="*/ 85451 w 104788"/>
                <a:gd name="connsiteY13" fmla="*/ 11618 h 111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04788" h="111952">
                  <a:moveTo>
                    <a:pt x="85451" y="11618"/>
                  </a:moveTo>
                  <a:cubicBezTo>
                    <a:pt x="80982" y="13582"/>
                    <a:pt x="78499" y="17510"/>
                    <a:pt x="78499" y="22420"/>
                  </a:cubicBezTo>
                  <a:cubicBezTo>
                    <a:pt x="78499" y="29049"/>
                    <a:pt x="83217" y="33959"/>
                    <a:pt x="90169" y="33959"/>
                  </a:cubicBezTo>
                  <a:cubicBezTo>
                    <a:pt x="96874" y="33959"/>
                    <a:pt x="102089" y="29786"/>
                    <a:pt x="102089" y="21929"/>
                  </a:cubicBezTo>
                  <a:cubicBezTo>
                    <a:pt x="102089" y="79"/>
                    <a:pt x="67573" y="79"/>
                    <a:pt x="60620" y="79"/>
                  </a:cubicBezTo>
                  <a:cubicBezTo>
                    <a:pt x="23373" y="79"/>
                    <a:pt x="280" y="28313"/>
                    <a:pt x="280" y="56546"/>
                  </a:cubicBezTo>
                  <a:cubicBezTo>
                    <a:pt x="280" y="87481"/>
                    <a:pt x="26849" y="112032"/>
                    <a:pt x="59378" y="112032"/>
                  </a:cubicBezTo>
                  <a:cubicBezTo>
                    <a:pt x="96377" y="112032"/>
                    <a:pt x="105068" y="83061"/>
                    <a:pt x="105068" y="80115"/>
                  </a:cubicBezTo>
                  <a:cubicBezTo>
                    <a:pt x="105068" y="77169"/>
                    <a:pt x="101840" y="77169"/>
                    <a:pt x="100847" y="77169"/>
                  </a:cubicBezTo>
                  <a:cubicBezTo>
                    <a:pt x="97619" y="77169"/>
                    <a:pt x="97371" y="77906"/>
                    <a:pt x="96129" y="81343"/>
                  </a:cubicBezTo>
                  <a:cubicBezTo>
                    <a:pt x="90666" y="96564"/>
                    <a:pt x="77505" y="104175"/>
                    <a:pt x="62358" y="104175"/>
                  </a:cubicBezTo>
                  <a:cubicBezTo>
                    <a:pt x="45224" y="104175"/>
                    <a:pt x="22876" y="91654"/>
                    <a:pt x="22876" y="56301"/>
                  </a:cubicBezTo>
                  <a:cubicBezTo>
                    <a:pt x="22876" y="25121"/>
                    <a:pt x="38272" y="7935"/>
                    <a:pt x="61365" y="7935"/>
                  </a:cubicBezTo>
                  <a:cubicBezTo>
                    <a:pt x="64593" y="7935"/>
                    <a:pt x="76512" y="7935"/>
                    <a:pt x="85451" y="11618"/>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7" name="Freeform: Shape 136">
              <a:extLst>
                <a:ext uri="{FF2B5EF4-FFF2-40B4-BE49-F238E27FC236}">
                  <a16:creationId xmlns:a16="http://schemas.microsoft.com/office/drawing/2014/main" id="{9A0E8592-2C63-8C43-4CDF-9C5FB68D2744}"/>
                </a:ext>
              </a:extLst>
            </p:cNvPr>
            <p:cNvSpPr/>
            <p:nvPr/>
          </p:nvSpPr>
          <p:spPr>
            <a:xfrm>
              <a:off x="12662826" y="7061686"/>
              <a:ext cx="121674" cy="111952"/>
            </a:xfrm>
            <a:custGeom>
              <a:avLst/>
              <a:gdLst>
                <a:gd name="connsiteX0" fmla="*/ 121957 w 121674"/>
                <a:gd name="connsiteY0" fmla="*/ 57283 h 111952"/>
                <a:gd name="connsiteX1" fmla="*/ 61120 w 121674"/>
                <a:gd name="connsiteY1" fmla="*/ 79 h 111952"/>
                <a:gd name="connsiteX2" fmla="*/ 283 w 121674"/>
                <a:gd name="connsiteY2" fmla="*/ 57283 h 111952"/>
                <a:gd name="connsiteX3" fmla="*/ 61120 w 121674"/>
                <a:gd name="connsiteY3" fmla="*/ 112032 h 111952"/>
                <a:gd name="connsiteX4" fmla="*/ 121957 w 121674"/>
                <a:gd name="connsiteY4" fmla="*/ 57283 h 111952"/>
                <a:gd name="connsiteX5" fmla="*/ 61120 w 121674"/>
                <a:gd name="connsiteY5" fmla="*/ 104175 h 111952"/>
                <a:gd name="connsiteX6" fmla="*/ 30329 w 121674"/>
                <a:gd name="connsiteY6" fmla="*/ 89199 h 111952"/>
                <a:gd name="connsiteX7" fmla="*/ 22880 w 121674"/>
                <a:gd name="connsiteY7" fmla="*/ 55073 h 111952"/>
                <a:gd name="connsiteX8" fmla="*/ 31819 w 121674"/>
                <a:gd name="connsiteY8" fmla="*/ 19474 h 111952"/>
                <a:gd name="connsiteX9" fmla="*/ 61120 w 121674"/>
                <a:gd name="connsiteY9" fmla="*/ 6953 h 111952"/>
                <a:gd name="connsiteX10" fmla="*/ 91663 w 121674"/>
                <a:gd name="connsiteY10" fmla="*/ 21438 h 111952"/>
                <a:gd name="connsiteX11" fmla="*/ 99361 w 121674"/>
                <a:gd name="connsiteY11" fmla="*/ 55073 h 111952"/>
                <a:gd name="connsiteX12" fmla="*/ 91415 w 121674"/>
                <a:gd name="connsiteY12" fmla="*/ 89936 h 111952"/>
                <a:gd name="connsiteX13" fmla="*/ 61120 w 121674"/>
                <a:gd name="connsiteY13" fmla="*/ 104175 h 111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674" h="111952">
                  <a:moveTo>
                    <a:pt x="121957" y="57283"/>
                  </a:moveTo>
                  <a:cubicBezTo>
                    <a:pt x="121957" y="26594"/>
                    <a:pt x="95388" y="79"/>
                    <a:pt x="61120" y="79"/>
                  </a:cubicBezTo>
                  <a:cubicBezTo>
                    <a:pt x="26853" y="79"/>
                    <a:pt x="283" y="26594"/>
                    <a:pt x="283" y="57283"/>
                  </a:cubicBezTo>
                  <a:cubicBezTo>
                    <a:pt x="283" y="87726"/>
                    <a:pt x="27598" y="112032"/>
                    <a:pt x="61120" y="112032"/>
                  </a:cubicBezTo>
                  <a:cubicBezTo>
                    <a:pt x="94643" y="112032"/>
                    <a:pt x="121957" y="87726"/>
                    <a:pt x="121957" y="57283"/>
                  </a:cubicBezTo>
                  <a:close/>
                  <a:moveTo>
                    <a:pt x="61120" y="104175"/>
                  </a:moveTo>
                  <a:cubicBezTo>
                    <a:pt x="51932" y="104175"/>
                    <a:pt x="38524" y="101229"/>
                    <a:pt x="30329" y="89199"/>
                  </a:cubicBezTo>
                  <a:cubicBezTo>
                    <a:pt x="23625" y="79133"/>
                    <a:pt x="22880" y="66367"/>
                    <a:pt x="22880" y="55073"/>
                  </a:cubicBezTo>
                  <a:cubicBezTo>
                    <a:pt x="22880" y="44516"/>
                    <a:pt x="23128" y="30031"/>
                    <a:pt x="31819" y="19474"/>
                  </a:cubicBezTo>
                  <a:cubicBezTo>
                    <a:pt x="38027" y="12354"/>
                    <a:pt x="48456" y="6953"/>
                    <a:pt x="61120" y="6953"/>
                  </a:cubicBezTo>
                  <a:cubicBezTo>
                    <a:pt x="75771" y="6953"/>
                    <a:pt x="86200" y="13828"/>
                    <a:pt x="91663" y="21438"/>
                  </a:cubicBezTo>
                  <a:cubicBezTo>
                    <a:pt x="98616" y="31013"/>
                    <a:pt x="99361" y="43289"/>
                    <a:pt x="99361" y="55073"/>
                  </a:cubicBezTo>
                  <a:cubicBezTo>
                    <a:pt x="99361" y="66858"/>
                    <a:pt x="98616" y="79870"/>
                    <a:pt x="91415" y="89936"/>
                  </a:cubicBezTo>
                  <a:cubicBezTo>
                    <a:pt x="84710" y="99265"/>
                    <a:pt x="73288" y="104175"/>
                    <a:pt x="61120" y="104175"/>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8" name="Freeform: Shape 137">
              <a:extLst>
                <a:ext uri="{FF2B5EF4-FFF2-40B4-BE49-F238E27FC236}">
                  <a16:creationId xmlns:a16="http://schemas.microsoft.com/office/drawing/2014/main" id="{DEB1B2D3-F904-E7D1-12E0-4DAE4C625CF5}"/>
                </a:ext>
              </a:extLst>
            </p:cNvPr>
            <p:cNvSpPr/>
            <p:nvPr/>
          </p:nvSpPr>
          <p:spPr>
            <a:xfrm>
              <a:off x="12806711" y="7062914"/>
              <a:ext cx="88896" cy="108269"/>
            </a:xfrm>
            <a:custGeom>
              <a:avLst/>
              <a:gdLst>
                <a:gd name="connsiteX0" fmla="*/ 37534 w 88896"/>
                <a:gd name="connsiteY0" fmla="*/ 52373 h 108269"/>
                <a:gd name="connsiteX1" fmla="*/ 70808 w 88896"/>
                <a:gd name="connsiteY1" fmla="*/ 6953 h 108269"/>
                <a:gd name="connsiteX2" fmla="*/ 66587 w 88896"/>
                <a:gd name="connsiteY2" fmla="*/ 15792 h 108269"/>
                <a:gd name="connsiteX3" fmla="*/ 77761 w 88896"/>
                <a:gd name="connsiteY3" fmla="*/ 27085 h 108269"/>
                <a:gd name="connsiteX4" fmla="*/ 89184 w 88896"/>
                <a:gd name="connsiteY4" fmla="*/ 15792 h 108269"/>
                <a:gd name="connsiteX5" fmla="*/ 69567 w 88896"/>
                <a:gd name="connsiteY5" fmla="*/ 79 h 108269"/>
                <a:gd name="connsiteX6" fmla="*/ 36044 w 88896"/>
                <a:gd name="connsiteY6" fmla="*/ 26349 h 108269"/>
                <a:gd name="connsiteX7" fmla="*/ 35796 w 88896"/>
                <a:gd name="connsiteY7" fmla="*/ 26349 h 108269"/>
                <a:gd name="connsiteX8" fmla="*/ 35796 w 88896"/>
                <a:gd name="connsiteY8" fmla="*/ 79 h 108269"/>
                <a:gd name="connsiteX9" fmla="*/ 287 w 88896"/>
                <a:gd name="connsiteY9" fmla="*/ 2780 h 108269"/>
                <a:gd name="connsiteX10" fmla="*/ 287 w 88896"/>
                <a:gd name="connsiteY10" fmla="*/ 11618 h 108269"/>
                <a:gd name="connsiteX11" fmla="*/ 18911 w 88896"/>
                <a:gd name="connsiteY11" fmla="*/ 25366 h 108269"/>
                <a:gd name="connsiteX12" fmla="*/ 18911 w 88896"/>
                <a:gd name="connsiteY12" fmla="*/ 88954 h 108269"/>
                <a:gd name="connsiteX13" fmla="*/ 287 w 88896"/>
                <a:gd name="connsiteY13" fmla="*/ 99511 h 108269"/>
                <a:gd name="connsiteX14" fmla="*/ 287 w 88896"/>
                <a:gd name="connsiteY14" fmla="*/ 108349 h 108269"/>
                <a:gd name="connsiteX15" fmla="*/ 28595 w 88896"/>
                <a:gd name="connsiteY15" fmla="*/ 107367 h 108269"/>
                <a:gd name="connsiteX16" fmla="*/ 60876 w 88896"/>
                <a:gd name="connsiteY16" fmla="*/ 108349 h 108269"/>
                <a:gd name="connsiteX17" fmla="*/ 60876 w 88896"/>
                <a:gd name="connsiteY17" fmla="*/ 99511 h 108269"/>
                <a:gd name="connsiteX18" fmla="*/ 55910 w 88896"/>
                <a:gd name="connsiteY18" fmla="*/ 99511 h 108269"/>
                <a:gd name="connsiteX19" fmla="*/ 37534 w 88896"/>
                <a:gd name="connsiteY19" fmla="*/ 88463 h 108269"/>
                <a:gd name="connsiteX20" fmla="*/ 37534 w 88896"/>
                <a:gd name="connsiteY20" fmla="*/ 52373 h 108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8896" h="108269">
                  <a:moveTo>
                    <a:pt x="37534" y="52373"/>
                  </a:moveTo>
                  <a:cubicBezTo>
                    <a:pt x="37534" y="31750"/>
                    <a:pt x="47218" y="6953"/>
                    <a:pt x="70808" y="6953"/>
                  </a:cubicBezTo>
                  <a:cubicBezTo>
                    <a:pt x="68574" y="8672"/>
                    <a:pt x="66587" y="11863"/>
                    <a:pt x="66587" y="15792"/>
                  </a:cubicBezTo>
                  <a:cubicBezTo>
                    <a:pt x="66587" y="23893"/>
                    <a:pt x="73043" y="27085"/>
                    <a:pt x="77761" y="27085"/>
                  </a:cubicBezTo>
                  <a:cubicBezTo>
                    <a:pt x="83721" y="27085"/>
                    <a:pt x="89184" y="23157"/>
                    <a:pt x="89184" y="15792"/>
                  </a:cubicBezTo>
                  <a:cubicBezTo>
                    <a:pt x="89184" y="7444"/>
                    <a:pt x="81238" y="79"/>
                    <a:pt x="69567" y="79"/>
                  </a:cubicBezTo>
                  <a:cubicBezTo>
                    <a:pt x="57151" y="79"/>
                    <a:pt x="43494" y="7690"/>
                    <a:pt x="36044" y="26349"/>
                  </a:cubicBezTo>
                  <a:lnTo>
                    <a:pt x="35796" y="26349"/>
                  </a:lnTo>
                  <a:lnTo>
                    <a:pt x="35796" y="79"/>
                  </a:lnTo>
                  <a:lnTo>
                    <a:pt x="287" y="2780"/>
                  </a:lnTo>
                  <a:lnTo>
                    <a:pt x="287" y="11618"/>
                  </a:lnTo>
                  <a:cubicBezTo>
                    <a:pt x="16924" y="11618"/>
                    <a:pt x="18911" y="13337"/>
                    <a:pt x="18911" y="25366"/>
                  </a:cubicBezTo>
                  <a:lnTo>
                    <a:pt x="18911" y="88954"/>
                  </a:lnTo>
                  <a:cubicBezTo>
                    <a:pt x="18911" y="99511"/>
                    <a:pt x="16427" y="99511"/>
                    <a:pt x="287" y="99511"/>
                  </a:cubicBezTo>
                  <a:lnTo>
                    <a:pt x="287" y="108349"/>
                  </a:lnTo>
                  <a:cubicBezTo>
                    <a:pt x="1529" y="108349"/>
                    <a:pt x="18414" y="107367"/>
                    <a:pt x="28595" y="107367"/>
                  </a:cubicBezTo>
                  <a:cubicBezTo>
                    <a:pt x="39272" y="107367"/>
                    <a:pt x="50198" y="107858"/>
                    <a:pt x="60876" y="108349"/>
                  </a:cubicBezTo>
                  <a:lnTo>
                    <a:pt x="60876" y="99511"/>
                  </a:lnTo>
                  <a:lnTo>
                    <a:pt x="55910" y="99511"/>
                  </a:lnTo>
                  <a:cubicBezTo>
                    <a:pt x="37534" y="99511"/>
                    <a:pt x="37534" y="96810"/>
                    <a:pt x="37534" y="88463"/>
                  </a:cubicBezTo>
                  <a:lnTo>
                    <a:pt x="37534" y="52373"/>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9" name="Freeform: Shape 138">
              <a:extLst>
                <a:ext uri="{FF2B5EF4-FFF2-40B4-BE49-F238E27FC236}">
                  <a16:creationId xmlns:a16="http://schemas.microsoft.com/office/drawing/2014/main" id="{BD6C2FCF-2889-736D-5ACC-449314690C72}"/>
                </a:ext>
              </a:extLst>
            </p:cNvPr>
            <p:cNvSpPr/>
            <p:nvPr/>
          </p:nvSpPr>
          <p:spPr>
            <a:xfrm>
              <a:off x="12915083" y="7061686"/>
              <a:ext cx="106526" cy="111952"/>
            </a:xfrm>
            <a:custGeom>
              <a:avLst/>
              <a:gdLst>
                <a:gd name="connsiteX0" fmla="*/ 99864 w 106526"/>
                <a:gd name="connsiteY0" fmla="*/ 53600 h 111952"/>
                <a:gd name="connsiteX1" fmla="*/ 106817 w 106526"/>
                <a:gd name="connsiteY1" fmla="*/ 48199 h 111952"/>
                <a:gd name="connsiteX2" fmla="*/ 57651 w 106526"/>
                <a:gd name="connsiteY2" fmla="*/ 79 h 111952"/>
                <a:gd name="connsiteX3" fmla="*/ 290 w 106526"/>
                <a:gd name="connsiteY3" fmla="*/ 55810 h 111952"/>
                <a:gd name="connsiteX4" fmla="*/ 60879 w 106526"/>
                <a:gd name="connsiteY4" fmla="*/ 112032 h 111952"/>
                <a:gd name="connsiteX5" fmla="*/ 106817 w 106526"/>
                <a:gd name="connsiteY5" fmla="*/ 80115 h 111952"/>
                <a:gd name="connsiteX6" fmla="*/ 102596 w 106526"/>
                <a:gd name="connsiteY6" fmla="*/ 76678 h 111952"/>
                <a:gd name="connsiteX7" fmla="*/ 98126 w 106526"/>
                <a:gd name="connsiteY7" fmla="*/ 80606 h 111952"/>
                <a:gd name="connsiteX8" fmla="*/ 62617 w 106526"/>
                <a:gd name="connsiteY8" fmla="*/ 104175 h 111952"/>
                <a:gd name="connsiteX9" fmla="*/ 32323 w 106526"/>
                <a:gd name="connsiteY9" fmla="*/ 89690 h 111952"/>
                <a:gd name="connsiteX10" fmla="*/ 22887 w 106526"/>
                <a:gd name="connsiteY10" fmla="*/ 53600 h 111952"/>
                <a:gd name="connsiteX11" fmla="*/ 99864 w 106526"/>
                <a:gd name="connsiteY11" fmla="*/ 53600 h 111952"/>
                <a:gd name="connsiteX12" fmla="*/ 23135 w 106526"/>
                <a:gd name="connsiteY12" fmla="*/ 47217 h 111952"/>
                <a:gd name="connsiteX13" fmla="*/ 57651 w 106526"/>
                <a:gd name="connsiteY13" fmla="*/ 6953 h 111952"/>
                <a:gd name="connsiteX14" fmla="*/ 89435 w 106526"/>
                <a:gd name="connsiteY14" fmla="*/ 47217 h 111952"/>
                <a:gd name="connsiteX15" fmla="*/ 23135 w 106526"/>
                <a:gd name="connsiteY15" fmla="*/ 47217 h 111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6526" h="111952">
                  <a:moveTo>
                    <a:pt x="99864" y="53600"/>
                  </a:moveTo>
                  <a:cubicBezTo>
                    <a:pt x="105079" y="53600"/>
                    <a:pt x="106817" y="53600"/>
                    <a:pt x="106817" y="48199"/>
                  </a:cubicBezTo>
                  <a:cubicBezTo>
                    <a:pt x="106817" y="26594"/>
                    <a:pt x="94650" y="79"/>
                    <a:pt x="57651" y="79"/>
                  </a:cubicBezTo>
                  <a:cubicBezTo>
                    <a:pt x="25122" y="79"/>
                    <a:pt x="290" y="25612"/>
                    <a:pt x="290" y="55810"/>
                  </a:cubicBezTo>
                  <a:cubicBezTo>
                    <a:pt x="290" y="86990"/>
                    <a:pt x="27853" y="112032"/>
                    <a:pt x="60879" y="112032"/>
                  </a:cubicBezTo>
                  <a:cubicBezTo>
                    <a:pt x="94401" y="112032"/>
                    <a:pt x="106817" y="85516"/>
                    <a:pt x="106817" y="80115"/>
                  </a:cubicBezTo>
                  <a:cubicBezTo>
                    <a:pt x="106817" y="79133"/>
                    <a:pt x="106320" y="76678"/>
                    <a:pt x="102596" y="76678"/>
                  </a:cubicBezTo>
                  <a:cubicBezTo>
                    <a:pt x="99368" y="76678"/>
                    <a:pt x="98871" y="78151"/>
                    <a:pt x="98126" y="80606"/>
                  </a:cubicBezTo>
                  <a:cubicBezTo>
                    <a:pt x="90428" y="100493"/>
                    <a:pt x="71556" y="104175"/>
                    <a:pt x="62617" y="104175"/>
                  </a:cubicBezTo>
                  <a:cubicBezTo>
                    <a:pt x="50946" y="104175"/>
                    <a:pt x="39772" y="99020"/>
                    <a:pt x="32323" y="89690"/>
                  </a:cubicBezTo>
                  <a:cubicBezTo>
                    <a:pt x="23135" y="78151"/>
                    <a:pt x="22887" y="63175"/>
                    <a:pt x="22887" y="53600"/>
                  </a:cubicBezTo>
                  <a:lnTo>
                    <a:pt x="99864" y="53600"/>
                  </a:lnTo>
                  <a:close/>
                  <a:moveTo>
                    <a:pt x="23135" y="47217"/>
                  </a:moveTo>
                  <a:cubicBezTo>
                    <a:pt x="25867" y="12600"/>
                    <a:pt x="48215" y="6953"/>
                    <a:pt x="57651" y="6953"/>
                  </a:cubicBezTo>
                  <a:cubicBezTo>
                    <a:pt x="88194" y="6953"/>
                    <a:pt x="89187" y="41079"/>
                    <a:pt x="89435" y="47217"/>
                  </a:cubicBezTo>
                  <a:lnTo>
                    <a:pt x="23135" y="47217"/>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0" name="Freeform: Shape 139">
              <a:extLst>
                <a:ext uri="{FF2B5EF4-FFF2-40B4-BE49-F238E27FC236}">
                  <a16:creationId xmlns:a16="http://schemas.microsoft.com/office/drawing/2014/main" id="{CE1474F3-3F35-6F93-15E0-50F84444E8CA}"/>
                </a:ext>
              </a:extLst>
            </p:cNvPr>
            <p:cNvSpPr/>
            <p:nvPr/>
          </p:nvSpPr>
          <p:spPr>
            <a:xfrm>
              <a:off x="13060083" y="6987051"/>
              <a:ext cx="64561" cy="245264"/>
            </a:xfrm>
            <a:custGeom>
              <a:avLst/>
              <a:gdLst>
                <a:gd name="connsiteX0" fmla="*/ 59889 w 64561"/>
                <a:gd name="connsiteY0" fmla="*/ 79 h 245264"/>
                <a:gd name="connsiteX1" fmla="*/ 294 w 64561"/>
                <a:gd name="connsiteY1" fmla="*/ 122589 h 245264"/>
                <a:gd name="connsiteX2" fmla="*/ 59889 w 64561"/>
                <a:gd name="connsiteY2" fmla="*/ 245344 h 245264"/>
                <a:gd name="connsiteX3" fmla="*/ 64855 w 64561"/>
                <a:gd name="connsiteY3" fmla="*/ 242397 h 245264"/>
                <a:gd name="connsiteX4" fmla="*/ 62372 w 64561"/>
                <a:gd name="connsiteY4" fmla="*/ 238715 h 245264"/>
                <a:gd name="connsiteX5" fmla="*/ 17179 w 64561"/>
                <a:gd name="connsiteY5" fmla="*/ 122834 h 245264"/>
                <a:gd name="connsiteX6" fmla="*/ 63117 w 64561"/>
                <a:gd name="connsiteY6" fmla="*/ 5971 h 245264"/>
                <a:gd name="connsiteX7" fmla="*/ 64855 w 64561"/>
                <a:gd name="connsiteY7" fmla="*/ 3025 h 245264"/>
                <a:gd name="connsiteX8" fmla="*/ 59889 w 64561"/>
                <a:gd name="connsiteY8" fmla="*/ 79 h 24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561" h="245264">
                  <a:moveTo>
                    <a:pt x="59889" y="79"/>
                  </a:moveTo>
                  <a:cubicBezTo>
                    <a:pt x="12709" y="32977"/>
                    <a:pt x="294" y="85025"/>
                    <a:pt x="294" y="122589"/>
                  </a:cubicBezTo>
                  <a:cubicBezTo>
                    <a:pt x="294" y="157205"/>
                    <a:pt x="10723" y="210972"/>
                    <a:pt x="59889" y="245344"/>
                  </a:cubicBezTo>
                  <a:cubicBezTo>
                    <a:pt x="61876" y="245344"/>
                    <a:pt x="64855" y="245344"/>
                    <a:pt x="64855" y="242397"/>
                  </a:cubicBezTo>
                  <a:cubicBezTo>
                    <a:pt x="64855" y="240924"/>
                    <a:pt x="64110" y="240433"/>
                    <a:pt x="62372" y="238715"/>
                  </a:cubicBezTo>
                  <a:cubicBezTo>
                    <a:pt x="29346" y="209254"/>
                    <a:pt x="17179" y="167517"/>
                    <a:pt x="17179" y="122834"/>
                  </a:cubicBezTo>
                  <a:cubicBezTo>
                    <a:pt x="17179" y="56546"/>
                    <a:pt x="42755" y="24139"/>
                    <a:pt x="63117" y="5971"/>
                  </a:cubicBezTo>
                  <a:cubicBezTo>
                    <a:pt x="64110" y="4989"/>
                    <a:pt x="64855" y="4253"/>
                    <a:pt x="64855" y="3025"/>
                  </a:cubicBezTo>
                  <a:cubicBezTo>
                    <a:pt x="64855" y="79"/>
                    <a:pt x="61876" y="79"/>
                    <a:pt x="59889" y="79"/>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1" name="Freeform: Shape 140">
              <a:extLst>
                <a:ext uri="{FF2B5EF4-FFF2-40B4-BE49-F238E27FC236}">
                  <a16:creationId xmlns:a16="http://schemas.microsoft.com/office/drawing/2014/main" id="{487055A7-5AFB-12D1-1D3F-32BCFD49C22E}"/>
                </a:ext>
              </a:extLst>
            </p:cNvPr>
            <p:cNvSpPr/>
            <p:nvPr/>
          </p:nvSpPr>
          <p:spPr>
            <a:xfrm>
              <a:off x="13151073" y="7062177"/>
              <a:ext cx="152216" cy="109006"/>
            </a:xfrm>
            <a:custGeom>
              <a:avLst/>
              <a:gdLst>
                <a:gd name="connsiteX0" fmla="*/ 89690 w 152216"/>
                <a:gd name="connsiteY0" fmla="*/ 49672 h 109006"/>
                <a:gd name="connsiteX1" fmla="*/ 123957 w 152216"/>
                <a:gd name="connsiteY1" fmla="*/ 15546 h 109006"/>
                <a:gd name="connsiteX2" fmla="*/ 147051 w 152216"/>
                <a:gd name="connsiteY2" fmla="*/ 13828 h 109006"/>
                <a:gd name="connsiteX3" fmla="*/ 147051 w 152216"/>
                <a:gd name="connsiteY3" fmla="*/ 79 h 109006"/>
                <a:gd name="connsiteX4" fmla="*/ 122964 w 152216"/>
                <a:gd name="connsiteY4" fmla="*/ 1061 h 109006"/>
                <a:gd name="connsiteX5" fmla="*/ 95401 w 152216"/>
                <a:gd name="connsiteY5" fmla="*/ 79 h 109006"/>
                <a:gd name="connsiteX6" fmla="*/ 95401 w 152216"/>
                <a:gd name="connsiteY6" fmla="*/ 13828 h 109006"/>
                <a:gd name="connsiteX7" fmla="*/ 102106 w 152216"/>
                <a:gd name="connsiteY7" fmla="*/ 15301 h 109006"/>
                <a:gd name="connsiteX8" fmla="*/ 78764 w 152216"/>
                <a:gd name="connsiteY8" fmla="*/ 38624 h 109006"/>
                <a:gd name="connsiteX9" fmla="*/ 54678 w 152216"/>
                <a:gd name="connsiteY9" fmla="*/ 13828 h 109006"/>
                <a:gd name="connsiteX10" fmla="*/ 61382 w 152216"/>
                <a:gd name="connsiteY10" fmla="*/ 13828 h 109006"/>
                <a:gd name="connsiteX11" fmla="*/ 61382 w 152216"/>
                <a:gd name="connsiteY11" fmla="*/ 79 h 109006"/>
                <a:gd name="connsiteX12" fmla="*/ 29846 w 152216"/>
                <a:gd name="connsiteY12" fmla="*/ 1061 h 109006"/>
                <a:gd name="connsiteX13" fmla="*/ 1787 w 152216"/>
                <a:gd name="connsiteY13" fmla="*/ 79 h 109006"/>
                <a:gd name="connsiteX14" fmla="*/ 1787 w 152216"/>
                <a:gd name="connsiteY14" fmla="*/ 13828 h 109006"/>
                <a:gd name="connsiteX15" fmla="*/ 20410 w 152216"/>
                <a:gd name="connsiteY15" fmla="*/ 13828 h 109006"/>
                <a:gd name="connsiteX16" fmla="*/ 61134 w 152216"/>
                <a:gd name="connsiteY16" fmla="*/ 55810 h 109006"/>
                <a:gd name="connsiteX17" fmla="*/ 25377 w 152216"/>
                <a:gd name="connsiteY17" fmla="*/ 91409 h 109006"/>
                <a:gd name="connsiteX18" fmla="*/ 14202 w 152216"/>
                <a:gd name="connsiteY18" fmla="*/ 95091 h 109006"/>
                <a:gd name="connsiteX19" fmla="*/ 297 w 152216"/>
                <a:gd name="connsiteY19" fmla="*/ 95337 h 109006"/>
                <a:gd name="connsiteX20" fmla="*/ 297 w 152216"/>
                <a:gd name="connsiteY20" fmla="*/ 109085 h 109006"/>
                <a:gd name="connsiteX21" fmla="*/ 24383 w 152216"/>
                <a:gd name="connsiteY21" fmla="*/ 108103 h 109006"/>
                <a:gd name="connsiteX22" fmla="*/ 51946 w 152216"/>
                <a:gd name="connsiteY22" fmla="*/ 109085 h 109006"/>
                <a:gd name="connsiteX23" fmla="*/ 51946 w 152216"/>
                <a:gd name="connsiteY23" fmla="*/ 95337 h 109006"/>
                <a:gd name="connsiteX24" fmla="*/ 45242 w 152216"/>
                <a:gd name="connsiteY24" fmla="*/ 93618 h 109006"/>
                <a:gd name="connsiteX25" fmla="*/ 72060 w 152216"/>
                <a:gd name="connsiteY25" fmla="*/ 67103 h 109006"/>
                <a:gd name="connsiteX26" fmla="*/ 99623 w 152216"/>
                <a:gd name="connsiteY26" fmla="*/ 95337 h 109006"/>
                <a:gd name="connsiteX27" fmla="*/ 93166 w 152216"/>
                <a:gd name="connsiteY27" fmla="*/ 95337 h 109006"/>
                <a:gd name="connsiteX28" fmla="*/ 93166 w 152216"/>
                <a:gd name="connsiteY28" fmla="*/ 109085 h 109006"/>
                <a:gd name="connsiteX29" fmla="*/ 124702 w 152216"/>
                <a:gd name="connsiteY29" fmla="*/ 108103 h 109006"/>
                <a:gd name="connsiteX30" fmla="*/ 152514 w 152216"/>
                <a:gd name="connsiteY30" fmla="*/ 109085 h 109006"/>
                <a:gd name="connsiteX31" fmla="*/ 152514 w 152216"/>
                <a:gd name="connsiteY31" fmla="*/ 95337 h 109006"/>
                <a:gd name="connsiteX32" fmla="*/ 134138 w 152216"/>
                <a:gd name="connsiteY32" fmla="*/ 95337 h 109006"/>
                <a:gd name="connsiteX33" fmla="*/ 89690 w 152216"/>
                <a:gd name="connsiteY33" fmla="*/ 49672 h 109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2216" h="109006">
                  <a:moveTo>
                    <a:pt x="89690" y="49672"/>
                  </a:moveTo>
                  <a:lnTo>
                    <a:pt x="123957" y="15546"/>
                  </a:lnTo>
                  <a:cubicBezTo>
                    <a:pt x="129917" y="13828"/>
                    <a:pt x="136373" y="13828"/>
                    <a:pt x="147051" y="13828"/>
                  </a:cubicBezTo>
                  <a:lnTo>
                    <a:pt x="147051" y="79"/>
                  </a:lnTo>
                  <a:cubicBezTo>
                    <a:pt x="139105" y="815"/>
                    <a:pt x="130910" y="1061"/>
                    <a:pt x="122964" y="1061"/>
                  </a:cubicBezTo>
                  <a:cubicBezTo>
                    <a:pt x="114522" y="1061"/>
                    <a:pt x="97388" y="324"/>
                    <a:pt x="95401" y="79"/>
                  </a:cubicBezTo>
                  <a:lnTo>
                    <a:pt x="95401" y="13828"/>
                  </a:lnTo>
                  <a:cubicBezTo>
                    <a:pt x="98629" y="13828"/>
                    <a:pt x="100368" y="14319"/>
                    <a:pt x="102106" y="15301"/>
                  </a:cubicBezTo>
                  <a:lnTo>
                    <a:pt x="78764" y="38624"/>
                  </a:lnTo>
                  <a:lnTo>
                    <a:pt x="54678" y="13828"/>
                  </a:lnTo>
                  <a:lnTo>
                    <a:pt x="61382" y="13828"/>
                  </a:lnTo>
                  <a:lnTo>
                    <a:pt x="61382" y="79"/>
                  </a:lnTo>
                  <a:cubicBezTo>
                    <a:pt x="59892" y="79"/>
                    <a:pt x="40275" y="1061"/>
                    <a:pt x="29846" y="1061"/>
                  </a:cubicBezTo>
                  <a:cubicBezTo>
                    <a:pt x="20410" y="1061"/>
                    <a:pt x="11223" y="815"/>
                    <a:pt x="1787" y="79"/>
                  </a:cubicBezTo>
                  <a:lnTo>
                    <a:pt x="1787" y="13828"/>
                  </a:lnTo>
                  <a:lnTo>
                    <a:pt x="20410" y="13828"/>
                  </a:lnTo>
                  <a:lnTo>
                    <a:pt x="61134" y="55810"/>
                  </a:lnTo>
                  <a:lnTo>
                    <a:pt x="25377" y="91409"/>
                  </a:lnTo>
                  <a:cubicBezTo>
                    <a:pt x="22148" y="94355"/>
                    <a:pt x="21900" y="94600"/>
                    <a:pt x="14202" y="95091"/>
                  </a:cubicBezTo>
                  <a:cubicBezTo>
                    <a:pt x="10229" y="95337"/>
                    <a:pt x="1538" y="95337"/>
                    <a:pt x="297" y="95337"/>
                  </a:cubicBezTo>
                  <a:lnTo>
                    <a:pt x="297" y="109085"/>
                  </a:lnTo>
                  <a:cubicBezTo>
                    <a:pt x="8243" y="108349"/>
                    <a:pt x="16437" y="108103"/>
                    <a:pt x="24383" y="108103"/>
                  </a:cubicBezTo>
                  <a:cubicBezTo>
                    <a:pt x="31088" y="108103"/>
                    <a:pt x="48718" y="108840"/>
                    <a:pt x="51946" y="109085"/>
                  </a:cubicBezTo>
                  <a:lnTo>
                    <a:pt x="51946" y="95337"/>
                  </a:lnTo>
                  <a:cubicBezTo>
                    <a:pt x="47973" y="95337"/>
                    <a:pt x="46980" y="94846"/>
                    <a:pt x="45242" y="93618"/>
                  </a:cubicBezTo>
                  <a:lnTo>
                    <a:pt x="72060" y="67103"/>
                  </a:lnTo>
                  <a:lnTo>
                    <a:pt x="99623" y="95337"/>
                  </a:lnTo>
                  <a:lnTo>
                    <a:pt x="93166" y="95337"/>
                  </a:lnTo>
                  <a:lnTo>
                    <a:pt x="93166" y="109085"/>
                  </a:lnTo>
                  <a:cubicBezTo>
                    <a:pt x="93415" y="109085"/>
                    <a:pt x="113280" y="108103"/>
                    <a:pt x="124702" y="108103"/>
                  </a:cubicBezTo>
                  <a:cubicBezTo>
                    <a:pt x="133890" y="108103"/>
                    <a:pt x="143326" y="108349"/>
                    <a:pt x="152514" y="109085"/>
                  </a:cubicBezTo>
                  <a:lnTo>
                    <a:pt x="152514" y="95337"/>
                  </a:lnTo>
                  <a:lnTo>
                    <a:pt x="134138" y="95337"/>
                  </a:lnTo>
                  <a:lnTo>
                    <a:pt x="89690" y="49672"/>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2" name="Freeform: Shape 141">
              <a:extLst>
                <a:ext uri="{FF2B5EF4-FFF2-40B4-BE49-F238E27FC236}">
                  <a16:creationId xmlns:a16="http://schemas.microsoft.com/office/drawing/2014/main" id="{84666099-FC90-F8C8-5965-37A8DA47017B}"/>
                </a:ext>
              </a:extLst>
            </p:cNvPr>
            <p:cNvSpPr/>
            <p:nvPr/>
          </p:nvSpPr>
          <p:spPr>
            <a:xfrm>
              <a:off x="13339727" y="7142950"/>
              <a:ext cx="31535" cy="75617"/>
            </a:xfrm>
            <a:custGeom>
              <a:avLst/>
              <a:gdLst>
                <a:gd name="connsiteX0" fmla="*/ 24885 w 31535"/>
                <a:gd name="connsiteY0" fmla="*/ 24384 h 75617"/>
                <a:gd name="connsiteX1" fmla="*/ 5516 w 31535"/>
                <a:gd name="connsiteY1" fmla="*/ 69313 h 75617"/>
                <a:gd name="connsiteX2" fmla="*/ 3778 w 31535"/>
                <a:gd name="connsiteY2" fmla="*/ 72259 h 75617"/>
                <a:gd name="connsiteX3" fmla="*/ 7254 w 31535"/>
                <a:gd name="connsiteY3" fmla="*/ 75696 h 75617"/>
                <a:gd name="connsiteX4" fmla="*/ 31838 w 31535"/>
                <a:gd name="connsiteY4" fmla="*/ 26840 h 75617"/>
                <a:gd name="connsiteX5" fmla="*/ 14455 w 31535"/>
                <a:gd name="connsiteY5" fmla="*/ 79 h 75617"/>
                <a:gd name="connsiteX6" fmla="*/ 302 w 31535"/>
                <a:gd name="connsiteY6" fmla="*/ 14073 h 75617"/>
                <a:gd name="connsiteX7" fmla="*/ 14704 w 31535"/>
                <a:gd name="connsiteY7" fmla="*/ 28313 h 75617"/>
                <a:gd name="connsiteX8" fmla="*/ 24885 w 31535"/>
                <a:gd name="connsiteY8" fmla="*/ 24384 h 75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35" h="75617">
                  <a:moveTo>
                    <a:pt x="24885" y="24384"/>
                  </a:moveTo>
                  <a:cubicBezTo>
                    <a:pt x="24885" y="37888"/>
                    <a:pt x="22402" y="53600"/>
                    <a:pt x="5516" y="69313"/>
                  </a:cubicBezTo>
                  <a:cubicBezTo>
                    <a:pt x="4523" y="70295"/>
                    <a:pt x="3778" y="71031"/>
                    <a:pt x="3778" y="72259"/>
                  </a:cubicBezTo>
                  <a:cubicBezTo>
                    <a:pt x="3778" y="73978"/>
                    <a:pt x="5764" y="75696"/>
                    <a:pt x="7254" y="75696"/>
                  </a:cubicBezTo>
                  <a:cubicBezTo>
                    <a:pt x="10731" y="75696"/>
                    <a:pt x="31838" y="56055"/>
                    <a:pt x="31838" y="26840"/>
                  </a:cubicBezTo>
                  <a:cubicBezTo>
                    <a:pt x="31838" y="11618"/>
                    <a:pt x="25878" y="79"/>
                    <a:pt x="14455" y="79"/>
                  </a:cubicBezTo>
                  <a:cubicBezTo>
                    <a:pt x="6261" y="79"/>
                    <a:pt x="302" y="6462"/>
                    <a:pt x="302" y="14073"/>
                  </a:cubicBezTo>
                  <a:cubicBezTo>
                    <a:pt x="302" y="21929"/>
                    <a:pt x="6013" y="28313"/>
                    <a:pt x="14704" y="28313"/>
                  </a:cubicBezTo>
                  <a:cubicBezTo>
                    <a:pt x="20663" y="28313"/>
                    <a:pt x="24636" y="24384"/>
                    <a:pt x="24885" y="24384"/>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3" name="Freeform: Shape 142">
              <a:extLst>
                <a:ext uri="{FF2B5EF4-FFF2-40B4-BE49-F238E27FC236}">
                  <a16:creationId xmlns:a16="http://schemas.microsoft.com/office/drawing/2014/main" id="{EB57E347-26C3-CC46-8F84-ED23ECE3F33A}"/>
                </a:ext>
              </a:extLst>
            </p:cNvPr>
            <p:cNvSpPr/>
            <p:nvPr/>
          </p:nvSpPr>
          <p:spPr>
            <a:xfrm>
              <a:off x="13407837" y="7062914"/>
              <a:ext cx="127385" cy="158354"/>
            </a:xfrm>
            <a:custGeom>
              <a:avLst/>
              <a:gdLst>
                <a:gd name="connsiteX0" fmla="*/ 126696 w 127385"/>
                <a:gd name="connsiteY0" fmla="*/ 15792 h 158354"/>
                <a:gd name="connsiteX1" fmla="*/ 127689 w 127385"/>
                <a:gd name="connsiteY1" fmla="*/ 10390 h 158354"/>
                <a:gd name="connsiteX2" fmla="*/ 119495 w 127385"/>
                <a:gd name="connsiteY2" fmla="*/ 2534 h 158354"/>
                <a:gd name="connsiteX3" fmla="*/ 109314 w 127385"/>
                <a:gd name="connsiteY3" fmla="*/ 8426 h 158354"/>
                <a:gd name="connsiteX4" fmla="*/ 105341 w 127385"/>
                <a:gd name="connsiteY4" fmla="*/ 22666 h 158354"/>
                <a:gd name="connsiteX5" fmla="*/ 100126 w 127385"/>
                <a:gd name="connsiteY5" fmla="*/ 43043 h 158354"/>
                <a:gd name="connsiteX6" fmla="*/ 90194 w 127385"/>
                <a:gd name="connsiteY6" fmla="*/ 82570 h 158354"/>
                <a:gd name="connsiteX7" fmla="*/ 59651 w 127385"/>
                <a:gd name="connsiteY7" fmla="*/ 103930 h 158354"/>
                <a:gd name="connsiteX8" fmla="*/ 42766 w 127385"/>
                <a:gd name="connsiteY8" fmla="*/ 83552 h 158354"/>
                <a:gd name="connsiteX9" fmla="*/ 55926 w 127385"/>
                <a:gd name="connsiteY9" fmla="*/ 35923 h 158354"/>
                <a:gd name="connsiteX10" fmla="*/ 60148 w 127385"/>
                <a:gd name="connsiteY10" fmla="*/ 20947 h 158354"/>
                <a:gd name="connsiteX11" fmla="*/ 36558 w 127385"/>
                <a:gd name="connsiteY11" fmla="*/ 79 h 158354"/>
                <a:gd name="connsiteX12" fmla="*/ 304 w 127385"/>
                <a:gd name="connsiteY12" fmla="*/ 37642 h 158354"/>
                <a:gd name="connsiteX13" fmla="*/ 4525 w 127385"/>
                <a:gd name="connsiteY13" fmla="*/ 40834 h 158354"/>
                <a:gd name="connsiteX14" fmla="*/ 8995 w 127385"/>
                <a:gd name="connsiteY14" fmla="*/ 36905 h 158354"/>
                <a:gd name="connsiteX15" fmla="*/ 35813 w 127385"/>
                <a:gd name="connsiteY15" fmla="*/ 6953 h 158354"/>
                <a:gd name="connsiteX16" fmla="*/ 42021 w 127385"/>
                <a:gd name="connsiteY16" fmla="*/ 15546 h 158354"/>
                <a:gd name="connsiteX17" fmla="*/ 38544 w 127385"/>
                <a:gd name="connsiteY17" fmla="*/ 29786 h 158354"/>
                <a:gd name="connsiteX18" fmla="*/ 24142 w 127385"/>
                <a:gd name="connsiteY18" fmla="*/ 79624 h 158354"/>
                <a:gd name="connsiteX19" fmla="*/ 33826 w 127385"/>
                <a:gd name="connsiteY19" fmla="*/ 103193 h 158354"/>
                <a:gd name="connsiteX20" fmla="*/ 58658 w 127385"/>
                <a:gd name="connsiteY20" fmla="*/ 110804 h 158354"/>
                <a:gd name="connsiteX21" fmla="*/ 85724 w 127385"/>
                <a:gd name="connsiteY21" fmla="*/ 99756 h 158354"/>
                <a:gd name="connsiteX22" fmla="*/ 69335 w 127385"/>
                <a:gd name="connsiteY22" fmla="*/ 135846 h 158354"/>
                <a:gd name="connsiteX23" fmla="*/ 39538 w 127385"/>
                <a:gd name="connsiteY23" fmla="*/ 151559 h 158354"/>
                <a:gd name="connsiteX24" fmla="*/ 20914 w 127385"/>
                <a:gd name="connsiteY24" fmla="*/ 143457 h 158354"/>
                <a:gd name="connsiteX25" fmla="*/ 34323 w 127385"/>
                <a:gd name="connsiteY25" fmla="*/ 129954 h 158354"/>
                <a:gd name="connsiteX26" fmla="*/ 24639 w 127385"/>
                <a:gd name="connsiteY26" fmla="*/ 120624 h 158354"/>
                <a:gd name="connsiteX27" fmla="*/ 10237 w 127385"/>
                <a:gd name="connsiteY27" fmla="*/ 136828 h 158354"/>
                <a:gd name="connsiteX28" fmla="*/ 39786 w 127385"/>
                <a:gd name="connsiteY28" fmla="*/ 158433 h 158354"/>
                <a:gd name="connsiteX29" fmla="*/ 103106 w 127385"/>
                <a:gd name="connsiteY29" fmla="*/ 108594 h 158354"/>
                <a:gd name="connsiteX30" fmla="*/ 126696 w 127385"/>
                <a:gd name="connsiteY30" fmla="*/ 15792 h 15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7385" h="158354">
                  <a:moveTo>
                    <a:pt x="126696" y="15792"/>
                  </a:moveTo>
                  <a:cubicBezTo>
                    <a:pt x="127689" y="12354"/>
                    <a:pt x="127689" y="11863"/>
                    <a:pt x="127689" y="10390"/>
                  </a:cubicBezTo>
                  <a:cubicBezTo>
                    <a:pt x="127689" y="5480"/>
                    <a:pt x="123716" y="2534"/>
                    <a:pt x="119495" y="2534"/>
                  </a:cubicBezTo>
                  <a:cubicBezTo>
                    <a:pt x="116763" y="2534"/>
                    <a:pt x="112045" y="3762"/>
                    <a:pt x="109314" y="8426"/>
                  </a:cubicBezTo>
                  <a:cubicBezTo>
                    <a:pt x="108569" y="9899"/>
                    <a:pt x="106583" y="17756"/>
                    <a:pt x="105341" y="22666"/>
                  </a:cubicBezTo>
                  <a:lnTo>
                    <a:pt x="100126" y="43043"/>
                  </a:lnTo>
                  <a:cubicBezTo>
                    <a:pt x="98637" y="48935"/>
                    <a:pt x="90939" y="79870"/>
                    <a:pt x="90194" y="82570"/>
                  </a:cubicBezTo>
                  <a:cubicBezTo>
                    <a:pt x="89945" y="82570"/>
                    <a:pt x="79020" y="103930"/>
                    <a:pt x="59651" y="103930"/>
                  </a:cubicBezTo>
                  <a:cubicBezTo>
                    <a:pt x="42766" y="103930"/>
                    <a:pt x="42766" y="87972"/>
                    <a:pt x="42766" y="83552"/>
                  </a:cubicBezTo>
                  <a:cubicBezTo>
                    <a:pt x="42766" y="70295"/>
                    <a:pt x="48477" y="54828"/>
                    <a:pt x="55926" y="35923"/>
                  </a:cubicBezTo>
                  <a:cubicBezTo>
                    <a:pt x="58906" y="28067"/>
                    <a:pt x="60148" y="25121"/>
                    <a:pt x="60148" y="20947"/>
                  </a:cubicBezTo>
                  <a:cubicBezTo>
                    <a:pt x="60148" y="9163"/>
                    <a:pt x="49967" y="79"/>
                    <a:pt x="36558" y="79"/>
                  </a:cubicBezTo>
                  <a:cubicBezTo>
                    <a:pt x="11478" y="79"/>
                    <a:pt x="304" y="33468"/>
                    <a:pt x="304" y="37642"/>
                  </a:cubicBezTo>
                  <a:cubicBezTo>
                    <a:pt x="304" y="40834"/>
                    <a:pt x="3780" y="40834"/>
                    <a:pt x="4525" y="40834"/>
                  </a:cubicBezTo>
                  <a:cubicBezTo>
                    <a:pt x="8002" y="40834"/>
                    <a:pt x="8250" y="39606"/>
                    <a:pt x="8995" y="36905"/>
                  </a:cubicBezTo>
                  <a:cubicBezTo>
                    <a:pt x="15203" y="16528"/>
                    <a:pt x="25880" y="6953"/>
                    <a:pt x="35813" y="6953"/>
                  </a:cubicBezTo>
                  <a:cubicBezTo>
                    <a:pt x="40034" y="6953"/>
                    <a:pt x="42021" y="9654"/>
                    <a:pt x="42021" y="15546"/>
                  </a:cubicBezTo>
                  <a:cubicBezTo>
                    <a:pt x="42021" y="21193"/>
                    <a:pt x="39786" y="26594"/>
                    <a:pt x="38544" y="29786"/>
                  </a:cubicBezTo>
                  <a:cubicBezTo>
                    <a:pt x="26625" y="59738"/>
                    <a:pt x="24142" y="68822"/>
                    <a:pt x="24142" y="79624"/>
                  </a:cubicBezTo>
                  <a:cubicBezTo>
                    <a:pt x="24142" y="83798"/>
                    <a:pt x="24142" y="95337"/>
                    <a:pt x="33826" y="103193"/>
                  </a:cubicBezTo>
                  <a:cubicBezTo>
                    <a:pt x="41524" y="109576"/>
                    <a:pt x="51953" y="110804"/>
                    <a:pt x="58658" y="110804"/>
                  </a:cubicBezTo>
                  <a:cubicBezTo>
                    <a:pt x="68590" y="110804"/>
                    <a:pt x="77530" y="107121"/>
                    <a:pt x="85724" y="99756"/>
                  </a:cubicBezTo>
                  <a:cubicBezTo>
                    <a:pt x="82496" y="113259"/>
                    <a:pt x="79765" y="123571"/>
                    <a:pt x="69335" y="135846"/>
                  </a:cubicBezTo>
                  <a:cubicBezTo>
                    <a:pt x="62631" y="143457"/>
                    <a:pt x="52698" y="151559"/>
                    <a:pt x="39538" y="151559"/>
                  </a:cubicBezTo>
                  <a:cubicBezTo>
                    <a:pt x="37799" y="151559"/>
                    <a:pt x="26129" y="151559"/>
                    <a:pt x="20914" y="143457"/>
                  </a:cubicBezTo>
                  <a:cubicBezTo>
                    <a:pt x="34323" y="141984"/>
                    <a:pt x="34323" y="130199"/>
                    <a:pt x="34323" y="129954"/>
                  </a:cubicBezTo>
                  <a:cubicBezTo>
                    <a:pt x="34323" y="122097"/>
                    <a:pt x="27122" y="120624"/>
                    <a:pt x="24639" y="120624"/>
                  </a:cubicBezTo>
                  <a:cubicBezTo>
                    <a:pt x="18431" y="120624"/>
                    <a:pt x="10237" y="125535"/>
                    <a:pt x="10237" y="136828"/>
                  </a:cubicBezTo>
                  <a:cubicBezTo>
                    <a:pt x="10237" y="149349"/>
                    <a:pt x="22156" y="158433"/>
                    <a:pt x="39786" y="158433"/>
                  </a:cubicBezTo>
                  <a:cubicBezTo>
                    <a:pt x="64866" y="158433"/>
                    <a:pt x="95408" y="139283"/>
                    <a:pt x="103106" y="108594"/>
                  </a:cubicBezTo>
                  <a:lnTo>
                    <a:pt x="126696" y="15792"/>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4" name="Freeform: Shape 143">
              <a:extLst>
                <a:ext uri="{FF2B5EF4-FFF2-40B4-BE49-F238E27FC236}">
                  <a16:creationId xmlns:a16="http://schemas.microsoft.com/office/drawing/2014/main" id="{16EEEE05-801D-49A1-0D99-4D093572FE6D}"/>
                </a:ext>
              </a:extLst>
            </p:cNvPr>
            <p:cNvSpPr/>
            <p:nvPr/>
          </p:nvSpPr>
          <p:spPr>
            <a:xfrm>
              <a:off x="13574767" y="7065369"/>
              <a:ext cx="29301" cy="153443"/>
            </a:xfrm>
            <a:custGeom>
              <a:avLst/>
              <a:gdLst>
                <a:gd name="connsiteX0" fmla="*/ 28864 w 29301"/>
                <a:gd name="connsiteY0" fmla="*/ 14319 h 153443"/>
                <a:gd name="connsiteX1" fmla="*/ 14710 w 29301"/>
                <a:gd name="connsiteY1" fmla="*/ 79 h 153443"/>
                <a:gd name="connsiteX2" fmla="*/ 308 w 29301"/>
                <a:gd name="connsiteY2" fmla="*/ 14073 h 153443"/>
                <a:gd name="connsiteX3" fmla="*/ 14462 w 29301"/>
                <a:gd name="connsiteY3" fmla="*/ 28313 h 153443"/>
                <a:gd name="connsiteX4" fmla="*/ 28864 w 29301"/>
                <a:gd name="connsiteY4" fmla="*/ 14319 h 153443"/>
                <a:gd name="connsiteX5" fmla="*/ 22657 w 29301"/>
                <a:gd name="connsiteY5" fmla="*/ 103684 h 153443"/>
                <a:gd name="connsiteX6" fmla="*/ 5523 w 29301"/>
                <a:gd name="connsiteY6" fmla="*/ 146894 h 153443"/>
                <a:gd name="connsiteX7" fmla="*/ 3785 w 29301"/>
                <a:gd name="connsiteY7" fmla="*/ 149840 h 153443"/>
                <a:gd name="connsiteX8" fmla="*/ 7261 w 29301"/>
                <a:gd name="connsiteY8" fmla="*/ 153523 h 153443"/>
                <a:gd name="connsiteX9" fmla="*/ 29609 w 29301"/>
                <a:gd name="connsiteY9" fmla="*/ 103930 h 153443"/>
                <a:gd name="connsiteX10" fmla="*/ 14462 w 29301"/>
                <a:gd name="connsiteY10" fmla="*/ 77660 h 153443"/>
                <a:gd name="connsiteX11" fmla="*/ 308 w 29301"/>
                <a:gd name="connsiteY11" fmla="*/ 91654 h 153443"/>
                <a:gd name="connsiteX12" fmla="*/ 14710 w 29301"/>
                <a:gd name="connsiteY12" fmla="*/ 105894 h 153443"/>
                <a:gd name="connsiteX13" fmla="*/ 22657 w 29301"/>
                <a:gd name="connsiteY13" fmla="*/ 103684 h 153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301" h="153443">
                  <a:moveTo>
                    <a:pt x="28864" y="14319"/>
                  </a:moveTo>
                  <a:cubicBezTo>
                    <a:pt x="28864" y="5726"/>
                    <a:pt x="21912" y="79"/>
                    <a:pt x="14710" y="79"/>
                  </a:cubicBezTo>
                  <a:cubicBezTo>
                    <a:pt x="6019" y="79"/>
                    <a:pt x="308" y="6953"/>
                    <a:pt x="308" y="14073"/>
                  </a:cubicBezTo>
                  <a:cubicBezTo>
                    <a:pt x="308" y="22666"/>
                    <a:pt x="7261" y="28313"/>
                    <a:pt x="14462" y="28313"/>
                  </a:cubicBezTo>
                  <a:cubicBezTo>
                    <a:pt x="23153" y="28313"/>
                    <a:pt x="28864" y="21438"/>
                    <a:pt x="28864" y="14319"/>
                  </a:cubicBezTo>
                  <a:close/>
                  <a:moveTo>
                    <a:pt x="22657" y="103684"/>
                  </a:moveTo>
                  <a:cubicBezTo>
                    <a:pt x="22408" y="121115"/>
                    <a:pt x="16449" y="134864"/>
                    <a:pt x="5523" y="146894"/>
                  </a:cubicBezTo>
                  <a:cubicBezTo>
                    <a:pt x="4033" y="148367"/>
                    <a:pt x="3785" y="148858"/>
                    <a:pt x="3785" y="149840"/>
                  </a:cubicBezTo>
                  <a:cubicBezTo>
                    <a:pt x="3785" y="151313"/>
                    <a:pt x="5523" y="153523"/>
                    <a:pt x="7261" y="153523"/>
                  </a:cubicBezTo>
                  <a:cubicBezTo>
                    <a:pt x="10489" y="153523"/>
                    <a:pt x="29609" y="133636"/>
                    <a:pt x="29609" y="103930"/>
                  </a:cubicBezTo>
                  <a:cubicBezTo>
                    <a:pt x="29609" y="95582"/>
                    <a:pt x="28368" y="77660"/>
                    <a:pt x="14462" y="77660"/>
                  </a:cubicBezTo>
                  <a:cubicBezTo>
                    <a:pt x="5026" y="77660"/>
                    <a:pt x="308" y="85025"/>
                    <a:pt x="308" y="91654"/>
                  </a:cubicBezTo>
                  <a:cubicBezTo>
                    <a:pt x="308" y="98529"/>
                    <a:pt x="4778" y="105894"/>
                    <a:pt x="14710" y="105894"/>
                  </a:cubicBezTo>
                  <a:cubicBezTo>
                    <a:pt x="18932" y="105894"/>
                    <a:pt x="21663" y="104175"/>
                    <a:pt x="22657" y="103684"/>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5" name="Freeform: Shape 144">
              <a:extLst>
                <a:ext uri="{FF2B5EF4-FFF2-40B4-BE49-F238E27FC236}">
                  <a16:creationId xmlns:a16="http://schemas.microsoft.com/office/drawing/2014/main" id="{7FEFD636-7FD6-1DB4-AA99-84E33AFB432D}"/>
                </a:ext>
              </a:extLst>
            </p:cNvPr>
            <p:cNvSpPr/>
            <p:nvPr/>
          </p:nvSpPr>
          <p:spPr>
            <a:xfrm>
              <a:off x="13637445" y="7062177"/>
              <a:ext cx="214543" cy="110479"/>
            </a:xfrm>
            <a:custGeom>
              <a:avLst/>
              <a:gdLst>
                <a:gd name="connsiteX0" fmla="*/ 197969 w 214543"/>
                <a:gd name="connsiteY0" fmla="*/ 18492 h 110479"/>
                <a:gd name="connsiteX1" fmla="*/ 204177 w 214543"/>
                <a:gd name="connsiteY1" fmla="*/ 14319 h 110479"/>
                <a:gd name="connsiteX2" fmla="*/ 214854 w 214543"/>
                <a:gd name="connsiteY2" fmla="*/ 13828 h 110479"/>
                <a:gd name="connsiteX3" fmla="*/ 214854 w 214543"/>
                <a:gd name="connsiteY3" fmla="*/ 79 h 110479"/>
                <a:gd name="connsiteX4" fmla="*/ 194492 w 214543"/>
                <a:gd name="connsiteY4" fmla="*/ 1061 h 110479"/>
                <a:gd name="connsiteX5" fmla="*/ 168668 w 214543"/>
                <a:gd name="connsiteY5" fmla="*/ 79 h 110479"/>
                <a:gd name="connsiteX6" fmla="*/ 168668 w 214543"/>
                <a:gd name="connsiteY6" fmla="*/ 13828 h 110479"/>
                <a:gd name="connsiteX7" fmla="*/ 182077 w 214543"/>
                <a:gd name="connsiteY7" fmla="*/ 15301 h 110479"/>
                <a:gd name="connsiteX8" fmla="*/ 153024 w 214543"/>
                <a:gd name="connsiteY8" fmla="*/ 81834 h 110479"/>
                <a:gd name="connsiteX9" fmla="*/ 123226 w 214543"/>
                <a:gd name="connsiteY9" fmla="*/ 13828 h 110479"/>
                <a:gd name="connsiteX10" fmla="*/ 135642 w 214543"/>
                <a:gd name="connsiteY10" fmla="*/ 13828 h 110479"/>
                <a:gd name="connsiteX11" fmla="*/ 135642 w 214543"/>
                <a:gd name="connsiteY11" fmla="*/ 79 h 110479"/>
                <a:gd name="connsiteX12" fmla="*/ 106341 w 214543"/>
                <a:gd name="connsiteY12" fmla="*/ 1061 h 110479"/>
                <a:gd name="connsiteX13" fmla="*/ 81261 w 214543"/>
                <a:gd name="connsiteY13" fmla="*/ 79 h 110479"/>
                <a:gd name="connsiteX14" fmla="*/ 81261 w 214543"/>
                <a:gd name="connsiteY14" fmla="*/ 13828 h 110479"/>
                <a:gd name="connsiteX15" fmla="*/ 96160 w 214543"/>
                <a:gd name="connsiteY15" fmla="*/ 13828 h 110479"/>
                <a:gd name="connsiteX16" fmla="*/ 98891 w 214543"/>
                <a:gd name="connsiteY16" fmla="*/ 20702 h 110479"/>
                <a:gd name="connsiteX17" fmla="*/ 97898 w 214543"/>
                <a:gd name="connsiteY17" fmla="*/ 23648 h 110479"/>
                <a:gd name="connsiteX18" fmla="*/ 75053 w 214543"/>
                <a:gd name="connsiteY18" fmla="*/ 75696 h 110479"/>
                <a:gd name="connsiteX19" fmla="*/ 47739 w 214543"/>
                <a:gd name="connsiteY19" fmla="*/ 13828 h 110479"/>
                <a:gd name="connsiteX20" fmla="*/ 60403 w 214543"/>
                <a:gd name="connsiteY20" fmla="*/ 13828 h 110479"/>
                <a:gd name="connsiteX21" fmla="*/ 60403 w 214543"/>
                <a:gd name="connsiteY21" fmla="*/ 79 h 110479"/>
                <a:gd name="connsiteX22" fmla="*/ 28122 w 214543"/>
                <a:gd name="connsiteY22" fmla="*/ 1061 h 110479"/>
                <a:gd name="connsiteX23" fmla="*/ 310 w 214543"/>
                <a:gd name="connsiteY23" fmla="*/ 79 h 110479"/>
                <a:gd name="connsiteX24" fmla="*/ 310 w 214543"/>
                <a:gd name="connsiteY24" fmla="*/ 13828 h 110479"/>
                <a:gd name="connsiteX25" fmla="*/ 15209 w 214543"/>
                <a:gd name="connsiteY25" fmla="*/ 13828 h 110479"/>
                <a:gd name="connsiteX26" fmla="*/ 54691 w 214543"/>
                <a:gd name="connsiteY26" fmla="*/ 103930 h 110479"/>
                <a:gd name="connsiteX27" fmla="*/ 67107 w 214543"/>
                <a:gd name="connsiteY27" fmla="*/ 110559 h 110479"/>
                <a:gd name="connsiteX28" fmla="*/ 79771 w 214543"/>
                <a:gd name="connsiteY28" fmla="*/ 103930 h 110479"/>
                <a:gd name="connsiteX29" fmla="*/ 107582 w 214543"/>
                <a:gd name="connsiteY29" fmla="*/ 40097 h 110479"/>
                <a:gd name="connsiteX30" fmla="*/ 135394 w 214543"/>
                <a:gd name="connsiteY30" fmla="*/ 103684 h 110479"/>
                <a:gd name="connsiteX31" fmla="*/ 148058 w 214543"/>
                <a:gd name="connsiteY31" fmla="*/ 110559 h 110479"/>
                <a:gd name="connsiteX32" fmla="*/ 160473 w 214543"/>
                <a:gd name="connsiteY32" fmla="*/ 103930 h 110479"/>
                <a:gd name="connsiteX33" fmla="*/ 197969 w 214543"/>
                <a:gd name="connsiteY33" fmla="*/ 18492 h 110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14543" h="110479">
                  <a:moveTo>
                    <a:pt x="197969" y="18492"/>
                  </a:moveTo>
                  <a:cubicBezTo>
                    <a:pt x="199707" y="15055"/>
                    <a:pt x="199955" y="14810"/>
                    <a:pt x="204177" y="14319"/>
                  </a:cubicBezTo>
                  <a:cubicBezTo>
                    <a:pt x="207901" y="13828"/>
                    <a:pt x="209888" y="13828"/>
                    <a:pt x="214854" y="13828"/>
                  </a:cubicBezTo>
                  <a:lnTo>
                    <a:pt x="214854" y="79"/>
                  </a:lnTo>
                  <a:cubicBezTo>
                    <a:pt x="208150" y="570"/>
                    <a:pt x="201197" y="1061"/>
                    <a:pt x="194492" y="1061"/>
                  </a:cubicBezTo>
                  <a:cubicBezTo>
                    <a:pt x="185801" y="1061"/>
                    <a:pt x="177359" y="815"/>
                    <a:pt x="168668" y="79"/>
                  </a:cubicBezTo>
                  <a:lnTo>
                    <a:pt x="168668" y="13828"/>
                  </a:lnTo>
                  <a:cubicBezTo>
                    <a:pt x="176117" y="13828"/>
                    <a:pt x="178104" y="14319"/>
                    <a:pt x="182077" y="15301"/>
                  </a:cubicBezTo>
                  <a:lnTo>
                    <a:pt x="153024" y="81834"/>
                  </a:lnTo>
                  <a:lnTo>
                    <a:pt x="123226" y="13828"/>
                  </a:lnTo>
                  <a:lnTo>
                    <a:pt x="135642" y="13828"/>
                  </a:lnTo>
                  <a:lnTo>
                    <a:pt x="135642" y="79"/>
                  </a:lnTo>
                  <a:cubicBezTo>
                    <a:pt x="134897" y="79"/>
                    <a:pt x="116770" y="1061"/>
                    <a:pt x="106341" y="1061"/>
                  </a:cubicBezTo>
                  <a:cubicBezTo>
                    <a:pt x="98891" y="1061"/>
                    <a:pt x="88710" y="815"/>
                    <a:pt x="81261" y="79"/>
                  </a:cubicBezTo>
                  <a:lnTo>
                    <a:pt x="81261" y="13828"/>
                  </a:lnTo>
                  <a:lnTo>
                    <a:pt x="96160" y="13828"/>
                  </a:lnTo>
                  <a:cubicBezTo>
                    <a:pt x="98891" y="19474"/>
                    <a:pt x="98891" y="19965"/>
                    <a:pt x="98891" y="20702"/>
                  </a:cubicBezTo>
                  <a:cubicBezTo>
                    <a:pt x="98891" y="21438"/>
                    <a:pt x="98146" y="23157"/>
                    <a:pt x="97898" y="23648"/>
                  </a:cubicBezTo>
                  <a:lnTo>
                    <a:pt x="75053" y="75696"/>
                  </a:lnTo>
                  <a:lnTo>
                    <a:pt x="47739" y="13828"/>
                  </a:lnTo>
                  <a:lnTo>
                    <a:pt x="60403" y="13828"/>
                  </a:lnTo>
                  <a:lnTo>
                    <a:pt x="60403" y="79"/>
                  </a:lnTo>
                  <a:cubicBezTo>
                    <a:pt x="49725" y="570"/>
                    <a:pt x="38799" y="1061"/>
                    <a:pt x="28122" y="1061"/>
                  </a:cubicBezTo>
                  <a:cubicBezTo>
                    <a:pt x="18686" y="1061"/>
                    <a:pt x="1800" y="79"/>
                    <a:pt x="310" y="79"/>
                  </a:cubicBezTo>
                  <a:lnTo>
                    <a:pt x="310" y="13828"/>
                  </a:lnTo>
                  <a:lnTo>
                    <a:pt x="15209" y="13828"/>
                  </a:lnTo>
                  <a:lnTo>
                    <a:pt x="54691" y="103930"/>
                  </a:lnTo>
                  <a:cubicBezTo>
                    <a:pt x="57671" y="110559"/>
                    <a:pt x="61396" y="110559"/>
                    <a:pt x="67107" y="110559"/>
                  </a:cubicBezTo>
                  <a:cubicBezTo>
                    <a:pt x="72570" y="110559"/>
                    <a:pt x="76791" y="110559"/>
                    <a:pt x="79771" y="103930"/>
                  </a:cubicBezTo>
                  <a:lnTo>
                    <a:pt x="107582" y="40097"/>
                  </a:lnTo>
                  <a:lnTo>
                    <a:pt x="135394" y="103684"/>
                  </a:lnTo>
                  <a:cubicBezTo>
                    <a:pt x="138373" y="110559"/>
                    <a:pt x="142098" y="110559"/>
                    <a:pt x="148058" y="110559"/>
                  </a:cubicBezTo>
                  <a:cubicBezTo>
                    <a:pt x="153769" y="110559"/>
                    <a:pt x="157494" y="110559"/>
                    <a:pt x="160473" y="103930"/>
                  </a:cubicBezTo>
                  <a:lnTo>
                    <a:pt x="197969" y="18492"/>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6" name="Freeform: Shape 145">
              <a:extLst>
                <a:ext uri="{FF2B5EF4-FFF2-40B4-BE49-F238E27FC236}">
                  <a16:creationId xmlns:a16="http://schemas.microsoft.com/office/drawing/2014/main" id="{5ECA695F-B4E3-9F7B-8327-4F0FAC5DC272}"/>
                </a:ext>
              </a:extLst>
            </p:cNvPr>
            <p:cNvSpPr/>
            <p:nvPr/>
          </p:nvSpPr>
          <p:spPr>
            <a:xfrm>
              <a:off x="13882558" y="6987051"/>
              <a:ext cx="64313" cy="245264"/>
            </a:xfrm>
            <a:custGeom>
              <a:avLst/>
              <a:gdLst>
                <a:gd name="connsiteX0" fmla="*/ 5035 w 64313"/>
                <a:gd name="connsiteY0" fmla="*/ 79 h 245264"/>
                <a:gd name="connsiteX1" fmla="*/ 317 w 64313"/>
                <a:gd name="connsiteY1" fmla="*/ 3025 h 245264"/>
                <a:gd name="connsiteX2" fmla="*/ 2552 w 64313"/>
                <a:gd name="connsiteY2" fmla="*/ 6708 h 245264"/>
                <a:gd name="connsiteX3" fmla="*/ 47745 w 64313"/>
                <a:gd name="connsiteY3" fmla="*/ 122589 h 245264"/>
                <a:gd name="connsiteX4" fmla="*/ 4787 w 64313"/>
                <a:gd name="connsiteY4" fmla="*/ 236751 h 245264"/>
                <a:gd name="connsiteX5" fmla="*/ 317 w 64313"/>
                <a:gd name="connsiteY5" fmla="*/ 242397 h 245264"/>
                <a:gd name="connsiteX6" fmla="*/ 3545 w 64313"/>
                <a:gd name="connsiteY6" fmla="*/ 245344 h 245264"/>
                <a:gd name="connsiteX7" fmla="*/ 46504 w 64313"/>
                <a:gd name="connsiteY7" fmla="*/ 198451 h 245264"/>
                <a:gd name="connsiteX8" fmla="*/ 64631 w 64313"/>
                <a:gd name="connsiteY8" fmla="*/ 122834 h 245264"/>
                <a:gd name="connsiteX9" fmla="*/ 5035 w 64313"/>
                <a:gd name="connsiteY9" fmla="*/ 79 h 24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313" h="245264">
                  <a:moveTo>
                    <a:pt x="5035" y="79"/>
                  </a:moveTo>
                  <a:cubicBezTo>
                    <a:pt x="3297" y="79"/>
                    <a:pt x="317" y="79"/>
                    <a:pt x="317" y="3025"/>
                  </a:cubicBezTo>
                  <a:cubicBezTo>
                    <a:pt x="317" y="4253"/>
                    <a:pt x="1062" y="4989"/>
                    <a:pt x="2552" y="6708"/>
                  </a:cubicBezTo>
                  <a:cubicBezTo>
                    <a:pt x="23907" y="26103"/>
                    <a:pt x="47745" y="59247"/>
                    <a:pt x="47745" y="122589"/>
                  </a:cubicBezTo>
                  <a:cubicBezTo>
                    <a:pt x="47745" y="173900"/>
                    <a:pt x="31605" y="212691"/>
                    <a:pt x="4787" y="236751"/>
                  </a:cubicBezTo>
                  <a:cubicBezTo>
                    <a:pt x="565" y="240924"/>
                    <a:pt x="317" y="241170"/>
                    <a:pt x="317" y="242397"/>
                  </a:cubicBezTo>
                  <a:cubicBezTo>
                    <a:pt x="317" y="243625"/>
                    <a:pt x="1062" y="245344"/>
                    <a:pt x="3545" y="245344"/>
                  </a:cubicBezTo>
                  <a:cubicBezTo>
                    <a:pt x="6525" y="245344"/>
                    <a:pt x="30115" y="229140"/>
                    <a:pt x="46504" y="198451"/>
                  </a:cubicBezTo>
                  <a:cubicBezTo>
                    <a:pt x="57429" y="178074"/>
                    <a:pt x="64631" y="151559"/>
                    <a:pt x="64631" y="122834"/>
                  </a:cubicBezTo>
                  <a:cubicBezTo>
                    <a:pt x="64631" y="88217"/>
                    <a:pt x="54201" y="34450"/>
                    <a:pt x="5035" y="79"/>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7" name="Freeform: Shape 146">
              <a:extLst>
                <a:ext uri="{FF2B5EF4-FFF2-40B4-BE49-F238E27FC236}">
                  <a16:creationId xmlns:a16="http://schemas.microsoft.com/office/drawing/2014/main" id="{A6C4A1F8-80AC-A75B-2238-118EEC68D38D}"/>
                </a:ext>
              </a:extLst>
            </p:cNvPr>
            <p:cNvSpPr/>
            <p:nvPr/>
          </p:nvSpPr>
          <p:spPr>
            <a:xfrm>
              <a:off x="12249456" y="7441035"/>
              <a:ext cx="1744063" cy="14028"/>
            </a:xfrm>
            <a:custGeom>
              <a:avLst/>
              <a:gdLst>
                <a:gd name="connsiteX0" fmla="*/ 0 w 1744063"/>
                <a:gd name="connsiteY0" fmla="*/ 0 h 14028"/>
                <a:gd name="connsiteX1" fmla="*/ 1744063 w 1744063"/>
                <a:gd name="connsiteY1" fmla="*/ 0 h 14028"/>
                <a:gd name="connsiteX2" fmla="*/ 1744063 w 1744063"/>
                <a:gd name="connsiteY2" fmla="*/ 14028 h 14028"/>
                <a:gd name="connsiteX3" fmla="*/ 0 w 1744063"/>
                <a:gd name="connsiteY3" fmla="*/ 14028 h 14028"/>
              </a:gdLst>
              <a:ahLst/>
              <a:cxnLst>
                <a:cxn ang="0">
                  <a:pos x="connsiteX0" y="connsiteY0"/>
                </a:cxn>
                <a:cxn ang="0">
                  <a:pos x="connsiteX1" y="connsiteY1"/>
                </a:cxn>
                <a:cxn ang="0">
                  <a:pos x="connsiteX2" y="connsiteY2"/>
                </a:cxn>
                <a:cxn ang="0">
                  <a:pos x="connsiteX3" y="connsiteY3"/>
                </a:cxn>
              </a:cxnLst>
              <a:rect l="l" t="t" r="r" b="b"/>
              <a:pathLst>
                <a:path w="1744063" h="14028">
                  <a:moveTo>
                    <a:pt x="0" y="0"/>
                  </a:moveTo>
                  <a:lnTo>
                    <a:pt x="1744063" y="0"/>
                  </a:lnTo>
                  <a:lnTo>
                    <a:pt x="1744063" y="14028"/>
                  </a:lnTo>
                  <a:lnTo>
                    <a:pt x="0" y="14028"/>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8" name="Freeform: Shape 147">
              <a:extLst>
                <a:ext uri="{FF2B5EF4-FFF2-40B4-BE49-F238E27FC236}">
                  <a16:creationId xmlns:a16="http://schemas.microsoft.com/office/drawing/2014/main" id="{ED754F8D-09D8-D34F-50C3-66FACEFDFF3C}"/>
                </a:ext>
              </a:extLst>
            </p:cNvPr>
            <p:cNvSpPr/>
            <p:nvPr/>
          </p:nvSpPr>
          <p:spPr>
            <a:xfrm>
              <a:off x="13008297" y="7536766"/>
              <a:ext cx="235898" cy="239547"/>
            </a:xfrm>
            <a:custGeom>
              <a:avLst/>
              <a:gdLst>
                <a:gd name="connsiteX0" fmla="*/ 235127 w 235898"/>
                <a:gd name="connsiteY0" fmla="*/ 8514 h 239547"/>
                <a:gd name="connsiteX1" fmla="*/ 236191 w 235898"/>
                <a:gd name="connsiteY1" fmla="*/ 3253 h 239547"/>
                <a:gd name="connsiteX2" fmla="*/ 227323 w 235898"/>
                <a:gd name="connsiteY2" fmla="*/ 96 h 239547"/>
                <a:gd name="connsiteX3" fmla="*/ 77625 w 235898"/>
                <a:gd name="connsiteY3" fmla="*/ 96 h 239547"/>
                <a:gd name="connsiteX4" fmla="*/ 66628 w 235898"/>
                <a:gd name="connsiteY4" fmla="*/ 7111 h 239547"/>
                <a:gd name="connsiteX5" fmla="*/ 47118 w 235898"/>
                <a:gd name="connsiteY5" fmla="*/ 70242 h 239547"/>
                <a:gd name="connsiteX6" fmla="*/ 46053 w 235898"/>
                <a:gd name="connsiteY6" fmla="*/ 75152 h 239547"/>
                <a:gd name="connsiteX7" fmla="*/ 50310 w 235898"/>
                <a:gd name="connsiteY7" fmla="*/ 79010 h 239547"/>
                <a:gd name="connsiteX8" fmla="*/ 54922 w 235898"/>
                <a:gd name="connsiteY8" fmla="*/ 75503 h 239547"/>
                <a:gd name="connsiteX9" fmla="*/ 142187 w 235898"/>
                <a:gd name="connsiteY9" fmla="*/ 10969 h 239547"/>
                <a:gd name="connsiteX10" fmla="*/ 200008 w 235898"/>
                <a:gd name="connsiteY10" fmla="*/ 10969 h 239547"/>
                <a:gd name="connsiteX11" fmla="*/ 1711 w 235898"/>
                <a:gd name="connsiteY11" fmla="*/ 230174 h 239547"/>
                <a:gd name="connsiteX12" fmla="*/ 292 w 235898"/>
                <a:gd name="connsiteY12" fmla="*/ 236487 h 239547"/>
                <a:gd name="connsiteX13" fmla="*/ 9161 w 235898"/>
                <a:gd name="connsiteY13" fmla="*/ 239644 h 239547"/>
                <a:gd name="connsiteX14" fmla="*/ 163471 w 235898"/>
                <a:gd name="connsiteY14" fmla="*/ 239644 h 239547"/>
                <a:gd name="connsiteX15" fmla="*/ 174467 w 235898"/>
                <a:gd name="connsiteY15" fmla="*/ 232629 h 239547"/>
                <a:gd name="connsiteX16" fmla="*/ 199654 w 235898"/>
                <a:gd name="connsiteY16" fmla="*/ 155118 h 239547"/>
                <a:gd name="connsiteX17" fmla="*/ 201073 w 235898"/>
                <a:gd name="connsiteY17" fmla="*/ 149857 h 239547"/>
                <a:gd name="connsiteX18" fmla="*/ 196461 w 235898"/>
                <a:gd name="connsiteY18" fmla="*/ 145999 h 239547"/>
                <a:gd name="connsiteX19" fmla="*/ 190430 w 235898"/>
                <a:gd name="connsiteY19" fmla="*/ 154768 h 239547"/>
                <a:gd name="connsiteX20" fmla="*/ 97490 w 235898"/>
                <a:gd name="connsiteY20" fmla="*/ 227719 h 239547"/>
                <a:gd name="connsiteX21" fmla="*/ 36830 w 235898"/>
                <a:gd name="connsiteY21" fmla="*/ 227719 h 239547"/>
                <a:gd name="connsiteX22" fmla="*/ 235127 w 235898"/>
                <a:gd name="connsiteY22" fmla="*/ 8514 h 23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5898" h="239547">
                  <a:moveTo>
                    <a:pt x="235127" y="8514"/>
                  </a:moveTo>
                  <a:cubicBezTo>
                    <a:pt x="235482" y="7111"/>
                    <a:pt x="236191" y="5357"/>
                    <a:pt x="236191" y="3253"/>
                  </a:cubicBezTo>
                  <a:cubicBezTo>
                    <a:pt x="236191" y="96"/>
                    <a:pt x="234418" y="96"/>
                    <a:pt x="227323" y="96"/>
                  </a:cubicBezTo>
                  <a:lnTo>
                    <a:pt x="77625" y="96"/>
                  </a:lnTo>
                  <a:cubicBezTo>
                    <a:pt x="69111" y="96"/>
                    <a:pt x="68756" y="447"/>
                    <a:pt x="66628" y="7111"/>
                  </a:cubicBezTo>
                  <a:lnTo>
                    <a:pt x="47118" y="70242"/>
                  </a:lnTo>
                  <a:cubicBezTo>
                    <a:pt x="46408" y="71996"/>
                    <a:pt x="46053" y="74451"/>
                    <a:pt x="46053" y="75152"/>
                  </a:cubicBezTo>
                  <a:cubicBezTo>
                    <a:pt x="46053" y="75503"/>
                    <a:pt x="46053" y="79010"/>
                    <a:pt x="50310" y="79010"/>
                  </a:cubicBezTo>
                  <a:cubicBezTo>
                    <a:pt x="53503" y="79010"/>
                    <a:pt x="54212" y="76555"/>
                    <a:pt x="54922" y="75503"/>
                  </a:cubicBezTo>
                  <a:cubicBezTo>
                    <a:pt x="68402" y="34117"/>
                    <a:pt x="86848" y="10969"/>
                    <a:pt x="142187" y="10969"/>
                  </a:cubicBezTo>
                  <a:lnTo>
                    <a:pt x="200008" y="10969"/>
                  </a:lnTo>
                  <a:lnTo>
                    <a:pt x="1711" y="230174"/>
                  </a:lnTo>
                  <a:cubicBezTo>
                    <a:pt x="1711" y="230525"/>
                    <a:pt x="292" y="235435"/>
                    <a:pt x="292" y="236487"/>
                  </a:cubicBezTo>
                  <a:cubicBezTo>
                    <a:pt x="292" y="239644"/>
                    <a:pt x="2776" y="239644"/>
                    <a:pt x="9161" y="239644"/>
                  </a:cubicBezTo>
                  <a:lnTo>
                    <a:pt x="163471" y="239644"/>
                  </a:lnTo>
                  <a:cubicBezTo>
                    <a:pt x="171984" y="239644"/>
                    <a:pt x="172339" y="239293"/>
                    <a:pt x="174467" y="232629"/>
                  </a:cubicBezTo>
                  <a:lnTo>
                    <a:pt x="199654" y="155118"/>
                  </a:lnTo>
                  <a:cubicBezTo>
                    <a:pt x="200008" y="153715"/>
                    <a:pt x="201073" y="151260"/>
                    <a:pt x="201073" y="149857"/>
                  </a:cubicBezTo>
                  <a:cubicBezTo>
                    <a:pt x="201073" y="148104"/>
                    <a:pt x="199654" y="145999"/>
                    <a:pt x="196461" y="145999"/>
                  </a:cubicBezTo>
                  <a:cubicBezTo>
                    <a:pt x="193268" y="145999"/>
                    <a:pt x="192914" y="147402"/>
                    <a:pt x="190430" y="154768"/>
                  </a:cubicBezTo>
                  <a:cubicBezTo>
                    <a:pt x="174822" y="202467"/>
                    <a:pt x="157795" y="227719"/>
                    <a:pt x="97490" y="227719"/>
                  </a:cubicBezTo>
                  <a:lnTo>
                    <a:pt x="36830" y="227719"/>
                  </a:lnTo>
                  <a:lnTo>
                    <a:pt x="235127" y="8514"/>
                  </a:ln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9" name="Freeform: Shape 148">
              <a:extLst>
                <a:ext uri="{FF2B5EF4-FFF2-40B4-BE49-F238E27FC236}">
                  <a16:creationId xmlns:a16="http://schemas.microsoft.com/office/drawing/2014/main" id="{A4A08A2F-1107-7E40-83B4-8540CBF74321}"/>
                </a:ext>
              </a:extLst>
            </p:cNvPr>
            <p:cNvSpPr/>
            <p:nvPr/>
          </p:nvSpPr>
          <p:spPr>
            <a:xfrm>
              <a:off x="14048503" y="7027170"/>
              <a:ext cx="174529" cy="841398"/>
            </a:xfrm>
            <a:custGeom>
              <a:avLst/>
              <a:gdLst>
                <a:gd name="connsiteX0" fmla="*/ 174852 w 174529"/>
                <a:gd name="connsiteY0" fmla="*/ 420950 h 841398"/>
                <a:gd name="connsiteX1" fmla="*/ 52823 w 174529"/>
                <a:gd name="connsiteY1" fmla="*/ 39357 h 841398"/>
                <a:gd name="connsiteX2" fmla="*/ 17704 w 174529"/>
                <a:gd name="connsiteY2" fmla="*/ 4284 h 841398"/>
                <a:gd name="connsiteX3" fmla="*/ 7771 w 174529"/>
                <a:gd name="connsiteY3" fmla="*/ 75 h 841398"/>
                <a:gd name="connsiteX4" fmla="*/ 322 w 174529"/>
                <a:gd name="connsiteY4" fmla="*/ 3583 h 841398"/>
                <a:gd name="connsiteX5" fmla="*/ 2450 w 174529"/>
                <a:gd name="connsiteY5" fmla="*/ 7090 h 841398"/>
                <a:gd name="connsiteX6" fmla="*/ 62401 w 174529"/>
                <a:gd name="connsiteY6" fmla="*/ 81094 h 841398"/>
                <a:gd name="connsiteX7" fmla="*/ 145409 w 174529"/>
                <a:gd name="connsiteY7" fmla="*/ 420599 h 841398"/>
                <a:gd name="connsiteX8" fmla="*/ 74107 w 174529"/>
                <a:gd name="connsiteY8" fmla="*/ 741165 h 841398"/>
                <a:gd name="connsiteX9" fmla="*/ 1741 w 174529"/>
                <a:gd name="connsiteY9" fmla="*/ 834810 h 841398"/>
                <a:gd name="connsiteX10" fmla="*/ 322 w 174529"/>
                <a:gd name="connsiteY10" fmla="*/ 837966 h 841398"/>
                <a:gd name="connsiteX11" fmla="*/ 7771 w 174529"/>
                <a:gd name="connsiteY11" fmla="*/ 841474 h 841398"/>
                <a:gd name="connsiteX12" fmla="*/ 18768 w 174529"/>
                <a:gd name="connsiteY12" fmla="*/ 836213 h 841398"/>
                <a:gd name="connsiteX13" fmla="*/ 174852 w 174529"/>
                <a:gd name="connsiteY13" fmla="*/ 420950 h 841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4529" h="841398">
                  <a:moveTo>
                    <a:pt x="174852" y="420950"/>
                  </a:moveTo>
                  <a:cubicBezTo>
                    <a:pt x="174852" y="283113"/>
                    <a:pt x="142925" y="144225"/>
                    <a:pt x="52823" y="39357"/>
                  </a:cubicBezTo>
                  <a:cubicBezTo>
                    <a:pt x="45728" y="31290"/>
                    <a:pt x="32248" y="16910"/>
                    <a:pt x="17704" y="4284"/>
                  </a:cubicBezTo>
                  <a:cubicBezTo>
                    <a:pt x="13447" y="75"/>
                    <a:pt x="12738" y="75"/>
                    <a:pt x="7771" y="75"/>
                  </a:cubicBezTo>
                  <a:cubicBezTo>
                    <a:pt x="3515" y="75"/>
                    <a:pt x="322" y="75"/>
                    <a:pt x="322" y="3583"/>
                  </a:cubicBezTo>
                  <a:cubicBezTo>
                    <a:pt x="322" y="4985"/>
                    <a:pt x="1741" y="6388"/>
                    <a:pt x="2450" y="7090"/>
                  </a:cubicBezTo>
                  <a:cubicBezTo>
                    <a:pt x="14866" y="19716"/>
                    <a:pt x="38633" y="43215"/>
                    <a:pt x="62401" y="81094"/>
                  </a:cubicBezTo>
                  <a:cubicBezTo>
                    <a:pt x="119513" y="171582"/>
                    <a:pt x="145409" y="285568"/>
                    <a:pt x="145409" y="420599"/>
                  </a:cubicBezTo>
                  <a:cubicBezTo>
                    <a:pt x="145409" y="514945"/>
                    <a:pt x="132638" y="636648"/>
                    <a:pt x="74107" y="741165"/>
                  </a:cubicBezTo>
                  <a:cubicBezTo>
                    <a:pt x="46083" y="790969"/>
                    <a:pt x="16640" y="820079"/>
                    <a:pt x="1741" y="834810"/>
                  </a:cubicBezTo>
                  <a:cubicBezTo>
                    <a:pt x="1031" y="835862"/>
                    <a:pt x="322" y="836914"/>
                    <a:pt x="322" y="837966"/>
                  </a:cubicBezTo>
                  <a:cubicBezTo>
                    <a:pt x="322" y="841474"/>
                    <a:pt x="3515" y="841474"/>
                    <a:pt x="7771" y="841474"/>
                  </a:cubicBezTo>
                  <a:cubicBezTo>
                    <a:pt x="12738" y="841474"/>
                    <a:pt x="13447" y="841474"/>
                    <a:pt x="18768" y="836213"/>
                  </a:cubicBezTo>
                  <a:cubicBezTo>
                    <a:pt x="137604" y="729240"/>
                    <a:pt x="174852" y="568607"/>
                    <a:pt x="174852" y="420950"/>
                  </a:cubicBezTo>
                  <a:close/>
                </a:path>
              </a:pathLst>
            </a:custGeom>
            <a:solidFill>
              <a:srgbClr val="000000"/>
            </a:solidFill>
            <a:ln w="35502"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mc:AlternateContent xmlns:mc="http://schemas.openxmlformats.org/markup-compatibility/2006">
        <mc:Choice xmlns:a14="http://schemas.microsoft.com/office/drawing/2010/main" Requires="a14">
          <p:sp>
            <p:nvSpPr>
              <p:cNvPr id="150" name="Content Placeholder 4">
                <a:extLst>
                  <a:ext uri="{FF2B5EF4-FFF2-40B4-BE49-F238E27FC236}">
                    <a16:creationId xmlns:a16="http://schemas.microsoft.com/office/drawing/2014/main" id="{23426EF1-143D-E4CC-5440-E0AAA7167DDA}"/>
                  </a:ext>
                </a:extLst>
              </p:cNvPr>
              <p:cNvSpPr>
                <a:spLocks noGrp="1"/>
              </p:cNvSpPr>
              <p:nvPr/>
            </p:nvSpPr>
            <p:spPr>
              <a:xfrm>
                <a:off x="404751" y="2118733"/>
                <a:ext cx="10949049" cy="426720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2400" dirty="0">
                  <a:latin typeface="Nunito" pitchFamily="2" charset="0"/>
                </a:endParaRPr>
              </a:p>
              <a:p>
                <a:pPr marL="0" indent="0">
                  <a:buNone/>
                </a:pPr>
                <a:endParaRPr lang="en-US" sz="2400" dirty="0">
                  <a:latin typeface="Nunito" pitchFamily="2" charset="0"/>
                </a:endParaRPr>
              </a:p>
              <a:p>
                <a:pPr marL="0" indent="0">
                  <a:buNone/>
                </a:pPr>
                <a:endParaRPr lang="en-US" sz="2400" dirty="0">
                  <a:latin typeface="Nunito" pitchFamily="2" charset="0"/>
                </a:endParaRPr>
              </a:p>
              <a:p>
                <a:pPr marL="0" indent="0">
                  <a:buNone/>
                </a:pPr>
                <a:endParaRPr lang="en-US" sz="2400" dirty="0">
                  <a:latin typeface="Nunito" pitchFamily="2" charset="0"/>
                </a:endParaRPr>
              </a:p>
              <a:p>
                <a:pPr marL="0" indent="0">
                  <a:buNone/>
                </a:pPr>
                <a:r>
                  <a:rPr lang="en-US" sz="2400" dirty="0">
                    <a:latin typeface="Nunito" pitchFamily="2" charset="0"/>
                  </a:rPr>
                  <a:t>Maximize the probability (minimize negative log probability)  of gold standard label</a:t>
                </a:r>
              </a:p>
              <a:p>
                <a:pPr marL="0" indent="0">
                  <a:buNone/>
                </a:pPr>
                <a:endParaRPr lang="en-US" sz="2400" dirty="0">
                  <a:latin typeface="Nunito" pitchFamily="2" charset="0"/>
                </a:endParaRPr>
              </a:p>
              <a:p>
                <a:pPr marL="0" indent="0">
                  <a:buNone/>
                </a:pPr>
                <a:endParaRPr lang="en-US" sz="2400" dirty="0">
                  <a:latin typeface="Nunito" pitchFamily="2" charset="0"/>
                </a:endParaRPr>
              </a:p>
              <a:p>
                <a:pPr marL="0" indent="0">
                  <a:buNone/>
                </a:pPr>
                <a:endParaRPr lang="en-US" sz="2400" dirty="0">
                  <a:latin typeface="Nunito" pitchFamily="2" charset="0"/>
                </a:endParaRPr>
              </a:p>
              <a:p>
                <a:pPr marL="0" indent="0">
                  <a:buNone/>
                </a:pPr>
                <a:r>
                  <a:rPr lang="en-US" sz="2400" dirty="0">
                    <a:latin typeface="Nunito" pitchFamily="2" charset="0"/>
                  </a:rPr>
                  <a:t>Also called </a:t>
                </a:r>
                <a:r>
                  <a:rPr lang="en-US" sz="2400" i="1" dirty="0">
                    <a:latin typeface="Nunito" pitchFamily="2" charset="0"/>
                  </a:rPr>
                  <a:t>cross entropy </a:t>
                </a:r>
                <a:r>
                  <a:rPr lang="en-US" sz="2400" dirty="0">
                    <a:latin typeface="Nunito" pitchFamily="2" charset="0"/>
                  </a:rPr>
                  <a:t>(between </a:t>
                </a:r>
                <a14:m>
                  <m:oMath xmlns:m="http://schemas.openxmlformats.org/officeDocument/2006/math">
                    <m:r>
                      <a:rPr lang="en-CA" sz="2400" b="1" i="0" smtClean="0">
                        <a:latin typeface="Cambria Math" panose="02040503050406030204" pitchFamily="18" charset="0"/>
                      </a:rPr>
                      <m:t>𝐩</m:t>
                    </m:r>
                  </m:oMath>
                </a14:m>
                <a:r>
                  <a:rPr lang="en-US" sz="2400" dirty="0">
                    <a:latin typeface="Nunito" pitchFamily="2" charset="0"/>
                  </a:rPr>
                  <a:t> and the 1-hot gold standard distribution) loss.</a:t>
                </a:r>
              </a:p>
            </p:txBody>
          </p:sp>
        </mc:Choice>
        <mc:Fallback>
          <p:sp>
            <p:nvSpPr>
              <p:cNvPr id="150" name="Content Placeholder 4">
                <a:extLst>
                  <a:ext uri="{FF2B5EF4-FFF2-40B4-BE49-F238E27FC236}">
                    <a16:creationId xmlns:a16="http://schemas.microsoft.com/office/drawing/2014/main" id="{23426EF1-143D-E4CC-5440-E0AAA7167DDA}"/>
                  </a:ext>
                </a:extLst>
              </p:cNvPr>
              <p:cNvSpPr>
                <a:spLocks noGrp="1" noRot="1" noChangeAspect="1" noMove="1" noResize="1" noEditPoints="1" noAdjustHandles="1" noChangeArrowheads="1" noChangeShapeType="1" noTextEdit="1"/>
              </p:cNvSpPr>
              <p:nvPr/>
            </p:nvSpPr>
            <p:spPr>
              <a:xfrm>
                <a:off x="404751" y="2118733"/>
                <a:ext cx="10949049" cy="4267200"/>
              </a:xfrm>
              <a:prstGeom prst="rect">
                <a:avLst/>
              </a:prstGeom>
              <a:blipFill>
                <a:blip r:embed="rId2"/>
                <a:stretch>
                  <a:fillRect l="-723"/>
                </a:stretch>
              </a:blipFill>
            </p:spPr>
            <p:txBody>
              <a:bodyPr/>
              <a:lstStyle/>
              <a:p>
                <a:r>
                  <a:rPr lang="en-CA">
                    <a:noFill/>
                  </a:rPr>
                  <a:t> </a:t>
                </a:r>
              </a:p>
            </p:txBody>
          </p:sp>
        </mc:Fallback>
      </mc:AlternateContent>
    </p:spTree>
    <p:extLst>
      <p:ext uri="{BB962C8B-B14F-4D97-AF65-F5344CB8AC3E}">
        <p14:creationId xmlns:p14="http://schemas.microsoft.com/office/powerpoint/2010/main" val="326207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0">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3426EF1-143D-E4CC-5440-E0AAA7167DDA}"/>
              </a:ext>
            </a:extLst>
          </p:cNvPr>
          <p:cNvSpPr>
            <a:spLocks noGrp="1"/>
          </p:cNvSpPr>
          <p:nvPr>
            <p:ph idx="1"/>
          </p:nvPr>
        </p:nvSpPr>
        <p:spPr>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Nunito" pitchFamily="2" charset="0"/>
              </a:rPr>
              <a:t>Chain rule: suppose                                , then</a:t>
            </a:r>
          </a:p>
          <a:p>
            <a:endParaRPr lang="en-US" dirty="0">
              <a:latin typeface="Nunito" pitchFamily="2" charset="0"/>
            </a:endParaRPr>
          </a:p>
          <a:p>
            <a:endParaRPr lang="en-US" dirty="0">
              <a:latin typeface="Nunito" pitchFamily="2" charset="0"/>
            </a:endParaRPr>
          </a:p>
          <a:p>
            <a:endParaRPr lang="en-US" dirty="0">
              <a:latin typeface="Nunito" pitchFamily="2" charset="0"/>
            </a:endParaRPr>
          </a:p>
          <a:p>
            <a:pPr marL="0" indent="0">
              <a:buNone/>
            </a:pPr>
            <a:endParaRPr lang="en-US" dirty="0">
              <a:latin typeface="Nunito" pitchFamily="2" charset="0"/>
            </a:endParaRPr>
          </a:p>
          <a:p>
            <a:pPr marL="0" indent="0">
              <a:buNone/>
            </a:pPr>
            <a:endParaRPr lang="en-US" dirty="0">
              <a:latin typeface="Nunito" pitchFamily="2" charset="0"/>
            </a:endParaRPr>
          </a:p>
          <a:p>
            <a:pPr marL="0" indent="0">
              <a:buNone/>
            </a:pPr>
            <a:r>
              <a:rPr lang="en-US" dirty="0">
                <a:latin typeface="Nunito" pitchFamily="2" charset="0"/>
              </a:rPr>
              <a:t>Now we have            , how should we update           ?</a:t>
            </a:r>
          </a:p>
        </p:txBody>
      </p:sp>
      <p:sp>
        <p:nvSpPr>
          <p:cNvPr id="2" name="Title 1">
            <a:extLst>
              <a:ext uri="{FF2B5EF4-FFF2-40B4-BE49-F238E27FC236}">
                <a16:creationId xmlns:a16="http://schemas.microsoft.com/office/drawing/2014/main" id="{E8CF0BE3-CFB9-9CA8-9960-0D4D105748BE}"/>
              </a:ext>
            </a:extLst>
          </p:cNvPr>
          <p:cNvSpPr>
            <a:spLocks noGrp="1"/>
          </p:cNvSpPr>
          <p:nvPr>
            <p:ph type="title"/>
          </p:nvPr>
        </p:nvSpPr>
        <p:spPr/>
        <p:txBody>
          <a:bodyPr/>
          <a:lstStyle/>
          <a:p>
            <a:r>
              <a:rPr lang="en-CA" dirty="0"/>
              <a:t>Backpropagation </a:t>
            </a:r>
          </a:p>
        </p:txBody>
      </p:sp>
      <p:sp>
        <p:nvSpPr>
          <p:cNvPr id="4" name="Slide Number Placeholder 3">
            <a:extLst>
              <a:ext uri="{FF2B5EF4-FFF2-40B4-BE49-F238E27FC236}">
                <a16:creationId xmlns:a16="http://schemas.microsoft.com/office/drawing/2014/main" id="{6965C799-3C8A-2B76-A44C-226B6BAAC592}"/>
              </a:ext>
            </a:extLst>
          </p:cNvPr>
          <p:cNvSpPr>
            <a:spLocks noGrp="1"/>
          </p:cNvSpPr>
          <p:nvPr>
            <p:ph type="sldNum" sz="quarter" idx="12"/>
          </p:nvPr>
        </p:nvSpPr>
        <p:spPr/>
        <p:txBody>
          <a:bodyPr/>
          <a:lstStyle/>
          <a:p>
            <a:fld id="{A36FF760-4833-4FC2-9C74-46CD274694B2}" type="slidenum">
              <a:rPr lang="en-CA" smtClean="0"/>
              <a:pPr/>
              <a:t>34</a:t>
            </a:fld>
            <a:endParaRPr lang="en-CA"/>
          </a:p>
        </p:txBody>
      </p:sp>
      <p:grpSp>
        <p:nvGrpSpPr>
          <p:cNvPr id="6" name="Group 5" descr="\documentclass{article}&#10;\usepackage{amsmath,amssymb}&#10;\pagestyle{empty}&#10;\begin{document}&#10;&#10;\newcommand{\score}{\textrm{score}}&#10;\newcommand{\classify}{\textrm{classify}}&#10;\newcommand{\bx}{\mathbf{x}}&#10;&#10;\begin{align*}&#10;y=f(x), z = g(y)&#10;\end{align*}&#10;&#10;&#10;\end{document}" title="IguanaTex Vector Display">
            <a:extLst>
              <a:ext uri="{FF2B5EF4-FFF2-40B4-BE49-F238E27FC236}">
                <a16:creationId xmlns:a16="http://schemas.microsoft.com/office/drawing/2014/main" id="{AEEB5D68-E719-179A-5090-6D28DB3C5E6C}"/>
              </a:ext>
            </a:extLst>
          </p:cNvPr>
          <p:cNvGrpSpPr>
            <a:grpSpLocks noChangeAspect="1"/>
          </p:cNvGrpSpPr>
          <p:nvPr/>
        </p:nvGrpSpPr>
        <p:grpSpPr>
          <a:xfrm>
            <a:off x="4005148" y="1345453"/>
            <a:ext cx="2747759" cy="345414"/>
            <a:chOff x="11040258" y="4581962"/>
            <a:chExt cx="2747759" cy="345414"/>
          </a:xfrm>
        </p:grpSpPr>
        <p:sp>
          <p:nvSpPr>
            <p:cNvPr id="136" name="Freeform: Shape 135">
              <a:extLst>
                <a:ext uri="{FF2B5EF4-FFF2-40B4-BE49-F238E27FC236}">
                  <a16:creationId xmlns:a16="http://schemas.microsoft.com/office/drawing/2014/main" id="{62D61F21-CDDC-3949-6FBA-58D34EF5F341}"/>
                </a:ext>
              </a:extLst>
            </p:cNvPr>
            <p:cNvSpPr/>
            <p:nvPr/>
          </p:nvSpPr>
          <p:spPr>
            <a:xfrm>
              <a:off x="11040258" y="4688350"/>
              <a:ext cx="162802" cy="223483"/>
            </a:xfrm>
            <a:custGeom>
              <a:avLst/>
              <a:gdLst>
                <a:gd name="connsiteX0" fmla="*/ 161584 w 162802"/>
                <a:gd name="connsiteY0" fmla="*/ 21155 h 223483"/>
                <a:gd name="connsiteX1" fmla="*/ 162997 w 162802"/>
                <a:gd name="connsiteY1" fmla="*/ 13210 h 223483"/>
                <a:gd name="connsiteX2" fmla="*/ 152755 w 162802"/>
                <a:gd name="connsiteY2" fmla="*/ 3884 h 223483"/>
                <a:gd name="connsiteX3" fmla="*/ 140395 w 162802"/>
                <a:gd name="connsiteY3" fmla="*/ 11138 h 223483"/>
                <a:gd name="connsiteX4" fmla="*/ 135451 w 162802"/>
                <a:gd name="connsiteY4" fmla="*/ 29790 h 223483"/>
                <a:gd name="connsiteX5" fmla="*/ 128388 w 162802"/>
                <a:gd name="connsiteY5" fmla="*/ 57424 h 223483"/>
                <a:gd name="connsiteX6" fmla="*/ 112496 w 162802"/>
                <a:gd name="connsiteY6" fmla="*/ 119598 h 223483"/>
                <a:gd name="connsiteX7" fmla="*/ 72590 w 162802"/>
                <a:gd name="connsiteY7" fmla="*/ 148958 h 223483"/>
                <a:gd name="connsiteX8" fmla="*/ 50695 w 162802"/>
                <a:gd name="connsiteY8" fmla="*/ 120980 h 223483"/>
                <a:gd name="connsiteX9" fmla="*/ 68705 w 162802"/>
                <a:gd name="connsiteY9" fmla="*/ 53279 h 223483"/>
                <a:gd name="connsiteX10" fmla="*/ 75768 w 162802"/>
                <a:gd name="connsiteY10" fmla="*/ 28409 h 223483"/>
                <a:gd name="connsiteX11" fmla="*/ 46810 w 162802"/>
                <a:gd name="connsiteY11" fmla="*/ 85 h 223483"/>
                <a:gd name="connsiteX12" fmla="*/ 194 w 162802"/>
                <a:gd name="connsiteY12" fmla="*/ 53279 h 223483"/>
                <a:gd name="connsiteX13" fmla="*/ 4432 w 162802"/>
                <a:gd name="connsiteY13" fmla="*/ 56733 h 223483"/>
                <a:gd name="connsiteX14" fmla="*/ 10082 w 162802"/>
                <a:gd name="connsiteY14" fmla="*/ 50515 h 223483"/>
                <a:gd name="connsiteX15" fmla="*/ 45751 w 162802"/>
                <a:gd name="connsiteY15" fmla="*/ 7684 h 223483"/>
                <a:gd name="connsiteX16" fmla="*/ 54579 w 162802"/>
                <a:gd name="connsiteY16" fmla="*/ 18737 h 223483"/>
                <a:gd name="connsiteX17" fmla="*/ 48576 w 162802"/>
                <a:gd name="connsiteY17" fmla="*/ 42916 h 223483"/>
                <a:gd name="connsiteX18" fmla="*/ 28093 w 162802"/>
                <a:gd name="connsiteY18" fmla="*/ 115453 h 223483"/>
                <a:gd name="connsiteX19" fmla="*/ 71177 w 162802"/>
                <a:gd name="connsiteY19" fmla="*/ 156558 h 223483"/>
                <a:gd name="connsiteX20" fmla="*/ 106846 w 162802"/>
                <a:gd name="connsiteY20" fmla="*/ 141014 h 223483"/>
                <a:gd name="connsiteX21" fmla="*/ 83891 w 162802"/>
                <a:gd name="connsiteY21" fmla="*/ 194208 h 223483"/>
                <a:gd name="connsiteX22" fmla="*/ 45044 w 162802"/>
                <a:gd name="connsiteY22" fmla="*/ 215969 h 223483"/>
                <a:gd name="connsiteX23" fmla="*/ 18205 w 162802"/>
                <a:gd name="connsiteY23" fmla="*/ 201461 h 223483"/>
                <a:gd name="connsiteX24" fmla="*/ 33390 w 162802"/>
                <a:gd name="connsiteY24" fmla="*/ 197317 h 223483"/>
                <a:gd name="connsiteX25" fmla="*/ 40453 w 162802"/>
                <a:gd name="connsiteY25" fmla="*/ 183154 h 223483"/>
                <a:gd name="connsiteX26" fmla="*/ 27387 w 162802"/>
                <a:gd name="connsiteY26" fmla="*/ 171065 h 223483"/>
                <a:gd name="connsiteX27" fmla="*/ 7610 w 162802"/>
                <a:gd name="connsiteY27" fmla="*/ 193517 h 223483"/>
                <a:gd name="connsiteX28" fmla="*/ 45044 w 162802"/>
                <a:gd name="connsiteY28" fmla="*/ 223568 h 223483"/>
                <a:gd name="connsiteX29" fmla="*/ 127682 w 162802"/>
                <a:gd name="connsiteY29" fmla="*/ 153103 h 223483"/>
                <a:gd name="connsiteX30" fmla="*/ 161584 w 162802"/>
                <a:gd name="connsiteY30" fmla="*/ 21155 h 22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2802" h="223483">
                  <a:moveTo>
                    <a:pt x="161584" y="21155"/>
                  </a:moveTo>
                  <a:cubicBezTo>
                    <a:pt x="162997" y="16319"/>
                    <a:pt x="162997" y="15628"/>
                    <a:pt x="162997" y="13210"/>
                  </a:cubicBezTo>
                  <a:cubicBezTo>
                    <a:pt x="162997" y="6993"/>
                    <a:pt x="158052" y="3884"/>
                    <a:pt x="152755" y="3884"/>
                  </a:cubicBezTo>
                  <a:cubicBezTo>
                    <a:pt x="149224" y="3884"/>
                    <a:pt x="143573" y="5957"/>
                    <a:pt x="140395" y="11138"/>
                  </a:cubicBezTo>
                  <a:cubicBezTo>
                    <a:pt x="139689" y="12865"/>
                    <a:pt x="136863" y="23573"/>
                    <a:pt x="135451" y="29790"/>
                  </a:cubicBezTo>
                  <a:cubicBezTo>
                    <a:pt x="132979" y="38771"/>
                    <a:pt x="130507" y="48097"/>
                    <a:pt x="128388" y="57424"/>
                  </a:cubicBezTo>
                  <a:lnTo>
                    <a:pt x="112496" y="119598"/>
                  </a:lnTo>
                  <a:cubicBezTo>
                    <a:pt x="111083" y="124779"/>
                    <a:pt x="95898" y="148958"/>
                    <a:pt x="72590" y="148958"/>
                  </a:cubicBezTo>
                  <a:cubicBezTo>
                    <a:pt x="54579" y="148958"/>
                    <a:pt x="50695" y="133760"/>
                    <a:pt x="50695" y="120980"/>
                  </a:cubicBezTo>
                  <a:cubicBezTo>
                    <a:pt x="50695" y="105091"/>
                    <a:pt x="56698" y="83675"/>
                    <a:pt x="68705" y="53279"/>
                  </a:cubicBezTo>
                  <a:cubicBezTo>
                    <a:pt x="74356" y="39117"/>
                    <a:pt x="75768" y="35317"/>
                    <a:pt x="75768" y="28409"/>
                  </a:cubicBezTo>
                  <a:cubicBezTo>
                    <a:pt x="75768" y="12865"/>
                    <a:pt x="64468" y="85"/>
                    <a:pt x="46810" y="85"/>
                  </a:cubicBezTo>
                  <a:cubicBezTo>
                    <a:pt x="13261" y="85"/>
                    <a:pt x="194" y="50170"/>
                    <a:pt x="194" y="53279"/>
                  </a:cubicBezTo>
                  <a:cubicBezTo>
                    <a:pt x="194" y="56733"/>
                    <a:pt x="3726" y="56733"/>
                    <a:pt x="4432" y="56733"/>
                  </a:cubicBezTo>
                  <a:cubicBezTo>
                    <a:pt x="7964" y="56733"/>
                    <a:pt x="8317" y="56042"/>
                    <a:pt x="10082" y="50515"/>
                  </a:cubicBezTo>
                  <a:cubicBezTo>
                    <a:pt x="19617" y="18046"/>
                    <a:pt x="33743" y="7684"/>
                    <a:pt x="45751" y="7684"/>
                  </a:cubicBezTo>
                  <a:cubicBezTo>
                    <a:pt x="48576" y="7684"/>
                    <a:pt x="54579" y="7684"/>
                    <a:pt x="54579" y="18737"/>
                  </a:cubicBezTo>
                  <a:cubicBezTo>
                    <a:pt x="54579" y="27372"/>
                    <a:pt x="51048" y="36353"/>
                    <a:pt x="48576" y="42916"/>
                  </a:cubicBezTo>
                  <a:cubicBezTo>
                    <a:pt x="34450" y="79530"/>
                    <a:pt x="28093" y="99219"/>
                    <a:pt x="28093" y="115453"/>
                  </a:cubicBezTo>
                  <a:cubicBezTo>
                    <a:pt x="28093" y="146195"/>
                    <a:pt x="50342" y="156558"/>
                    <a:pt x="71177" y="156558"/>
                  </a:cubicBezTo>
                  <a:cubicBezTo>
                    <a:pt x="84950" y="156558"/>
                    <a:pt x="96957" y="150686"/>
                    <a:pt x="106846" y="141014"/>
                  </a:cubicBezTo>
                  <a:cubicBezTo>
                    <a:pt x="102255" y="158975"/>
                    <a:pt x="98017" y="175901"/>
                    <a:pt x="83891" y="194208"/>
                  </a:cubicBezTo>
                  <a:cubicBezTo>
                    <a:pt x="74709" y="205952"/>
                    <a:pt x="61289" y="215969"/>
                    <a:pt x="45044" y="215969"/>
                  </a:cubicBezTo>
                  <a:cubicBezTo>
                    <a:pt x="40100" y="215969"/>
                    <a:pt x="24208" y="214933"/>
                    <a:pt x="18205" y="201461"/>
                  </a:cubicBezTo>
                  <a:cubicBezTo>
                    <a:pt x="23855" y="201461"/>
                    <a:pt x="28446" y="201461"/>
                    <a:pt x="33390" y="197317"/>
                  </a:cubicBezTo>
                  <a:cubicBezTo>
                    <a:pt x="36922" y="194208"/>
                    <a:pt x="40453" y="189717"/>
                    <a:pt x="40453" y="183154"/>
                  </a:cubicBezTo>
                  <a:cubicBezTo>
                    <a:pt x="40453" y="172447"/>
                    <a:pt x="30918" y="171065"/>
                    <a:pt x="27387" y="171065"/>
                  </a:cubicBezTo>
                  <a:cubicBezTo>
                    <a:pt x="19264" y="171065"/>
                    <a:pt x="7610" y="176592"/>
                    <a:pt x="7610" y="193517"/>
                  </a:cubicBezTo>
                  <a:cubicBezTo>
                    <a:pt x="7610" y="210788"/>
                    <a:pt x="23149" y="223568"/>
                    <a:pt x="45044" y="223568"/>
                  </a:cubicBezTo>
                  <a:cubicBezTo>
                    <a:pt x="81419" y="223568"/>
                    <a:pt x="117793" y="192135"/>
                    <a:pt x="127682" y="153103"/>
                  </a:cubicBezTo>
                  <a:lnTo>
                    <a:pt x="161584" y="21155"/>
                  </a:ln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7" name="Freeform: Shape 136">
              <a:extLst>
                <a:ext uri="{FF2B5EF4-FFF2-40B4-BE49-F238E27FC236}">
                  <a16:creationId xmlns:a16="http://schemas.microsoft.com/office/drawing/2014/main" id="{A1C7B89C-98D1-CAA4-4059-BF04279AEDEE}"/>
                </a:ext>
              </a:extLst>
            </p:cNvPr>
            <p:cNvSpPr/>
            <p:nvPr/>
          </p:nvSpPr>
          <p:spPr>
            <a:xfrm>
              <a:off x="11333701" y="4714256"/>
              <a:ext cx="234845" cy="80827"/>
            </a:xfrm>
            <a:custGeom>
              <a:avLst/>
              <a:gdLst>
                <a:gd name="connsiteX0" fmla="*/ 223040 w 234845"/>
                <a:gd name="connsiteY0" fmla="*/ 13901 h 80827"/>
                <a:gd name="connsiteX1" fmla="*/ 235047 w 234845"/>
                <a:gd name="connsiteY1" fmla="*/ 6993 h 80827"/>
                <a:gd name="connsiteX2" fmla="*/ 223393 w 234845"/>
                <a:gd name="connsiteY2" fmla="*/ 85 h 80827"/>
                <a:gd name="connsiteX3" fmla="*/ 11856 w 234845"/>
                <a:gd name="connsiteY3" fmla="*/ 85 h 80827"/>
                <a:gd name="connsiteX4" fmla="*/ 202 w 234845"/>
                <a:gd name="connsiteY4" fmla="*/ 6993 h 80827"/>
                <a:gd name="connsiteX5" fmla="*/ 12209 w 234845"/>
                <a:gd name="connsiteY5" fmla="*/ 13901 h 80827"/>
                <a:gd name="connsiteX6" fmla="*/ 223040 w 234845"/>
                <a:gd name="connsiteY6" fmla="*/ 13901 h 80827"/>
                <a:gd name="connsiteX7" fmla="*/ 223393 w 234845"/>
                <a:gd name="connsiteY7" fmla="*/ 80912 h 80827"/>
                <a:gd name="connsiteX8" fmla="*/ 235047 w 234845"/>
                <a:gd name="connsiteY8" fmla="*/ 74003 h 80827"/>
                <a:gd name="connsiteX9" fmla="*/ 223040 w 234845"/>
                <a:gd name="connsiteY9" fmla="*/ 67095 h 80827"/>
                <a:gd name="connsiteX10" fmla="*/ 12209 w 234845"/>
                <a:gd name="connsiteY10" fmla="*/ 67095 h 80827"/>
                <a:gd name="connsiteX11" fmla="*/ 202 w 234845"/>
                <a:gd name="connsiteY11" fmla="*/ 74003 h 80827"/>
                <a:gd name="connsiteX12" fmla="*/ 11856 w 234845"/>
                <a:gd name="connsiteY12" fmla="*/ 80912 h 80827"/>
                <a:gd name="connsiteX13" fmla="*/ 223393 w 234845"/>
                <a:gd name="connsiteY13" fmla="*/ 80912 h 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845" h="80827">
                  <a:moveTo>
                    <a:pt x="223040" y="13901"/>
                  </a:moveTo>
                  <a:cubicBezTo>
                    <a:pt x="228337" y="13901"/>
                    <a:pt x="235047" y="13901"/>
                    <a:pt x="235047" y="6993"/>
                  </a:cubicBezTo>
                  <a:cubicBezTo>
                    <a:pt x="235047" y="85"/>
                    <a:pt x="228337" y="85"/>
                    <a:pt x="223393" y="85"/>
                  </a:cubicBezTo>
                  <a:lnTo>
                    <a:pt x="11856" y="85"/>
                  </a:lnTo>
                  <a:cubicBezTo>
                    <a:pt x="6912" y="85"/>
                    <a:pt x="202" y="85"/>
                    <a:pt x="202" y="6993"/>
                  </a:cubicBezTo>
                  <a:cubicBezTo>
                    <a:pt x="202" y="13901"/>
                    <a:pt x="6912" y="13901"/>
                    <a:pt x="12209" y="13901"/>
                  </a:cubicBezTo>
                  <a:lnTo>
                    <a:pt x="223040" y="13901"/>
                  </a:lnTo>
                  <a:close/>
                  <a:moveTo>
                    <a:pt x="223393" y="80912"/>
                  </a:moveTo>
                  <a:cubicBezTo>
                    <a:pt x="228337" y="80912"/>
                    <a:pt x="235047" y="80912"/>
                    <a:pt x="235047" y="74003"/>
                  </a:cubicBezTo>
                  <a:cubicBezTo>
                    <a:pt x="235047" y="67095"/>
                    <a:pt x="228337" y="67095"/>
                    <a:pt x="223040" y="67095"/>
                  </a:cubicBezTo>
                  <a:lnTo>
                    <a:pt x="12209" y="67095"/>
                  </a:lnTo>
                  <a:cubicBezTo>
                    <a:pt x="6912" y="67095"/>
                    <a:pt x="202" y="67095"/>
                    <a:pt x="202" y="74003"/>
                  </a:cubicBezTo>
                  <a:cubicBezTo>
                    <a:pt x="202" y="80912"/>
                    <a:pt x="6912" y="80912"/>
                    <a:pt x="11856" y="80912"/>
                  </a:cubicBezTo>
                  <a:lnTo>
                    <a:pt x="223393" y="80912"/>
                  </a:ln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8" name="Freeform: Shape 137">
              <a:extLst>
                <a:ext uri="{FF2B5EF4-FFF2-40B4-BE49-F238E27FC236}">
                  <a16:creationId xmlns:a16="http://schemas.microsoft.com/office/drawing/2014/main" id="{CA1FBBA8-B275-E44E-942C-383CF89DBE6B}"/>
                </a:ext>
              </a:extLst>
            </p:cNvPr>
            <p:cNvSpPr/>
            <p:nvPr/>
          </p:nvSpPr>
          <p:spPr>
            <a:xfrm>
              <a:off x="11705410" y="4597506"/>
              <a:ext cx="176222" cy="314327"/>
            </a:xfrm>
            <a:custGeom>
              <a:avLst/>
              <a:gdLst>
                <a:gd name="connsiteX0" fmla="*/ 111102 w 176222"/>
                <a:gd name="connsiteY0" fmla="*/ 105436 h 314327"/>
                <a:gd name="connsiteX1" fmla="*/ 141473 w 176222"/>
                <a:gd name="connsiteY1" fmla="*/ 105436 h 314327"/>
                <a:gd name="connsiteX2" fmla="*/ 152067 w 176222"/>
                <a:gd name="connsiteY2" fmla="*/ 98528 h 314327"/>
                <a:gd name="connsiteX3" fmla="*/ 142532 w 176222"/>
                <a:gd name="connsiteY3" fmla="*/ 94728 h 314327"/>
                <a:gd name="connsiteX4" fmla="*/ 113221 w 176222"/>
                <a:gd name="connsiteY4" fmla="*/ 94728 h 314327"/>
                <a:gd name="connsiteX5" fmla="*/ 120637 w 176222"/>
                <a:gd name="connsiteY5" fmla="*/ 55351 h 314327"/>
                <a:gd name="connsiteX6" fmla="*/ 129113 w 176222"/>
                <a:gd name="connsiteY6" fmla="*/ 19428 h 314327"/>
                <a:gd name="connsiteX7" fmla="*/ 145711 w 176222"/>
                <a:gd name="connsiteY7" fmla="*/ 7684 h 314327"/>
                <a:gd name="connsiteX8" fmla="*/ 163015 w 176222"/>
                <a:gd name="connsiteY8" fmla="*/ 13901 h 314327"/>
                <a:gd name="connsiteX9" fmla="*/ 143945 w 176222"/>
                <a:gd name="connsiteY9" fmla="*/ 32554 h 314327"/>
                <a:gd name="connsiteX10" fmla="*/ 157012 w 176222"/>
                <a:gd name="connsiteY10" fmla="*/ 44643 h 314327"/>
                <a:gd name="connsiteX11" fmla="*/ 176435 w 176222"/>
                <a:gd name="connsiteY11" fmla="*/ 23918 h 314327"/>
                <a:gd name="connsiteX12" fmla="*/ 145711 w 176222"/>
                <a:gd name="connsiteY12" fmla="*/ 85 h 314327"/>
                <a:gd name="connsiteX13" fmla="*/ 100861 w 176222"/>
                <a:gd name="connsiteY13" fmla="*/ 40498 h 314327"/>
                <a:gd name="connsiteX14" fmla="*/ 89207 w 176222"/>
                <a:gd name="connsiteY14" fmla="*/ 94728 h 314327"/>
                <a:gd name="connsiteX15" fmla="*/ 64839 w 176222"/>
                <a:gd name="connsiteY15" fmla="*/ 94728 h 314327"/>
                <a:gd name="connsiteX16" fmla="*/ 54245 w 176222"/>
                <a:gd name="connsiteY16" fmla="*/ 101291 h 314327"/>
                <a:gd name="connsiteX17" fmla="*/ 64133 w 176222"/>
                <a:gd name="connsiteY17" fmla="*/ 105436 h 314327"/>
                <a:gd name="connsiteX18" fmla="*/ 87441 w 176222"/>
                <a:gd name="connsiteY18" fmla="*/ 105436 h 314327"/>
                <a:gd name="connsiteX19" fmla="*/ 60955 w 176222"/>
                <a:gd name="connsiteY19" fmla="*/ 241875 h 314327"/>
                <a:gd name="connsiteX20" fmla="*/ 30231 w 176222"/>
                <a:gd name="connsiteY20" fmla="*/ 306813 h 314327"/>
                <a:gd name="connsiteX21" fmla="*/ 13279 w 176222"/>
                <a:gd name="connsiteY21" fmla="*/ 300595 h 314327"/>
                <a:gd name="connsiteX22" fmla="*/ 32703 w 176222"/>
                <a:gd name="connsiteY22" fmla="*/ 281943 h 314327"/>
                <a:gd name="connsiteX23" fmla="*/ 19636 w 176222"/>
                <a:gd name="connsiteY23" fmla="*/ 269854 h 314327"/>
                <a:gd name="connsiteX24" fmla="*/ 213 w 176222"/>
                <a:gd name="connsiteY24" fmla="*/ 290578 h 314327"/>
                <a:gd name="connsiteX25" fmla="*/ 30231 w 176222"/>
                <a:gd name="connsiteY25" fmla="*/ 314412 h 314327"/>
                <a:gd name="connsiteX26" fmla="*/ 70137 w 176222"/>
                <a:gd name="connsiteY26" fmla="*/ 280907 h 314327"/>
                <a:gd name="connsiteX27" fmla="*/ 89913 w 176222"/>
                <a:gd name="connsiteY27" fmla="*/ 214933 h 314327"/>
                <a:gd name="connsiteX28" fmla="*/ 111102 w 176222"/>
                <a:gd name="connsiteY28" fmla="*/ 105436 h 31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6222" h="314327">
                  <a:moveTo>
                    <a:pt x="111102" y="105436"/>
                  </a:moveTo>
                  <a:lnTo>
                    <a:pt x="141473" y="105436"/>
                  </a:lnTo>
                  <a:cubicBezTo>
                    <a:pt x="148536" y="105436"/>
                    <a:pt x="152067" y="105436"/>
                    <a:pt x="152067" y="98528"/>
                  </a:cubicBezTo>
                  <a:cubicBezTo>
                    <a:pt x="152067" y="94728"/>
                    <a:pt x="148536" y="94728"/>
                    <a:pt x="142532" y="94728"/>
                  </a:cubicBezTo>
                  <a:lnTo>
                    <a:pt x="113221" y="94728"/>
                  </a:lnTo>
                  <a:lnTo>
                    <a:pt x="120637" y="55351"/>
                  </a:lnTo>
                  <a:cubicBezTo>
                    <a:pt x="122050" y="48097"/>
                    <a:pt x="126994" y="23573"/>
                    <a:pt x="129113" y="19428"/>
                  </a:cubicBezTo>
                  <a:cubicBezTo>
                    <a:pt x="132291" y="12865"/>
                    <a:pt x="138295" y="7684"/>
                    <a:pt x="145711" y="7684"/>
                  </a:cubicBezTo>
                  <a:cubicBezTo>
                    <a:pt x="147123" y="7684"/>
                    <a:pt x="156305" y="7684"/>
                    <a:pt x="163015" y="13901"/>
                  </a:cubicBezTo>
                  <a:cubicBezTo>
                    <a:pt x="147476" y="15283"/>
                    <a:pt x="143945" y="27372"/>
                    <a:pt x="143945" y="32554"/>
                  </a:cubicBezTo>
                  <a:cubicBezTo>
                    <a:pt x="143945" y="40498"/>
                    <a:pt x="150302" y="44643"/>
                    <a:pt x="157012" y="44643"/>
                  </a:cubicBezTo>
                  <a:cubicBezTo>
                    <a:pt x="166193" y="44643"/>
                    <a:pt x="176435" y="37044"/>
                    <a:pt x="176435" y="23918"/>
                  </a:cubicBezTo>
                  <a:cubicBezTo>
                    <a:pt x="176435" y="8029"/>
                    <a:pt x="160190" y="85"/>
                    <a:pt x="145711" y="85"/>
                  </a:cubicBezTo>
                  <a:cubicBezTo>
                    <a:pt x="133704" y="85"/>
                    <a:pt x="111455" y="6302"/>
                    <a:pt x="100861" y="40498"/>
                  </a:cubicBezTo>
                  <a:cubicBezTo>
                    <a:pt x="98742" y="47752"/>
                    <a:pt x="97682" y="51206"/>
                    <a:pt x="89207" y="94728"/>
                  </a:cubicBezTo>
                  <a:lnTo>
                    <a:pt x="64839" y="94728"/>
                  </a:lnTo>
                  <a:cubicBezTo>
                    <a:pt x="58129" y="94728"/>
                    <a:pt x="54245" y="94728"/>
                    <a:pt x="54245" y="101291"/>
                  </a:cubicBezTo>
                  <a:cubicBezTo>
                    <a:pt x="54245" y="105436"/>
                    <a:pt x="57423" y="105436"/>
                    <a:pt x="64133" y="105436"/>
                  </a:cubicBezTo>
                  <a:lnTo>
                    <a:pt x="87441" y="105436"/>
                  </a:lnTo>
                  <a:lnTo>
                    <a:pt x="60955" y="241875"/>
                  </a:lnTo>
                  <a:cubicBezTo>
                    <a:pt x="54598" y="275380"/>
                    <a:pt x="48594" y="306813"/>
                    <a:pt x="30231" y="306813"/>
                  </a:cubicBezTo>
                  <a:cubicBezTo>
                    <a:pt x="28818" y="306813"/>
                    <a:pt x="19989" y="306813"/>
                    <a:pt x="13279" y="300595"/>
                  </a:cubicBezTo>
                  <a:cubicBezTo>
                    <a:pt x="29524" y="299559"/>
                    <a:pt x="32703" y="287124"/>
                    <a:pt x="32703" y="281943"/>
                  </a:cubicBezTo>
                  <a:cubicBezTo>
                    <a:pt x="32703" y="273999"/>
                    <a:pt x="26346" y="269854"/>
                    <a:pt x="19636" y="269854"/>
                  </a:cubicBezTo>
                  <a:cubicBezTo>
                    <a:pt x="10454" y="269854"/>
                    <a:pt x="213" y="277453"/>
                    <a:pt x="213" y="290578"/>
                  </a:cubicBezTo>
                  <a:cubicBezTo>
                    <a:pt x="213" y="306122"/>
                    <a:pt x="15751" y="314412"/>
                    <a:pt x="30231" y="314412"/>
                  </a:cubicBezTo>
                  <a:cubicBezTo>
                    <a:pt x="49654" y="314412"/>
                    <a:pt x="63780" y="294033"/>
                    <a:pt x="70137" y="280907"/>
                  </a:cubicBezTo>
                  <a:cubicBezTo>
                    <a:pt x="81437" y="259146"/>
                    <a:pt x="89560" y="217351"/>
                    <a:pt x="89913" y="214933"/>
                  </a:cubicBezTo>
                  <a:lnTo>
                    <a:pt x="111102" y="105436"/>
                  </a:ln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9" name="Freeform: Shape 138">
              <a:extLst>
                <a:ext uri="{FF2B5EF4-FFF2-40B4-BE49-F238E27FC236}">
                  <a16:creationId xmlns:a16="http://schemas.microsoft.com/office/drawing/2014/main" id="{6EA5AE42-0AA7-87D7-C323-0A12B6091040}"/>
                </a:ext>
              </a:extLst>
            </p:cNvPr>
            <p:cNvSpPr/>
            <p:nvPr/>
          </p:nvSpPr>
          <p:spPr>
            <a:xfrm>
              <a:off x="11932566" y="4581962"/>
              <a:ext cx="81930" cy="345414"/>
            </a:xfrm>
            <a:custGeom>
              <a:avLst/>
              <a:gdLst>
                <a:gd name="connsiteX0" fmla="*/ 82150 w 81930"/>
                <a:gd name="connsiteY0" fmla="*/ 342045 h 345414"/>
                <a:gd name="connsiteX1" fmla="*/ 76146 w 81930"/>
                <a:gd name="connsiteY1" fmla="*/ 334446 h 345414"/>
                <a:gd name="connsiteX2" fmla="*/ 20701 w 81930"/>
                <a:gd name="connsiteY2" fmla="*/ 172792 h 345414"/>
                <a:gd name="connsiteX3" fmla="*/ 77559 w 81930"/>
                <a:gd name="connsiteY3" fmla="*/ 9411 h 345414"/>
                <a:gd name="connsiteX4" fmla="*/ 82150 w 81930"/>
                <a:gd name="connsiteY4" fmla="*/ 3539 h 345414"/>
                <a:gd name="connsiteX5" fmla="*/ 78618 w 81930"/>
                <a:gd name="connsiteY5" fmla="*/ 85 h 345414"/>
                <a:gd name="connsiteX6" fmla="*/ 22467 w 81930"/>
                <a:gd name="connsiteY6" fmla="*/ 67441 h 345414"/>
                <a:gd name="connsiteX7" fmla="*/ 219 w 81930"/>
                <a:gd name="connsiteY7" fmla="*/ 172792 h 345414"/>
                <a:gd name="connsiteX8" fmla="*/ 23527 w 81930"/>
                <a:gd name="connsiteY8" fmla="*/ 280561 h 345414"/>
                <a:gd name="connsiteX9" fmla="*/ 78618 w 81930"/>
                <a:gd name="connsiteY9" fmla="*/ 345499 h 345414"/>
                <a:gd name="connsiteX10" fmla="*/ 82150 w 81930"/>
                <a:gd name="connsiteY10" fmla="*/ 342045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30" h="345414">
                  <a:moveTo>
                    <a:pt x="82150" y="342045"/>
                  </a:moveTo>
                  <a:cubicBezTo>
                    <a:pt x="82150" y="341009"/>
                    <a:pt x="82150" y="340318"/>
                    <a:pt x="76146" y="334446"/>
                  </a:cubicBezTo>
                  <a:cubicBezTo>
                    <a:pt x="32002" y="290924"/>
                    <a:pt x="20701" y="225640"/>
                    <a:pt x="20701" y="172792"/>
                  </a:cubicBezTo>
                  <a:cubicBezTo>
                    <a:pt x="20701" y="112690"/>
                    <a:pt x="34121" y="52588"/>
                    <a:pt x="77559" y="9411"/>
                  </a:cubicBezTo>
                  <a:cubicBezTo>
                    <a:pt x="82150" y="5266"/>
                    <a:pt x="82150" y="4575"/>
                    <a:pt x="82150" y="3539"/>
                  </a:cubicBezTo>
                  <a:cubicBezTo>
                    <a:pt x="82150" y="1121"/>
                    <a:pt x="80737" y="85"/>
                    <a:pt x="78618" y="85"/>
                  </a:cubicBezTo>
                  <a:cubicBezTo>
                    <a:pt x="75087" y="85"/>
                    <a:pt x="43303" y="23573"/>
                    <a:pt x="22467" y="67441"/>
                  </a:cubicBezTo>
                  <a:cubicBezTo>
                    <a:pt x="4457" y="105436"/>
                    <a:pt x="219" y="143777"/>
                    <a:pt x="219" y="172792"/>
                  </a:cubicBezTo>
                  <a:cubicBezTo>
                    <a:pt x="219" y="199734"/>
                    <a:pt x="4103" y="241530"/>
                    <a:pt x="23527" y="280561"/>
                  </a:cubicBezTo>
                  <a:cubicBezTo>
                    <a:pt x="44716" y="323047"/>
                    <a:pt x="75087" y="345499"/>
                    <a:pt x="78618" y="345499"/>
                  </a:cubicBezTo>
                  <a:cubicBezTo>
                    <a:pt x="80737" y="345499"/>
                    <a:pt x="82150" y="344463"/>
                    <a:pt x="82150" y="342045"/>
                  </a:cubicBez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0" name="Freeform: Shape 139">
              <a:extLst>
                <a:ext uri="{FF2B5EF4-FFF2-40B4-BE49-F238E27FC236}">
                  <a16:creationId xmlns:a16="http://schemas.microsoft.com/office/drawing/2014/main" id="{8437B495-F815-7FF4-CA29-92DB06B4FF30}"/>
                </a:ext>
              </a:extLst>
            </p:cNvPr>
            <p:cNvSpPr/>
            <p:nvPr/>
          </p:nvSpPr>
          <p:spPr>
            <a:xfrm>
              <a:off x="12045182" y="4688350"/>
              <a:ext cx="175868" cy="156472"/>
            </a:xfrm>
            <a:custGeom>
              <a:avLst/>
              <a:gdLst>
                <a:gd name="connsiteX0" fmla="*/ 107933 w 175868"/>
                <a:gd name="connsiteY0" fmla="*/ 48443 h 156472"/>
                <a:gd name="connsiteX1" fmla="*/ 142895 w 175868"/>
                <a:gd name="connsiteY1" fmla="*/ 7684 h 156472"/>
                <a:gd name="connsiteX2" fmla="*/ 160553 w 175868"/>
                <a:gd name="connsiteY2" fmla="*/ 12174 h 156472"/>
                <a:gd name="connsiteX3" fmla="*/ 143602 w 175868"/>
                <a:gd name="connsiteY3" fmla="*/ 30827 h 156472"/>
                <a:gd name="connsiteX4" fmla="*/ 157021 w 175868"/>
                <a:gd name="connsiteY4" fmla="*/ 42916 h 156472"/>
                <a:gd name="connsiteX5" fmla="*/ 176091 w 175868"/>
                <a:gd name="connsiteY5" fmla="*/ 22882 h 156472"/>
                <a:gd name="connsiteX6" fmla="*/ 143248 w 175868"/>
                <a:gd name="connsiteY6" fmla="*/ 85 h 156472"/>
                <a:gd name="connsiteX7" fmla="*/ 106168 w 175868"/>
                <a:gd name="connsiteY7" fmla="*/ 26336 h 156472"/>
                <a:gd name="connsiteX8" fmla="*/ 68027 w 175868"/>
                <a:gd name="connsiteY8" fmla="*/ 85 h 156472"/>
                <a:gd name="connsiteX9" fmla="*/ 11170 w 175868"/>
                <a:gd name="connsiteY9" fmla="*/ 53279 h 156472"/>
                <a:gd name="connsiteX10" fmla="*/ 15408 w 175868"/>
                <a:gd name="connsiteY10" fmla="*/ 56733 h 156472"/>
                <a:gd name="connsiteX11" fmla="*/ 19999 w 175868"/>
                <a:gd name="connsiteY11" fmla="*/ 52933 h 156472"/>
                <a:gd name="connsiteX12" fmla="*/ 67321 w 175868"/>
                <a:gd name="connsiteY12" fmla="*/ 7684 h 156472"/>
                <a:gd name="connsiteX13" fmla="*/ 86391 w 175868"/>
                <a:gd name="connsiteY13" fmla="*/ 30827 h 156472"/>
                <a:gd name="connsiteX14" fmla="*/ 67321 w 175868"/>
                <a:gd name="connsiteY14" fmla="*/ 113035 h 156472"/>
                <a:gd name="connsiteX15" fmla="*/ 33772 w 175868"/>
                <a:gd name="connsiteY15" fmla="*/ 148958 h 156472"/>
                <a:gd name="connsiteX16" fmla="*/ 16114 w 175868"/>
                <a:gd name="connsiteY16" fmla="*/ 144468 h 156472"/>
                <a:gd name="connsiteX17" fmla="*/ 32712 w 175868"/>
                <a:gd name="connsiteY17" fmla="*/ 125816 h 156472"/>
                <a:gd name="connsiteX18" fmla="*/ 19646 w 175868"/>
                <a:gd name="connsiteY18" fmla="*/ 113726 h 156472"/>
                <a:gd name="connsiteX19" fmla="*/ 223 w 175868"/>
                <a:gd name="connsiteY19" fmla="*/ 133760 h 156472"/>
                <a:gd name="connsiteX20" fmla="*/ 33419 w 175868"/>
                <a:gd name="connsiteY20" fmla="*/ 156558 h 156472"/>
                <a:gd name="connsiteX21" fmla="*/ 70499 w 175868"/>
                <a:gd name="connsiteY21" fmla="*/ 130306 h 156472"/>
                <a:gd name="connsiteX22" fmla="*/ 108640 w 175868"/>
                <a:gd name="connsiteY22" fmla="*/ 156558 h 156472"/>
                <a:gd name="connsiteX23" fmla="*/ 165144 w 175868"/>
                <a:gd name="connsiteY23" fmla="*/ 103364 h 156472"/>
                <a:gd name="connsiteX24" fmla="*/ 160906 w 175868"/>
                <a:gd name="connsiteY24" fmla="*/ 99910 h 156472"/>
                <a:gd name="connsiteX25" fmla="*/ 156315 w 175868"/>
                <a:gd name="connsiteY25" fmla="*/ 103709 h 156472"/>
                <a:gd name="connsiteX26" fmla="*/ 109346 w 175868"/>
                <a:gd name="connsiteY26" fmla="*/ 148958 h 156472"/>
                <a:gd name="connsiteX27" fmla="*/ 89923 w 175868"/>
                <a:gd name="connsiteY27" fmla="*/ 126161 h 156472"/>
                <a:gd name="connsiteX28" fmla="*/ 95926 w 175868"/>
                <a:gd name="connsiteY28" fmla="*/ 95765 h 156472"/>
                <a:gd name="connsiteX29" fmla="*/ 107933 w 175868"/>
                <a:gd name="connsiteY29" fmla="*/ 48443 h 1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5868" h="156472">
                  <a:moveTo>
                    <a:pt x="107933" y="48443"/>
                  </a:moveTo>
                  <a:cubicBezTo>
                    <a:pt x="110052" y="39462"/>
                    <a:pt x="118175" y="7684"/>
                    <a:pt x="142895" y="7684"/>
                  </a:cubicBezTo>
                  <a:cubicBezTo>
                    <a:pt x="144661" y="7684"/>
                    <a:pt x="153137" y="7684"/>
                    <a:pt x="160553" y="12174"/>
                  </a:cubicBezTo>
                  <a:cubicBezTo>
                    <a:pt x="150665" y="13901"/>
                    <a:pt x="143602" y="22537"/>
                    <a:pt x="143602" y="30827"/>
                  </a:cubicBezTo>
                  <a:cubicBezTo>
                    <a:pt x="143602" y="36353"/>
                    <a:pt x="147486" y="42916"/>
                    <a:pt x="157021" y="42916"/>
                  </a:cubicBezTo>
                  <a:cubicBezTo>
                    <a:pt x="164791" y="42916"/>
                    <a:pt x="176091" y="36699"/>
                    <a:pt x="176091" y="22882"/>
                  </a:cubicBezTo>
                  <a:cubicBezTo>
                    <a:pt x="176091" y="4920"/>
                    <a:pt x="155256" y="85"/>
                    <a:pt x="143248" y="85"/>
                  </a:cubicBezTo>
                  <a:cubicBezTo>
                    <a:pt x="122766" y="85"/>
                    <a:pt x="110405" y="18392"/>
                    <a:pt x="106168" y="26336"/>
                  </a:cubicBezTo>
                  <a:cubicBezTo>
                    <a:pt x="97339" y="3539"/>
                    <a:pt x="78269" y="85"/>
                    <a:pt x="68027" y="85"/>
                  </a:cubicBezTo>
                  <a:cubicBezTo>
                    <a:pt x="31300" y="85"/>
                    <a:pt x="11170" y="44643"/>
                    <a:pt x="11170" y="53279"/>
                  </a:cubicBezTo>
                  <a:cubicBezTo>
                    <a:pt x="11170" y="56733"/>
                    <a:pt x="14702" y="56733"/>
                    <a:pt x="15408" y="56733"/>
                  </a:cubicBezTo>
                  <a:cubicBezTo>
                    <a:pt x="18233" y="56733"/>
                    <a:pt x="19293" y="56042"/>
                    <a:pt x="19999" y="52933"/>
                  </a:cubicBezTo>
                  <a:cubicBezTo>
                    <a:pt x="32006" y="16319"/>
                    <a:pt x="55314" y="7684"/>
                    <a:pt x="67321" y="7684"/>
                  </a:cubicBezTo>
                  <a:cubicBezTo>
                    <a:pt x="74031" y="7684"/>
                    <a:pt x="86391" y="10793"/>
                    <a:pt x="86391" y="30827"/>
                  </a:cubicBezTo>
                  <a:cubicBezTo>
                    <a:pt x="86391" y="41534"/>
                    <a:pt x="80388" y="64677"/>
                    <a:pt x="67321" y="113035"/>
                  </a:cubicBezTo>
                  <a:cubicBezTo>
                    <a:pt x="61671" y="134451"/>
                    <a:pt x="49310" y="148958"/>
                    <a:pt x="33772" y="148958"/>
                  </a:cubicBezTo>
                  <a:cubicBezTo>
                    <a:pt x="31653" y="148958"/>
                    <a:pt x="23530" y="148958"/>
                    <a:pt x="16114" y="144468"/>
                  </a:cubicBezTo>
                  <a:cubicBezTo>
                    <a:pt x="24943" y="142741"/>
                    <a:pt x="32712" y="135487"/>
                    <a:pt x="32712" y="125816"/>
                  </a:cubicBezTo>
                  <a:cubicBezTo>
                    <a:pt x="32712" y="116489"/>
                    <a:pt x="24943" y="113726"/>
                    <a:pt x="19646" y="113726"/>
                  </a:cubicBezTo>
                  <a:cubicBezTo>
                    <a:pt x="9051" y="113726"/>
                    <a:pt x="223" y="122707"/>
                    <a:pt x="223" y="133760"/>
                  </a:cubicBezTo>
                  <a:cubicBezTo>
                    <a:pt x="223" y="149649"/>
                    <a:pt x="17880" y="156558"/>
                    <a:pt x="33419" y="156558"/>
                  </a:cubicBezTo>
                  <a:cubicBezTo>
                    <a:pt x="56727" y="156558"/>
                    <a:pt x="69440" y="132379"/>
                    <a:pt x="70499" y="130306"/>
                  </a:cubicBezTo>
                  <a:cubicBezTo>
                    <a:pt x="74737" y="143086"/>
                    <a:pt x="87451" y="156558"/>
                    <a:pt x="108640" y="156558"/>
                  </a:cubicBezTo>
                  <a:cubicBezTo>
                    <a:pt x="145014" y="156558"/>
                    <a:pt x="165144" y="111999"/>
                    <a:pt x="165144" y="103364"/>
                  </a:cubicBezTo>
                  <a:cubicBezTo>
                    <a:pt x="165144" y="99910"/>
                    <a:pt x="161965" y="99910"/>
                    <a:pt x="160906" y="99910"/>
                  </a:cubicBezTo>
                  <a:cubicBezTo>
                    <a:pt x="157728" y="99910"/>
                    <a:pt x="157021" y="101291"/>
                    <a:pt x="156315" y="103709"/>
                  </a:cubicBezTo>
                  <a:cubicBezTo>
                    <a:pt x="144661" y="140668"/>
                    <a:pt x="120647" y="148958"/>
                    <a:pt x="109346" y="148958"/>
                  </a:cubicBezTo>
                  <a:cubicBezTo>
                    <a:pt x="95573" y="148958"/>
                    <a:pt x="89923" y="137905"/>
                    <a:pt x="89923" y="126161"/>
                  </a:cubicBezTo>
                  <a:cubicBezTo>
                    <a:pt x="89923" y="118562"/>
                    <a:pt x="92042" y="110963"/>
                    <a:pt x="95926" y="95765"/>
                  </a:cubicBezTo>
                  <a:lnTo>
                    <a:pt x="107933" y="48443"/>
                  </a:ln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1" name="Freeform: Shape 140">
              <a:extLst>
                <a:ext uri="{FF2B5EF4-FFF2-40B4-BE49-F238E27FC236}">
                  <a16:creationId xmlns:a16="http://schemas.microsoft.com/office/drawing/2014/main" id="{5389824F-31B5-EAAE-4E0A-5FD81FD830DE}"/>
                </a:ext>
              </a:extLst>
            </p:cNvPr>
            <p:cNvSpPr/>
            <p:nvPr/>
          </p:nvSpPr>
          <p:spPr>
            <a:xfrm>
              <a:off x="12256906" y="4581962"/>
              <a:ext cx="81930" cy="345414"/>
            </a:xfrm>
            <a:custGeom>
              <a:avLst/>
              <a:gdLst>
                <a:gd name="connsiteX0" fmla="*/ 82159 w 81930"/>
                <a:gd name="connsiteY0" fmla="*/ 172792 h 345414"/>
                <a:gd name="connsiteX1" fmla="*/ 58851 w 81930"/>
                <a:gd name="connsiteY1" fmla="*/ 65023 h 345414"/>
                <a:gd name="connsiteX2" fmla="*/ 3760 w 81930"/>
                <a:gd name="connsiteY2" fmla="*/ 85 h 345414"/>
                <a:gd name="connsiteX3" fmla="*/ 228 w 81930"/>
                <a:gd name="connsiteY3" fmla="*/ 3539 h 345414"/>
                <a:gd name="connsiteX4" fmla="*/ 6938 w 81930"/>
                <a:gd name="connsiteY4" fmla="*/ 11483 h 345414"/>
                <a:gd name="connsiteX5" fmla="*/ 61676 w 81930"/>
                <a:gd name="connsiteY5" fmla="*/ 172792 h 345414"/>
                <a:gd name="connsiteX6" fmla="*/ 4819 w 81930"/>
                <a:gd name="connsiteY6" fmla="*/ 336173 h 345414"/>
                <a:gd name="connsiteX7" fmla="*/ 228 w 81930"/>
                <a:gd name="connsiteY7" fmla="*/ 342045 h 345414"/>
                <a:gd name="connsiteX8" fmla="*/ 3760 w 81930"/>
                <a:gd name="connsiteY8" fmla="*/ 345499 h 345414"/>
                <a:gd name="connsiteX9" fmla="*/ 59911 w 81930"/>
                <a:gd name="connsiteY9" fmla="*/ 278144 h 345414"/>
                <a:gd name="connsiteX10" fmla="*/ 82159 w 81930"/>
                <a:gd name="connsiteY10" fmla="*/ 172792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30" h="345414">
                  <a:moveTo>
                    <a:pt x="82159" y="172792"/>
                  </a:moveTo>
                  <a:cubicBezTo>
                    <a:pt x="82159" y="145850"/>
                    <a:pt x="78275" y="104055"/>
                    <a:pt x="58851" y="65023"/>
                  </a:cubicBezTo>
                  <a:cubicBezTo>
                    <a:pt x="37662" y="22537"/>
                    <a:pt x="7291" y="85"/>
                    <a:pt x="3760" y="85"/>
                  </a:cubicBezTo>
                  <a:cubicBezTo>
                    <a:pt x="1641" y="85"/>
                    <a:pt x="228" y="1466"/>
                    <a:pt x="228" y="3539"/>
                  </a:cubicBezTo>
                  <a:cubicBezTo>
                    <a:pt x="228" y="4575"/>
                    <a:pt x="228" y="5266"/>
                    <a:pt x="6938" y="11483"/>
                  </a:cubicBezTo>
                  <a:cubicBezTo>
                    <a:pt x="41547" y="45679"/>
                    <a:pt x="61676" y="100600"/>
                    <a:pt x="61676" y="172792"/>
                  </a:cubicBezTo>
                  <a:cubicBezTo>
                    <a:pt x="61676" y="231858"/>
                    <a:pt x="48610" y="292651"/>
                    <a:pt x="4819" y="336173"/>
                  </a:cubicBezTo>
                  <a:cubicBezTo>
                    <a:pt x="228" y="340318"/>
                    <a:pt x="228" y="341009"/>
                    <a:pt x="228" y="342045"/>
                  </a:cubicBezTo>
                  <a:cubicBezTo>
                    <a:pt x="228" y="344118"/>
                    <a:pt x="1641" y="345499"/>
                    <a:pt x="3760" y="345499"/>
                  </a:cubicBezTo>
                  <a:cubicBezTo>
                    <a:pt x="7291" y="345499"/>
                    <a:pt x="39075" y="322011"/>
                    <a:pt x="59911" y="278144"/>
                  </a:cubicBezTo>
                  <a:cubicBezTo>
                    <a:pt x="77921" y="240148"/>
                    <a:pt x="82159" y="201807"/>
                    <a:pt x="82159" y="172792"/>
                  </a:cubicBez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2" name="Freeform: Shape 141">
              <a:extLst>
                <a:ext uri="{FF2B5EF4-FFF2-40B4-BE49-F238E27FC236}">
                  <a16:creationId xmlns:a16="http://schemas.microsoft.com/office/drawing/2014/main" id="{95D1DE21-CE52-5B12-761A-D1FF31478F7B}"/>
                </a:ext>
              </a:extLst>
            </p:cNvPr>
            <p:cNvSpPr/>
            <p:nvPr/>
          </p:nvSpPr>
          <p:spPr>
            <a:xfrm>
              <a:off x="12404484" y="4804409"/>
              <a:ext cx="41318" cy="103279"/>
            </a:xfrm>
            <a:custGeom>
              <a:avLst/>
              <a:gdLst>
                <a:gd name="connsiteX0" fmla="*/ 41551 w 41318"/>
                <a:gd name="connsiteY0" fmla="*/ 36353 h 103279"/>
                <a:gd name="connsiteX1" fmla="*/ 18949 w 41318"/>
                <a:gd name="connsiteY1" fmla="*/ 85 h 103279"/>
                <a:gd name="connsiteX2" fmla="*/ 232 w 41318"/>
                <a:gd name="connsiteY2" fmla="*/ 18392 h 103279"/>
                <a:gd name="connsiteX3" fmla="*/ 18949 w 41318"/>
                <a:gd name="connsiteY3" fmla="*/ 36699 h 103279"/>
                <a:gd name="connsiteX4" fmla="*/ 31309 w 41318"/>
                <a:gd name="connsiteY4" fmla="*/ 32208 h 103279"/>
                <a:gd name="connsiteX5" fmla="*/ 33075 w 41318"/>
                <a:gd name="connsiteY5" fmla="*/ 31172 h 103279"/>
                <a:gd name="connsiteX6" fmla="*/ 33781 w 41318"/>
                <a:gd name="connsiteY6" fmla="*/ 36353 h 103279"/>
                <a:gd name="connsiteX7" fmla="*/ 9767 w 41318"/>
                <a:gd name="connsiteY7" fmla="*/ 94037 h 103279"/>
                <a:gd name="connsiteX8" fmla="*/ 5883 w 41318"/>
                <a:gd name="connsiteY8" fmla="*/ 99564 h 103279"/>
                <a:gd name="connsiteX9" fmla="*/ 9414 w 41318"/>
                <a:gd name="connsiteY9" fmla="*/ 103364 h 103279"/>
                <a:gd name="connsiteX10" fmla="*/ 41551 w 41318"/>
                <a:gd name="connsiteY10" fmla="*/ 36353 h 103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318" h="103279">
                  <a:moveTo>
                    <a:pt x="41551" y="36353"/>
                  </a:moveTo>
                  <a:cubicBezTo>
                    <a:pt x="41551" y="13556"/>
                    <a:pt x="32722" y="85"/>
                    <a:pt x="18949" y="85"/>
                  </a:cubicBezTo>
                  <a:cubicBezTo>
                    <a:pt x="7295" y="85"/>
                    <a:pt x="232" y="8720"/>
                    <a:pt x="232" y="18392"/>
                  </a:cubicBezTo>
                  <a:cubicBezTo>
                    <a:pt x="232" y="27718"/>
                    <a:pt x="7295" y="36699"/>
                    <a:pt x="18949" y="36699"/>
                  </a:cubicBezTo>
                  <a:cubicBezTo>
                    <a:pt x="23187" y="36699"/>
                    <a:pt x="27778" y="35317"/>
                    <a:pt x="31309" y="32208"/>
                  </a:cubicBezTo>
                  <a:cubicBezTo>
                    <a:pt x="32369" y="31517"/>
                    <a:pt x="32722" y="31172"/>
                    <a:pt x="33075" y="31172"/>
                  </a:cubicBezTo>
                  <a:cubicBezTo>
                    <a:pt x="33428" y="31172"/>
                    <a:pt x="33781" y="31517"/>
                    <a:pt x="33781" y="36353"/>
                  </a:cubicBezTo>
                  <a:cubicBezTo>
                    <a:pt x="33781" y="61914"/>
                    <a:pt x="21421" y="82639"/>
                    <a:pt x="9767" y="94037"/>
                  </a:cubicBezTo>
                  <a:cubicBezTo>
                    <a:pt x="5883" y="97837"/>
                    <a:pt x="5883" y="98528"/>
                    <a:pt x="5883" y="99564"/>
                  </a:cubicBezTo>
                  <a:cubicBezTo>
                    <a:pt x="5883" y="101982"/>
                    <a:pt x="7648" y="103364"/>
                    <a:pt x="9414" y="103364"/>
                  </a:cubicBezTo>
                  <a:cubicBezTo>
                    <a:pt x="13299" y="103364"/>
                    <a:pt x="41551" y="76767"/>
                    <a:pt x="41551" y="36353"/>
                  </a:cubicBez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3" name="Freeform: Shape 142">
              <a:extLst>
                <a:ext uri="{FF2B5EF4-FFF2-40B4-BE49-F238E27FC236}">
                  <a16:creationId xmlns:a16="http://schemas.microsoft.com/office/drawing/2014/main" id="{FEB9AEAF-CC24-4981-694D-9C36237DE64A}"/>
                </a:ext>
              </a:extLst>
            </p:cNvPr>
            <p:cNvSpPr/>
            <p:nvPr/>
          </p:nvSpPr>
          <p:spPr>
            <a:xfrm>
              <a:off x="12546253" y="4688350"/>
              <a:ext cx="149735" cy="156472"/>
            </a:xfrm>
            <a:custGeom>
              <a:avLst/>
              <a:gdLst>
                <a:gd name="connsiteX0" fmla="*/ 32020 w 149735"/>
                <a:gd name="connsiteY0" fmla="*/ 124089 h 156472"/>
                <a:gd name="connsiteX1" fmla="*/ 74045 w 149735"/>
                <a:gd name="connsiteY1" fmla="*/ 84711 h 156472"/>
                <a:gd name="connsiteX2" fmla="*/ 108654 w 149735"/>
                <a:gd name="connsiteY2" fmla="*/ 53624 h 156472"/>
                <a:gd name="connsiteX3" fmla="*/ 149972 w 149735"/>
                <a:gd name="connsiteY3" fmla="*/ 3539 h 156472"/>
                <a:gd name="connsiteX4" fmla="*/ 146088 w 149735"/>
                <a:gd name="connsiteY4" fmla="*/ 85 h 156472"/>
                <a:gd name="connsiteX5" fmla="*/ 140790 w 149735"/>
                <a:gd name="connsiteY5" fmla="*/ 3884 h 156472"/>
                <a:gd name="connsiteX6" fmla="*/ 114304 w 149735"/>
                <a:gd name="connsiteY6" fmla="*/ 25991 h 156472"/>
                <a:gd name="connsiteX7" fmla="*/ 96293 w 149735"/>
                <a:gd name="connsiteY7" fmla="*/ 14938 h 156472"/>
                <a:gd name="connsiteX8" fmla="*/ 71926 w 149735"/>
                <a:gd name="connsiteY8" fmla="*/ 85 h 156472"/>
                <a:gd name="connsiteX9" fmla="*/ 29195 w 149735"/>
                <a:gd name="connsiteY9" fmla="*/ 39462 h 156472"/>
                <a:gd name="connsiteX10" fmla="*/ 33433 w 149735"/>
                <a:gd name="connsiteY10" fmla="*/ 43262 h 156472"/>
                <a:gd name="connsiteX11" fmla="*/ 38024 w 149735"/>
                <a:gd name="connsiteY11" fmla="*/ 39462 h 156472"/>
                <a:gd name="connsiteX12" fmla="*/ 68041 w 149735"/>
                <a:gd name="connsiteY12" fmla="*/ 23227 h 156472"/>
                <a:gd name="connsiteX13" fmla="*/ 90290 w 149735"/>
                <a:gd name="connsiteY13" fmla="*/ 28409 h 156472"/>
                <a:gd name="connsiteX14" fmla="*/ 117482 w 149735"/>
                <a:gd name="connsiteY14" fmla="*/ 33590 h 156472"/>
                <a:gd name="connsiteX15" fmla="*/ 68395 w 149735"/>
                <a:gd name="connsiteY15" fmla="*/ 78839 h 156472"/>
                <a:gd name="connsiteX16" fmla="*/ 36611 w 149735"/>
                <a:gd name="connsiteY16" fmla="*/ 107854 h 156472"/>
                <a:gd name="connsiteX17" fmla="*/ 237 w 149735"/>
                <a:gd name="connsiteY17" fmla="*/ 153103 h 156472"/>
                <a:gd name="connsiteX18" fmla="*/ 4474 w 149735"/>
                <a:gd name="connsiteY18" fmla="*/ 156558 h 156472"/>
                <a:gd name="connsiteX19" fmla="*/ 10125 w 149735"/>
                <a:gd name="connsiteY19" fmla="*/ 152067 h 156472"/>
                <a:gd name="connsiteX20" fmla="*/ 40143 w 149735"/>
                <a:gd name="connsiteY20" fmla="*/ 130651 h 156472"/>
                <a:gd name="connsiteX21" fmla="*/ 60625 w 149735"/>
                <a:gd name="connsiteY21" fmla="*/ 143777 h 156472"/>
                <a:gd name="connsiteX22" fmla="*/ 83227 w 149735"/>
                <a:gd name="connsiteY22" fmla="*/ 156558 h 156472"/>
                <a:gd name="connsiteX23" fmla="*/ 138671 w 149735"/>
                <a:gd name="connsiteY23" fmla="*/ 103364 h 156472"/>
                <a:gd name="connsiteX24" fmla="*/ 134434 w 149735"/>
                <a:gd name="connsiteY24" fmla="*/ 99910 h 156472"/>
                <a:gd name="connsiteX25" fmla="*/ 129490 w 149735"/>
                <a:gd name="connsiteY25" fmla="*/ 104400 h 156472"/>
                <a:gd name="connsiteX26" fmla="*/ 87112 w 149735"/>
                <a:gd name="connsiteY26" fmla="*/ 133415 h 156472"/>
                <a:gd name="connsiteX27" fmla="*/ 66276 w 149735"/>
                <a:gd name="connsiteY27" fmla="*/ 128924 h 156472"/>
                <a:gd name="connsiteX28" fmla="*/ 41555 w 149735"/>
                <a:gd name="connsiteY28" fmla="*/ 123052 h 156472"/>
                <a:gd name="connsiteX29" fmla="*/ 32020 w 149735"/>
                <a:gd name="connsiteY29" fmla="*/ 124089 h 1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9735" h="156472">
                  <a:moveTo>
                    <a:pt x="32020" y="124089"/>
                  </a:moveTo>
                  <a:cubicBezTo>
                    <a:pt x="51090" y="104055"/>
                    <a:pt x="61332" y="95419"/>
                    <a:pt x="74045" y="84711"/>
                  </a:cubicBezTo>
                  <a:cubicBezTo>
                    <a:pt x="74045" y="84366"/>
                    <a:pt x="95940" y="66059"/>
                    <a:pt x="108654" y="53624"/>
                  </a:cubicBezTo>
                  <a:cubicBezTo>
                    <a:pt x="142203" y="21500"/>
                    <a:pt x="149972" y="4920"/>
                    <a:pt x="149972" y="3539"/>
                  </a:cubicBezTo>
                  <a:cubicBezTo>
                    <a:pt x="149972" y="85"/>
                    <a:pt x="146794" y="85"/>
                    <a:pt x="146088" y="85"/>
                  </a:cubicBezTo>
                  <a:cubicBezTo>
                    <a:pt x="143616" y="85"/>
                    <a:pt x="142556" y="776"/>
                    <a:pt x="140790" y="3884"/>
                  </a:cubicBezTo>
                  <a:cubicBezTo>
                    <a:pt x="130196" y="20464"/>
                    <a:pt x="122780" y="25991"/>
                    <a:pt x="114304" y="25991"/>
                  </a:cubicBezTo>
                  <a:cubicBezTo>
                    <a:pt x="105828" y="25991"/>
                    <a:pt x="101591" y="20810"/>
                    <a:pt x="96293" y="14938"/>
                  </a:cubicBezTo>
                  <a:cubicBezTo>
                    <a:pt x="89584" y="6993"/>
                    <a:pt x="83580" y="85"/>
                    <a:pt x="71926" y="85"/>
                  </a:cubicBezTo>
                  <a:cubicBezTo>
                    <a:pt x="45440" y="85"/>
                    <a:pt x="29195" y="32208"/>
                    <a:pt x="29195" y="39462"/>
                  </a:cubicBezTo>
                  <a:cubicBezTo>
                    <a:pt x="29195" y="41189"/>
                    <a:pt x="30254" y="43262"/>
                    <a:pt x="33433" y="43262"/>
                  </a:cubicBezTo>
                  <a:cubicBezTo>
                    <a:pt x="36611" y="43262"/>
                    <a:pt x="37317" y="41534"/>
                    <a:pt x="38024" y="39462"/>
                  </a:cubicBezTo>
                  <a:cubicBezTo>
                    <a:pt x="44733" y="23573"/>
                    <a:pt x="65216" y="23227"/>
                    <a:pt x="68041" y="23227"/>
                  </a:cubicBezTo>
                  <a:cubicBezTo>
                    <a:pt x="75458" y="23227"/>
                    <a:pt x="82167" y="25645"/>
                    <a:pt x="90290" y="28409"/>
                  </a:cubicBezTo>
                  <a:cubicBezTo>
                    <a:pt x="104416" y="33590"/>
                    <a:pt x="108301" y="33590"/>
                    <a:pt x="117482" y="33590"/>
                  </a:cubicBezTo>
                  <a:cubicBezTo>
                    <a:pt x="104769" y="48443"/>
                    <a:pt x="75104" y="73313"/>
                    <a:pt x="68395" y="78839"/>
                  </a:cubicBezTo>
                  <a:lnTo>
                    <a:pt x="36611" y="107854"/>
                  </a:lnTo>
                  <a:cubicBezTo>
                    <a:pt x="12597" y="130997"/>
                    <a:pt x="237" y="150686"/>
                    <a:pt x="237" y="153103"/>
                  </a:cubicBezTo>
                  <a:cubicBezTo>
                    <a:pt x="237" y="156558"/>
                    <a:pt x="3768" y="156558"/>
                    <a:pt x="4474" y="156558"/>
                  </a:cubicBezTo>
                  <a:cubicBezTo>
                    <a:pt x="7300" y="156558"/>
                    <a:pt x="8006" y="155867"/>
                    <a:pt x="10125" y="152067"/>
                  </a:cubicBezTo>
                  <a:cubicBezTo>
                    <a:pt x="18247" y="139978"/>
                    <a:pt x="28842" y="130651"/>
                    <a:pt x="40143" y="130651"/>
                  </a:cubicBezTo>
                  <a:cubicBezTo>
                    <a:pt x="48265" y="130651"/>
                    <a:pt x="51797" y="133760"/>
                    <a:pt x="60625" y="143777"/>
                  </a:cubicBezTo>
                  <a:cubicBezTo>
                    <a:pt x="66629" y="151031"/>
                    <a:pt x="72986" y="156558"/>
                    <a:pt x="83227" y="156558"/>
                  </a:cubicBezTo>
                  <a:cubicBezTo>
                    <a:pt x="118189" y="156558"/>
                    <a:pt x="138671" y="112690"/>
                    <a:pt x="138671" y="103364"/>
                  </a:cubicBezTo>
                  <a:cubicBezTo>
                    <a:pt x="138671" y="101637"/>
                    <a:pt x="137259" y="99910"/>
                    <a:pt x="134434" y="99910"/>
                  </a:cubicBezTo>
                  <a:cubicBezTo>
                    <a:pt x="131255" y="99910"/>
                    <a:pt x="130549" y="101982"/>
                    <a:pt x="129490" y="104400"/>
                  </a:cubicBezTo>
                  <a:cubicBezTo>
                    <a:pt x="121367" y="126852"/>
                    <a:pt x="98766" y="133415"/>
                    <a:pt x="87112" y="133415"/>
                  </a:cubicBezTo>
                  <a:cubicBezTo>
                    <a:pt x="80049" y="133415"/>
                    <a:pt x="73692" y="131342"/>
                    <a:pt x="66276" y="128924"/>
                  </a:cubicBezTo>
                  <a:cubicBezTo>
                    <a:pt x="54269" y="124434"/>
                    <a:pt x="48971" y="123052"/>
                    <a:pt x="41555" y="123052"/>
                  </a:cubicBezTo>
                  <a:cubicBezTo>
                    <a:pt x="40849" y="123052"/>
                    <a:pt x="35198" y="123052"/>
                    <a:pt x="32020" y="124089"/>
                  </a:cubicBez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4" name="Freeform: Shape 143">
              <a:extLst>
                <a:ext uri="{FF2B5EF4-FFF2-40B4-BE49-F238E27FC236}">
                  <a16:creationId xmlns:a16="http://schemas.microsoft.com/office/drawing/2014/main" id="{38773FC3-62CD-5A22-7424-60A8538E1A38}"/>
                </a:ext>
              </a:extLst>
            </p:cNvPr>
            <p:cNvSpPr/>
            <p:nvPr/>
          </p:nvSpPr>
          <p:spPr>
            <a:xfrm>
              <a:off x="12828703" y="4714256"/>
              <a:ext cx="234845" cy="80827"/>
            </a:xfrm>
            <a:custGeom>
              <a:avLst/>
              <a:gdLst>
                <a:gd name="connsiteX0" fmla="*/ 223082 w 234845"/>
                <a:gd name="connsiteY0" fmla="*/ 13901 h 80827"/>
                <a:gd name="connsiteX1" fmla="*/ 235089 w 234845"/>
                <a:gd name="connsiteY1" fmla="*/ 6993 h 80827"/>
                <a:gd name="connsiteX2" fmla="*/ 223435 w 234845"/>
                <a:gd name="connsiteY2" fmla="*/ 85 h 80827"/>
                <a:gd name="connsiteX3" fmla="*/ 11898 w 234845"/>
                <a:gd name="connsiteY3" fmla="*/ 85 h 80827"/>
                <a:gd name="connsiteX4" fmla="*/ 244 w 234845"/>
                <a:gd name="connsiteY4" fmla="*/ 6993 h 80827"/>
                <a:gd name="connsiteX5" fmla="*/ 12252 w 234845"/>
                <a:gd name="connsiteY5" fmla="*/ 13901 h 80827"/>
                <a:gd name="connsiteX6" fmla="*/ 223082 w 234845"/>
                <a:gd name="connsiteY6" fmla="*/ 13901 h 80827"/>
                <a:gd name="connsiteX7" fmla="*/ 223435 w 234845"/>
                <a:gd name="connsiteY7" fmla="*/ 80912 h 80827"/>
                <a:gd name="connsiteX8" fmla="*/ 235089 w 234845"/>
                <a:gd name="connsiteY8" fmla="*/ 74003 h 80827"/>
                <a:gd name="connsiteX9" fmla="*/ 223082 w 234845"/>
                <a:gd name="connsiteY9" fmla="*/ 67095 h 80827"/>
                <a:gd name="connsiteX10" fmla="*/ 12252 w 234845"/>
                <a:gd name="connsiteY10" fmla="*/ 67095 h 80827"/>
                <a:gd name="connsiteX11" fmla="*/ 244 w 234845"/>
                <a:gd name="connsiteY11" fmla="*/ 74003 h 80827"/>
                <a:gd name="connsiteX12" fmla="*/ 11898 w 234845"/>
                <a:gd name="connsiteY12" fmla="*/ 80912 h 80827"/>
                <a:gd name="connsiteX13" fmla="*/ 223435 w 234845"/>
                <a:gd name="connsiteY13" fmla="*/ 80912 h 80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845" h="80827">
                  <a:moveTo>
                    <a:pt x="223082" y="13901"/>
                  </a:moveTo>
                  <a:cubicBezTo>
                    <a:pt x="228380" y="13901"/>
                    <a:pt x="235089" y="13901"/>
                    <a:pt x="235089" y="6993"/>
                  </a:cubicBezTo>
                  <a:cubicBezTo>
                    <a:pt x="235089" y="85"/>
                    <a:pt x="228380" y="85"/>
                    <a:pt x="223435" y="85"/>
                  </a:cubicBezTo>
                  <a:lnTo>
                    <a:pt x="11898" y="85"/>
                  </a:lnTo>
                  <a:cubicBezTo>
                    <a:pt x="6954" y="85"/>
                    <a:pt x="244" y="85"/>
                    <a:pt x="244" y="6993"/>
                  </a:cubicBezTo>
                  <a:cubicBezTo>
                    <a:pt x="244" y="13901"/>
                    <a:pt x="6954" y="13901"/>
                    <a:pt x="12252" y="13901"/>
                  </a:cubicBezTo>
                  <a:lnTo>
                    <a:pt x="223082" y="13901"/>
                  </a:lnTo>
                  <a:close/>
                  <a:moveTo>
                    <a:pt x="223435" y="80912"/>
                  </a:moveTo>
                  <a:cubicBezTo>
                    <a:pt x="228380" y="80912"/>
                    <a:pt x="235089" y="80912"/>
                    <a:pt x="235089" y="74003"/>
                  </a:cubicBezTo>
                  <a:cubicBezTo>
                    <a:pt x="235089" y="67095"/>
                    <a:pt x="228380" y="67095"/>
                    <a:pt x="223082" y="67095"/>
                  </a:cubicBezTo>
                  <a:lnTo>
                    <a:pt x="12252" y="67095"/>
                  </a:lnTo>
                  <a:cubicBezTo>
                    <a:pt x="6954" y="67095"/>
                    <a:pt x="244" y="67095"/>
                    <a:pt x="244" y="74003"/>
                  </a:cubicBezTo>
                  <a:cubicBezTo>
                    <a:pt x="244" y="80912"/>
                    <a:pt x="6954" y="80912"/>
                    <a:pt x="11898" y="80912"/>
                  </a:cubicBezTo>
                  <a:lnTo>
                    <a:pt x="223435" y="80912"/>
                  </a:ln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5" name="Freeform: Shape 144">
              <a:extLst>
                <a:ext uri="{FF2B5EF4-FFF2-40B4-BE49-F238E27FC236}">
                  <a16:creationId xmlns:a16="http://schemas.microsoft.com/office/drawing/2014/main" id="{F43C2DC2-D5C2-FE07-53D0-00410946D9C5}"/>
                </a:ext>
              </a:extLst>
            </p:cNvPr>
            <p:cNvSpPr/>
            <p:nvPr/>
          </p:nvSpPr>
          <p:spPr>
            <a:xfrm>
              <a:off x="13186992" y="4688350"/>
              <a:ext cx="162095" cy="223483"/>
            </a:xfrm>
            <a:custGeom>
              <a:avLst/>
              <a:gdLst>
                <a:gd name="connsiteX0" fmla="*/ 161291 w 162095"/>
                <a:gd name="connsiteY0" fmla="*/ 22537 h 223483"/>
                <a:gd name="connsiteX1" fmla="*/ 162351 w 162095"/>
                <a:gd name="connsiteY1" fmla="*/ 16319 h 223483"/>
                <a:gd name="connsiteX2" fmla="*/ 152110 w 162095"/>
                <a:gd name="connsiteY2" fmla="*/ 6993 h 223483"/>
                <a:gd name="connsiteX3" fmla="*/ 137630 w 162095"/>
                <a:gd name="connsiteY3" fmla="*/ 21846 h 223483"/>
                <a:gd name="connsiteX4" fmla="*/ 104787 w 162095"/>
                <a:gd name="connsiteY4" fmla="*/ 85 h 223483"/>
                <a:gd name="connsiteX5" fmla="*/ 20738 w 162095"/>
                <a:gd name="connsiteY5" fmla="*/ 98182 h 223483"/>
                <a:gd name="connsiteX6" fmla="*/ 67707 w 162095"/>
                <a:gd name="connsiteY6" fmla="*/ 152758 h 223483"/>
                <a:gd name="connsiteX7" fmla="*/ 108672 w 162095"/>
                <a:gd name="connsiteY7" fmla="*/ 132724 h 223483"/>
                <a:gd name="connsiteX8" fmla="*/ 109025 w 162095"/>
                <a:gd name="connsiteY8" fmla="*/ 133069 h 223483"/>
                <a:gd name="connsiteX9" fmla="*/ 97371 w 162095"/>
                <a:gd name="connsiteY9" fmla="*/ 178664 h 223483"/>
                <a:gd name="connsiteX10" fmla="*/ 46518 w 162095"/>
                <a:gd name="connsiteY10" fmla="*/ 215969 h 223483"/>
                <a:gd name="connsiteX11" fmla="*/ 18266 w 162095"/>
                <a:gd name="connsiteY11" fmla="*/ 212515 h 223483"/>
                <a:gd name="connsiteX12" fmla="*/ 32745 w 162095"/>
                <a:gd name="connsiteY12" fmla="*/ 194553 h 223483"/>
                <a:gd name="connsiteX13" fmla="*/ 19325 w 162095"/>
                <a:gd name="connsiteY13" fmla="*/ 182464 h 223483"/>
                <a:gd name="connsiteX14" fmla="*/ 255 w 162095"/>
                <a:gd name="connsiteY14" fmla="*/ 202498 h 223483"/>
                <a:gd name="connsiteX15" fmla="*/ 47224 w 162095"/>
                <a:gd name="connsiteY15" fmla="*/ 223568 h 223483"/>
                <a:gd name="connsiteX16" fmla="*/ 122092 w 162095"/>
                <a:gd name="connsiteY16" fmla="*/ 175901 h 223483"/>
                <a:gd name="connsiteX17" fmla="*/ 161291 w 162095"/>
                <a:gd name="connsiteY17" fmla="*/ 22537 h 223483"/>
                <a:gd name="connsiteX18" fmla="*/ 115382 w 162095"/>
                <a:gd name="connsiteY18" fmla="*/ 108545 h 223483"/>
                <a:gd name="connsiteX19" fmla="*/ 97371 w 162095"/>
                <a:gd name="connsiteY19" fmla="*/ 132724 h 223483"/>
                <a:gd name="connsiteX20" fmla="*/ 68766 w 162095"/>
                <a:gd name="connsiteY20" fmla="*/ 145159 h 223483"/>
                <a:gd name="connsiteX21" fmla="*/ 45811 w 162095"/>
                <a:gd name="connsiteY21" fmla="*/ 113381 h 223483"/>
                <a:gd name="connsiteX22" fmla="*/ 65588 w 162095"/>
                <a:gd name="connsiteY22" fmla="*/ 38426 h 223483"/>
                <a:gd name="connsiteX23" fmla="*/ 105141 w 162095"/>
                <a:gd name="connsiteY23" fmla="*/ 7684 h 223483"/>
                <a:gd name="connsiteX24" fmla="*/ 133393 w 162095"/>
                <a:gd name="connsiteY24" fmla="*/ 37389 h 223483"/>
                <a:gd name="connsiteX25" fmla="*/ 132333 w 162095"/>
                <a:gd name="connsiteY25" fmla="*/ 42571 h 223483"/>
                <a:gd name="connsiteX26" fmla="*/ 115382 w 162095"/>
                <a:gd name="connsiteY26" fmla="*/ 108545 h 22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2095" h="223483">
                  <a:moveTo>
                    <a:pt x="161291" y="22537"/>
                  </a:moveTo>
                  <a:cubicBezTo>
                    <a:pt x="161645" y="20464"/>
                    <a:pt x="162351" y="18737"/>
                    <a:pt x="162351" y="16319"/>
                  </a:cubicBezTo>
                  <a:cubicBezTo>
                    <a:pt x="162351" y="10447"/>
                    <a:pt x="158113" y="6993"/>
                    <a:pt x="152110" y="6993"/>
                  </a:cubicBezTo>
                  <a:cubicBezTo>
                    <a:pt x="148578" y="6993"/>
                    <a:pt x="139043" y="9411"/>
                    <a:pt x="137630" y="21846"/>
                  </a:cubicBezTo>
                  <a:cubicBezTo>
                    <a:pt x="131274" y="9065"/>
                    <a:pt x="118913" y="85"/>
                    <a:pt x="104787" y="85"/>
                  </a:cubicBezTo>
                  <a:cubicBezTo>
                    <a:pt x="64528" y="85"/>
                    <a:pt x="20738" y="48443"/>
                    <a:pt x="20738" y="98182"/>
                  </a:cubicBezTo>
                  <a:cubicBezTo>
                    <a:pt x="20738" y="132379"/>
                    <a:pt x="42280" y="152758"/>
                    <a:pt x="67707" y="152758"/>
                  </a:cubicBezTo>
                  <a:cubicBezTo>
                    <a:pt x="88543" y="152758"/>
                    <a:pt x="105141" y="136524"/>
                    <a:pt x="108672" y="132724"/>
                  </a:cubicBezTo>
                  <a:lnTo>
                    <a:pt x="109025" y="133069"/>
                  </a:lnTo>
                  <a:cubicBezTo>
                    <a:pt x="101609" y="163811"/>
                    <a:pt x="97371" y="177973"/>
                    <a:pt x="97371" y="178664"/>
                  </a:cubicBezTo>
                  <a:cubicBezTo>
                    <a:pt x="95959" y="181773"/>
                    <a:pt x="83952" y="215969"/>
                    <a:pt x="46518" y="215969"/>
                  </a:cubicBezTo>
                  <a:cubicBezTo>
                    <a:pt x="39808" y="215969"/>
                    <a:pt x="28154" y="215623"/>
                    <a:pt x="18266" y="212515"/>
                  </a:cubicBezTo>
                  <a:cubicBezTo>
                    <a:pt x="28860" y="209406"/>
                    <a:pt x="32745" y="200425"/>
                    <a:pt x="32745" y="194553"/>
                  </a:cubicBezTo>
                  <a:cubicBezTo>
                    <a:pt x="32745" y="189027"/>
                    <a:pt x="28860" y="182464"/>
                    <a:pt x="19325" y="182464"/>
                  </a:cubicBezTo>
                  <a:cubicBezTo>
                    <a:pt x="11556" y="182464"/>
                    <a:pt x="255" y="188681"/>
                    <a:pt x="255" y="202498"/>
                  </a:cubicBezTo>
                  <a:cubicBezTo>
                    <a:pt x="255" y="216660"/>
                    <a:pt x="13321" y="223568"/>
                    <a:pt x="47224" y="223568"/>
                  </a:cubicBezTo>
                  <a:cubicBezTo>
                    <a:pt x="91368" y="223568"/>
                    <a:pt x="116795" y="196626"/>
                    <a:pt x="122092" y="175901"/>
                  </a:cubicBezTo>
                  <a:lnTo>
                    <a:pt x="161291" y="22537"/>
                  </a:lnTo>
                  <a:close/>
                  <a:moveTo>
                    <a:pt x="115382" y="108545"/>
                  </a:moveTo>
                  <a:cubicBezTo>
                    <a:pt x="113263" y="117526"/>
                    <a:pt x="105141" y="126161"/>
                    <a:pt x="97371" y="132724"/>
                  </a:cubicBezTo>
                  <a:cubicBezTo>
                    <a:pt x="89955" y="138941"/>
                    <a:pt x="79007" y="145159"/>
                    <a:pt x="68766" y="145159"/>
                  </a:cubicBezTo>
                  <a:cubicBezTo>
                    <a:pt x="51109" y="145159"/>
                    <a:pt x="45811" y="127197"/>
                    <a:pt x="45811" y="113381"/>
                  </a:cubicBezTo>
                  <a:cubicBezTo>
                    <a:pt x="45811" y="96801"/>
                    <a:pt x="56053" y="56042"/>
                    <a:pt x="65588" y="38426"/>
                  </a:cubicBezTo>
                  <a:cubicBezTo>
                    <a:pt x="75123" y="21500"/>
                    <a:pt x="90308" y="7684"/>
                    <a:pt x="105141" y="7684"/>
                  </a:cubicBezTo>
                  <a:cubicBezTo>
                    <a:pt x="128448" y="7684"/>
                    <a:pt x="133393" y="35662"/>
                    <a:pt x="133393" y="37389"/>
                  </a:cubicBezTo>
                  <a:cubicBezTo>
                    <a:pt x="133393" y="39117"/>
                    <a:pt x="132686" y="41189"/>
                    <a:pt x="132333" y="42571"/>
                  </a:cubicBezTo>
                  <a:lnTo>
                    <a:pt x="115382" y="108545"/>
                  </a:ln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6" name="Freeform: Shape 145">
              <a:extLst>
                <a:ext uri="{FF2B5EF4-FFF2-40B4-BE49-F238E27FC236}">
                  <a16:creationId xmlns:a16="http://schemas.microsoft.com/office/drawing/2014/main" id="{433946EA-254E-B7AE-AF90-BE5010DB25BF}"/>
                </a:ext>
              </a:extLst>
            </p:cNvPr>
            <p:cNvSpPr/>
            <p:nvPr/>
          </p:nvSpPr>
          <p:spPr>
            <a:xfrm>
              <a:off x="13397769" y="4581962"/>
              <a:ext cx="81930" cy="345414"/>
            </a:xfrm>
            <a:custGeom>
              <a:avLst/>
              <a:gdLst>
                <a:gd name="connsiteX0" fmla="*/ 82191 w 81930"/>
                <a:gd name="connsiteY0" fmla="*/ 342045 h 345414"/>
                <a:gd name="connsiteX1" fmla="*/ 76187 w 81930"/>
                <a:gd name="connsiteY1" fmla="*/ 334446 h 345414"/>
                <a:gd name="connsiteX2" fmla="*/ 20743 w 81930"/>
                <a:gd name="connsiteY2" fmla="*/ 172792 h 345414"/>
                <a:gd name="connsiteX3" fmla="*/ 77600 w 81930"/>
                <a:gd name="connsiteY3" fmla="*/ 9411 h 345414"/>
                <a:gd name="connsiteX4" fmla="*/ 82191 w 81930"/>
                <a:gd name="connsiteY4" fmla="*/ 3539 h 345414"/>
                <a:gd name="connsiteX5" fmla="*/ 78659 w 81930"/>
                <a:gd name="connsiteY5" fmla="*/ 85 h 345414"/>
                <a:gd name="connsiteX6" fmla="*/ 22509 w 81930"/>
                <a:gd name="connsiteY6" fmla="*/ 67441 h 345414"/>
                <a:gd name="connsiteX7" fmla="*/ 260 w 81930"/>
                <a:gd name="connsiteY7" fmla="*/ 172792 h 345414"/>
                <a:gd name="connsiteX8" fmla="*/ 23568 w 81930"/>
                <a:gd name="connsiteY8" fmla="*/ 280561 h 345414"/>
                <a:gd name="connsiteX9" fmla="*/ 78659 w 81930"/>
                <a:gd name="connsiteY9" fmla="*/ 345499 h 345414"/>
                <a:gd name="connsiteX10" fmla="*/ 82191 w 81930"/>
                <a:gd name="connsiteY10" fmla="*/ 342045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30" h="345414">
                  <a:moveTo>
                    <a:pt x="82191" y="342045"/>
                  </a:moveTo>
                  <a:cubicBezTo>
                    <a:pt x="82191" y="341009"/>
                    <a:pt x="82191" y="340318"/>
                    <a:pt x="76187" y="334446"/>
                  </a:cubicBezTo>
                  <a:cubicBezTo>
                    <a:pt x="32044" y="290924"/>
                    <a:pt x="20743" y="225640"/>
                    <a:pt x="20743" y="172792"/>
                  </a:cubicBezTo>
                  <a:cubicBezTo>
                    <a:pt x="20743" y="112690"/>
                    <a:pt x="34162" y="52588"/>
                    <a:pt x="77600" y="9411"/>
                  </a:cubicBezTo>
                  <a:cubicBezTo>
                    <a:pt x="82191" y="5266"/>
                    <a:pt x="82191" y="4575"/>
                    <a:pt x="82191" y="3539"/>
                  </a:cubicBezTo>
                  <a:cubicBezTo>
                    <a:pt x="82191" y="1121"/>
                    <a:pt x="80778" y="85"/>
                    <a:pt x="78659" y="85"/>
                  </a:cubicBezTo>
                  <a:cubicBezTo>
                    <a:pt x="75128" y="85"/>
                    <a:pt x="43344" y="23573"/>
                    <a:pt x="22509" y="67441"/>
                  </a:cubicBezTo>
                  <a:cubicBezTo>
                    <a:pt x="4498" y="105436"/>
                    <a:pt x="260" y="143777"/>
                    <a:pt x="260" y="172792"/>
                  </a:cubicBezTo>
                  <a:cubicBezTo>
                    <a:pt x="260" y="199734"/>
                    <a:pt x="4145" y="241530"/>
                    <a:pt x="23568" y="280561"/>
                  </a:cubicBezTo>
                  <a:cubicBezTo>
                    <a:pt x="44757" y="323047"/>
                    <a:pt x="75128" y="345499"/>
                    <a:pt x="78659" y="345499"/>
                  </a:cubicBezTo>
                  <a:cubicBezTo>
                    <a:pt x="80778" y="345499"/>
                    <a:pt x="82191" y="344463"/>
                    <a:pt x="82191" y="342045"/>
                  </a:cubicBez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7" name="Freeform: Shape 146">
              <a:extLst>
                <a:ext uri="{FF2B5EF4-FFF2-40B4-BE49-F238E27FC236}">
                  <a16:creationId xmlns:a16="http://schemas.microsoft.com/office/drawing/2014/main" id="{FC765429-097D-BDBE-987E-10CF40EF2879}"/>
                </a:ext>
              </a:extLst>
            </p:cNvPr>
            <p:cNvSpPr/>
            <p:nvPr/>
          </p:nvSpPr>
          <p:spPr>
            <a:xfrm>
              <a:off x="13510385" y="4688350"/>
              <a:ext cx="162802" cy="223483"/>
            </a:xfrm>
            <a:custGeom>
              <a:avLst/>
              <a:gdLst>
                <a:gd name="connsiteX0" fmla="*/ 161654 w 162802"/>
                <a:gd name="connsiteY0" fmla="*/ 21155 h 223483"/>
                <a:gd name="connsiteX1" fmla="*/ 163066 w 162802"/>
                <a:gd name="connsiteY1" fmla="*/ 13210 h 223483"/>
                <a:gd name="connsiteX2" fmla="*/ 152825 w 162802"/>
                <a:gd name="connsiteY2" fmla="*/ 3884 h 223483"/>
                <a:gd name="connsiteX3" fmla="*/ 140465 w 162802"/>
                <a:gd name="connsiteY3" fmla="*/ 11138 h 223483"/>
                <a:gd name="connsiteX4" fmla="*/ 135521 w 162802"/>
                <a:gd name="connsiteY4" fmla="*/ 29790 h 223483"/>
                <a:gd name="connsiteX5" fmla="*/ 128457 w 162802"/>
                <a:gd name="connsiteY5" fmla="*/ 57424 h 223483"/>
                <a:gd name="connsiteX6" fmla="*/ 112566 w 162802"/>
                <a:gd name="connsiteY6" fmla="*/ 119598 h 223483"/>
                <a:gd name="connsiteX7" fmla="*/ 72660 w 162802"/>
                <a:gd name="connsiteY7" fmla="*/ 148958 h 223483"/>
                <a:gd name="connsiteX8" fmla="*/ 50764 w 162802"/>
                <a:gd name="connsiteY8" fmla="*/ 120980 h 223483"/>
                <a:gd name="connsiteX9" fmla="*/ 68775 w 162802"/>
                <a:gd name="connsiteY9" fmla="*/ 53279 h 223483"/>
                <a:gd name="connsiteX10" fmla="*/ 75838 w 162802"/>
                <a:gd name="connsiteY10" fmla="*/ 28409 h 223483"/>
                <a:gd name="connsiteX11" fmla="*/ 46880 w 162802"/>
                <a:gd name="connsiteY11" fmla="*/ 85 h 223483"/>
                <a:gd name="connsiteX12" fmla="*/ 264 w 162802"/>
                <a:gd name="connsiteY12" fmla="*/ 53279 h 223483"/>
                <a:gd name="connsiteX13" fmla="*/ 4502 w 162802"/>
                <a:gd name="connsiteY13" fmla="*/ 56733 h 223483"/>
                <a:gd name="connsiteX14" fmla="*/ 10152 w 162802"/>
                <a:gd name="connsiteY14" fmla="*/ 50515 h 223483"/>
                <a:gd name="connsiteX15" fmla="*/ 45820 w 162802"/>
                <a:gd name="connsiteY15" fmla="*/ 7684 h 223483"/>
                <a:gd name="connsiteX16" fmla="*/ 54649 w 162802"/>
                <a:gd name="connsiteY16" fmla="*/ 18737 h 223483"/>
                <a:gd name="connsiteX17" fmla="*/ 48645 w 162802"/>
                <a:gd name="connsiteY17" fmla="*/ 42916 h 223483"/>
                <a:gd name="connsiteX18" fmla="*/ 28163 w 162802"/>
                <a:gd name="connsiteY18" fmla="*/ 115453 h 223483"/>
                <a:gd name="connsiteX19" fmla="*/ 71247 w 162802"/>
                <a:gd name="connsiteY19" fmla="*/ 156558 h 223483"/>
                <a:gd name="connsiteX20" fmla="*/ 106915 w 162802"/>
                <a:gd name="connsiteY20" fmla="*/ 141014 h 223483"/>
                <a:gd name="connsiteX21" fmla="*/ 83961 w 162802"/>
                <a:gd name="connsiteY21" fmla="*/ 194208 h 223483"/>
                <a:gd name="connsiteX22" fmla="*/ 45114 w 162802"/>
                <a:gd name="connsiteY22" fmla="*/ 215969 h 223483"/>
                <a:gd name="connsiteX23" fmla="*/ 18275 w 162802"/>
                <a:gd name="connsiteY23" fmla="*/ 201461 h 223483"/>
                <a:gd name="connsiteX24" fmla="*/ 33460 w 162802"/>
                <a:gd name="connsiteY24" fmla="*/ 197317 h 223483"/>
                <a:gd name="connsiteX25" fmla="*/ 40523 w 162802"/>
                <a:gd name="connsiteY25" fmla="*/ 183154 h 223483"/>
                <a:gd name="connsiteX26" fmla="*/ 27456 w 162802"/>
                <a:gd name="connsiteY26" fmla="*/ 171065 h 223483"/>
                <a:gd name="connsiteX27" fmla="*/ 7680 w 162802"/>
                <a:gd name="connsiteY27" fmla="*/ 193517 h 223483"/>
                <a:gd name="connsiteX28" fmla="*/ 45114 w 162802"/>
                <a:gd name="connsiteY28" fmla="*/ 223568 h 223483"/>
                <a:gd name="connsiteX29" fmla="*/ 127751 w 162802"/>
                <a:gd name="connsiteY29" fmla="*/ 153103 h 223483"/>
                <a:gd name="connsiteX30" fmla="*/ 161654 w 162802"/>
                <a:gd name="connsiteY30" fmla="*/ 21155 h 223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2802" h="223483">
                  <a:moveTo>
                    <a:pt x="161654" y="21155"/>
                  </a:moveTo>
                  <a:cubicBezTo>
                    <a:pt x="163066" y="16319"/>
                    <a:pt x="163066" y="15628"/>
                    <a:pt x="163066" y="13210"/>
                  </a:cubicBezTo>
                  <a:cubicBezTo>
                    <a:pt x="163066" y="6993"/>
                    <a:pt x="158122" y="3884"/>
                    <a:pt x="152825" y="3884"/>
                  </a:cubicBezTo>
                  <a:cubicBezTo>
                    <a:pt x="149293" y="3884"/>
                    <a:pt x="143643" y="5957"/>
                    <a:pt x="140465" y="11138"/>
                  </a:cubicBezTo>
                  <a:cubicBezTo>
                    <a:pt x="139758" y="12865"/>
                    <a:pt x="136933" y="23573"/>
                    <a:pt x="135521" y="29790"/>
                  </a:cubicBezTo>
                  <a:cubicBezTo>
                    <a:pt x="133048" y="38771"/>
                    <a:pt x="130576" y="48097"/>
                    <a:pt x="128457" y="57424"/>
                  </a:cubicBezTo>
                  <a:lnTo>
                    <a:pt x="112566" y="119598"/>
                  </a:lnTo>
                  <a:cubicBezTo>
                    <a:pt x="111153" y="124779"/>
                    <a:pt x="95968" y="148958"/>
                    <a:pt x="72660" y="148958"/>
                  </a:cubicBezTo>
                  <a:cubicBezTo>
                    <a:pt x="54649" y="148958"/>
                    <a:pt x="50764" y="133760"/>
                    <a:pt x="50764" y="120980"/>
                  </a:cubicBezTo>
                  <a:cubicBezTo>
                    <a:pt x="50764" y="105091"/>
                    <a:pt x="56768" y="83675"/>
                    <a:pt x="68775" y="53279"/>
                  </a:cubicBezTo>
                  <a:cubicBezTo>
                    <a:pt x="74425" y="39117"/>
                    <a:pt x="75838" y="35317"/>
                    <a:pt x="75838" y="28409"/>
                  </a:cubicBezTo>
                  <a:cubicBezTo>
                    <a:pt x="75838" y="12865"/>
                    <a:pt x="64537" y="85"/>
                    <a:pt x="46880" y="85"/>
                  </a:cubicBezTo>
                  <a:cubicBezTo>
                    <a:pt x="13330" y="85"/>
                    <a:pt x="264" y="50170"/>
                    <a:pt x="264" y="53279"/>
                  </a:cubicBezTo>
                  <a:cubicBezTo>
                    <a:pt x="264" y="56733"/>
                    <a:pt x="3795" y="56733"/>
                    <a:pt x="4502" y="56733"/>
                  </a:cubicBezTo>
                  <a:cubicBezTo>
                    <a:pt x="8033" y="56733"/>
                    <a:pt x="8386" y="56042"/>
                    <a:pt x="10152" y="50515"/>
                  </a:cubicBezTo>
                  <a:cubicBezTo>
                    <a:pt x="19687" y="18046"/>
                    <a:pt x="33813" y="7684"/>
                    <a:pt x="45820" y="7684"/>
                  </a:cubicBezTo>
                  <a:cubicBezTo>
                    <a:pt x="48645" y="7684"/>
                    <a:pt x="54649" y="7684"/>
                    <a:pt x="54649" y="18737"/>
                  </a:cubicBezTo>
                  <a:cubicBezTo>
                    <a:pt x="54649" y="27372"/>
                    <a:pt x="51118" y="36353"/>
                    <a:pt x="48645" y="42916"/>
                  </a:cubicBezTo>
                  <a:cubicBezTo>
                    <a:pt x="34519" y="79530"/>
                    <a:pt x="28163" y="99219"/>
                    <a:pt x="28163" y="115453"/>
                  </a:cubicBezTo>
                  <a:cubicBezTo>
                    <a:pt x="28163" y="146195"/>
                    <a:pt x="50411" y="156558"/>
                    <a:pt x="71247" y="156558"/>
                  </a:cubicBezTo>
                  <a:cubicBezTo>
                    <a:pt x="85020" y="156558"/>
                    <a:pt x="97027" y="150686"/>
                    <a:pt x="106915" y="141014"/>
                  </a:cubicBezTo>
                  <a:cubicBezTo>
                    <a:pt x="102324" y="158975"/>
                    <a:pt x="98087" y="175901"/>
                    <a:pt x="83961" y="194208"/>
                  </a:cubicBezTo>
                  <a:cubicBezTo>
                    <a:pt x="74779" y="205952"/>
                    <a:pt x="61359" y="215969"/>
                    <a:pt x="45114" y="215969"/>
                  </a:cubicBezTo>
                  <a:cubicBezTo>
                    <a:pt x="40170" y="215969"/>
                    <a:pt x="24278" y="214933"/>
                    <a:pt x="18275" y="201461"/>
                  </a:cubicBezTo>
                  <a:cubicBezTo>
                    <a:pt x="23925" y="201461"/>
                    <a:pt x="28516" y="201461"/>
                    <a:pt x="33460" y="197317"/>
                  </a:cubicBezTo>
                  <a:cubicBezTo>
                    <a:pt x="36992" y="194208"/>
                    <a:pt x="40523" y="189717"/>
                    <a:pt x="40523" y="183154"/>
                  </a:cubicBezTo>
                  <a:cubicBezTo>
                    <a:pt x="40523" y="172447"/>
                    <a:pt x="30988" y="171065"/>
                    <a:pt x="27456" y="171065"/>
                  </a:cubicBezTo>
                  <a:cubicBezTo>
                    <a:pt x="19334" y="171065"/>
                    <a:pt x="7680" y="176592"/>
                    <a:pt x="7680" y="193517"/>
                  </a:cubicBezTo>
                  <a:cubicBezTo>
                    <a:pt x="7680" y="210788"/>
                    <a:pt x="23219" y="223568"/>
                    <a:pt x="45114" y="223568"/>
                  </a:cubicBezTo>
                  <a:cubicBezTo>
                    <a:pt x="81488" y="223568"/>
                    <a:pt x="117863" y="192135"/>
                    <a:pt x="127751" y="153103"/>
                  </a:cubicBezTo>
                  <a:lnTo>
                    <a:pt x="161654" y="21155"/>
                  </a:ln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8" name="Freeform: Shape 147">
              <a:extLst>
                <a:ext uri="{FF2B5EF4-FFF2-40B4-BE49-F238E27FC236}">
                  <a16:creationId xmlns:a16="http://schemas.microsoft.com/office/drawing/2014/main" id="{C92FB532-0343-56F0-D227-AB2001B9B6D7}"/>
                </a:ext>
              </a:extLst>
            </p:cNvPr>
            <p:cNvSpPr/>
            <p:nvPr/>
          </p:nvSpPr>
          <p:spPr>
            <a:xfrm>
              <a:off x="13706087" y="4581962"/>
              <a:ext cx="81930" cy="345414"/>
            </a:xfrm>
            <a:custGeom>
              <a:avLst/>
              <a:gdLst>
                <a:gd name="connsiteX0" fmla="*/ 82200 w 81930"/>
                <a:gd name="connsiteY0" fmla="*/ 172792 h 345414"/>
                <a:gd name="connsiteX1" fmla="*/ 58892 w 81930"/>
                <a:gd name="connsiteY1" fmla="*/ 65023 h 345414"/>
                <a:gd name="connsiteX2" fmla="*/ 3801 w 81930"/>
                <a:gd name="connsiteY2" fmla="*/ 85 h 345414"/>
                <a:gd name="connsiteX3" fmla="*/ 269 w 81930"/>
                <a:gd name="connsiteY3" fmla="*/ 3539 h 345414"/>
                <a:gd name="connsiteX4" fmla="*/ 6979 w 81930"/>
                <a:gd name="connsiteY4" fmla="*/ 11483 h 345414"/>
                <a:gd name="connsiteX5" fmla="*/ 61717 w 81930"/>
                <a:gd name="connsiteY5" fmla="*/ 172792 h 345414"/>
                <a:gd name="connsiteX6" fmla="*/ 4860 w 81930"/>
                <a:gd name="connsiteY6" fmla="*/ 336173 h 345414"/>
                <a:gd name="connsiteX7" fmla="*/ 269 w 81930"/>
                <a:gd name="connsiteY7" fmla="*/ 342045 h 345414"/>
                <a:gd name="connsiteX8" fmla="*/ 3801 w 81930"/>
                <a:gd name="connsiteY8" fmla="*/ 345499 h 345414"/>
                <a:gd name="connsiteX9" fmla="*/ 59952 w 81930"/>
                <a:gd name="connsiteY9" fmla="*/ 278144 h 345414"/>
                <a:gd name="connsiteX10" fmla="*/ 82200 w 81930"/>
                <a:gd name="connsiteY10" fmla="*/ 172792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930" h="345414">
                  <a:moveTo>
                    <a:pt x="82200" y="172792"/>
                  </a:moveTo>
                  <a:cubicBezTo>
                    <a:pt x="82200" y="145850"/>
                    <a:pt x="78315" y="104055"/>
                    <a:pt x="58892" y="65023"/>
                  </a:cubicBezTo>
                  <a:cubicBezTo>
                    <a:pt x="37703" y="22537"/>
                    <a:pt x="7332" y="85"/>
                    <a:pt x="3801" y="85"/>
                  </a:cubicBezTo>
                  <a:cubicBezTo>
                    <a:pt x="1682" y="85"/>
                    <a:pt x="269" y="1466"/>
                    <a:pt x="269" y="3539"/>
                  </a:cubicBezTo>
                  <a:cubicBezTo>
                    <a:pt x="269" y="4575"/>
                    <a:pt x="269" y="5266"/>
                    <a:pt x="6979" y="11483"/>
                  </a:cubicBezTo>
                  <a:cubicBezTo>
                    <a:pt x="41588" y="45679"/>
                    <a:pt x="61717" y="100600"/>
                    <a:pt x="61717" y="172792"/>
                  </a:cubicBezTo>
                  <a:cubicBezTo>
                    <a:pt x="61717" y="231858"/>
                    <a:pt x="48651" y="292651"/>
                    <a:pt x="4860" y="336173"/>
                  </a:cubicBezTo>
                  <a:cubicBezTo>
                    <a:pt x="269" y="340318"/>
                    <a:pt x="269" y="341009"/>
                    <a:pt x="269" y="342045"/>
                  </a:cubicBezTo>
                  <a:cubicBezTo>
                    <a:pt x="269" y="344118"/>
                    <a:pt x="1682" y="345499"/>
                    <a:pt x="3801" y="345499"/>
                  </a:cubicBezTo>
                  <a:cubicBezTo>
                    <a:pt x="7332" y="345499"/>
                    <a:pt x="39116" y="322011"/>
                    <a:pt x="59952" y="278144"/>
                  </a:cubicBezTo>
                  <a:cubicBezTo>
                    <a:pt x="77962" y="240148"/>
                    <a:pt x="82200" y="201807"/>
                    <a:pt x="82200" y="172792"/>
                  </a:cubicBezTo>
                  <a:close/>
                </a:path>
              </a:pathLst>
            </a:custGeom>
            <a:solidFill>
              <a:srgbClr val="000000"/>
            </a:solidFill>
            <a:ln w="35169"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7" name="Group 6" descr="\documentclass{article}&#10;\usepackage{amsmath,amssymb}&#10;\pagestyle{empty}&#10;\begin{document}&#10;&#10;\newcommand{\score}{\textrm{score}}&#10;\newcommand{\classify}{\textrm{classify}}&#10;\newcommand{\bx}{\mathbf{x}}&#10;&#10;\begin{align*}&#10;\frac{\mathrm{d}z}{\mathrm{d}x} = \frac{\mathrm{d}z}{\mathrm{d}y}\cdot \frac{\mathrm{d}y}{\mathrm{d}x}&#10;\end{align*}&#10;&#10;&#10;\end{document}" title="IguanaTex Vector Display">
            <a:extLst>
              <a:ext uri="{FF2B5EF4-FFF2-40B4-BE49-F238E27FC236}">
                <a16:creationId xmlns:a16="http://schemas.microsoft.com/office/drawing/2014/main" id="{562FEA99-669C-96AF-45FD-7FC8F1E69B85}"/>
              </a:ext>
            </a:extLst>
          </p:cNvPr>
          <p:cNvGrpSpPr>
            <a:grpSpLocks noChangeAspect="1"/>
          </p:cNvGrpSpPr>
          <p:nvPr/>
        </p:nvGrpSpPr>
        <p:grpSpPr>
          <a:xfrm>
            <a:off x="7847765" y="1098310"/>
            <a:ext cx="2098008" cy="819379"/>
            <a:chOff x="9870279" y="5221351"/>
            <a:chExt cx="2098008" cy="819379"/>
          </a:xfrm>
        </p:grpSpPr>
        <p:sp>
          <p:nvSpPr>
            <p:cNvPr id="119" name="Freeform: Shape 118">
              <a:extLst>
                <a:ext uri="{FF2B5EF4-FFF2-40B4-BE49-F238E27FC236}">
                  <a16:creationId xmlns:a16="http://schemas.microsoft.com/office/drawing/2014/main" id="{716390F5-D2B3-23DC-3827-B7BD3BEAC3A1}"/>
                </a:ext>
              </a:extLst>
            </p:cNvPr>
            <p:cNvSpPr/>
            <p:nvPr/>
          </p:nvSpPr>
          <p:spPr>
            <a:xfrm>
              <a:off x="9893594" y="5221351"/>
              <a:ext cx="176161" cy="255437"/>
            </a:xfrm>
            <a:custGeom>
              <a:avLst/>
              <a:gdLst>
                <a:gd name="connsiteX0" fmla="*/ 123839 w 176161"/>
                <a:gd name="connsiteY0" fmla="*/ 231605 h 255437"/>
                <a:gd name="connsiteX1" fmla="*/ 123839 w 176161"/>
                <a:gd name="connsiteY1" fmla="*/ 255518 h 255437"/>
                <a:gd name="connsiteX2" fmla="*/ 176366 w 176161"/>
                <a:gd name="connsiteY2" fmla="*/ 251533 h 255437"/>
                <a:gd name="connsiteX3" fmla="*/ 176366 w 176161"/>
                <a:gd name="connsiteY3" fmla="*/ 240301 h 255437"/>
                <a:gd name="connsiteX4" fmla="*/ 148495 w 176161"/>
                <a:gd name="connsiteY4" fmla="*/ 220011 h 255437"/>
                <a:gd name="connsiteX5" fmla="*/ 148495 w 176161"/>
                <a:gd name="connsiteY5" fmla="*/ 81 h 255437"/>
                <a:gd name="connsiteX6" fmla="*/ 97040 w 176161"/>
                <a:gd name="connsiteY6" fmla="*/ 4066 h 255437"/>
                <a:gd name="connsiteX7" fmla="*/ 97040 w 176161"/>
                <a:gd name="connsiteY7" fmla="*/ 15298 h 255437"/>
                <a:gd name="connsiteX8" fmla="*/ 124911 w 176161"/>
                <a:gd name="connsiteY8" fmla="*/ 35588 h 255437"/>
                <a:gd name="connsiteX9" fmla="*/ 124911 w 176161"/>
                <a:gd name="connsiteY9" fmla="*/ 113850 h 255437"/>
                <a:gd name="connsiteX10" fmla="*/ 79888 w 176161"/>
                <a:gd name="connsiteY10" fmla="*/ 91386 h 255437"/>
                <a:gd name="connsiteX11" fmla="*/ 205 w 176161"/>
                <a:gd name="connsiteY11" fmla="*/ 173633 h 255437"/>
                <a:gd name="connsiteX12" fmla="*/ 75958 w 176161"/>
                <a:gd name="connsiteY12" fmla="*/ 255518 h 255437"/>
                <a:gd name="connsiteX13" fmla="*/ 123839 w 176161"/>
                <a:gd name="connsiteY13" fmla="*/ 231605 h 255437"/>
                <a:gd name="connsiteX14" fmla="*/ 123839 w 176161"/>
                <a:gd name="connsiteY14" fmla="*/ 134503 h 255437"/>
                <a:gd name="connsiteX15" fmla="*/ 123839 w 176161"/>
                <a:gd name="connsiteY15" fmla="*/ 208779 h 255437"/>
                <a:gd name="connsiteX16" fmla="*/ 119909 w 176161"/>
                <a:gd name="connsiteY16" fmla="*/ 222185 h 255437"/>
                <a:gd name="connsiteX17" fmla="*/ 77744 w 176161"/>
                <a:gd name="connsiteY17" fmla="*/ 247547 h 255437"/>
                <a:gd name="connsiteX18" fmla="*/ 40225 w 176161"/>
                <a:gd name="connsiteY18" fmla="*/ 224359 h 255437"/>
                <a:gd name="connsiteX19" fmla="*/ 29863 w 176161"/>
                <a:gd name="connsiteY19" fmla="*/ 173996 h 255437"/>
                <a:gd name="connsiteX20" fmla="*/ 40940 w 176161"/>
                <a:gd name="connsiteY20" fmla="*/ 122546 h 255437"/>
                <a:gd name="connsiteX21" fmla="*/ 81318 w 176161"/>
                <a:gd name="connsiteY21" fmla="*/ 99357 h 255437"/>
                <a:gd name="connsiteX22" fmla="*/ 119909 w 176161"/>
                <a:gd name="connsiteY22" fmla="*/ 121097 h 255437"/>
                <a:gd name="connsiteX23" fmla="*/ 123839 w 176161"/>
                <a:gd name="connsiteY23" fmla="*/ 134503 h 2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161" h="255437">
                  <a:moveTo>
                    <a:pt x="123839" y="231605"/>
                  </a:moveTo>
                  <a:lnTo>
                    <a:pt x="123839" y="255518"/>
                  </a:lnTo>
                  <a:lnTo>
                    <a:pt x="176366" y="251533"/>
                  </a:lnTo>
                  <a:lnTo>
                    <a:pt x="176366" y="240301"/>
                  </a:lnTo>
                  <a:cubicBezTo>
                    <a:pt x="151353" y="240301"/>
                    <a:pt x="148495" y="237765"/>
                    <a:pt x="148495" y="220011"/>
                  </a:cubicBezTo>
                  <a:lnTo>
                    <a:pt x="148495" y="81"/>
                  </a:lnTo>
                  <a:lnTo>
                    <a:pt x="97040" y="4066"/>
                  </a:lnTo>
                  <a:lnTo>
                    <a:pt x="97040" y="15298"/>
                  </a:lnTo>
                  <a:cubicBezTo>
                    <a:pt x="122053" y="15298"/>
                    <a:pt x="124911" y="17834"/>
                    <a:pt x="124911" y="35588"/>
                  </a:cubicBezTo>
                  <a:lnTo>
                    <a:pt x="124911" y="113850"/>
                  </a:lnTo>
                  <a:cubicBezTo>
                    <a:pt x="114549" y="100806"/>
                    <a:pt x="99184" y="91386"/>
                    <a:pt x="79888" y="91386"/>
                  </a:cubicBezTo>
                  <a:cubicBezTo>
                    <a:pt x="37724" y="91386"/>
                    <a:pt x="205" y="126894"/>
                    <a:pt x="205" y="173633"/>
                  </a:cubicBezTo>
                  <a:cubicBezTo>
                    <a:pt x="205" y="219648"/>
                    <a:pt x="35223" y="255518"/>
                    <a:pt x="75958" y="255518"/>
                  </a:cubicBezTo>
                  <a:cubicBezTo>
                    <a:pt x="98827" y="255518"/>
                    <a:pt x="114906" y="243199"/>
                    <a:pt x="123839" y="231605"/>
                  </a:cubicBezTo>
                  <a:close/>
                  <a:moveTo>
                    <a:pt x="123839" y="134503"/>
                  </a:moveTo>
                  <a:lnTo>
                    <a:pt x="123839" y="208779"/>
                  </a:lnTo>
                  <a:cubicBezTo>
                    <a:pt x="123839" y="215301"/>
                    <a:pt x="123839" y="216025"/>
                    <a:pt x="119909" y="222185"/>
                  </a:cubicBezTo>
                  <a:cubicBezTo>
                    <a:pt x="109189" y="239576"/>
                    <a:pt x="93109" y="247547"/>
                    <a:pt x="77744" y="247547"/>
                  </a:cubicBezTo>
                  <a:cubicBezTo>
                    <a:pt x="61665" y="247547"/>
                    <a:pt x="48801" y="238127"/>
                    <a:pt x="40225" y="224359"/>
                  </a:cubicBezTo>
                  <a:cubicBezTo>
                    <a:pt x="30935" y="209503"/>
                    <a:pt x="29863" y="188851"/>
                    <a:pt x="29863" y="173996"/>
                  </a:cubicBezTo>
                  <a:cubicBezTo>
                    <a:pt x="29863" y="160590"/>
                    <a:pt x="30577" y="138850"/>
                    <a:pt x="40940" y="122546"/>
                  </a:cubicBezTo>
                  <a:cubicBezTo>
                    <a:pt x="48444" y="111314"/>
                    <a:pt x="62022" y="99357"/>
                    <a:pt x="81318" y="99357"/>
                  </a:cubicBezTo>
                  <a:cubicBezTo>
                    <a:pt x="93824" y="99357"/>
                    <a:pt x="108832" y="104792"/>
                    <a:pt x="119909" y="121097"/>
                  </a:cubicBezTo>
                  <a:cubicBezTo>
                    <a:pt x="123839" y="127256"/>
                    <a:pt x="123839" y="127981"/>
                    <a:pt x="123839" y="134503"/>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0" name="Freeform: Shape 119">
              <a:extLst>
                <a:ext uri="{FF2B5EF4-FFF2-40B4-BE49-F238E27FC236}">
                  <a16:creationId xmlns:a16="http://schemas.microsoft.com/office/drawing/2014/main" id="{8322B9F5-1716-5F3C-71E9-F22C23FE7031}"/>
                </a:ext>
              </a:extLst>
            </p:cNvPr>
            <p:cNvSpPr/>
            <p:nvPr/>
          </p:nvSpPr>
          <p:spPr>
            <a:xfrm>
              <a:off x="10095325" y="5312657"/>
              <a:ext cx="151506" cy="164132"/>
            </a:xfrm>
            <a:custGeom>
              <a:avLst/>
              <a:gdLst>
                <a:gd name="connsiteX0" fmla="*/ 32370 w 151506"/>
                <a:gd name="connsiteY0" fmla="*/ 130155 h 164132"/>
                <a:gd name="connsiteX1" fmla="*/ 74891 w 151506"/>
                <a:gd name="connsiteY1" fmla="*/ 88850 h 164132"/>
                <a:gd name="connsiteX2" fmla="*/ 109909 w 151506"/>
                <a:gd name="connsiteY2" fmla="*/ 56241 h 164132"/>
                <a:gd name="connsiteX3" fmla="*/ 151716 w 151506"/>
                <a:gd name="connsiteY3" fmla="*/ 3704 h 164132"/>
                <a:gd name="connsiteX4" fmla="*/ 147786 w 151506"/>
                <a:gd name="connsiteY4" fmla="*/ 81 h 164132"/>
                <a:gd name="connsiteX5" fmla="*/ 142426 w 151506"/>
                <a:gd name="connsiteY5" fmla="*/ 4066 h 164132"/>
                <a:gd name="connsiteX6" fmla="*/ 115626 w 151506"/>
                <a:gd name="connsiteY6" fmla="*/ 27255 h 164132"/>
                <a:gd name="connsiteX7" fmla="*/ 97403 w 151506"/>
                <a:gd name="connsiteY7" fmla="*/ 15661 h 164132"/>
                <a:gd name="connsiteX8" fmla="*/ 72747 w 151506"/>
                <a:gd name="connsiteY8" fmla="*/ 81 h 164132"/>
                <a:gd name="connsiteX9" fmla="*/ 29511 w 151506"/>
                <a:gd name="connsiteY9" fmla="*/ 41385 h 164132"/>
                <a:gd name="connsiteX10" fmla="*/ 33799 w 151506"/>
                <a:gd name="connsiteY10" fmla="*/ 45371 h 164132"/>
                <a:gd name="connsiteX11" fmla="*/ 38444 w 151506"/>
                <a:gd name="connsiteY11" fmla="*/ 41385 h 164132"/>
                <a:gd name="connsiteX12" fmla="*/ 68817 w 151506"/>
                <a:gd name="connsiteY12" fmla="*/ 24356 h 164132"/>
                <a:gd name="connsiteX13" fmla="*/ 91328 w 151506"/>
                <a:gd name="connsiteY13" fmla="*/ 29791 h 164132"/>
                <a:gd name="connsiteX14" fmla="*/ 118842 w 151506"/>
                <a:gd name="connsiteY14" fmla="*/ 35226 h 164132"/>
                <a:gd name="connsiteX15" fmla="*/ 69174 w 151506"/>
                <a:gd name="connsiteY15" fmla="*/ 82690 h 164132"/>
                <a:gd name="connsiteX16" fmla="*/ 37015 w 151506"/>
                <a:gd name="connsiteY16" fmla="*/ 113125 h 164132"/>
                <a:gd name="connsiteX17" fmla="*/ 210 w 151506"/>
                <a:gd name="connsiteY17" fmla="*/ 160590 h 164132"/>
                <a:gd name="connsiteX18" fmla="*/ 4498 w 151506"/>
                <a:gd name="connsiteY18" fmla="*/ 164213 h 164132"/>
                <a:gd name="connsiteX19" fmla="*/ 10215 w 151506"/>
                <a:gd name="connsiteY19" fmla="*/ 159503 h 164132"/>
                <a:gd name="connsiteX20" fmla="*/ 40588 w 151506"/>
                <a:gd name="connsiteY20" fmla="*/ 137039 h 164132"/>
                <a:gd name="connsiteX21" fmla="*/ 61313 w 151506"/>
                <a:gd name="connsiteY21" fmla="*/ 150807 h 164132"/>
                <a:gd name="connsiteX22" fmla="*/ 84182 w 151506"/>
                <a:gd name="connsiteY22" fmla="*/ 164213 h 164132"/>
                <a:gd name="connsiteX23" fmla="*/ 140282 w 151506"/>
                <a:gd name="connsiteY23" fmla="*/ 108415 h 164132"/>
                <a:gd name="connsiteX24" fmla="*/ 135994 w 151506"/>
                <a:gd name="connsiteY24" fmla="*/ 104792 h 164132"/>
                <a:gd name="connsiteX25" fmla="*/ 130991 w 151506"/>
                <a:gd name="connsiteY25" fmla="*/ 109502 h 164132"/>
                <a:gd name="connsiteX26" fmla="*/ 88112 w 151506"/>
                <a:gd name="connsiteY26" fmla="*/ 139937 h 164132"/>
                <a:gd name="connsiteX27" fmla="*/ 67030 w 151506"/>
                <a:gd name="connsiteY27" fmla="*/ 135227 h 164132"/>
                <a:gd name="connsiteX28" fmla="*/ 42017 w 151506"/>
                <a:gd name="connsiteY28" fmla="*/ 129068 h 164132"/>
                <a:gd name="connsiteX29" fmla="*/ 32370 w 151506"/>
                <a:gd name="connsiteY29" fmla="*/ 130155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1506" h="164132">
                  <a:moveTo>
                    <a:pt x="32370" y="130155"/>
                  </a:moveTo>
                  <a:cubicBezTo>
                    <a:pt x="51665" y="109140"/>
                    <a:pt x="62028" y="100082"/>
                    <a:pt x="74891" y="88850"/>
                  </a:cubicBezTo>
                  <a:cubicBezTo>
                    <a:pt x="74891" y="88487"/>
                    <a:pt x="97045" y="69284"/>
                    <a:pt x="109909" y="56241"/>
                  </a:cubicBezTo>
                  <a:cubicBezTo>
                    <a:pt x="143855" y="22545"/>
                    <a:pt x="151716" y="5153"/>
                    <a:pt x="151716" y="3704"/>
                  </a:cubicBezTo>
                  <a:cubicBezTo>
                    <a:pt x="151716" y="81"/>
                    <a:pt x="148500" y="81"/>
                    <a:pt x="147786" y="81"/>
                  </a:cubicBezTo>
                  <a:cubicBezTo>
                    <a:pt x="145284" y="81"/>
                    <a:pt x="144212" y="805"/>
                    <a:pt x="142426" y="4066"/>
                  </a:cubicBezTo>
                  <a:cubicBezTo>
                    <a:pt x="131706" y="21458"/>
                    <a:pt x="124202" y="27255"/>
                    <a:pt x="115626" y="27255"/>
                  </a:cubicBezTo>
                  <a:cubicBezTo>
                    <a:pt x="107051" y="27255"/>
                    <a:pt x="102763" y="21820"/>
                    <a:pt x="97403" y="15661"/>
                  </a:cubicBezTo>
                  <a:cubicBezTo>
                    <a:pt x="90614" y="7327"/>
                    <a:pt x="84539" y="81"/>
                    <a:pt x="72747" y="81"/>
                  </a:cubicBezTo>
                  <a:cubicBezTo>
                    <a:pt x="45948" y="81"/>
                    <a:pt x="29511" y="33777"/>
                    <a:pt x="29511" y="41385"/>
                  </a:cubicBezTo>
                  <a:cubicBezTo>
                    <a:pt x="29511" y="43197"/>
                    <a:pt x="30583" y="45371"/>
                    <a:pt x="33799" y="45371"/>
                  </a:cubicBezTo>
                  <a:cubicBezTo>
                    <a:pt x="37015" y="45371"/>
                    <a:pt x="37729" y="43559"/>
                    <a:pt x="38444" y="41385"/>
                  </a:cubicBezTo>
                  <a:cubicBezTo>
                    <a:pt x="45233" y="24719"/>
                    <a:pt x="65958" y="24356"/>
                    <a:pt x="68817" y="24356"/>
                  </a:cubicBezTo>
                  <a:cubicBezTo>
                    <a:pt x="76321" y="24356"/>
                    <a:pt x="83110" y="26893"/>
                    <a:pt x="91328" y="29791"/>
                  </a:cubicBezTo>
                  <a:cubicBezTo>
                    <a:pt x="105621" y="35226"/>
                    <a:pt x="109552" y="35226"/>
                    <a:pt x="118842" y="35226"/>
                  </a:cubicBezTo>
                  <a:cubicBezTo>
                    <a:pt x="105979" y="50806"/>
                    <a:pt x="75963" y="76893"/>
                    <a:pt x="69174" y="82690"/>
                  </a:cubicBezTo>
                  <a:lnTo>
                    <a:pt x="37015" y="113125"/>
                  </a:lnTo>
                  <a:cubicBezTo>
                    <a:pt x="12717" y="137401"/>
                    <a:pt x="210" y="158054"/>
                    <a:pt x="210" y="160590"/>
                  </a:cubicBezTo>
                  <a:cubicBezTo>
                    <a:pt x="210" y="164213"/>
                    <a:pt x="3783" y="164213"/>
                    <a:pt x="4498" y="164213"/>
                  </a:cubicBezTo>
                  <a:cubicBezTo>
                    <a:pt x="7357" y="164213"/>
                    <a:pt x="8071" y="163488"/>
                    <a:pt x="10215" y="159503"/>
                  </a:cubicBezTo>
                  <a:cubicBezTo>
                    <a:pt x="18434" y="146822"/>
                    <a:pt x="29154" y="137039"/>
                    <a:pt x="40588" y="137039"/>
                  </a:cubicBezTo>
                  <a:cubicBezTo>
                    <a:pt x="48806" y="137039"/>
                    <a:pt x="52380" y="140300"/>
                    <a:pt x="61313" y="150807"/>
                  </a:cubicBezTo>
                  <a:cubicBezTo>
                    <a:pt x="67387" y="158416"/>
                    <a:pt x="73819" y="164213"/>
                    <a:pt x="84182" y="164213"/>
                  </a:cubicBezTo>
                  <a:cubicBezTo>
                    <a:pt x="119557" y="164213"/>
                    <a:pt x="140282" y="118198"/>
                    <a:pt x="140282" y="108415"/>
                  </a:cubicBezTo>
                  <a:cubicBezTo>
                    <a:pt x="140282" y="106604"/>
                    <a:pt x="138853" y="104792"/>
                    <a:pt x="135994" y="104792"/>
                  </a:cubicBezTo>
                  <a:cubicBezTo>
                    <a:pt x="132778" y="104792"/>
                    <a:pt x="132063" y="106966"/>
                    <a:pt x="130991" y="109502"/>
                  </a:cubicBezTo>
                  <a:cubicBezTo>
                    <a:pt x="122773" y="133053"/>
                    <a:pt x="99904" y="139937"/>
                    <a:pt x="88112" y="139937"/>
                  </a:cubicBezTo>
                  <a:cubicBezTo>
                    <a:pt x="80966" y="139937"/>
                    <a:pt x="74534" y="137763"/>
                    <a:pt x="67030" y="135227"/>
                  </a:cubicBezTo>
                  <a:cubicBezTo>
                    <a:pt x="54881" y="130517"/>
                    <a:pt x="49521" y="129068"/>
                    <a:pt x="42017" y="129068"/>
                  </a:cubicBezTo>
                  <a:cubicBezTo>
                    <a:pt x="41303" y="129068"/>
                    <a:pt x="35585" y="129068"/>
                    <a:pt x="32370" y="130155"/>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1" name="Freeform: Shape 120">
              <a:extLst>
                <a:ext uri="{FF2B5EF4-FFF2-40B4-BE49-F238E27FC236}">
                  <a16:creationId xmlns:a16="http://schemas.microsoft.com/office/drawing/2014/main" id="{5972868D-E22B-9278-3BBE-324B05E90CC5}"/>
                </a:ext>
              </a:extLst>
            </p:cNvPr>
            <p:cNvSpPr/>
            <p:nvPr/>
          </p:nvSpPr>
          <p:spPr>
            <a:xfrm>
              <a:off x="9870279" y="5620091"/>
              <a:ext cx="402736" cy="14492"/>
            </a:xfrm>
            <a:custGeom>
              <a:avLst/>
              <a:gdLst>
                <a:gd name="connsiteX0" fmla="*/ 0 w 402736"/>
                <a:gd name="connsiteY0" fmla="*/ 0 h 14492"/>
                <a:gd name="connsiteX1" fmla="*/ 402736 w 402736"/>
                <a:gd name="connsiteY1" fmla="*/ 0 h 14492"/>
                <a:gd name="connsiteX2" fmla="*/ 402736 w 402736"/>
                <a:gd name="connsiteY2" fmla="*/ 14492 h 14492"/>
                <a:gd name="connsiteX3" fmla="*/ 0 w 402736"/>
                <a:gd name="connsiteY3" fmla="*/ 14492 h 14492"/>
              </a:gdLst>
              <a:ahLst/>
              <a:cxnLst>
                <a:cxn ang="0">
                  <a:pos x="connsiteX0" y="connsiteY0"/>
                </a:cxn>
                <a:cxn ang="0">
                  <a:pos x="connsiteX1" y="connsiteY1"/>
                </a:cxn>
                <a:cxn ang="0">
                  <a:pos x="connsiteX2" y="connsiteY2"/>
                </a:cxn>
                <a:cxn ang="0">
                  <a:pos x="connsiteX3" y="connsiteY3"/>
                </a:cxn>
              </a:cxnLst>
              <a:rect l="l" t="t" r="r" b="b"/>
              <a:pathLst>
                <a:path w="402736" h="14492">
                  <a:moveTo>
                    <a:pt x="0" y="0"/>
                  </a:moveTo>
                  <a:lnTo>
                    <a:pt x="402736" y="0"/>
                  </a:lnTo>
                  <a:lnTo>
                    <a:pt x="402736" y="14492"/>
                  </a:lnTo>
                  <a:lnTo>
                    <a:pt x="0" y="14492"/>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2" name="Freeform: Shape 121">
              <a:extLst>
                <a:ext uri="{FF2B5EF4-FFF2-40B4-BE49-F238E27FC236}">
                  <a16:creationId xmlns:a16="http://schemas.microsoft.com/office/drawing/2014/main" id="{429C70F3-5513-7789-DD28-A56B8A148188}"/>
                </a:ext>
              </a:extLst>
            </p:cNvPr>
            <p:cNvSpPr/>
            <p:nvPr/>
          </p:nvSpPr>
          <p:spPr>
            <a:xfrm>
              <a:off x="9882428" y="5715001"/>
              <a:ext cx="176161" cy="255437"/>
            </a:xfrm>
            <a:custGeom>
              <a:avLst/>
              <a:gdLst>
                <a:gd name="connsiteX0" fmla="*/ 123839 w 176161"/>
                <a:gd name="connsiteY0" fmla="*/ 231619 h 255437"/>
                <a:gd name="connsiteX1" fmla="*/ 123839 w 176161"/>
                <a:gd name="connsiteY1" fmla="*/ 255532 h 255437"/>
                <a:gd name="connsiteX2" fmla="*/ 176366 w 176161"/>
                <a:gd name="connsiteY2" fmla="*/ 251546 h 255437"/>
                <a:gd name="connsiteX3" fmla="*/ 176366 w 176161"/>
                <a:gd name="connsiteY3" fmla="*/ 240314 h 255437"/>
                <a:gd name="connsiteX4" fmla="*/ 148494 w 176161"/>
                <a:gd name="connsiteY4" fmla="*/ 220024 h 255437"/>
                <a:gd name="connsiteX5" fmla="*/ 148494 w 176161"/>
                <a:gd name="connsiteY5" fmla="*/ 94 h 255437"/>
                <a:gd name="connsiteX6" fmla="*/ 97040 w 176161"/>
                <a:gd name="connsiteY6" fmla="*/ 4080 h 255437"/>
                <a:gd name="connsiteX7" fmla="*/ 97040 w 176161"/>
                <a:gd name="connsiteY7" fmla="*/ 15312 h 255437"/>
                <a:gd name="connsiteX8" fmla="*/ 124911 w 176161"/>
                <a:gd name="connsiteY8" fmla="*/ 35602 h 255437"/>
                <a:gd name="connsiteX9" fmla="*/ 124911 w 176161"/>
                <a:gd name="connsiteY9" fmla="*/ 113864 h 255437"/>
                <a:gd name="connsiteX10" fmla="*/ 79888 w 176161"/>
                <a:gd name="connsiteY10" fmla="*/ 91400 h 255437"/>
                <a:gd name="connsiteX11" fmla="*/ 204 w 176161"/>
                <a:gd name="connsiteY11" fmla="*/ 173647 h 255437"/>
                <a:gd name="connsiteX12" fmla="*/ 75957 w 176161"/>
                <a:gd name="connsiteY12" fmla="*/ 255532 h 255437"/>
                <a:gd name="connsiteX13" fmla="*/ 123839 w 176161"/>
                <a:gd name="connsiteY13" fmla="*/ 231619 h 255437"/>
                <a:gd name="connsiteX14" fmla="*/ 123839 w 176161"/>
                <a:gd name="connsiteY14" fmla="*/ 134516 h 255437"/>
                <a:gd name="connsiteX15" fmla="*/ 123839 w 176161"/>
                <a:gd name="connsiteY15" fmla="*/ 208792 h 255437"/>
                <a:gd name="connsiteX16" fmla="*/ 119908 w 176161"/>
                <a:gd name="connsiteY16" fmla="*/ 222198 h 255437"/>
                <a:gd name="connsiteX17" fmla="*/ 77744 w 176161"/>
                <a:gd name="connsiteY17" fmla="*/ 247561 h 255437"/>
                <a:gd name="connsiteX18" fmla="*/ 40225 w 176161"/>
                <a:gd name="connsiteY18" fmla="*/ 224372 h 255437"/>
                <a:gd name="connsiteX19" fmla="*/ 29862 w 176161"/>
                <a:gd name="connsiteY19" fmla="*/ 174009 h 255437"/>
                <a:gd name="connsiteX20" fmla="*/ 40939 w 176161"/>
                <a:gd name="connsiteY20" fmla="*/ 122559 h 255437"/>
                <a:gd name="connsiteX21" fmla="*/ 81317 w 176161"/>
                <a:gd name="connsiteY21" fmla="*/ 99371 h 255437"/>
                <a:gd name="connsiteX22" fmla="*/ 119908 w 176161"/>
                <a:gd name="connsiteY22" fmla="*/ 121110 h 255437"/>
                <a:gd name="connsiteX23" fmla="*/ 123839 w 176161"/>
                <a:gd name="connsiteY23" fmla="*/ 134516 h 2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161" h="255437">
                  <a:moveTo>
                    <a:pt x="123839" y="231619"/>
                  </a:moveTo>
                  <a:lnTo>
                    <a:pt x="123839" y="255532"/>
                  </a:lnTo>
                  <a:lnTo>
                    <a:pt x="176366" y="251546"/>
                  </a:lnTo>
                  <a:lnTo>
                    <a:pt x="176366" y="240314"/>
                  </a:lnTo>
                  <a:cubicBezTo>
                    <a:pt x="151353" y="240314"/>
                    <a:pt x="148494" y="237778"/>
                    <a:pt x="148494" y="220024"/>
                  </a:cubicBezTo>
                  <a:lnTo>
                    <a:pt x="148494" y="94"/>
                  </a:lnTo>
                  <a:lnTo>
                    <a:pt x="97040" y="4080"/>
                  </a:lnTo>
                  <a:lnTo>
                    <a:pt x="97040" y="15312"/>
                  </a:lnTo>
                  <a:cubicBezTo>
                    <a:pt x="122052" y="15312"/>
                    <a:pt x="124911" y="17848"/>
                    <a:pt x="124911" y="35602"/>
                  </a:cubicBezTo>
                  <a:lnTo>
                    <a:pt x="124911" y="113864"/>
                  </a:lnTo>
                  <a:cubicBezTo>
                    <a:pt x="114549" y="100820"/>
                    <a:pt x="99184" y="91400"/>
                    <a:pt x="79888" y="91400"/>
                  </a:cubicBezTo>
                  <a:cubicBezTo>
                    <a:pt x="37724" y="91400"/>
                    <a:pt x="204" y="126907"/>
                    <a:pt x="204" y="173647"/>
                  </a:cubicBezTo>
                  <a:cubicBezTo>
                    <a:pt x="204" y="219662"/>
                    <a:pt x="35222" y="255532"/>
                    <a:pt x="75957" y="255532"/>
                  </a:cubicBezTo>
                  <a:cubicBezTo>
                    <a:pt x="98826" y="255532"/>
                    <a:pt x="114906" y="243213"/>
                    <a:pt x="123839" y="231619"/>
                  </a:cubicBezTo>
                  <a:close/>
                  <a:moveTo>
                    <a:pt x="123839" y="134516"/>
                  </a:moveTo>
                  <a:lnTo>
                    <a:pt x="123839" y="208792"/>
                  </a:lnTo>
                  <a:cubicBezTo>
                    <a:pt x="123839" y="215314"/>
                    <a:pt x="123839" y="216039"/>
                    <a:pt x="119908" y="222198"/>
                  </a:cubicBezTo>
                  <a:cubicBezTo>
                    <a:pt x="109189" y="239590"/>
                    <a:pt x="93109" y="247561"/>
                    <a:pt x="77744" y="247561"/>
                  </a:cubicBezTo>
                  <a:cubicBezTo>
                    <a:pt x="61664" y="247561"/>
                    <a:pt x="48801" y="238140"/>
                    <a:pt x="40225" y="224372"/>
                  </a:cubicBezTo>
                  <a:cubicBezTo>
                    <a:pt x="30934" y="209517"/>
                    <a:pt x="29862" y="188865"/>
                    <a:pt x="29862" y="174009"/>
                  </a:cubicBezTo>
                  <a:cubicBezTo>
                    <a:pt x="29862" y="160603"/>
                    <a:pt x="30577" y="138864"/>
                    <a:pt x="40939" y="122559"/>
                  </a:cubicBezTo>
                  <a:cubicBezTo>
                    <a:pt x="48443" y="111327"/>
                    <a:pt x="62022" y="99371"/>
                    <a:pt x="81317" y="99371"/>
                  </a:cubicBezTo>
                  <a:cubicBezTo>
                    <a:pt x="93824" y="99371"/>
                    <a:pt x="108831" y="104806"/>
                    <a:pt x="119908" y="121110"/>
                  </a:cubicBezTo>
                  <a:cubicBezTo>
                    <a:pt x="123839" y="127270"/>
                    <a:pt x="123839" y="127994"/>
                    <a:pt x="123839" y="134516"/>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3" name="Freeform: Shape 122">
              <a:extLst>
                <a:ext uri="{FF2B5EF4-FFF2-40B4-BE49-F238E27FC236}">
                  <a16:creationId xmlns:a16="http://schemas.microsoft.com/office/drawing/2014/main" id="{A610B365-9A81-8EE9-E51C-49504523A553}"/>
                </a:ext>
              </a:extLst>
            </p:cNvPr>
            <p:cNvSpPr/>
            <p:nvPr/>
          </p:nvSpPr>
          <p:spPr>
            <a:xfrm>
              <a:off x="10079157" y="5806307"/>
              <a:ext cx="177948" cy="164132"/>
            </a:xfrm>
            <a:custGeom>
              <a:avLst/>
              <a:gdLst>
                <a:gd name="connsiteX0" fmla="*/ 109194 w 177948"/>
                <a:gd name="connsiteY0" fmla="*/ 50819 h 164132"/>
                <a:gd name="connsiteX1" fmla="*/ 144569 w 177948"/>
                <a:gd name="connsiteY1" fmla="*/ 8065 h 164132"/>
                <a:gd name="connsiteX2" fmla="*/ 162436 w 177948"/>
                <a:gd name="connsiteY2" fmla="*/ 12776 h 164132"/>
                <a:gd name="connsiteX3" fmla="*/ 145284 w 177948"/>
                <a:gd name="connsiteY3" fmla="*/ 32341 h 164132"/>
                <a:gd name="connsiteX4" fmla="*/ 158862 w 177948"/>
                <a:gd name="connsiteY4" fmla="*/ 45022 h 164132"/>
                <a:gd name="connsiteX5" fmla="*/ 178158 w 177948"/>
                <a:gd name="connsiteY5" fmla="*/ 24008 h 164132"/>
                <a:gd name="connsiteX6" fmla="*/ 144927 w 177948"/>
                <a:gd name="connsiteY6" fmla="*/ 94 h 164132"/>
                <a:gd name="connsiteX7" fmla="*/ 107408 w 177948"/>
                <a:gd name="connsiteY7" fmla="*/ 27631 h 164132"/>
                <a:gd name="connsiteX8" fmla="*/ 68816 w 177948"/>
                <a:gd name="connsiteY8" fmla="*/ 94 h 164132"/>
                <a:gd name="connsiteX9" fmla="*/ 11287 w 177948"/>
                <a:gd name="connsiteY9" fmla="*/ 55892 h 164132"/>
                <a:gd name="connsiteX10" fmla="*/ 15575 w 177948"/>
                <a:gd name="connsiteY10" fmla="*/ 59515 h 164132"/>
                <a:gd name="connsiteX11" fmla="*/ 20220 w 177948"/>
                <a:gd name="connsiteY11" fmla="*/ 55530 h 164132"/>
                <a:gd name="connsiteX12" fmla="*/ 68102 w 177948"/>
                <a:gd name="connsiteY12" fmla="*/ 8065 h 164132"/>
                <a:gd name="connsiteX13" fmla="*/ 87397 w 177948"/>
                <a:gd name="connsiteY13" fmla="*/ 32341 h 164132"/>
                <a:gd name="connsiteX14" fmla="*/ 68102 w 177948"/>
                <a:gd name="connsiteY14" fmla="*/ 118574 h 164132"/>
                <a:gd name="connsiteX15" fmla="*/ 34156 w 177948"/>
                <a:gd name="connsiteY15" fmla="*/ 156255 h 164132"/>
                <a:gd name="connsiteX16" fmla="*/ 16290 w 177948"/>
                <a:gd name="connsiteY16" fmla="*/ 151545 h 164132"/>
                <a:gd name="connsiteX17" fmla="*/ 33084 w 177948"/>
                <a:gd name="connsiteY17" fmla="*/ 131980 h 164132"/>
                <a:gd name="connsiteX18" fmla="*/ 19863 w 177948"/>
                <a:gd name="connsiteY18" fmla="*/ 119299 h 164132"/>
                <a:gd name="connsiteX19" fmla="*/ 210 w 177948"/>
                <a:gd name="connsiteY19" fmla="*/ 140313 h 164132"/>
                <a:gd name="connsiteX20" fmla="*/ 33799 w 177948"/>
                <a:gd name="connsiteY20" fmla="*/ 164227 h 164132"/>
                <a:gd name="connsiteX21" fmla="*/ 71318 w 177948"/>
                <a:gd name="connsiteY21" fmla="*/ 136690 h 164132"/>
                <a:gd name="connsiteX22" fmla="*/ 109909 w 177948"/>
                <a:gd name="connsiteY22" fmla="*/ 164227 h 164132"/>
                <a:gd name="connsiteX23" fmla="*/ 167081 w 177948"/>
                <a:gd name="connsiteY23" fmla="*/ 108429 h 164132"/>
                <a:gd name="connsiteX24" fmla="*/ 162793 w 177948"/>
                <a:gd name="connsiteY24" fmla="*/ 104806 h 164132"/>
                <a:gd name="connsiteX25" fmla="*/ 158148 w 177948"/>
                <a:gd name="connsiteY25" fmla="*/ 108791 h 164132"/>
                <a:gd name="connsiteX26" fmla="*/ 110623 w 177948"/>
                <a:gd name="connsiteY26" fmla="*/ 156255 h 164132"/>
                <a:gd name="connsiteX27" fmla="*/ 90971 w 177948"/>
                <a:gd name="connsiteY27" fmla="*/ 132342 h 164132"/>
                <a:gd name="connsiteX28" fmla="*/ 97045 w 177948"/>
                <a:gd name="connsiteY28" fmla="*/ 100458 h 164132"/>
                <a:gd name="connsiteX29" fmla="*/ 109194 w 177948"/>
                <a:gd name="connsiteY29" fmla="*/ 50819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7948" h="164132">
                  <a:moveTo>
                    <a:pt x="109194" y="50819"/>
                  </a:moveTo>
                  <a:cubicBezTo>
                    <a:pt x="111338" y="41399"/>
                    <a:pt x="119557" y="8065"/>
                    <a:pt x="144569" y="8065"/>
                  </a:cubicBezTo>
                  <a:cubicBezTo>
                    <a:pt x="146356" y="8065"/>
                    <a:pt x="154932" y="8065"/>
                    <a:pt x="162436" y="12776"/>
                  </a:cubicBezTo>
                  <a:cubicBezTo>
                    <a:pt x="152431" y="14587"/>
                    <a:pt x="145284" y="23645"/>
                    <a:pt x="145284" y="32341"/>
                  </a:cubicBezTo>
                  <a:cubicBezTo>
                    <a:pt x="145284" y="38138"/>
                    <a:pt x="149215" y="45022"/>
                    <a:pt x="158862" y="45022"/>
                  </a:cubicBezTo>
                  <a:cubicBezTo>
                    <a:pt x="166724" y="45022"/>
                    <a:pt x="178158" y="38500"/>
                    <a:pt x="178158" y="24008"/>
                  </a:cubicBezTo>
                  <a:cubicBezTo>
                    <a:pt x="178158" y="5167"/>
                    <a:pt x="157076" y="94"/>
                    <a:pt x="144927" y="94"/>
                  </a:cubicBezTo>
                  <a:cubicBezTo>
                    <a:pt x="124202" y="94"/>
                    <a:pt x="111695" y="19297"/>
                    <a:pt x="107408" y="27631"/>
                  </a:cubicBezTo>
                  <a:cubicBezTo>
                    <a:pt x="98474" y="3717"/>
                    <a:pt x="79179" y="94"/>
                    <a:pt x="68816" y="94"/>
                  </a:cubicBezTo>
                  <a:cubicBezTo>
                    <a:pt x="31655" y="94"/>
                    <a:pt x="11287" y="46834"/>
                    <a:pt x="11287" y="55892"/>
                  </a:cubicBezTo>
                  <a:cubicBezTo>
                    <a:pt x="11287" y="59515"/>
                    <a:pt x="14860" y="59515"/>
                    <a:pt x="15575" y="59515"/>
                  </a:cubicBezTo>
                  <a:cubicBezTo>
                    <a:pt x="18433" y="59515"/>
                    <a:pt x="19505" y="58791"/>
                    <a:pt x="20220" y="55530"/>
                  </a:cubicBezTo>
                  <a:cubicBezTo>
                    <a:pt x="32369" y="17123"/>
                    <a:pt x="55953" y="8065"/>
                    <a:pt x="68102" y="8065"/>
                  </a:cubicBezTo>
                  <a:cubicBezTo>
                    <a:pt x="74891" y="8065"/>
                    <a:pt x="87397" y="11326"/>
                    <a:pt x="87397" y="32341"/>
                  </a:cubicBezTo>
                  <a:cubicBezTo>
                    <a:pt x="87397" y="43573"/>
                    <a:pt x="81323" y="67849"/>
                    <a:pt x="68102" y="118574"/>
                  </a:cubicBezTo>
                  <a:cubicBezTo>
                    <a:pt x="62385" y="141038"/>
                    <a:pt x="49878" y="156255"/>
                    <a:pt x="34156" y="156255"/>
                  </a:cubicBezTo>
                  <a:cubicBezTo>
                    <a:pt x="32012" y="156255"/>
                    <a:pt x="23793" y="156255"/>
                    <a:pt x="16290" y="151545"/>
                  </a:cubicBezTo>
                  <a:cubicBezTo>
                    <a:pt x="25223" y="149734"/>
                    <a:pt x="33084" y="142125"/>
                    <a:pt x="33084" y="131980"/>
                  </a:cubicBezTo>
                  <a:cubicBezTo>
                    <a:pt x="33084" y="122197"/>
                    <a:pt x="25223" y="119299"/>
                    <a:pt x="19863" y="119299"/>
                  </a:cubicBezTo>
                  <a:cubicBezTo>
                    <a:pt x="9143" y="119299"/>
                    <a:pt x="210" y="128719"/>
                    <a:pt x="210" y="140313"/>
                  </a:cubicBezTo>
                  <a:cubicBezTo>
                    <a:pt x="210" y="156980"/>
                    <a:pt x="18076" y="164227"/>
                    <a:pt x="33799" y="164227"/>
                  </a:cubicBezTo>
                  <a:cubicBezTo>
                    <a:pt x="57382" y="164227"/>
                    <a:pt x="70246" y="138864"/>
                    <a:pt x="71318" y="136690"/>
                  </a:cubicBezTo>
                  <a:cubicBezTo>
                    <a:pt x="75606" y="150096"/>
                    <a:pt x="88469" y="164227"/>
                    <a:pt x="109909" y="164227"/>
                  </a:cubicBezTo>
                  <a:cubicBezTo>
                    <a:pt x="146713" y="164227"/>
                    <a:pt x="167081" y="117487"/>
                    <a:pt x="167081" y="108429"/>
                  </a:cubicBezTo>
                  <a:cubicBezTo>
                    <a:pt x="167081" y="104806"/>
                    <a:pt x="163865" y="104806"/>
                    <a:pt x="162793" y="104806"/>
                  </a:cubicBezTo>
                  <a:cubicBezTo>
                    <a:pt x="159577" y="104806"/>
                    <a:pt x="158862" y="106255"/>
                    <a:pt x="158148" y="108791"/>
                  </a:cubicBezTo>
                  <a:cubicBezTo>
                    <a:pt x="146356" y="147560"/>
                    <a:pt x="122058" y="156255"/>
                    <a:pt x="110623" y="156255"/>
                  </a:cubicBezTo>
                  <a:cubicBezTo>
                    <a:pt x="96688" y="156255"/>
                    <a:pt x="90971" y="144661"/>
                    <a:pt x="90971" y="132342"/>
                  </a:cubicBezTo>
                  <a:cubicBezTo>
                    <a:pt x="90971" y="124371"/>
                    <a:pt x="93115" y="116400"/>
                    <a:pt x="97045" y="100458"/>
                  </a:cubicBezTo>
                  <a:lnTo>
                    <a:pt x="109194" y="50819"/>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4" name="Freeform: Shape 123">
              <a:extLst>
                <a:ext uri="{FF2B5EF4-FFF2-40B4-BE49-F238E27FC236}">
                  <a16:creationId xmlns:a16="http://schemas.microsoft.com/office/drawing/2014/main" id="{9F73F28D-E767-3422-87A7-0C1CE4DDEEDB}"/>
                </a:ext>
              </a:extLst>
            </p:cNvPr>
            <p:cNvSpPr/>
            <p:nvPr/>
          </p:nvSpPr>
          <p:spPr>
            <a:xfrm>
              <a:off x="10435159" y="5584945"/>
              <a:ext cx="237621" cy="84783"/>
            </a:xfrm>
            <a:custGeom>
              <a:avLst/>
              <a:gdLst>
                <a:gd name="connsiteX0" fmla="*/ 225692 w 237621"/>
                <a:gd name="connsiteY0" fmla="*/ 14580 h 84783"/>
                <a:gd name="connsiteX1" fmla="*/ 237841 w 237621"/>
                <a:gd name="connsiteY1" fmla="*/ 7334 h 84783"/>
                <a:gd name="connsiteX2" fmla="*/ 226049 w 237621"/>
                <a:gd name="connsiteY2" fmla="*/ 87 h 84783"/>
                <a:gd name="connsiteX3" fmla="*/ 12011 w 237621"/>
                <a:gd name="connsiteY3" fmla="*/ 87 h 84783"/>
                <a:gd name="connsiteX4" fmla="*/ 220 w 237621"/>
                <a:gd name="connsiteY4" fmla="*/ 7334 h 84783"/>
                <a:gd name="connsiteX5" fmla="*/ 12369 w 237621"/>
                <a:gd name="connsiteY5" fmla="*/ 14580 h 84783"/>
                <a:gd name="connsiteX6" fmla="*/ 225692 w 237621"/>
                <a:gd name="connsiteY6" fmla="*/ 14580 h 84783"/>
                <a:gd name="connsiteX7" fmla="*/ 226049 w 237621"/>
                <a:gd name="connsiteY7" fmla="*/ 84871 h 84783"/>
                <a:gd name="connsiteX8" fmla="*/ 237841 w 237621"/>
                <a:gd name="connsiteY8" fmla="*/ 77625 h 84783"/>
                <a:gd name="connsiteX9" fmla="*/ 225692 w 237621"/>
                <a:gd name="connsiteY9" fmla="*/ 70378 h 84783"/>
                <a:gd name="connsiteX10" fmla="*/ 12369 w 237621"/>
                <a:gd name="connsiteY10" fmla="*/ 70378 h 84783"/>
                <a:gd name="connsiteX11" fmla="*/ 220 w 237621"/>
                <a:gd name="connsiteY11" fmla="*/ 77625 h 84783"/>
                <a:gd name="connsiteX12" fmla="*/ 12011 w 237621"/>
                <a:gd name="connsiteY12" fmla="*/ 84871 h 84783"/>
                <a:gd name="connsiteX13" fmla="*/ 226049 w 237621"/>
                <a:gd name="connsiteY13" fmla="*/ 84871 h 847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7621" h="84783">
                  <a:moveTo>
                    <a:pt x="225692" y="14580"/>
                  </a:moveTo>
                  <a:cubicBezTo>
                    <a:pt x="231052" y="14580"/>
                    <a:pt x="237841" y="14580"/>
                    <a:pt x="237841" y="7334"/>
                  </a:cubicBezTo>
                  <a:cubicBezTo>
                    <a:pt x="237841" y="87"/>
                    <a:pt x="231052" y="87"/>
                    <a:pt x="226049" y="87"/>
                  </a:cubicBezTo>
                  <a:lnTo>
                    <a:pt x="12011" y="87"/>
                  </a:lnTo>
                  <a:cubicBezTo>
                    <a:pt x="7009" y="87"/>
                    <a:pt x="220" y="87"/>
                    <a:pt x="220" y="7334"/>
                  </a:cubicBezTo>
                  <a:cubicBezTo>
                    <a:pt x="220" y="14580"/>
                    <a:pt x="7009" y="14580"/>
                    <a:pt x="12369" y="14580"/>
                  </a:cubicBezTo>
                  <a:lnTo>
                    <a:pt x="225692" y="14580"/>
                  </a:lnTo>
                  <a:close/>
                  <a:moveTo>
                    <a:pt x="226049" y="84871"/>
                  </a:moveTo>
                  <a:cubicBezTo>
                    <a:pt x="231052" y="84871"/>
                    <a:pt x="237841" y="84871"/>
                    <a:pt x="237841" y="77625"/>
                  </a:cubicBezTo>
                  <a:cubicBezTo>
                    <a:pt x="237841" y="70378"/>
                    <a:pt x="231052" y="70378"/>
                    <a:pt x="225692" y="70378"/>
                  </a:cubicBezTo>
                  <a:lnTo>
                    <a:pt x="12369" y="70378"/>
                  </a:lnTo>
                  <a:cubicBezTo>
                    <a:pt x="7009" y="70378"/>
                    <a:pt x="220" y="70378"/>
                    <a:pt x="220" y="77625"/>
                  </a:cubicBezTo>
                  <a:cubicBezTo>
                    <a:pt x="220" y="84871"/>
                    <a:pt x="7009" y="84871"/>
                    <a:pt x="12011" y="84871"/>
                  </a:cubicBezTo>
                  <a:lnTo>
                    <a:pt x="226049" y="84871"/>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5" name="Freeform: Shape 124">
              <a:extLst>
                <a:ext uri="{FF2B5EF4-FFF2-40B4-BE49-F238E27FC236}">
                  <a16:creationId xmlns:a16="http://schemas.microsoft.com/office/drawing/2014/main" id="{E421015F-DEC3-943B-18EE-6797251306CF}"/>
                </a:ext>
              </a:extLst>
            </p:cNvPr>
            <p:cNvSpPr/>
            <p:nvPr/>
          </p:nvSpPr>
          <p:spPr>
            <a:xfrm>
              <a:off x="10850413" y="5221351"/>
              <a:ext cx="176161" cy="255437"/>
            </a:xfrm>
            <a:custGeom>
              <a:avLst/>
              <a:gdLst>
                <a:gd name="connsiteX0" fmla="*/ 123866 w 176161"/>
                <a:gd name="connsiteY0" fmla="*/ 231605 h 255437"/>
                <a:gd name="connsiteX1" fmla="*/ 123866 w 176161"/>
                <a:gd name="connsiteY1" fmla="*/ 255518 h 255437"/>
                <a:gd name="connsiteX2" fmla="*/ 176393 w 176161"/>
                <a:gd name="connsiteY2" fmla="*/ 251533 h 255437"/>
                <a:gd name="connsiteX3" fmla="*/ 176393 w 176161"/>
                <a:gd name="connsiteY3" fmla="*/ 240301 h 255437"/>
                <a:gd name="connsiteX4" fmla="*/ 148521 w 176161"/>
                <a:gd name="connsiteY4" fmla="*/ 220011 h 255437"/>
                <a:gd name="connsiteX5" fmla="*/ 148521 w 176161"/>
                <a:gd name="connsiteY5" fmla="*/ 81 h 255437"/>
                <a:gd name="connsiteX6" fmla="*/ 97067 w 176161"/>
                <a:gd name="connsiteY6" fmla="*/ 4066 h 255437"/>
                <a:gd name="connsiteX7" fmla="*/ 97067 w 176161"/>
                <a:gd name="connsiteY7" fmla="*/ 15298 h 255437"/>
                <a:gd name="connsiteX8" fmla="*/ 124938 w 176161"/>
                <a:gd name="connsiteY8" fmla="*/ 35588 h 255437"/>
                <a:gd name="connsiteX9" fmla="*/ 124938 w 176161"/>
                <a:gd name="connsiteY9" fmla="*/ 113850 h 255437"/>
                <a:gd name="connsiteX10" fmla="*/ 79915 w 176161"/>
                <a:gd name="connsiteY10" fmla="*/ 91386 h 255437"/>
                <a:gd name="connsiteX11" fmla="*/ 231 w 176161"/>
                <a:gd name="connsiteY11" fmla="*/ 173633 h 255437"/>
                <a:gd name="connsiteX12" fmla="*/ 75984 w 176161"/>
                <a:gd name="connsiteY12" fmla="*/ 255518 h 255437"/>
                <a:gd name="connsiteX13" fmla="*/ 123866 w 176161"/>
                <a:gd name="connsiteY13" fmla="*/ 231605 h 255437"/>
                <a:gd name="connsiteX14" fmla="*/ 123866 w 176161"/>
                <a:gd name="connsiteY14" fmla="*/ 134503 h 255437"/>
                <a:gd name="connsiteX15" fmla="*/ 123866 w 176161"/>
                <a:gd name="connsiteY15" fmla="*/ 208779 h 255437"/>
                <a:gd name="connsiteX16" fmla="*/ 119935 w 176161"/>
                <a:gd name="connsiteY16" fmla="*/ 222185 h 255437"/>
                <a:gd name="connsiteX17" fmla="*/ 77771 w 176161"/>
                <a:gd name="connsiteY17" fmla="*/ 247547 h 255437"/>
                <a:gd name="connsiteX18" fmla="*/ 40252 w 176161"/>
                <a:gd name="connsiteY18" fmla="*/ 224359 h 255437"/>
                <a:gd name="connsiteX19" fmla="*/ 29889 w 176161"/>
                <a:gd name="connsiteY19" fmla="*/ 173996 h 255437"/>
                <a:gd name="connsiteX20" fmla="*/ 40966 w 176161"/>
                <a:gd name="connsiteY20" fmla="*/ 122546 h 255437"/>
                <a:gd name="connsiteX21" fmla="*/ 81344 w 176161"/>
                <a:gd name="connsiteY21" fmla="*/ 99357 h 255437"/>
                <a:gd name="connsiteX22" fmla="*/ 119935 w 176161"/>
                <a:gd name="connsiteY22" fmla="*/ 121097 h 255437"/>
                <a:gd name="connsiteX23" fmla="*/ 123866 w 176161"/>
                <a:gd name="connsiteY23" fmla="*/ 134503 h 2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161" h="255437">
                  <a:moveTo>
                    <a:pt x="123866" y="231605"/>
                  </a:moveTo>
                  <a:lnTo>
                    <a:pt x="123866" y="255518"/>
                  </a:lnTo>
                  <a:lnTo>
                    <a:pt x="176393" y="251533"/>
                  </a:lnTo>
                  <a:lnTo>
                    <a:pt x="176393" y="240301"/>
                  </a:lnTo>
                  <a:cubicBezTo>
                    <a:pt x="151380" y="240301"/>
                    <a:pt x="148521" y="237765"/>
                    <a:pt x="148521" y="220011"/>
                  </a:cubicBezTo>
                  <a:lnTo>
                    <a:pt x="148521" y="81"/>
                  </a:lnTo>
                  <a:lnTo>
                    <a:pt x="97067" y="4066"/>
                  </a:lnTo>
                  <a:lnTo>
                    <a:pt x="97067" y="15298"/>
                  </a:lnTo>
                  <a:cubicBezTo>
                    <a:pt x="122079" y="15298"/>
                    <a:pt x="124938" y="17834"/>
                    <a:pt x="124938" y="35588"/>
                  </a:cubicBezTo>
                  <a:lnTo>
                    <a:pt x="124938" y="113850"/>
                  </a:lnTo>
                  <a:cubicBezTo>
                    <a:pt x="114576" y="100806"/>
                    <a:pt x="99211" y="91386"/>
                    <a:pt x="79915" y="91386"/>
                  </a:cubicBezTo>
                  <a:cubicBezTo>
                    <a:pt x="37751" y="91386"/>
                    <a:pt x="231" y="126894"/>
                    <a:pt x="231" y="173633"/>
                  </a:cubicBezTo>
                  <a:cubicBezTo>
                    <a:pt x="231" y="219648"/>
                    <a:pt x="35249" y="255518"/>
                    <a:pt x="75984" y="255518"/>
                  </a:cubicBezTo>
                  <a:cubicBezTo>
                    <a:pt x="98853" y="255518"/>
                    <a:pt x="114933" y="243199"/>
                    <a:pt x="123866" y="231605"/>
                  </a:cubicBezTo>
                  <a:close/>
                  <a:moveTo>
                    <a:pt x="123866" y="134503"/>
                  </a:moveTo>
                  <a:lnTo>
                    <a:pt x="123866" y="208779"/>
                  </a:lnTo>
                  <a:cubicBezTo>
                    <a:pt x="123866" y="215301"/>
                    <a:pt x="123866" y="216025"/>
                    <a:pt x="119935" y="222185"/>
                  </a:cubicBezTo>
                  <a:cubicBezTo>
                    <a:pt x="109216" y="239576"/>
                    <a:pt x="93136" y="247547"/>
                    <a:pt x="77771" y="247547"/>
                  </a:cubicBezTo>
                  <a:cubicBezTo>
                    <a:pt x="61691" y="247547"/>
                    <a:pt x="48828" y="238127"/>
                    <a:pt x="40252" y="224359"/>
                  </a:cubicBezTo>
                  <a:cubicBezTo>
                    <a:pt x="30961" y="209503"/>
                    <a:pt x="29889" y="188851"/>
                    <a:pt x="29889" y="173996"/>
                  </a:cubicBezTo>
                  <a:cubicBezTo>
                    <a:pt x="29889" y="160590"/>
                    <a:pt x="30604" y="138850"/>
                    <a:pt x="40966" y="122546"/>
                  </a:cubicBezTo>
                  <a:cubicBezTo>
                    <a:pt x="48470" y="111314"/>
                    <a:pt x="62049" y="99357"/>
                    <a:pt x="81344" y="99357"/>
                  </a:cubicBezTo>
                  <a:cubicBezTo>
                    <a:pt x="93851" y="99357"/>
                    <a:pt x="108858" y="104792"/>
                    <a:pt x="119935" y="121097"/>
                  </a:cubicBezTo>
                  <a:cubicBezTo>
                    <a:pt x="123866" y="127256"/>
                    <a:pt x="123866" y="127981"/>
                    <a:pt x="123866" y="134503"/>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6" name="Freeform: Shape 125">
              <a:extLst>
                <a:ext uri="{FF2B5EF4-FFF2-40B4-BE49-F238E27FC236}">
                  <a16:creationId xmlns:a16="http://schemas.microsoft.com/office/drawing/2014/main" id="{93A76F52-F9C4-29F3-A38E-C73A93360363}"/>
                </a:ext>
              </a:extLst>
            </p:cNvPr>
            <p:cNvSpPr/>
            <p:nvPr/>
          </p:nvSpPr>
          <p:spPr>
            <a:xfrm>
              <a:off x="11052144" y="5312657"/>
              <a:ext cx="151506" cy="164132"/>
            </a:xfrm>
            <a:custGeom>
              <a:avLst/>
              <a:gdLst>
                <a:gd name="connsiteX0" fmla="*/ 32396 w 151506"/>
                <a:gd name="connsiteY0" fmla="*/ 130155 h 164132"/>
                <a:gd name="connsiteX1" fmla="*/ 74918 w 151506"/>
                <a:gd name="connsiteY1" fmla="*/ 88850 h 164132"/>
                <a:gd name="connsiteX2" fmla="*/ 109936 w 151506"/>
                <a:gd name="connsiteY2" fmla="*/ 56241 h 164132"/>
                <a:gd name="connsiteX3" fmla="*/ 151743 w 151506"/>
                <a:gd name="connsiteY3" fmla="*/ 3704 h 164132"/>
                <a:gd name="connsiteX4" fmla="*/ 147812 w 151506"/>
                <a:gd name="connsiteY4" fmla="*/ 81 h 164132"/>
                <a:gd name="connsiteX5" fmla="*/ 142452 w 151506"/>
                <a:gd name="connsiteY5" fmla="*/ 4066 h 164132"/>
                <a:gd name="connsiteX6" fmla="*/ 115653 w 151506"/>
                <a:gd name="connsiteY6" fmla="*/ 27255 h 164132"/>
                <a:gd name="connsiteX7" fmla="*/ 97429 w 151506"/>
                <a:gd name="connsiteY7" fmla="*/ 15661 h 164132"/>
                <a:gd name="connsiteX8" fmla="*/ 72774 w 151506"/>
                <a:gd name="connsiteY8" fmla="*/ 81 h 164132"/>
                <a:gd name="connsiteX9" fmla="*/ 29538 w 151506"/>
                <a:gd name="connsiteY9" fmla="*/ 41385 h 164132"/>
                <a:gd name="connsiteX10" fmla="*/ 33825 w 151506"/>
                <a:gd name="connsiteY10" fmla="*/ 45371 h 164132"/>
                <a:gd name="connsiteX11" fmla="*/ 38471 w 151506"/>
                <a:gd name="connsiteY11" fmla="*/ 41385 h 164132"/>
                <a:gd name="connsiteX12" fmla="*/ 68843 w 151506"/>
                <a:gd name="connsiteY12" fmla="*/ 24356 h 164132"/>
                <a:gd name="connsiteX13" fmla="*/ 91355 w 151506"/>
                <a:gd name="connsiteY13" fmla="*/ 29791 h 164132"/>
                <a:gd name="connsiteX14" fmla="*/ 118869 w 151506"/>
                <a:gd name="connsiteY14" fmla="*/ 35226 h 164132"/>
                <a:gd name="connsiteX15" fmla="*/ 69201 w 151506"/>
                <a:gd name="connsiteY15" fmla="*/ 82690 h 164132"/>
                <a:gd name="connsiteX16" fmla="*/ 37041 w 151506"/>
                <a:gd name="connsiteY16" fmla="*/ 113125 h 164132"/>
                <a:gd name="connsiteX17" fmla="*/ 237 w 151506"/>
                <a:gd name="connsiteY17" fmla="*/ 160590 h 164132"/>
                <a:gd name="connsiteX18" fmla="*/ 4525 w 151506"/>
                <a:gd name="connsiteY18" fmla="*/ 164213 h 164132"/>
                <a:gd name="connsiteX19" fmla="*/ 10242 w 151506"/>
                <a:gd name="connsiteY19" fmla="*/ 159503 h 164132"/>
                <a:gd name="connsiteX20" fmla="*/ 40615 w 151506"/>
                <a:gd name="connsiteY20" fmla="*/ 137039 h 164132"/>
                <a:gd name="connsiteX21" fmla="*/ 61340 w 151506"/>
                <a:gd name="connsiteY21" fmla="*/ 150807 h 164132"/>
                <a:gd name="connsiteX22" fmla="*/ 84208 w 151506"/>
                <a:gd name="connsiteY22" fmla="*/ 164213 h 164132"/>
                <a:gd name="connsiteX23" fmla="*/ 140308 w 151506"/>
                <a:gd name="connsiteY23" fmla="*/ 108415 h 164132"/>
                <a:gd name="connsiteX24" fmla="*/ 136021 w 151506"/>
                <a:gd name="connsiteY24" fmla="*/ 104792 h 164132"/>
                <a:gd name="connsiteX25" fmla="*/ 131018 w 151506"/>
                <a:gd name="connsiteY25" fmla="*/ 109502 h 164132"/>
                <a:gd name="connsiteX26" fmla="*/ 88139 w 151506"/>
                <a:gd name="connsiteY26" fmla="*/ 139937 h 164132"/>
                <a:gd name="connsiteX27" fmla="*/ 67057 w 151506"/>
                <a:gd name="connsiteY27" fmla="*/ 135227 h 164132"/>
                <a:gd name="connsiteX28" fmla="*/ 42044 w 151506"/>
                <a:gd name="connsiteY28" fmla="*/ 129068 h 164132"/>
                <a:gd name="connsiteX29" fmla="*/ 32396 w 151506"/>
                <a:gd name="connsiteY29" fmla="*/ 130155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51506" h="164132">
                  <a:moveTo>
                    <a:pt x="32396" y="130155"/>
                  </a:moveTo>
                  <a:cubicBezTo>
                    <a:pt x="51692" y="109140"/>
                    <a:pt x="62054" y="100082"/>
                    <a:pt x="74918" y="88850"/>
                  </a:cubicBezTo>
                  <a:cubicBezTo>
                    <a:pt x="74918" y="88487"/>
                    <a:pt x="97072" y="69284"/>
                    <a:pt x="109936" y="56241"/>
                  </a:cubicBezTo>
                  <a:cubicBezTo>
                    <a:pt x="143882" y="22545"/>
                    <a:pt x="151743" y="5153"/>
                    <a:pt x="151743" y="3704"/>
                  </a:cubicBezTo>
                  <a:cubicBezTo>
                    <a:pt x="151743" y="81"/>
                    <a:pt x="148527" y="81"/>
                    <a:pt x="147812" y="81"/>
                  </a:cubicBezTo>
                  <a:cubicBezTo>
                    <a:pt x="145311" y="81"/>
                    <a:pt x="144239" y="805"/>
                    <a:pt x="142452" y="4066"/>
                  </a:cubicBezTo>
                  <a:cubicBezTo>
                    <a:pt x="131733" y="21458"/>
                    <a:pt x="124229" y="27255"/>
                    <a:pt x="115653" y="27255"/>
                  </a:cubicBezTo>
                  <a:cubicBezTo>
                    <a:pt x="107077" y="27255"/>
                    <a:pt x="102789" y="21820"/>
                    <a:pt x="97429" y="15661"/>
                  </a:cubicBezTo>
                  <a:cubicBezTo>
                    <a:pt x="90640" y="7327"/>
                    <a:pt x="84566" y="81"/>
                    <a:pt x="72774" y="81"/>
                  </a:cubicBezTo>
                  <a:cubicBezTo>
                    <a:pt x="45975" y="81"/>
                    <a:pt x="29538" y="33777"/>
                    <a:pt x="29538" y="41385"/>
                  </a:cubicBezTo>
                  <a:cubicBezTo>
                    <a:pt x="29538" y="43197"/>
                    <a:pt x="30610" y="45371"/>
                    <a:pt x="33825" y="45371"/>
                  </a:cubicBezTo>
                  <a:cubicBezTo>
                    <a:pt x="37041" y="45371"/>
                    <a:pt x="37756" y="43559"/>
                    <a:pt x="38471" y="41385"/>
                  </a:cubicBezTo>
                  <a:cubicBezTo>
                    <a:pt x="45260" y="24719"/>
                    <a:pt x="65985" y="24356"/>
                    <a:pt x="68843" y="24356"/>
                  </a:cubicBezTo>
                  <a:cubicBezTo>
                    <a:pt x="76347" y="24356"/>
                    <a:pt x="83136" y="26893"/>
                    <a:pt x="91355" y="29791"/>
                  </a:cubicBezTo>
                  <a:cubicBezTo>
                    <a:pt x="105648" y="35226"/>
                    <a:pt x="109578" y="35226"/>
                    <a:pt x="118869" y="35226"/>
                  </a:cubicBezTo>
                  <a:cubicBezTo>
                    <a:pt x="106005" y="50806"/>
                    <a:pt x="75990" y="76893"/>
                    <a:pt x="69201" y="82690"/>
                  </a:cubicBezTo>
                  <a:lnTo>
                    <a:pt x="37041" y="113125"/>
                  </a:lnTo>
                  <a:cubicBezTo>
                    <a:pt x="12743" y="137401"/>
                    <a:pt x="237" y="158054"/>
                    <a:pt x="237" y="160590"/>
                  </a:cubicBezTo>
                  <a:cubicBezTo>
                    <a:pt x="237" y="164213"/>
                    <a:pt x="3810" y="164213"/>
                    <a:pt x="4525" y="164213"/>
                  </a:cubicBezTo>
                  <a:cubicBezTo>
                    <a:pt x="7383" y="164213"/>
                    <a:pt x="8098" y="163488"/>
                    <a:pt x="10242" y="159503"/>
                  </a:cubicBezTo>
                  <a:cubicBezTo>
                    <a:pt x="18460" y="146822"/>
                    <a:pt x="29180" y="137039"/>
                    <a:pt x="40615" y="137039"/>
                  </a:cubicBezTo>
                  <a:cubicBezTo>
                    <a:pt x="48833" y="137039"/>
                    <a:pt x="52406" y="140300"/>
                    <a:pt x="61340" y="150807"/>
                  </a:cubicBezTo>
                  <a:cubicBezTo>
                    <a:pt x="67414" y="158416"/>
                    <a:pt x="73846" y="164213"/>
                    <a:pt x="84208" y="164213"/>
                  </a:cubicBezTo>
                  <a:cubicBezTo>
                    <a:pt x="119584" y="164213"/>
                    <a:pt x="140308" y="118198"/>
                    <a:pt x="140308" y="108415"/>
                  </a:cubicBezTo>
                  <a:cubicBezTo>
                    <a:pt x="140308" y="106604"/>
                    <a:pt x="138879" y="104792"/>
                    <a:pt x="136021" y="104792"/>
                  </a:cubicBezTo>
                  <a:cubicBezTo>
                    <a:pt x="132805" y="104792"/>
                    <a:pt x="132090" y="106966"/>
                    <a:pt x="131018" y="109502"/>
                  </a:cubicBezTo>
                  <a:cubicBezTo>
                    <a:pt x="122800" y="133053"/>
                    <a:pt x="99931" y="139937"/>
                    <a:pt x="88139" y="139937"/>
                  </a:cubicBezTo>
                  <a:cubicBezTo>
                    <a:pt x="80992" y="139937"/>
                    <a:pt x="74561" y="137763"/>
                    <a:pt x="67057" y="135227"/>
                  </a:cubicBezTo>
                  <a:cubicBezTo>
                    <a:pt x="54908" y="130517"/>
                    <a:pt x="49548" y="129068"/>
                    <a:pt x="42044" y="129068"/>
                  </a:cubicBezTo>
                  <a:cubicBezTo>
                    <a:pt x="41329" y="129068"/>
                    <a:pt x="35612" y="129068"/>
                    <a:pt x="32396" y="130155"/>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7" name="Freeform: Shape 126">
              <a:extLst>
                <a:ext uri="{FF2B5EF4-FFF2-40B4-BE49-F238E27FC236}">
                  <a16:creationId xmlns:a16="http://schemas.microsoft.com/office/drawing/2014/main" id="{A8D70F15-2151-4AB7-60AA-9AB47228366A}"/>
                </a:ext>
              </a:extLst>
            </p:cNvPr>
            <p:cNvSpPr/>
            <p:nvPr/>
          </p:nvSpPr>
          <p:spPr>
            <a:xfrm>
              <a:off x="10835203" y="5620091"/>
              <a:ext cx="386525" cy="14492"/>
            </a:xfrm>
            <a:custGeom>
              <a:avLst/>
              <a:gdLst>
                <a:gd name="connsiteX0" fmla="*/ 0 w 386525"/>
                <a:gd name="connsiteY0" fmla="*/ 0 h 14492"/>
                <a:gd name="connsiteX1" fmla="*/ 386525 w 386525"/>
                <a:gd name="connsiteY1" fmla="*/ 0 h 14492"/>
                <a:gd name="connsiteX2" fmla="*/ 386525 w 386525"/>
                <a:gd name="connsiteY2" fmla="*/ 14492 h 14492"/>
                <a:gd name="connsiteX3" fmla="*/ 0 w 386525"/>
                <a:gd name="connsiteY3" fmla="*/ 14492 h 14492"/>
              </a:gdLst>
              <a:ahLst/>
              <a:cxnLst>
                <a:cxn ang="0">
                  <a:pos x="connsiteX0" y="connsiteY0"/>
                </a:cxn>
                <a:cxn ang="0">
                  <a:pos x="connsiteX1" y="connsiteY1"/>
                </a:cxn>
                <a:cxn ang="0">
                  <a:pos x="connsiteX2" y="connsiteY2"/>
                </a:cxn>
                <a:cxn ang="0">
                  <a:pos x="connsiteX3" y="connsiteY3"/>
                </a:cxn>
              </a:cxnLst>
              <a:rect l="l" t="t" r="r" b="b"/>
              <a:pathLst>
                <a:path w="386525" h="14492">
                  <a:moveTo>
                    <a:pt x="0" y="0"/>
                  </a:moveTo>
                  <a:lnTo>
                    <a:pt x="386525" y="0"/>
                  </a:lnTo>
                  <a:lnTo>
                    <a:pt x="386525" y="14492"/>
                  </a:lnTo>
                  <a:lnTo>
                    <a:pt x="0" y="14492"/>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8" name="Freeform: Shape 127">
              <a:extLst>
                <a:ext uri="{FF2B5EF4-FFF2-40B4-BE49-F238E27FC236}">
                  <a16:creationId xmlns:a16="http://schemas.microsoft.com/office/drawing/2014/main" id="{8094D26D-4792-FD07-D6F0-35942086CE29}"/>
                </a:ext>
              </a:extLst>
            </p:cNvPr>
            <p:cNvSpPr/>
            <p:nvPr/>
          </p:nvSpPr>
          <p:spPr>
            <a:xfrm>
              <a:off x="10847353" y="5715001"/>
              <a:ext cx="176161" cy="255437"/>
            </a:xfrm>
            <a:custGeom>
              <a:avLst/>
              <a:gdLst>
                <a:gd name="connsiteX0" fmla="*/ 123866 w 176161"/>
                <a:gd name="connsiteY0" fmla="*/ 231619 h 255437"/>
                <a:gd name="connsiteX1" fmla="*/ 123866 w 176161"/>
                <a:gd name="connsiteY1" fmla="*/ 255532 h 255437"/>
                <a:gd name="connsiteX2" fmla="*/ 176393 w 176161"/>
                <a:gd name="connsiteY2" fmla="*/ 251546 h 255437"/>
                <a:gd name="connsiteX3" fmla="*/ 176393 w 176161"/>
                <a:gd name="connsiteY3" fmla="*/ 240314 h 255437"/>
                <a:gd name="connsiteX4" fmla="*/ 148521 w 176161"/>
                <a:gd name="connsiteY4" fmla="*/ 220024 h 255437"/>
                <a:gd name="connsiteX5" fmla="*/ 148521 w 176161"/>
                <a:gd name="connsiteY5" fmla="*/ 94 h 255437"/>
                <a:gd name="connsiteX6" fmla="*/ 97066 w 176161"/>
                <a:gd name="connsiteY6" fmla="*/ 4080 h 255437"/>
                <a:gd name="connsiteX7" fmla="*/ 97066 w 176161"/>
                <a:gd name="connsiteY7" fmla="*/ 15312 h 255437"/>
                <a:gd name="connsiteX8" fmla="*/ 124938 w 176161"/>
                <a:gd name="connsiteY8" fmla="*/ 35602 h 255437"/>
                <a:gd name="connsiteX9" fmla="*/ 124938 w 176161"/>
                <a:gd name="connsiteY9" fmla="*/ 113864 h 255437"/>
                <a:gd name="connsiteX10" fmla="*/ 79915 w 176161"/>
                <a:gd name="connsiteY10" fmla="*/ 91400 h 255437"/>
                <a:gd name="connsiteX11" fmla="*/ 231 w 176161"/>
                <a:gd name="connsiteY11" fmla="*/ 173647 h 255437"/>
                <a:gd name="connsiteX12" fmla="*/ 75984 w 176161"/>
                <a:gd name="connsiteY12" fmla="*/ 255532 h 255437"/>
                <a:gd name="connsiteX13" fmla="*/ 123866 w 176161"/>
                <a:gd name="connsiteY13" fmla="*/ 231619 h 255437"/>
                <a:gd name="connsiteX14" fmla="*/ 123866 w 176161"/>
                <a:gd name="connsiteY14" fmla="*/ 134516 h 255437"/>
                <a:gd name="connsiteX15" fmla="*/ 123866 w 176161"/>
                <a:gd name="connsiteY15" fmla="*/ 208792 h 255437"/>
                <a:gd name="connsiteX16" fmla="*/ 119935 w 176161"/>
                <a:gd name="connsiteY16" fmla="*/ 222198 h 255437"/>
                <a:gd name="connsiteX17" fmla="*/ 77771 w 176161"/>
                <a:gd name="connsiteY17" fmla="*/ 247561 h 255437"/>
                <a:gd name="connsiteX18" fmla="*/ 40252 w 176161"/>
                <a:gd name="connsiteY18" fmla="*/ 224372 h 255437"/>
                <a:gd name="connsiteX19" fmla="*/ 29889 w 176161"/>
                <a:gd name="connsiteY19" fmla="*/ 174009 h 255437"/>
                <a:gd name="connsiteX20" fmla="*/ 40966 w 176161"/>
                <a:gd name="connsiteY20" fmla="*/ 122559 h 255437"/>
                <a:gd name="connsiteX21" fmla="*/ 81344 w 176161"/>
                <a:gd name="connsiteY21" fmla="*/ 99371 h 255437"/>
                <a:gd name="connsiteX22" fmla="*/ 119935 w 176161"/>
                <a:gd name="connsiteY22" fmla="*/ 121110 h 255437"/>
                <a:gd name="connsiteX23" fmla="*/ 123866 w 176161"/>
                <a:gd name="connsiteY23" fmla="*/ 134516 h 2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161" h="255437">
                  <a:moveTo>
                    <a:pt x="123866" y="231619"/>
                  </a:moveTo>
                  <a:lnTo>
                    <a:pt x="123866" y="255532"/>
                  </a:lnTo>
                  <a:lnTo>
                    <a:pt x="176393" y="251546"/>
                  </a:lnTo>
                  <a:lnTo>
                    <a:pt x="176393" y="240314"/>
                  </a:lnTo>
                  <a:cubicBezTo>
                    <a:pt x="151380" y="240314"/>
                    <a:pt x="148521" y="237778"/>
                    <a:pt x="148521" y="220024"/>
                  </a:cubicBezTo>
                  <a:lnTo>
                    <a:pt x="148521" y="94"/>
                  </a:lnTo>
                  <a:lnTo>
                    <a:pt x="97066" y="4080"/>
                  </a:lnTo>
                  <a:lnTo>
                    <a:pt x="97066" y="15312"/>
                  </a:lnTo>
                  <a:cubicBezTo>
                    <a:pt x="122079" y="15312"/>
                    <a:pt x="124938" y="17848"/>
                    <a:pt x="124938" y="35602"/>
                  </a:cubicBezTo>
                  <a:lnTo>
                    <a:pt x="124938" y="113864"/>
                  </a:lnTo>
                  <a:cubicBezTo>
                    <a:pt x="114575" y="100820"/>
                    <a:pt x="99210" y="91400"/>
                    <a:pt x="79915" y="91400"/>
                  </a:cubicBezTo>
                  <a:cubicBezTo>
                    <a:pt x="37750" y="91400"/>
                    <a:pt x="231" y="126907"/>
                    <a:pt x="231" y="173647"/>
                  </a:cubicBezTo>
                  <a:cubicBezTo>
                    <a:pt x="231" y="219662"/>
                    <a:pt x="35249" y="255532"/>
                    <a:pt x="75984" y="255532"/>
                  </a:cubicBezTo>
                  <a:cubicBezTo>
                    <a:pt x="98853" y="255532"/>
                    <a:pt x="114933" y="243213"/>
                    <a:pt x="123866" y="231619"/>
                  </a:cubicBezTo>
                  <a:close/>
                  <a:moveTo>
                    <a:pt x="123866" y="134516"/>
                  </a:moveTo>
                  <a:lnTo>
                    <a:pt x="123866" y="208792"/>
                  </a:lnTo>
                  <a:cubicBezTo>
                    <a:pt x="123866" y="215314"/>
                    <a:pt x="123866" y="216039"/>
                    <a:pt x="119935" y="222198"/>
                  </a:cubicBezTo>
                  <a:cubicBezTo>
                    <a:pt x="109216" y="239590"/>
                    <a:pt x="93136" y="247561"/>
                    <a:pt x="77771" y="247561"/>
                  </a:cubicBezTo>
                  <a:cubicBezTo>
                    <a:pt x="61691" y="247561"/>
                    <a:pt x="48828" y="238140"/>
                    <a:pt x="40252" y="224372"/>
                  </a:cubicBezTo>
                  <a:cubicBezTo>
                    <a:pt x="30961" y="209517"/>
                    <a:pt x="29889" y="188865"/>
                    <a:pt x="29889" y="174009"/>
                  </a:cubicBezTo>
                  <a:cubicBezTo>
                    <a:pt x="29889" y="160603"/>
                    <a:pt x="30604" y="138864"/>
                    <a:pt x="40966" y="122559"/>
                  </a:cubicBezTo>
                  <a:cubicBezTo>
                    <a:pt x="48470" y="111327"/>
                    <a:pt x="62049" y="99371"/>
                    <a:pt x="81344" y="99371"/>
                  </a:cubicBezTo>
                  <a:cubicBezTo>
                    <a:pt x="93851" y="99371"/>
                    <a:pt x="108858" y="104806"/>
                    <a:pt x="119935" y="121110"/>
                  </a:cubicBezTo>
                  <a:cubicBezTo>
                    <a:pt x="123866" y="127270"/>
                    <a:pt x="123866" y="127994"/>
                    <a:pt x="123866" y="134516"/>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9" name="Freeform: Shape 128">
              <a:extLst>
                <a:ext uri="{FF2B5EF4-FFF2-40B4-BE49-F238E27FC236}">
                  <a16:creationId xmlns:a16="http://schemas.microsoft.com/office/drawing/2014/main" id="{22836ADC-949F-30B4-EFF4-6B36747EA7F6}"/>
                </a:ext>
              </a:extLst>
            </p:cNvPr>
            <p:cNvSpPr/>
            <p:nvPr/>
          </p:nvSpPr>
          <p:spPr>
            <a:xfrm>
              <a:off x="11044081" y="5806307"/>
              <a:ext cx="164727" cy="234423"/>
            </a:xfrm>
            <a:custGeom>
              <a:avLst/>
              <a:gdLst>
                <a:gd name="connsiteX0" fmla="*/ 163535 w 164727"/>
                <a:gd name="connsiteY0" fmla="*/ 22196 h 234423"/>
                <a:gd name="connsiteX1" fmla="*/ 164964 w 164727"/>
                <a:gd name="connsiteY1" fmla="*/ 13862 h 234423"/>
                <a:gd name="connsiteX2" fmla="*/ 154601 w 164727"/>
                <a:gd name="connsiteY2" fmla="*/ 4080 h 234423"/>
                <a:gd name="connsiteX3" fmla="*/ 142095 w 164727"/>
                <a:gd name="connsiteY3" fmla="*/ 11689 h 234423"/>
                <a:gd name="connsiteX4" fmla="*/ 137093 w 164727"/>
                <a:gd name="connsiteY4" fmla="*/ 31254 h 234423"/>
                <a:gd name="connsiteX5" fmla="*/ 129946 w 164727"/>
                <a:gd name="connsiteY5" fmla="*/ 60240 h 234423"/>
                <a:gd name="connsiteX6" fmla="*/ 113866 w 164727"/>
                <a:gd name="connsiteY6" fmla="*/ 125458 h 234423"/>
                <a:gd name="connsiteX7" fmla="*/ 73489 w 164727"/>
                <a:gd name="connsiteY7" fmla="*/ 156255 h 234423"/>
                <a:gd name="connsiteX8" fmla="*/ 51334 w 164727"/>
                <a:gd name="connsiteY8" fmla="*/ 126907 h 234423"/>
                <a:gd name="connsiteX9" fmla="*/ 69558 w 164727"/>
                <a:gd name="connsiteY9" fmla="*/ 55892 h 234423"/>
                <a:gd name="connsiteX10" fmla="*/ 76704 w 164727"/>
                <a:gd name="connsiteY10" fmla="*/ 29805 h 234423"/>
                <a:gd name="connsiteX11" fmla="*/ 47404 w 164727"/>
                <a:gd name="connsiteY11" fmla="*/ 94 h 234423"/>
                <a:gd name="connsiteX12" fmla="*/ 237 w 164727"/>
                <a:gd name="connsiteY12" fmla="*/ 55892 h 234423"/>
                <a:gd name="connsiteX13" fmla="*/ 4525 w 164727"/>
                <a:gd name="connsiteY13" fmla="*/ 59515 h 234423"/>
                <a:gd name="connsiteX14" fmla="*/ 10242 w 164727"/>
                <a:gd name="connsiteY14" fmla="*/ 52993 h 234423"/>
                <a:gd name="connsiteX15" fmla="*/ 46332 w 164727"/>
                <a:gd name="connsiteY15" fmla="*/ 8065 h 234423"/>
                <a:gd name="connsiteX16" fmla="*/ 55265 w 164727"/>
                <a:gd name="connsiteY16" fmla="*/ 19660 h 234423"/>
                <a:gd name="connsiteX17" fmla="*/ 49190 w 164727"/>
                <a:gd name="connsiteY17" fmla="*/ 45022 h 234423"/>
                <a:gd name="connsiteX18" fmla="*/ 28466 w 164727"/>
                <a:gd name="connsiteY18" fmla="*/ 121110 h 234423"/>
                <a:gd name="connsiteX19" fmla="*/ 72059 w 164727"/>
                <a:gd name="connsiteY19" fmla="*/ 164227 h 234423"/>
                <a:gd name="connsiteX20" fmla="*/ 108149 w 164727"/>
                <a:gd name="connsiteY20" fmla="*/ 147922 h 234423"/>
                <a:gd name="connsiteX21" fmla="*/ 84923 w 164727"/>
                <a:gd name="connsiteY21" fmla="*/ 203720 h 234423"/>
                <a:gd name="connsiteX22" fmla="*/ 45617 w 164727"/>
                <a:gd name="connsiteY22" fmla="*/ 226546 h 234423"/>
                <a:gd name="connsiteX23" fmla="*/ 18460 w 164727"/>
                <a:gd name="connsiteY23" fmla="*/ 211329 h 234423"/>
                <a:gd name="connsiteX24" fmla="*/ 33825 w 164727"/>
                <a:gd name="connsiteY24" fmla="*/ 206981 h 234423"/>
                <a:gd name="connsiteX25" fmla="*/ 40972 w 164727"/>
                <a:gd name="connsiteY25" fmla="*/ 192125 h 234423"/>
                <a:gd name="connsiteX26" fmla="*/ 27751 w 164727"/>
                <a:gd name="connsiteY26" fmla="*/ 179444 h 234423"/>
                <a:gd name="connsiteX27" fmla="*/ 7741 w 164727"/>
                <a:gd name="connsiteY27" fmla="*/ 202995 h 234423"/>
                <a:gd name="connsiteX28" fmla="*/ 45617 w 164727"/>
                <a:gd name="connsiteY28" fmla="*/ 234517 h 234423"/>
                <a:gd name="connsiteX29" fmla="*/ 129231 w 164727"/>
                <a:gd name="connsiteY29" fmla="*/ 160603 h 234423"/>
                <a:gd name="connsiteX30" fmla="*/ 163535 w 164727"/>
                <a:gd name="connsiteY30" fmla="*/ 22196 h 23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4727" h="234423">
                  <a:moveTo>
                    <a:pt x="163535" y="22196"/>
                  </a:moveTo>
                  <a:cubicBezTo>
                    <a:pt x="164964" y="17123"/>
                    <a:pt x="164964" y="16399"/>
                    <a:pt x="164964" y="13862"/>
                  </a:cubicBezTo>
                  <a:cubicBezTo>
                    <a:pt x="164964" y="7341"/>
                    <a:pt x="159961" y="4080"/>
                    <a:pt x="154601" y="4080"/>
                  </a:cubicBezTo>
                  <a:cubicBezTo>
                    <a:pt x="151028" y="4080"/>
                    <a:pt x="145311" y="6254"/>
                    <a:pt x="142095" y="11689"/>
                  </a:cubicBezTo>
                  <a:cubicBezTo>
                    <a:pt x="141380" y="13500"/>
                    <a:pt x="138522" y="24732"/>
                    <a:pt x="137093" y="31254"/>
                  </a:cubicBezTo>
                  <a:cubicBezTo>
                    <a:pt x="134591" y="40674"/>
                    <a:pt x="132090" y="50457"/>
                    <a:pt x="129946" y="60240"/>
                  </a:cubicBezTo>
                  <a:lnTo>
                    <a:pt x="113866" y="125458"/>
                  </a:lnTo>
                  <a:cubicBezTo>
                    <a:pt x="112437" y="130893"/>
                    <a:pt x="97072" y="156255"/>
                    <a:pt x="73489" y="156255"/>
                  </a:cubicBezTo>
                  <a:cubicBezTo>
                    <a:pt x="55265" y="156255"/>
                    <a:pt x="51334" y="140313"/>
                    <a:pt x="51334" y="126907"/>
                  </a:cubicBezTo>
                  <a:cubicBezTo>
                    <a:pt x="51334" y="110240"/>
                    <a:pt x="57409" y="87776"/>
                    <a:pt x="69558" y="55892"/>
                  </a:cubicBezTo>
                  <a:cubicBezTo>
                    <a:pt x="75275" y="41037"/>
                    <a:pt x="76704" y="37051"/>
                    <a:pt x="76704" y="29805"/>
                  </a:cubicBezTo>
                  <a:cubicBezTo>
                    <a:pt x="76704" y="13500"/>
                    <a:pt x="65270" y="94"/>
                    <a:pt x="47404" y="94"/>
                  </a:cubicBezTo>
                  <a:cubicBezTo>
                    <a:pt x="13458" y="94"/>
                    <a:pt x="237" y="52631"/>
                    <a:pt x="237" y="55892"/>
                  </a:cubicBezTo>
                  <a:cubicBezTo>
                    <a:pt x="237" y="59515"/>
                    <a:pt x="3810" y="59515"/>
                    <a:pt x="4525" y="59515"/>
                  </a:cubicBezTo>
                  <a:cubicBezTo>
                    <a:pt x="8098" y="59515"/>
                    <a:pt x="8455" y="58791"/>
                    <a:pt x="10242" y="52993"/>
                  </a:cubicBezTo>
                  <a:cubicBezTo>
                    <a:pt x="19890" y="18935"/>
                    <a:pt x="34183" y="8065"/>
                    <a:pt x="46332" y="8065"/>
                  </a:cubicBezTo>
                  <a:cubicBezTo>
                    <a:pt x="49190" y="8065"/>
                    <a:pt x="55265" y="8065"/>
                    <a:pt x="55265" y="19660"/>
                  </a:cubicBezTo>
                  <a:cubicBezTo>
                    <a:pt x="55265" y="28718"/>
                    <a:pt x="51692" y="38138"/>
                    <a:pt x="49190" y="45022"/>
                  </a:cubicBezTo>
                  <a:cubicBezTo>
                    <a:pt x="34897" y="83429"/>
                    <a:pt x="28466" y="104081"/>
                    <a:pt x="28466" y="121110"/>
                  </a:cubicBezTo>
                  <a:cubicBezTo>
                    <a:pt x="28466" y="153357"/>
                    <a:pt x="50977" y="164227"/>
                    <a:pt x="72059" y="164227"/>
                  </a:cubicBezTo>
                  <a:cubicBezTo>
                    <a:pt x="85995" y="164227"/>
                    <a:pt x="98144" y="158067"/>
                    <a:pt x="108149" y="147922"/>
                  </a:cubicBezTo>
                  <a:cubicBezTo>
                    <a:pt x="103504" y="166763"/>
                    <a:pt x="99216" y="184517"/>
                    <a:pt x="84923" y="203720"/>
                  </a:cubicBezTo>
                  <a:cubicBezTo>
                    <a:pt x="75633" y="216039"/>
                    <a:pt x="62054" y="226546"/>
                    <a:pt x="45617" y="226546"/>
                  </a:cubicBezTo>
                  <a:cubicBezTo>
                    <a:pt x="40615" y="226546"/>
                    <a:pt x="24535" y="225459"/>
                    <a:pt x="18460" y="211329"/>
                  </a:cubicBezTo>
                  <a:cubicBezTo>
                    <a:pt x="24178" y="211329"/>
                    <a:pt x="28823" y="211329"/>
                    <a:pt x="33825" y="206981"/>
                  </a:cubicBezTo>
                  <a:cubicBezTo>
                    <a:pt x="37399" y="203720"/>
                    <a:pt x="40972" y="199010"/>
                    <a:pt x="40972" y="192125"/>
                  </a:cubicBezTo>
                  <a:cubicBezTo>
                    <a:pt x="40972" y="180893"/>
                    <a:pt x="31324" y="179444"/>
                    <a:pt x="27751" y="179444"/>
                  </a:cubicBezTo>
                  <a:cubicBezTo>
                    <a:pt x="19532" y="179444"/>
                    <a:pt x="7741" y="185241"/>
                    <a:pt x="7741" y="202995"/>
                  </a:cubicBezTo>
                  <a:cubicBezTo>
                    <a:pt x="7741" y="221111"/>
                    <a:pt x="23463" y="234517"/>
                    <a:pt x="45617" y="234517"/>
                  </a:cubicBezTo>
                  <a:cubicBezTo>
                    <a:pt x="82422" y="234517"/>
                    <a:pt x="119226" y="201546"/>
                    <a:pt x="129231" y="160603"/>
                  </a:cubicBezTo>
                  <a:lnTo>
                    <a:pt x="163535" y="22196"/>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0" name="Freeform: Shape 129">
              <a:extLst>
                <a:ext uri="{FF2B5EF4-FFF2-40B4-BE49-F238E27FC236}">
                  <a16:creationId xmlns:a16="http://schemas.microsoft.com/office/drawing/2014/main" id="{0AFCC60B-DBC6-4FD1-257F-90273E80B8D6}"/>
                </a:ext>
              </a:extLst>
            </p:cNvPr>
            <p:cNvSpPr/>
            <p:nvPr/>
          </p:nvSpPr>
          <p:spPr>
            <a:xfrm>
              <a:off x="11374741" y="5608134"/>
              <a:ext cx="37876" cy="38406"/>
            </a:xfrm>
            <a:custGeom>
              <a:avLst/>
              <a:gdLst>
                <a:gd name="connsiteX0" fmla="*/ 38122 w 37876"/>
                <a:gd name="connsiteY0" fmla="*/ 19291 h 38406"/>
                <a:gd name="connsiteX1" fmla="*/ 19184 w 37876"/>
                <a:gd name="connsiteY1" fmla="*/ 87 h 38406"/>
                <a:gd name="connsiteX2" fmla="*/ 245 w 37876"/>
                <a:gd name="connsiteY2" fmla="*/ 19291 h 38406"/>
                <a:gd name="connsiteX3" fmla="*/ 19184 w 37876"/>
                <a:gd name="connsiteY3" fmla="*/ 38494 h 38406"/>
                <a:gd name="connsiteX4" fmla="*/ 38122 w 37876"/>
                <a:gd name="connsiteY4" fmla="*/ 19291 h 384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876" h="38406">
                  <a:moveTo>
                    <a:pt x="38122" y="19291"/>
                  </a:moveTo>
                  <a:cubicBezTo>
                    <a:pt x="38122" y="8783"/>
                    <a:pt x="29546" y="87"/>
                    <a:pt x="19184" y="87"/>
                  </a:cubicBezTo>
                  <a:cubicBezTo>
                    <a:pt x="8821" y="87"/>
                    <a:pt x="245" y="8783"/>
                    <a:pt x="245" y="19291"/>
                  </a:cubicBezTo>
                  <a:cubicBezTo>
                    <a:pt x="245" y="29798"/>
                    <a:pt x="8821" y="38494"/>
                    <a:pt x="19184" y="38494"/>
                  </a:cubicBezTo>
                  <a:cubicBezTo>
                    <a:pt x="29546" y="38494"/>
                    <a:pt x="38122" y="29798"/>
                    <a:pt x="38122" y="19291"/>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1" name="Freeform: Shape 130">
              <a:extLst>
                <a:ext uri="{FF2B5EF4-FFF2-40B4-BE49-F238E27FC236}">
                  <a16:creationId xmlns:a16="http://schemas.microsoft.com/office/drawing/2014/main" id="{7C1B7E16-7846-A061-A768-595425600E49}"/>
                </a:ext>
              </a:extLst>
            </p:cNvPr>
            <p:cNvSpPr/>
            <p:nvPr/>
          </p:nvSpPr>
          <p:spPr>
            <a:xfrm>
              <a:off x="11585806" y="5221351"/>
              <a:ext cx="176161" cy="255437"/>
            </a:xfrm>
            <a:custGeom>
              <a:avLst/>
              <a:gdLst>
                <a:gd name="connsiteX0" fmla="*/ 123886 w 176161"/>
                <a:gd name="connsiteY0" fmla="*/ 231605 h 255437"/>
                <a:gd name="connsiteX1" fmla="*/ 123886 w 176161"/>
                <a:gd name="connsiteY1" fmla="*/ 255518 h 255437"/>
                <a:gd name="connsiteX2" fmla="*/ 176413 w 176161"/>
                <a:gd name="connsiteY2" fmla="*/ 251533 h 255437"/>
                <a:gd name="connsiteX3" fmla="*/ 176413 w 176161"/>
                <a:gd name="connsiteY3" fmla="*/ 240301 h 255437"/>
                <a:gd name="connsiteX4" fmla="*/ 148542 w 176161"/>
                <a:gd name="connsiteY4" fmla="*/ 220011 h 255437"/>
                <a:gd name="connsiteX5" fmla="*/ 148542 w 176161"/>
                <a:gd name="connsiteY5" fmla="*/ 81 h 255437"/>
                <a:gd name="connsiteX6" fmla="*/ 97087 w 176161"/>
                <a:gd name="connsiteY6" fmla="*/ 4066 h 255437"/>
                <a:gd name="connsiteX7" fmla="*/ 97087 w 176161"/>
                <a:gd name="connsiteY7" fmla="*/ 15298 h 255437"/>
                <a:gd name="connsiteX8" fmla="*/ 124958 w 176161"/>
                <a:gd name="connsiteY8" fmla="*/ 35588 h 255437"/>
                <a:gd name="connsiteX9" fmla="*/ 124958 w 176161"/>
                <a:gd name="connsiteY9" fmla="*/ 113850 h 255437"/>
                <a:gd name="connsiteX10" fmla="*/ 79935 w 176161"/>
                <a:gd name="connsiteY10" fmla="*/ 91386 h 255437"/>
                <a:gd name="connsiteX11" fmla="*/ 252 w 176161"/>
                <a:gd name="connsiteY11" fmla="*/ 173633 h 255437"/>
                <a:gd name="connsiteX12" fmla="*/ 76005 w 176161"/>
                <a:gd name="connsiteY12" fmla="*/ 255518 h 255437"/>
                <a:gd name="connsiteX13" fmla="*/ 123886 w 176161"/>
                <a:gd name="connsiteY13" fmla="*/ 231605 h 255437"/>
                <a:gd name="connsiteX14" fmla="*/ 123886 w 176161"/>
                <a:gd name="connsiteY14" fmla="*/ 134503 h 255437"/>
                <a:gd name="connsiteX15" fmla="*/ 123886 w 176161"/>
                <a:gd name="connsiteY15" fmla="*/ 208779 h 255437"/>
                <a:gd name="connsiteX16" fmla="*/ 119956 w 176161"/>
                <a:gd name="connsiteY16" fmla="*/ 222185 h 255437"/>
                <a:gd name="connsiteX17" fmla="*/ 77792 w 176161"/>
                <a:gd name="connsiteY17" fmla="*/ 247547 h 255437"/>
                <a:gd name="connsiteX18" fmla="*/ 40272 w 176161"/>
                <a:gd name="connsiteY18" fmla="*/ 224359 h 255437"/>
                <a:gd name="connsiteX19" fmla="*/ 29910 w 176161"/>
                <a:gd name="connsiteY19" fmla="*/ 173996 h 255437"/>
                <a:gd name="connsiteX20" fmla="*/ 40987 w 176161"/>
                <a:gd name="connsiteY20" fmla="*/ 122546 h 255437"/>
                <a:gd name="connsiteX21" fmla="*/ 81365 w 176161"/>
                <a:gd name="connsiteY21" fmla="*/ 99357 h 255437"/>
                <a:gd name="connsiteX22" fmla="*/ 119956 w 176161"/>
                <a:gd name="connsiteY22" fmla="*/ 121097 h 255437"/>
                <a:gd name="connsiteX23" fmla="*/ 123886 w 176161"/>
                <a:gd name="connsiteY23" fmla="*/ 134503 h 2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161" h="255437">
                  <a:moveTo>
                    <a:pt x="123886" y="231605"/>
                  </a:moveTo>
                  <a:lnTo>
                    <a:pt x="123886" y="255518"/>
                  </a:lnTo>
                  <a:lnTo>
                    <a:pt x="176413" y="251533"/>
                  </a:lnTo>
                  <a:lnTo>
                    <a:pt x="176413" y="240301"/>
                  </a:lnTo>
                  <a:cubicBezTo>
                    <a:pt x="151401" y="240301"/>
                    <a:pt x="148542" y="237765"/>
                    <a:pt x="148542" y="220011"/>
                  </a:cubicBezTo>
                  <a:lnTo>
                    <a:pt x="148542" y="81"/>
                  </a:lnTo>
                  <a:lnTo>
                    <a:pt x="97087" y="4066"/>
                  </a:lnTo>
                  <a:lnTo>
                    <a:pt x="97087" y="15298"/>
                  </a:lnTo>
                  <a:cubicBezTo>
                    <a:pt x="122100" y="15298"/>
                    <a:pt x="124958" y="17834"/>
                    <a:pt x="124958" y="35588"/>
                  </a:cubicBezTo>
                  <a:lnTo>
                    <a:pt x="124958" y="113850"/>
                  </a:lnTo>
                  <a:cubicBezTo>
                    <a:pt x="114596" y="100806"/>
                    <a:pt x="99231" y="91386"/>
                    <a:pt x="79935" y="91386"/>
                  </a:cubicBezTo>
                  <a:cubicBezTo>
                    <a:pt x="37771" y="91386"/>
                    <a:pt x="252" y="126894"/>
                    <a:pt x="252" y="173633"/>
                  </a:cubicBezTo>
                  <a:cubicBezTo>
                    <a:pt x="252" y="219648"/>
                    <a:pt x="35270" y="255518"/>
                    <a:pt x="76005" y="255518"/>
                  </a:cubicBezTo>
                  <a:cubicBezTo>
                    <a:pt x="98874" y="255518"/>
                    <a:pt x="114953" y="243199"/>
                    <a:pt x="123886" y="231605"/>
                  </a:cubicBezTo>
                  <a:close/>
                  <a:moveTo>
                    <a:pt x="123886" y="134503"/>
                  </a:moveTo>
                  <a:lnTo>
                    <a:pt x="123886" y="208779"/>
                  </a:lnTo>
                  <a:cubicBezTo>
                    <a:pt x="123886" y="215301"/>
                    <a:pt x="123886" y="216025"/>
                    <a:pt x="119956" y="222185"/>
                  </a:cubicBezTo>
                  <a:cubicBezTo>
                    <a:pt x="109236" y="239576"/>
                    <a:pt x="93157" y="247547"/>
                    <a:pt x="77792" y="247547"/>
                  </a:cubicBezTo>
                  <a:cubicBezTo>
                    <a:pt x="61712" y="247547"/>
                    <a:pt x="48848" y="238127"/>
                    <a:pt x="40272" y="224359"/>
                  </a:cubicBezTo>
                  <a:cubicBezTo>
                    <a:pt x="30982" y="209503"/>
                    <a:pt x="29910" y="188851"/>
                    <a:pt x="29910" y="173996"/>
                  </a:cubicBezTo>
                  <a:cubicBezTo>
                    <a:pt x="29910" y="160590"/>
                    <a:pt x="30625" y="138850"/>
                    <a:pt x="40987" y="122546"/>
                  </a:cubicBezTo>
                  <a:cubicBezTo>
                    <a:pt x="48491" y="111314"/>
                    <a:pt x="62069" y="99357"/>
                    <a:pt x="81365" y="99357"/>
                  </a:cubicBezTo>
                  <a:cubicBezTo>
                    <a:pt x="93871" y="99357"/>
                    <a:pt x="108879" y="104792"/>
                    <a:pt x="119956" y="121097"/>
                  </a:cubicBezTo>
                  <a:cubicBezTo>
                    <a:pt x="123886" y="127256"/>
                    <a:pt x="123886" y="127981"/>
                    <a:pt x="123886" y="134503"/>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2" name="Freeform: Shape 131">
              <a:extLst>
                <a:ext uri="{FF2B5EF4-FFF2-40B4-BE49-F238E27FC236}">
                  <a16:creationId xmlns:a16="http://schemas.microsoft.com/office/drawing/2014/main" id="{F1ACAF0A-4960-3717-EFD8-5491010D030E}"/>
                </a:ext>
              </a:extLst>
            </p:cNvPr>
            <p:cNvSpPr/>
            <p:nvPr/>
          </p:nvSpPr>
          <p:spPr>
            <a:xfrm>
              <a:off x="11782534" y="5312657"/>
              <a:ext cx="164727" cy="234423"/>
            </a:xfrm>
            <a:custGeom>
              <a:avLst/>
              <a:gdLst>
                <a:gd name="connsiteX0" fmla="*/ 163555 w 164727"/>
                <a:gd name="connsiteY0" fmla="*/ 22182 h 234423"/>
                <a:gd name="connsiteX1" fmla="*/ 164984 w 164727"/>
                <a:gd name="connsiteY1" fmla="*/ 13849 h 234423"/>
                <a:gd name="connsiteX2" fmla="*/ 154622 w 164727"/>
                <a:gd name="connsiteY2" fmla="*/ 4066 h 234423"/>
                <a:gd name="connsiteX3" fmla="*/ 142116 w 164727"/>
                <a:gd name="connsiteY3" fmla="*/ 11675 h 234423"/>
                <a:gd name="connsiteX4" fmla="*/ 137113 w 164727"/>
                <a:gd name="connsiteY4" fmla="*/ 31240 h 234423"/>
                <a:gd name="connsiteX5" fmla="*/ 129967 w 164727"/>
                <a:gd name="connsiteY5" fmla="*/ 60226 h 234423"/>
                <a:gd name="connsiteX6" fmla="*/ 113887 w 164727"/>
                <a:gd name="connsiteY6" fmla="*/ 125444 h 234423"/>
                <a:gd name="connsiteX7" fmla="*/ 73509 w 164727"/>
                <a:gd name="connsiteY7" fmla="*/ 156242 h 234423"/>
                <a:gd name="connsiteX8" fmla="*/ 51355 w 164727"/>
                <a:gd name="connsiteY8" fmla="*/ 126894 h 234423"/>
                <a:gd name="connsiteX9" fmla="*/ 69579 w 164727"/>
                <a:gd name="connsiteY9" fmla="*/ 55878 h 234423"/>
                <a:gd name="connsiteX10" fmla="*/ 76725 w 164727"/>
                <a:gd name="connsiteY10" fmla="*/ 29791 h 234423"/>
                <a:gd name="connsiteX11" fmla="*/ 47424 w 164727"/>
                <a:gd name="connsiteY11" fmla="*/ 81 h 234423"/>
                <a:gd name="connsiteX12" fmla="*/ 257 w 164727"/>
                <a:gd name="connsiteY12" fmla="*/ 55878 h 234423"/>
                <a:gd name="connsiteX13" fmla="*/ 4545 w 164727"/>
                <a:gd name="connsiteY13" fmla="*/ 59502 h 234423"/>
                <a:gd name="connsiteX14" fmla="*/ 10262 w 164727"/>
                <a:gd name="connsiteY14" fmla="*/ 52980 h 234423"/>
                <a:gd name="connsiteX15" fmla="*/ 46352 w 164727"/>
                <a:gd name="connsiteY15" fmla="*/ 8052 h 234423"/>
                <a:gd name="connsiteX16" fmla="*/ 55286 w 164727"/>
                <a:gd name="connsiteY16" fmla="*/ 19646 h 234423"/>
                <a:gd name="connsiteX17" fmla="*/ 49211 w 164727"/>
                <a:gd name="connsiteY17" fmla="*/ 45009 h 234423"/>
                <a:gd name="connsiteX18" fmla="*/ 28486 w 164727"/>
                <a:gd name="connsiteY18" fmla="*/ 121097 h 234423"/>
                <a:gd name="connsiteX19" fmla="*/ 72080 w 164727"/>
                <a:gd name="connsiteY19" fmla="*/ 164213 h 234423"/>
                <a:gd name="connsiteX20" fmla="*/ 108170 w 164727"/>
                <a:gd name="connsiteY20" fmla="*/ 147908 h 234423"/>
                <a:gd name="connsiteX21" fmla="*/ 84944 w 164727"/>
                <a:gd name="connsiteY21" fmla="*/ 203706 h 234423"/>
                <a:gd name="connsiteX22" fmla="*/ 45638 w 164727"/>
                <a:gd name="connsiteY22" fmla="*/ 226533 h 234423"/>
                <a:gd name="connsiteX23" fmla="*/ 18481 w 164727"/>
                <a:gd name="connsiteY23" fmla="*/ 211315 h 234423"/>
                <a:gd name="connsiteX24" fmla="*/ 33846 w 164727"/>
                <a:gd name="connsiteY24" fmla="*/ 206967 h 234423"/>
                <a:gd name="connsiteX25" fmla="*/ 40993 w 164727"/>
                <a:gd name="connsiteY25" fmla="*/ 192112 h 234423"/>
                <a:gd name="connsiteX26" fmla="*/ 27771 w 164727"/>
                <a:gd name="connsiteY26" fmla="*/ 179431 h 234423"/>
                <a:gd name="connsiteX27" fmla="*/ 7761 w 164727"/>
                <a:gd name="connsiteY27" fmla="*/ 202982 h 234423"/>
                <a:gd name="connsiteX28" fmla="*/ 45638 w 164727"/>
                <a:gd name="connsiteY28" fmla="*/ 234504 h 234423"/>
                <a:gd name="connsiteX29" fmla="*/ 129252 w 164727"/>
                <a:gd name="connsiteY29" fmla="*/ 160590 h 234423"/>
                <a:gd name="connsiteX30" fmla="*/ 163555 w 164727"/>
                <a:gd name="connsiteY30" fmla="*/ 22182 h 234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4727" h="234423">
                  <a:moveTo>
                    <a:pt x="163555" y="22182"/>
                  </a:moveTo>
                  <a:cubicBezTo>
                    <a:pt x="164984" y="17110"/>
                    <a:pt x="164984" y="16385"/>
                    <a:pt x="164984" y="13849"/>
                  </a:cubicBezTo>
                  <a:cubicBezTo>
                    <a:pt x="164984" y="7327"/>
                    <a:pt x="159982" y="4066"/>
                    <a:pt x="154622" y="4066"/>
                  </a:cubicBezTo>
                  <a:cubicBezTo>
                    <a:pt x="151049" y="4066"/>
                    <a:pt x="145332" y="6240"/>
                    <a:pt x="142116" y="11675"/>
                  </a:cubicBezTo>
                  <a:cubicBezTo>
                    <a:pt x="141401" y="13487"/>
                    <a:pt x="138542" y="24719"/>
                    <a:pt x="137113" y="31240"/>
                  </a:cubicBezTo>
                  <a:cubicBezTo>
                    <a:pt x="134612" y="40661"/>
                    <a:pt x="132111" y="50444"/>
                    <a:pt x="129967" y="60226"/>
                  </a:cubicBezTo>
                  <a:lnTo>
                    <a:pt x="113887" y="125444"/>
                  </a:lnTo>
                  <a:cubicBezTo>
                    <a:pt x="112458" y="130879"/>
                    <a:pt x="97093" y="156242"/>
                    <a:pt x="73509" y="156242"/>
                  </a:cubicBezTo>
                  <a:cubicBezTo>
                    <a:pt x="55286" y="156242"/>
                    <a:pt x="51355" y="140300"/>
                    <a:pt x="51355" y="126894"/>
                  </a:cubicBezTo>
                  <a:cubicBezTo>
                    <a:pt x="51355" y="110227"/>
                    <a:pt x="57429" y="87763"/>
                    <a:pt x="69579" y="55878"/>
                  </a:cubicBezTo>
                  <a:cubicBezTo>
                    <a:pt x="75296" y="41023"/>
                    <a:pt x="76725" y="37038"/>
                    <a:pt x="76725" y="29791"/>
                  </a:cubicBezTo>
                  <a:cubicBezTo>
                    <a:pt x="76725" y="13487"/>
                    <a:pt x="65291" y="81"/>
                    <a:pt x="47424" y="81"/>
                  </a:cubicBezTo>
                  <a:cubicBezTo>
                    <a:pt x="13478" y="81"/>
                    <a:pt x="257" y="52618"/>
                    <a:pt x="257" y="55878"/>
                  </a:cubicBezTo>
                  <a:cubicBezTo>
                    <a:pt x="257" y="59502"/>
                    <a:pt x="3831" y="59502"/>
                    <a:pt x="4545" y="59502"/>
                  </a:cubicBezTo>
                  <a:cubicBezTo>
                    <a:pt x="8119" y="59502"/>
                    <a:pt x="8476" y="58777"/>
                    <a:pt x="10262" y="52980"/>
                  </a:cubicBezTo>
                  <a:cubicBezTo>
                    <a:pt x="19910" y="18921"/>
                    <a:pt x="34203" y="8052"/>
                    <a:pt x="46352" y="8052"/>
                  </a:cubicBezTo>
                  <a:cubicBezTo>
                    <a:pt x="49211" y="8052"/>
                    <a:pt x="55286" y="8052"/>
                    <a:pt x="55286" y="19646"/>
                  </a:cubicBezTo>
                  <a:cubicBezTo>
                    <a:pt x="55286" y="28704"/>
                    <a:pt x="51712" y="38125"/>
                    <a:pt x="49211" y="45009"/>
                  </a:cubicBezTo>
                  <a:cubicBezTo>
                    <a:pt x="34918" y="83415"/>
                    <a:pt x="28486" y="104067"/>
                    <a:pt x="28486" y="121097"/>
                  </a:cubicBezTo>
                  <a:cubicBezTo>
                    <a:pt x="28486" y="153343"/>
                    <a:pt x="50998" y="164213"/>
                    <a:pt x="72080" y="164213"/>
                  </a:cubicBezTo>
                  <a:cubicBezTo>
                    <a:pt x="86016" y="164213"/>
                    <a:pt x="98165" y="158054"/>
                    <a:pt x="108170" y="147908"/>
                  </a:cubicBezTo>
                  <a:cubicBezTo>
                    <a:pt x="103524" y="166749"/>
                    <a:pt x="99237" y="184503"/>
                    <a:pt x="84944" y="203706"/>
                  </a:cubicBezTo>
                  <a:cubicBezTo>
                    <a:pt x="75653" y="216025"/>
                    <a:pt x="62075" y="226533"/>
                    <a:pt x="45638" y="226533"/>
                  </a:cubicBezTo>
                  <a:cubicBezTo>
                    <a:pt x="40635" y="226533"/>
                    <a:pt x="24556" y="225446"/>
                    <a:pt x="18481" y="211315"/>
                  </a:cubicBezTo>
                  <a:cubicBezTo>
                    <a:pt x="24198" y="211315"/>
                    <a:pt x="28843" y="211315"/>
                    <a:pt x="33846" y="206967"/>
                  </a:cubicBezTo>
                  <a:cubicBezTo>
                    <a:pt x="37419" y="203706"/>
                    <a:pt x="40993" y="198996"/>
                    <a:pt x="40993" y="192112"/>
                  </a:cubicBezTo>
                  <a:cubicBezTo>
                    <a:pt x="40993" y="180880"/>
                    <a:pt x="31345" y="179431"/>
                    <a:pt x="27771" y="179431"/>
                  </a:cubicBezTo>
                  <a:cubicBezTo>
                    <a:pt x="19553" y="179431"/>
                    <a:pt x="7761" y="185228"/>
                    <a:pt x="7761" y="202982"/>
                  </a:cubicBezTo>
                  <a:cubicBezTo>
                    <a:pt x="7761" y="221098"/>
                    <a:pt x="23484" y="234504"/>
                    <a:pt x="45638" y="234504"/>
                  </a:cubicBezTo>
                  <a:cubicBezTo>
                    <a:pt x="82442" y="234504"/>
                    <a:pt x="119247" y="201532"/>
                    <a:pt x="129252" y="160590"/>
                  </a:cubicBezTo>
                  <a:lnTo>
                    <a:pt x="163555" y="22182"/>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3" name="Freeform: Shape 132">
              <a:extLst>
                <a:ext uri="{FF2B5EF4-FFF2-40B4-BE49-F238E27FC236}">
                  <a16:creationId xmlns:a16="http://schemas.microsoft.com/office/drawing/2014/main" id="{BDBC03F8-0CBB-166C-B8DB-A2A92FAB2DBF}"/>
                </a:ext>
              </a:extLst>
            </p:cNvPr>
            <p:cNvSpPr/>
            <p:nvPr/>
          </p:nvSpPr>
          <p:spPr>
            <a:xfrm>
              <a:off x="11565551" y="5620091"/>
              <a:ext cx="402736" cy="14492"/>
            </a:xfrm>
            <a:custGeom>
              <a:avLst/>
              <a:gdLst>
                <a:gd name="connsiteX0" fmla="*/ 0 w 402736"/>
                <a:gd name="connsiteY0" fmla="*/ 0 h 14492"/>
                <a:gd name="connsiteX1" fmla="*/ 402737 w 402736"/>
                <a:gd name="connsiteY1" fmla="*/ 0 h 14492"/>
                <a:gd name="connsiteX2" fmla="*/ 402737 w 402736"/>
                <a:gd name="connsiteY2" fmla="*/ 14492 h 14492"/>
                <a:gd name="connsiteX3" fmla="*/ 1 w 402736"/>
                <a:gd name="connsiteY3" fmla="*/ 14492 h 14492"/>
              </a:gdLst>
              <a:ahLst/>
              <a:cxnLst>
                <a:cxn ang="0">
                  <a:pos x="connsiteX0" y="connsiteY0"/>
                </a:cxn>
                <a:cxn ang="0">
                  <a:pos x="connsiteX1" y="connsiteY1"/>
                </a:cxn>
                <a:cxn ang="0">
                  <a:pos x="connsiteX2" y="connsiteY2"/>
                </a:cxn>
                <a:cxn ang="0">
                  <a:pos x="connsiteX3" y="connsiteY3"/>
                </a:cxn>
              </a:cxnLst>
              <a:rect l="l" t="t" r="r" b="b"/>
              <a:pathLst>
                <a:path w="402736" h="14492">
                  <a:moveTo>
                    <a:pt x="0" y="0"/>
                  </a:moveTo>
                  <a:lnTo>
                    <a:pt x="402737" y="0"/>
                  </a:lnTo>
                  <a:lnTo>
                    <a:pt x="402737" y="14492"/>
                  </a:lnTo>
                  <a:lnTo>
                    <a:pt x="1" y="14492"/>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4" name="Freeform: Shape 133">
              <a:extLst>
                <a:ext uri="{FF2B5EF4-FFF2-40B4-BE49-F238E27FC236}">
                  <a16:creationId xmlns:a16="http://schemas.microsoft.com/office/drawing/2014/main" id="{7822EA42-43FB-2B76-70DB-3011FD46BDE4}"/>
                </a:ext>
              </a:extLst>
            </p:cNvPr>
            <p:cNvSpPr/>
            <p:nvPr/>
          </p:nvSpPr>
          <p:spPr>
            <a:xfrm>
              <a:off x="11577700" y="5715001"/>
              <a:ext cx="176161" cy="255437"/>
            </a:xfrm>
            <a:custGeom>
              <a:avLst/>
              <a:gdLst>
                <a:gd name="connsiteX0" fmla="*/ 123886 w 176161"/>
                <a:gd name="connsiteY0" fmla="*/ 231619 h 255437"/>
                <a:gd name="connsiteX1" fmla="*/ 123886 w 176161"/>
                <a:gd name="connsiteY1" fmla="*/ 255532 h 255437"/>
                <a:gd name="connsiteX2" fmla="*/ 176413 w 176161"/>
                <a:gd name="connsiteY2" fmla="*/ 251546 h 255437"/>
                <a:gd name="connsiteX3" fmla="*/ 176413 w 176161"/>
                <a:gd name="connsiteY3" fmla="*/ 240314 h 255437"/>
                <a:gd name="connsiteX4" fmla="*/ 148542 w 176161"/>
                <a:gd name="connsiteY4" fmla="*/ 220024 h 255437"/>
                <a:gd name="connsiteX5" fmla="*/ 148542 w 176161"/>
                <a:gd name="connsiteY5" fmla="*/ 94 h 255437"/>
                <a:gd name="connsiteX6" fmla="*/ 97087 w 176161"/>
                <a:gd name="connsiteY6" fmla="*/ 4080 h 255437"/>
                <a:gd name="connsiteX7" fmla="*/ 97087 w 176161"/>
                <a:gd name="connsiteY7" fmla="*/ 15312 h 255437"/>
                <a:gd name="connsiteX8" fmla="*/ 124958 w 176161"/>
                <a:gd name="connsiteY8" fmla="*/ 35602 h 255437"/>
                <a:gd name="connsiteX9" fmla="*/ 124958 w 176161"/>
                <a:gd name="connsiteY9" fmla="*/ 113864 h 255437"/>
                <a:gd name="connsiteX10" fmla="*/ 79935 w 176161"/>
                <a:gd name="connsiteY10" fmla="*/ 91400 h 255437"/>
                <a:gd name="connsiteX11" fmla="*/ 252 w 176161"/>
                <a:gd name="connsiteY11" fmla="*/ 173647 h 255437"/>
                <a:gd name="connsiteX12" fmla="*/ 76005 w 176161"/>
                <a:gd name="connsiteY12" fmla="*/ 255532 h 255437"/>
                <a:gd name="connsiteX13" fmla="*/ 123886 w 176161"/>
                <a:gd name="connsiteY13" fmla="*/ 231619 h 255437"/>
                <a:gd name="connsiteX14" fmla="*/ 123886 w 176161"/>
                <a:gd name="connsiteY14" fmla="*/ 134516 h 255437"/>
                <a:gd name="connsiteX15" fmla="*/ 123886 w 176161"/>
                <a:gd name="connsiteY15" fmla="*/ 208792 h 255437"/>
                <a:gd name="connsiteX16" fmla="*/ 119956 w 176161"/>
                <a:gd name="connsiteY16" fmla="*/ 222198 h 255437"/>
                <a:gd name="connsiteX17" fmla="*/ 77791 w 176161"/>
                <a:gd name="connsiteY17" fmla="*/ 247561 h 255437"/>
                <a:gd name="connsiteX18" fmla="*/ 40272 w 176161"/>
                <a:gd name="connsiteY18" fmla="*/ 224372 h 255437"/>
                <a:gd name="connsiteX19" fmla="*/ 29910 w 176161"/>
                <a:gd name="connsiteY19" fmla="*/ 174009 h 255437"/>
                <a:gd name="connsiteX20" fmla="*/ 40987 w 176161"/>
                <a:gd name="connsiteY20" fmla="*/ 122559 h 255437"/>
                <a:gd name="connsiteX21" fmla="*/ 81365 w 176161"/>
                <a:gd name="connsiteY21" fmla="*/ 99371 h 255437"/>
                <a:gd name="connsiteX22" fmla="*/ 119956 w 176161"/>
                <a:gd name="connsiteY22" fmla="*/ 121110 h 255437"/>
                <a:gd name="connsiteX23" fmla="*/ 123886 w 176161"/>
                <a:gd name="connsiteY23" fmla="*/ 134516 h 255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161" h="255437">
                  <a:moveTo>
                    <a:pt x="123886" y="231619"/>
                  </a:moveTo>
                  <a:lnTo>
                    <a:pt x="123886" y="255532"/>
                  </a:lnTo>
                  <a:lnTo>
                    <a:pt x="176413" y="251546"/>
                  </a:lnTo>
                  <a:lnTo>
                    <a:pt x="176413" y="240314"/>
                  </a:lnTo>
                  <a:cubicBezTo>
                    <a:pt x="151400" y="240314"/>
                    <a:pt x="148542" y="237778"/>
                    <a:pt x="148542" y="220024"/>
                  </a:cubicBezTo>
                  <a:lnTo>
                    <a:pt x="148542" y="94"/>
                  </a:lnTo>
                  <a:lnTo>
                    <a:pt x="97087" y="4080"/>
                  </a:lnTo>
                  <a:lnTo>
                    <a:pt x="97087" y="15312"/>
                  </a:lnTo>
                  <a:cubicBezTo>
                    <a:pt x="122100" y="15312"/>
                    <a:pt x="124958" y="17848"/>
                    <a:pt x="124958" y="35602"/>
                  </a:cubicBezTo>
                  <a:lnTo>
                    <a:pt x="124958" y="113864"/>
                  </a:lnTo>
                  <a:cubicBezTo>
                    <a:pt x="114596" y="100820"/>
                    <a:pt x="99231" y="91400"/>
                    <a:pt x="79935" y="91400"/>
                  </a:cubicBezTo>
                  <a:cubicBezTo>
                    <a:pt x="37771" y="91400"/>
                    <a:pt x="252" y="126907"/>
                    <a:pt x="252" y="173647"/>
                  </a:cubicBezTo>
                  <a:cubicBezTo>
                    <a:pt x="252" y="219662"/>
                    <a:pt x="35270" y="255532"/>
                    <a:pt x="76005" y="255532"/>
                  </a:cubicBezTo>
                  <a:cubicBezTo>
                    <a:pt x="98873" y="255532"/>
                    <a:pt x="114953" y="243213"/>
                    <a:pt x="123886" y="231619"/>
                  </a:cubicBezTo>
                  <a:close/>
                  <a:moveTo>
                    <a:pt x="123886" y="134516"/>
                  </a:moveTo>
                  <a:lnTo>
                    <a:pt x="123886" y="208792"/>
                  </a:lnTo>
                  <a:cubicBezTo>
                    <a:pt x="123886" y="215314"/>
                    <a:pt x="123886" y="216039"/>
                    <a:pt x="119956" y="222198"/>
                  </a:cubicBezTo>
                  <a:cubicBezTo>
                    <a:pt x="109236" y="239590"/>
                    <a:pt x="93156" y="247561"/>
                    <a:pt x="77791" y="247561"/>
                  </a:cubicBezTo>
                  <a:cubicBezTo>
                    <a:pt x="61712" y="247561"/>
                    <a:pt x="48848" y="238140"/>
                    <a:pt x="40272" y="224372"/>
                  </a:cubicBezTo>
                  <a:cubicBezTo>
                    <a:pt x="30982" y="209517"/>
                    <a:pt x="29910" y="188865"/>
                    <a:pt x="29910" y="174009"/>
                  </a:cubicBezTo>
                  <a:cubicBezTo>
                    <a:pt x="29910" y="160603"/>
                    <a:pt x="30624" y="138864"/>
                    <a:pt x="40987" y="122559"/>
                  </a:cubicBezTo>
                  <a:cubicBezTo>
                    <a:pt x="48491" y="111327"/>
                    <a:pt x="62069" y="99371"/>
                    <a:pt x="81365" y="99371"/>
                  </a:cubicBezTo>
                  <a:cubicBezTo>
                    <a:pt x="93871" y="99371"/>
                    <a:pt x="108879" y="104806"/>
                    <a:pt x="119956" y="121110"/>
                  </a:cubicBezTo>
                  <a:cubicBezTo>
                    <a:pt x="123886" y="127270"/>
                    <a:pt x="123886" y="127994"/>
                    <a:pt x="123886" y="134516"/>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5" name="Freeform: Shape 134">
              <a:extLst>
                <a:ext uri="{FF2B5EF4-FFF2-40B4-BE49-F238E27FC236}">
                  <a16:creationId xmlns:a16="http://schemas.microsoft.com/office/drawing/2014/main" id="{44C044CB-A8FD-4C6E-658C-30FAAF1AC06B}"/>
                </a:ext>
              </a:extLst>
            </p:cNvPr>
            <p:cNvSpPr/>
            <p:nvPr/>
          </p:nvSpPr>
          <p:spPr>
            <a:xfrm>
              <a:off x="11774429" y="5806307"/>
              <a:ext cx="177948" cy="164132"/>
            </a:xfrm>
            <a:custGeom>
              <a:avLst/>
              <a:gdLst>
                <a:gd name="connsiteX0" fmla="*/ 109241 w 177948"/>
                <a:gd name="connsiteY0" fmla="*/ 50819 h 164132"/>
                <a:gd name="connsiteX1" fmla="*/ 144617 w 177948"/>
                <a:gd name="connsiteY1" fmla="*/ 8065 h 164132"/>
                <a:gd name="connsiteX2" fmla="*/ 162483 w 177948"/>
                <a:gd name="connsiteY2" fmla="*/ 12776 h 164132"/>
                <a:gd name="connsiteX3" fmla="*/ 145331 w 177948"/>
                <a:gd name="connsiteY3" fmla="*/ 32341 h 164132"/>
                <a:gd name="connsiteX4" fmla="*/ 158910 w 177948"/>
                <a:gd name="connsiteY4" fmla="*/ 45022 h 164132"/>
                <a:gd name="connsiteX5" fmla="*/ 178205 w 177948"/>
                <a:gd name="connsiteY5" fmla="*/ 24008 h 164132"/>
                <a:gd name="connsiteX6" fmla="*/ 144974 w 177948"/>
                <a:gd name="connsiteY6" fmla="*/ 94 h 164132"/>
                <a:gd name="connsiteX7" fmla="*/ 107455 w 177948"/>
                <a:gd name="connsiteY7" fmla="*/ 27631 h 164132"/>
                <a:gd name="connsiteX8" fmla="*/ 68864 w 177948"/>
                <a:gd name="connsiteY8" fmla="*/ 94 h 164132"/>
                <a:gd name="connsiteX9" fmla="*/ 11334 w 177948"/>
                <a:gd name="connsiteY9" fmla="*/ 55892 h 164132"/>
                <a:gd name="connsiteX10" fmla="*/ 15622 w 177948"/>
                <a:gd name="connsiteY10" fmla="*/ 59515 h 164132"/>
                <a:gd name="connsiteX11" fmla="*/ 20267 w 177948"/>
                <a:gd name="connsiteY11" fmla="*/ 55530 h 164132"/>
                <a:gd name="connsiteX12" fmla="*/ 68149 w 177948"/>
                <a:gd name="connsiteY12" fmla="*/ 8065 h 164132"/>
                <a:gd name="connsiteX13" fmla="*/ 87445 w 177948"/>
                <a:gd name="connsiteY13" fmla="*/ 32341 h 164132"/>
                <a:gd name="connsiteX14" fmla="*/ 68149 w 177948"/>
                <a:gd name="connsiteY14" fmla="*/ 118574 h 164132"/>
                <a:gd name="connsiteX15" fmla="*/ 34203 w 177948"/>
                <a:gd name="connsiteY15" fmla="*/ 156255 h 164132"/>
                <a:gd name="connsiteX16" fmla="*/ 16337 w 177948"/>
                <a:gd name="connsiteY16" fmla="*/ 151545 h 164132"/>
                <a:gd name="connsiteX17" fmla="*/ 33131 w 177948"/>
                <a:gd name="connsiteY17" fmla="*/ 131980 h 164132"/>
                <a:gd name="connsiteX18" fmla="*/ 19910 w 177948"/>
                <a:gd name="connsiteY18" fmla="*/ 119299 h 164132"/>
                <a:gd name="connsiteX19" fmla="*/ 257 w 177948"/>
                <a:gd name="connsiteY19" fmla="*/ 140313 h 164132"/>
                <a:gd name="connsiteX20" fmla="*/ 33846 w 177948"/>
                <a:gd name="connsiteY20" fmla="*/ 164227 h 164132"/>
                <a:gd name="connsiteX21" fmla="*/ 71365 w 177948"/>
                <a:gd name="connsiteY21" fmla="*/ 136690 h 164132"/>
                <a:gd name="connsiteX22" fmla="*/ 109956 w 177948"/>
                <a:gd name="connsiteY22" fmla="*/ 164227 h 164132"/>
                <a:gd name="connsiteX23" fmla="*/ 167128 w 177948"/>
                <a:gd name="connsiteY23" fmla="*/ 108429 h 164132"/>
                <a:gd name="connsiteX24" fmla="*/ 162840 w 177948"/>
                <a:gd name="connsiteY24" fmla="*/ 104806 h 164132"/>
                <a:gd name="connsiteX25" fmla="*/ 158195 w 177948"/>
                <a:gd name="connsiteY25" fmla="*/ 108791 h 164132"/>
                <a:gd name="connsiteX26" fmla="*/ 110671 w 177948"/>
                <a:gd name="connsiteY26" fmla="*/ 156255 h 164132"/>
                <a:gd name="connsiteX27" fmla="*/ 91018 w 177948"/>
                <a:gd name="connsiteY27" fmla="*/ 132342 h 164132"/>
                <a:gd name="connsiteX28" fmla="*/ 97092 w 177948"/>
                <a:gd name="connsiteY28" fmla="*/ 100458 h 164132"/>
                <a:gd name="connsiteX29" fmla="*/ 109241 w 177948"/>
                <a:gd name="connsiteY29" fmla="*/ 50819 h 16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7948" h="164132">
                  <a:moveTo>
                    <a:pt x="109241" y="50819"/>
                  </a:moveTo>
                  <a:cubicBezTo>
                    <a:pt x="111385" y="41399"/>
                    <a:pt x="119604" y="8065"/>
                    <a:pt x="144617" y="8065"/>
                  </a:cubicBezTo>
                  <a:cubicBezTo>
                    <a:pt x="146403" y="8065"/>
                    <a:pt x="154979" y="8065"/>
                    <a:pt x="162483" y="12776"/>
                  </a:cubicBezTo>
                  <a:cubicBezTo>
                    <a:pt x="152478" y="14587"/>
                    <a:pt x="145331" y="23645"/>
                    <a:pt x="145331" y="32341"/>
                  </a:cubicBezTo>
                  <a:cubicBezTo>
                    <a:pt x="145331" y="38138"/>
                    <a:pt x="149262" y="45022"/>
                    <a:pt x="158910" y="45022"/>
                  </a:cubicBezTo>
                  <a:cubicBezTo>
                    <a:pt x="166771" y="45022"/>
                    <a:pt x="178205" y="38500"/>
                    <a:pt x="178205" y="24008"/>
                  </a:cubicBezTo>
                  <a:cubicBezTo>
                    <a:pt x="178205" y="5167"/>
                    <a:pt x="157123" y="94"/>
                    <a:pt x="144974" y="94"/>
                  </a:cubicBezTo>
                  <a:cubicBezTo>
                    <a:pt x="124249" y="94"/>
                    <a:pt x="111743" y="19297"/>
                    <a:pt x="107455" y="27631"/>
                  </a:cubicBezTo>
                  <a:cubicBezTo>
                    <a:pt x="98522" y="3717"/>
                    <a:pt x="79226" y="94"/>
                    <a:pt x="68864" y="94"/>
                  </a:cubicBezTo>
                  <a:cubicBezTo>
                    <a:pt x="31702" y="94"/>
                    <a:pt x="11334" y="46834"/>
                    <a:pt x="11334" y="55892"/>
                  </a:cubicBezTo>
                  <a:cubicBezTo>
                    <a:pt x="11334" y="59515"/>
                    <a:pt x="14908" y="59515"/>
                    <a:pt x="15622" y="59515"/>
                  </a:cubicBezTo>
                  <a:cubicBezTo>
                    <a:pt x="18481" y="59515"/>
                    <a:pt x="19553" y="58791"/>
                    <a:pt x="20267" y="55530"/>
                  </a:cubicBezTo>
                  <a:cubicBezTo>
                    <a:pt x="32416" y="17123"/>
                    <a:pt x="56000" y="8065"/>
                    <a:pt x="68149" y="8065"/>
                  </a:cubicBezTo>
                  <a:cubicBezTo>
                    <a:pt x="74938" y="8065"/>
                    <a:pt x="87445" y="11326"/>
                    <a:pt x="87445" y="32341"/>
                  </a:cubicBezTo>
                  <a:cubicBezTo>
                    <a:pt x="87445" y="43573"/>
                    <a:pt x="81370" y="67849"/>
                    <a:pt x="68149" y="118574"/>
                  </a:cubicBezTo>
                  <a:cubicBezTo>
                    <a:pt x="62432" y="141038"/>
                    <a:pt x="49925" y="156255"/>
                    <a:pt x="34203" y="156255"/>
                  </a:cubicBezTo>
                  <a:cubicBezTo>
                    <a:pt x="32059" y="156255"/>
                    <a:pt x="23841" y="156255"/>
                    <a:pt x="16337" y="151545"/>
                  </a:cubicBezTo>
                  <a:cubicBezTo>
                    <a:pt x="25270" y="149734"/>
                    <a:pt x="33131" y="142125"/>
                    <a:pt x="33131" y="131980"/>
                  </a:cubicBezTo>
                  <a:cubicBezTo>
                    <a:pt x="33131" y="122197"/>
                    <a:pt x="25270" y="119299"/>
                    <a:pt x="19910" y="119299"/>
                  </a:cubicBezTo>
                  <a:cubicBezTo>
                    <a:pt x="9190" y="119299"/>
                    <a:pt x="257" y="128719"/>
                    <a:pt x="257" y="140313"/>
                  </a:cubicBezTo>
                  <a:cubicBezTo>
                    <a:pt x="257" y="156980"/>
                    <a:pt x="18123" y="164227"/>
                    <a:pt x="33846" y="164227"/>
                  </a:cubicBezTo>
                  <a:cubicBezTo>
                    <a:pt x="57429" y="164227"/>
                    <a:pt x="70293" y="138864"/>
                    <a:pt x="71365" y="136690"/>
                  </a:cubicBezTo>
                  <a:cubicBezTo>
                    <a:pt x="75653" y="150096"/>
                    <a:pt x="88517" y="164227"/>
                    <a:pt x="109956" y="164227"/>
                  </a:cubicBezTo>
                  <a:cubicBezTo>
                    <a:pt x="146761" y="164227"/>
                    <a:pt x="167128" y="117487"/>
                    <a:pt x="167128" y="108429"/>
                  </a:cubicBezTo>
                  <a:cubicBezTo>
                    <a:pt x="167128" y="104806"/>
                    <a:pt x="163912" y="104806"/>
                    <a:pt x="162840" y="104806"/>
                  </a:cubicBezTo>
                  <a:cubicBezTo>
                    <a:pt x="159624" y="104806"/>
                    <a:pt x="158910" y="106255"/>
                    <a:pt x="158195" y="108791"/>
                  </a:cubicBezTo>
                  <a:cubicBezTo>
                    <a:pt x="146403" y="147560"/>
                    <a:pt x="122105" y="156255"/>
                    <a:pt x="110671" y="156255"/>
                  </a:cubicBezTo>
                  <a:cubicBezTo>
                    <a:pt x="96735" y="156255"/>
                    <a:pt x="91018" y="144661"/>
                    <a:pt x="91018" y="132342"/>
                  </a:cubicBezTo>
                  <a:cubicBezTo>
                    <a:pt x="91018" y="124371"/>
                    <a:pt x="93162" y="116400"/>
                    <a:pt x="97092" y="100458"/>
                  </a:cubicBezTo>
                  <a:lnTo>
                    <a:pt x="109241" y="50819"/>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8" name="Group 7" descr="\documentclass{article}&#10;\usepackage{amsmath,amssymb}&#10;\pagestyle{empty}&#10;\begin{document}&#10;&#10;\newcommand{\score}{\textrm{score}}&#10;\newcommand{\classify}{\textrm{classify}}&#10;\newcommand{\bx}{\mathbf{x}}&#10;&#10;\begin{align*}&#10;\mathbf{z}^{(1)} &amp;= g\left(\mathbf{W}^{(0)}\mathbf{x} + \mathbf{b}^{(0)}\right) \\&#10;\mathbf{s} &amp;= \mathbf{W}^{(1)}\mathbf{z}^{(1)} + \mathbf{b}^{(1)} \\&#10;\text{loss}(\mathbf{s}; \mathbf{x}, y) &amp;= -\log\left(\frac{e^{s_y}}{Z}\right)&#10;\end{align*}&#10;&#10;&#10;\end{document}" title="IguanaTex Vector Display">
            <a:extLst>
              <a:ext uri="{FF2B5EF4-FFF2-40B4-BE49-F238E27FC236}">
                <a16:creationId xmlns:a16="http://schemas.microsoft.com/office/drawing/2014/main" id="{D9F49B09-1CB1-BA91-CC25-FBB931EEB179}"/>
              </a:ext>
            </a:extLst>
          </p:cNvPr>
          <p:cNvGrpSpPr>
            <a:grpSpLocks noChangeAspect="1"/>
          </p:cNvGrpSpPr>
          <p:nvPr/>
        </p:nvGrpSpPr>
        <p:grpSpPr>
          <a:xfrm>
            <a:off x="3591737" y="2018553"/>
            <a:ext cx="4829863" cy="2230817"/>
            <a:chOff x="10120980" y="5385191"/>
            <a:chExt cx="4829863" cy="2230817"/>
          </a:xfrm>
        </p:grpSpPr>
        <p:sp>
          <p:nvSpPr>
            <p:cNvPr id="63" name="Freeform: Shape 62">
              <a:extLst>
                <a:ext uri="{FF2B5EF4-FFF2-40B4-BE49-F238E27FC236}">
                  <a16:creationId xmlns:a16="http://schemas.microsoft.com/office/drawing/2014/main" id="{AF4F9E93-0DF5-E5DE-BDD6-EE8BDCC55ED6}"/>
                </a:ext>
              </a:extLst>
            </p:cNvPr>
            <p:cNvSpPr/>
            <p:nvPr/>
          </p:nvSpPr>
          <p:spPr>
            <a:xfrm>
              <a:off x="11266806" y="5635311"/>
              <a:ext cx="152336" cy="157296"/>
            </a:xfrm>
            <a:custGeom>
              <a:avLst/>
              <a:gdLst>
                <a:gd name="connsiteX0" fmla="*/ 147928 w 152336"/>
                <a:gd name="connsiteY0" fmla="*/ 15318 h 157296"/>
                <a:gd name="connsiteX1" fmla="*/ 151471 w 152336"/>
                <a:gd name="connsiteY1" fmla="*/ 7524 h 157296"/>
                <a:gd name="connsiteX2" fmla="*/ 140134 w 152336"/>
                <a:gd name="connsiteY2" fmla="*/ 85 h 157296"/>
                <a:gd name="connsiteX3" fmla="*/ 10116 w 152336"/>
                <a:gd name="connsiteY3" fmla="*/ 85 h 157296"/>
                <a:gd name="connsiteX4" fmla="*/ 5865 w 152336"/>
                <a:gd name="connsiteY4" fmla="*/ 62082 h 157296"/>
                <a:gd name="connsiteX5" fmla="*/ 22516 w 152336"/>
                <a:gd name="connsiteY5" fmla="*/ 62082 h 157296"/>
                <a:gd name="connsiteX6" fmla="*/ 72114 w 152336"/>
                <a:gd name="connsiteY6" fmla="*/ 12838 h 157296"/>
                <a:gd name="connsiteX7" fmla="*/ 102227 w 152336"/>
                <a:gd name="connsiteY7" fmla="*/ 12838 h 157296"/>
                <a:gd name="connsiteX8" fmla="*/ 3385 w 152336"/>
                <a:gd name="connsiteY8" fmla="*/ 141793 h 157296"/>
                <a:gd name="connsiteX9" fmla="*/ 197 w 152336"/>
                <a:gd name="connsiteY9" fmla="*/ 149587 h 157296"/>
                <a:gd name="connsiteX10" fmla="*/ 11534 w 152336"/>
                <a:gd name="connsiteY10" fmla="*/ 157381 h 157296"/>
                <a:gd name="connsiteX11" fmla="*/ 146157 w 152336"/>
                <a:gd name="connsiteY11" fmla="*/ 157381 h 157296"/>
                <a:gd name="connsiteX12" fmla="*/ 152534 w 152336"/>
                <a:gd name="connsiteY12" fmla="*/ 85818 h 157296"/>
                <a:gd name="connsiteX13" fmla="*/ 135883 w 152336"/>
                <a:gd name="connsiteY13" fmla="*/ 85818 h 157296"/>
                <a:gd name="connsiteX14" fmla="*/ 80262 w 152336"/>
                <a:gd name="connsiteY14" fmla="*/ 143210 h 157296"/>
                <a:gd name="connsiteX15" fmla="*/ 49795 w 152336"/>
                <a:gd name="connsiteY15" fmla="*/ 143210 h 157296"/>
                <a:gd name="connsiteX16" fmla="*/ 147928 w 152336"/>
                <a:gd name="connsiteY16" fmla="*/ 15318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336" h="157296">
                  <a:moveTo>
                    <a:pt x="147928" y="15318"/>
                  </a:moveTo>
                  <a:cubicBezTo>
                    <a:pt x="150762" y="11421"/>
                    <a:pt x="151471" y="10713"/>
                    <a:pt x="151471" y="7524"/>
                  </a:cubicBezTo>
                  <a:cubicBezTo>
                    <a:pt x="151471" y="85"/>
                    <a:pt x="146511" y="85"/>
                    <a:pt x="140134" y="85"/>
                  </a:cubicBezTo>
                  <a:lnTo>
                    <a:pt x="10116" y="85"/>
                  </a:lnTo>
                  <a:lnTo>
                    <a:pt x="5865" y="62082"/>
                  </a:lnTo>
                  <a:lnTo>
                    <a:pt x="22516" y="62082"/>
                  </a:lnTo>
                  <a:cubicBezTo>
                    <a:pt x="24642" y="25592"/>
                    <a:pt x="35624" y="12838"/>
                    <a:pt x="72114" y="12838"/>
                  </a:cubicBezTo>
                  <a:lnTo>
                    <a:pt x="102227" y="12838"/>
                  </a:lnTo>
                  <a:lnTo>
                    <a:pt x="3385" y="141793"/>
                  </a:lnTo>
                  <a:cubicBezTo>
                    <a:pt x="197" y="145690"/>
                    <a:pt x="197" y="146399"/>
                    <a:pt x="197" y="149587"/>
                  </a:cubicBezTo>
                  <a:cubicBezTo>
                    <a:pt x="197" y="157381"/>
                    <a:pt x="4802" y="157381"/>
                    <a:pt x="11534" y="157381"/>
                  </a:cubicBezTo>
                  <a:lnTo>
                    <a:pt x="146157" y="157381"/>
                  </a:lnTo>
                  <a:lnTo>
                    <a:pt x="152534" y="85818"/>
                  </a:lnTo>
                  <a:lnTo>
                    <a:pt x="135883" y="85818"/>
                  </a:lnTo>
                  <a:cubicBezTo>
                    <a:pt x="132694" y="121600"/>
                    <a:pt x="127026" y="143210"/>
                    <a:pt x="80262" y="143210"/>
                  </a:cubicBezTo>
                  <a:lnTo>
                    <a:pt x="49795" y="143210"/>
                  </a:lnTo>
                  <a:lnTo>
                    <a:pt x="147928" y="1531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4" name="Freeform: Shape 63">
              <a:extLst>
                <a:ext uri="{FF2B5EF4-FFF2-40B4-BE49-F238E27FC236}">
                  <a16:creationId xmlns:a16="http://schemas.microsoft.com/office/drawing/2014/main" id="{243E4525-E5C2-5EA4-B6AA-BC3376DAC819}"/>
                </a:ext>
              </a:extLst>
            </p:cNvPr>
            <p:cNvSpPr/>
            <p:nvPr/>
          </p:nvSpPr>
          <p:spPr>
            <a:xfrm>
              <a:off x="11465059" y="5460339"/>
              <a:ext cx="64477" cy="247742"/>
            </a:xfrm>
            <a:custGeom>
              <a:avLst/>
              <a:gdLst>
                <a:gd name="connsiteX0" fmla="*/ 59720 w 64477"/>
                <a:gd name="connsiteY0" fmla="*/ 81 h 247742"/>
                <a:gd name="connsiteX1" fmla="*/ 202 w 64477"/>
                <a:gd name="connsiteY1" fmla="*/ 123828 h 247742"/>
                <a:gd name="connsiteX2" fmla="*/ 59720 w 64477"/>
                <a:gd name="connsiteY2" fmla="*/ 247823 h 247742"/>
                <a:gd name="connsiteX3" fmla="*/ 64679 w 64477"/>
                <a:gd name="connsiteY3" fmla="*/ 244847 h 247742"/>
                <a:gd name="connsiteX4" fmla="*/ 62199 w 64477"/>
                <a:gd name="connsiteY4" fmla="*/ 241127 h 247742"/>
                <a:gd name="connsiteX5" fmla="*/ 17065 w 64477"/>
                <a:gd name="connsiteY5" fmla="*/ 124076 h 247742"/>
                <a:gd name="connsiteX6" fmla="*/ 62943 w 64477"/>
                <a:gd name="connsiteY6" fmla="*/ 6032 h 247742"/>
                <a:gd name="connsiteX7" fmla="*/ 64679 w 64477"/>
                <a:gd name="connsiteY7" fmla="*/ 3056 h 247742"/>
                <a:gd name="connsiteX8" fmla="*/ 59720 w 64477"/>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7742">
                  <a:moveTo>
                    <a:pt x="59720" y="81"/>
                  </a:moveTo>
                  <a:cubicBezTo>
                    <a:pt x="12601" y="33311"/>
                    <a:pt x="202" y="85885"/>
                    <a:pt x="202" y="123828"/>
                  </a:cubicBezTo>
                  <a:cubicBezTo>
                    <a:pt x="202" y="158794"/>
                    <a:pt x="10618" y="213104"/>
                    <a:pt x="59720" y="247823"/>
                  </a:cubicBezTo>
                  <a:cubicBezTo>
                    <a:pt x="61704" y="247823"/>
                    <a:pt x="64679" y="247823"/>
                    <a:pt x="64679" y="244847"/>
                  </a:cubicBezTo>
                  <a:cubicBezTo>
                    <a:pt x="64679" y="243359"/>
                    <a:pt x="63935" y="242863"/>
                    <a:pt x="62199" y="241127"/>
                  </a:cubicBezTo>
                  <a:cubicBezTo>
                    <a:pt x="29217" y="211368"/>
                    <a:pt x="17065" y="169210"/>
                    <a:pt x="17065" y="124076"/>
                  </a:cubicBezTo>
                  <a:cubicBezTo>
                    <a:pt x="17065" y="57118"/>
                    <a:pt x="42608" y="24384"/>
                    <a:pt x="62943" y="6032"/>
                  </a:cubicBezTo>
                  <a:cubicBezTo>
                    <a:pt x="63935" y="5040"/>
                    <a:pt x="64679" y="4296"/>
                    <a:pt x="64679" y="3056"/>
                  </a:cubicBezTo>
                  <a:cubicBezTo>
                    <a:pt x="64679" y="81"/>
                    <a:pt x="61704" y="81"/>
                    <a:pt x="59720"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5" name="Freeform: Shape 64">
              <a:extLst>
                <a:ext uri="{FF2B5EF4-FFF2-40B4-BE49-F238E27FC236}">
                  <a16:creationId xmlns:a16="http://schemas.microsoft.com/office/drawing/2014/main" id="{DE3E9E68-30F6-2478-F0A1-2DCB05163D9A}"/>
                </a:ext>
              </a:extLst>
            </p:cNvPr>
            <p:cNvSpPr/>
            <p:nvPr/>
          </p:nvSpPr>
          <p:spPr>
            <a:xfrm>
              <a:off x="11574282" y="5481666"/>
              <a:ext cx="90268" cy="164665"/>
            </a:xfrm>
            <a:custGeom>
              <a:avLst/>
              <a:gdLst>
                <a:gd name="connsiteX0" fmla="*/ 56251 w 90268"/>
                <a:gd name="connsiteY0" fmla="*/ 7024 h 164665"/>
                <a:gd name="connsiteX1" fmla="*/ 48811 w 90268"/>
                <a:gd name="connsiteY1" fmla="*/ 81 h 164665"/>
                <a:gd name="connsiteX2" fmla="*/ 205 w 90268"/>
                <a:gd name="connsiteY2" fmla="*/ 15952 h 164665"/>
                <a:gd name="connsiteX3" fmla="*/ 205 w 90268"/>
                <a:gd name="connsiteY3" fmla="*/ 24880 h 164665"/>
                <a:gd name="connsiteX4" fmla="*/ 36164 w 90268"/>
                <a:gd name="connsiteY4" fmla="*/ 17936 h 164665"/>
                <a:gd name="connsiteX5" fmla="*/ 36164 w 90268"/>
                <a:gd name="connsiteY5" fmla="*/ 144411 h 164665"/>
                <a:gd name="connsiteX6" fmla="*/ 11365 w 90268"/>
                <a:gd name="connsiteY6" fmla="*/ 155818 h 164665"/>
                <a:gd name="connsiteX7" fmla="*/ 1941 w 90268"/>
                <a:gd name="connsiteY7" fmla="*/ 155818 h 164665"/>
                <a:gd name="connsiteX8" fmla="*/ 1941 w 90268"/>
                <a:gd name="connsiteY8" fmla="*/ 164746 h 164665"/>
                <a:gd name="connsiteX9" fmla="*/ 46083 w 90268"/>
                <a:gd name="connsiteY9" fmla="*/ 163754 h 164665"/>
                <a:gd name="connsiteX10" fmla="*/ 90473 w 90268"/>
                <a:gd name="connsiteY10" fmla="*/ 164746 h 164665"/>
                <a:gd name="connsiteX11" fmla="*/ 90473 w 90268"/>
                <a:gd name="connsiteY11" fmla="*/ 155818 h 164665"/>
                <a:gd name="connsiteX12" fmla="*/ 81050 w 90268"/>
                <a:gd name="connsiteY12" fmla="*/ 155818 h 164665"/>
                <a:gd name="connsiteX13" fmla="*/ 56251 w 90268"/>
                <a:gd name="connsiteY13" fmla="*/ 144411 h 164665"/>
                <a:gd name="connsiteX14" fmla="*/ 56251 w 90268"/>
                <a:gd name="connsiteY14" fmla="*/ 7024 h 16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268" h="164665">
                  <a:moveTo>
                    <a:pt x="56251" y="7024"/>
                  </a:moveTo>
                  <a:cubicBezTo>
                    <a:pt x="56251" y="329"/>
                    <a:pt x="55755" y="81"/>
                    <a:pt x="48811" y="81"/>
                  </a:cubicBezTo>
                  <a:cubicBezTo>
                    <a:pt x="32940" y="15704"/>
                    <a:pt x="10373" y="15952"/>
                    <a:pt x="205" y="15952"/>
                  </a:cubicBezTo>
                  <a:lnTo>
                    <a:pt x="205" y="24880"/>
                  </a:lnTo>
                  <a:cubicBezTo>
                    <a:pt x="6157" y="24880"/>
                    <a:pt x="22524" y="24880"/>
                    <a:pt x="36164" y="17936"/>
                  </a:cubicBezTo>
                  <a:lnTo>
                    <a:pt x="36164" y="144411"/>
                  </a:lnTo>
                  <a:cubicBezTo>
                    <a:pt x="36164" y="152594"/>
                    <a:pt x="36164" y="155818"/>
                    <a:pt x="11365" y="155818"/>
                  </a:cubicBezTo>
                  <a:lnTo>
                    <a:pt x="1941" y="155818"/>
                  </a:lnTo>
                  <a:lnTo>
                    <a:pt x="1941" y="164746"/>
                  </a:lnTo>
                  <a:cubicBezTo>
                    <a:pt x="6405" y="164498"/>
                    <a:pt x="36908" y="163754"/>
                    <a:pt x="46083" y="163754"/>
                  </a:cubicBezTo>
                  <a:cubicBezTo>
                    <a:pt x="53771" y="163754"/>
                    <a:pt x="85018" y="164498"/>
                    <a:pt x="90473" y="164746"/>
                  </a:cubicBezTo>
                  <a:lnTo>
                    <a:pt x="90473" y="155818"/>
                  </a:lnTo>
                  <a:lnTo>
                    <a:pt x="81050" y="155818"/>
                  </a:lnTo>
                  <a:cubicBezTo>
                    <a:pt x="56251" y="155818"/>
                    <a:pt x="56251" y="152594"/>
                    <a:pt x="56251" y="144411"/>
                  </a:cubicBezTo>
                  <a:lnTo>
                    <a:pt x="56251" y="702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6" name="Freeform: Shape 65">
              <a:extLst>
                <a:ext uri="{FF2B5EF4-FFF2-40B4-BE49-F238E27FC236}">
                  <a16:creationId xmlns:a16="http://schemas.microsoft.com/office/drawing/2014/main" id="{D2658D1E-E007-8CA8-A39C-37ABBA724123}"/>
                </a:ext>
              </a:extLst>
            </p:cNvPr>
            <p:cNvSpPr/>
            <p:nvPr/>
          </p:nvSpPr>
          <p:spPr>
            <a:xfrm>
              <a:off x="11706076" y="5460339"/>
              <a:ext cx="64229" cy="247742"/>
            </a:xfrm>
            <a:custGeom>
              <a:avLst/>
              <a:gdLst>
                <a:gd name="connsiteX0" fmla="*/ 4921 w 64229"/>
                <a:gd name="connsiteY0" fmla="*/ 81 h 247742"/>
                <a:gd name="connsiteX1" fmla="*/ 209 w 64229"/>
                <a:gd name="connsiteY1" fmla="*/ 3056 h 247742"/>
                <a:gd name="connsiteX2" fmla="*/ 2441 w 64229"/>
                <a:gd name="connsiteY2" fmla="*/ 6776 h 247742"/>
                <a:gd name="connsiteX3" fmla="*/ 47575 w 64229"/>
                <a:gd name="connsiteY3" fmla="*/ 123828 h 247742"/>
                <a:gd name="connsiteX4" fmla="*/ 4673 w 64229"/>
                <a:gd name="connsiteY4" fmla="*/ 239143 h 247742"/>
                <a:gd name="connsiteX5" fmla="*/ 209 w 64229"/>
                <a:gd name="connsiteY5" fmla="*/ 244847 h 247742"/>
                <a:gd name="connsiteX6" fmla="*/ 3433 w 64229"/>
                <a:gd name="connsiteY6" fmla="*/ 247823 h 247742"/>
                <a:gd name="connsiteX7" fmla="*/ 46335 w 64229"/>
                <a:gd name="connsiteY7" fmla="*/ 200457 h 247742"/>
                <a:gd name="connsiteX8" fmla="*/ 64438 w 64229"/>
                <a:gd name="connsiteY8" fmla="*/ 124076 h 247742"/>
                <a:gd name="connsiteX9" fmla="*/ 4921 w 64229"/>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7742">
                  <a:moveTo>
                    <a:pt x="4921" y="81"/>
                  </a:moveTo>
                  <a:cubicBezTo>
                    <a:pt x="3185" y="81"/>
                    <a:pt x="209" y="81"/>
                    <a:pt x="209" y="3056"/>
                  </a:cubicBezTo>
                  <a:cubicBezTo>
                    <a:pt x="209" y="4296"/>
                    <a:pt x="953" y="5040"/>
                    <a:pt x="2441" y="6776"/>
                  </a:cubicBezTo>
                  <a:cubicBezTo>
                    <a:pt x="23768" y="26368"/>
                    <a:pt x="47575" y="59846"/>
                    <a:pt x="47575" y="123828"/>
                  </a:cubicBezTo>
                  <a:cubicBezTo>
                    <a:pt x="47575" y="175658"/>
                    <a:pt x="31456" y="214840"/>
                    <a:pt x="4673" y="239143"/>
                  </a:cubicBezTo>
                  <a:cubicBezTo>
                    <a:pt x="457" y="243359"/>
                    <a:pt x="209" y="243607"/>
                    <a:pt x="209" y="244847"/>
                  </a:cubicBezTo>
                  <a:cubicBezTo>
                    <a:pt x="209" y="246087"/>
                    <a:pt x="953" y="247823"/>
                    <a:pt x="3433" y="247823"/>
                  </a:cubicBezTo>
                  <a:cubicBezTo>
                    <a:pt x="6409" y="247823"/>
                    <a:pt x="29968" y="231455"/>
                    <a:pt x="46335" y="200457"/>
                  </a:cubicBezTo>
                  <a:cubicBezTo>
                    <a:pt x="57247" y="179873"/>
                    <a:pt x="64438" y="153090"/>
                    <a:pt x="64438" y="124076"/>
                  </a:cubicBezTo>
                  <a:cubicBezTo>
                    <a:pt x="64438" y="89109"/>
                    <a:pt x="54023" y="34799"/>
                    <a:pt x="4921"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7" name="Freeform: Shape 66">
              <a:extLst>
                <a:ext uri="{FF2B5EF4-FFF2-40B4-BE49-F238E27FC236}">
                  <a16:creationId xmlns:a16="http://schemas.microsoft.com/office/drawing/2014/main" id="{7EFE7EDC-C02A-10A6-3A03-0F2DDF3EE99B}"/>
                </a:ext>
              </a:extLst>
            </p:cNvPr>
            <p:cNvSpPr/>
            <p:nvPr/>
          </p:nvSpPr>
          <p:spPr>
            <a:xfrm>
              <a:off x="11935138" y="5662589"/>
              <a:ext cx="235590" cy="82899"/>
            </a:xfrm>
            <a:custGeom>
              <a:avLst/>
              <a:gdLst>
                <a:gd name="connsiteX0" fmla="*/ 223761 w 235590"/>
                <a:gd name="connsiteY0" fmla="*/ 14256 h 82899"/>
                <a:gd name="connsiteX1" fmla="*/ 235806 w 235590"/>
                <a:gd name="connsiteY1" fmla="*/ 7170 h 82899"/>
                <a:gd name="connsiteX2" fmla="*/ 224115 w 235590"/>
                <a:gd name="connsiteY2" fmla="*/ 85 h 82899"/>
                <a:gd name="connsiteX3" fmla="*/ 11906 w 235590"/>
                <a:gd name="connsiteY3" fmla="*/ 85 h 82899"/>
                <a:gd name="connsiteX4" fmla="*/ 215 w 235590"/>
                <a:gd name="connsiteY4" fmla="*/ 7170 h 82899"/>
                <a:gd name="connsiteX5" fmla="*/ 12261 w 235590"/>
                <a:gd name="connsiteY5" fmla="*/ 14256 h 82899"/>
                <a:gd name="connsiteX6" fmla="*/ 223761 w 235590"/>
                <a:gd name="connsiteY6" fmla="*/ 14256 h 82899"/>
                <a:gd name="connsiteX7" fmla="*/ 224115 w 235590"/>
                <a:gd name="connsiteY7" fmla="*/ 82984 h 82899"/>
                <a:gd name="connsiteX8" fmla="*/ 235806 w 235590"/>
                <a:gd name="connsiteY8" fmla="*/ 75899 h 82899"/>
                <a:gd name="connsiteX9" fmla="*/ 223761 w 235590"/>
                <a:gd name="connsiteY9" fmla="*/ 68813 h 82899"/>
                <a:gd name="connsiteX10" fmla="*/ 12261 w 235590"/>
                <a:gd name="connsiteY10" fmla="*/ 68813 h 82899"/>
                <a:gd name="connsiteX11" fmla="*/ 215 w 235590"/>
                <a:gd name="connsiteY11" fmla="*/ 75899 h 82899"/>
                <a:gd name="connsiteX12" fmla="*/ 11906 w 235590"/>
                <a:gd name="connsiteY12" fmla="*/ 82984 h 82899"/>
                <a:gd name="connsiteX13" fmla="*/ 224115 w 235590"/>
                <a:gd name="connsiteY13" fmla="*/ 82984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90" h="82899">
                  <a:moveTo>
                    <a:pt x="223761" y="14256"/>
                  </a:moveTo>
                  <a:cubicBezTo>
                    <a:pt x="229075" y="14256"/>
                    <a:pt x="235806" y="14256"/>
                    <a:pt x="235806" y="7170"/>
                  </a:cubicBezTo>
                  <a:cubicBezTo>
                    <a:pt x="235806" y="85"/>
                    <a:pt x="229075" y="85"/>
                    <a:pt x="224115" y="85"/>
                  </a:cubicBezTo>
                  <a:lnTo>
                    <a:pt x="11906" y="85"/>
                  </a:lnTo>
                  <a:cubicBezTo>
                    <a:pt x="6947" y="85"/>
                    <a:pt x="215" y="85"/>
                    <a:pt x="215" y="7170"/>
                  </a:cubicBezTo>
                  <a:cubicBezTo>
                    <a:pt x="215" y="14256"/>
                    <a:pt x="6947" y="14256"/>
                    <a:pt x="12261" y="14256"/>
                  </a:cubicBezTo>
                  <a:lnTo>
                    <a:pt x="223761" y="14256"/>
                  </a:lnTo>
                  <a:close/>
                  <a:moveTo>
                    <a:pt x="224115" y="82984"/>
                  </a:moveTo>
                  <a:cubicBezTo>
                    <a:pt x="229075" y="82984"/>
                    <a:pt x="235806" y="82984"/>
                    <a:pt x="235806" y="75899"/>
                  </a:cubicBezTo>
                  <a:cubicBezTo>
                    <a:pt x="235806" y="68813"/>
                    <a:pt x="229075" y="68813"/>
                    <a:pt x="223761" y="68813"/>
                  </a:cubicBezTo>
                  <a:lnTo>
                    <a:pt x="12261" y="68813"/>
                  </a:lnTo>
                  <a:cubicBezTo>
                    <a:pt x="6947" y="68813"/>
                    <a:pt x="215" y="68813"/>
                    <a:pt x="215" y="75899"/>
                  </a:cubicBezTo>
                  <a:cubicBezTo>
                    <a:pt x="215" y="82984"/>
                    <a:pt x="6947" y="82984"/>
                    <a:pt x="11906" y="82984"/>
                  </a:cubicBezTo>
                  <a:lnTo>
                    <a:pt x="224115" y="8298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8" name="Freeform: Shape 67">
              <a:extLst>
                <a:ext uri="{FF2B5EF4-FFF2-40B4-BE49-F238E27FC236}">
                  <a16:creationId xmlns:a16="http://schemas.microsoft.com/office/drawing/2014/main" id="{EBEB4534-90E8-2B52-4DCD-D80B03624BB1}"/>
                </a:ext>
              </a:extLst>
            </p:cNvPr>
            <p:cNvSpPr/>
            <p:nvPr/>
          </p:nvSpPr>
          <p:spPr>
            <a:xfrm>
              <a:off x="12294565" y="5636019"/>
              <a:ext cx="162610" cy="229213"/>
            </a:xfrm>
            <a:custGeom>
              <a:avLst/>
              <a:gdLst>
                <a:gd name="connsiteX0" fmla="*/ 161774 w 162610"/>
                <a:gd name="connsiteY0" fmla="*/ 23112 h 229213"/>
                <a:gd name="connsiteX1" fmla="*/ 162837 w 162610"/>
                <a:gd name="connsiteY1" fmla="*/ 16735 h 229213"/>
                <a:gd name="connsiteX2" fmla="*/ 152563 w 162610"/>
                <a:gd name="connsiteY2" fmla="*/ 7170 h 229213"/>
                <a:gd name="connsiteX3" fmla="*/ 138038 w 162610"/>
                <a:gd name="connsiteY3" fmla="*/ 22404 h 229213"/>
                <a:gd name="connsiteX4" fmla="*/ 105090 w 162610"/>
                <a:gd name="connsiteY4" fmla="*/ 85 h 229213"/>
                <a:gd name="connsiteX5" fmla="*/ 20774 w 162610"/>
                <a:gd name="connsiteY5" fmla="*/ 100698 h 229213"/>
                <a:gd name="connsiteX6" fmla="*/ 67892 w 162610"/>
                <a:gd name="connsiteY6" fmla="*/ 156673 h 229213"/>
                <a:gd name="connsiteX7" fmla="*/ 108987 w 162610"/>
                <a:gd name="connsiteY7" fmla="*/ 136125 h 229213"/>
                <a:gd name="connsiteX8" fmla="*/ 109342 w 162610"/>
                <a:gd name="connsiteY8" fmla="*/ 136479 h 229213"/>
                <a:gd name="connsiteX9" fmla="*/ 97651 w 162610"/>
                <a:gd name="connsiteY9" fmla="*/ 183243 h 229213"/>
                <a:gd name="connsiteX10" fmla="*/ 46635 w 162610"/>
                <a:gd name="connsiteY10" fmla="*/ 221504 h 229213"/>
                <a:gd name="connsiteX11" fmla="*/ 18294 w 162610"/>
                <a:gd name="connsiteY11" fmla="*/ 217962 h 229213"/>
                <a:gd name="connsiteX12" fmla="*/ 32819 w 162610"/>
                <a:gd name="connsiteY12" fmla="*/ 199540 h 229213"/>
                <a:gd name="connsiteX13" fmla="*/ 19357 w 162610"/>
                <a:gd name="connsiteY13" fmla="*/ 187140 h 229213"/>
                <a:gd name="connsiteX14" fmla="*/ 226 w 162610"/>
                <a:gd name="connsiteY14" fmla="*/ 207688 h 229213"/>
                <a:gd name="connsiteX15" fmla="*/ 47344 w 162610"/>
                <a:gd name="connsiteY15" fmla="*/ 229298 h 229213"/>
                <a:gd name="connsiteX16" fmla="*/ 122450 w 162610"/>
                <a:gd name="connsiteY16" fmla="*/ 180409 h 229213"/>
                <a:gd name="connsiteX17" fmla="*/ 161774 w 162610"/>
                <a:gd name="connsiteY17" fmla="*/ 23112 h 229213"/>
                <a:gd name="connsiteX18" fmla="*/ 115718 w 162610"/>
                <a:gd name="connsiteY18" fmla="*/ 111326 h 229213"/>
                <a:gd name="connsiteX19" fmla="*/ 97651 w 162610"/>
                <a:gd name="connsiteY19" fmla="*/ 136125 h 229213"/>
                <a:gd name="connsiteX20" fmla="*/ 68955 w 162610"/>
                <a:gd name="connsiteY20" fmla="*/ 148879 h 229213"/>
                <a:gd name="connsiteX21" fmla="*/ 45927 w 162610"/>
                <a:gd name="connsiteY21" fmla="*/ 116286 h 229213"/>
                <a:gd name="connsiteX22" fmla="*/ 65766 w 162610"/>
                <a:gd name="connsiteY22" fmla="*/ 39409 h 229213"/>
                <a:gd name="connsiteX23" fmla="*/ 105445 w 162610"/>
                <a:gd name="connsiteY23" fmla="*/ 7879 h 229213"/>
                <a:gd name="connsiteX24" fmla="*/ 133786 w 162610"/>
                <a:gd name="connsiteY24" fmla="*/ 38346 h 229213"/>
                <a:gd name="connsiteX25" fmla="*/ 132724 w 162610"/>
                <a:gd name="connsiteY25" fmla="*/ 43660 h 229213"/>
                <a:gd name="connsiteX26" fmla="*/ 115718 w 162610"/>
                <a:gd name="connsiteY26" fmla="*/ 111326 h 22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2610" h="229213">
                  <a:moveTo>
                    <a:pt x="161774" y="23112"/>
                  </a:moveTo>
                  <a:cubicBezTo>
                    <a:pt x="162128" y="20987"/>
                    <a:pt x="162837" y="19215"/>
                    <a:pt x="162837" y="16735"/>
                  </a:cubicBezTo>
                  <a:cubicBezTo>
                    <a:pt x="162837" y="10713"/>
                    <a:pt x="158585" y="7170"/>
                    <a:pt x="152563" y="7170"/>
                  </a:cubicBezTo>
                  <a:cubicBezTo>
                    <a:pt x="149020" y="7170"/>
                    <a:pt x="139455" y="9650"/>
                    <a:pt x="138038" y="22404"/>
                  </a:cubicBezTo>
                  <a:cubicBezTo>
                    <a:pt x="131661" y="9296"/>
                    <a:pt x="119261" y="85"/>
                    <a:pt x="105090" y="85"/>
                  </a:cubicBezTo>
                  <a:cubicBezTo>
                    <a:pt x="64703" y="85"/>
                    <a:pt x="20774" y="49683"/>
                    <a:pt x="20774" y="100698"/>
                  </a:cubicBezTo>
                  <a:cubicBezTo>
                    <a:pt x="20774" y="135771"/>
                    <a:pt x="42384" y="156673"/>
                    <a:pt x="67892" y="156673"/>
                  </a:cubicBezTo>
                  <a:cubicBezTo>
                    <a:pt x="88794" y="156673"/>
                    <a:pt x="105445" y="140022"/>
                    <a:pt x="108987" y="136125"/>
                  </a:cubicBezTo>
                  <a:lnTo>
                    <a:pt x="109342" y="136479"/>
                  </a:lnTo>
                  <a:cubicBezTo>
                    <a:pt x="101902" y="168009"/>
                    <a:pt x="97651" y="182535"/>
                    <a:pt x="97651" y="183243"/>
                  </a:cubicBezTo>
                  <a:cubicBezTo>
                    <a:pt x="96234" y="186432"/>
                    <a:pt x="84188" y="221504"/>
                    <a:pt x="46635" y="221504"/>
                  </a:cubicBezTo>
                  <a:cubicBezTo>
                    <a:pt x="39904" y="221504"/>
                    <a:pt x="28213" y="221150"/>
                    <a:pt x="18294" y="217962"/>
                  </a:cubicBezTo>
                  <a:cubicBezTo>
                    <a:pt x="28922" y="214773"/>
                    <a:pt x="32819" y="205562"/>
                    <a:pt x="32819" y="199540"/>
                  </a:cubicBezTo>
                  <a:cubicBezTo>
                    <a:pt x="32819" y="193871"/>
                    <a:pt x="28922" y="187140"/>
                    <a:pt x="19357" y="187140"/>
                  </a:cubicBezTo>
                  <a:cubicBezTo>
                    <a:pt x="11563" y="187140"/>
                    <a:pt x="226" y="193517"/>
                    <a:pt x="226" y="207688"/>
                  </a:cubicBezTo>
                  <a:cubicBezTo>
                    <a:pt x="226" y="222213"/>
                    <a:pt x="13334" y="229298"/>
                    <a:pt x="47344" y="229298"/>
                  </a:cubicBezTo>
                  <a:cubicBezTo>
                    <a:pt x="91628" y="229298"/>
                    <a:pt x="117136" y="201665"/>
                    <a:pt x="122450" y="180409"/>
                  </a:cubicBezTo>
                  <a:lnTo>
                    <a:pt x="161774" y="23112"/>
                  </a:lnTo>
                  <a:close/>
                  <a:moveTo>
                    <a:pt x="115718" y="111326"/>
                  </a:moveTo>
                  <a:cubicBezTo>
                    <a:pt x="113593" y="120537"/>
                    <a:pt x="105445" y="129394"/>
                    <a:pt x="97651" y="136125"/>
                  </a:cubicBezTo>
                  <a:cubicBezTo>
                    <a:pt x="90211" y="142502"/>
                    <a:pt x="79228" y="148879"/>
                    <a:pt x="68955" y="148879"/>
                  </a:cubicBezTo>
                  <a:cubicBezTo>
                    <a:pt x="51241" y="148879"/>
                    <a:pt x="45927" y="130457"/>
                    <a:pt x="45927" y="116286"/>
                  </a:cubicBezTo>
                  <a:cubicBezTo>
                    <a:pt x="45927" y="99281"/>
                    <a:pt x="56201" y="57477"/>
                    <a:pt x="65766" y="39409"/>
                  </a:cubicBezTo>
                  <a:cubicBezTo>
                    <a:pt x="75331" y="22050"/>
                    <a:pt x="90565" y="7879"/>
                    <a:pt x="105445" y="7879"/>
                  </a:cubicBezTo>
                  <a:cubicBezTo>
                    <a:pt x="128827" y="7879"/>
                    <a:pt x="133786" y="36575"/>
                    <a:pt x="133786" y="38346"/>
                  </a:cubicBezTo>
                  <a:cubicBezTo>
                    <a:pt x="133786" y="40117"/>
                    <a:pt x="133078" y="42243"/>
                    <a:pt x="132724" y="43660"/>
                  </a:cubicBezTo>
                  <a:lnTo>
                    <a:pt x="115718" y="11132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9" name="Freeform: Shape 68">
              <a:extLst>
                <a:ext uri="{FF2B5EF4-FFF2-40B4-BE49-F238E27FC236}">
                  <a16:creationId xmlns:a16="http://schemas.microsoft.com/office/drawing/2014/main" id="{A8A3735A-98F2-A60C-ACD8-85E6C112F374}"/>
                </a:ext>
              </a:extLst>
            </p:cNvPr>
            <p:cNvSpPr/>
            <p:nvPr/>
          </p:nvSpPr>
          <p:spPr>
            <a:xfrm>
              <a:off x="12593750" y="5385191"/>
              <a:ext cx="134623" cy="637334"/>
            </a:xfrm>
            <a:custGeom>
              <a:avLst/>
              <a:gdLst>
                <a:gd name="connsiteX0" fmla="*/ 118914 w 134623"/>
                <a:gd name="connsiteY0" fmla="*/ 633511 h 637334"/>
                <a:gd name="connsiteX1" fmla="*/ 123165 w 134623"/>
                <a:gd name="connsiteY1" fmla="*/ 637408 h 637334"/>
                <a:gd name="connsiteX2" fmla="*/ 130959 w 134623"/>
                <a:gd name="connsiteY2" fmla="*/ 637408 h 637334"/>
                <a:gd name="connsiteX3" fmla="*/ 134856 w 134623"/>
                <a:gd name="connsiteY3" fmla="*/ 633865 h 637334"/>
                <a:gd name="connsiteX4" fmla="*/ 133439 w 134623"/>
                <a:gd name="connsiteY4" fmla="*/ 630677 h 637334"/>
                <a:gd name="connsiteX5" fmla="*/ 79590 w 134623"/>
                <a:gd name="connsiteY5" fmla="*/ 559468 h 637334"/>
                <a:gd name="connsiteX6" fmla="*/ 27157 w 134623"/>
                <a:gd name="connsiteY6" fmla="*/ 318918 h 637334"/>
                <a:gd name="connsiteX7" fmla="*/ 133793 w 134623"/>
                <a:gd name="connsiteY7" fmla="*/ 6451 h 637334"/>
                <a:gd name="connsiteX8" fmla="*/ 134856 w 134623"/>
                <a:gd name="connsiteY8" fmla="*/ 3616 h 637334"/>
                <a:gd name="connsiteX9" fmla="*/ 128125 w 134623"/>
                <a:gd name="connsiteY9" fmla="*/ 74 h 637334"/>
                <a:gd name="connsiteX10" fmla="*/ 119622 w 134623"/>
                <a:gd name="connsiteY10" fmla="*/ 2908 h 637334"/>
                <a:gd name="connsiteX11" fmla="*/ 23615 w 134623"/>
                <a:gd name="connsiteY11" fmla="*/ 155953 h 637334"/>
                <a:gd name="connsiteX12" fmla="*/ 233 w 134623"/>
                <a:gd name="connsiteY12" fmla="*/ 318564 h 637334"/>
                <a:gd name="connsiteX13" fmla="*/ 71087 w 134623"/>
                <a:gd name="connsiteY13" fmla="*/ 579662 h 637334"/>
                <a:gd name="connsiteX14" fmla="*/ 93760 w 134623"/>
                <a:gd name="connsiteY14" fmla="*/ 608358 h 637334"/>
                <a:gd name="connsiteX15" fmla="*/ 105097 w 134623"/>
                <a:gd name="connsiteY15" fmla="*/ 620757 h 637334"/>
                <a:gd name="connsiteX16" fmla="*/ 118914 w 134623"/>
                <a:gd name="connsiteY16" fmla="*/ 633511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4623" h="637334">
                  <a:moveTo>
                    <a:pt x="118914" y="633511"/>
                  </a:moveTo>
                  <a:cubicBezTo>
                    <a:pt x="119622" y="633865"/>
                    <a:pt x="122811" y="637408"/>
                    <a:pt x="123165" y="637408"/>
                  </a:cubicBezTo>
                  <a:lnTo>
                    <a:pt x="130959" y="637408"/>
                  </a:lnTo>
                  <a:cubicBezTo>
                    <a:pt x="132022" y="637408"/>
                    <a:pt x="134856" y="637054"/>
                    <a:pt x="134856" y="633865"/>
                  </a:cubicBezTo>
                  <a:cubicBezTo>
                    <a:pt x="134856" y="632448"/>
                    <a:pt x="134147" y="631740"/>
                    <a:pt x="133439" y="630677"/>
                  </a:cubicBezTo>
                  <a:cubicBezTo>
                    <a:pt x="120685" y="617923"/>
                    <a:pt x="101554" y="598438"/>
                    <a:pt x="79590" y="559468"/>
                  </a:cubicBezTo>
                  <a:cubicBezTo>
                    <a:pt x="41328" y="491448"/>
                    <a:pt x="27157" y="403943"/>
                    <a:pt x="27157" y="318918"/>
                  </a:cubicBezTo>
                  <a:cubicBezTo>
                    <a:pt x="27157" y="161621"/>
                    <a:pt x="71796" y="69157"/>
                    <a:pt x="133793" y="6451"/>
                  </a:cubicBezTo>
                  <a:cubicBezTo>
                    <a:pt x="134856" y="5388"/>
                    <a:pt x="134856" y="4325"/>
                    <a:pt x="134856" y="3616"/>
                  </a:cubicBezTo>
                  <a:cubicBezTo>
                    <a:pt x="134856" y="74"/>
                    <a:pt x="132376" y="74"/>
                    <a:pt x="128125" y="74"/>
                  </a:cubicBezTo>
                  <a:cubicBezTo>
                    <a:pt x="123519" y="74"/>
                    <a:pt x="122811" y="74"/>
                    <a:pt x="119622" y="2908"/>
                  </a:cubicBezTo>
                  <a:cubicBezTo>
                    <a:pt x="85966" y="31958"/>
                    <a:pt x="48059" y="81202"/>
                    <a:pt x="23615" y="155953"/>
                  </a:cubicBezTo>
                  <a:cubicBezTo>
                    <a:pt x="8381" y="202717"/>
                    <a:pt x="233" y="259755"/>
                    <a:pt x="233" y="318564"/>
                  </a:cubicBezTo>
                  <a:cubicBezTo>
                    <a:pt x="233" y="402526"/>
                    <a:pt x="15466" y="497471"/>
                    <a:pt x="71087" y="579662"/>
                  </a:cubicBezTo>
                  <a:cubicBezTo>
                    <a:pt x="80652" y="593478"/>
                    <a:pt x="93760" y="608004"/>
                    <a:pt x="93760" y="608358"/>
                  </a:cubicBezTo>
                  <a:cubicBezTo>
                    <a:pt x="97303" y="612609"/>
                    <a:pt x="102263" y="618277"/>
                    <a:pt x="105097" y="620757"/>
                  </a:cubicBezTo>
                  <a:lnTo>
                    <a:pt x="118914" y="63351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0" name="Freeform: Shape 69">
              <a:extLst>
                <a:ext uri="{FF2B5EF4-FFF2-40B4-BE49-F238E27FC236}">
                  <a16:creationId xmlns:a16="http://schemas.microsoft.com/office/drawing/2014/main" id="{05138B41-D8E2-A23A-301B-2DDB2FE5ED34}"/>
                </a:ext>
              </a:extLst>
            </p:cNvPr>
            <p:cNvSpPr/>
            <p:nvPr/>
          </p:nvSpPr>
          <p:spPr>
            <a:xfrm>
              <a:off x="12750063" y="5549577"/>
              <a:ext cx="403869" cy="245864"/>
            </a:xfrm>
            <a:custGeom>
              <a:avLst/>
              <a:gdLst>
                <a:gd name="connsiteX0" fmla="*/ 370452 w 403869"/>
                <a:gd name="connsiteY0" fmla="*/ 25238 h 245864"/>
                <a:gd name="connsiteX1" fmla="*/ 383915 w 403869"/>
                <a:gd name="connsiteY1" fmla="*/ 17444 h 245864"/>
                <a:gd name="connsiteX2" fmla="*/ 404108 w 403869"/>
                <a:gd name="connsiteY2" fmla="*/ 16735 h 245864"/>
                <a:gd name="connsiteX3" fmla="*/ 404108 w 403869"/>
                <a:gd name="connsiteY3" fmla="*/ 85 h 245864"/>
                <a:gd name="connsiteX4" fmla="*/ 366201 w 403869"/>
                <a:gd name="connsiteY4" fmla="*/ 1148 h 245864"/>
                <a:gd name="connsiteX5" fmla="*/ 318020 w 403869"/>
                <a:gd name="connsiteY5" fmla="*/ 85 h 245864"/>
                <a:gd name="connsiteX6" fmla="*/ 318020 w 403869"/>
                <a:gd name="connsiteY6" fmla="*/ 16735 h 245864"/>
                <a:gd name="connsiteX7" fmla="*/ 354156 w 403869"/>
                <a:gd name="connsiteY7" fmla="*/ 20632 h 245864"/>
                <a:gd name="connsiteX8" fmla="*/ 293221 w 403869"/>
                <a:gd name="connsiteY8" fmla="*/ 178992 h 245864"/>
                <a:gd name="connsiteX9" fmla="*/ 230515 w 403869"/>
                <a:gd name="connsiteY9" fmla="*/ 16735 h 245864"/>
                <a:gd name="connsiteX10" fmla="*/ 264525 w 403869"/>
                <a:gd name="connsiteY10" fmla="*/ 16735 h 245864"/>
                <a:gd name="connsiteX11" fmla="*/ 264525 w 403869"/>
                <a:gd name="connsiteY11" fmla="*/ 85 h 245864"/>
                <a:gd name="connsiteX12" fmla="*/ 202528 w 403869"/>
                <a:gd name="connsiteY12" fmla="*/ 1148 h 245864"/>
                <a:gd name="connsiteX13" fmla="*/ 148324 w 403869"/>
                <a:gd name="connsiteY13" fmla="*/ 85 h 245864"/>
                <a:gd name="connsiteX14" fmla="*/ 148324 w 403869"/>
                <a:gd name="connsiteY14" fmla="*/ 16735 h 245864"/>
                <a:gd name="connsiteX15" fmla="*/ 178792 w 403869"/>
                <a:gd name="connsiteY15" fmla="*/ 16735 h 245864"/>
                <a:gd name="connsiteX16" fmla="*/ 193317 w 403869"/>
                <a:gd name="connsiteY16" fmla="*/ 54288 h 245864"/>
                <a:gd name="connsiteX17" fmla="*/ 145136 w 403869"/>
                <a:gd name="connsiteY17" fmla="*/ 178992 h 245864"/>
                <a:gd name="connsiteX18" fmla="*/ 82430 w 403869"/>
                <a:gd name="connsiteY18" fmla="*/ 16735 h 245864"/>
                <a:gd name="connsiteX19" fmla="*/ 116440 w 403869"/>
                <a:gd name="connsiteY19" fmla="*/ 16735 h 245864"/>
                <a:gd name="connsiteX20" fmla="*/ 116440 w 403869"/>
                <a:gd name="connsiteY20" fmla="*/ 85 h 245864"/>
                <a:gd name="connsiteX21" fmla="*/ 54442 w 403869"/>
                <a:gd name="connsiteY21" fmla="*/ 1148 h 245864"/>
                <a:gd name="connsiteX22" fmla="*/ 239 w 403869"/>
                <a:gd name="connsiteY22" fmla="*/ 85 h 245864"/>
                <a:gd name="connsiteX23" fmla="*/ 239 w 403869"/>
                <a:gd name="connsiteY23" fmla="*/ 16735 h 245864"/>
                <a:gd name="connsiteX24" fmla="*/ 30706 w 403869"/>
                <a:gd name="connsiteY24" fmla="*/ 16735 h 245864"/>
                <a:gd name="connsiteX25" fmla="*/ 115731 w 403869"/>
                <a:gd name="connsiteY25" fmla="*/ 236738 h 245864"/>
                <a:gd name="connsiteX26" fmla="*/ 128131 w 403869"/>
                <a:gd name="connsiteY26" fmla="*/ 245949 h 245864"/>
                <a:gd name="connsiteX27" fmla="*/ 140530 w 403869"/>
                <a:gd name="connsiteY27" fmla="*/ 236738 h 245864"/>
                <a:gd name="connsiteX28" fmla="*/ 202173 w 403869"/>
                <a:gd name="connsiteY28" fmla="*/ 77316 h 245864"/>
                <a:gd name="connsiteX29" fmla="*/ 263817 w 403869"/>
                <a:gd name="connsiteY29" fmla="*/ 236738 h 245864"/>
                <a:gd name="connsiteX30" fmla="*/ 276216 w 403869"/>
                <a:gd name="connsiteY30" fmla="*/ 245949 h 245864"/>
                <a:gd name="connsiteX31" fmla="*/ 288616 w 403869"/>
                <a:gd name="connsiteY31" fmla="*/ 236738 h 245864"/>
                <a:gd name="connsiteX32" fmla="*/ 370452 w 403869"/>
                <a:gd name="connsiteY32" fmla="*/ 25238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3869" h="245864">
                  <a:moveTo>
                    <a:pt x="370452" y="25238"/>
                  </a:moveTo>
                  <a:cubicBezTo>
                    <a:pt x="372578" y="19215"/>
                    <a:pt x="372932" y="18507"/>
                    <a:pt x="383915" y="17444"/>
                  </a:cubicBezTo>
                  <a:cubicBezTo>
                    <a:pt x="391000" y="16735"/>
                    <a:pt x="398440" y="16735"/>
                    <a:pt x="404108" y="16735"/>
                  </a:cubicBezTo>
                  <a:lnTo>
                    <a:pt x="404108" y="85"/>
                  </a:lnTo>
                  <a:cubicBezTo>
                    <a:pt x="394543" y="439"/>
                    <a:pt x="382143" y="1148"/>
                    <a:pt x="366201" y="1148"/>
                  </a:cubicBezTo>
                  <a:cubicBezTo>
                    <a:pt x="352739" y="1148"/>
                    <a:pt x="330774" y="1148"/>
                    <a:pt x="318020" y="85"/>
                  </a:cubicBezTo>
                  <a:lnTo>
                    <a:pt x="318020" y="16735"/>
                  </a:lnTo>
                  <a:cubicBezTo>
                    <a:pt x="326877" y="16735"/>
                    <a:pt x="343882" y="16735"/>
                    <a:pt x="354156" y="20632"/>
                  </a:cubicBezTo>
                  <a:lnTo>
                    <a:pt x="293221" y="178992"/>
                  </a:lnTo>
                  <a:lnTo>
                    <a:pt x="230515" y="16735"/>
                  </a:lnTo>
                  <a:lnTo>
                    <a:pt x="264525" y="16735"/>
                  </a:lnTo>
                  <a:lnTo>
                    <a:pt x="264525" y="85"/>
                  </a:lnTo>
                  <a:cubicBezTo>
                    <a:pt x="251063" y="1148"/>
                    <a:pt x="217761" y="1148"/>
                    <a:pt x="202528" y="1148"/>
                  </a:cubicBezTo>
                  <a:cubicBezTo>
                    <a:pt x="188711" y="1148"/>
                    <a:pt x="160724" y="1148"/>
                    <a:pt x="148324" y="85"/>
                  </a:cubicBezTo>
                  <a:lnTo>
                    <a:pt x="148324" y="16735"/>
                  </a:lnTo>
                  <a:lnTo>
                    <a:pt x="178792" y="16735"/>
                  </a:lnTo>
                  <a:lnTo>
                    <a:pt x="193317" y="54288"/>
                  </a:lnTo>
                  <a:lnTo>
                    <a:pt x="145136" y="178992"/>
                  </a:lnTo>
                  <a:lnTo>
                    <a:pt x="82430" y="16735"/>
                  </a:lnTo>
                  <a:lnTo>
                    <a:pt x="116440" y="16735"/>
                  </a:lnTo>
                  <a:lnTo>
                    <a:pt x="116440" y="85"/>
                  </a:lnTo>
                  <a:cubicBezTo>
                    <a:pt x="102977" y="1148"/>
                    <a:pt x="69676" y="1148"/>
                    <a:pt x="54442" y="1148"/>
                  </a:cubicBezTo>
                  <a:cubicBezTo>
                    <a:pt x="40626" y="1148"/>
                    <a:pt x="12638" y="1148"/>
                    <a:pt x="239" y="85"/>
                  </a:cubicBezTo>
                  <a:lnTo>
                    <a:pt x="239" y="16735"/>
                  </a:lnTo>
                  <a:lnTo>
                    <a:pt x="30706" y="16735"/>
                  </a:lnTo>
                  <a:lnTo>
                    <a:pt x="115731" y="236738"/>
                  </a:lnTo>
                  <a:cubicBezTo>
                    <a:pt x="117857" y="242406"/>
                    <a:pt x="119274" y="245949"/>
                    <a:pt x="128131" y="245949"/>
                  </a:cubicBezTo>
                  <a:cubicBezTo>
                    <a:pt x="136987" y="245949"/>
                    <a:pt x="138405" y="242406"/>
                    <a:pt x="140530" y="236738"/>
                  </a:cubicBezTo>
                  <a:lnTo>
                    <a:pt x="202173" y="77316"/>
                  </a:lnTo>
                  <a:lnTo>
                    <a:pt x="263817" y="236738"/>
                  </a:lnTo>
                  <a:cubicBezTo>
                    <a:pt x="265942" y="242406"/>
                    <a:pt x="267359" y="245949"/>
                    <a:pt x="276216" y="245949"/>
                  </a:cubicBezTo>
                  <a:cubicBezTo>
                    <a:pt x="285073" y="245949"/>
                    <a:pt x="286490" y="242406"/>
                    <a:pt x="288616" y="236738"/>
                  </a:cubicBezTo>
                  <a:lnTo>
                    <a:pt x="370452" y="2523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1" name="Freeform: Shape 70">
              <a:extLst>
                <a:ext uri="{FF2B5EF4-FFF2-40B4-BE49-F238E27FC236}">
                  <a16:creationId xmlns:a16="http://schemas.microsoft.com/office/drawing/2014/main" id="{77F521B9-F7C2-51CF-4460-7E6CFA6A5ADC}"/>
                </a:ext>
              </a:extLst>
            </p:cNvPr>
            <p:cNvSpPr/>
            <p:nvPr/>
          </p:nvSpPr>
          <p:spPr>
            <a:xfrm>
              <a:off x="13196925" y="5460339"/>
              <a:ext cx="64477" cy="247742"/>
            </a:xfrm>
            <a:custGeom>
              <a:avLst/>
              <a:gdLst>
                <a:gd name="connsiteX0" fmla="*/ 59768 w 64477"/>
                <a:gd name="connsiteY0" fmla="*/ 81 h 247742"/>
                <a:gd name="connsiteX1" fmla="*/ 251 w 64477"/>
                <a:gd name="connsiteY1" fmla="*/ 123828 h 247742"/>
                <a:gd name="connsiteX2" fmla="*/ 59768 w 64477"/>
                <a:gd name="connsiteY2" fmla="*/ 247823 h 247742"/>
                <a:gd name="connsiteX3" fmla="*/ 64728 w 64477"/>
                <a:gd name="connsiteY3" fmla="*/ 244847 h 247742"/>
                <a:gd name="connsiteX4" fmla="*/ 62248 w 64477"/>
                <a:gd name="connsiteY4" fmla="*/ 241127 h 247742"/>
                <a:gd name="connsiteX5" fmla="*/ 17114 w 64477"/>
                <a:gd name="connsiteY5" fmla="*/ 124076 h 247742"/>
                <a:gd name="connsiteX6" fmla="*/ 62992 w 64477"/>
                <a:gd name="connsiteY6" fmla="*/ 6032 h 247742"/>
                <a:gd name="connsiteX7" fmla="*/ 64728 w 64477"/>
                <a:gd name="connsiteY7" fmla="*/ 3056 h 247742"/>
                <a:gd name="connsiteX8" fmla="*/ 59768 w 64477"/>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7742">
                  <a:moveTo>
                    <a:pt x="59768" y="81"/>
                  </a:moveTo>
                  <a:cubicBezTo>
                    <a:pt x="12650" y="33311"/>
                    <a:pt x="251" y="85885"/>
                    <a:pt x="251" y="123828"/>
                  </a:cubicBezTo>
                  <a:cubicBezTo>
                    <a:pt x="251" y="158794"/>
                    <a:pt x="10666" y="213104"/>
                    <a:pt x="59768" y="247823"/>
                  </a:cubicBezTo>
                  <a:cubicBezTo>
                    <a:pt x="61752" y="247823"/>
                    <a:pt x="64728" y="247823"/>
                    <a:pt x="64728" y="244847"/>
                  </a:cubicBezTo>
                  <a:cubicBezTo>
                    <a:pt x="64728" y="243359"/>
                    <a:pt x="63984" y="242863"/>
                    <a:pt x="62248" y="241127"/>
                  </a:cubicBezTo>
                  <a:cubicBezTo>
                    <a:pt x="29266" y="211368"/>
                    <a:pt x="17114" y="169210"/>
                    <a:pt x="17114" y="124076"/>
                  </a:cubicBezTo>
                  <a:cubicBezTo>
                    <a:pt x="17114" y="57118"/>
                    <a:pt x="42657" y="24384"/>
                    <a:pt x="62992" y="6032"/>
                  </a:cubicBezTo>
                  <a:cubicBezTo>
                    <a:pt x="63984" y="5040"/>
                    <a:pt x="64728" y="4296"/>
                    <a:pt x="64728" y="3056"/>
                  </a:cubicBezTo>
                  <a:cubicBezTo>
                    <a:pt x="64728" y="81"/>
                    <a:pt x="61752" y="81"/>
                    <a:pt x="59768"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2" name="Freeform: Shape 71">
              <a:extLst>
                <a:ext uri="{FF2B5EF4-FFF2-40B4-BE49-F238E27FC236}">
                  <a16:creationId xmlns:a16="http://schemas.microsoft.com/office/drawing/2014/main" id="{F83A18F2-7705-3848-BA3B-D66F22EE067A}"/>
                </a:ext>
              </a:extLst>
            </p:cNvPr>
            <p:cNvSpPr/>
            <p:nvPr/>
          </p:nvSpPr>
          <p:spPr>
            <a:xfrm>
              <a:off x="13292013" y="5481666"/>
              <a:ext cx="115067" cy="169625"/>
            </a:xfrm>
            <a:custGeom>
              <a:avLst/>
              <a:gdLst>
                <a:gd name="connsiteX0" fmla="*/ 115321 w 115067"/>
                <a:gd name="connsiteY0" fmla="*/ 85637 h 169625"/>
                <a:gd name="connsiteX1" fmla="*/ 100690 w 115067"/>
                <a:gd name="connsiteY1" fmla="*/ 21408 h 169625"/>
                <a:gd name="connsiteX2" fmla="*/ 57787 w 115067"/>
                <a:gd name="connsiteY2" fmla="*/ 81 h 169625"/>
                <a:gd name="connsiteX3" fmla="*/ 254 w 115067"/>
                <a:gd name="connsiteY3" fmla="*/ 85637 h 169625"/>
                <a:gd name="connsiteX4" fmla="*/ 57787 w 115067"/>
                <a:gd name="connsiteY4" fmla="*/ 169706 h 169625"/>
                <a:gd name="connsiteX5" fmla="*/ 115321 w 115067"/>
                <a:gd name="connsiteY5" fmla="*/ 85637 h 169625"/>
                <a:gd name="connsiteX6" fmla="*/ 57787 w 115067"/>
                <a:gd name="connsiteY6" fmla="*/ 162762 h 169625"/>
                <a:gd name="connsiteX7" fmla="*/ 26293 w 115067"/>
                <a:gd name="connsiteY7" fmla="*/ 135731 h 169625"/>
                <a:gd name="connsiteX8" fmla="*/ 22821 w 115067"/>
                <a:gd name="connsiteY8" fmla="*/ 82413 h 169625"/>
                <a:gd name="connsiteX9" fmla="*/ 26541 w 115067"/>
                <a:gd name="connsiteY9" fmla="*/ 31823 h 169625"/>
                <a:gd name="connsiteX10" fmla="*/ 57787 w 115067"/>
                <a:gd name="connsiteY10" fmla="*/ 7024 h 169625"/>
                <a:gd name="connsiteX11" fmla="*/ 88538 w 115067"/>
                <a:gd name="connsiteY11" fmla="*/ 29591 h 169625"/>
                <a:gd name="connsiteX12" fmla="*/ 92754 w 115067"/>
                <a:gd name="connsiteY12" fmla="*/ 82413 h 169625"/>
                <a:gd name="connsiteX13" fmla="*/ 89530 w 115067"/>
                <a:gd name="connsiteY13" fmla="*/ 134739 h 169625"/>
                <a:gd name="connsiteX14" fmla="*/ 57787 w 115067"/>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5067" h="169625">
                  <a:moveTo>
                    <a:pt x="115321" y="85637"/>
                  </a:moveTo>
                  <a:cubicBezTo>
                    <a:pt x="115321" y="58358"/>
                    <a:pt x="112097" y="38767"/>
                    <a:pt x="100690" y="21408"/>
                  </a:cubicBezTo>
                  <a:cubicBezTo>
                    <a:pt x="93002" y="10000"/>
                    <a:pt x="77627" y="81"/>
                    <a:pt x="57787" y="81"/>
                  </a:cubicBezTo>
                  <a:cubicBezTo>
                    <a:pt x="254" y="81"/>
                    <a:pt x="254" y="67782"/>
                    <a:pt x="254" y="85637"/>
                  </a:cubicBezTo>
                  <a:cubicBezTo>
                    <a:pt x="254" y="103492"/>
                    <a:pt x="254" y="169706"/>
                    <a:pt x="57787" y="169706"/>
                  </a:cubicBezTo>
                  <a:cubicBezTo>
                    <a:pt x="115321" y="169706"/>
                    <a:pt x="115321" y="103492"/>
                    <a:pt x="115321" y="85637"/>
                  </a:cubicBezTo>
                  <a:close/>
                  <a:moveTo>
                    <a:pt x="57787" y="162762"/>
                  </a:moveTo>
                  <a:cubicBezTo>
                    <a:pt x="46380" y="162762"/>
                    <a:pt x="31253" y="156066"/>
                    <a:pt x="26293" y="135731"/>
                  </a:cubicBezTo>
                  <a:cubicBezTo>
                    <a:pt x="22821" y="121100"/>
                    <a:pt x="22821" y="100765"/>
                    <a:pt x="22821" y="82413"/>
                  </a:cubicBezTo>
                  <a:cubicBezTo>
                    <a:pt x="22821" y="64310"/>
                    <a:pt x="22821" y="45463"/>
                    <a:pt x="26541" y="31823"/>
                  </a:cubicBezTo>
                  <a:cubicBezTo>
                    <a:pt x="31749" y="12232"/>
                    <a:pt x="47620" y="7024"/>
                    <a:pt x="57787" y="7024"/>
                  </a:cubicBezTo>
                  <a:cubicBezTo>
                    <a:pt x="71179" y="7024"/>
                    <a:pt x="84074" y="15208"/>
                    <a:pt x="88538" y="29591"/>
                  </a:cubicBezTo>
                  <a:cubicBezTo>
                    <a:pt x="92506" y="42983"/>
                    <a:pt x="92754" y="60838"/>
                    <a:pt x="92754" y="82413"/>
                  </a:cubicBezTo>
                  <a:cubicBezTo>
                    <a:pt x="92754" y="100765"/>
                    <a:pt x="92754" y="119116"/>
                    <a:pt x="89530" y="134739"/>
                  </a:cubicBezTo>
                  <a:cubicBezTo>
                    <a:pt x="84570" y="157306"/>
                    <a:pt x="67707" y="162762"/>
                    <a:pt x="57787" y="16276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3" name="Freeform: Shape 72">
              <a:extLst>
                <a:ext uri="{FF2B5EF4-FFF2-40B4-BE49-F238E27FC236}">
                  <a16:creationId xmlns:a16="http://schemas.microsoft.com/office/drawing/2014/main" id="{69BB467A-13B8-61CD-C945-24CE2418D3AD}"/>
                </a:ext>
              </a:extLst>
            </p:cNvPr>
            <p:cNvSpPr/>
            <p:nvPr/>
          </p:nvSpPr>
          <p:spPr>
            <a:xfrm>
              <a:off x="13437942" y="5460339"/>
              <a:ext cx="64229" cy="247742"/>
            </a:xfrm>
            <a:custGeom>
              <a:avLst/>
              <a:gdLst>
                <a:gd name="connsiteX0" fmla="*/ 4970 w 64229"/>
                <a:gd name="connsiteY0" fmla="*/ 81 h 247742"/>
                <a:gd name="connsiteX1" fmla="*/ 258 w 64229"/>
                <a:gd name="connsiteY1" fmla="*/ 3056 h 247742"/>
                <a:gd name="connsiteX2" fmla="*/ 2490 w 64229"/>
                <a:gd name="connsiteY2" fmla="*/ 6776 h 247742"/>
                <a:gd name="connsiteX3" fmla="*/ 47624 w 64229"/>
                <a:gd name="connsiteY3" fmla="*/ 123828 h 247742"/>
                <a:gd name="connsiteX4" fmla="*/ 4722 w 64229"/>
                <a:gd name="connsiteY4" fmla="*/ 239143 h 247742"/>
                <a:gd name="connsiteX5" fmla="*/ 258 w 64229"/>
                <a:gd name="connsiteY5" fmla="*/ 244847 h 247742"/>
                <a:gd name="connsiteX6" fmla="*/ 3482 w 64229"/>
                <a:gd name="connsiteY6" fmla="*/ 247823 h 247742"/>
                <a:gd name="connsiteX7" fmla="*/ 46384 w 64229"/>
                <a:gd name="connsiteY7" fmla="*/ 200457 h 247742"/>
                <a:gd name="connsiteX8" fmla="*/ 64487 w 64229"/>
                <a:gd name="connsiteY8" fmla="*/ 124076 h 247742"/>
                <a:gd name="connsiteX9" fmla="*/ 4970 w 64229"/>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7742">
                  <a:moveTo>
                    <a:pt x="4970" y="81"/>
                  </a:moveTo>
                  <a:cubicBezTo>
                    <a:pt x="3234" y="81"/>
                    <a:pt x="258" y="81"/>
                    <a:pt x="258" y="3056"/>
                  </a:cubicBezTo>
                  <a:cubicBezTo>
                    <a:pt x="258" y="4296"/>
                    <a:pt x="1002" y="5040"/>
                    <a:pt x="2490" y="6776"/>
                  </a:cubicBezTo>
                  <a:cubicBezTo>
                    <a:pt x="23817" y="26368"/>
                    <a:pt x="47624" y="59846"/>
                    <a:pt x="47624" y="123828"/>
                  </a:cubicBezTo>
                  <a:cubicBezTo>
                    <a:pt x="47624" y="175658"/>
                    <a:pt x="31505" y="214840"/>
                    <a:pt x="4722" y="239143"/>
                  </a:cubicBezTo>
                  <a:cubicBezTo>
                    <a:pt x="506" y="243359"/>
                    <a:pt x="258" y="243607"/>
                    <a:pt x="258" y="244847"/>
                  </a:cubicBezTo>
                  <a:cubicBezTo>
                    <a:pt x="258" y="246087"/>
                    <a:pt x="1002" y="247823"/>
                    <a:pt x="3482" y="247823"/>
                  </a:cubicBezTo>
                  <a:cubicBezTo>
                    <a:pt x="6458" y="247823"/>
                    <a:pt x="30017" y="231455"/>
                    <a:pt x="46384" y="200457"/>
                  </a:cubicBezTo>
                  <a:cubicBezTo>
                    <a:pt x="57295" y="179873"/>
                    <a:pt x="64487" y="153090"/>
                    <a:pt x="64487" y="124076"/>
                  </a:cubicBezTo>
                  <a:cubicBezTo>
                    <a:pt x="64487" y="89109"/>
                    <a:pt x="54072" y="34799"/>
                    <a:pt x="4970"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4" name="Freeform: Shape 73">
              <a:extLst>
                <a:ext uri="{FF2B5EF4-FFF2-40B4-BE49-F238E27FC236}">
                  <a16:creationId xmlns:a16="http://schemas.microsoft.com/office/drawing/2014/main" id="{BBB23513-C3F5-1BF8-3635-AEE4ECDDB31D}"/>
                </a:ext>
              </a:extLst>
            </p:cNvPr>
            <p:cNvSpPr/>
            <p:nvPr/>
          </p:nvSpPr>
          <p:spPr>
            <a:xfrm>
              <a:off x="13556552" y="5635311"/>
              <a:ext cx="199454" cy="157296"/>
            </a:xfrm>
            <a:custGeom>
              <a:avLst/>
              <a:gdLst>
                <a:gd name="connsiteX0" fmla="*/ 115045 w 199454"/>
                <a:gd name="connsiteY0" fmla="*/ 70230 h 157296"/>
                <a:gd name="connsiteX1" fmla="*/ 156495 w 199454"/>
                <a:gd name="connsiteY1" fmla="*/ 24175 h 157296"/>
                <a:gd name="connsiteX2" fmla="*/ 192631 w 199454"/>
                <a:gd name="connsiteY2" fmla="*/ 16735 h 157296"/>
                <a:gd name="connsiteX3" fmla="*/ 192631 w 199454"/>
                <a:gd name="connsiteY3" fmla="*/ 85 h 157296"/>
                <a:gd name="connsiteX4" fmla="*/ 160038 w 199454"/>
                <a:gd name="connsiteY4" fmla="*/ 1147 h 157296"/>
                <a:gd name="connsiteX5" fmla="*/ 123548 w 199454"/>
                <a:gd name="connsiteY5" fmla="*/ 85 h 157296"/>
                <a:gd name="connsiteX6" fmla="*/ 123548 w 199454"/>
                <a:gd name="connsiteY6" fmla="*/ 16735 h 157296"/>
                <a:gd name="connsiteX7" fmla="*/ 137010 w 199454"/>
                <a:gd name="connsiteY7" fmla="*/ 19924 h 157296"/>
                <a:gd name="connsiteX8" fmla="*/ 134176 w 199454"/>
                <a:gd name="connsiteY8" fmla="*/ 24175 h 157296"/>
                <a:gd name="connsiteX9" fmla="*/ 104417 w 199454"/>
                <a:gd name="connsiteY9" fmla="*/ 57477 h 157296"/>
                <a:gd name="connsiteX10" fmla="*/ 69699 w 199454"/>
                <a:gd name="connsiteY10" fmla="*/ 16735 h 157296"/>
                <a:gd name="connsiteX11" fmla="*/ 83869 w 199454"/>
                <a:gd name="connsiteY11" fmla="*/ 16735 h 157296"/>
                <a:gd name="connsiteX12" fmla="*/ 83869 w 199454"/>
                <a:gd name="connsiteY12" fmla="*/ 85 h 157296"/>
                <a:gd name="connsiteX13" fmla="*/ 41003 w 199454"/>
                <a:gd name="connsiteY13" fmla="*/ 1147 h 157296"/>
                <a:gd name="connsiteX14" fmla="*/ 2033 w 199454"/>
                <a:gd name="connsiteY14" fmla="*/ 85 h 157296"/>
                <a:gd name="connsiteX15" fmla="*/ 2033 w 199454"/>
                <a:gd name="connsiteY15" fmla="*/ 16735 h 157296"/>
                <a:gd name="connsiteX16" fmla="*/ 27186 w 199454"/>
                <a:gd name="connsiteY16" fmla="*/ 16735 h 157296"/>
                <a:gd name="connsiteX17" fmla="*/ 82452 w 199454"/>
                <a:gd name="connsiteY17" fmla="*/ 81921 h 157296"/>
                <a:gd name="connsiteX18" fmla="*/ 36043 w 199454"/>
                <a:gd name="connsiteY18" fmla="*/ 133999 h 157296"/>
                <a:gd name="connsiteX19" fmla="*/ 261 w 199454"/>
                <a:gd name="connsiteY19" fmla="*/ 140730 h 157296"/>
                <a:gd name="connsiteX20" fmla="*/ 261 w 199454"/>
                <a:gd name="connsiteY20" fmla="*/ 157381 h 157296"/>
                <a:gd name="connsiteX21" fmla="*/ 32854 w 199454"/>
                <a:gd name="connsiteY21" fmla="*/ 156318 h 157296"/>
                <a:gd name="connsiteX22" fmla="*/ 69344 w 199454"/>
                <a:gd name="connsiteY22" fmla="*/ 157381 h 157296"/>
                <a:gd name="connsiteX23" fmla="*/ 69344 w 199454"/>
                <a:gd name="connsiteY23" fmla="*/ 140730 h 157296"/>
                <a:gd name="connsiteX24" fmla="*/ 56236 w 199454"/>
                <a:gd name="connsiteY24" fmla="*/ 136833 h 157296"/>
                <a:gd name="connsiteX25" fmla="*/ 58716 w 199454"/>
                <a:gd name="connsiteY25" fmla="*/ 133291 h 157296"/>
                <a:gd name="connsiteX26" fmla="*/ 93081 w 199454"/>
                <a:gd name="connsiteY26" fmla="*/ 94675 h 157296"/>
                <a:gd name="connsiteX27" fmla="*/ 132050 w 199454"/>
                <a:gd name="connsiteY27" fmla="*/ 140730 h 157296"/>
                <a:gd name="connsiteX28" fmla="*/ 118234 w 199454"/>
                <a:gd name="connsiteY28" fmla="*/ 140730 h 157296"/>
                <a:gd name="connsiteX29" fmla="*/ 118234 w 199454"/>
                <a:gd name="connsiteY29" fmla="*/ 157381 h 157296"/>
                <a:gd name="connsiteX30" fmla="*/ 160746 w 199454"/>
                <a:gd name="connsiteY30" fmla="*/ 156318 h 157296"/>
                <a:gd name="connsiteX31" fmla="*/ 199716 w 199454"/>
                <a:gd name="connsiteY31" fmla="*/ 157381 h 157296"/>
                <a:gd name="connsiteX32" fmla="*/ 199716 w 199454"/>
                <a:gd name="connsiteY32" fmla="*/ 140730 h 157296"/>
                <a:gd name="connsiteX33" fmla="*/ 174563 w 199454"/>
                <a:gd name="connsiteY33" fmla="*/ 140730 h 157296"/>
                <a:gd name="connsiteX34" fmla="*/ 115045 w 199454"/>
                <a:gd name="connsiteY34" fmla="*/ 70230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9454" h="157296">
                  <a:moveTo>
                    <a:pt x="115045" y="70230"/>
                  </a:moveTo>
                  <a:lnTo>
                    <a:pt x="156495" y="24175"/>
                  </a:lnTo>
                  <a:cubicBezTo>
                    <a:pt x="161101" y="19215"/>
                    <a:pt x="163226" y="16735"/>
                    <a:pt x="192631" y="16735"/>
                  </a:cubicBezTo>
                  <a:lnTo>
                    <a:pt x="192631" y="85"/>
                  </a:lnTo>
                  <a:cubicBezTo>
                    <a:pt x="180231" y="793"/>
                    <a:pt x="161809" y="1147"/>
                    <a:pt x="160038" y="1147"/>
                  </a:cubicBezTo>
                  <a:cubicBezTo>
                    <a:pt x="151181" y="1147"/>
                    <a:pt x="133467" y="439"/>
                    <a:pt x="123548" y="85"/>
                  </a:cubicBezTo>
                  <a:lnTo>
                    <a:pt x="123548" y="16735"/>
                  </a:lnTo>
                  <a:cubicBezTo>
                    <a:pt x="128508" y="16735"/>
                    <a:pt x="132759" y="17444"/>
                    <a:pt x="137010" y="19924"/>
                  </a:cubicBezTo>
                  <a:cubicBezTo>
                    <a:pt x="135593" y="22049"/>
                    <a:pt x="135593" y="22758"/>
                    <a:pt x="134176" y="24175"/>
                  </a:cubicBezTo>
                  <a:lnTo>
                    <a:pt x="104417" y="57477"/>
                  </a:lnTo>
                  <a:lnTo>
                    <a:pt x="69699" y="16735"/>
                  </a:lnTo>
                  <a:lnTo>
                    <a:pt x="83869" y="16735"/>
                  </a:lnTo>
                  <a:lnTo>
                    <a:pt x="83869" y="85"/>
                  </a:lnTo>
                  <a:cubicBezTo>
                    <a:pt x="74658" y="439"/>
                    <a:pt x="52339" y="1147"/>
                    <a:pt x="41003" y="1147"/>
                  </a:cubicBezTo>
                  <a:cubicBezTo>
                    <a:pt x="29666" y="1147"/>
                    <a:pt x="13724" y="439"/>
                    <a:pt x="2033" y="85"/>
                  </a:cubicBezTo>
                  <a:lnTo>
                    <a:pt x="2033" y="16735"/>
                  </a:lnTo>
                  <a:lnTo>
                    <a:pt x="27186" y="16735"/>
                  </a:lnTo>
                  <a:lnTo>
                    <a:pt x="82452" y="81921"/>
                  </a:lnTo>
                  <a:lnTo>
                    <a:pt x="36043" y="133999"/>
                  </a:lnTo>
                  <a:cubicBezTo>
                    <a:pt x="30020" y="140730"/>
                    <a:pt x="17266" y="140730"/>
                    <a:pt x="261" y="140730"/>
                  </a:cubicBezTo>
                  <a:lnTo>
                    <a:pt x="261" y="157381"/>
                  </a:lnTo>
                  <a:cubicBezTo>
                    <a:pt x="12661" y="156673"/>
                    <a:pt x="31083" y="156318"/>
                    <a:pt x="32854" y="156318"/>
                  </a:cubicBezTo>
                  <a:cubicBezTo>
                    <a:pt x="41711" y="156318"/>
                    <a:pt x="62259" y="157027"/>
                    <a:pt x="69344" y="157381"/>
                  </a:cubicBezTo>
                  <a:lnTo>
                    <a:pt x="69344" y="140730"/>
                  </a:lnTo>
                  <a:cubicBezTo>
                    <a:pt x="62967" y="140730"/>
                    <a:pt x="56236" y="138959"/>
                    <a:pt x="56236" y="136833"/>
                  </a:cubicBezTo>
                  <a:cubicBezTo>
                    <a:pt x="56236" y="136479"/>
                    <a:pt x="56236" y="136125"/>
                    <a:pt x="58716" y="133291"/>
                  </a:cubicBezTo>
                  <a:lnTo>
                    <a:pt x="93081" y="94675"/>
                  </a:lnTo>
                  <a:lnTo>
                    <a:pt x="132050" y="140730"/>
                  </a:lnTo>
                  <a:lnTo>
                    <a:pt x="118234" y="140730"/>
                  </a:lnTo>
                  <a:lnTo>
                    <a:pt x="118234" y="157381"/>
                  </a:lnTo>
                  <a:cubicBezTo>
                    <a:pt x="127445" y="157027"/>
                    <a:pt x="149055" y="156318"/>
                    <a:pt x="160746" y="156318"/>
                  </a:cubicBezTo>
                  <a:cubicBezTo>
                    <a:pt x="172083" y="156318"/>
                    <a:pt x="188025" y="157027"/>
                    <a:pt x="199716" y="157381"/>
                  </a:cubicBezTo>
                  <a:lnTo>
                    <a:pt x="199716" y="140730"/>
                  </a:lnTo>
                  <a:lnTo>
                    <a:pt x="174563" y="140730"/>
                  </a:lnTo>
                  <a:lnTo>
                    <a:pt x="115045" y="7023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5" name="Freeform: Shape 74">
              <a:extLst>
                <a:ext uri="{FF2B5EF4-FFF2-40B4-BE49-F238E27FC236}">
                  <a16:creationId xmlns:a16="http://schemas.microsoft.com/office/drawing/2014/main" id="{44763A93-9E5C-B1A3-3FC4-D432FE9F3588}"/>
                </a:ext>
              </a:extLst>
            </p:cNvPr>
            <p:cNvSpPr/>
            <p:nvPr/>
          </p:nvSpPr>
          <p:spPr>
            <a:xfrm>
              <a:off x="13862344" y="5586067"/>
              <a:ext cx="235590" cy="235944"/>
            </a:xfrm>
            <a:custGeom>
              <a:avLst/>
              <a:gdLst>
                <a:gd name="connsiteX0" fmla="*/ 125327 w 235590"/>
                <a:gd name="connsiteY0" fmla="*/ 125143 h 235944"/>
                <a:gd name="connsiteX1" fmla="*/ 224169 w 235590"/>
                <a:gd name="connsiteY1" fmla="*/ 125143 h 235944"/>
                <a:gd name="connsiteX2" fmla="*/ 235860 w 235590"/>
                <a:gd name="connsiteY2" fmla="*/ 118057 h 235944"/>
                <a:gd name="connsiteX3" fmla="*/ 224169 w 235590"/>
                <a:gd name="connsiteY3" fmla="*/ 110972 h 235944"/>
                <a:gd name="connsiteX4" fmla="*/ 125327 w 235590"/>
                <a:gd name="connsiteY4" fmla="*/ 110972 h 235944"/>
                <a:gd name="connsiteX5" fmla="*/ 125327 w 235590"/>
                <a:gd name="connsiteY5" fmla="*/ 11776 h 235944"/>
                <a:gd name="connsiteX6" fmla="*/ 118242 w 235590"/>
                <a:gd name="connsiteY6" fmla="*/ 85 h 235944"/>
                <a:gd name="connsiteX7" fmla="*/ 111157 w 235590"/>
                <a:gd name="connsiteY7" fmla="*/ 11776 h 235944"/>
                <a:gd name="connsiteX8" fmla="*/ 111157 w 235590"/>
                <a:gd name="connsiteY8" fmla="*/ 110972 h 235944"/>
                <a:gd name="connsiteX9" fmla="*/ 11961 w 235590"/>
                <a:gd name="connsiteY9" fmla="*/ 110972 h 235944"/>
                <a:gd name="connsiteX10" fmla="*/ 270 w 235590"/>
                <a:gd name="connsiteY10" fmla="*/ 118057 h 235944"/>
                <a:gd name="connsiteX11" fmla="*/ 11961 w 235590"/>
                <a:gd name="connsiteY11" fmla="*/ 125143 h 235944"/>
                <a:gd name="connsiteX12" fmla="*/ 111157 w 235590"/>
                <a:gd name="connsiteY12" fmla="*/ 125143 h 235944"/>
                <a:gd name="connsiteX13" fmla="*/ 111157 w 235590"/>
                <a:gd name="connsiteY13" fmla="*/ 224339 h 235944"/>
                <a:gd name="connsiteX14" fmla="*/ 118242 w 235590"/>
                <a:gd name="connsiteY14" fmla="*/ 236029 h 235944"/>
                <a:gd name="connsiteX15" fmla="*/ 125327 w 235590"/>
                <a:gd name="connsiteY15" fmla="*/ 224339 h 235944"/>
                <a:gd name="connsiteX16" fmla="*/ 125327 w 235590"/>
                <a:gd name="connsiteY16" fmla="*/ 125143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590" h="235944">
                  <a:moveTo>
                    <a:pt x="125327" y="125143"/>
                  </a:moveTo>
                  <a:lnTo>
                    <a:pt x="224169" y="125143"/>
                  </a:lnTo>
                  <a:cubicBezTo>
                    <a:pt x="229129" y="125143"/>
                    <a:pt x="235860" y="125143"/>
                    <a:pt x="235860" y="118057"/>
                  </a:cubicBezTo>
                  <a:cubicBezTo>
                    <a:pt x="235860" y="110972"/>
                    <a:pt x="229129" y="110972"/>
                    <a:pt x="224169" y="110972"/>
                  </a:cubicBezTo>
                  <a:lnTo>
                    <a:pt x="125327" y="110972"/>
                  </a:lnTo>
                  <a:lnTo>
                    <a:pt x="125327" y="11776"/>
                  </a:lnTo>
                  <a:cubicBezTo>
                    <a:pt x="125327" y="6816"/>
                    <a:pt x="125327" y="85"/>
                    <a:pt x="118242" y="85"/>
                  </a:cubicBezTo>
                  <a:cubicBezTo>
                    <a:pt x="111157" y="85"/>
                    <a:pt x="111157" y="6816"/>
                    <a:pt x="111157" y="11776"/>
                  </a:cubicBezTo>
                  <a:lnTo>
                    <a:pt x="111157" y="110972"/>
                  </a:lnTo>
                  <a:lnTo>
                    <a:pt x="11961" y="110972"/>
                  </a:lnTo>
                  <a:cubicBezTo>
                    <a:pt x="7001" y="110972"/>
                    <a:pt x="270" y="110972"/>
                    <a:pt x="270" y="118057"/>
                  </a:cubicBezTo>
                  <a:cubicBezTo>
                    <a:pt x="270" y="125143"/>
                    <a:pt x="7001" y="125143"/>
                    <a:pt x="11961" y="125143"/>
                  </a:cubicBezTo>
                  <a:lnTo>
                    <a:pt x="111157" y="125143"/>
                  </a:lnTo>
                  <a:lnTo>
                    <a:pt x="111157" y="224339"/>
                  </a:lnTo>
                  <a:cubicBezTo>
                    <a:pt x="111157" y="229298"/>
                    <a:pt x="111157" y="236029"/>
                    <a:pt x="118242" y="236029"/>
                  </a:cubicBezTo>
                  <a:cubicBezTo>
                    <a:pt x="125327" y="236029"/>
                    <a:pt x="125327" y="229298"/>
                    <a:pt x="125327" y="224339"/>
                  </a:cubicBezTo>
                  <a:lnTo>
                    <a:pt x="125327" y="125143"/>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6" name="Freeform: Shape 75">
              <a:extLst>
                <a:ext uri="{FF2B5EF4-FFF2-40B4-BE49-F238E27FC236}">
                  <a16:creationId xmlns:a16="http://schemas.microsoft.com/office/drawing/2014/main" id="{DD0C7E72-8E87-2524-2635-B8D554A8CC41}"/>
                </a:ext>
              </a:extLst>
            </p:cNvPr>
            <p:cNvSpPr/>
            <p:nvPr/>
          </p:nvSpPr>
          <p:spPr>
            <a:xfrm>
              <a:off x="14209884" y="5546743"/>
              <a:ext cx="199454" cy="247990"/>
            </a:xfrm>
            <a:custGeom>
              <a:avLst/>
              <a:gdLst>
                <a:gd name="connsiteX0" fmla="*/ 62986 w 199454"/>
                <a:gd name="connsiteY0" fmla="*/ 103886 h 247990"/>
                <a:gd name="connsiteX1" fmla="*/ 62986 w 199454"/>
                <a:gd name="connsiteY1" fmla="*/ 85 h 247990"/>
                <a:gd name="connsiteX2" fmla="*/ 280 w 199454"/>
                <a:gd name="connsiteY2" fmla="*/ 2919 h 247990"/>
                <a:gd name="connsiteX3" fmla="*/ 280 w 199454"/>
                <a:gd name="connsiteY3" fmla="*/ 19570 h 247990"/>
                <a:gd name="connsiteX4" fmla="*/ 24724 w 199454"/>
                <a:gd name="connsiteY4" fmla="*/ 33386 h 247990"/>
                <a:gd name="connsiteX5" fmla="*/ 24724 w 199454"/>
                <a:gd name="connsiteY5" fmla="*/ 245949 h 247990"/>
                <a:gd name="connsiteX6" fmla="*/ 41375 w 199454"/>
                <a:gd name="connsiteY6" fmla="*/ 245949 h 247990"/>
                <a:gd name="connsiteX7" fmla="*/ 58734 w 199454"/>
                <a:gd name="connsiteY7" fmla="*/ 226110 h 247990"/>
                <a:gd name="connsiteX8" fmla="*/ 110458 w 199454"/>
                <a:gd name="connsiteY8" fmla="*/ 248075 h 247990"/>
                <a:gd name="connsiteX9" fmla="*/ 199734 w 199454"/>
                <a:gd name="connsiteY9" fmla="*/ 166947 h 247990"/>
                <a:gd name="connsiteX10" fmla="*/ 115064 w 199454"/>
                <a:gd name="connsiteY10" fmla="*/ 86527 h 247990"/>
                <a:gd name="connsiteX11" fmla="*/ 62986 w 199454"/>
                <a:gd name="connsiteY11" fmla="*/ 103886 h 247990"/>
                <a:gd name="connsiteX12" fmla="*/ 65111 w 199454"/>
                <a:gd name="connsiteY12" fmla="*/ 210876 h 247990"/>
                <a:gd name="connsiteX13" fmla="*/ 65111 w 199454"/>
                <a:gd name="connsiteY13" fmla="*/ 121954 h 247990"/>
                <a:gd name="connsiteX14" fmla="*/ 111167 w 199454"/>
                <a:gd name="connsiteY14" fmla="*/ 99281 h 247990"/>
                <a:gd name="connsiteX15" fmla="*/ 154388 w 199454"/>
                <a:gd name="connsiteY15" fmla="*/ 166947 h 247990"/>
                <a:gd name="connsiteX16" fmla="*/ 145177 w 199454"/>
                <a:gd name="connsiteY16" fmla="*/ 216899 h 247990"/>
                <a:gd name="connsiteX17" fmla="*/ 107270 w 199454"/>
                <a:gd name="connsiteY17" fmla="*/ 235321 h 247990"/>
                <a:gd name="connsiteX18" fmla="*/ 65111 w 199454"/>
                <a:gd name="connsiteY18" fmla="*/ 210876 h 24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9454" h="247990">
                  <a:moveTo>
                    <a:pt x="62986" y="103886"/>
                  </a:moveTo>
                  <a:lnTo>
                    <a:pt x="62986" y="85"/>
                  </a:lnTo>
                  <a:lnTo>
                    <a:pt x="280" y="2919"/>
                  </a:lnTo>
                  <a:lnTo>
                    <a:pt x="280" y="19570"/>
                  </a:lnTo>
                  <a:cubicBezTo>
                    <a:pt x="22244" y="19570"/>
                    <a:pt x="24724" y="19570"/>
                    <a:pt x="24724" y="33386"/>
                  </a:cubicBezTo>
                  <a:lnTo>
                    <a:pt x="24724" y="245949"/>
                  </a:lnTo>
                  <a:lnTo>
                    <a:pt x="41375" y="245949"/>
                  </a:lnTo>
                  <a:lnTo>
                    <a:pt x="58734" y="226110"/>
                  </a:lnTo>
                  <a:cubicBezTo>
                    <a:pt x="61569" y="228944"/>
                    <a:pt x="78928" y="248075"/>
                    <a:pt x="110458" y="248075"/>
                  </a:cubicBezTo>
                  <a:cubicBezTo>
                    <a:pt x="163245" y="248075"/>
                    <a:pt x="199734" y="216190"/>
                    <a:pt x="199734" y="166947"/>
                  </a:cubicBezTo>
                  <a:cubicBezTo>
                    <a:pt x="199734" y="119828"/>
                    <a:pt x="166433" y="86527"/>
                    <a:pt x="115064" y="86527"/>
                  </a:cubicBezTo>
                  <a:cubicBezTo>
                    <a:pt x="89202" y="86527"/>
                    <a:pt x="71488" y="96801"/>
                    <a:pt x="62986" y="103886"/>
                  </a:cubicBezTo>
                  <a:close/>
                  <a:moveTo>
                    <a:pt x="65111" y="210876"/>
                  </a:moveTo>
                  <a:lnTo>
                    <a:pt x="65111" y="121954"/>
                  </a:lnTo>
                  <a:cubicBezTo>
                    <a:pt x="74677" y="109555"/>
                    <a:pt x="91682" y="99281"/>
                    <a:pt x="111167" y="99281"/>
                  </a:cubicBezTo>
                  <a:cubicBezTo>
                    <a:pt x="154388" y="99281"/>
                    <a:pt x="154388" y="142148"/>
                    <a:pt x="154388" y="166947"/>
                  </a:cubicBezTo>
                  <a:cubicBezTo>
                    <a:pt x="154388" y="183597"/>
                    <a:pt x="154388" y="203082"/>
                    <a:pt x="145177" y="216899"/>
                  </a:cubicBezTo>
                  <a:cubicBezTo>
                    <a:pt x="134903" y="231424"/>
                    <a:pt x="118606" y="235321"/>
                    <a:pt x="107270" y="235321"/>
                  </a:cubicBezTo>
                  <a:cubicBezTo>
                    <a:pt x="82471" y="235321"/>
                    <a:pt x="68654" y="216190"/>
                    <a:pt x="65111" y="21087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7" name="Freeform: Shape 76">
              <a:extLst>
                <a:ext uri="{FF2B5EF4-FFF2-40B4-BE49-F238E27FC236}">
                  <a16:creationId xmlns:a16="http://schemas.microsoft.com/office/drawing/2014/main" id="{04A40BB7-B083-8BFC-A7FC-586CA6EDC8EC}"/>
                </a:ext>
              </a:extLst>
            </p:cNvPr>
            <p:cNvSpPr/>
            <p:nvPr/>
          </p:nvSpPr>
          <p:spPr>
            <a:xfrm>
              <a:off x="14451634" y="5460339"/>
              <a:ext cx="64477" cy="247742"/>
            </a:xfrm>
            <a:custGeom>
              <a:avLst/>
              <a:gdLst>
                <a:gd name="connsiteX0" fmla="*/ 59804 w 64477"/>
                <a:gd name="connsiteY0" fmla="*/ 81 h 247742"/>
                <a:gd name="connsiteX1" fmla="*/ 286 w 64477"/>
                <a:gd name="connsiteY1" fmla="*/ 123828 h 247742"/>
                <a:gd name="connsiteX2" fmla="*/ 59804 w 64477"/>
                <a:gd name="connsiteY2" fmla="*/ 247823 h 247742"/>
                <a:gd name="connsiteX3" fmla="*/ 64763 w 64477"/>
                <a:gd name="connsiteY3" fmla="*/ 244847 h 247742"/>
                <a:gd name="connsiteX4" fmla="*/ 62283 w 64477"/>
                <a:gd name="connsiteY4" fmla="*/ 241127 h 247742"/>
                <a:gd name="connsiteX5" fmla="*/ 17149 w 64477"/>
                <a:gd name="connsiteY5" fmla="*/ 124076 h 247742"/>
                <a:gd name="connsiteX6" fmla="*/ 63027 w 64477"/>
                <a:gd name="connsiteY6" fmla="*/ 6032 h 247742"/>
                <a:gd name="connsiteX7" fmla="*/ 64763 w 64477"/>
                <a:gd name="connsiteY7" fmla="*/ 3056 h 247742"/>
                <a:gd name="connsiteX8" fmla="*/ 59804 w 64477"/>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7742">
                  <a:moveTo>
                    <a:pt x="59804" y="81"/>
                  </a:moveTo>
                  <a:cubicBezTo>
                    <a:pt x="12685" y="33311"/>
                    <a:pt x="286" y="85885"/>
                    <a:pt x="286" y="123828"/>
                  </a:cubicBezTo>
                  <a:cubicBezTo>
                    <a:pt x="286" y="158794"/>
                    <a:pt x="10702" y="213104"/>
                    <a:pt x="59804" y="247823"/>
                  </a:cubicBezTo>
                  <a:cubicBezTo>
                    <a:pt x="61787" y="247823"/>
                    <a:pt x="64763" y="247823"/>
                    <a:pt x="64763" y="244847"/>
                  </a:cubicBezTo>
                  <a:cubicBezTo>
                    <a:pt x="64763" y="243359"/>
                    <a:pt x="64019" y="242863"/>
                    <a:pt x="62283" y="241127"/>
                  </a:cubicBezTo>
                  <a:cubicBezTo>
                    <a:pt x="29301" y="211368"/>
                    <a:pt x="17149" y="169210"/>
                    <a:pt x="17149" y="124076"/>
                  </a:cubicBezTo>
                  <a:cubicBezTo>
                    <a:pt x="17149" y="57118"/>
                    <a:pt x="42692" y="24384"/>
                    <a:pt x="63027" y="6032"/>
                  </a:cubicBezTo>
                  <a:cubicBezTo>
                    <a:pt x="64019" y="5040"/>
                    <a:pt x="64763" y="4296"/>
                    <a:pt x="64763" y="3056"/>
                  </a:cubicBezTo>
                  <a:cubicBezTo>
                    <a:pt x="64763" y="81"/>
                    <a:pt x="61787" y="81"/>
                    <a:pt x="59804"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8" name="Freeform: Shape 77">
              <a:extLst>
                <a:ext uri="{FF2B5EF4-FFF2-40B4-BE49-F238E27FC236}">
                  <a16:creationId xmlns:a16="http://schemas.microsoft.com/office/drawing/2014/main" id="{F8D29069-18B0-7B1F-B83F-525C857F4B4E}"/>
                </a:ext>
              </a:extLst>
            </p:cNvPr>
            <p:cNvSpPr/>
            <p:nvPr/>
          </p:nvSpPr>
          <p:spPr>
            <a:xfrm>
              <a:off x="14546721" y="5481666"/>
              <a:ext cx="115067" cy="169625"/>
            </a:xfrm>
            <a:custGeom>
              <a:avLst/>
              <a:gdLst>
                <a:gd name="connsiteX0" fmla="*/ 115356 w 115067"/>
                <a:gd name="connsiteY0" fmla="*/ 85637 h 169625"/>
                <a:gd name="connsiteX1" fmla="*/ 100725 w 115067"/>
                <a:gd name="connsiteY1" fmla="*/ 21408 h 169625"/>
                <a:gd name="connsiteX2" fmla="*/ 57823 w 115067"/>
                <a:gd name="connsiteY2" fmla="*/ 81 h 169625"/>
                <a:gd name="connsiteX3" fmla="*/ 289 w 115067"/>
                <a:gd name="connsiteY3" fmla="*/ 85637 h 169625"/>
                <a:gd name="connsiteX4" fmla="*/ 57823 w 115067"/>
                <a:gd name="connsiteY4" fmla="*/ 169706 h 169625"/>
                <a:gd name="connsiteX5" fmla="*/ 115356 w 115067"/>
                <a:gd name="connsiteY5" fmla="*/ 85637 h 169625"/>
                <a:gd name="connsiteX6" fmla="*/ 57823 w 115067"/>
                <a:gd name="connsiteY6" fmla="*/ 162762 h 169625"/>
                <a:gd name="connsiteX7" fmla="*/ 26328 w 115067"/>
                <a:gd name="connsiteY7" fmla="*/ 135731 h 169625"/>
                <a:gd name="connsiteX8" fmla="*/ 22856 w 115067"/>
                <a:gd name="connsiteY8" fmla="*/ 82413 h 169625"/>
                <a:gd name="connsiteX9" fmla="*/ 26576 w 115067"/>
                <a:gd name="connsiteY9" fmla="*/ 31823 h 169625"/>
                <a:gd name="connsiteX10" fmla="*/ 57823 w 115067"/>
                <a:gd name="connsiteY10" fmla="*/ 7024 h 169625"/>
                <a:gd name="connsiteX11" fmla="*/ 88574 w 115067"/>
                <a:gd name="connsiteY11" fmla="*/ 29591 h 169625"/>
                <a:gd name="connsiteX12" fmla="*/ 92789 w 115067"/>
                <a:gd name="connsiteY12" fmla="*/ 82413 h 169625"/>
                <a:gd name="connsiteX13" fmla="*/ 89565 w 115067"/>
                <a:gd name="connsiteY13" fmla="*/ 134739 h 169625"/>
                <a:gd name="connsiteX14" fmla="*/ 57823 w 115067"/>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5067" h="169625">
                  <a:moveTo>
                    <a:pt x="115356" y="85637"/>
                  </a:moveTo>
                  <a:cubicBezTo>
                    <a:pt x="115356" y="58358"/>
                    <a:pt x="112133" y="38767"/>
                    <a:pt x="100725" y="21408"/>
                  </a:cubicBezTo>
                  <a:cubicBezTo>
                    <a:pt x="93037" y="10000"/>
                    <a:pt x="77662" y="81"/>
                    <a:pt x="57823" y="81"/>
                  </a:cubicBezTo>
                  <a:cubicBezTo>
                    <a:pt x="289" y="81"/>
                    <a:pt x="289" y="67782"/>
                    <a:pt x="289" y="85637"/>
                  </a:cubicBezTo>
                  <a:cubicBezTo>
                    <a:pt x="289" y="103492"/>
                    <a:pt x="289" y="169706"/>
                    <a:pt x="57823" y="169706"/>
                  </a:cubicBezTo>
                  <a:cubicBezTo>
                    <a:pt x="115356" y="169706"/>
                    <a:pt x="115356" y="103492"/>
                    <a:pt x="115356" y="85637"/>
                  </a:cubicBezTo>
                  <a:close/>
                  <a:moveTo>
                    <a:pt x="57823" y="162762"/>
                  </a:moveTo>
                  <a:cubicBezTo>
                    <a:pt x="46415" y="162762"/>
                    <a:pt x="31288" y="156066"/>
                    <a:pt x="26328" y="135731"/>
                  </a:cubicBezTo>
                  <a:cubicBezTo>
                    <a:pt x="22856" y="121100"/>
                    <a:pt x="22856" y="100765"/>
                    <a:pt x="22856" y="82413"/>
                  </a:cubicBezTo>
                  <a:cubicBezTo>
                    <a:pt x="22856" y="64310"/>
                    <a:pt x="22856" y="45463"/>
                    <a:pt x="26576" y="31823"/>
                  </a:cubicBezTo>
                  <a:cubicBezTo>
                    <a:pt x="31784" y="12232"/>
                    <a:pt x="47655" y="7024"/>
                    <a:pt x="57823" y="7024"/>
                  </a:cubicBezTo>
                  <a:cubicBezTo>
                    <a:pt x="71214" y="7024"/>
                    <a:pt x="84110" y="15208"/>
                    <a:pt x="88574" y="29591"/>
                  </a:cubicBezTo>
                  <a:cubicBezTo>
                    <a:pt x="92541" y="42983"/>
                    <a:pt x="92789" y="60838"/>
                    <a:pt x="92789" y="82413"/>
                  </a:cubicBezTo>
                  <a:cubicBezTo>
                    <a:pt x="92789" y="100765"/>
                    <a:pt x="92789" y="119116"/>
                    <a:pt x="89565" y="134739"/>
                  </a:cubicBezTo>
                  <a:cubicBezTo>
                    <a:pt x="84606" y="157306"/>
                    <a:pt x="67742" y="162762"/>
                    <a:pt x="57823" y="16276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9" name="Freeform: Shape 78">
              <a:extLst>
                <a:ext uri="{FF2B5EF4-FFF2-40B4-BE49-F238E27FC236}">
                  <a16:creationId xmlns:a16="http://schemas.microsoft.com/office/drawing/2014/main" id="{1F0E060A-D7DD-E1DC-6516-7F2D7C43C9F7}"/>
                </a:ext>
              </a:extLst>
            </p:cNvPr>
            <p:cNvSpPr/>
            <p:nvPr/>
          </p:nvSpPr>
          <p:spPr>
            <a:xfrm>
              <a:off x="14692650" y="5460339"/>
              <a:ext cx="64229" cy="247742"/>
            </a:xfrm>
            <a:custGeom>
              <a:avLst/>
              <a:gdLst>
                <a:gd name="connsiteX0" fmla="*/ 5005 w 64229"/>
                <a:gd name="connsiteY0" fmla="*/ 81 h 247742"/>
                <a:gd name="connsiteX1" fmla="*/ 293 w 64229"/>
                <a:gd name="connsiteY1" fmla="*/ 3056 h 247742"/>
                <a:gd name="connsiteX2" fmla="*/ 2525 w 64229"/>
                <a:gd name="connsiteY2" fmla="*/ 6776 h 247742"/>
                <a:gd name="connsiteX3" fmla="*/ 47659 w 64229"/>
                <a:gd name="connsiteY3" fmla="*/ 123828 h 247742"/>
                <a:gd name="connsiteX4" fmla="*/ 4757 w 64229"/>
                <a:gd name="connsiteY4" fmla="*/ 239143 h 247742"/>
                <a:gd name="connsiteX5" fmla="*/ 293 w 64229"/>
                <a:gd name="connsiteY5" fmla="*/ 244847 h 247742"/>
                <a:gd name="connsiteX6" fmla="*/ 3517 w 64229"/>
                <a:gd name="connsiteY6" fmla="*/ 247823 h 247742"/>
                <a:gd name="connsiteX7" fmla="*/ 46419 w 64229"/>
                <a:gd name="connsiteY7" fmla="*/ 200457 h 247742"/>
                <a:gd name="connsiteX8" fmla="*/ 64522 w 64229"/>
                <a:gd name="connsiteY8" fmla="*/ 124076 h 247742"/>
                <a:gd name="connsiteX9" fmla="*/ 5005 w 64229"/>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7742">
                  <a:moveTo>
                    <a:pt x="5005" y="81"/>
                  </a:moveTo>
                  <a:cubicBezTo>
                    <a:pt x="3269" y="81"/>
                    <a:pt x="293" y="81"/>
                    <a:pt x="293" y="3056"/>
                  </a:cubicBezTo>
                  <a:cubicBezTo>
                    <a:pt x="293" y="4296"/>
                    <a:pt x="1037" y="5040"/>
                    <a:pt x="2525" y="6776"/>
                  </a:cubicBezTo>
                  <a:cubicBezTo>
                    <a:pt x="23852" y="26368"/>
                    <a:pt x="47659" y="59846"/>
                    <a:pt x="47659" y="123828"/>
                  </a:cubicBezTo>
                  <a:cubicBezTo>
                    <a:pt x="47659" y="175658"/>
                    <a:pt x="31540" y="214840"/>
                    <a:pt x="4757" y="239143"/>
                  </a:cubicBezTo>
                  <a:cubicBezTo>
                    <a:pt x="541" y="243359"/>
                    <a:pt x="293" y="243607"/>
                    <a:pt x="293" y="244847"/>
                  </a:cubicBezTo>
                  <a:cubicBezTo>
                    <a:pt x="293" y="246087"/>
                    <a:pt x="1037" y="247823"/>
                    <a:pt x="3517" y="247823"/>
                  </a:cubicBezTo>
                  <a:cubicBezTo>
                    <a:pt x="6493" y="247823"/>
                    <a:pt x="30052" y="231455"/>
                    <a:pt x="46419" y="200457"/>
                  </a:cubicBezTo>
                  <a:cubicBezTo>
                    <a:pt x="57331" y="179873"/>
                    <a:pt x="64522" y="153090"/>
                    <a:pt x="64522" y="124076"/>
                  </a:cubicBezTo>
                  <a:cubicBezTo>
                    <a:pt x="64522" y="89109"/>
                    <a:pt x="54107" y="34799"/>
                    <a:pt x="5005"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0" name="Freeform: Shape 79">
              <a:extLst>
                <a:ext uri="{FF2B5EF4-FFF2-40B4-BE49-F238E27FC236}">
                  <a16:creationId xmlns:a16="http://schemas.microsoft.com/office/drawing/2014/main" id="{F106008F-2A37-190D-6DDD-FABE0FC8F917}"/>
                </a:ext>
              </a:extLst>
            </p:cNvPr>
            <p:cNvSpPr/>
            <p:nvPr/>
          </p:nvSpPr>
          <p:spPr>
            <a:xfrm>
              <a:off x="14816220" y="5385191"/>
              <a:ext cx="134623" cy="637334"/>
            </a:xfrm>
            <a:custGeom>
              <a:avLst/>
              <a:gdLst>
                <a:gd name="connsiteX0" fmla="*/ 134920 w 134623"/>
                <a:gd name="connsiteY0" fmla="*/ 318564 h 637334"/>
                <a:gd name="connsiteX1" fmla="*/ 41392 w 134623"/>
                <a:gd name="connsiteY1" fmla="*/ 29124 h 637334"/>
                <a:gd name="connsiteX2" fmla="*/ 14822 w 134623"/>
                <a:gd name="connsiteY2" fmla="*/ 2199 h 637334"/>
                <a:gd name="connsiteX3" fmla="*/ 7028 w 134623"/>
                <a:gd name="connsiteY3" fmla="*/ 74 h 637334"/>
                <a:gd name="connsiteX4" fmla="*/ 297 w 134623"/>
                <a:gd name="connsiteY4" fmla="*/ 3616 h 637334"/>
                <a:gd name="connsiteX5" fmla="*/ 2422 w 134623"/>
                <a:gd name="connsiteY5" fmla="*/ 7159 h 637334"/>
                <a:gd name="connsiteX6" fmla="*/ 55563 w 134623"/>
                <a:gd name="connsiteY6" fmla="*/ 78013 h 637334"/>
                <a:gd name="connsiteX7" fmla="*/ 107995 w 134623"/>
                <a:gd name="connsiteY7" fmla="*/ 318564 h 637334"/>
                <a:gd name="connsiteX8" fmla="*/ 1714 w 134623"/>
                <a:gd name="connsiteY8" fmla="*/ 631031 h 637334"/>
                <a:gd name="connsiteX9" fmla="*/ 297 w 134623"/>
                <a:gd name="connsiteY9" fmla="*/ 633865 h 637334"/>
                <a:gd name="connsiteX10" fmla="*/ 7028 w 134623"/>
                <a:gd name="connsiteY10" fmla="*/ 637408 h 637334"/>
                <a:gd name="connsiteX11" fmla="*/ 15530 w 134623"/>
                <a:gd name="connsiteY11" fmla="*/ 634574 h 637334"/>
                <a:gd name="connsiteX12" fmla="*/ 111538 w 134623"/>
                <a:gd name="connsiteY12" fmla="*/ 481529 h 637334"/>
                <a:gd name="connsiteX13" fmla="*/ 134920 w 134623"/>
                <a:gd name="connsiteY13" fmla="*/ 318564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623" h="637334">
                  <a:moveTo>
                    <a:pt x="134920" y="318564"/>
                  </a:moveTo>
                  <a:cubicBezTo>
                    <a:pt x="134920" y="216888"/>
                    <a:pt x="111184" y="108835"/>
                    <a:pt x="41392" y="29124"/>
                  </a:cubicBezTo>
                  <a:cubicBezTo>
                    <a:pt x="36432" y="23456"/>
                    <a:pt x="23324" y="9639"/>
                    <a:pt x="14822" y="2199"/>
                  </a:cubicBezTo>
                  <a:cubicBezTo>
                    <a:pt x="12342" y="74"/>
                    <a:pt x="11633" y="74"/>
                    <a:pt x="7028" y="74"/>
                  </a:cubicBezTo>
                  <a:cubicBezTo>
                    <a:pt x="3485" y="74"/>
                    <a:pt x="297" y="74"/>
                    <a:pt x="297" y="3616"/>
                  </a:cubicBezTo>
                  <a:cubicBezTo>
                    <a:pt x="297" y="5033"/>
                    <a:pt x="1714" y="6451"/>
                    <a:pt x="2422" y="7159"/>
                  </a:cubicBezTo>
                  <a:cubicBezTo>
                    <a:pt x="14468" y="19559"/>
                    <a:pt x="33598" y="39044"/>
                    <a:pt x="55563" y="78013"/>
                  </a:cubicBezTo>
                  <a:cubicBezTo>
                    <a:pt x="93824" y="146033"/>
                    <a:pt x="107995" y="233539"/>
                    <a:pt x="107995" y="318564"/>
                  </a:cubicBezTo>
                  <a:cubicBezTo>
                    <a:pt x="107995" y="472318"/>
                    <a:pt x="65483" y="566199"/>
                    <a:pt x="1714" y="631031"/>
                  </a:cubicBezTo>
                  <a:cubicBezTo>
                    <a:pt x="1005" y="631740"/>
                    <a:pt x="297" y="632803"/>
                    <a:pt x="297" y="633865"/>
                  </a:cubicBezTo>
                  <a:cubicBezTo>
                    <a:pt x="297" y="637408"/>
                    <a:pt x="3485" y="637408"/>
                    <a:pt x="7028" y="637408"/>
                  </a:cubicBezTo>
                  <a:cubicBezTo>
                    <a:pt x="11633" y="637408"/>
                    <a:pt x="12342" y="637408"/>
                    <a:pt x="15530" y="634574"/>
                  </a:cubicBezTo>
                  <a:cubicBezTo>
                    <a:pt x="49186" y="605524"/>
                    <a:pt x="87093" y="556280"/>
                    <a:pt x="111538" y="481529"/>
                  </a:cubicBezTo>
                  <a:cubicBezTo>
                    <a:pt x="127126" y="432993"/>
                    <a:pt x="134920" y="375601"/>
                    <a:pt x="134920" y="318564"/>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1" name="Freeform: Shape 80">
              <a:extLst>
                <a:ext uri="{FF2B5EF4-FFF2-40B4-BE49-F238E27FC236}">
                  <a16:creationId xmlns:a16="http://schemas.microsoft.com/office/drawing/2014/main" id="{51FE4D92-7F55-E573-10B9-6F3FB40334A9}"/>
                </a:ext>
              </a:extLst>
            </p:cNvPr>
            <p:cNvSpPr/>
            <p:nvPr/>
          </p:nvSpPr>
          <p:spPr>
            <a:xfrm>
              <a:off x="11669654" y="6336379"/>
              <a:ext cx="133560" cy="162610"/>
            </a:xfrm>
            <a:custGeom>
              <a:avLst/>
              <a:gdLst>
                <a:gd name="connsiteX0" fmla="*/ 61497 w 133560"/>
                <a:gd name="connsiteY0" fmla="*/ 56434 h 162610"/>
                <a:gd name="connsiteX1" fmla="*/ 25361 w 133560"/>
                <a:gd name="connsiteY1" fmla="*/ 33406 h 162610"/>
                <a:gd name="connsiteX2" fmla="*/ 65040 w 133560"/>
                <a:gd name="connsiteY2" fmla="*/ 11441 h 162610"/>
                <a:gd name="connsiteX3" fmla="*/ 106844 w 133560"/>
                <a:gd name="connsiteY3" fmla="*/ 41200 h 162610"/>
                <a:gd name="connsiteX4" fmla="*/ 114992 w 133560"/>
                <a:gd name="connsiteY4" fmla="*/ 48285 h 162610"/>
                <a:gd name="connsiteX5" fmla="*/ 123495 w 133560"/>
                <a:gd name="connsiteY5" fmla="*/ 38366 h 162610"/>
                <a:gd name="connsiteX6" fmla="*/ 123495 w 133560"/>
                <a:gd name="connsiteY6" fmla="*/ 10024 h 162610"/>
                <a:gd name="connsiteX7" fmla="*/ 117118 w 133560"/>
                <a:gd name="connsiteY7" fmla="*/ 104 h 162610"/>
                <a:gd name="connsiteX8" fmla="*/ 101176 w 133560"/>
                <a:gd name="connsiteY8" fmla="*/ 6836 h 162610"/>
                <a:gd name="connsiteX9" fmla="*/ 65394 w 133560"/>
                <a:gd name="connsiteY9" fmla="*/ 104 h 162610"/>
                <a:gd name="connsiteX10" fmla="*/ 208 w 133560"/>
                <a:gd name="connsiteY10" fmla="*/ 46514 h 162610"/>
                <a:gd name="connsiteX11" fmla="*/ 14379 w 133560"/>
                <a:gd name="connsiteY11" fmla="*/ 76273 h 162610"/>
                <a:gd name="connsiteX12" fmla="*/ 69291 w 133560"/>
                <a:gd name="connsiteY12" fmla="*/ 95758 h 162610"/>
                <a:gd name="connsiteX13" fmla="*/ 108615 w 133560"/>
                <a:gd name="connsiteY13" fmla="*/ 123391 h 162610"/>
                <a:gd name="connsiteX14" fmla="*/ 68228 w 133560"/>
                <a:gd name="connsiteY14" fmla="*/ 149961 h 162610"/>
                <a:gd name="connsiteX15" fmla="*/ 17213 w 133560"/>
                <a:gd name="connsiteY15" fmla="*/ 108866 h 162610"/>
                <a:gd name="connsiteX16" fmla="*/ 8711 w 133560"/>
                <a:gd name="connsiteY16" fmla="*/ 103906 h 162610"/>
                <a:gd name="connsiteX17" fmla="*/ 208 w 133560"/>
                <a:gd name="connsiteY17" fmla="*/ 114180 h 162610"/>
                <a:gd name="connsiteX18" fmla="*/ 208 w 133560"/>
                <a:gd name="connsiteY18" fmla="*/ 152796 h 162610"/>
                <a:gd name="connsiteX19" fmla="*/ 6585 w 133560"/>
                <a:gd name="connsiteY19" fmla="*/ 162715 h 162610"/>
                <a:gd name="connsiteX20" fmla="*/ 17213 w 133560"/>
                <a:gd name="connsiteY20" fmla="*/ 157401 h 162610"/>
                <a:gd name="connsiteX21" fmla="*/ 26424 w 133560"/>
                <a:gd name="connsiteY21" fmla="*/ 151378 h 162610"/>
                <a:gd name="connsiteX22" fmla="*/ 68228 w 133560"/>
                <a:gd name="connsiteY22" fmla="*/ 162715 h 162610"/>
                <a:gd name="connsiteX23" fmla="*/ 133769 w 133560"/>
                <a:gd name="connsiteY23" fmla="*/ 110991 h 162610"/>
                <a:gd name="connsiteX24" fmla="*/ 114284 w 133560"/>
                <a:gd name="connsiteY24" fmla="*/ 73439 h 162610"/>
                <a:gd name="connsiteX25" fmla="*/ 61497 w 133560"/>
                <a:gd name="connsiteY25" fmla="*/ 56434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560" h="162610">
                  <a:moveTo>
                    <a:pt x="61497" y="56434"/>
                  </a:moveTo>
                  <a:cubicBezTo>
                    <a:pt x="48389" y="53954"/>
                    <a:pt x="25361" y="50057"/>
                    <a:pt x="25361" y="33406"/>
                  </a:cubicBezTo>
                  <a:cubicBezTo>
                    <a:pt x="25361" y="11441"/>
                    <a:pt x="58309" y="11441"/>
                    <a:pt x="65040" y="11441"/>
                  </a:cubicBezTo>
                  <a:cubicBezTo>
                    <a:pt x="91610" y="11441"/>
                    <a:pt x="105073" y="21715"/>
                    <a:pt x="106844" y="41200"/>
                  </a:cubicBezTo>
                  <a:cubicBezTo>
                    <a:pt x="107198" y="46514"/>
                    <a:pt x="107552" y="48285"/>
                    <a:pt x="114992" y="48285"/>
                  </a:cubicBezTo>
                  <a:cubicBezTo>
                    <a:pt x="123495" y="48285"/>
                    <a:pt x="123495" y="46514"/>
                    <a:pt x="123495" y="38366"/>
                  </a:cubicBezTo>
                  <a:lnTo>
                    <a:pt x="123495" y="10024"/>
                  </a:lnTo>
                  <a:cubicBezTo>
                    <a:pt x="123495" y="3293"/>
                    <a:pt x="123495" y="104"/>
                    <a:pt x="117118" y="104"/>
                  </a:cubicBezTo>
                  <a:cubicBezTo>
                    <a:pt x="115701" y="104"/>
                    <a:pt x="114992" y="104"/>
                    <a:pt x="101176" y="6836"/>
                  </a:cubicBezTo>
                  <a:cubicBezTo>
                    <a:pt x="91964" y="2230"/>
                    <a:pt x="79565" y="104"/>
                    <a:pt x="65394" y="104"/>
                  </a:cubicBezTo>
                  <a:cubicBezTo>
                    <a:pt x="54766" y="104"/>
                    <a:pt x="208" y="104"/>
                    <a:pt x="208" y="46514"/>
                  </a:cubicBezTo>
                  <a:cubicBezTo>
                    <a:pt x="208" y="60685"/>
                    <a:pt x="7294" y="70250"/>
                    <a:pt x="14379" y="76273"/>
                  </a:cubicBezTo>
                  <a:cubicBezTo>
                    <a:pt x="28550" y="88672"/>
                    <a:pt x="42012" y="90798"/>
                    <a:pt x="69291" y="95758"/>
                  </a:cubicBezTo>
                  <a:cubicBezTo>
                    <a:pt x="82045" y="97883"/>
                    <a:pt x="108615" y="102489"/>
                    <a:pt x="108615" y="123391"/>
                  </a:cubicBezTo>
                  <a:cubicBezTo>
                    <a:pt x="108615" y="149961"/>
                    <a:pt x="76022" y="149961"/>
                    <a:pt x="68228" y="149961"/>
                  </a:cubicBezTo>
                  <a:cubicBezTo>
                    <a:pt x="30675" y="149961"/>
                    <a:pt x="21464" y="124100"/>
                    <a:pt x="17213" y="108866"/>
                  </a:cubicBezTo>
                  <a:cubicBezTo>
                    <a:pt x="15442" y="103906"/>
                    <a:pt x="13670" y="103906"/>
                    <a:pt x="8711" y="103906"/>
                  </a:cubicBezTo>
                  <a:cubicBezTo>
                    <a:pt x="208" y="103906"/>
                    <a:pt x="208" y="106032"/>
                    <a:pt x="208" y="114180"/>
                  </a:cubicBezTo>
                  <a:lnTo>
                    <a:pt x="208" y="152796"/>
                  </a:lnTo>
                  <a:cubicBezTo>
                    <a:pt x="208" y="159527"/>
                    <a:pt x="208" y="162715"/>
                    <a:pt x="6585" y="162715"/>
                  </a:cubicBezTo>
                  <a:cubicBezTo>
                    <a:pt x="9065" y="162715"/>
                    <a:pt x="9774" y="162715"/>
                    <a:pt x="17213" y="157401"/>
                  </a:cubicBezTo>
                  <a:cubicBezTo>
                    <a:pt x="17567" y="157401"/>
                    <a:pt x="25361" y="152087"/>
                    <a:pt x="26424" y="151378"/>
                  </a:cubicBezTo>
                  <a:cubicBezTo>
                    <a:pt x="42721" y="162715"/>
                    <a:pt x="61143" y="162715"/>
                    <a:pt x="68228" y="162715"/>
                  </a:cubicBezTo>
                  <a:cubicBezTo>
                    <a:pt x="79211" y="162715"/>
                    <a:pt x="133769" y="162715"/>
                    <a:pt x="133769" y="110991"/>
                  </a:cubicBezTo>
                  <a:cubicBezTo>
                    <a:pt x="133769" y="95758"/>
                    <a:pt x="126683" y="83358"/>
                    <a:pt x="114284" y="73439"/>
                  </a:cubicBezTo>
                  <a:cubicBezTo>
                    <a:pt x="100467" y="63165"/>
                    <a:pt x="89130" y="61039"/>
                    <a:pt x="61497" y="56434"/>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2" name="Freeform: Shape 81">
              <a:extLst>
                <a:ext uri="{FF2B5EF4-FFF2-40B4-BE49-F238E27FC236}">
                  <a16:creationId xmlns:a16="http://schemas.microsoft.com/office/drawing/2014/main" id="{EFF618A5-333E-8BFD-77AF-FF34AE52E63E}"/>
                </a:ext>
              </a:extLst>
            </p:cNvPr>
            <p:cNvSpPr/>
            <p:nvPr/>
          </p:nvSpPr>
          <p:spPr>
            <a:xfrm>
              <a:off x="11935138" y="6366846"/>
              <a:ext cx="235590" cy="82899"/>
            </a:xfrm>
            <a:custGeom>
              <a:avLst/>
              <a:gdLst>
                <a:gd name="connsiteX0" fmla="*/ 223761 w 235590"/>
                <a:gd name="connsiteY0" fmla="*/ 14275 h 82899"/>
                <a:gd name="connsiteX1" fmla="*/ 235806 w 235590"/>
                <a:gd name="connsiteY1" fmla="*/ 7190 h 82899"/>
                <a:gd name="connsiteX2" fmla="*/ 224115 w 235590"/>
                <a:gd name="connsiteY2" fmla="*/ 104 h 82899"/>
                <a:gd name="connsiteX3" fmla="*/ 11906 w 235590"/>
                <a:gd name="connsiteY3" fmla="*/ 104 h 82899"/>
                <a:gd name="connsiteX4" fmla="*/ 215 w 235590"/>
                <a:gd name="connsiteY4" fmla="*/ 7190 h 82899"/>
                <a:gd name="connsiteX5" fmla="*/ 12261 w 235590"/>
                <a:gd name="connsiteY5" fmla="*/ 14275 h 82899"/>
                <a:gd name="connsiteX6" fmla="*/ 223761 w 235590"/>
                <a:gd name="connsiteY6" fmla="*/ 14275 h 82899"/>
                <a:gd name="connsiteX7" fmla="*/ 224115 w 235590"/>
                <a:gd name="connsiteY7" fmla="*/ 83004 h 82899"/>
                <a:gd name="connsiteX8" fmla="*/ 235806 w 235590"/>
                <a:gd name="connsiteY8" fmla="*/ 75919 h 82899"/>
                <a:gd name="connsiteX9" fmla="*/ 223761 w 235590"/>
                <a:gd name="connsiteY9" fmla="*/ 68833 h 82899"/>
                <a:gd name="connsiteX10" fmla="*/ 12261 w 235590"/>
                <a:gd name="connsiteY10" fmla="*/ 68833 h 82899"/>
                <a:gd name="connsiteX11" fmla="*/ 215 w 235590"/>
                <a:gd name="connsiteY11" fmla="*/ 75919 h 82899"/>
                <a:gd name="connsiteX12" fmla="*/ 11906 w 235590"/>
                <a:gd name="connsiteY12" fmla="*/ 83004 h 82899"/>
                <a:gd name="connsiteX13" fmla="*/ 224115 w 235590"/>
                <a:gd name="connsiteY13" fmla="*/ 83004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90" h="82899">
                  <a:moveTo>
                    <a:pt x="223761" y="14275"/>
                  </a:moveTo>
                  <a:cubicBezTo>
                    <a:pt x="229075" y="14275"/>
                    <a:pt x="235806" y="14275"/>
                    <a:pt x="235806" y="7190"/>
                  </a:cubicBezTo>
                  <a:cubicBezTo>
                    <a:pt x="235806" y="104"/>
                    <a:pt x="229075" y="104"/>
                    <a:pt x="224115" y="104"/>
                  </a:cubicBezTo>
                  <a:lnTo>
                    <a:pt x="11906" y="104"/>
                  </a:lnTo>
                  <a:cubicBezTo>
                    <a:pt x="6947" y="104"/>
                    <a:pt x="215" y="104"/>
                    <a:pt x="215" y="7190"/>
                  </a:cubicBezTo>
                  <a:cubicBezTo>
                    <a:pt x="215" y="14275"/>
                    <a:pt x="6947" y="14275"/>
                    <a:pt x="12261" y="14275"/>
                  </a:cubicBezTo>
                  <a:lnTo>
                    <a:pt x="223761" y="14275"/>
                  </a:lnTo>
                  <a:close/>
                  <a:moveTo>
                    <a:pt x="224115" y="83004"/>
                  </a:moveTo>
                  <a:cubicBezTo>
                    <a:pt x="229075" y="83004"/>
                    <a:pt x="235806" y="83004"/>
                    <a:pt x="235806" y="75919"/>
                  </a:cubicBezTo>
                  <a:cubicBezTo>
                    <a:pt x="235806" y="68833"/>
                    <a:pt x="229075" y="68833"/>
                    <a:pt x="223761" y="68833"/>
                  </a:cubicBezTo>
                  <a:lnTo>
                    <a:pt x="12261" y="68833"/>
                  </a:lnTo>
                  <a:cubicBezTo>
                    <a:pt x="6947" y="68833"/>
                    <a:pt x="215" y="68833"/>
                    <a:pt x="215" y="75919"/>
                  </a:cubicBezTo>
                  <a:cubicBezTo>
                    <a:pt x="215" y="83004"/>
                    <a:pt x="6947" y="83004"/>
                    <a:pt x="11906" y="83004"/>
                  </a:cubicBezTo>
                  <a:lnTo>
                    <a:pt x="224115" y="8300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3" name="Freeform: Shape 82">
              <a:extLst>
                <a:ext uri="{FF2B5EF4-FFF2-40B4-BE49-F238E27FC236}">
                  <a16:creationId xmlns:a16="http://schemas.microsoft.com/office/drawing/2014/main" id="{13F6CCA4-CC70-C2EA-3EC6-13CC3EE143D3}"/>
                </a:ext>
              </a:extLst>
            </p:cNvPr>
            <p:cNvSpPr/>
            <p:nvPr/>
          </p:nvSpPr>
          <p:spPr>
            <a:xfrm>
              <a:off x="12297753" y="6253834"/>
              <a:ext cx="403869" cy="245864"/>
            </a:xfrm>
            <a:custGeom>
              <a:avLst/>
              <a:gdLst>
                <a:gd name="connsiteX0" fmla="*/ 370440 w 403869"/>
                <a:gd name="connsiteY0" fmla="*/ 25258 h 245864"/>
                <a:gd name="connsiteX1" fmla="*/ 383902 w 403869"/>
                <a:gd name="connsiteY1" fmla="*/ 17464 h 245864"/>
                <a:gd name="connsiteX2" fmla="*/ 404096 w 403869"/>
                <a:gd name="connsiteY2" fmla="*/ 16755 h 245864"/>
                <a:gd name="connsiteX3" fmla="*/ 404096 w 403869"/>
                <a:gd name="connsiteY3" fmla="*/ 104 h 245864"/>
                <a:gd name="connsiteX4" fmla="*/ 366189 w 403869"/>
                <a:gd name="connsiteY4" fmla="*/ 1167 h 245864"/>
                <a:gd name="connsiteX5" fmla="*/ 318008 w 403869"/>
                <a:gd name="connsiteY5" fmla="*/ 104 h 245864"/>
                <a:gd name="connsiteX6" fmla="*/ 318008 w 403869"/>
                <a:gd name="connsiteY6" fmla="*/ 16755 h 245864"/>
                <a:gd name="connsiteX7" fmla="*/ 354143 w 403869"/>
                <a:gd name="connsiteY7" fmla="*/ 20652 h 245864"/>
                <a:gd name="connsiteX8" fmla="*/ 293209 w 403869"/>
                <a:gd name="connsiteY8" fmla="*/ 179012 h 245864"/>
                <a:gd name="connsiteX9" fmla="*/ 230502 w 403869"/>
                <a:gd name="connsiteY9" fmla="*/ 16755 h 245864"/>
                <a:gd name="connsiteX10" fmla="*/ 264513 w 403869"/>
                <a:gd name="connsiteY10" fmla="*/ 16755 h 245864"/>
                <a:gd name="connsiteX11" fmla="*/ 264513 w 403869"/>
                <a:gd name="connsiteY11" fmla="*/ 104 h 245864"/>
                <a:gd name="connsiteX12" fmla="*/ 202515 w 403869"/>
                <a:gd name="connsiteY12" fmla="*/ 1167 h 245864"/>
                <a:gd name="connsiteX13" fmla="*/ 148311 w 403869"/>
                <a:gd name="connsiteY13" fmla="*/ 104 h 245864"/>
                <a:gd name="connsiteX14" fmla="*/ 148311 w 403869"/>
                <a:gd name="connsiteY14" fmla="*/ 16755 h 245864"/>
                <a:gd name="connsiteX15" fmla="*/ 178779 w 403869"/>
                <a:gd name="connsiteY15" fmla="*/ 16755 h 245864"/>
                <a:gd name="connsiteX16" fmla="*/ 193304 w 403869"/>
                <a:gd name="connsiteY16" fmla="*/ 54308 h 245864"/>
                <a:gd name="connsiteX17" fmla="*/ 145123 w 403869"/>
                <a:gd name="connsiteY17" fmla="*/ 179012 h 245864"/>
                <a:gd name="connsiteX18" fmla="*/ 82417 w 403869"/>
                <a:gd name="connsiteY18" fmla="*/ 16755 h 245864"/>
                <a:gd name="connsiteX19" fmla="*/ 116427 w 403869"/>
                <a:gd name="connsiteY19" fmla="*/ 16755 h 245864"/>
                <a:gd name="connsiteX20" fmla="*/ 116427 w 403869"/>
                <a:gd name="connsiteY20" fmla="*/ 104 h 245864"/>
                <a:gd name="connsiteX21" fmla="*/ 54429 w 403869"/>
                <a:gd name="connsiteY21" fmla="*/ 1167 h 245864"/>
                <a:gd name="connsiteX22" fmla="*/ 226 w 403869"/>
                <a:gd name="connsiteY22" fmla="*/ 104 h 245864"/>
                <a:gd name="connsiteX23" fmla="*/ 226 w 403869"/>
                <a:gd name="connsiteY23" fmla="*/ 16755 h 245864"/>
                <a:gd name="connsiteX24" fmla="*/ 30693 w 403869"/>
                <a:gd name="connsiteY24" fmla="*/ 16755 h 245864"/>
                <a:gd name="connsiteX25" fmla="*/ 115718 w 403869"/>
                <a:gd name="connsiteY25" fmla="*/ 236758 h 245864"/>
                <a:gd name="connsiteX26" fmla="*/ 128118 w 403869"/>
                <a:gd name="connsiteY26" fmla="*/ 245969 h 245864"/>
                <a:gd name="connsiteX27" fmla="*/ 140518 w 403869"/>
                <a:gd name="connsiteY27" fmla="*/ 236758 h 245864"/>
                <a:gd name="connsiteX28" fmla="*/ 202161 w 403869"/>
                <a:gd name="connsiteY28" fmla="*/ 77336 h 245864"/>
                <a:gd name="connsiteX29" fmla="*/ 263804 w 403869"/>
                <a:gd name="connsiteY29" fmla="*/ 236758 h 245864"/>
                <a:gd name="connsiteX30" fmla="*/ 276204 w 403869"/>
                <a:gd name="connsiteY30" fmla="*/ 245969 h 245864"/>
                <a:gd name="connsiteX31" fmla="*/ 288603 w 403869"/>
                <a:gd name="connsiteY31" fmla="*/ 236758 h 245864"/>
                <a:gd name="connsiteX32" fmla="*/ 370440 w 403869"/>
                <a:gd name="connsiteY32" fmla="*/ 25258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3869" h="245864">
                  <a:moveTo>
                    <a:pt x="370440" y="25258"/>
                  </a:moveTo>
                  <a:cubicBezTo>
                    <a:pt x="372565" y="19235"/>
                    <a:pt x="372920" y="18527"/>
                    <a:pt x="383902" y="17464"/>
                  </a:cubicBezTo>
                  <a:cubicBezTo>
                    <a:pt x="390987" y="16755"/>
                    <a:pt x="398427" y="16755"/>
                    <a:pt x="404096" y="16755"/>
                  </a:cubicBezTo>
                  <a:lnTo>
                    <a:pt x="404096" y="104"/>
                  </a:lnTo>
                  <a:cubicBezTo>
                    <a:pt x="394530" y="459"/>
                    <a:pt x="382131" y="1167"/>
                    <a:pt x="366189" y="1167"/>
                  </a:cubicBezTo>
                  <a:cubicBezTo>
                    <a:pt x="352726" y="1167"/>
                    <a:pt x="330761" y="1167"/>
                    <a:pt x="318008" y="104"/>
                  </a:cubicBezTo>
                  <a:lnTo>
                    <a:pt x="318008" y="16755"/>
                  </a:lnTo>
                  <a:cubicBezTo>
                    <a:pt x="326864" y="16755"/>
                    <a:pt x="343869" y="16755"/>
                    <a:pt x="354143" y="20652"/>
                  </a:cubicBezTo>
                  <a:lnTo>
                    <a:pt x="293209" y="179012"/>
                  </a:lnTo>
                  <a:lnTo>
                    <a:pt x="230502" y="16755"/>
                  </a:lnTo>
                  <a:lnTo>
                    <a:pt x="264513" y="16755"/>
                  </a:lnTo>
                  <a:lnTo>
                    <a:pt x="264513" y="104"/>
                  </a:lnTo>
                  <a:cubicBezTo>
                    <a:pt x="251050" y="1167"/>
                    <a:pt x="217749" y="1167"/>
                    <a:pt x="202515" y="1167"/>
                  </a:cubicBezTo>
                  <a:cubicBezTo>
                    <a:pt x="188698" y="1167"/>
                    <a:pt x="160711" y="1167"/>
                    <a:pt x="148311" y="104"/>
                  </a:cubicBezTo>
                  <a:lnTo>
                    <a:pt x="148311" y="16755"/>
                  </a:lnTo>
                  <a:lnTo>
                    <a:pt x="178779" y="16755"/>
                  </a:lnTo>
                  <a:lnTo>
                    <a:pt x="193304" y="54308"/>
                  </a:lnTo>
                  <a:lnTo>
                    <a:pt x="145123" y="179012"/>
                  </a:lnTo>
                  <a:lnTo>
                    <a:pt x="82417" y="16755"/>
                  </a:lnTo>
                  <a:lnTo>
                    <a:pt x="116427" y="16755"/>
                  </a:lnTo>
                  <a:lnTo>
                    <a:pt x="116427" y="104"/>
                  </a:lnTo>
                  <a:cubicBezTo>
                    <a:pt x="102965" y="1167"/>
                    <a:pt x="69663" y="1167"/>
                    <a:pt x="54429" y="1167"/>
                  </a:cubicBezTo>
                  <a:cubicBezTo>
                    <a:pt x="40613" y="1167"/>
                    <a:pt x="12625" y="1167"/>
                    <a:pt x="226" y="104"/>
                  </a:cubicBezTo>
                  <a:lnTo>
                    <a:pt x="226" y="16755"/>
                  </a:lnTo>
                  <a:lnTo>
                    <a:pt x="30693" y="16755"/>
                  </a:lnTo>
                  <a:lnTo>
                    <a:pt x="115718" y="236758"/>
                  </a:lnTo>
                  <a:cubicBezTo>
                    <a:pt x="117844" y="242426"/>
                    <a:pt x="119261" y="245969"/>
                    <a:pt x="128118" y="245969"/>
                  </a:cubicBezTo>
                  <a:cubicBezTo>
                    <a:pt x="136975" y="245969"/>
                    <a:pt x="138392" y="242426"/>
                    <a:pt x="140518" y="236758"/>
                  </a:cubicBezTo>
                  <a:lnTo>
                    <a:pt x="202161" y="77336"/>
                  </a:lnTo>
                  <a:lnTo>
                    <a:pt x="263804" y="236758"/>
                  </a:lnTo>
                  <a:cubicBezTo>
                    <a:pt x="265930" y="242426"/>
                    <a:pt x="267347" y="245969"/>
                    <a:pt x="276204" y="245969"/>
                  </a:cubicBezTo>
                  <a:cubicBezTo>
                    <a:pt x="285060" y="245969"/>
                    <a:pt x="286477" y="242426"/>
                    <a:pt x="288603" y="236758"/>
                  </a:cubicBezTo>
                  <a:lnTo>
                    <a:pt x="370440" y="2525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4" name="Freeform: Shape 83">
              <a:extLst>
                <a:ext uri="{FF2B5EF4-FFF2-40B4-BE49-F238E27FC236}">
                  <a16:creationId xmlns:a16="http://schemas.microsoft.com/office/drawing/2014/main" id="{23C986A8-2C73-7B58-844D-209DB473E6BA}"/>
                </a:ext>
              </a:extLst>
            </p:cNvPr>
            <p:cNvSpPr/>
            <p:nvPr/>
          </p:nvSpPr>
          <p:spPr>
            <a:xfrm>
              <a:off x="12744615" y="6164595"/>
              <a:ext cx="64477" cy="247742"/>
            </a:xfrm>
            <a:custGeom>
              <a:avLst/>
              <a:gdLst>
                <a:gd name="connsiteX0" fmla="*/ 59756 w 64477"/>
                <a:gd name="connsiteY0" fmla="*/ 100 h 247742"/>
                <a:gd name="connsiteX1" fmla="*/ 238 w 64477"/>
                <a:gd name="connsiteY1" fmla="*/ 123847 h 247742"/>
                <a:gd name="connsiteX2" fmla="*/ 59756 w 64477"/>
                <a:gd name="connsiteY2" fmla="*/ 247842 h 247742"/>
                <a:gd name="connsiteX3" fmla="*/ 64715 w 64477"/>
                <a:gd name="connsiteY3" fmla="*/ 244867 h 247742"/>
                <a:gd name="connsiteX4" fmla="*/ 62235 w 64477"/>
                <a:gd name="connsiteY4" fmla="*/ 241147 h 247742"/>
                <a:gd name="connsiteX5" fmla="*/ 17101 w 64477"/>
                <a:gd name="connsiteY5" fmla="*/ 124095 h 247742"/>
                <a:gd name="connsiteX6" fmla="*/ 62979 w 64477"/>
                <a:gd name="connsiteY6" fmla="*/ 6052 h 247742"/>
                <a:gd name="connsiteX7" fmla="*/ 64715 w 64477"/>
                <a:gd name="connsiteY7" fmla="*/ 3076 h 247742"/>
                <a:gd name="connsiteX8" fmla="*/ 59756 w 64477"/>
                <a:gd name="connsiteY8" fmla="*/ 100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7742">
                  <a:moveTo>
                    <a:pt x="59756" y="100"/>
                  </a:moveTo>
                  <a:cubicBezTo>
                    <a:pt x="12637" y="33331"/>
                    <a:pt x="238" y="85905"/>
                    <a:pt x="238" y="123847"/>
                  </a:cubicBezTo>
                  <a:cubicBezTo>
                    <a:pt x="238" y="158814"/>
                    <a:pt x="10654" y="213124"/>
                    <a:pt x="59756" y="247842"/>
                  </a:cubicBezTo>
                  <a:cubicBezTo>
                    <a:pt x="61739" y="247842"/>
                    <a:pt x="64715" y="247842"/>
                    <a:pt x="64715" y="244867"/>
                  </a:cubicBezTo>
                  <a:cubicBezTo>
                    <a:pt x="64715" y="243379"/>
                    <a:pt x="63971" y="242883"/>
                    <a:pt x="62235" y="241147"/>
                  </a:cubicBezTo>
                  <a:cubicBezTo>
                    <a:pt x="29253" y="211388"/>
                    <a:pt x="17101" y="169230"/>
                    <a:pt x="17101" y="124095"/>
                  </a:cubicBezTo>
                  <a:cubicBezTo>
                    <a:pt x="17101" y="57138"/>
                    <a:pt x="42644" y="24403"/>
                    <a:pt x="62979" y="6052"/>
                  </a:cubicBezTo>
                  <a:cubicBezTo>
                    <a:pt x="63971" y="5060"/>
                    <a:pt x="64715" y="4316"/>
                    <a:pt x="64715" y="3076"/>
                  </a:cubicBezTo>
                  <a:cubicBezTo>
                    <a:pt x="64715" y="100"/>
                    <a:pt x="61739" y="100"/>
                    <a:pt x="59756" y="10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5" name="Freeform: Shape 84">
              <a:extLst>
                <a:ext uri="{FF2B5EF4-FFF2-40B4-BE49-F238E27FC236}">
                  <a16:creationId xmlns:a16="http://schemas.microsoft.com/office/drawing/2014/main" id="{241C6052-10C9-BDBD-00D8-17DACC5DC27F}"/>
                </a:ext>
              </a:extLst>
            </p:cNvPr>
            <p:cNvSpPr/>
            <p:nvPr/>
          </p:nvSpPr>
          <p:spPr>
            <a:xfrm>
              <a:off x="12853838" y="6185923"/>
              <a:ext cx="90268" cy="164665"/>
            </a:xfrm>
            <a:custGeom>
              <a:avLst/>
              <a:gdLst>
                <a:gd name="connsiteX0" fmla="*/ 56287 w 90268"/>
                <a:gd name="connsiteY0" fmla="*/ 7044 h 164665"/>
                <a:gd name="connsiteX1" fmla="*/ 48847 w 90268"/>
                <a:gd name="connsiteY1" fmla="*/ 100 h 164665"/>
                <a:gd name="connsiteX2" fmla="*/ 241 w 90268"/>
                <a:gd name="connsiteY2" fmla="*/ 15972 h 164665"/>
                <a:gd name="connsiteX3" fmla="*/ 241 w 90268"/>
                <a:gd name="connsiteY3" fmla="*/ 24899 h 164665"/>
                <a:gd name="connsiteX4" fmla="*/ 36200 w 90268"/>
                <a:gd name="connsiteY4" fmla="*/ 17956 h 164665"/>
                <a:gd name="connsiteX5" fmla="*/ 36200 w 90268"/>
                <a:gd name="connsiteY5" fmla="*/ 144431 h 164665"/>
                <a:gd name="connsiteX6" fmla="*/ 11401 w 90268"/>
                <a:gd name="connsiteY6" fmla="*/ 155838 h 164665"/>
                <a:gd name="connsiteX7" fmla="*/ 1977 w 90268"/>
                <a:gd name="connsiteY7" fmla="*/ 155838 h 164665"/>
                <a:gd name="connsiteX8" fmla="*/ 1977 w 90268"/>
                <a:gd name="connsiteY8" fmla="*/ 164766 h 164665"/>
                <a:gd name="connsiteX9" fmla="*/ 46119 w 90268"/>
                <a:gd name="connsiteY9" fmla="*/ 163774 h 164665"/>
                <a:gd name="connsiteX10" fmla="*/ 90509 w 90268"/>
                <a:gd name="connsiteY10" fmla="*/ 164766 h 164665"/>
                <a:gd name="connsiteX11" fmla="*/ 90509 w 90268"/>
                <a:gd name="connsiteY11" fmla="*/ 155838 h 164665"/>
                <a:gd name="connsiteX12" fmla="*/ 81086 w 90268"/>
                <a:gd name="connsiteY12" fmla="*/ 155838 h 164665"/>
                <a:gd name="connsiteX13" fmla="*/ 56287 w 90268"/>
                <a:gd name="connsiteY13" fmla="*/ 144431 h 164665"/>
                <a:gd name="connsiteX14" fmla="*/ 56287 w 90268"/>
                <a:gd name="connsiteY14" fmla="*/ 7044 h 16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268" h="164665">
                  <a:moveTo>
                    <a:pt x="56287" y="7044"/>
                  </a:moveTo>
                  <a:cubicBezTo>
                    <a:pt x="56287" y="348"/>
                    <a:pt x="55791" y="100"/>
                    <a:pt x="48847" y="100"/>
                  </a:cubicBezTo>
                  <a:cubicBezTo>
                    <a:pt x="32976" y="15724"/>
                    <a:pt x="10409" y="15972"/>
                    <a:pt x="241" y="15972"/>
                  </a:cubicBezTo>
                  <a:lnTo>
                    <a:pt x="241" y="24899"/>
                  </a:lnTo>
                  <a:cubicBezTo>
                    <a:pt x="6193" y="24899"/>
                    <a:pt x="22560" y="24899"/>
                    <a:pt x="36200" y="17956"/>
                  </a:cubicBezTo>
                  <a:lnTo>
                    <a:pt x="36200" y="144431"/>
                  </a:lnTo>
                  <a:cubicBezTo>
                    <a:pt x="36200" y="152614"/>
                    <a:pt x="36200" y="155838"/>
                    <a:pt x="11401" y="155838"/>
                  </a:cubicBezTo>
                  <a:lnTo>
                    <a:pt x="1977" y="155838"/>
                  </a:lnTo>
                  <a:lnTo>
                    <a:pt x="1977" y="164766"/>
                  </a:lnTo>
                  <a:cubicBezTo>
                    <a:pt x="6441" y="164518"/>
                    <a:pt x="36944" y="163774"/>
                    <a:pt x="46119" y="163774"/>
                  </a:cubicBezTo>
                  <a:cubicBezTo>
                    <a:pt x="53807" y="163774"/>
                    <a:pt x="85054" y="164518"/>
                    <a:pt x="90509" y="164766"/>
                  </a:cubicBezTo>
                  <a:lnTo>
                    <a:pt x="90509" y="155838"/>
                  </a:lnTo>
                  <a:lnTo>
                    <a:pt x="81086" y="155838"/>
                  </a:lnTo>
                  <a:cubicBezTo>
                    <a:pt x="56287" y="155838"/>
                    <a:pt x="56287" y="152614"/>
                    <a:pt x="56287" y="144431"/>
                  </a:cubicBezTo>
                  <a:lnTo>
                    <a:pt x="56287" y="704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6" name="Freeform: Shape 85">
              <a:extLst>
                <a:ext uri="{FF2B5EF4-FFF2-40B4-BE49-F238E27FC236}">
                  <a16:creationId xmlns:a16="http://schemas.microsoft.com/office/drawing/2014/main" id="{AE5FEA28-B0EC-C0DA-D6B4-6577586ACCD7}"/>
                </a:ext>
              </a:extLst>
            </p:cNvPr>
            <p:cNvSpPr/>
            <p:nvPr/>
          </p:nvSpPr>
          <p:spPr>
            <a:xfrm>
              <a:off x="12985632" y="6164595"/>
              <a:ext cx="64229" cy="247742"/>
            </a:xfrm>
            <a:custGeom>
              <a:avLst/>
              <a:gdLst>
                <a:gd name="connsiteX0" fmla="*/ 4957 w 64229"/>
                <a:gd name="connsiteY0" fmla="*/ 100 h 247742"/>
                <a:gd name="connsiteX1" fmla="*/ 245 w 64229"/>
                <a:gd name="connsiteY1" fmla="*/ 3076 h 247742"/>
                <a:gd name="connsiteX2" fmla="*/ 2477 w 64229"/>
                <a:gd name="connsiteY2" fmla="*/ 6796 h 247742"/>
                <a:gd name="connsiteX3" fmla="*/ 47611 w 64229"/>
                <a:gd name="connsiteY3" fmla="*/ 123847 h 247742"/>
                <a:gd name="connsiteX4" fmla="*/ 4709 w 64229"/>
                <a:gd name="connsiteY4" fmla="*/ 239163 h 247742"/>
                <a:gd name="connsiteX5" fmla="*/ 245 w 64229"/>
                <a:gd name="connsiteY5" fmla="*/ 244867 h 247742"/>
                <a:gd name="connsiteX6" fmla="*/ 3469 w 64229"/>
                <a:gd name="connsiteY6" fmla="*/ 247842 h 247742"/>
                <a:gd name="connsiteX7" fmla="*/ 46371 w 64229"/>
                <a:gd name="connsiteY7" fmla="*/ 200476 h 247742"/>
                <a:gd name="connsiteX8" fmla="*/ 64474 w 64229"/>
                <a:gd name="connsiteY8" fmla="*/ 124095 h 247742"/>
                <a:gd name="connsiteX9" fmla="*/ 4957 w 64229"/>
                <a:gd name="connsiteY9" fmla="*/ 100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7742">
                  <a:moveTo>
                    <a:pt x="4957" y="100"/>
                  </a:moveTo>
                  <a:cubicBezTo>
                    <a:pt x="3221" y="100"/>
                    <a:pt x="245" y="100"/>
                    <a:pt x="245" y="3076"/>
                  </a:cubicBezTo>
                  <a:cubicBezTo>
                    <a:pt x="245" y="4316"/>
                    <a:pt x="989" y="5060"/>
                    <a:pt x="2477" y="6796"/>
                  </a:cubicBezTo>
                  <a:cubicBezTo>
                    <a:pt x="23804" y="26387"/>
                    <a:pt x="47611" y="59866"/>
                    <a:pt x="47611" y="123847"/>
                  </a:cubicBezTo>
                  <a:cubicBezTo>
                    <a:pt x="47611" y="175677"/>
                    <a:pt x="31492" y="214860"/>
                    <a:pt x="4709" y="239163"/>
                  </a:cubicBezTo>
                  <a:cubicBezTo>
                    <a:pt x="493" y="243379"/>
                    <a:pt x="245" y="243627"/>
                    <a:pt x="245" y="244867"/>
                  </a:cubicBezTo>
                  <a:cubicBezTo>
                    <a:pt x="245" y="246106"/>
                    <a:pt x="989" y="247842"/>
                    <a:pt x="3469" y="247842"/>
                  </a:cubicBezTo>
                  <a:cubicBezTo>
                    <a:pt x="6445" y="247842"/>
                    <a:pt x="30004" y="231475"/>
                    <a:pt x="46371" y="200476"/>
                  </a:cubicBezTo>
                  <a:cubicBezTo>
                    <a:pt x="57283" y="179893"/>
                    <a:pt x="64474" y="153110"/>
                    <a:pt x="64474" y="124095"/>
                  </a:cubicBezTo>
                  <a:cubicBezTo>
                    <a:pt x="64474" y="89129"/>
                    <a:pt x="54059" y="34819"/>
                    <a:pt x="4957" y="10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7" name="Freeform: Shape 86">
              <a:extLst>
                <a:ext uri="{FF2B5EF4-FFF2-40B4-BE49-F238E27FC236}">
                  <a16:creationId xmlns:a16="http://schemas.microsoft.com/office/drawing/2014/main" id="{60814D69-0149-88FB-86B4-34D498D94B61}"/>
                </a:ext>
              </a:extLst>
            </p:cNvPr>
            <p:cNvSpPr/>
            <p:nvPr/>
          </p:nvSpPr>
          <p:spPr>
            <a:xfrm>
              <a:off x="13107785" y="6339567"/>
              <a:ext cx="152336" cy="157296"/>
            </a:xfrm>
            <a:custGeom>
              <a:avLst/>
              <a:gdLst>
                <a:gd name="connsiteX0" fmla="*/ 147980 w 152336"/>
                <a:gd name="connsiteY0" fmla="*/ 15338 h 157296"/>
                <a:gd name="connsiteX1" fmla="*/ 151523 w 152336"/>
                <a:gd name="connsiteY1" fmla="*/ 7544 h 157296"/>
                <a:gd name="connsiteX2" fmla="*/ 140186 w 152336"/>
                <a:gd name="connsiteY2" fmla="*/ 104 h 157296"/>
                <a:gd name="connsiteX3" fmla="*/ 10168 w 152336"/>
                <a:gd name="connsiteY3" fmla="*/ 104 h 157296"/>
                <a:gd name="connsiteX4" fmla="*/ 5917 w 152336"/>
                <a:gd name="connsiteY4" fmla="*/ 62102 h 157296"/>
                <a:gd name="connsiteX5" fmla="*/ 22568 w 152336"/>
                <a:gd name="connsiteY5" fmla="*/ 62102 h 157296"/>
                <a:gd name="connsiteX6" fmla="*/ 72166 w 152336"/>
                <a:gd name="connsiteY6" fmla="*/ 12858 h 157296"/>
                <a:gd name="connsiteX7" fmla="*/ 102279 w 152336"/>
                <a:gd name="connsiteY7" fmla="*/ 12858 h 157296"/>
                <a:gd name="connsiteX8" fmla="*/ 3437 w 152336"/>
                <a:gd name="connsiteY8" fmla="*/ 141813 h 157296"/>
                <a:gd name="connsiteX9" fmla="*/ 249 w 152336"/>
                <a:gd name="connsiteY9" fmla="*/ 149607 h 157296"/>
                <a:gd name="connsiteX10" fmla="*/ 11585 w 152336"/>
                <a:gd name="connsiteY10" fmla="*/ 157401 h 157296"/>
                <a:gd name="connsiteX11" fmla="*/ 146209 w 152336"/>
                <a:gd name="connsiteY11" fmla="*/ 157401 h 157296"/>
                <a:gd name="connsiteX12" fmla="*/ 152585 w 152336"/>
                <a:gd name="connsiteY12" fmla="*/ 85838 h 157296"/>
                <a:gd name="connsiteX13" fmla="*/ 135935 w 152336"/>
                <a:gd name="connsiteY13" fmla="*/ 85838 h 157296"/>
                <a:gd name="connsiteX14" fmla="*/ 80314 w 152336"/>
                <a:gd name="connsiteY14" fmla="*/ 143230 h 157296"/>
                <a:gd name="connsiteX15" fmla="*/ 49847 w 152336"/>
                <a:gd name="connsiteY15" fmla="*/ 143230 h 157296"/>
                <a:gd name="connsiteX16" fmla="*/ 147980 w 152336"/>
                <a:gd name="connsiteY16" fmla="*/ 15338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336" h="157296">
                  <a:moveTo>
                    <a:pt x="147980" y="15338"/>
                  </a:moveTo>
                  <a:cubicBezTo>
                    <a:pt x="150814" y="11441"/>
                    <a:pt x="151523" y="10733"/>
                    <a:pt x="151523" y="7544"/>
                  </a:cubicBezTo>
                  <a:cubicBezTo>
                    <a:pt x="151523" y="104"/>
                    <a:pt x="146563" y="104"/>
                    <a:pt x="140186" y="104"/>
                  </a:cubicBezTo>
                  <a:lnTo>
                    <a:pt x="10168" y="104"/>
                  </a:lnTo>
                  <a:lnTo>
                    <a:pt x="5917" y="62102"/>
                  </a:lnTo>
                  <a:lnTo>
                    <a:pt x="22568" y="62102"/>
                  </a:lnTo>
                  <a:cubicBezTo>
                    <a:pt x="24693" y="25612"/>
                    <a:pt x="35676" y="12858"/>
                    <a:pt x="72166" y="12858"/>
                  </a:cubicBezTo>
                  <a:lnTo>
                    <a:pt x="102279" y="12858"/>
                  </a:lnTo>
                  <a:lnTo>
                    <a:pt x="3437" y="141813"/>
                  </a:lnTo>
                  <a:cubicBezTo>
                    <a:pt x="249" y="145710"/>
                    <a:pt x="249" y="146419"/>
                    <a:pt x="249" y="149607"/>
                  </a:cubicBezTo>
                  <a:cubicBezTo>
                    <a:pt x="249" y="157401"/>
                    <a:pt x="4854" y="157401"/>
                    <a:pt x="11585" y="157401"/>
                  </a:cubicBezTo>
                  <a:lnTo>
                    <a:pt x="146209" y="157401"/>
                  </a:lnTo>
                  <a:lnTo>
                    <a:pt x="152585" y="85838"/>
                  </a:lnTo>
                  <a:lnTo>
                    <a:pt x="135935" y="85838"/>
                  </a:lnTo>
                  <a:cubicBezTo>
                    <a:pt x="132746" y="121620"/>
                    <a:pt x="127078" y="143230"/>
                    <a:pt x="80314" y="143230"/>
                  </a:cubicBezTo>
                  <a:lnTo>
                    <a:pt x="49847" y="143230"/>
                  </a:lnTo>
                  <a:lnTo>
                    <a:pt x="147980" y="1533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8" name="Freeform: Shape 87">
              <a:extLst>
                <a:ext uri="{FF2B5EF4-FFF2-40B4-BE49-F238E27FC236}">
                  <a16:creationId xmlns:a16="http://schemas.microsoft.com/office/drawing/2014/main" id="{89B10D91-F0BB-57B9-9ABF-4643B6CE2500}"/>
                </a:ext>
              </a:extLst>
            </p:cNvPr>
            <p:cNvSpPr/>
            <p:nvPr/>
          </p:nvSpPr>
          <p:spPr>
            <a:xfrm>
              <a:off x="13306038" y="6164595"/>
              <a:ext cx="64477" cy="247742"/>
            </a:xfrm>
            <a:custGeom>
              <a:avLst/>
              <a:gdLst>
                <a:gd name="connsiteX0" fmla="*/ 59771 w 64477"/>
                <a:gd name="connsiteY0" fmla="*/ 100 h 247742"/>
                <a:gd name="connsiteX1" fmla="*/ 254 w 64477"/>
                <a:gd name="connsiteY1" fmla="*/ 123847 h 247742"/>
                <a:gd name="connsiteX2" fmla="*/ 59771 w 64477"/>
                <a:gd name="connsiteY2" fmla="*/ 247842 h 247742"/>
                <a:gd name="connsiteX3" fmla="*/ 64731 w 64477"/>
                <a:gd name="connsiteY3" fmla="*/ 244867 h 247742"/>
                <a:gd name="connsiteX4" fmla="*/ 62251 w 64477"/>
                <a:gd name="connsiteY4" fmla="*/ 241147 h 247742"/>
                <a:gd name="connsiteX5" fmla="*/ 17117 w 64477"/>
                <a:gd name="connsiteY5" fmla="*/ 124095 h 247742"/>
                <a:gd name="connsiteX6" fmla="*/ 62995 w 64477"/>
                <a:gd name="connsiteY6" fmla="*/ 6052 h 247742"/>
                <a:gd name="connsiteX7" fmla="*/ 64731 w 64477"/>
                <a:gd name="connsiteY7" fmla="*/ 3076 h 247742"/>
                <a:gd name="connsiteX8" fmla="*/ 59771 w 64477"/>
                <a:gd name="connsiteY8" fmla="*/ 100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7742">
                  <a:moveTo>
                    <a:pt x="59771" y="100"/>
                  </a:moveTo>
                  <a:cubicBezTo>
                    <a:pt x="12653" y="33331"/>
                    <a:pt x="254" y="85905"/>
                    <a:pt x="254" y="123847"/>
                  </a:cubicBezTo>
                  <a:cubicBezTo>
                    <a:pt x="254" y="158814"/>
                    <a:pt x="10669" y="213124"/>
                    <a:pt x="59771" y="247842"/>
                  </a:cubicBezTo>
                  <a:cubicBezTo>
                    <a:pt x="61755" y="247842"/>
                    <a:pt x="64731" y="247842"/>
                    <a:pt x="64731" y="244867"/>
                  </a:cubicBezTo>
                  <a:cubicBezTo>
                    <a:pt x="64731" y="243379"/>
                    <a:pt x="63987" y="242883"/>
                    <a:pt x="62251" y="241147"/>
                  </a:cubicBezTo>
                  <a:cubicBezTo>
                    <a:pt x="29269" y="211388"/>
                    <a:pt x="17117" y="169230"/>
                    <a:pt x="17117" y="124095"/>
                  </a:cubicBezTo>
                  <a:cubicBezTo>
                    <a:pt x="17117" y="57138"/>
                    <a:pt x="42660" y="24403"/>
                    <a:pt x="62995" y="6052"/>
                  </a:cubicBezTo>
                  <a:cubicBezTo>
                    <a:pt x="63987" y="5060"/>
                    <a:pt x="64731" y="4316"/>
                    <a:pt x="64731" y="3076"/>
                  </a:cubicBezTo>
                  <a:cubicBezTo>
                    <a:pt x="64731" y="100"/>
                    <a:pt x="61755" y="100"/>
                    <a:pt x="59771" y="10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9" name="Freeform: Shape 88">
              <a:extLst>
                <a:ext uri="{FF2B5EF4-FFF2-40B4-BE49-F238E27FC236}">
                  <a16:creationId xmlns:a16="http://schemas.microsoft.com/office/drawing/2014/main" id="{131D97F3-36EB-E541-0158-8432E7EBDAFA}"/>
                </a:ext>
              </a:extLst>
            </p:cNvPr>
            <p:cNvSpPr/>
            <p:nvPr/>
          </p:nvSpPr>
          <p:spPr>
            <a:xfrm>
              <a:off x="13415261" y="6185923"/>
              <a:ext cx="90268" cy="164665"/>
            </a:xfrm>
            <a:custGeom>
              <a:avLst/>
              <a:gdLst>
                <a:gd name="connsiteX0" fmla="*/ 56303 w 90268"/>
                <a:gd name="connsiteY0" fmla="*/ 7044 h 164665"/>
                <a:gd name="connsiteX1" fmla="*/ 48863 w 90268"/>
                <a:gd name="connsiteY1" fmla="*/ 100 h 164665"/>
                <a:gd name="connsiteX2" fmla="*/ 257 w 90268"/>
                <a:gd name="connsiteY2" fmla="*/ 15972 h 164665"/>
                <a:gd name="connsiteX3" fmla="*/ 257 w 90268"/>
                <a:gd name="connsiteY3" fmla="*/ 24899 h 164665"/>
                <a:gd name="connsiteX4" fmla="*/ 36215 w 90268"/>
                <a:gd name="connsiteY4" fmla="*/ 17956 h 164665"/>
                <a:gd name="connsiteX5" fmla="*/ 36215 w 90268"/>
                <a:gd name="connsiteY5" fmla="*/ 144431 h 164665"/>
                <a:gd name="connsiteX6" fmla="*/ 11416 w 90268"/>
                <a:gd name="connsiteY6" fmla="*/ 155838 h 164665"/>
                <a:gd name="connsiteX7" fmla="*/ 1993 w 90268"/>
                <a:gd name="connsiteY7" fmla="*/ 155838 h 164665"/>
                <a:gd name="connsiteX8" fmla="*/ 1993 w 90268"/>
                <a:gd name="connsiteY8" fmla="*/ 164766 h 164665"/>
                <a:gd name="connsiteX9" fmla="*/ 46135 w 90268"/>
                <a:gd name="connsiteY9" fmla="*/ 163774 h 164665"/>
                <a:gd name="connsiteX10" fmla="*/ 90525 w 90268"/>
                <a:gd name="connsiteY10" fmla="*/ 164766 h 164665"/>
                <a:gd name="connsiteX11" fmla="*/ 90525 w 90268"/>
                <a:gd name="connsiteY11" fmla="*/ 155838 h 164665"/>
                <a:gd name="connsiteX12" fmla="*/ 81102 w 90268"/>
                <a:gd name="connsiteY12" fmla="*/ 155838 h 164665"/>
                <a:gd name="connsiteX13" fmla="*/ 56303 w 90268"/>
                <a:gd name="connsiteY13" fmla="*/ 144431 h 164665"/>
                <a:gd name="connsiteX14" fmla="*/ 56303 w 90268"/>
                <a:gd name="connsiteY14" fmla="*/ 7044 h 16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268" h="164665">
                  <a:moveTo>
                    <a:pt x="56303" y="7044"/>
                  </a:moveTo>
                  <a:cubicBezTo>
                    <a:pt x="56303" y="348"/>
                    <a:pt x="55807" y="100"/>
                    <a:pt x="48863" y="100"/>
                  </a:cubicBezTo>
                  <a:cubicBezTo>
                    <a:pt x="32992" y="15724"/>
                    <a:pt x="10424" y="15972"/>
                    <a:pt x="257" y="15972"/>
                  </a:cubicBezTo>
                  <a:lnTo>
                    <a:pt x="257" y="24899"/>
                  </a:lnTo>
                  <a:cubicBezTo>
                    <a:pt x="6209" y="24899"/>
                    <a:pt x="22576" y="24899"/>
                    <a:pt x="36215" y="17956"/>
                  </a:cubicBezTo>
                  <a:lnTo>
                    <a:pt x="36215" y="144431"/>
                  </a:lnTo>
                  <a:cubicBezTo>
                    <a:pt x="36215" y="152614"/>
                    <a:pt x="36215" y="155838"/>
                    <a:pt x="11416" y="155838"/>
                  </a:cubicBezTo>
                  <a:lnTo>
                    <a:pt x="1993" y="155838"/>
                  </a:lnTo>
                  <a:lnTo>
                    <a:pt x="1993" y="164766"/>
                  </a:lnTo>
                  <a:cubicBezTo>
                    <a:pt x="6457" y="164518"/>
                    <a:pt x="36959" y="163774"/>
                    <a:pt x="46135" y="163774"/>
                  </a:cubicBezTo>
                  <a:cubicBezTo>
                    <a:pt x="53823" y="163774"/>
                    <a:pt x="85069" y="164518"/>
                    <a:pt x="90525" y="164766"/>
                  </a:cubicBezTo>
                  <a:lnTo>
                    <a:pt x="90525" y="155838"/>
                  </a:lnTo>
                  <a:lnTo>
                    <a:pt x="81102" y="155838"/>
                  </a:lnTo>
                  <a:cubicBezTo>
                    <a:pt x="56303" y="155838"/>
                    <a:pt x="56303" y="152614"/>
                    <a:pt x="56303" y="144431"/>
                  </a:cubicBezTo>
                  <a:lnTo>
                    <a:pt x="56303" y="704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0" name="Freeform: Shape 89">
              <a:extLst>
                <a:ext uri="{FF2B5EF4-FFF2-40B4-BE49-F238E27FC236}">
                  <a16:creationId xmlns:a16="http://schemas.microsoft.com/office/drawing/2014/main" id="{B4E346E3-30F4-AE15-17D1-E826DE8FEE9D}"/>
                </a:ext>
              </a:extLst>
            </p:cNvPr>
            <p:cNvSpPr/>
            <p:nvPr/>
          </p:nvSpPr>
          <p:spPr>
            <a:xfrm>
              <a:off x="13547054" y="6164595"/>
              <a:ext cx="64229" cy="247742"/>
            </a:xfrm>
            <a:custGeom>
              <a:avLst/>
              <a:gdLst>
                <a:gd name="connsiteX0" fmla="*/ 4973 w 64229"/>
                <a:gd name="connsiteY0" fmla="*/ 100 h 247742"/>
                <a:gd name="connsiteX1" fmla="*/ 261 w 64229"/>
                <a:gd name="connsiteY1" fmla="*/ 3076 h 247742"/>
                <a:gd name="connsiteX2" fmla="*/ 2493 w 64229"/>
                <a:gd name="connsiteY2" fmla="*/ 6796 h 247742"/>
                <a:gd name="connsiteX3" fmla="*/ 47627 w 64229"/>
                <a:gd name="connsiteY3" fmla="*/ 123847 h 247742"/>
                <a:gd name="connsiteX4" fmla="*/ 4725 w 64229"/>
                <a:gd name="connsiteY4" fmla="*/ 239163 h 247742"/>
                <a:gd name="connsiteX5" fmla="*/ 261 w 64229"/>
                <a:gd name="connsiteY5" fmla="*/ 244867 h 247742"/>
                <a:gd name="connsiteX6" fmla="*/ 3485 w 64229"/>
                <a:gd name="connsiteY6" fmla="*/ 247842 h 247742"/>
                <a:gd name="connsiteX7" fmla="*/ 46387 w 64229"/>
                <a:gd name="connsiteY7" fmla="*/ 200476 h 247742"/>
                <a:gd name="connsiteX8" fmla="*/ 64490 w 64229"/>
                <a:gd name="connsiteY8" fmla="*/ 124095 h 247742"/>
                <a:gd name="connsiteX9" fmla="*/ 4973 w 64229"/>
                <a:gd name="connsiteY9" fmla="*/ 100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7742">
                  <a:moveTo>
                    <a:pt x="4973" y="100"/>
                  </a:moveTo>
                  <a:cubicBezTo>
                    <a:pt x="3237" y="100"/>
                    <a:pt x="261" y="100"/>
                    <a:pt x="261" y="3076"/>
                  </a:cubicBezTo>
                  <a:cubicBezTo>
                    <a:pt x="261" y="4316"/>
                    <a:pt x="1005" y="5060"/>
                    <a:pt x="2493" y="6796"/>
                  </a:cubicBezTo>
                  <a:cubicBezTo>
                    <a:pt x="23820" y="26387"/>
                    <a:pt x="47627" y="59866"/>
                    <a:pt x="47627" y="123847"/>
                  </a:cubicBezTo>
                  <a:cubicBezTo>
                    <a:pt x="47627" y="175677"/>
                    <a:pt x="31508" y="214860"/>
                    <a:pt x="4725" y="239163"/>
                  </a:cubicBezTo>
                  <a:cubicBezTo>
                    <a:pt x="509" y="243379"/>
                    <a:pt x="261" y="243627"/>
                    <a:pt x="261" y="244867"/>
                  </a:cubicBezTo>
                  <a:cubicBezTo>
                    <a:pt x="261" y="246106"/>
                    <a:pt x="1005" y="247842"/>
                    <a:pt x="3485" y="247842"/>
                  </a:cubicBezTo>
                  <a:cubicBezTo>
                    <a:pt x="6461" y="247842"/>
                    <a:pt x="30020" y="231475"/>
                    <a:pt x="46387" y="200476"/>
                  </a:cubicBezTo>
                  <a:cubicBezTo>
                    <a:pt x="57299" y="179893"/>
                    <a:pt x="64490" y="153110"/>
                    <a:pt x="64490" y="124095"/>
                  </a:cubicBezTo>
                  <a:cubicBezTo>
                    <a:pt x="64490" y="89129"/>
                    <a:pt x="54075" y="34819"/>
                    <a:pt x="4973" y="10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1" name="Freeform: Shape 90">
              <a:extLst>
                <a:ext uri="{FF2B5EF4-FFF2-40B4-BE49-F238E27FC236}">
                  <a16:creationId xmlns:a16="http://schemas.microsoft.com/office/drawing/2014/main" id="{25F17C73-374C-9404-06F9-86270F96570B}"/>
                </a:ext>
              </a:extLst>
            </p:cNvPr>
            <p:cNvSpPr/>
            <p:nvPr/>
          </p:nvSpPr>
          <p:spPr>
            <a:xfrm>
              <a:off x="13756435" y="6290324"/>
              <a:ext cx="235590" cy="235944"/>
            </a:xfrm>
            <a:custGeom>
              <a:avLst/>
              <a:gdLst>
                <a:gd name="connsiteX0" fmla="*/ 125325 w 235590"/>
                <a:gd name="connsiteY0" fmla="*/ 125162 h 235944"/>
                <a:gd name="connsiteX1" fmla="*/ 224166 w 235590"/>
                <a:gd name="connsiteY1" fmla="*/ 125162 h 235944"/>
                <a:gd name="connsiteX2" fmla="*/ 235857 w 235590"/>
                <a:gd name="connsiteY2" fmla="*/ 118077 h 235944"/>
                <a:gd name="connsiteX3" fmla="*/ 224166 w 235590"/>
                <a:gd name="connsiteY3" fmla="*/ 110991 h 235944"/>
                <a:gd name="connsiteX4" fmla="*/ 125325 w 235590"/>
                <a:gd name="connsiteY4" fmla="*/ 110991 h 235944"/>
                <a:gd name="connsiteX5" fmla="*/ 125325 w 235590"/>
                <a:gd name="connsiteY5" fmla="*/ 11795 h 235944"/>
                <a:gd name="connsiteX6" fmla="*/ 118239 w 235590"/>
                <a:gd name="connsiteY6" fmla="*/ 104 h 235944"/>
                <a:gd name="connsiteX7" fmla="*/ 111154 w 235590"/>
                <a:gd name="connsiteY7" fmla="*/ 11795 h 235944"/>
                <a:gd name="connsiteX8" fmla="*/ 111154 w 235590"/>
                <a:gd name="connsiteY8" fmla="*/ 110991 h 235944"/>
                <a:gd name="connsiteX9" fmla="*/ 11958 w 235590"/>
                <a:gd name="connsiteY9" fmla="*/ 110991 h 235944"/>
                <a:gd name="connsiteX10" fmla="*/ 267 w 235590"/>
                <a:gd name="connsiteY10" fmla="*/ 118077 h 235944"/>
                <a:gd name="connsiteX11" fmla="*/ 11958 w 235590"/>
                <a:gd name="connsiteY11" fmla="*/ 125162 h 235944"/>
                <a:gd name="connsiteX12" fmla="*/ 111154 w 235590"/>
                <a:gd name="connsiteY12" fmla="*/ 125162 h 235944"/>
                <a:gd name="connsiteX13" fmla="*/ 111154 w 235590"/>
                <a:gd name="connsiteY13" fmla="*/ 224358 h 235944"/>
                <a:gd name="connsiteX14" fmla="*/ 118239 w 235590"/>
                <a:gd name="connsiteY14" fmla="*/ 236049 h 235944"/>
                <a:gd name="connsiteX15" fmla="*/ 125325 w 235590"/>
                <a:gd name="connsiteY15" fmla="*/ 224358 h 235944"/>
                <a:gd name="connsiteX16" fmla="*/ 125325 w 235590"/>
                <a:gd name="connsiteY16" fmla="*/ 125162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590" h="235944">
                  <a:moveTo>
                    <a:pt x="125325" y="125162"/>
                  </a:moveTo>
                  <a:lnTo>
                    <a:pt x="224166" y="125162"/>
                  </a:lnTo>
                  <a:cubicBezTo>
                    <a:pt x="229126" y="125162"/>
                    <a:pt x="235857" y="125162"/>
                    <a:pt x="235857" y="118077"/>
                  </a:cubicBezTo>
                  <a:cubicBezTo>
                    <a:pt x="235857" y="110991"/>
                    <a:pt x="229126" y="110991"/>
                    <a:pt x="224166" y="110991"/>
                  </a:cubicBezTo>
                  <a:lnTo>
                    <a:pt x="125325" y="110991"/>
                  </a:lnTo>
                  <a:lnTo>
                    <a:pt x="125325" y="11795"/>
                  </a:lnTo>
                  <a:cubicBezTo>
                    <a:pt x="125325" y="6836"/>
                    <a:pt x="125325" y="104"/>
                    <a:pt x="118239" y="104"/>
                  </a:cubicBezTo>
                  <a:cubicBezTo>
                    <a:pt x="111154" y="104"/>
                    <a:pt x="111154" y="6836"/>
                    <a:pt x="111154" y="11795"/>
                  </a:cubicBezTo>
                  <a:lnTo>
                    <a:pt x="111154" y="110991"/>
                  </a:lnTo>
                  <a:lnTo>
                    <a:pt x="11958" y="110991"/>
                  </a:lnTo>
                  <a:cubicBezTo>
                    <a:pt x="6998" y="110991"/>
                    <a:pt x="267" y="110991"/>
                    <a:pt x="267" y="118077"/>
                  </a:cubicBezTo>
                  <a:cubicBezTo>
                    <a:pt x="267" y="125162"/>
                    <a:pt x="6998" y="125162"/>
                    <a:pt x="11958" y="125162"/>
                  </a:cubicBezTo>
                  <a:lnTo>
                    <a:pt x="111154" y="125162"/>
                  </a:lnTo>
                  <a:lnTo>
                    <a:pt x="111154" y="224358"/>
                  </a:lnTo>
                  <a:cubicBezTo>
                    <a:pt x="111154" y="229318"/>
                    <a:pt x="111154" y="236049"/>
                    <a:pt x="118239" y="236049"/>
                  </a:cubicBezTo>
                  <a:cubicBezTo>
                    <a:pt x="125325" y="236049"/>
                    <a:pt x="125325" y="229318"/>
                    <a:pt x="125325" y="224358"/>
                  </a:cubicBezTo>
                  <a:lnTo>
                    <a:pt x="125325" y="125162"/>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2" name="Freeform: Shape 91">
              <a:extLst>
                <a:ext uri="{FF2B5EF4-FFF2-40B4-BE49-F238E27FC236}">
                  <a16:creationId xmlns:a16="http://schemas.microsoft.com/office/drawing/2014/main" id="{B61EB0B0-43A6-7B41-A739-A9AAFE002A7F}"/>
                </a:ext>
              </a:extLst>
            </p:cNvPr>
            <p:cNvSpPr/>
            <p:nvPr/>
          </p:nvSpPr>
          <p:spPr>
            <a:xfrm>
              <a:off x="14103975" y="6250999"/>
              <a:ext cx="199454" cy="247990"/>
            </a:xfrm>
            <a:custGeom>
              <a:avLst/>
              <a:gdLst>
                <a:gd name="connsiteX0" fmla="*/ 62983 w 199454"/>
                <a:gd name="connsiteY0" fmla="*/ 103906 h 247990"/>
                <a:gd name="connsiteX1" fmla="*/ 62983 w 199454"/>
                <a:gd name="connsiteY1" fmla="*/ 104 h 247990"/>
                <a:gd name="connsiteX2" fmla="*/ 277 w 199454"/>
                <a:gd name="connsiteY2" fmla="*/ 2939 h 247990"/>
                <a:gd name="connsiteX3" fmla="*/ 277 w 199454"/>
                <a:gd name="connsiteY3" fmla="*/ 19589 h 247990"/>
                <a:gd name="connsiteX4" fmla="*/ 24721 w 199454"/>
                <a:gd name="connsiteY4" fmla="*/ 33406 h 247990"/>
                <a:gd name="connsiteX5" fmla="*/ 24721 w 199454"/>
                <a:gd name="connsiteY5" fmla="*/ 245969 h 247990"/>
                <a:gd name="connsiteX6" fmla="*/ 41372 w 199454"/>
                <a:gd name="connsiteY6" fmla="*/ 245969 h 247990"/>
                <a:gd name="connsiteX7" fmla="*/ 58731 w 199454"/>
                <a:gd name="connsiteY7" fmla="*/ 226130 h 247990"/>
                <a:gd name="connsiteX8" fmla="*/ 110455 w 199454"/>
                <a:gd name="connsiteY8" fmla="*/ 248095 h 247990"/>
                <a:gd name="connsiteX9" fmla="*/ 199731 w 199454"/>
                <a:gd name="connsiteY9" fmla="*/ 166966 h 247990"/>
                <a:gd name="connsiteX10" fmla="*/ 115061 w 199454"/>
                <a:gd name="connsiteY10" fmla="*/ 86547 h 247990"/>
                <a:gd name="connsiteX11" fmla="*/ 62983 w 199454"/>
                <a:gd name="connsiteY11" fmla="*/ 103906 h 247990"/>
                <a:gd name="connsiteX12" fmla="*/ 65108 w 199454"/>
                <a:gd name="connsiteY12" fmla="*/ 210896 h 247990"/>
                <a:gd name="connsiteX13" fmla="*/ 65108 w 199454"/>
                <a:gd name="connsiteY13" fmla="*/ 121974 h 247990"/>
                <a:gd name="connsiteX14" fmla="*/ 111164 w 199454"/>
                <a:gd name="connsiteY14" fmla="*/ 99300 h 247990"/>
                <a:gd name="connsiteX15" fmla="*/ 154385 w 199454"/>
                <a:gd name="connsiteY15" fmla="*/ 166966 h 247990"/>
                <a:gd name="connsiteX16" fmla="*/ 145174 w 199454"/>
                <a:gd name="connsiteY16" fmla="*/ 216919 h 247990"/>
                <a:gd name="connsiteX17" fmla="*/ 107267 w 199454"/>
                <a:gd name="connsiteY17" fmla="*/ 235341 h 247990"/>
                <a:gd name="connsiteX18" fmla="*/ 65108 w 199454"/>
                <a:gd name="connsiteY18" fmla="*/ 210896 h 24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9454" h="247990">
                  <a:moveTo>
                    <a:pt x="62983" y="103906"/>
                  </a:moveTo>
                  <a:lnTo>
                    <a:pt x="62983" y="104"/>
                  </a:lnTo>
                  <a:lnTo>
                    <a:pt x="277" y="2939"/>
                  </a:lnTo>
                  <a:lnTo>
                    <a:pt x="277" y="19589"/>
                  </a:lnTo>
                  <a:cubicBezTo>
                    <a:pt x="22241" y="19589"/>
                    <a:pt x="24721" y="19589"/>
                    <a:pt x="24721" y="33406"/>
                  </a:cubicBezTo>
                  <a:lnTo>
                    <a:pt x="24721" y="245969"/>
                  </a:lnTo>
                  <a:lnTo>
                    <a:pt x="41372" y="245969"/>
                  </a:lnTo>
                  <a:lnTo>
                    <a:pt x="58731" y="226130"/>
                  </a:lnTo>
                  <a:cubicBezTo>
                    <a:pt x="61566" y="228964"/>
                    <a:pt x="78925" y="248095"/>
                    <a:pt x="110455" y="248095"/>
                  </a:cubicBezTo>
                  <a:cubicBezTo>
                    <a:pt x="163242" y="248095"/>
                    <a:pt x="199731" y="216210"/>
                    <a:pt x="199731" y="166966"/>
                  </a:cubicBezTo>
                  <a:cubicBezTo>
                    <a:pt x="199731" y="119848"/>
                    <a:pt x="166430" y="86547"/>
                    <a:pt x="115061" y="86547"/>
                  </a:cubicBezTo>
                  <a:cubicBezTo>
                    <a:pt x="89199" y="86547"/>
                    <a:pt x="71485" y="96821"/>
                    <a:pt x="62983" y="103906"/>
                  </a:cubicBezTo>
                  <a:close/>
                  <a:moveTo>
                    <a:pt x="65108" y="210896"/>
                  </a:moveTo>
                  <a:lnTo>
                    <a:pt x="65108" y="121974"/>
                  </a:lnTo>
                  <a:cubicBezTo>
                    <a:pt x="74674" y="109574"/>
                    <a:pt x="91679" y="99300"/>
                    <a:pt x="111164" y="99300"/>
                  </a:cubicBezTo>
                  <a:cubicBezTo>
                    <a:pt x="154385" y="99300"/>
                    <a:pt x="154385" y="142167"/>
                    <a:pt x="154385" y="166966"/>
                  </a:cubicBezTo>
                  <a:cubicBezTo>
                    <a:pt x="154385" y="183617"/>
                    <a:pt x="154385" y="203102"/>
                    <a:pt x="145174" y="216919"/>
                  </a:cubicBezTo>
                  <a:cubicBezTo>
                    <a:pt x="134900" y="231444"/>
                    <a:pt x="118603" y="235341"/>
                    <a:pt x="107267" y="235341"/>
                  </a:cubicBezTo>
                  <a:cubicBezTo>
                    <a:pt x="82468" y="235341"/>
                    <a:pt x="68651" y="216210"/>
                    <a:pt x="65108" y="21089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3" name="Freeform: Shape 92">
              <a:extLst>
                <a:ext uri="{FF2B5EF4-FFF2-40B4-BE49-F238E27FC236}">
                  <a16:creationId xmlns:a16="http://schemas.microsoft.com/office/drawing/2014/main" id="{53C60B8A-35CD-C3B2-46E9-5A43F87A0C0F}"/>
                </a:ext>
              </a:extLst>
            </p:cNvPr>
            <p:cNvSpPr/>
            <p:nvPr/>
          </p:nvSpPr>
          <p:spPr>
            <a:xfrm>
              <a:off x="14345725" y="6164595"/>
              <a:ext cx="64477" cy="247742"/>
            </a:xfrm>
            <a:custGeom>
              <a:avLst/>
              <a:gdLst>
                <a:gd name="connsiteX0" fmla="*/ 59801 w 64477"/>
                <a:gd name="connsiteY0" fmla="*/ 100 h 247742"/>
                <a:gd name="connsiteX1" fmla="*/ 283 w 64477"/>
                <a:gd name="connsiteY1" fmla="*/ 123847 h 247742"/>
                <a:gd name="connsiteX2" fmla="*/ 59801 w 64477"/>
                <a:gd name="connsiteY2" fmla="*/ 247842 h 247742"/>
                <a:gd name="connsiteX3" fmla="*/ 64760 w 64477"/>
                <a:gd name="connsiteY3" fmla="*/ 244867 h 247742"/>
                <a:gd name="connsiteX4" fmla="*/ 62281 w 64477"/>
                <a:gd name="connsiteY4" fmla="*/ 241147 h 247742"/>
                <a:gd name="connsiteX5" fmla="*/ 17146 w 64477"/>
                <a:gd name="connsiteY5" fmla="*/ 124095 h 247742"/>
                <a:gd name="connsiteX6" fmla="*/ 63024 w 64477"/>
                <a:gd name="connsiteY6" fmla="*/ 6052 h 247742"/>
                <a:gd name="connsiteX7" fmla="*/ 64760 w 64477"/>
                <a:gd name="connsiteY7" fmla="*/ 3076 h 247742"/>
                <a:gd name="connsiteX8" fmla="*/ 59801 w 64477"/>
                <a:gd name="connsiteY8" fmla="*/ 100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77" h="247742">
                  <a:moveTo>
                    <a:pt x="59801" y="100"/>
                  </a:moveTo>
                  <a:cubicBezTo>
                    <a:pt x="12682" y="33331"/>
                    <a:pt x="283" y="85905"/>
                    <a:pt x="283" y="123847"/>
                  </a:cubicBezTo>
                  <a:cubicBezTo>
                    <a:pt x="283" y="158814"/>
                    <a:pt x="10699" y="213124"/>
                    <a:pt x="59801" y="247842"/>
                  </a:cubicBezTo>
                  <a:cubicBezTo>
                    <a:pt x="61785" y="247842"/>
                    <a:pt x="64760" y="247842"/>
                    <a:pt x="64760" y="244867"/>
                  </a:cubicBezTo>
                  <a:cubicBezTo>
                    <a:pt x="64760" y="243379"/>
                    <a:pt x="64016" y="242883"/>
                    <a:pt x="62281" y="241147"/>
                  </a:cubicBezTo>
                  <a:cubicBezTo>
                    <a:pt x="29298" y="211388"/>
                    <a:pt x="17146" y="169230"/>
                    <a:pt x="17146" y="124095"/>
                  </a:cubicBezTo>
                  <a:cubicBezTo>
                    <a:pt x="17146" y="57138"/>
                    <a:pt x="42689" y="24403"/>
                    <a:pt x="63024" y="6052"/>
                  </a:cubicBezTo>
                  <a:cubicBezTo>
                    <a:pt x="64016" y="5060"/>
                    <a:pt x="64760" y="4316"/>
                    <a:pt x="64760" y="3076"/>
                  </a:cubicBezTo>
                  <a:cubicBezTo>
                    <a:pt x="64760" y="100"/>
                    <a:pt x="61785" y="100"/>
                    <a:pt x="59801" y="10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4" name="Freeform: Shape 93">
              <a:extLst>
                <a:ext uri="{FF2B5EF4-FFF2-40B4-BE49-F238E27FC236}">
                  <a16:creationId xmlns:a16="http://schemas.microsoft.com/office/drawing/2014/main" id="{89253DED-753E-D066-274A-58E12FD05C9C}"/>
                </a:ext>
              </a:extLst>
            </p:cNvPr>
            <p:cNvSpPr/>
            <p:nvPr/>
          </p:nvSpPr>
          <p:spPr>
            <a:xfrm>
              <a:off x="14454947" y="6185923"/>
              <a:ext cx="90268" cy="164665"/>
            </a:xfrm>
            <a:custGeom>
              <a:avLst/>
              <a:gdLst>
                <a:gd name="connsiteX0" fmla="*/ 56332 w 90268"/>
                <a:gd name="connsiteY0" fmla="*/ 7044 h 164665"/>
                <a:gd name="connsiteX1" fmla="*/ 48892 w 90268"/>
                <a:gd name="connsiteY1" fmla="*/ 100 h 164665"/>
                <a:gd name="connsiteX2" fmla="*/ 286 w 90268"/>
                <a:gd name="connsiteY2" fmla="*/ 15972 h 164665"/>
                <a:gd name="connsiteX3" fmla="*/ 286 w 90268"/>
                <a:gd name="connsiteY3" fmla="*/ 24899 h 164665"/>
                <a:gd name="connsiteX4" fmla="*/ 36245 w 90268"/>
                <a:gd name="connsiteY4" fmla="*/ 17956 h 164665"/>
                <a:gd name="connsiteX5" fmla="*/ 36245 w 90268"/>
                <a:gd name="connsiteY5" fmla="*/ 144431 h 164665"/>
                <a:gd name="connsiteX6" fmla="*/ 11446 w 90268"/>
                <a:gd name="connsiteY6" fmla="*/ 155838 h 164665"/>
                <a:gd name="connsiteX7" fmla="*/ 2022 w 90268"/>
                <a:gd name="connsiteY7" fmla="*/ 155838 h 164665"/>
                <a:gd name="connsiteX8" fmla="*/ 2022 w 90268"/>
                <a:gd name="connsiteY8" fmla="*/ 164766 h 164665"/>
                <a:gd name="connsiteX9" fmla="*/ 46164 w 90268"/>
                <a:gd name="connsiteY9" fmla="*/ 163774 h 164665"/>
                <a:gd name="connsiteX10" fmla="*/ 90554 w 90268"/>
                <a:gd name="connsiteY10" fmla="*/ 164766 h 164665"/>
                <a:gd name="connsiteX11" fmla="*/ 90554 w 90268"/>
                <a:gd name="connsiteY11" fmla="*/ 155838 h 164665"/>
                <a:gd name="connsiteX12" fmla="*/ 81131 w 90268"/>
                <a:gd name="connsiteY12" fmla="*/ 155838 h 164665"/>
                <a:gd name="connsiteX13" fmla="*/ 56332 w 90268"/>
                <a:gd name="connsiteY13" fmla="*/ 144431 h 164665"/>
                <a:gd name="connsiteX14" fmla="*/ 56332 w 90268"/>
                <a:gd name="connsiteY14" fmla="*/ 7044 h 16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268" h="164665">
                  <a:moveTo>
                    <a:pt x="56332" y="7044"/>
                  </a:moveTo>
                  <a:cubicBezTo>
                    <a:pt x="56332" y="348"/>
                    <a:pt x="55836" y="100"/>
                    <a:pt x="48892" y="100"/>
                  </a:cubicBezTo>
                  <a:cubicBezTo>
                    <a:pt x="33021" y="15724"/>
                    <a:pt x="10454" y="15972"/>
                    <a:pt x="286" y="15972"/>
                  </a:cubicBezTo>
                  <a:lnTo>
                    <a:pt x="286" y="24899"/>
                  </a:lnTo>
                  <a:cubicBezTo>
                    <a:pt x="6238" y="24899"/>
                    <a:pt x="22605" y="24899"/>
                    <a:pt x="36245" y="17956"/>
                  </a:cubicBezTo>
                  <a:lnTo>
                    <a:pt x="36245" y="144431"/>
                  </a:lnTo>
                  <a:cubicBezTo>
                    <a:pt x="36245" y="152614"/>
                    <a:pt x="36245" y="155838"/>
                    <a:pt x="11446" y="155838"/>
                  </a:cubicBezTo>
                  <a:lnTo>
                    <a:pt x="2022" y="155838"/>
                  </a:lnTo>
                  <a:lnTo>
                    <a:pt x="2022" y="164766"/>
                  </a:lnTo>
                  <a:cubicBezTo>
                    <a:pt x="6486" y="164518"/>
                    <a:pt x="36989" y="163774"/>
                    <a:pt x="46164" y="163774"/>
                  </a:cubicBezTo>
                  <a:cubicBezTo>
                    <a:pt x="53852" y="163774"/>
                    <a:pt x="85099" y="164518"/>
                    <a:pt x="90554" y="164766"/>
                  </a:cubicBezTo>
                  <a:lnTo>
                    <a:pt x="90554" y="155838"/>
                  </a:lnTo>
                  <a:lnTo>
                    <a:pt x="81131" y="155838"/>
                  </a:lnTo>
                  <a:cubicBezTo>
                    <a:pt x="56332" y="155838"/>
                    <a:pt x="56332" y="152614"/>
                    <a:pt x="56332" y="144431"/>
                  </a:cubicBezTo>
                  <a:lnTo>
                    <a:pt x="56332" y="704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5" name="Freeform: Shape 94">
              <a:extLst>
                <a:ext uri="{FF2B5EF4-FFF2-40B4-BE49-F238E27FC236}">
                  <a16:creationId xmlns:a16="http://schemas.microsoft.com/office/drawing/2014/main" id="{77671F85-7574-0773-C971-230B0B9626F9}"/>
                </a:ext>
              </a:extLst>
            </p:cNvPr>
            <p:cNvSpPr/>
            <p:nvPr/>
          </p:nvSpPr>
          <p:spPr>
            <a:xfrm>
              <a:off x="14586741" y="6164595"/>
              <a:ext cx="64229" cy="247742"/>
            </a:xfrm>
            <a:custGeom>
              <a:avLst/>
              <a:gdLst>
                <a:gd name="connsiteX0" fmla="*/ 5002 w 64229"/>
                <a:gd name="connsiteY0" fmla="*/ 100 h 247742"/>
                <a:gd name="connsiteX1" fmla="*/ 290 w 64229"/>
                <a:gd name="connsiteY1" fmla="*/ 3076 h 247742"/>
                <a:gd name="connsiteX2" fmla="*/ 2522 w 64229"/>
                <a:gd name="connsiteY2" fmla="*/ 6796 h 247742"/>
                <a:gd name="connsiteX3" fmla="*/ 47656 w 64229"/>
                <a:gd name="connsiteY3" fmla="*/ 123847 h 247742"/>
                <a:gd name="connsiteX4" fmla="*/ 4754 w 64229"/>
                <a:gd name="connsiteY4" fmla="*/ 239163 h 247742"/>
                <a:gd name="connsiteX5" fmla="*/ 290 w 64229"/>
                <a:gd name="connsiteY5" fmla="*/ 244867 h 247742"/>
                <a:gd name="connsiteX6" fmla="*/ 3514 w 64229"/>
                <a:gd name="connsiteY6" fmla="*/ 247842 h 247742"/>
                <a:gd name="connsiteX7" fmla="*/ 46416 w 64229"/>
                <a:gd name="connsiteY7" fmla="*/ 200476 h 247742"/>
                <a:gd name="connsiteX8" fmla="*/ 64520 w 64229"/>
                <a:gd name="connsiteY8" fmla="*/ 124095 h 247742"/>
                <a:gd name="connsiteX9" fmla="*/ 5002 w 64229"/>
                <a:gd name="connsiteY9" fmla="*/ 100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229" h="247742">
                  <a:moveTo>
                    <a:pt x="5002" y="100"/>
                  </a:moveTo>
                  <a:cubicBezTo>
                    <a:pt x="3266" y="100"/>
                    <a:pt x="290" y="100"/>
                    <a:pt x="290" y="3076"/>
                  </a:cubicBezTo>
                  <a:cubicBezTo>
                    <a:pt x="290" y="4316"/>
                    <a:pt x="1034" y="5060"/>
                    <a:pt x="2522" y="6796"/>
                  </a:cubicBezTo>
                  <a:cubicBezTo>
                    <a:pt x="23849" y="26387"/>
                    <a:pt x="47656" y="59866"/>
                    <a:pt x="47656" y="123847"/>
                  </a:cubicBezTo>
                  <a:cubicBezTo>
                    <a:pt x="47656" y="175677"/>
                    <a:pt x="31537" y="214860"/>
                    <a:pt x="4754" y="239163"/>
                  </a:cubicBezTo>
                  <a:cubicBezTo>
                    <a:pt x="538" y="243379"/>
                    <a:pt x="290" y="243627"/>
                    <a:pt x="290" y="244867"/>
                  </a:cubicBezTo>
                  <a:cubicBezTo>
                    <a:pt x="290" y="246106"/>
                    <a:pt x="1034" y="247842"/>
                    <a:pt x="3514" y="247842"/>
                  </a:cubicBezTo>
                  <a:cubicBezTo>
                    <a:pt x="6490" y="247842"/>
                    <a:pt x="30049" y="231475"/>
                    <a:pt x="46416" y="200476"/>
                  </a:cubicBezTo>
                  <a:cubicBezTo>
                    <a:pt x="57328" y="179893"/>
                    <a:pt x="64520" y="153110"/>
                    <a:pt x="64520" y="124095"/>
                  </a:cubicBezTo>
                  <a:cubicBezTo>
                    <a:pt x="64520" y="89129"/>
                    <a:pt x="54104" y="34819"/>
                    <a:pt x="5002" y="10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6" name="Freeform: Shape 95">
              <a:extLst>
                <a:ext uri="{FF2B5EF4-FFF2-40B4-BE49-F238E27FC236}">
                  <a16:creationId xmlns:a16="http://schemas.microsoft.com/office/drawing/2014/main" id="{604F9B40-D543-2869-88DC-7B3C0CDF9258}"/>
                </a:ext>
              </a:extLst>
            </p:cNvPr>
            <p:cNvSpPr/>
            <p:nvPr/>
          </p:nvSpPr>
          <p:spPr>
            <a:xfrm>
              <a:off x="10120980" y="7033945"/>
              <a:ext cx="78648" cy="245864"/>
            </a:xfrm>
            <a:custGeom>
              <a:avLst/>
              <a:gdLst>
                <a:gd name="connsiteX0" fmla="*/ 51180 w 78648"/>
                <a:gd name="connsiteY0" fmla="*/ 127 h 245864"/>
                <a:gd name="connsiteX1" fmla="*/ 165 w 78648"/>
                <a:gd name="connsiteY1" fmla="*/ 4023 h 245864"/>
                <a:gd name="connsiteX2" fmla="*/ 165 w 78648"/>
                <a:gd name="connsiteY2" fmla="*/ 15006 h 245864"/>
                <a:gd name="connsiteX3" fmla="*/ 27798 w 78648"/>
                <a:gd name="connsiteY3" fmla="*/ 34845 h 245864"/>
                <a:gd name="connsiteX4" fmla="*/ 27798 w 78648"/>
                <a:gd name="connsiteY4" fmla="*/ 219066 h 245864"/>
                <a:gd name="connsiteX5" fmla="*/ 165 w 78648"/>
                <a:gd name="connsiteY5" fmla="*/ 235008 h 245864"/>
                <a:gd name="connsiteX6" fmla="*/ 165 w 78648"/>
                <a:gd name="connsiteY6" fmla="*/ 245991 h 245864"/>
                <a:gd name="connsiteX7" fmla="*/ 39489 w 78648"/>
                <a:gd name="connsiteY7" fmla="*/ 244928 h 245864"/>
                <a:gd name="connsiteX8" fmla="*/ 78813 w 78648"/>
                <a:gd name="connsiteY8" fmla="*/ 245991 h 245864"/>
                <a:gd name="connsiteX9" fmla="*/ 78813 w 78648"/>
                <a:gd name="connsiteY9" fmla="*/ 235008 h 245864"/>
                <a:gd name="connsiteX10" fmla="*/ 51180 w 78648"/>
                <a:gd name="connsiteY10" fmla="*/ 219066 h 245864"/>
                <a:gd name="connsiteX11" fmla="*/ 51180 w 78648"/>
                <a:gd name="connsiteY11" fmla="*/ 127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648" h="245864">
                  <a:moveTo>
                    <a:pt x="51180" y="127"/>
                  </a:moveTo>
                  <a:lnTo>
                    <a:pt x="165" y="4023"/>
                  </a:lnTo>
                  <a:lnTo>
                    <a:pt x="165" y="15006"/>
                  </a:lnTo>
                  <a:cubicBezTo>
                    <a:pt x="24964" y="15006"/>
                    <a:pt x="27798" y="17486"/>
                    <a:pt x="27798" y="34845"/>
                  </a:cubicBezTo>
                  <a:lnTo>
                    <a:pt x="27798" y="219066"/>
                  </a:lnTo>
                  <a:cubicBezTo>
                    <a:pt x="27798" y="235008"/>
                    <a:pt x="23901" y="235008"/>
                    <a:pt x="165" y="235008"/>
                  </a:cubicBezTo>
                  <a:lnTo>
                    <a:pt x="165" y="245991"/>
                  </a:lnTo>
                  <a:cubicBezTo>
                    <a:pt x="11856" y="245637"/>
                    <a:pt x="30632" y="244928"/>
                    <a:pt x="39489" y="244928"/>
                  </a:cubicBezTo>
                  <a:cubicBezTo>
                    <a:pt x="48346" y="244928"/>
                    <a:pt x="65705" y="245637"/>
                    <a:pt x="78813" y="245991"/>
                  </a:cubicBezTo>
                  <a:lnTo>
                    <a:pt x="78813" y="235008"/>
                  </a:lnTo>
                  <a:cubicBezTo>
                    <a:pt x="55077" y="235008"/>
                    <a:pt x="51180" y="235008"/>
                    <a:pt x="51180" y="219066"/>
                  </a:cubicBezTo>
                  <a:lnTo>
                    <a:pt x="51180" y="12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7" name="Freeform: Shape 96">
              <a:extLst>
                <a:ext uri="{FF2B5EF4-FFF2-40B4-BE49-F238E27FC236}">
                  <a16:creationId xmlns:a16="http://schemas.microsoft.com/office/drawing/2014/main" id="{570A9815-B53B-3283-A602-F933499555BA}"/>
                </a:ext>
              </a:extLst>
            </p:cNvPr>
            <p:cNvSpPr/>
            <p:nvPr/>
          </p:nvSpPr>
          <p:spPr>
            <a:xfrm>
              <a:off x="10217618" y="7121095"/>
              <a:ext cx="156942" cy="162610"/>
            </a:xfrm>
            <a:custGeom>
              <a:avLst/>
              <a:gdLst>
                <a:gd name="connsiteX0" fmla="*/ 157110 w 156942"/>
                <a:gd name="connsiteY0" fmla="*/ 83026 h 162610"/>
                <a:gd name="connsiteX1" fmla="*/ 78816 w 156942"/>
                <a:gd name="connsiteY1" fmla="*/ 127 h 162610"/>
                <a:gd name="connsiteX2" fmla="*/ 167 w 156942"/>
                <a:gd name="connsiteY2" fmla="*/ 83026 h 162610"/>
                <a:gd name="connsiteX3" fmla="*/ 78461 w 156942"/>
                <a:gd name="connsiteY3" fmla="*/ 162737 h 162610"/>
                <a:gd name="connsiteX4" fmla="*/ 157110 w 156942"/>
                <a:gd name="connsiteY4" fmla="*/ 83026 h 162610"/>
                <a:gd name="connsiteX5" fmla="*/ 78816 w 156942"/>
                <a:gd name="connsiteY5" fmla="*/ 153880 h 162610"/>
                <a:gd name="connsiteX6" fmla="*/ 38429 w 156942"/>
                <a:gd name="connsiteY6" fmla="*/ 130144 h 162610"/>
                <a:gd name="connsiteX7" fmla="*/ 29572 w 156942"/>
                <a:gd name="connsiteY7" fmla="*/ 80192 h 162610"/>
                <a:gd name="connsiteX8" fmla="*/ 38074 w 156942"/>
                <a:gd name="connsiteY8" fmla="*/ 31657 h 162610"/>
                <a:gd name="connsiteX9" fmla="*/ 78461 w 156942"/>
                <a:gd name="connsiteY9" fmla="*/ 7920 h 162610"/>
                <a:gd name="connsiteX10" fmla="*/ 118494 w 156942"/>
                <a:gd name="connsiteY10" fmla="*/ 30948 h 162610"/>
                <a:gd name="connsiteX11" fmla="*/ 127705 w 156942"/>
                <a:gd name="connsiteY11" fmla="*/ 80192 h 162610"/>
                <a:gd name="connsiteX12" fmla="*/ 119911 w 156942"/>
                <a:gd name="connsiteY12" fmla="*/ 127664 h 162610"/>
                <a:gd name="connsiteX13" fmla="*/ 78816 w 156942"/>
                <a:gd name="connsiteY13" fmla="*/ 153880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942" h="162610">
                  <a:moveTo>
                    <a:pt x="157110" y="83026"/>
                  </a:moveTo>
                  <a:cubicBezTo>
                    <a:pt x="157110" y="37679"/>
                    <a:pt x="121683" y="127"/>
                    <a:pt x="78816" y="127"/>
                  </a:cubicBezTo>
                  <a:cubicBezTo>
                    <a:pt x="34532" y="127"/>
                    <a:pt x="167" y="38742"/>
                    <a:pt x="167" y="83026"/>
                  </a:cubicBezTo>
                  <a:cubicBezTo>
                    <a:pt x="167" y="128727"/>
                    <a:pt x="37012" y="162737"/>
                    <a:pt x="78461" y="162737"/>
                  </a:cubicBezTo>
                  <a:cubicBezTo>
                    <a:pt x="121328" y="162737"/>
                    <a:pt x="157110" y="128019"/>
                    <a:pt x="157110" y="83026"/>
                  </a:cubicBezTo>
                  <a:close/>
                  <a:moveTo>
                    <a:pt x="78816" y="153880"/>
                  </a:moveTo>
                  <a:cubicBezTo>
                    <a:pt x="63582" y="153880"/>
                    <a:pt x="47994" y="146441"/>
                    <a:pt x="38429" y="130144"/>
                  </a:cubicBezTo>
                  <a:cubicBezTo>
                    <a:pt x="29572" y="114556"/>
                    <a:pt x="29572" y="92946"/>
                    <a:pt x="29572" y="80192"/>
                  </a:cubicBezTo>
                  <a:cubicBezTo>
                    <a:pt x="29572" y="66375"/>
                    <a:pt x="29572" y="47245"/>
                    <a:pt x="38074" y="31657"/>
                  </a:cubicBezTo>
                  <a:cubicBezTo>
                    <a:pt x="47640" y="15360"/>
                    <a:pt x="64291" y="7920"/>
                    <a:pt x="78461" y="7920"/>
                  </a:cubicBezTo>
                  <a:cubicBezTo>
                    <a:pt x="94049" y="7920"/>
                    <a:pt x="109283" y="15714"/>
                    <a:pt x="118494" y="30948"/>
                  </a:cubicBezTo>
                  <a:cubicBezTo>
                    <a:pt x="127705" y="46182"/>
                    <a:pt x="127705" y="66730"/>
                    <a:pt x="127705" y="80192"/>
                  </a:cubicBezTo>
                  <a:cubicBezTo>
                    <a:pt x="127705" y="92946"/>
                    <a:pt x="127705" y="112076"/>
                    <a:pt x="119911" y="127664"/>
                  </a:cubicBezTo>
                  <a:cubicBezTo>
                    <a:pt x="112117" y="143606"/>
                    <a:pt x="96529" y="153880"/>
                    <a:pt x="78816" y="15388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8" name="Freeform: Shape 97">
              <a:extLst>
                <a:ext uri="{FF2B5EF4-FFF2-40B4-BE49-F238E27FC236}">
                  <a16:creationId xmlns:a16="http://schemas.microsoft.com/office/drawing/2014/main" id="{C69B3F04-83A3-A824-F02C-19F7382C8C7D}"/>
                </a:ext>
              </a:extLst>
            </p:cNvPr>
            <p:cNvSpPr/>
            <p:nvPr/>
          </p:nvSpPr>
          <p:spPr>
            <a:xfrm>
              <a:off x="10396526" y="7121095"/>
              <a:ext cx="115846" cy="162610"/>
            </a:xfrm>
            <a:custGeom>
              <a:avLst/>
              <a:gdLst>
                <a:gd name="connsiteX0" fmla="*/ 62170 w 115846"/>
                <a:gd name="connsiteY0" fmla="*/ 90111 h 162610"/>
                <a:gd name="connsiteX1" fmla="*/ 99014 w 115846"/>
                <a:gd name="connsiteY1" fmla="*/ 122704 h 162610"/>
                <a:gd name="connsiteX2" fmla="*/ 58981 w 115846"/>
                <a:gd name="connsiteY2" fmla="*/ 154943 h 162610"/>
                <a:gd name="connsiteX3" fmla="*/ 9738 w 115846"/>
                <a:gd name="connsiteY3" fmla="*/ 104637 h 162610"/>
                <a:gd name="connsiteX4" fmla="*/ 4778 w 115846"/>
                <a:gd name="connsiteY4" fmla="*/ 98614 h 162610"/>
                <a:gd name="connsiteX5" fmla="*/ 172 w 115846"/>
                <a:gd name="connsiteY5" fmla="*/ 107471 h 162610"/>
                <a:gd name="connsiteX6" fmla="*/ 172 w 115846"/>
                <a:gd name="connsiteY6" fmla="*/ 154235 h 162610"/>
                <a:gd name="connsiteX7" fmla="*/ 4069 w 115846"/>
                <a:gd name="connsiteY7" fmla="*/ 162737 h 162610"/>
                <a:gd name="connsiteX8" fmla="*/ 12926 w 115846"/>
                <a:gd name="connsiteY8" fmla="*/ 155652 h 162610"/>
                <a:gd name="connsiteX9" fmla="*/ 20012 w 115846"/>
                <a:gd name="connsiteY9" fmla="*/ 147503 h 162610"/>
                <a:gd name="connsiteX10" fmla="*/ 58981 w 115846"/>
                <a:gd name="connsiteY10" fmla="*/ 162737 h 162610"/>
                <a:gd name="connsiteX11" fmla="*/ 116019 w 115846"/>
                <a:gd name="connsiteY11" fmla="*/ 113493 h 162610"/>
                <a:gd name="connsiteX12" fmla="*/ 101140 w 115846"/>
                <a:gd name="connsiteY12" fmla="*/ 79838 h 162610"/>
                <a:gd name="connsiteX13" fmla="*/ 60753 w 115846"/>
                <a:gd name="connsiteY13" fmla="*/ 62833 h 162610"/>
                <a:gd name="connsiteX14" fmla="*/ 17177 w 115846"/>
                <a:gd name="connsiteY14" fmla="*/ 33782 h 162610"/>
                <a:gd name="connsiteX15" fmla="*/ 56856 w 115846"/>
                <a:gd name="connsiteY15" fmla="*/ 6858 h 162610"/>
                <a:gd name="connsiteX16" fmla="*/ 98306 w 115846"/>
                <a:gd name="connsiteY16" fmla="*/ 49725 h 162610"/>
                <a:gd name="connsiteX17" fmla="*/ 102557 w 115846"/>
                <a:gd name="connsiteY17" fmla="*/ 52913 h 162610"/>
                <a:gd name="connsiteX18" fmla="*/ 107162 w 115846"/>
                <a:gd name="connsiteY18" fmla="*/ 44410 h 162610"/>
                <a:gd name="connsiteX19" fmla="*/ 107162 w 115846"/>
                <a:gd name="connsiteY19" fmla="*/ 8629 h 162610"/>
                <a:gd name="connsiteX20" fmla="*/ 103265 w 115846"/>
                <a:gd name="connsiteY20" fmla="*/ 127 h 162610"/>
                <a:gd name="connsiteX21" fmla="*/ 96180 w 115846"/>
                <a:gd name="connsiteY21" fmla="*/ 4378 h 162610"/>
                <a:gd name="connsiteX22" fmla="*/ 90157 w 115846"/>
                <a:gd name="connsiteY22" fmla="*/ 10046 h 162610"/>
                <a:gd name="connsiteX23" fmla="*/ 56856 w 115846"/>
                <a:gd name="connsiteY23" fmla="*/ 127 h 162610"/>
                <a:gd name="connsiteX24" fmla="*/ 172 w 115846"/>
                <a:gd name="connsiteY24" fmla="*/ 43702 h 162610"/>
                <a:gd name="connsiteX25" fmla="*/ 15406 w 115846"/>
                <a:gd name="connsiteY25" fmla="*/ 73815 h 162610"/>
                <a:gd name="connsiteX26" fmla="*/ 62170 w 115846"/>
                <a:gd name="connsiteY26" fmla="*/ 90111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846" h="162610">
                  <a:moveTo>
                    <a:pt x="62170" y="90111"/>
                  </a:moveTo>
                  <a:cubicBezTo>
                    <a:pt x="69964" y="91529"/>
                    <a:pt x="99014" y="97197"/>
                    <a:pt x="99014" y="122704"/>
                  </a:cubicBezTo>
                  <a:cubicBezTo>
                    <a:pt x="99014" y="140772"/>
                    <a:pt x="86615" y="154943"/>
                    <a:pt x="58981" y="154943"/>
                  </a:cubicBezTo>
                  <a:cubicBezTo>
                    <a:pt x="29223" y="154943"/>
                    <a:pt x="16469" y="134750"/>
                    <a:pt x="9738" y="104637"/>
                  </a:cubicBezTo>
                  <a:cubicBezTo>
                    <a:pt x="8675" y="100031"/>
                    <a:pt x="8321" y="98614"/>
                    <a:pt x="4778" y="98614"/>
                  </a:cubicBezTo>
                  <a:cubicBezTo>
                    <a:pt x="172" y="98614"/>
                    <a:pt x="172" y="101094"/>
                    <a:pt x="172" y="107471"/>
                  </a:cubicBezTo>
                  <a:lnTo>
                    <a:pt x="172" y="154235"/>
                  </a:lnTo>
                  <a:cubicBezTo>
                    <a:pt x="172" y="160257"/>
                    <a:pt x="172" y="162737"/>
                    <a:pt x="4069" y="162737"/>
                  </a:cubicBezTo>
                  <a:cubicBezTo>
                    <a:pt x="5841" y="162737"/>
                    <a:pt x="6195" y="162383"/>
                    <a:pt x="12926" y="155652"/>
                  </a:cubicBezTo>
                  <a:cubicBezTo>
                    <a:pt x="13635" y="154943"/>
                    <a:pt x="13635" y="154235"/>
                    <a:pt x="20012" y="147503"/>
                  </a:cubicBezTo>
                  <a:cubicBezTo>
                    <a:pt x="35600" y="162383"/>
                    <a:pt x="51542" y="162737"/>
                    <a:pt x="58981" y="162737"/>
                  </a:cubicBezTo>
                  <a:cubicBezTo>
                    <a:pt x="99723" y="162737"/>
                    <a:pt x="116019" y="139001"/>
                    <a:pt x="116019" y="113493"/>
                  </a:cubicBezTo>
                  <a:cubicBezTo>
                    <a:pt x="116019" y="94717"/>
                    <a:pt x="105391" y="84089"/>
                    <a:pt x="101140" y="79838"/>
                  </a:cubicBezTo>
                  <a:cubicBezTo>
                    <a:pt x="89449" y="68501"/>
                    <a:pt x="75632" y="65667"/>
                    <a:pt x="60753" y="62833"/>
                  </a:cubicBezTo>
                  <a:cubicBezTo>
                    <a:pt x="40914" y="58936"/>
                    <a:pt x="17177" y="54330"/>
                    <a:pt x="17177" y="33782"/>
                  </a:cubicBezTo>
                  <a:cubicBezTo>
                    <a:pt x="17177" y="21383"/>
                    <a:pt x="26388" y="6858"/>
                    <a:pt x="56856" y="6858"/>
                  </a:cubicBezTo>
                  <a:cubicBezTo>
                    <a:pt x="95826" y="6858"/>
                    <a:pt x="97597" y="38742"/>
                    <a:pt x="98306" y="49725"/>
                  </a:cubicBezTo>
                  <a:cubicBezTo>
                    <a:pt x="98660" y="52913"/>
                    <a:pt x="101848" y="52913"/>
                    <a:pt x="102557" y="52913"/>
                  </a:cubicBezTo>
                  <a:cubicBezTo>
                    <a:pt x="107162" y="52913"/>
                    <a:pt x="107162" y="51142"/>
                    <a:pt x="107162" y="44410"/>
                  </a:cubicBezTo>
                  <a:lnTo>
                    <a:pt x="107162" y="8629"/>
                  </a:lnTo>
                  <a:cubicBezTo>
                    <a:pt x="107162" y="2606"/>
                    <a:pt x="107162" y="127"/>
                    <a:pt x="103265" y="127"/>
                  </a:cubicBezTo>
                  <a:cubicBezTo>
                    <a:pt x="101494" y="127"/>
                    <a:pt x="100786" y="127"/>
                    <a:pt x="96180" y="4378"/>
                  </a:cubicBezTo>
                  <a:cubicBezTo>
                    <a:pt x="95117" y="5795"/>
                    <a:pt x="91574" y="8983"/>
                    <a:pt x="90157" y="10046"/>
                  </a:cubicBezTo>
                  <a:cubicBezTo>
                    <a:pt x="76695" y="127"/>
                    <a:pt x="62170" y="127"/>
                    <a:pt x="56856" y="127"/>
                  </a:cubicBezTo>
                  <a:cubicBezTo>
                    <a:pt x="13635" y="127"/>
                    <a:pt x="172" y="23863"/>
                    <a:pt x="172" y="43702"/>
                  </a:cubicBezTo>
                  <a:cubicBezTo>
                    <a:pt x="172" y="56101"/>
                    <a:pt x="5841" y="66021"/>
                    <a:pt x="15406" y="73815"/>
                  </a:cubicBezTo>
                  <a:cubicBezTo>
                    <a:pt x="26743" y="83026"/>
                    <a:pt x="36662" y="85152"/>
                    <a:pt x="62170" y="9011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9" name="Freeform: Shape 98">
              <a:extLst>
                <a:ext uri="{FF2B5EF4-FFF2-40B4-BE49-F238E27FC236}">
                  <a16:creationId xmlns:a16="http://schemas.microsoft.com/office/drawing/2014/main" id="{F5615BC4-0B1A-A507-D081-3B4290DB04BB}"/>
                </a:ext>
              </a:extLst>
            </p:cNvPr>
            <p:cNvSpPr/>
            <p:nvPr/>
          </p:nvSpPr>
          <p:spPr>
            <a:xfrm>
              <a:off x="10536267" y="7121095"/>
              <a:ext cx="115846" cy="162610"/>
            </a:xfrm>
            <a:custGeom>
              <a:avLst/>
              <a:gdLst>
                <a:gd name="connsiteX0" fmla="*/ 62174 w 115846"/>
                <a:gd name="connsiteY0" fmla="*/ 90111 h 162610"/>
                <a:gd name="connsiteX1" fmla="*/ 99018 w 115846"/>
                <a:gd name="connsiteY1" fmla="*/ 122704 h 162610"/>
                <a:gd name="connsiteX2" fmla="*/ 58985 w 115846"/>
                <a:gd name="connsiteY2" fmla="*/ 154943 h 162610"/>
                <a:gd name="connsiteX3" fmla="*/ 9742 w 115846"/>
                <a:gd name="connsiteY3" fmla="*/ 104637 h 162610"/>
                <a:gd name="connsiteX4" fmla="*/ 4782 w 115846"/>
                <a:gd name="connsiteY4" fmla="*/ 98614 h 162610"/>
                <a:gd name="connsiteX5" fmla="*/ 176 w 115846"/>
                <a:gd name="connsiteY5" fmla="*/ 107471 h 162610"/>
                <a:gd name="connsiteX6" fmla="*/ 176 w 115846"/>
                <a:gd name="connsiteY6" fmla="*/ 154235 h 162610"/>
                <a:gd name="connsiteX7" fmla="*/ 4073 w 115846"/>
                <a:gd name="connsiteY7" fmla="*/ 162737 h 162610"/>
                <a:gd name="connsiteX8" fmla="*/ 12930 w 115846"/>
                <a:gd name="connsiteY8" fmla="*/ 155652 h 162610"/>
                <a:gd name="connsiteX9" fmla="*/ 20016 w 115846"/>
                <a:gd name="connsiteY9" fmla="*/ 147503 h 162610"/>
                <a:gd name="connsiteX10" fmla="*/ 58985 w 115846"/>
                <a:gd name="connsiteY10" fmla="*/ 162737 h 162610"/>
                <a:gd name="connsiteX11" fmla="*/ 116023 w 115846"/>
                <a:gd name="connsiteY11" fmla="*/ 113493 h 162610"/>
                <a:gd name="connsiteX12" fmla="*/ 101144 w 115846"/>
                <a:gd name="connsiteY12" fmla="*/ 79838 h 162610"/>
                <a:gd name="connsiteX13" fmla="*/ 60757 w 115846"/>
                <a:gd name="connsiteY13" fmla="*/ 62833 h 162610"/>
                <a:gd name="connsiteX14" fmla="*/ 17181 w 115846"/>
                <a:gd name="connsiteY14" fmla="*/ 33782 h 162610"/>
                <a:gd name="connsiteX15" fmla="*/ 56860 w 115846"/>
                <a:gd name="connsiteY15" fmla="*/ 6858 h 162610"/>
                <a:gd name="connsiteX16" fmla="*/ 98310 w 115846"/>
                <a:gd name="connsiteY16" fmla="*/ 49725 h 162610"/>
                <a:gd name="connsiteX17" fmla="*/ 102561 w 115846"/>
                <a:gd name="connsiteY17" fmla="*/ 52913 h 162610"/>
                <a:gd name="connsiteX18" fmla="*/ 107166 w 115846"/>
                <a:gd name="connsiteY18" fmla="*/ 44410 h 162610"/>
                <a:gd name="connsiteX19" fmla="*/ 107166 w 115846"/>
                <a:gd name="connsiteY19" fmla="*/ 8629 h 162610"/>
                <a:gd name="connsiteX20" fmla="*/ 103269 w 115846"/>
                <a:gd name="connsiteY20" fmla="*/ 127 h 162610"/>
                <a:gd name="connsiteX21" fmla="*/ 96184 w 115846"/>
                <a:gd name="connsiteY21" fmla="*/ 4378 h 162610"/>
                <a:gd name="connsiteX22" fmla="*/ 90161 w 115846"/>
                <a:gd name="connsiteY22" fmla="*/ 10046 h 162610"/>
                <a:gd name="connsiteX23" fmla="*/ 56860 w 115846"/>
                <a:gd name="connsiteY23" fmla="*/ 127 h 162610"/>
                <a:gd name="connsiteX24" fmla="*/ 176 w 115846"/>
                <a:gd name="connsiteY24" fmla="*/ 43702 h 162610"/>
                <a:gd name="connsiteX25" fmla="*/ 15410 w 115846"/>
                <a:gd name="connsiteY25" fmla="*/ 73815 h 162610"/>
                <a:gd name="connsiteX26" fmla="*/ 62174 w 115846"/>
                <a:gd name="connsiteY26" fmla="*/ 90111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846" h="162610">
                  <a:moveTo>
                    <a:pt x="62174" y="90111"/>
                  </a:moveTo>
                  <a:cubicBezTo>
                    <a:pt x="69968" y="91529"/>
                    <a:pt x="99018" y="97197"/>
                    <a:pt x="99018" y="122704"/>
                  </a:cubicBezTo>
                  <a:cubicBezTo>
                    <a:pt x="99018" y="140772"/>
                    <a:pt x="86619" y="154943"/>
                    <a:pt x="58985" y="154943"/>
                  </a:cubicBezTo>
                  <a:cubicBezTo>
                    <a:pt x="29227" y="154943"/>
                    <a:pt x="16473" y="134750"/>
                    <a:pt x="9742" y="104637"/>
                  </a:cubicBezTo>
                  <a:cubicBezTo>
                    <a:pt x="8679" y="100031"/>
                    <a:pt x="8325" y="98614"/>
                    <a:pt x="4782" y="98614"/>
                  </a:cubicBezTo>
                  <a:cubicBezTo>
                    <a:pt x="176" y="98614"/>
                    <a:pt x="176" y="101094"/>
                    <a:pt x="176" y="107471"/>
                  </a:cubicBezTo>
                  <a:lnTo>
                    <a:pt x="176" y="154235"/>
                  </a:lnTo>
                  <a:cubicBezTo>
                    <a:pt x="176" y="160257"/>
                    <a:pt x="176" y="162737"/>
                    <a:pt x="4073" y="162737"/>
                  </a:cubicBezTo>
                  <a:cubicBezTo>
                    <a:pt x="5845" y="162737"/>
                    <a:pt x="6199" y="162383"/>
                    <a:pt x="12930" y="155652"/>
                  </a:cubicBezTo>
                  <a:cubicBezTo>
                    <a:pt x="13639" y="154943"/>
                    <a:pt x="13639" y="154235"/>
                    <a:pt x="20016" y="147503"/>
                  </a:cubicBezTo>
                  <a:cubicBezTo>
                    <a:pt x="35603" y="162383"/>
                    <a:pt x="51546" y="162737"/>
                    <a:pt x="58985" y="162737"/>
                  </a:cubicBezTo>
                  <a:cubicBezTo>
                    <a:pt x="99727" y="162737"/>
                    <a:pt x="116023" y="139001"/>
                    <a:pt x="116023" y="113493"/>
                  </a:cubicBezTo>
                  <a:cubicBezTo>
                    <a:pt x="116023" y="94717"/>
                    <a:pt x="105395" y="84089"/>
                    <a:pt x="101144" y="79838"/>
                  </a:cubicBezTo>
                  <a:cubicBezTo>
                    <a:pt x="89453" y="68501"/>
                    <a:pt x="75636" y="65667"/>
                    <a:pt x="60757" y="62833"/>
                  </a:cubicBezTo>
                  <a:cubicBezTo>
                    <a:pt x="40918" y="58936"/>
                    <a:pt x="17181" y="54330"/>
                    <a:pt x="17181" y="33782"/>
                  </a:cubicBezTo>
                  <a:cubicBezTo>
                    <a:pt x="17181" y="21383"/>
                    <a:pt x="26392" y="6858"/>
                    <a:pt x="56860" y="6858"/>
                  </a:cubicBezTo>
                  <a:cubicBezTo>
                    <a:pt x="95830" y="6858"/>
                    <a:pt x="97601" y="38742"/>
                    <a:pt x="98310" y="49725"/>
                  </a:cubicBezTo>
                  <a:cubicBezTo>
                    <a:pt x="98664" y="52913"/>
                    <a:pt x="101852" y="52913"/>
                    <a:pt x="102561" y="52913"/>
                  </a:cubicBezTo>
                  <a:cubicBezTo>
                    <a:pt x="107166" y="52913"/>
                    <a:pt x="107166" y="51142"/>
                    <a:pt x="107166" y="44410"/>
                  </a:cubicBezTo>
                  <a:lnTo>
                    <a:pt x="107166" y="8629"/>
                  </a:lnTo>
                  <a:cubicBezTo>
                    <a:pt x="107166" y="2606"/>
                    <a:pt x="107166" y="127"/>
                    <a:pt x="103269" y="127"/>
                  </a:cubicBezTo>
                  <a:cubicBezTo>
                    <a:pt x="101498" y="127"/>
                    <a:pt x="100789" y="127"/>
                    <a:pt x="96184" y="4378"/>
                  </a:cubicBezTo>
                  <a:cubicBezTo>
                    <a:pt x="95121" y="5795"/>
                    <a:pt x="91578" y="8983"/>
                    <a:pt x="90161" y="10046"/>
                  </a:cubicBezTo>
                  <a:cubicBezTo>
                    <a:pt x="76699" y="127"/>
                    <a:pt x="62174" y="127"/>
                    <a:pt x="56860" y="127"/>
                  </a:cubicBezTo>
                  <a:cubicBezTo>
                    <a:pt x="13639" y="127"/>
                    <a:pt x="176" y="23863"/>
                    <a:pt x="176" y="43702"/>
                  </a:cubicBezTo>
                  <a:cubicBezTo>
                    <a:pt x="176" y="56101"/>
                    <a:pt x="5845" y="66021"/>
                    <a:pt x="15410" y="73815"/>
                  </a:cubicBezTo>
                  <a:cubicBezTo>
                    <a:pt x="26747" y="83026"/>
                    <a:pt x="36666" y="85152"/>
                    <a:pt x="62174" y="9011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0" name="Freeform: Shape 99">
              <a:extLst>
                <a:ext uri="{FF2B5EF4-FFF2-40B4-BE49-F238E27FC236}">
                  <a16:creationId xmlns:a16="http://schemas.microsoft.com/office/drawing/2014/main" id="{7D3BEFF1-AB15-034D-631C-FCE0D3BED75F}"/>
                </a:ext>
              </a:extLst>
            </p:cNvPr>
            <p:cNvSpPr/>
            <p:nvPr/>
          </p:nvSpPr>
          <p:spPr>
            <a:xfrm>
              <a:off x="10699388" y="7014105"/>
              <a:ext cx="82191" cy="354271"/>
            </a:xfrm>
            <a:custGeom>
              <a:avLst/>
              <a:gdLst>
                <a:gd name="connsiteX0" fmla="*/ 82371 w 82191"/>
                <a:gd name="connsiteY0" fmla="*/ 350855 h 354271"/>
                <a:gd name="connsiteX1" fmla="*/ 76349 w 82191"/>
                <a:gd name="connsiteY1" fmla="*/ 343061 h 354271"/>
                <a:gd name="connsiteX2" fmla="*/ 20728 w 82191"/>
                <a:gd name="connsiteY2" fmla="*/ 177262 h 354271"/>
                <a:gd name="connsiteX3" fmla="*/ 77766 w 82191"/>
                <a:gd name="connsiteY3" fmla="*/ 9692 h 354271"/>
                <a:gd name="connsiteX4" fmla="*/ 82371 w 82191"/>
                <a:gd name="connsiteY4" fmla="*/ 3669 h 354271"/>
                <a:gd name="connsiteX5" fmla="*/ 78829 w 82191"/>
                <a:gd name="connsiteY5" fmla="*/ 127 h 354271"/>
                <a:gd name="connsiteX6" fmla="*/ 22499 w 82191"/>
                <a:gd name="connsiteY6" fmla="*/ 69209 h 354271"/>
                <a:gd name="connsiteX7" fmla="*/ 180 w 82191"/>
                <a:gd name="connsiteY7" fmla="*/ 177262 h 354271"/>
                <a:gd name="connsiteX8" fmla="*/ 23562 w 82191"/>
                <a:gd name="connsiteY8" fmla="*/ 287795 h 354271"/>
                <a:gd name="connsiteX9" fmla="*/ 78829 w 82191"/>
                <a:gd name="connsiteY9" fmla="*/ 354398 h 354271"/>
                <a:gd name="connsiteX10" fmla="*/ 82371 w 82191"/>
                <a:gd name="connsiteY10" fmla="*/ 350855 h 35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1" h="354271">
                  <a:moveTo>
                    <a:pt x="82371" y="350855"/>
                  </a:moveTo>
                  <a:cubicBezTo>
                    <a:pt x="82371" y="349792"/>
                    <a:pt x="82371" y="349084"/>
                    <a:pt x="76349" y="343061"/>
                  </a:cubicBezTo>
                  <a:cubicBezTo>
                    <a:pt x="32065" y="298423"/>
                    <a:pt x="20728" y="231466"/>
                    <a:pt x="20728" y="177262"/>
                  </a:cubicBezTo>
                  <a:cubicBezTo>
                    <a:pt x="20728" y="115619"/>
                    <a:pt x="34190" y="53976"/>
                    <a:pt x="77766" y="9692"/>
                  </a:cubicBezTo>
                  <a:cubicBezTo>
                    <a:pt x="82371" y="5441"/>
                    <a:pt x="82371" y="4732"/>
                    <a:pt x="82371" y="3669"/>
                  </a:cubicBezTo>
                  <a:cubicBezTo>
                    <a:pt x="82371" y="1189"/>
                    <a:pt x="80954" y="127"/>
                    <a:pt x="78829" y="127"/>
                  </a:cubicBezTo>
                  <a:cubicBezTo>
                    <a:pt x="75286" y="127"/>
                    <a:pt x="43401" y="24217"/>
                    <a:pt x="22499" y="69209"/>
                  </a:cubicBezTo>
                  <a:cubicBezTo>
                    <a:pt x="4432" y="108179"/>
                    <a:pt x="180" y="147503"/>
                    <a:pt x="180" y="177262"/>
                  </a:cubicBezTo>
                  <a:cubicBezTo>
                    <a:pt x="180" y="204895"/>
                    <a:pt x="4077" y="247762"/>
                    <a:pt x="23562" y="287795"/>
                  </a:cubicBezTo>
                  <a:cubicBezTo>
                    <a:pt x="44818" y="331370"/>
                    <a:pt x="75286" y="354398"/>
                    <a:pt x="78829" y="354398"/>
                  </a:cubicBezTo>
                  <a:cubicBezTo>
                    <a:pt x="80954" y="354398"/>
                    <a:pt x="82371" y="353335"/>
                    <a:pt x="82371" y="35085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1" name="Freeform: Shape 100">
              <a:extLst>
                <a:ext uri="{FF2B5EF4-FFF2-40B4-BE49-F238E27FC236}">
                  <a16:creationId xmlns:a16="http://schemas.microsoft.com/office/drawing/2014/main" id="{D902B316-6906-7008-BE6F-41AF5B237136}"/>
                </a:ext>
              </a:extLst>
            </p:cNvPr>
            <p:cNvSpPr/>
            <p:nvPr/>
          </p:nvSpPr>
          <p:spPr>
            <a:xfrm>
              <a:off x="10815551" y="7119324"/>
              <a:ext cx="133560" cy="162610"/>
            </a:xfrm>
            <a:custGeom>
              <a:avLst/>
              <a:gdLst>
                <a:gd name="connsiteX0" fmla="*/ 61473 w 133560"/>
                <a:gd name="connsiteY0" fmla="*/ 56456 h 162610"/>
                <a:gd name="connsiteX1" fmla="*/ 25337 w 133560"/>
                <a:gd name="connsiteY1" fmla="*/ 33428 h 162610"/>
                <a:gd name="connsiteX2" fmla="*/ 65016 w 133560"/>
                <a:gd name="connsiteY2" fmla="*/ 11463 h 162610"/>
                <a:gd name="connsiteX3" fmla="*/ 106820 w 133560"/>
                <a:gd name="connsiteY3" fmla="*/ 41222 h 162610"/>
                <a:gd name="connsiteX4" fmla="*/ 114968 w 133560"/>
                <a:gd name="connsiteY4" fmla="*/ 48307 h 162610"/>
                <a:gd name="connsiteX5" fmla="*/ 123471 w 133560"/>
                <a:gd name="connsiteY5" fmla="*/ 38388 h 162610"/>
                <a:gd name="connsiteX6" fmla="*/ 123471 w 133560"/>
                <a:gd name="connsiteY6" fmla="*/ 10046 h 162610"/>
                <a:gd name="connsiteX7" fmla="*/ 117094 w 133560"/>
                <a:gd name="connsiteY7" fmla="*/ 127 h 162610"/>
                <a:gd name="connsiteX8" fmla="*/ 101152 w 133560"/>
                <a:gd name="connsiteY8" fmla="*/ 6858 h 162610"/>
                <a:gd name="connsiteX9" fmla="*/ 65370 w 133560"/>
                <a:gd name="connsiteY9" fmla="*/ 127 h 162610"/>
                <a:gd name="connsiteX10" fmla="*/ 184 w 133560"/>
                <a:gd name="connsiteY10" fmla="*/ 46536 h 162610"/>
                <a:gd name="connsiteX11" fmla="*/ 14355 w 133560"/>
                <a:gd name="connsiteY11" fmla="*/ 76295 h 162610"/>
                <a:gd name="connsiteX12" fmla="*/ 69267 w 133560"/>
                <a:gd name="connsiteY12" fmla="*/ 95780 h 162610"/>
                <a:gd name="connsiteX13" fmla="*/ 108591 w 133560"/>
                <a:gd name="connsiteY13" fmla="*/ 123413 h 162610"/>
                <a:gd name="connsiteX14" fmla="*/ 68204 w 133560"/>
                <a:gd name="connsiteY14" fmla="*/ 149983 h 162610"/>
                <a:gd name="connsiteX15" fmla="*/ 17189 w 133560"/>
                <a:gd name="connsiteY15" fmla="*/ 108888 h 162610"/>
                <a:gd name="connsiteX16" fmla="*/ 8687 w 133560"/>
                <a:gd name="connsiteY16" fmla="*/ 103928 h 162610"/>
                <a:gd name="connsiteX17" fmla="*/ 184 w 133560"/>
                <a:gd name="connsiteY17" fmla="*/ 114202 h 162610"/>
                <a:gd name="connsiteX18" fmla="*/ 184 w 133560"/>
                <a:gd name="connsiteY18" fmla="*/ 152818 h 162610"/>
                <a:gd name="connsiteX19" fmla="*/ 6561 w 133560"/>
                <a:gd name="connsiteY19" fmla="*/ 162737 h 162610"/>
                <a:gd name="connsiteX20" fmla="*/ 17189 w 133560"/>
                <a:gd name="connsiteY20" fmla="*/ 157423 h 162610"/>
                <a:gd name="connsiteX21" fmla="*/ 26400 w 133560"/>
                <a:gd name="connsiteY21" fmla="*/ 151400 h 162610"/>
                <a:gd name="connsiteX22" fmla="*/ 68204 w 133560"/>
                <a:gd name="connsiteY22" fmla="*/ 162737 h 162610"/>
                <a:gd name="connsiteX23" fmla="*/ 133745 w 133560"/>
                <a:gd name="connsiteY23" fmla="*/ 111013 h 162610"/>
                <a:gd name="connsiteX24" fmla="*/ 114260 w 133560"/>
                <a:gd name="connsiteY24" fmla="*/ 73461 h 162610"/>
                <a:gd name="connsiteX25" fmla="*/ 61473 w 133560"/>
                <a:gd name="connsiteY25" fmla="*/ 56456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560" h="162610">
                  <a:moveTo>
                    <a:pt x="61473" y="56456"/>
                  </a:moveTo>
                  <a:cubicBezTo>
                    <a:pt x="48365" y="53976"/>
                    <a:pt x="25337" y="50079"/>
                    <a:pt x="25337" y="33428"/>
                  </a:cubicBezTo>
                  <a:cubicBezTo>
                    <a:pt x="25337" y="11463"/>
                    <a:pt x="58285" y="11463"/>
                    <a:pt x="65016" y="11463"/>
                  </a:cubicBezTo>
                  <a:cubicBezTo>
                    <a:pt x="91586" y="11463"/>
                    <a:pt x="105049" y="21737"/>
                    <a:pt x="106820" y="41222"/>
                  </a:cubicBezTo>
                  <a:cubicBezTo>
                    <a:pt x="107174" y="46536"/>
                    <a:pt x="107528" y="48307"/>
                    <a:pt x="114968" y="48307"/>
                  </a:cubicBezTo>
                  <a:cubicBezTo>
                    <a:pt x="123471" y="48307"/>
                    <a:pt x="123471" y="46536"/>
                    <a:pt x="123471" y="38388"/>
                  </a:cubicBezTo>
                  <a:lnTo>
                    <a:pt x="123471" y="10046"/>
                  </a:lnTo>
                  <a:cubicBezTo>
                    <a:pt x="123471" y="3315"/>
                    <a:pt x="123471" y="127"/>
                    <a:pt x="117094" y="127"/>
                  </a:cubicBezTo>
                  <a:cubicBezTo>
                    <a:pt x="115677" y="127"/>
                    <a:pt x="114968" y="127"/>
                    <a:pt x="101152" y="6858"/>
                  </a:cubicBezTo>
                  <a:cubicBezTo>
                    <a:pt x="91940" y="2252"/>
                    <a:pt x="79541" y="127"/>
                    <a:pt x="65370" y="127"/>
                  </a:cubicBezTo>
                  <a:cubicBezTo>
                    <a:pt x="54742" y="127"/>
                    <a:pt x="184" y="127"/>
                    <a:pt x="184" y="46536"/>
                  </a:cubicBezTo>
                  <a:cubicBezTo>
                    <a:pt x="184" y="60707"/>
                    <a:pt x="7270" y="70272"/>
                    <a:pt x="14355" y="76295"/>
                  </a:cubicBezTo>
                  <a:cubicBezTo>
                    <a:pt x="28526" y="88694"/>
                    <a:pt x="41988" y="90820"/>
                    <a:pt x="69267" y="95780"/>
                  </a:cubicBezTo>
                  <a:cubicBezTo>
                    <a:pt x="82021" y="97905"/>
                    <a:pt x="108591" y="102511"/>
                    <a:pt x="108591" y="123413"/>
                  </a:cubicBezTo>
                  <a:cubicBezTo>
                    <a:pt x="108591" y="149983"/>
                    <a:pt x="75998" y="149983"/>
                    <a:pt x="68204" y="149983"/>
                  </a:cubicBezTo>
                  <a:cubicBezTo>
                    <a:pt x="30651" y="149983"/>
                    <a:pt x="21440" y="124122"/>
                    <a:pt x="17189" y="108888"/>
                  </a:cubicBezTo>
                  <a:cubicBezTo>
                    <a:pt x="15418" y="103928"/>
                    <a:pt x="13646" y="103928"/>
                    <a:pt x="8687" y="103928"/>
                  </a:cubicBezTo>
                  <a:cubicBezTo>
                    <a:pt x="184" y="103928"/>
                    <a:pt x="184" y="106054"/>
                    <a:pt x="184" y="114202"/>
                  </a:cubicBezTo>
                  <a:lnTo>
                    <a:pt x="184" y="152818"/>
                  </a:lnTo>
                  <a:cubicBezTo>
                    <a:pt x="184" y="159549"/>
                    <a:pt x="184" y="162737"/>
                    <a:pt x="6561" y="162737"/>
                  </a:cubicBezTo>
                  <a:cubicBezTo>
                    <a:pt x="9041" y="162737"/>
                    <a:pt x="9749" y="162737"/>
                    <a:pt x="17189" y="157423"/>
                  </a:cubicBezTo>
                  <a:cubicBezTo>
                    <a:pt x="17543" y="157423"/>
                    <a:pt x="25337" y="152109"/>
                    <a:pt x="26400" y="151400"/>
                  </a:cubicBezTo>
                  <a:cubicBezTo>
                    <a:pt x="42697" y="162737"/>
                    <a:pt x="61119" y="162737"/>
                    <a:pt x="68204" y="162737"/>
                  </a:cubicBezTo>
                  <a:cubicBezTo>
                    <a:pt x="79187" y="162737"/>
                    <a:pt x="133745" y="162737"/>
                    <a:pt x="133745" y="111013"/>
                  </a:cubicBezTo>
                  <a:cubicBezTo>
                    <a:pt x="133745" y="95780"/>
                    <a:pt x="126659" y="83380"/>
                    <a:pt x="114260" y="73461"/>
                  </a:cubicBezTo>
                  <a:cubicBezTo>
                    <a:pt x="100443" y="63187"/>
                    <a:pt x="89106" y="61061"/>
                    <a:pt x="61473" y="5645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2" name="Freeform: Shape 101">
              <a:extLst>
                <a:ext uri="{FF2B5EF4-FFF2-40B4-BE49-F238E27FC236}">
                  <a16:creationId xmlns:a16="http://schemas.microsoft.com/office/drawing/2014/main" id="{4937A00E-2A70-9BE0-FA13-199B0A3D0DFE}"/>
                </a:ext>
              </a:extLst>
            </p:cNvPr>
            <p:cNvSpPr/>
            <p:nvPr/>
          </p:nvSpPr>
          <p:spPr>
            <a:xfrm>
              <a:off x="10993256" y="7127118"/>
              <a:ext cx="38615" cy="221065"/>
            </a:xfrm>
            <a:custGeom>
              <a:avLst/>
              <a:gdLst>
                <a:gd name="connsiteX0" fmla="*/ 37741 w 38615"/>
                <a:gd name="connsiteY0" fmla="*/ 18903 h 221065"/>
                <a:gd name="connsiteX1" fmla="*/ 18965 w 38615"/>
                <a:gd name="connsiteY1" fmla="*/ 127 h 221065"/>
                <a:gd name="connsiteX2" fmla="*/ 189 w 38615"/>
                <a:gd name="connsiteY2" fmla="*/ 18903 h 221065"/>
                <a:gd name="connsiteX3" fmla="*/ 18965 w 38615"/>
                <a:gd name="connsiteY3" fmla="*/ 37679 h 221065"/>
                <a:gd name="connsiteX4" fmla="*/ 37741 w 38615"/>
                <a:gd name="connsiteY4" fmla="*/ 18903 h 221065"/>
                <a:gd name="connsiteX5" fmla="*/ 31010 w 38615"/>
                <a:gd name="connsiteY5" fmla="*/ 148921 h 221065"/>
                <a:gd name="connsiteX6" fmla="*/ 8337 w 38615"/>
                <a:gd name="connsiteY6" fmla="*/ 212689 h 221065"/>
                <a:gd name="connsiteX7" fmla="*/ 5857 w 38615"/>
                <a:gd name="connsiteY7" fmla="*/ 217295 h 221065"/>
                <a:gd name="connsiteX8" fmla="*/ 9400 w 38615"/>
                <a:gd name="connsiteY8" fmla="*/ 221192 h 221065"/>
                <a:gd name="connsiteX9" fmla="*/ 38804 w 38615"/>
                <a:gd name="connsiteY9" fmla="*/ 151755 h 221065"/>
                <a:gd name="connsiteX10" fmla="*/ 18965 w 38615"/>
                <a:gd name="connsiteY10" fmla="*/ 115265 h 221065"/>
                <a:gd name="connsiteX11" fmla="*/ 189 w 38615"/>
                <a:gd name="connsiteY11" fmla="*/ 134041 h 221065"/>
                <a:gd name="connsiteX12" fmla="*/ 18965 w 38615"/>
                <a:gd name="connsiteY12" fmla="*/ 152818 h 221065"/>
                <a:gd name="connsiteX13" fmla="*/ 21799 w 38615"/>
                <a:gd name="connsiteY13" fmla="*/ 152463 h 221065"/>
                <a:gd name="connsiteX14" fmla="*/ 31010 w 38615"/>
                <a:gd name="connsiteY14" fmla="*/ 148921 h 221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615" h="221065">
                  <a:moveTo>
                    <a:pt x="37741" y="18903"/>
                  </a:moveTo>
                  <a:cubicBezTo>
                    <a:pt x="37741" y="8629"/>
                    <a:pt x="29239" y="127"/>
                    <a:pt x="18965" y="127"/>
                  </a:cubicBezTo>
                  <a:cubicBezTo>
                    <a:pt x="8691" y="127"/>
                    <a:pt x="189" y="8629"/>
                    <a:pt x="189" y="18903"/>
                  </a:cubicBezTo>
                  <a:cubicBezTo>
                    <a:pt x="189" y="29177"/>
                    <a:pt x="8691" y="37679"/>
                    <a:pt x="18965" y="37679"/>
                  </a:cubicBezTo>
                  <a:cubicBezTo>
                    <a:pt x="29239" y="37679"/>
                    <a:pt x="37741" y="29177"/>
                    <a:pt x="37741" y="18903"/>
                  </a:cubicBezTo>
                  <a:close/>
                  <a:moveTo>
                    <a:pt x="31010" y="148921"/>
                  </a:moveTo>
                  <a:cubicBezTo>
                    <a:pt x="31010" y="158840"/>
                    <a:pt x="31010" y="186473"/>
                    <a:pt x="8337" y="212689"/>
                  </a:cubicBezTo>
                  <a:cubicBezTo>
                    <a:pt x="5857" y="215524"/>
                    <a:pt x="5857" y="216232"/>
                    <a:pt x="5857" y="217295"/>
                  </a:cubicBezTo>
                  <a:cubicBezTo>
                    <a:pt x="5857" y="219775"/>
                    <a:pt x="7628" y="221192"/>
                    <a:pt x="9400" y="221192"/>
                  </a:cubicBezTo>
                  <a:cubicBezTo>
                    <a:pt x="13297" y="221192"/>
                    <a:pt x="38804" y="192850"/>
                    <a:pt x="38804" y="151755"/>
                  </a:cubicBezTo>
                  <a:cubicBezTo>
                    <a:pt x="38804" y="141481"/>
                    <a:pt x="38096" y="115265"/>
                    <a:pt x="18965" y="115265"/>
                  </a:cubicBezTo>
                  <a:cubicBezTo>
                    <a:pt x="6566" y="115265"/>
                    <a:pt x="189" y="124830"/>
                    <a:pt x="189" y="134041"/>
                  </a:cubicBezTo>
                  <a:cubicBezTo>
                    <a:pt x="189" y="143252"/>
                    <a:pt x="6211" y="152818"/>
                    <a:pt x="18965" y="152818"/>
                  </a:cubicBezTo>
                  <a:cubicBezTo>
                    <a:pt x="20736" y="152818"/>
                    <a:pt x="21445" y="152818"/>
                    <a:pt x="21799" y="152463"/>
                  </a:cubicBezTo>
                  <a:cubicBezTo>
                    <a:pt x="24279" y="152109"/>
                    <a:pt x="28176" y="151400"/>
                    <a:pt x="31010" y="14892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3" name="Freeform: Shape 102">
              <a:extLst>
                <a:ext uri="{FF2B5EF4-FFF2-40B4-BE49-F238E27FC236}">
                  <a16:creationId xmlns:a16="http://schemas.microsoft.com/office/drawing/2014/main" id="{827AE5BC-D4E3-0299-1742-3DB31C9C9F9B}"/>
                </a:ext>
              </a:extLst>
            </p:cNvPr>
            <p:cNvSpPr/>
            <p:nvPr/>
          </p:nvSpPr>
          <p:spPr>
            <a:xfrm>
              <a:off x="11128036" y="7122512"/>
              <a:ext cx="199454" cy="157296"/>
            </a:xfrm>
            <a:custGeom>
              <a:avLst/>
              <a:gdLst>
                <a:gd name="connsiteX0" fmla="*/ 114977 w 199454"/>
                <a:gd name="connsiteY0" fmla="*/ 70272 h 157296"/>
                <a:gd name="connsiteX1" fmla="*/ 156427 w 199454"/>
                <a:gd name="connsiteY1" fmla="*/ 24217 h 157296"/>
                <a:gd name="connsiteX2" fmla="*/ 192563 w 199454"/>
                <a:gd name="connsiteY2" fmla="*/ 16777 h 157296"/>
                <a:gd name="connsiteX3" fmla="*/ 192563 w 199454"/>
                <a:gd name="connsiteY3" fmla="*/ 127 h 157296"/>
                <a:gd name="connsiteX4" fmla="*/ 159970 w 199454"/>
                <a:gd name="connsiteY4" fmla="*/ 1189 h 157296"/>
                <a:gd name="connsiteX5" fmla="*/ 123480 w 199454"/>
                <a:gd name="connsiteY5" fmla="*/ 127 h 157296"/>
                <a:gd name="connsiteX6" fmla="*/ 123480 w 199454"/>
                <a:gd name="connsiteY6" fmla="*/ 16777 h 157296"/>
                <a:gd name="connsiteX7" fmla="*/ 136942 w 199454"/>
                <a:gd name="connsiteY7" fmla="*/ 19966 h 157296"/>
                <a:gd name="connsiteX8" fmla="*/ 134108 w 199454"/>
                <a:gd name="connsiteY8" fmla="*/ 24217 h 157296"/>
                <a:gd name="connsiteX9" fmla="*/ 104349 w 199454"/>
                <a:gd name="connsiteY9" fmla="*/ 57518 h 157296"/>
                <a:gd name="connsiteX10" fmla="*/ 69630 w 199454"/>
                <a:gd name="connsiteY10" fmla="*/ 16777 h 157296"/>
                <a:gd name="connsiteX11" fmla="*/ 83801 w 199454"/>
                <a:gd name="connsiteY11" fmla="*/ 16777 h 157296"/>
                <a:gd name="connsiteX12" fmla="*/ 83801 w 199454"/>
                <a:gd name="connsiteY12" fmla="*/ 127 h 157296"/>
                <a:gd name="connsiteX13" fmla="*/ 40934 w 199454"/>
                <a:gd name="connsiteY13" fmla="*/ 1189 h 157296"/>
                <a:gd name="connsiteX14" fmla="*/ 1964 w 199454"/>
                <a:gd name="connsiteY14" fmla="*/ 127 h 157296"/>
                <a:gd name="connsiteX15" fmla="*/ 1964 w 199454"/>
                <a:gd name="connsiteY15" fmla="*/ 16777 h 157296"/>
                <a:gd name="connsiteX16" fmla="*/ 27118 w 199454"/>
                <a:gd name="connsiteY16" fmla="*/ 16777 h 157296"/>
                <a:gd name="connsiteX17" fmla="*/ 82384 w 199454"/>
                <a:gd name="connsiteY17" fmla="*/ 81963 h 157296"/>
                <a:gd name="connsiteX18" fmla="*/ 35975 w 199454"/>
                <a:gd name="connsiteY18" fmla="*/ 134041 h 157296"/>
                <a:gd name="connsiteX19" fmla="*/ 193 w 199454"/>
                <a:gd name="connsiteY19" fmla="*/ 140772 h 157296"/>
                <a:gd name="connsiteX20" fmla="*/ 193 w 199454"/>
                <a:gd name="connsiteY20" fmla="*/ 157423 h 157296"/>
                <a:gd name="connsiteX21" fmla="*/ 32786 w 199454"/>
                <a:gd name="connsiteY21" fmla="*/ 156360 h 157296"/>
                <a:gd name="connsiteX22" fmla="*/ 69276 w 199454"/>
                <a:gd name="connsiteY22" fmla="*/ 157423 h 157296"/>
                <a:gd name="connsiteX23" fmla="*/ 69276 w 199454"/>
                <a:gd name="connsiteY23" fmla="*/ 140772 h 157296"/>
                <a:gd name="connsiteX24" fmla="*/ 56168 w 199454"/>
                <a:gd name="connsiteY24" fmla="*/ 136875 h 157296"/>
                <a:gd name="connsiteX25" fmla="*/ 58648 w 199454"/>
                <a:gd name="connsiteY25" fmla="*/ 133333 h 157296"/>
                <a:gd name="connsiteX26" fmla="*/ 93012 w 199454"/>
                <a:gd name="connsiteY26" fmla="*/ 94717 h 157296"/>
                <a:gd name="connsiteX27" fmla="*/ 131982 w 199454"/>
                <a:gd name="connsiteY27" fmla="*/ 140772 h 157296"/>
                <a:gd name="connsiteX28" fmla="*/ 118165 w 199454"/>
                <a:gd name="connsiteY28" fmla="*/ 140772 h 157296"/>
                <a:gd name="connsiteX29" fmla="*/ 118165 w 199454"/>
                <a:gd name="connsiteY29" fmla="*/ 157423 h 157296"/>
                <a:gd name="connsiteX30" fmla="*/ 160678 w 199454"/>
                <a:gd name="connsiteY30" fmla="*/ 156360 h 157296"/>
                <a:gd name="connsiteX31" fmla="*/ 199648 w 199454"/>
                <a:gd name="connsiteY31" fmla="*/ 157423 h 157296"/>
                <a:gd name="connsiteX32" fmla="*/ 199648 w 199454"/>
                <a:gd name="connsiteY32" fmla="*/ 140772 h 157296"/>
                <a:gd name="connsiteX33" fmla="*/ 174495 w 199454"/>
                <a:gd name="connsiteY33" fmla="*/ 140772 h 157296"/>
                <a:gd name="connsiteX34" fmla="*/ 114977 w 199454"/>
                <a:gd name="connsiteY34" fmla="*/ 70272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9454" h="157296">
                  <a:moveTo>
                    <a:pt x="114977" y="70272"/>
                  </a:moveTo>
                  <a:lnTo>
                    <a:pt x="156427" y="24217"/>
                  </a:lnTo>
                  <a:cubicBezTo>
                    <a:pt x="161032" y="19257"/>
                    <a:pt x="163158" y="16777"/>
                    <a:pt x="192563" y="16777"/>
                  </a:cubicBezTo>
                  <a:lnTo>
                    <a:pt x="192563" y="127"/>
                  </a:lnTo>
                  <a:cubicBezTo>
                    <a:pt x="180163" y="835"/>
                    <a:pt x="161741" y="1189"/>
                    <a:pt x="159970" y="1189"/>
                  </a:cubicBezTo>
                  <a:cubicBezTo>
                    <a:pt x="151113" y="1189"/>
                    <a:pt x="133399" y="481"/>
                    <a:pt x="123480" y="127"/>
                  </a:cubicBezTo>
                  <a:lnTo>
                    <a:pt x="123480" y="16777"/>
                  </a:lnTo>
                  <a:cubicBezTo>
                    <a:pt x="128439" y="16777"/>
                    <a:pt x="132691" y="17486"/>
                    <a:pt x="136942" y="19966"/>
                  </a:cubicBezTo>
                  <a:cubicBezTo>
                    <a:pt x="135525" y="22091"/>
                    <a:pt x="135525" y="22800"/>
                    <a:pt x="134108" y="24217"/>
                  </a:cubicBezTo>
                  <a:lnTo>
                    <a:pt x="104349" y="57518"/>
                  </a:lnTo>
                  <a:lnTo>
                    <a:pt x="69630" y="16777"/>
                  </a:lnTo>
                  <a:lnTo>
                    <a:pt x="83801" y="16777"/>
                  </a:lnTo>
                  <a:lnTo>
                    <a:pt x="83801" y="127"/>
                  </a:lnTo>
                  <a:cubicBezTo>
                    <a:pt x="74590" y="481"/>
                    <a:pt x="52271" y="1189"/>
                    <a:pt x="40934" y="1189"/>
                  </a:cubicBezTo>
                  <a:cubicBezTo>
                    <a:pt x="29598" y="1189"/>
                    <a:pt x="13655" y="481"/>
                    <a:pt x="1964" y="127"/>
                  </a:cubicBezTo>
                  <a:lnTo>
                    <a:pt x="1964" y="16777"/>
                  </a:lnTo>
                  <a:lnTo>
                    <a:pt x="27118" y="16777"/>
                  </a:lnTo>
                  <a:lnTo>
                    <a:pt x="82384" y="81963"/>
                  </a:lnTo>
                  <a:lnTo>
                    <a:pt x="35975" y="134041"/>
                  </a:lnTo>
                  <a:cubicBezTo>
                    <a:pt x="29952" y="140772"/>
                    <a:pt x="17198" y="140772"/>
                    <a:pt x="193" y="140772"/>
                  </a:cubicBezTo>
                  <a:lnTo>
                    <a:pt x="193" y="157423"/>
                  </a:lnTo>
                  <a:cubicBezTo>
                    <a:pt x="12593" y="156715"/>
                    <a:pt x="31015" y="156360"/>
                    <a:pt x="32786" y="156360"/>
                  </a:cubicBezTo>
                  <a:cubicBezTo>
                    <a:pt x="41643" y="156360"/>
                    <a:pt x="62191" y="157069"/>
                    <a:pt x="69276" y="157423"/>
                  </a:cubicBezTo>
                  <a:lnTo>
                    <a:pt x="69276" y="140772"/>
                  </a:lnTo>
                  <a:cubicBezTo>
                    <a:pt x="62899" y="140772"/>
                    <a:pt x="56168" y="139001"/>
                    <a:pt x="56168" y="136875"/>
                  </a:cubicBezTo>
                  <a:cubicBezTo>
                    <a:pt x="56168" y="136521"/>
                    <a:pt x="56168" y="136167"/>
                    <a:pt x="58648" y="133333"/>
                  </a:cubicBezTo>
                  <a:lnTo>
                    <a:pt x="93012" y="94717"/>
                  </a:lnTo>
                  <a:lnTo>
                    <a:pt x="131982" y="140772"/>
                  </a:lnTo>
                  <a:lnTo>
                    <a:pt x="118165" y="140772"/>
                  </a:lnTo>
                  <a:lnTo>
                    <a:pt x="118165" y="157423"/>
                  </a:lnTo>
                  <a:cubicBezTo>
                    <a:pt x="127377" y="157069"/>
                    <a:pt x="148987" y="156360"/>
                    <a:pt x="160678" y="156360"/>
                  </a:cubicBezTo>
                  <a:cubicBezTo>
                    <a:pt x="172015" y="156360"/>
                    <a:pt x="187957" y="157069"/>
                    <a:pt x="199648" y="157423"/>
                  </a:cubicBezTo>
                  <a:lnTo>
                    <a:pt x="199648" y="140772"/>
                  </a:lnTo>
                  <a:lnTo>
                    <a:pt x="174495" y="140772"/>
                  </a:lnTo>
                  <a:lnTo>
                    <a:pt x="114977" y="70272"/>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4" name="Freeform: Shape 103">
              <a:extLst>
                <a:ext uri="{FF2B5EF4-FFF2-40B4-BE49-F238E27FC236}">
                  <a16:creationId xmlns:a16="http://schemas.microsoft.com/office/drawing/2014/main" id="{592B97E3-1796-D1BC-5377-866057946771}"/>
                </a:ext>
              </a:extLst>
            </p:cNvPr>
            <p:cNvSpPr/>
            <p:nvPr/>
          </p:nvSpPr>
          <p:spPr>
            <a:xfrm>
              <a:off x="11365731" y="7242256"/>
              <a:ext cx="41449" cy="105927"/>
            </a:xfrm>
            <a:custGeom>
              <a:avLst/>
              <a:gdLst>
                <a:gd name="connsiteX0" fmla="*/ 41649 w 41449"/>
                <a:gd name="connsiteY0" fmla="*/ 37325 h 105927"/>
                <a:gd name="connsiteX1" fmla="*/ 18976 w 41449"/>
                <a:gd name="connsiteY1" fmla="*/ 127 h 105927"/>
                <a:gd name="connsiteX2" fmla="*/ 199 w 41449"/>
                <a:gd name="connsiteY2" fmla="*/ 18903 h 105927"/>
                <a:gd name="connsiteX3" fmla="*/ 18976 w 41449"/>
                <a:gd name="connsiteY3" fmla="*/ 37679 h 105927"/>
                <a:gd name="connsiteX4" fmla="*/ 31375 w 41449"/>
                <a:gd name="connsiteY4" fmla="*/ 33074 h 105927"/>
                <a:gd name="connsiteX5" fmla="*/ 33146 w 41449"/>
                <a:gd name="connsiteY5" fmla="*/ 32011 h 105927"/>
                <a:gd name="connsiteX6" fmla="*/ 33855 w 41449"/>
                <a:gd name="connsiteY6" fmla="*/ 37325 h 105927"/>
                <a:gd name="connsiteX7" fmla="*/ 9764 w 41449"/>
                <a:gd name="connsiteY7" fmla="*/ 96488 h 105927"/>
                <a:gd name="connsiteX8" fmla="*/ 5867 w 41449"/>
                <a:gd name="connsiteY8" fmla="*/ 102157 h 105927"/>
                <a:gd name="connsiteX9" fmla="*/ 9410 w 41449"/>
                <a:gd name="connsiteY9" fmla="*/ 106054 h 105927"/>
                <a:gd name="connsiteX10" fmla="*/ 41649 w 41449"/>
                <a:gd name="connsiteY10" fmla="*/ 37325 h 10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449" h="105927">
                  <a:moveTo>
                    <a:pt x="41649" y="37325"/>
                  </a:moveTo>
                  <a:cubicBezTo>
                    <a:pt x="41649" y="13943"/>
                    <a:pt x="32792" y="127"/>
                    <a:pt x="18976" y="127"/>
                  </a:cubicBezTo>
                  <a:cubicBezTo>
                    <a:pt x="7285" y="127"/>
                    <a:pt x="199" y="8983"/>
                    <a:pt x="199" y="18903"/>
                  </a:cubicBezTo>
                  <a:cubicBezTo>
                    <a:pt x="199" y="28468"/>
                    <a:pt x="7285" y="37679"/>
                    <a:pt x="18976" y="37679"/>
                  </a:cubicBezTo>
                  <a:cubicBezTo>
                    <a:pt x="23227" y="37679"/>
                    <a:pt x="27832" y="36262"/>
                    <a:pt x="31375" y="33074"/>
                  </a:cubicBezTo>
                  <a:cubicBezTo>
                    <a:pt x="32438" y="32365"/>
                    <a:pt x="32792" y="32011"/>
                    <a:pt x="33146" y="32011"/>
                  </a:cubicBezTo>
                  <a:cubicBezTo>
                    <a:pt x="33501" y="32011"/>
                    <a:pt x="33855" y="32365"/>
                    <a:pt x="33855" y="37325"/>
                  </a:cubicBezTo>
                  <a:cubicBezTo>
                    <a:pt x="33855" y="63541"/>
                    <a:pt x="21455" y="84797"/>
                    <a:pt x="9764" y="96488"/>
                  </a:cubicBezTo>
                  <a:cubicBezTo>
                    <a:pt x="5867" y="100385"/>
                    <a:pt x="5867" y="101094"/>
                    <a:pt x="5867" y="102157"/>
                  </a:cubicBezTo>
                  <a:cubicBezTo>
                    <a:pt x="5867" y="104637"/>
                    <a:pt x="7639" y="106054"/>
                    <a:pt x="9410" y="106054"/>
                  </a:cubicBezTo>
                  <a:cubicBezTo>
                    <a:pt x="13307" y="106054"/>
                    <a:pt x="41649" y="78775"/>
                    <a:pt x="41649" y="3732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5" name="Freeform: Shape 104">
              <a:extLst>
                <a:ext uri="{FF2B5EF4-FFF2-40B4-BE49-F238E27FC236}">
                  <a16:creationId xmlns:a16="http://schemas.microsoft.com/office/drawing/2014/main" id="{A9849EE5-794D-24CD-B593-09A82BD1F48D}"/>
                </a:ext>
              </a:extLst>
            </p:cNvPr>
            <p:cNvSpPr/>
            <p:nvPr/>
          </p:nvSpPr>
          <p:spPr>
            <a:xfrm>
              <a:off x="11502991" y="7123221"/>
              <a:ext cx="163319" cy="229213"/>
            </a:xfrm>
            <a:custGeom>
              <a:avLst/>
              <a:gdLst>
                <a:gd name="connsiteX0" fmla="*/ 162106 w 163319"/>
                <a:gd name="connsiteY0" fmla="*/ 21737 h 229213"/>
                <a:gd name="connsiteX1" fmla="*/ 163523 w 163319"/>
                <a:gd name="connsiteY1" fmla="*/ 13589 h 229213"/>
                <a:gd name="connsiteX2" fmla="*/ 153249 w 163319"/>
                <a:gd name="connsiteY2" fmla="*/ 4023 h 229213"/>
                <a:gd name="connsiteX3" fmla="*/ 140849 w 163319"/>
                <a:gd name="connsiteY3" fmla="*/ 11463 h 229213"/>
                <a:gd name="connsiteX4" fmla="*/ 135890 w 163319"/>
                <a:gd name="connsiteY4" fmla="*/ 30594 h 229213"/>
                <a:gd name="connsiteX5" fmla="*/ 128804 w 163319"/>
                <a:gd name="connsiteY5" fmla="*/ 58936 h 229213"/>
                <a:gd name="connsiteX6" fmla="*/ 112862 w 163319"/>
                <a:gd name="connsiteY6" fmla="*/ 122704 h 229213"/>
                <a:gd name="connsiteX7" fmla="*/ 72829 w 163319"/>
                <a:gd name="connsiteY7" fmla="*/ 152818 h 229213"/>
                <a:gd name="connsiteX8" fmla="*/ 50864 w 163319"/>
                <a:gd name="connsiteY8" fmla="*/ 124122 h 229213"/>
                <a:gd name="connsiteX9" fmla="*/ 68932 w 163319"/>
                <a:gd name="connsiteY9" fmla="*/ 54684 h 229213"/>
                <a:gd name="connsiteX10" fmla="*/ 76018 w 163319"/>
                <a:gd name="connsiteY10" fmla="*/ 29177 h 229213"/>
                <a:gd name="connsiteX11" fmla="*/ 46967 w 163319"/>
                <a:gd name="connsiteY11" fmla="*/ 127 h 229213"/>
                <a:gd name="connsiteX12" fmla="*/ 204 w 163319"/>
                <a:gd name="connsiteY12" fmla="*/ 54684 h 229213"/>
                <a:gd name="connsiteX13" fmla="*/ 4455 w 163319"/>
                <a:gd name="connsiteY13" fmla="*/ 58227 h 229213"/>
                <a:gd name="connsiteX14" fmla="*/ 10123 w 163319"/>
                <a:gd name="connsiteY14" fmla="*/ 51850 h 229213"/>
                <a:gd name="connsiteX15" fmla="*/ 45905 w 163319"/>
                <a:gd name="connsiteY15" fmla="*/ 7920 h 229213"/>
                <a:gd name="connsiteX16" fmla="*/ 54761 w 163319"/>
                <a:gd name="connsiteY16" fmla="*/ 19257 h 229213"/>
                <a:gd name="connsiteX17" fmla="*/ 48739 w 163319"/>
                <a:gd name="connsiteY17" fmla="*/ 44056 h 229213"/>
                <a:gd name="connsiteX18" fmla="*/ 28191 w 163319"/>
                <a:gd name="connsiteY18" fmla="*/ 118453 h 229213"/>
                <a:gd name="connsiteX19" fmla="*/ 71412 w 163319"/>
                <a:gd name="connsiteY19" fmla="*/ 160612 h 229213"/>
                <a:gd name="connsiteX20" fmla="*/ 107194 w 163319"/>
                <a:gd name="connsiteY20" fmla="*/ 144669 h 229213"/>
                <a:gd name="connsiteX21" fmla="*/ 84166 w 163319"/>
                <a:gd name="connsiteY21" fmla="*/ 199227 h 229213"/>
                <a:gd name="connsiteX22" fmla="*/ 45196 w 163319"/>
                <a:gd name="connsiteY22" fmla="*/ 221546 h 229213"/>
                <a:gd name="connsiteX23" fmla="*/ 18271 w 163319"/>
                <a:gd name="connsiteY23" fmla="*/ 206667 h 229213"/>
                <a:gd name="connsiteX24" fmla="*/ 33505 w 163319"/>
                <a:gd name="connsiteY24" fmla="*/ 202416 h 229213"/>
                <a:gd name="connsiteX25" fmla="*/ 40591 w 163319"/>
                <a:gd name="connsiteY25" fmla="*/ 187890 h 229213"/>
                <a:gd name="connsiteX26" fmla="*/ 27482 w 163319"/>
                <a:gd name="connsiteY26" fmla="*/ 175491 h 229213"/>
                <a:gd name="connsiteX27" fmla="*/ 7643 w 163319"/>
                <a:gd name="connsiteY27" fmla="*/ 198519 h 229213"/>
                <a:gd name="connsiteX28" fmla="*/ 45196 w 163319"/>
                <a:gd name="connsiteY28" fmla="*/ 229340 h 229213"/>
                <a:gd name="connsiteX29" fmla="*/ 128096 w 163319"/>
                <a:gd name="connsiteY29" fmla="*/ 157069 h 229213"/>
                <a:gd name="connsiteX30" fmla="*/ 162106 w 163319"/>
                <a:gd name="connsiteY30" fmla="*/ 21737 h 22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63319" h="229213">
                  <a:moveTo>
                    <a:pt x="162106" y="21737"/>
                  </a:moveTo>
                  <a:cubicBezTo>
                    <a:pt x="163523" y="16777"/>
                    <a:pt x="163523" y="16069"/>
                    <a:pt x="163523" y="13589"/>
                  </a:cubicBezTo>
                  <a:cubicBezTo>
                    <a:pt x="163523" y="7212"/>
                    <a:pt x="158563" y="4023"/>
                    <a:pt x="153249" y="4023"/>
                  </a:cubicBezTo>
                  <a:cubicBezTo>
                    <a:pt x="149706" y="4023"/>
                    <a:pt x="144038" y="6149"/>
                    <a:pt x="140849" y="11463"/>
                  </a:cubicBezTo>
                  <a:cubicBezTo>
                    <a:pt x="140141" y="13235"/>
                    <a:pt x="137307" y="24217"/>
                    <a:pt x="135890" y="30594"/>
                  </a:cubicBezTo>
                  <a:cubicBezTo>
                    <a:pt x="133410" y="39805"/>
                    <a:pt x="130930" y="49370"/>
                    <a:pt x="128804" y="58936"/>
                  </a:cubicBezTo>
                  <a:lnTo>
                    <a:pt x="112862" y="122704"/>
                  </a:lnTo>
                  <a:cubicBezTo>
                    <a:pt x="111445" y="128019"/>
                    <a:pt x="96211" y="152818"/>
                    <a:pt x="72829" y="152818"/>
                  </a:cubicBezTo>
                  <a:cubicBezTo>
                    <a:pt x="54761" y="152818"/>
                    <a:pt x="50864" y="137230"/>
                    <a:pt x="50864" y="124122"/>
                  </a:cubicBezTo>
                  <a:cubicBezTo>
                    <a:pt x="50864" y="107825"/>
                    <a:pt x="56887" y="85860"/>
                    <a:pt x="68932" y="54684"/>
                  </a:cubicBezTo>
                  <a:cubicBezTo>
                    <a:pt x="74601" y="40159"/>
                    <a:pt x="76018" y="36262"/>
                    <a:pt x="76018" y="29177"/>
                  </a:cubicBezTo>
                  <a:cubicBezTo>
                    <a:pt x="76018" y="13235"/>
                    <a:pt x="64681" y="127"/>
                    <a:pt x="46967" y="127"/>
                  </a:cubicBezTo>
                  <a:cubicBezTo>
                    <a:pt x="13312" y="127"/>
                    <a:pt x="204" y="51496"/>
                    <a:pt x="204" y="54684"/>
                  </a:cubicBezTo>
                  <a:cubicBezTo>
                    <a:pt x="204" y="58227"/>
                    <a:pt x="3746" y="58227"/>
                    <a:pt x="4455" y="58227"/>
                  </a:cubicBezTo>
                  <a:cubicBezTo>
                    <a:pt x="7998" y="58227"/>
                    <a:pt x="8352" y="57519"/>
                    <a:pt x="10123" y="51850"/>
                  </a:cubicBezTo>
                  <a:cubicBezTo>
                    <a:pt x="19688" y="18549"/>
                    <a:pt x="33859" y="7920"/>
                    <a:pt x="45905" y="7920"/>
                  </a:cubicBezTo>
                  <a:cubicBezTo>
                    <a:pt x="48739" y="7920"/>
                    <a:pt x="54761" y="7920"/>
                    <a:pt x="54761" y="19257"/>
                  </a:cubicBezTo>
                  <a:cubicBezTo>
                    <a:pt x="54761" y="28114"/>
                    <a:pt x="51219" y="37325"/>
                    <a:pt x="48739" y="44056"/>
                  </a:cubicBezTo>
                  <a:cubicBezTo>
                    <a:pt x="34568" y="81609"/>
                    <a:pt x="28191" y="101802"/>
                    <a:pt x="28191" y="118453"/>
                  </a:cubicBezTo>
                  <a:cubicBezTo>
                    <a:pt x="28191" y="149983"/>
                    <a:pt x="50510" y="160612"/>
                    <a:pt x="71412" y="160612"/>
                  </a:cubicBezTo>
                  <a:cubicBezTo>
                    <a:pt x="85229" y="160612"/>
                    <a:pt x="97274" y="154589"/>
                    <a:pt x="107194" y="144669"/>
                  </a:cubicBezTo>
                  <a:cubicBezTo>
                    <a:pt x="102588" y="163091"/>
                    <a:pt x="98337" y="180451"/>
                    <a:pt x="84166" y="199227"/>
                  </a:cubicBezTo>
                  <a:cubicBezTo>
                    <a:pt x="74955" y="211272"/>
                    <a:pt x="61493" y="221546"/>
                    <a:pt x="45196" y="221546"/>
                  </a:cubicBezTo>
                  <a:cubicBezTo>
                    <a:pt x="40236" y="221546"/>
                    <a:pt x="24294" y="220483"/>
                    <a:pt x="18271" y="206667"/>
                  </a:cubicBezTo>
                  <a:cubicBezTo>
                    <a:pt x="23940" y="206667"/>
                    <a:pt x="28545" y="206667"/>
                    <a:pt x="33505" y="202416"/>
                  </a:cubicBezTo>
                  <a:cubicBezTo>
                    <a:pt x="37048" y="199227"/>
                    <a:pt x="40591" y="194622"/>
                    <a:pt x="40591" y="187890"/>
                  </a:cubicBezTo>
                  <a:cubicBezTo>
                    <a:pt x="40591" y="176908"/>
                    <a:pt x="31025" y="175491"/>
                    <a:pt x="27482" y="175491"/>
                  </a:cubicBezTo>
                  <a:cubicBezTo>
                    <a:pt x="19334" y="175491"/>
                    <a:pt x="7643" y="181159"/>
                    <a:pt x="7643" y="198519"/>
                  </a:cubicBezTo>
                  <a:cubicBezTo>
                    <a:pt x="7643" y="216232"/>
                    <a:pt x="23231" y="229340"/>
                    <a:pt x="45196" y="229340"/>
                  </a:cubicBezTo>
                  <a:cubicBezTo>
                    <a:pt x="81686" y="229340"/>
                    <a:pt x="118176" y="197101"/>
                    <a:pt x="128096" y="157069"/>
                  </a:cubicBezTo>
                  <a:lnTo>
                    <a:pt x="162106" y="2173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6" name="Freeform: Shape 105">
              <a:extLst>
                <a:ext uri="{FF2B5EF4-FFF2-40B4-BE49-F238E27FC236}">
                  <a16:creationId xmlns:a16="http://schemas.microsoft.com/office/drawing/2014/main" id="{1F25E378-AF58-7BDE-0270-B70A7544A427}"/>
                </a:ext>
              </a:extLst>
            </p:cNvPr>
            <p:cNvSpPr/>
            <p:nvPr/>
          </p:nvSpPr>
          <p:spPr>
            <a:xfrm>
              <a:off x="11699314" y="7014105"/>
              <a:ext cx="82191" cy="354271"/>
            </a:xfrm>
            <a:custGeom>
              <a:avLst/>
              <a:gdLst>
                <a:gd name="connsiteX0" fmla="*/ 82400 w 82191"/>
                <a:gd name="connsiteY0" fmla="*/ 177262 h 354271"/>
                <a:gd name="connsiteX1" fmla="*/ 59018 w 82191"/>
                <a:gd name="connsiteY1" fmla="*/ 66730 h 354271"/>
                <a:gd name="connsiteX2" fmla="*/ 3752 w 82191"/>
                <a:gd name="connsiteY2" fmla="*/ 127 h 354271"/>
                <a:gd name="connsiteX3" fmla="*/ 209 w 82191"/>
                <a:gd name="connsiteY3" fmla="*/ 3669 h 354271"/>
                <a:gd name="connsiteX4" fmla="*/ 6940 w 82191"/>
                <a:gd name="connsiteY4" fmla="*/ 11817 h 354271"/>
                <a:gd name="connsiteX5" fmla="*/ 61852 w 82191"/>
                <a:gd name="connsiteY5" fmla="*/ 177262 h 354271"/>
                <a:gd name="connsiteX6" fmla="*/ 4814 w 82191"/>
                <a:gd name="connsiteY6" fmla="*/ 344833 h 354271"/>
                <a:gd name="connsiteX7" fmla="*/ 209 w 82191"/>
                <a:gd name="connsiteY7" fmla="*/ 350855 h 354271"/>
                <a:gd name="connsiteX8" fmla="*/ 3752 w 82191"/>
                <a:gd name="connsiteY8" fmla="*/ 354398 h 354271"/>
                <a:gd name="connsiteX9" fmla="*/ 60081 w 82191"/>
                <a:gd name="connsiteY9" fmla="*/ 285315 h 354271"/>
                <a:gd name="connsiteX10" fmla="*/ 82400 w 82191"/>
                <a:gd name="connsiteY10" fmla="*/ 177262 h 354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191" h="354271">
                  <a:moveTo>
                    <a:pt x="82400" y="177262"/>
                  </a:moveTo>
                  <a:cubicBezTo>
                    <a:pt x="82400" y="149629"/>
                    <a:pt x="78503" y="106762"/>
                    <a:pt x="59018" y="66730"/>
                  </a:cubicBezTo>
                  <a:cubicBezTo>
                    <a:pt x="37762" y="23154"/>
                    <a:pt x="7294" y="127"/>
                    <a:pt x="3752" y="127"/>
                  </a:cubicBezTo>
                  <a:cubicBezTo>
                    <a:pt x="1626" y="127"/>
                    <a:pt x="209" y="1544"/>
                    <a:pt x="209" y="3669"/>
                  </a:cubicBezTo>
                  <a:cubicBezTo>
                    <a:pt x="209" y="4732"/>
                    <a:pt x="209" y="5441"/>
                    <a:pt x="6940" y="11817"/>
                  </a:cubicBezTo>
                  <a:cubicBezTo>
                    <a:pt x="41659" y="46890"/>
                    <a:pt x="61852" y="103219"/>
                    <a:pt x="61852" y="177262"/>
                  </a:cubicBezTo>
                  <a:cubicBezTo>
                    <a:pt x="61852" y="237843"/>
                    <a:pt x="48744" y="300194"/>
                    <a:pt x="4814" y="344833"/>
                  </a:cubicBezTo>
                  <a:cubicBezTo>
                    <a:pt x="209" y="349084"/>
                    <a:pt x="209" y="349792"/>
                    <a:pt x="209" y="350855"/>
                  </a:cubicBezTo>
                  <a:cubicBezTo>
                    <a:pt x="209" y="352981"/>
                    <a:pt x="1626" y="354398"/>
                    <a:pt x="3752" y="354398"/>
                  </a:cubicBezTo>
                  <a:cubicBezTo>
                    <a:pt x="7294" y="354398"/>
                    <a:pt x="39179" y="330308"/>
                    <a:pt x="60081" y="285315"/>
                  </a:cubicBezTo>
                  <a:cubicBezTo>
                    <a:pt x="78149" y="246345"/>
                    <a:pt x="82400" y="207021"/>
                    <a:pt x="82400" y="17726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7" name="Freeform: Shape 106">
              <a:extLst>
                <a:ext uri="{FF2B5EF4-FFF2-40B4-BE49-F238E27FC236}">
                  <a16:creationId xmlns:a16="http://schemas.microsoft.com/office/drawing/2014/main" id="{A507C19E-CC35-64C5-94C1-6EAFB447F6D4}"/>
                </a:ext>
              </a:extLst>
            </p:cNvPr>
            <p:cNvSpPr/>
            <p:nvPr/>
          </p:nvSpPr>
          <p:spPr>
            <a:xfrm>
              <a:off x="11935138" y="7149791"/>
              <a:ext cx="235590" cy="82899"/>
            </a:xfrm>
            <a:custGeom>
              <a:avLst/>
              <a:gdLst>
                <a:gd name="connsiteX0" fmla="*/ 223761 w 235590"/>
                <a:gd name="connsiteY0" fmla="*/ 14297 h 82899"/>
                <a:gd name="connsiteX1" fmla="*/ 235806 w 235590"/>
                <a:gd name="connsiteY1" fmla="*/ 7212 h 82899"/>
                <a:gd name="connsiteX2" fmla="*/ 224115 w 235590"/>
                <a:gd name="connsiteY2" fmla="*/ 127 h 82899"/>
                <a:gd name="connsiteX3" fmla="*/ 11906 w 235590"/>
                <a:gd name="connsiteY3" fmla="*/ 127 h 82899"/>
                <a:gd name="connsiteX4" fmla="*/ 215 w 235590"/>
                <a:gd name="connsiteY4" fmla="*/ 7212 h 82899"/>
                <a:gd name="connsiteX5" fmla="*/ 12261 w 235590"/>
                <a:gd name="connsiteY5" fmla="*/ 14297 h 82899"/>
                <a:gd name="connsiteX6" fmla="*/ 223761 w 235590"/>
                <a:gd name="connsiteY6" fmla="*/ 14297 h 82899"/>
                <a:gd name="connsiteX7" fmla="*/ 224115 w 235590"/>
                <a:gd name="connsiteY7" fmla="*/ 83026 h 82899"/>
                <a:gd name="connsiteX8" fmla="*/ 235806 w 235590"/>
                <a:gd name="connsiteY8" fmla="*/ 75941 h 82899"/>
                <a:gd name="connsiteX9" fmla="*/ 223761 w 235590"/>
                <a:gd name="connsiteY9" fmla="*/ 68855 h 82899"/>
                <a:gd name="connsiteX10" fmla="*/ 12261 w 235590"/>
                <a:gd name="connsiteY10" fmla="*/ 68855 h 82899"/>
                <a:gd name="connsiteX11" fmla="*/ 215 w 235590"/>
                <a:gd name="connsiteY11" fmla="*/ 75941 h 82899"/>
                <a:gd name="connsiteX12" fmla="*/ 11906 w 235590"/>
                <a:gd name="connsiteY12" fmla="*/ 83026 h 82899"/>
                <a:gd name="connsiteX13" fmla="*/ 224115 w 235590"/>
                <a:gd name="connsiteY13" fmla="*/ 83026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590" h="82899">
                  <a:moveTo>
                    <a:pt x="223761" y="14297"/>
                  </a:moveTo>
                  <a:cubicBezTo>
                    <a:pt x="229075" y="14297"/>
                    <a:pt x="235806" y="14297"/>
                    <a:pt x="235806" y="7212"/>
                  </a:cubicBezTo>
                  <a:cubicBezTo>
                    <a:pt x="235806" y="127"/>
                    <a:pt x="229075" y="127"/>
                    <a:pt x="224115" y="127"/>
                  </a:cubicBezTo>
                  <a:lnTo>
                    <a:pt x="11906" y="127"/>
                  </a:lnTo>
                  <a:cubicBezTo>
                    <a:pt x="6947" y="127"/>
                    <a:pt x="215" y="127"/>
                    <a:pt x="215" y="7212"/>
                  </a:cubicBezTo>
                  <a:cubicBezTo>
                    <a:pt x="215" y="14297"/>
                    <a:pt x="6947" y="14297"/>
                    <a:pt x="12261" y="14297"/>
                  </a:cubicBezTo>
                  <a:lnTo>
                    <a:pt x="223761" y="14297"/>
                  </a:lnTo>
                  <a:close/>
                  <a:moveTo>
                    <a:pt x="224115" y="83026"/>
                  </a:moveTo>
                  <a:cubicBezTo>
                    <a:pt x="229075" y="83026"/>
                    <a:pt x="235806" y="83026"/>
                    <a:pt x="235806" y="75941"/>
                  </a:cubicBezTo>
                  <a:cubicBezTo>
                    <a:pt x="235806" y="68855"/>
                    <a:pt x="229075" y="68855"/>
                    <a:pt x="223761" y="68855"/>
                  </a:cubicBezTo>
                  <a:lnTo>
                    <a:pt x="12261" y="68855"/>
                  </a:lnTo>
                  <a:cubicBezTo>
                    <a:pt x="6947" y="68855"/>
                    <a:pt x="215" y="68855"/>
                    <a:pt x="215" y="75941"/>
                  </a:cubicBezTo>
                  <a:cubicBezTo>
                    <a:pt x="215" y="83026"/>
                    <a:pt x="6947" y="83026"/>
                    <a:pt x="11906" y="83026"/>
                  </a:cubicBezTo>
                  <a:lnTo>
                    <a:pt x="224115" y="8302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8" name="Freeform: Shape 107">
              <a:extLst>
                <a:ext uri="{FF2B5EF4-FFF2-40B4-BE49-F238E27FC236}">
                  <a16:creationId xmlns:a16="http://schemas.microsoft.com/office/drawing/2014/main" id="{D38F41A1-E564-5EEF-4759-C676796699C1}"/>
                </a:ext>
              </a:extLst>
            </p:cNvPr>
            <p:cNvSpPr/>
            <p:nvPr/>
          </p:nvSpPr>
          <p:spPr>
            <a:xfrm>
              <a:off x="12318655" y="7184156"/>
              <a:ext cx="216459" cy="14170"/>
            </a:xfrm>
            <a:custGeom>
              <a:avLst/>
              <a:gdLst>
                <a:gd name="connsiteX0" fmla="*/ 204286 w 216459"/>
                <a:gd name="connsiteY0" fmla="*/ 14297 h 14170"/>
                <a:gd name="connsiteX1" fmla="*/ 216686 w 216459"/>
                <a:gd name="connsiteY1" fmla="*/ 7212 h 14170"/>
                <a:gd name="connsiteX2" fmla="*/ 204286 w 216459"/>
                <a:gd name="connsiteY2" fmla="*/ 127 h 14170"/>
                <a:gd name="connsiteX3" fmla="*/ 12625 w 216459"/>
                <a:gd name="connsiteY3" fmla="*/ 127 h 14170"/>
                <a:gd name="connsiteX4" fmla="*/ 226 w 216459"/>
                <a:gd name="connsiteY4" fmla="*/ 7212 h 14170"/>
                <a:gd name="connsiteX5" fmla="*/ 12625 w 216459"/>
                <a:gd name="connsiteY5" fmla="*/ 14297 h 14170"/>
                <a:gd name="connsiteX6" fmla="*/ 204286 w 216459"/>
                <a:gd name="connsiteY6" fmla="*/ 14297 h 1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6459" h="14170">
                  <a:moveTo>
                    <a:pt x="204286" y="14297"/>
                  </a:moveTo>
                  <a:cubicBezTo>
                    <a:pt x="210309" y="14297"/>
                    <a:pt x="216686" y="14297"/>
                    <a:pt x="216686" y="7212"/>
                  </a:cubicBezTo>
                  <a:cubicBezTo>
                    <a:pt x="216686" y="127"/>
                    <a:pt x="210309" y="127"/>
                    <a:pt x="204286" y="127"/>
                  </a:cubicBezTo>
                  <a:lnTo>
                    <a:pt x="12625" y="127"/>
                  </a:lnTo>
                  <a:cubicBezTo>
                    <a:pt x="6603" y="127"/>
                    <a:pt x="226" y="127"/>
                    <a:pt x="226" y="7212"/>
                  </a:cubicBezTo>
                  <a:cubicBezTo>
                    <a:pt x="226" y="14297"/>
                    <a:pt x="6603" y="14297"/>
                    <a:pt x="12625" y="14297"/>
                  </a:cubicBezTo>
                  <a:lnTo>
                    <a:pt x="204286" y="1429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9" name="Freeform: Shape 108">
              <a:extLst>
                <a:ext uri="{FF2B5EF4-FFF2-40B4-BE49-F238E27FC236}">
                  <a16:creationId xmlns:a16="http://schemas.microsoft.com/office/drawing/2014/main" id="{6CFC4AE3-FBE5-5F0A-AA16-91B2E13CBAFE}"/>
                </a:ext>
              </a:extLst>
            </p:cNvPr>
            <p:cNvSpPr/>
            <p:nvPr/>
          </p:nvSpPr>
          <p:spPr>
            <a:xfrm>
              <a:off x="12635531" y="7033945"/>
              <a:ext cx="78648" cy="245864"/>
            </a:xfrm>
            <a:custGeom>
              <a:avLst/>
              <a:gdLst>
                <a:gd name="connsiteX0" fmla="*/ 51250 w 78648"/>
                <a:gd name="connsiteY0" fmla="*/ 127 h 245864"/>
                <a:gd name="connsiteX1" fmla="*/ 235 w 78648"/>
                <a:gd name="connsiteY1" fmla="*/ 4023 h 245864"/>
                <a:gd name="connsiteX2" fmla="*/ 235 w 78648"/>
                <a:gd name="connsiteY2" fmla="*/ 15006 h 245864"/>
                <a:gd name="connsiteX3" fmla="*/ 27869 w 78648"/>
                <a:gd name="connsiteY3" fmla="*/ 34845 h 245864"/>
                <a:gd name="connsiteX4" fmla="*/ 27869 w 78648"/>
                <a:gd name="connsiteY4" fmla="*/ 219066 h 245864"/>
                <a:gd name="connsiteX5" fmla="*/ 235 w 78648"/>
                <a:gd name="connsiteY5" fmla="*/ 235008 h 245864"/>
                <a:gd name="connsiteX6" fmla="*/ 235 w 78648"/>
                <a:gd name="connsiteY6" fmla="*/ 245991 h 245864"/>
                <a:gd name="connsiteX7" fmla="*/ 39560 w 78648"/>
                <a:gd name="connsiteY7" fmla="*/ 244928 h 245864"/>
                <a:gd name="connsiteX8" fmla="*/ 78884 w 78648"/>
                <a:gd name="connsiteY8" fmla="*/ 245991 h 245864"/>
                <a:gd name="connsiteX9" fmla="*/ 78884 w 78648"/>
                <a:gd name="connsiteY9" fmla="*/ 235008 h 245864"/>
                <a:gd name="connsiteX10" fmla="*/ 51250 w 78648"/>
                <a:gd name="connsiteY10" fmla="*/ 219066 h 245864"/>
                <a:gd name="connsiteX11" fmla="*/ 51250 w 78648"/>
                <a:gd name="connsiteY11" fmla="*/ 127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648" h="245864">
                  <a:moveTo>
                    <a:pt x="51250" y="127"/>
                  </a:moveTo>
                  <a:lnTo>
                    <a:pt x="235" y="4023"/>
                  </a:lnTo>
                  <a:lnTo>
                    <a:pt x="235" y="15006"/>
                  </a:lnTo>
                  <a:cubicBezTo>
                    <a:pt x="25034" y="15006"/>
                    <a:pt x="27869" y="17486"/>
                    <a:pt x="27869" y="34845"/>
                  </a:cubicBezTo>
                  <a:lnTo>
                    <a:pt x="27869" y="219066"/>
                  </a:lnTo>
                  <a:cubicBezTo>
                    <a:pt x="27869" y="235008"/>
                    <a:pt x="23972" y="235008"/>
                    <a:pt x="235" y="235008"/>
                  </a:cubicBezTo>
                  <a:lnTo>
                    <a:pt x="235" y="245991"/>
                  </a:lnTo>
                  <a:cubicBezTo>
                    <a:pt x="11926" y="245637"/>
                    <a:pt x="30703" y="244928"/>
                    <a:pt x="39560" y="244928"/>
                  </a:cubicBezTo>
                  <a:cubicBezTo>
                    <a:pt x="48416" y="244928"/>
                    <a:pt x="65776" y="245637"/>
                    <a:pt x="78884" y="245991"/>
                  </a:cubicBezTo>
                  <a:lnTo>
                    <a:pt x="78884" y="235008"/>
                  </a:lnTo>
                  <a:cubicBezTo>
                    <a:pt x="55147" y="235008"/>
                    <a:pt x="51250" y="235008"/>
                    <a:pt x="51250" y="219066"/>
                  </a:cubicBezTo>
                  <a:lnTo>
                    <a:pt x="51250" y="12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0" name="Freeform: Shape 109">
              <a:extLst>
                <a:ext uri="{FF2B5EF4-FFF2-40B4-BE49-F238E27FC236}">
                  <a16:creationId xmlns:a16="http://schemas.microsoft.com/office/drawing/2014/main" id="{E7C6BE20-EFE7-19F2-7684-84BEC6DEFEBA}"/>
                </a:ext>
              </a:extLst>
            </p:cNvPr>
            <p:cNvSpPr/>
            <p:nvPr/>
          </p:nvSpPr>
          <p:spPr>
            <a:xfrm>
              <a:off x="12732168" y="7121095"/>
              <a:ext cx="156942" cy="162610"/>
            </a:xfrm>
            <a:custGeom>
              <a:avLst/>
              <a:gdLst>
                <a:gd name="connsiteX0" fmla="*/ 157180 w 156942"/>
                <a:gd name="connsiteY0" fmla="*/ 83026 h 162610"/>
                <a:gd name="connsiteX1" fmla="*/ 78886 w 156942"/>
                <a:gd name="connsiteY1" fmla="*/ 127 h 162610"/>
                <a:gd name="connsiteX2" fmla="*/ 238 w 156942"/>
                <a:gd name="connsiteY2" fmla="*/ 83026 h 162610"/>
                <a:gd name="connsiteX3" fmla="*/ 78532 w 156942"/>
                <a:gd name="connsiteY3" fmla="*/ 162737 h 162610"/>
                <a:gd name="connsiteX4" fmla="*/ 157180 w 156942"/>
                <a:gd name="connsiteY4" fmla="*/ 83026 h 162610"/>
                <a:gd name="connsiteX5" fmla="*/ 78886 w 156942"/>
                <a:gd name="connsiteY5" fmla="*/ 153880 h 162610"/>
                <a:gd name="connsiteX6" fmla="*/ 38499 w 156942"/>
                <a:gd name="connsiteY6" fmla="*/ 130144 h 162610"/>
                <a:gd name="connsiteX7" fmla="*/ 29643 w 156942"/>
                <a:gd name="connsiteY7" fmla="*/ 80192 h 162610"/>
                <a:gd name="connsiteX8" fmla="*/ 38145 w 156942"/>
                <a:gd name="connsiteY8" fmla="*/ 31657 h 162610"/>
                <a:gd name="connsiteX9" fmla="*/ 78532 w 156942"/>
                <a:gd name="connsiteY9" fmla="*/ 7920 h 162610"/>
                <a:gd name="connsiteX10" fmla="*/ 118565 w 156942"/>
                <a:gd name="connsiteY10" fmla="*/ 30948 h 162610"/>
                <a:gd name="connsiteX11" fmla="*/ 127776 w 156942"/>
                <a:gd name="connsiteY11" fmla="*/ 80192 h 162610"/>
                <a:gd name="connsiteX12" fmla="*/ 119982 w 156942"/>
                <a:gd name="connsiteY12" fmla="*/ 127664 h 162610"/>
                <a:gd name="connsiteX13" fmla="*/ 78886 w 156942"/>
                <a:gd name="connsiteY13" fmla="*/ 153880 h 162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942" h="162610">
                  <a:moveTo>
                    <a:pt x="157180" y="83026"/>
                  </a:moveTo>
                  <a:cubicBezTo>
                    <a:pt x="157180" y="37679"/>
                    <a:pt x="121753" y="127"/>
                    <a:pt x="78886" y="127"/>
                  </a:cubicBezTo>
                  <a:cubicBezTo>
                    <a:pt x="34602" y="127"/>
                    <a:pt x="238" y="38742"/>
                    <a:pt x="238" y="83026"/>
                  </a:cubicBezTo>
                  <a:cubicBezTo>
                    <a:pt x="238" y="128727"/>
                    <a:pt x="37082" y="162737"/>
                    <a:pt x="78532" y="162737"/>
                  </a:cubicBezTo>
                  <a:cubicBezTo>
                    <a:pt x="121399" y="162737"/>
                    <a:pt x="157180" y="128019"/>
                    <a:pt x="157180" y="83026"/>
                  </a:cubicBezTo>
                  <a:close/>
                  <a:moveTo>
                    <a:pt x="78886" y="153880"/>
                  </a:moveTo>
                  <a:cubicBezTo>
                    <a:pt x="63653" y="153880"/>
                    <a:pt x="48065" y="146441"/>
                    <a:pt x="38499" y="130144"/>
                  </a:cubicBezTo>
                  <a:cubicBezTo>
                    <a:pt x="29643" y="114556"/>
                    <a:pt x="29643" y="92946"/>
                    <a:pt x="29643" y="80192"/>
                  </a:cubicBezTo>
                  <a:cubicBezTo>
                    <a:pt x="29643" y="66375"/>
                    <a:pt x="29643" y="47245"/>
                    <a:pt x="38145" y="31657"/>
                  </a:cubicBezTo>
                  <a:cubicBezTo>
                    <a:pt x="47711" y="15360"/>
                    <a:pt x="64361" y="7920"/>
                    <a:pt x="78532" y="7920"/>
                  </a:cubicBezTo>
                  <a:cubicBezTo>
                    <a:pt x="94120" y="7920"/>
                    <a:pt x="109354" y="15714"/>
                    <a:pt x="118565" y="30948"/>
                  </a:cubicBezTo>
                  <a:cubicBezTo>
                    <a:pt x="127776" y="46182"/>
                    <a:pt x="127776" y="66730"/>
                    <a:pt x="127776" y="80192"/>
                  </a:cubicBezTo>
                  <a:cubicBezTo>
                    <a:pt x="127776" y="92946"/>
                    <a:pt x="127776" y="112076"/>
                    <a:pt x="119982" y="127664"/>
                  </a:cubicBezTo>
                  <a:cubicBezTo>
                    <a:pt x="112188" y="143606"/>
                    <a:pt x="96600" y="153880"/>
                    <a:pt x="78886" y="153880"/>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1" name="Freeform: Shape 110">
              <a:extLst>
                <a:ext uri="{FF2B5EF4-FFF2-40B4-BE49-F238E27FC236}">
                  <a16:creationId xmlns:a16="http://schemas.microsoft.com/office/drawing/2014/main" id="{057AED7B-8C28-2190-FE35-B4462410AA22}"/>
                </a:ext>
              </a:extLst>
            </p:cNvPr>
            <p:cNvSpPr/>
            <p:nvPr/>
          </p:nvSpPr>
          <p:spPr>
            <a:xfrm>
              <a:off x="12909305" y="7119324"/>
              <a:ext cx="161902" cy="233464"/>
            </a:xfrm>
            <a:custGeom>
              <a:avLst/>
              <a:gdLst>
                <a:gd name="connsiteX0" fmla="*/ 68972 w 161902"/>
                <a:gd name="connsiteY0" fmla="*/ 99677 h 233464"/>
                <a:gd name="connsiteX1" fmla="*/ 38150 w 161902"/>
                <a:gd name="connsiteY1" fmla="*/ 56101 h 233464"/>
                <a:gd name="connsiteX2" fmla="*/ 43819 w 161902"/>
                <a:gd name="connsiteY2" fmla="*/ 26343 h 233464"/>
                <a:gd name="connsiteX3" fmla="*/ 68972 w 161902"/>
                <a:gd name="connsiteY3" fmla="*/ 12172 h 233464"/>
                <a:gd name="connsiteX4" fmla="*/ 99793 w 161902"/>
                <a:gd name="connsiteY4" fmla="*/ 55747 h 233464"/>
                <a:gd name="connsiteX5" fmla="*/ 94125 w 161902"/>
                <a:gd name="connsiteY5" fmla="*/ 85506 h 233464"/>
                <a:gd name="connsiteX6" fmla="*/ 68972 w 161902"/>
                <a:gd name="connsiteY6" fmla="*/ 99677 h 233464"/>
                <a:gd name="connsiteX7" fmla="*/ 27876 w 161902"/>
                <a:gd name="connsiteY7" fmla="*/ 113493 h 233464"/>
                <a:gd name="connsiteX8" fmla="*/ 33899 w 161902"/>
                <a:gd name="connsiteY8" fmla="*/ 96843 h 233464"/>
                <a:gd name="connsiteX9" fmla="*/ 68972 w 161902"/>
                <a:gd name="connsiteY9" fmla="*/ 107825 h 233464"/>
                <a:gd name="connsiteX10" fmla="*/ 126364 w 161902"/>
                <a:gd name="connsiteY10" fmla="*/ 56101 h 233464"/>
                <a:gd name="connsiteX11" fmla="*/ 111839 w 161902"/>
                <a:gd name="connsiteY11" fmla="*/ 21737 h 233464"/>
                <a:gd name="connsiteX12" fmla="*/ 143723 w 161902"/>
                <a:gd name="connsiteY12" fmla="*/ 7920 h 233464"/>
                <a:gd name="connsiteX13" fmla="*/ 147266 w 161902"/>
                <a:gd name="connsiteY13" fmla="*/ 8275 h 233464"/>
                <a:gd name="connsiteX14" fmla="*/ 141597 w 161902"/>
                <a:gd name="connsiteY14" fmla="*/ 17840 h 233464"/>
                <a:gd name="connsiteX15" fmla="*/ 151871 w 161902"/>
                <a:gd name="connsiteY15" fmla="*/ 28114 h 233464"/>
                <a:gd name="connsiteX16" fmla="*/ 162145 w 161902"/>
                <a:gd name="connsiteY16" fmla="*/ 17486 h 233464"/>
                <a:gd name="connsiteX17" fmla="*/ 144077 w 161902"/>
                <a:gd name="connsiteY17" fmla="*/ 127 h 233464"/>
                <a:gd name="connsiteX18" fmla="*/ 106525 w 161902"/>
                <a:gd name="connsiteY18" fmla="*/ 16777 h 233464"/>
                <a:gd name="connsiteX19" fmla="*/ 68972 w 161902"/>
                <a:gd name="connsiteY19" fmla="*/ 4023 h 233464"/>
                <a:gd name="connsiteX20" fmla="*/ 11580 w 161902"/>
                <a:gd name="connsiteY20" fmla="*/ 55747 h 233464"/>
                <a:gd name="connsiteX21" fmla="*/ 28231 w 161902"/>
                <a:gd name="connsiteY21" fmla="*/ 92237 h 233464"/>
                <a:gd name="connsiteX22" fmla="*/ 17248 w 161902"/>
                <a:gd name="connsiteY22" fmla="*/ 121642 h 233464"/>
                <a:gd name="connsiteX23" fmla="*/ 32836 w 161902"/>
                <a:gd name="connsiteY23" fmla="*/ 153172 h 233464"/>
                <a:gd name="connsiteX24" fmla="*/ 243 w 161902"/>
                <a:gd name="connsiteY24" fmla="*/ 188599 h 233464"/>
                <a:gd name="connsiteX25" fmla="*/ 78537 w 161902"/>
                <a:gd name="connsiteY25" fmla="*/ 233591 h 233464"/>
                <a:gd name="connsiteX26" fmla="*/ 157185 w 161902"/>
                <a:gd name="connsiteY26" fmla="*/ 187890 h 233464"/>
                <a:gd name="connsiteX27" fmla="*/ 134158 w 161902"/>
                <a:gd name="connsiteY27" fmla="*/ 147503 h 233464"/>
                <a:gd name="connsiteX28" fmla="*/ 73223 w 161902"/>
                <a:gd name="connsiteY28" fmla="*/ 137584 h 233464"/>
                <a:gd name="connsiteX29" fmla="*/ 46653 w 161902"/>
                <a:gd name="connsiteY29" fmla="*/ 137230 h 233464"/>
                <a:gd name="connsiteX30" fmla="*/ 27876 w 161902"/>
                <a:gd name="connsiteY30" fmla="*/ 113493 h 233464"/>
                <a:gd name="connsiteX31" fmla="*/ 78891 w 161902"/>
                <a:gd name="connsiteY31" fmla="*/ 225443 h 233464"/>
                <a:gd name="connsiteX32" fmla="*/ 18665 w 161902"/>
                <a:gd name="connsiteY32" fmla="*/ 188599 h 233464"/>
                <a:gd name="connsiteX33" fmla="*/ 47716 w 161902"/>
                <a:gd name="connsiteY33" fmla="*/ 158132 h 233464"/>
                <a:gd name="connsiteX34" fmla="*/ 68617 w 161902"/>
                <a:gd name="connsiteY34" fmla="*/ 158132 h 233464"/>
                <a:gd name="connsiteX35" fmla="*/ 138763 w 161902"/>
                <a:gd name="connsiteY35" fmla="*/ 188599 h 233464"/>
                <a:gd name="connsiteX36" fmla="*/ 78891 w 161902"/>
                <a:gd name="connsiteY36" fmla="*/ 225443 h 23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61902" h="233464">
                  <a:moveTo>
                    <a:pt x="68972" y="99677"/>
                  </a:moveTo>
                  <a:cubicBezTo>
                    <a:pt x="38150" y="99677"/>
                    <a:pt x="38150" y="64250"/>
                    <a:pt x="38150" y="56101"/>
                  </a:cubicBezTo>
                  <a:cubicBezTo>
                    <a:pt x="38150" y="46536"/>
                    <a:pt x="38504" y="35199"/>
                    <a:pt x="43819" y="26343"/>
                  </a:cubicBezTo>
                  <a:cubicBezTo>
                    <a:pt x="46653" y="22091"/>
                    <a:pt x="54801" y="12172"/>
                    <a:pt x="68972" y="12172"/>
                  </a:cubicBezTo>
                  <a:cubicBezTo>
                    <a:pt x="99793" y="12172"/>
                    <a:pt x="99793" y="47599"/>
                    <a:pt x="99793" y="55747"/>
                  </a:cubicBezTo>
                  <a:cubicBezTo>
                    <a:pt x="99793" y="65312"/>
                    <a:pt x="99439" y="76649"/>
                    <a:pt x="94125" y="85506"/>
                  </a:cubicBezTo>
                  <a:cubicBezTo>
                    <a:pt x="91291" y="89757"/>
                    <a:pt x="83143" y="99677"/>
                    <a:pt x="68972" y="99677"/>
                  </a:cubicBezTo>
                  <a:close/>
                  <a:moveTo>
                    <a:pt x="27876" y="113493"/>
                  </a:moveTo>
                  <a:cubicBezTo>
                    <a:pt x="27876" y="112076"/>
                    <a:pt x="27876" y="103928"/>
                    <a:pt x="33899" y="96843"/>
                  </a:cubicBezTo>
                  <a:cubicBezTo>
                    <a:pt x="47716" y="106762"/>
                    <a:pt x="62241" y="107825"/>
                    <a:pt x="68972" y="107825"/>
                  </a:cubicBezTo>
                  <a:cubicBezTo>
                    <a:pt x="101919" y="107825"/>
                    <a:pt x="126364" y="83380"/>
                    <a:pt x="126364" y="56101"/>
                  </a:cubicBezTo>
                  <a:cubicBezTo>
                    <a:pt x="126364" y="42993"/>
                    <a:pt x="120695" y="29885"/>
                    <a:pt x="111839" y="21737"/>
                  </a:cubicBezTo>
                  <a:cubicBezTo>
                    <a:pt x="124592" y="9692"/>
                    <a:pt x="137346" y="7920"/>
                    <a:pt x="143723" y="7920"/>
                  </a:cubicBezTo>
                  <a:cubicBezTo>
                    <a:pt x="144432" y="7920"/>
                    <a:pt x="146203" y="7920"/>
                    <a:pt x="147266" y="8275"/>
                  </a:cubicBezTo>
                  <a:cubicBezTo>
                    <a:pt x="143369" y="9692"/>
                    <a:pt x="141597" y="13589"/>
                    <a:pt x="141597" y="17840"/>
                  </a:cubicBezTo>
                  <a:cubicBezTo>
                    <a:pt x="141597" y="23863"/>
                    <a:pt x="146203" y="28114"/>
                    <a:pt x="151871" y="28114"/>
                  </a:cubicBezTo>
                  <a:cubicBezTo>
                    <a:pt x="155414" y="28114"/>
                    <a:pt x="162145" y="25634"/>
                    <a:pt x="162145" y="17486"/>
                  </a:cubicBezTo>
                  <a:cubicBezTo>
                    <a:pt x="162145" y="11463"/>
                    <a:pt x="157894" y="127"/>
                    <a:pt x="144077" y="127"/>
                  </a:cubicBezTo>
                  <a:cubicBezTo>
                    <a:pt x="136992" y="127"/>
                    <a:pt x="121404" y="2252"/>
                    <a:pt x="106525" y="16777"/>
                  </a:cubicBezTo>
                  <a:cubicBezTo>
                    <a:pt x="91645" y="5086"/>
                    <a:pt x="76766" y="4023"/>
                    <a:pt x="68972" y="4023"/>
                  </a:cubicBezTo>
                  <a:cubicBezTo>
                    <a:pt x="36025" y="4023"/>
                    <a:pt x="11580" y="28468"/>
                    <a:pt x="11580" y="55747"/>
                  </a:cubicBezTo>
                  <a:cubicBezTo>
                    <a:pt x="11580" y="71335"/>
                    <a:pt x="19374" y="84797"/>
                    <a:pt x="28231" y="92237"/>
                  </a:cubicBezTo>
                  <a:cubicBezTo>
                    <a:pt x="23625" y="97551"/>
                    <a:pt x="17248" y="109242"/>
                    <a:pt x="17248" y="121642"/>
                  </a:cubicBezTo>
                  <a:cubicBezTo>
                    <a:pt x="17248" y="132624"/>
                    <a:pt x="21854" y="146086"/>
                    <a:pt x="32836" y="153172"/>
                  </a:cubicBezTo>
                  <a:cubicBezTo>
                    <a:pt x="11580" y="159194"/>
                    <a:pt x="243" y="174428"/>
                    <a:pt x="243" y="188599"/>
                  </a:cubicBezTo>
                  <a:cubicBezTo>
                    <a:pt x="243" y="214106"/>
                    <a:pt x="35316" y="233591"/>
                    <a:pt x="78537" y="233591"/>
                  </a:cubicBezTo>
                  <a:cubicBezTo>
                    <a:pt x="120341" y="233591"/>
                    <a:pt x="157185" y="215524"/>
                    <a:pt x="157185" y="187890"/>
                  </a:cubicBezTo>
                  <a:cubicBezTo>
                    <a:pt x="157185" y="175491"/>
                    <a:pt x="152226" y="157423"/>
                    <a:pt x="134158" y="147503"/>
                  </a:cubicBezTo>
                  <a:cubicBezTo>
                    <a:pt x="115381" y="137584"/>
                    <a:pt x="94834" y="137584"/>
                    <a:pt x="73223" y="137584"/>
                  </a:cubicBezTo>
                  <a:cubicBezTo>
                    <a:pt x="64366" y="137584"/>
                    <a:pt x="49133" y="137584"/>
                    <a:pt x="46653" y="137230"/>
                  </a:cubicBezTo>
                  <a:cubicBezTo>
                    <a:pt x="35316" y="135812"/>
                    <a:pt x="27876" y="124830"/>
                    <a:pt x="27876" y="113493"/>
                  </a:cubicBezTo>
                  <a:close/>
                  <a:moveTo>
                    <a:pt x="78891" y="225443"/>
                  </a:moveTo>
                  <a:cubicBezTo>
                    <a:pt x="43110" y="225443"/>
                    <a:pt x="18665" y="207375"/>
                    <a:pt x="18665" y="188599"/>
                  </a:cubicBezTo>
                  <a:cubicBezTo>
                    <a:pt x="18665" y="172302"/>
                    <a:pt x="32128" y="159194"/>
                    <a:pt x="47716" y="158132"/>
                  </a:cubicBezTo>
                  <a:lnTo>
                    <a:pt x="68617" y="158132"/>
                  </a:lnTo>
                  <a:cubicBezTo>
                    <a:pt x="99085" y="158132"/>
                    <a:pt x="138763" y="158132"/>
                    <a:pt x="138763" y="188599"/>
                  </a:cubicBezTo>
                  <a:cubicBezTo>
                    <a:pt x="138763" y="207730"/>
                    <a:pt x="113610" y="225443"/>
                    <a:pt x="78891" y="225443"/>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2" name="Freeform: Shape 111">
              <a:extLst>
                <a:ext uri="{FF2B5EF4-FFF2-40B4-BE49-F238E27FC236}">
                  <a16:creationId xmlns:a16="http://schemas.microsoft.com/office/drawing/2014/main" id="{8AD71FD2-2741-79BA-D874-2F27230107BA}"/>
                </a:ext>
              </a:extLst>
            </p:cNvPr>
            <p:cNvSpPr/>
            <p:nvPr/>
          </p:nvSpPr>
          <p:spPr>
            <a:xfrm>
              <a:off x="13214174" y="6766111"/>
              <a:ext cx="174301" cy="849897"/>
            </a:xfrm>
            <a:custGeom>
              <a:avLst/>
              <a:gdLst>
                <a:gd name="connsiteX0" fmla="*/ 174552 w 174301"/>
                <a:gd name="connsiteY0" fmla="*/ 846467 h 849897"/>
                <a:gd name="connsiteX1" fmla="*/ 173134 w 174301"/>
                <a:gd name="connsiteY1" fmla="*/ 843279 h 849897"/>
                <a:gd name="connsiteX2" fmla="*/ 112554 w 174301"/>
                <a:gd name="connsiteY2" fmla="*/ 768173 h 849897"/>
                <a:gd name="connsiteX3" fmla="*/ 29654 w 174301"/>
                <a:gd name="connsiteY3" fmla="*/ 425238 h 849897"/>
                <a:gd name="connsiteX4" fmla="*/ 100863 w 174301"/>
                <a:gd name="connsiteY4" fmla="*/ 101434 h 849897"/>
                <a:gd name="connsiteX5" fmla="*/ 173489 w 174301"/>
                <a:gd name="connsiteY5" fmla="*/ 6489 h 849897"/>
                <a:gd name="connsiteX6" fmla="*/ 174552 w 174301"/>
                <a:gd name="connsiteY6" fmla="*/ 3655 h 849897"/>
                <a:gd name="connsiteX7" fmla="*/ 167112 w 174301"/>
                <a:gd name="connsiteY7" fmla="*/ 112 h 849897"/>
                <a:gd name="connsiteX8" fmla="*/ 156129 w 174301"/>
                <a:gd name="connsiteY8" fmla="*/ 5427 h 849897"/>
                <a:gd name="connsiteX9" fmla="*/ 250 w 174301"/>
                <a:gd name="connsiteY9" fmla="*/ 424884 h 849897"/>
                <a:gd name="connsiteX10" fmla="*/ 122119 w 174301"/>
                <a:gd name="connsiteY10" fmla="*/ 810331 h 849897"/>
                <a:gd name="connsiteX11" fmla="*/ 157192 w 174301"/>
                <a:gd name="connsiteY11" fmla="*/ 845759 h 849897"/>
                <a:gd name="connsiteX12" fmla="*/ 167112 w 174301"/>
                <a:gd name="connsiteY12" fmla="*/ 850010 h 849897"/>
                <a:gd name="connsiteX13" fmla="*/ 174552 w 174301"/>
                <a:gd name="connsiteY13" fmla="*/ 846467 h 8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4301" h="849897">
                  <a:moveTo>
                    <a:pt x="174552" y="846467"/>
                  </a:moveTo>
                  <a:cubicBezTo>
                    <a:pt x="174552" y="845050"/>
                    <a:pt x="173843" y="844341"/>
                    <a:pt x="173134" y="843279"/>
                  </a:cubicBezTo>
                  <a:cubicBezTo>
                    <a:pt x="160026" y="830171"/>
                    <a:pt x="136290" y="806434"/>
                    <a:pt x="112554" y="768173"/>
                  </a:cubicBezTo>
                  <a:cubicBezTo>
                    <a:pt x="55516" y="676771"/>
                    <a:pt x="29654" y="561633"/>
                    <a:pt x="29654" y="425238"/>
                  </a:cubicBezTo>
                  <a:cubicBezTo>
                    <a:pt x="29654" y="329939"/>
                    <a:pt x="42408" y="207007"/>
                    <a:pt x="100863" y="101434"/>
                  </a:cubicBezTo>
                  <a:cubicBezTo>
                    <a:pt x="128850" y="51128"/>
                    <a:pt x="157901" y="22077"/>
                    <a:pt x="173489" y="6489"/>
                  </a:cubicBezTo>
                  <a:cubicBezTo>
                    <a:pt x="174552" y="5427"/>
                    <a:pt x="174552" y="4718"/>
                    <a:pt x="174552" y="3655"/>
                  </a:cubicBezTo>
                  <a:cubicBezTo>
                    <a:pt x="174552" y="112"/>
                    <a:pt x="172072" y="112"/>
                    <a:pt x="167112" y="112"/>
                  </a:cubicBezTo>
                  <a:cubicBezTo>
                    <a:pt x="162152" y="112"/>
                    <a:pt x="161443" y="112"/>
                    <a:pt x="156129" y="5427"/>
                  </a:cubicBezTo>
                  <a:cubicBezTo>
                    <a:pt x="37448" y="113479"/>
                    <a:pt x="250" y="275736"/>
                    <a:pt x="250" y="424884"/>
                  </a:cubicBezTo>
                  <a:cubicBezTo>
                    <a:pt x="250" y="564113"/>
                    <a:pt x="32134" y="704404"/>
                    <a:pt x="122119" y="810331"/>
                  </a:cubicBezTo>
                  <a:cubicBezTo>
                    <a:pt x="129205" y="818480"/>
                    <a:pt x="142667" y="833005"/>
                    <a:pt x="157192" y="845759"/>
                  </a:cubicBezTo>
                  <a:cubicBezTo>
                    <a:pt x="161443" y="850010"/>
                    <a:pt x="162152" y="850010"/>
                    <a:pt x="167112" y="850010"/>
                  </a:cubicBezTo>
                  <a:cubicBezTo>
                    <a:pt x="172072" y="850010"/>
                    <a:pt x="174552" y="850010"/>
                    <a:pt x="174552" y="846467"/>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3" name="Freeform: Shape 112">
              <a:extLst>
                <a:ext uri="{FF2B5EF4-FFF2-40B4-BE49-F238E27FC236}">
                  <a16:creationId xmlns:a16="http://schemas.microsoft.com/office/drawing/2014/main" id="{6D6CBF44-7DAC-E85A-67EC-F0E867CD7CC5}"/>
                </a:ext>
              </a:extLst>
            </p:cNvPr>
            <p:cNvSpPr/>
            <p:nvPr/>
          </p:nvSpPr>
          <p:spPr>
            <a:xfrm>
              <a:off x="13460078" y="6883554"/>
              <a:ext cx="136040" cy="160484"/>
            </a:xfrm>
            <a:custGeom>
              <a:avLst/>
              <a:gdLst>
                <a:gd name="connsiteX0" fmla="*/ 50211 w 136040"/>
                <a:gd name="connsiteY0" fmla="*/ 74871 h 160484"/>
                <a:gd name="connsiteX1" fmla="*/ 104414 w 136040"/>
                <a:gd name="connsiteY1" fmla="*/ 66723 h 160484"/>
                <a:gd name="connsiteX2" fmla="*/ 130985 w 136040"/>
                <a:gd name="connsiteY2" fmla="*/ 30233 h 160484"/>
                <a:gd name="connsiteX3" fmla="*/ 93078 w 136040"/>
                <a:gd name="connsiteY3" fmla="*/ 120 h 160484"/>
                <a:gd name="connsiteX4" fmla="*/ 258 w 136040"/>
                <a:gd name="connsiteY4" fmla="*/ 96482 h 160484"/>
                <a:gd name="connsiteX5" fmla="*/ 55879 w 136040"/>
                <a:gd name="connsiteY5" fmla="*/ 160605 h 160484"/>
                <a:gd name="connsiteX6" fmla="*/ 136299 w 136040"/>
                <a:gd name="connsiteY6" fmla="*/ 118801 h 160484"/>
                <a:gd name="connsiteX7" fmla="*/ 132047 w 136040"/>
                <a:gd name="connsiteY7" fmla="*/ 114195 h 160484"/>
                <a:gd name="connsiteX8" fmla="*/ 127442 w 136040"/>
                <a:gd name="connsiteY8" fmla="*/ 117738 h 160484"/>
                <a:gd name="connsiteX9" fmla="*/ 56588 w 136040"/>
                <a:gd name="connsiteY9" fmla="*/ 152811 h 160484"/>
                <a:gd name="connsiteX10" fmla="*/ 25766 w 136040"/>
                <a:gd name="connsiteY10" fmla="*/ 111715 h 160484"/>
                <a:gd name="connsiteX11" fmla="*/ 31434 w 136040"/>
                <a:gd name="connsiteY11" fmla="*/ 74871 h 160484"/>
                <a:gd name="connsiteX12" fmla="*/ 50211 w 136040"/>
                <a:gd name="connsiteY12" fmla="*/ 74871 h 160484"/>
                <a:gd name="connsiteX13" fmla="*/ 33560 w 136040"/>
                <a:gd name="connsiteY13" fmla="*/ 67077 h 160484"/>
                <a:gd name="connsiteX14" fmla="*/ 93078 w 136040"/>
                <a:gd name="connsiteY14" fmla="*/ 7914 h 160484"/>
                <a:gd name="connsiteX15" fmla="*/ 119294 w 136040"/>
                <a:gd name="connsiteY15" fmla="*/ 30233 h 160484"/>
                <a:gd name="connsiteX16" fmla="*/ 48085 w 136040"/>
                <a:gd name="connsiteY16" fmla="*/ 67077 h 160484"/>
                <a:gd name="connsiteX17" fmla="*/ 33560 w 136040"/>
                <a:gd name="connsiteY17" fmla="*/ 67077 h 16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6040" h="160484">
                  <a:moveTo>
                    <a:pt x="50211" y="74871"/>
                  </a:moveTo>
                  <a:cubicBezTo>
                    <a:pt x="60485" y="74871"/>
                    <a:pt x="86701" y="74163"/>
                    <a:pt x="104414" y="66723"/>
                  </a:cubicBezTo>
                  <a:cubicBezTo>
                    <a:pt x="129213" y="56095"/>
                    <a:pt x="130985" y="35193"/>
                    <a:pt x="130985" y="30233"/>
                  </a:cubicBezTo>
                  <a:cubicBezTo>
                    <a:pt x="130985" y="14645"/>
                    <a:pt x="117522" y="120"/>
                    <a:pt x="93078" y="120"/>
                  </a:cubicBezTo>
                  <a:cubicBezTo>
                    <a:pt x="53753" y="120"/>
                    <a:pt x="258" y="34484"/>
                    <a:pt x="258" y="96482"/>
                  </a:cubicBezTo>
                  <a:cubicBezTo>
                    <a:pt x="258" y="132617"/>
                    <a:pt x="21160" y="160605"/>
                    <a:pt x="55879" y="160605"/>
                  </a:cubicBezTo>
                  <a:cubicBezTo>
                    <a:pt x="106540" y="160605"/>
                    <a:pt x="136299" y="123052"/>
                    <a:pt x="136299" y="118801"/>
                  </a:cubicBezTo>
                  <a:cubicBezTo>
                    <a:pt x="136299" y="116675"/>
                    <a:pt x="134173" y="114195"/>
                    <a:pt x="132047" y="114195"/>
                  </a:cubicBezTo>
                  <a:cubicBezTo>
                    <a:pt x="130276" y="114195"/>
                    <a:pt x="129568" y="114904"/>
                    <a:pt x="127442" y="117738"/>
                  </a:cubicBezTo>
                  <a:cubicBezTo>
                    <a:pt x="99454" y="152811"/>
                    <a:pt x="60839" y="152811"/>
                    <a:pt x="56588" y="152811"/>
                  </a:cubicBezTo>
                  <a:cubicBezTo>
                    <a:pt x="28954" y="152811"/>
                    <a:pt x="25766" y="123052"/>
                    <a:pt x="25766" y="111715"/>
                  </a:cubicBezTo>
                  <a:cubicBezTo>
                    <a:pt x="25766" y="107464"/>
                    <a:pt x="26120" y="96482"/>
                    <a:pt x="31434" y="74871"/>
                  </a:cubicBezTo>
                  <a:lnTo>
                    <a:pt x="50211" y="74871"/>
                  </a:lnTo>
                  <a:close/>
                  <a:moveTo>
                    <a:pt x="33560" y="67077"/>
                  </a:moveTo>
                  <a:cubicBezTo>
                    <a:pt x="47377" y="13228"/>
                    <a:pt x="83867" y="7914"/>
                    <a:pt x="93078" y="7914"/>
                  </a:cubicBezTo>
                  <a:cubicBezTo>
                    <a:pt x="109728" y="7914"/>
                    <a:pt x="119294" y="18188"/>
                    <a:pt x="119294" y="30233"/>
                  </a:cubicBezTo>
                  <a:cubicBezTo>
                    <a:pt x="119294" y="67077"/>
                    <a:pt x="62610" y="67077"/>
                    <a:pt x="48085" y="67077"/>
                  </a:cubicBezTo>
                  <a:lnTo>
                    <a:pt x="33560" y="67077"/>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4" name="Freeform: Shape 113">
              <a:extLst>
                <a:ext uri="{FF2B5EF4-FFF2-40B4-BE49-F238E27FC236}">
                  <a16:creationId xmlns:a16="http://schemas.microsoft.com/office/drawing/2014/main" id="{F9AA046C-A644-32A4-F309-B76FE132C383}"/>
                </a:ext>
              </a:extLst>
            </p:cNvPr>
            <p:cNvSpPr/>
            <p:nvPr/>
          </p:nvSpPr>
          <p:spPr>
            <a:xfrm>
              <a:off x="13626348" y="6802216"/>
              <a:ext cx="98948" cy="111843"/>
            </a:xfrm>
            <a:custGeom>
              <a:avLst/>
              <a:gdLst>
                <a:gd name="connsiteX0" fmla="*/ 89540 w 98948"/>
                <a:gd name="connsiteY0" fmla="*/ 16235 h 111843"/>
                <a:gd name="connsiteX1" fmla="*/ 79124 w 98948"/>
                <a:gd name="connsiteY1" fmla="*/ 27891 h 111843"/>
                <a:gd name="connsiteX2" fmla="*/ 87308 w 98948"/>
                <a:gd name="connsiteY2" fmla="*/ 35827 h 111843"/>
                <a:gd name="connsiteX3" fmla="*/ 99211 w 98948"/>
                <a:gd name="connsiteY3" fmla="*/ 21691 h 111843"/>
                <a:gd name="connsiteX4" fmla="*/ 66228 w 98948"/>
                <a:gd name="connsiteY4" fmla="*/ 116 h 111843"/>
                <a:gd name="connsiteX5" fmla="*/ 20598 w 98948"/>
                <a:gd name="connsiteY5" fmla="*/ 36323 h 111843"/>
                <a:gd name="connsiteX6" fmla="*/ 29278 w 98948"/>
                <a:gd name="connsiteY6" fmla="*/ 54426 h 111843"/>
                <a:gd name="connsiteX7" fmla="*/ 57301 w 98948"/>
                <a:gd name="connsiteY7" fmla="*/ 63354 h 111843"/>
                <a:gd name="connsiteX8" fmla="*/ 78380 w 98948"/>
                <a:gd name="connsiteY8" fmla="*/ 79721 h 111843"/>
                <a:gd name="connsiteX9" fmla="*/ 65236 w 98948"/>
                <a:gd name="connsiteY9" fmla="*/ 99560 h 111843"/>
                <a:gd name="connsiteX10" fmla="*/ 40437 w 98948"/>
                <a:gd name="connsiteY10" fmla="*/ 105016 h 111843"/>
                <a:gd name="connsiteX11" fmla="*/ 10679 w 98948"/>
                <a:gd name="connsiteY11" fmla="*/ 94600 h 111843"/>
                <a:gd name="connsiteX12" fmla="*/ 24318 w 98948"/>
                <a:gd name="connsiteY12" fmla="*/ 80465 h 111843"/>
                <a:gd name="connsiteX13" fmla="*/ 14646 w 98948"/>
                <a:gd name="connsiteY13" fmla="*/ 71289 h 111843"/>
                <a:gd name="connsiteX14" fmla="*/ 263 w 98948"/>
                <a:gd name="connsiteY14" fmla="*/ 87905 h 111843"/>
                <a:gd name="connsiteX15" fmla="*/ 40189 w 98948"/>
                <a:gd name="connsiteY15" fmla="*/ 111960 h 111843"/>
                <a:gd name="connsiteX16" fmla="*/ 94251 w 98948"/>
                <a:gd name="connsiteY16" fmla="*/ 71041 h 111843"/>
                <a:gd name="connsiteX17" fmla="*/ 60029 w 98948"/>
                <a:gd name="connsiteY17" fmla="*/ 42026 h 111843"/>
                <a:gd name="connsiteX18" fmla="*/ 50109 w 98948"/>
                <a:gd name="connsiteY18" fmla="*/ 40043 h 111843"/>
                <a:gd name="connsiteX19" fmla="*/ 36470 w 98948"/>
                <a:gd name="connsiteY19" fmla="*/ 27643 h 111843"/>
                <a:gd name="connsiteX20" fmla="*/ 46389 w 98948"/>
                <a:gd name="connsiteY20" fmla="*/ 11772 h 111843"/>
                <a:gd name="connsiteX21" fmla="*/ 65980 w 98948"/>
                <a:gd name="connsiteY21" fmla="*/ 7060 h 111843"/>
                <a:gd name="connsiteX22" fmla="*/ 89540 w 98948"/>
                <a:gd name="connsiteY22" fmla="*/ 16235 h 111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98948" h="111843">
                  <a:moveTo>
                    <a:pt x="89540" y="16235"/>
                  </a:moveTo>
                  <a:cubicBezTo>
                    <a:pt x="83092" y="17723"/>
                    <a:pt x="79124" y="22931"/>
                    <a:pt x="79124" y="27891"/>
                  </a:cubicBezTo>
                  <a:cubicBezTo>
                    <a:pt x="79124" y="33595"/>
                    <a:pt x="84084" y="35827"/>
                    <a:pt x="87308" y="35827"/>
                  </a:cubicBezTo>
                  <a:cubicBezTo>
                    <a:pt x="89787" y="35827"/>
                    <a:pt x="99211" y="34339"/>
                    <a:pt x="99211" y="21691"/>
                  </a:cubicBezTo>
                  <a:cubicBezTo>
                    <a:pt x="99211" y="5572"/>
                    <a:pt x="81356" y="116"/>
                    <a:pt x="66228" y="116"/>
                  </a:cubicBezTo>
                  <a:cubicBezTo>
                    <a:pt x="27542" y="116"/>
                    <a:pt x="20598" y="28635"/>
                    <a:pt x="20598" y="36323"/>
                  </a:cubicBezTo>
                  <a:cubicBezTo>
                    <a:pt x="20598" y="45498"/>
                    <a:pt x="25806" y="51450"/>
                    <a:pt x="29278" y="54426"/>
                  </a:cubicBezTo>
                  <a:cubicBezTo>
                    <a:pt x="35726" y="59386"/>
                    <a:pt x="40189" y="60378"/>
                    <a:pt x="57301" y="63354"/>
                  </a:cubicBezTo>
                  <a:cubicBezTo>
                    <a:pt x="62509" y="64346"/>
                    <a:pt x="78380" y="67321"/>
                    <a:pt x="78380" y="79721"/>
                  </a:cubicBezTo>
                  <a:cubicBezTo>
                    <a:pt x="78380" y="83937"/>
                    <a:pt x="75652" y="93360"/>
                    <a:pt x="65236" y="99560"/>
                  </a:cubicBezTo>
                  <a:cubicBezTo>
                    <a:pt x="55565" y="105016"/>
                    <a:pt x="43413" y="105016"/>
                    <a:pt x="40437" y="105016"/>
                  </a:cubicBezTo>
                  <a:cubicBezTo>
                    <a:pt x="30518" y="105016"/>
                    <a:pt x="16382" y="102784"/>
                    <a:pt x="10679" y="94600"/>
                  </a:cubicBezTo>
                  <a:cubicBezTo>
                    <a:pt x="18862" y="93608"/>
                    <a:pt x="24318" y="87409"/>
                    <a:pt x="24318" y="80465"/>
                  </a:cubicBezTo>
                  <a:cubicBezTo>
                    <a:pt x="24318" y="74265"/>
                    <a:pt x="19854" y="71289"/>
                    <a:pt x="14646" y="71289"/>
                  </a:cubicBezTo>
                  <a:cubicBezTo>
                    <a:pt x="7455" y="71289"/>
                    <a:pt x="263" y="76993"/>
                    <a:pt x="263" y="87905"/>
                  </a:cubicBezTo>
                  <a:cubicBezTo>
                    <a:pt x="263" y="102784"/>
                    <a:pt x="16134" y="111960"/>
                    <a:pt x="40189" y="111960"/>
                  </a:cubicBezTo>
                  <a:cubicBezTo>
                    <a:pt x="85820" y="111960"/>
                    <a:pt x="94251" y="80713"/>
                    <a:pt x="94251" y="71041"/>
                  </a:cubicBezTo>
                  <a:cubicBezTo>
                    <a:pt x="94251" y="48226"/>
                    <a:pt x="69204" y="43762"/>
                    <a:pt x="60029" y="42026"/>
                  </a:cubicBezTo>
                  <a:cubicBezTo>
                    <a:pt x="57797" y="41531"/>
                    <a:pt x="51597" y="40539"/>
                    <a:pt x="50109" y="40043"/>
                  </a:cubicBezTo>
                  <a:cubicBezTo>
                    <a:pt x="40933" y="38307"/>
                    <a:pt x="36470" y="33099"/>
                    <a:pt x="36470" y="27643"/>
                  </a:cubicBezTo>
                  <a:cubicBezTo>
                    <a:pt x="36470" y="21939"/>
                    <a:pt x="40933" y="15244"/>
                    <a:pt x="46389" y="11772"/>
                  </a:cubicBezTo>
                  <a:cubicBezTo>
                    <a:pt x="53085" y="7556"/>
                    <a:pt x="61765" y="7060"/>
                    <a:pt x="65980" y="7060"/>
                  </a:cubicBezTo>
                  <a:cubicBezTo>
                    <a:pt x="71188" y="7060"/>
                    <a:pt x="84084" y="7804"/>
                    <a:pt x="89540" y="16235"/>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5" name="Freeform: Shape 114">
              <a:extLst>
                <a:ext uri="{FF2B5EF4-FFF2-40B4-BE49-F238E27FC236}">
                  <a16:creationId xmlns:a16="http://schemas.microsoft.com/office/drawing/2014/main" id="{7DB6EFE5-CE50-09D0-D254-9CEE7EFD5596}"/>
                </a:ext>
              </a:extLst>
            </p:cNvPr>
            <p:cNvSpPr/>
            <p:nvPr/>
          </p:nvSpPr>
          <p:spPr>
            <a:xfrm>
              <a:off x="13758573" y="6868712"/>
              <a:ext cx="101853" cy="114606"/>
            </a:xfrm>
            <a:custGeom>
              <a:avLst/>
              <a:gdLst>
                <a:gd name="connsiteX0" fmla="*/ 101411 w 101853"/>
                <a:gd name="connsiteY0" fmla="*/ 12340 h 114606"/>
                <a:gd name="connsiteX1" fmla="*/ 102120 w 101853"/>
                <a:gd name="connsiteY1" fmla="*/ 8265 h 114606"/>
                <a:gd name="connsiteX2" fmla="*/ 95566 w 101853"/>
                <a:gd name="connsiteY2" fmla="*/ 2066 h 114606"/>
                <a:gd name="connsiteX3" fmla="*/ 85823 w 101853"/>
                <a:gd name="connsiteY3" fmla="*/ 13048 h 114606"/>
                <a:gd name="connsiteX4" fmla="*/ 82104 w 101853"/>
                <a:gd name="connsiteY4" fmla="*/ 27750 h 114606"/>
                <a:gd name="connsiteX5" fmla="*/ 76612 w 101853"/>
                <a:gd name="connsiteY5" fmla="*/ 49892 h 114606"/>
                <a:gd name="connsiteX6" fmla="*/ 74841 w 101853"/>
                <a:gd name="connsiteY6" fmla="*/ 56978 h 114606"/>
                <a:gd name="connsiteX7" fmla="*/ 50042 w 101853"/>
                <a:gd name="connsiteY7" fmla="*/ 74337 h 114606"/>
                <a:gd name="connsiteX8" fmla="*/ 35517 w 101853"/>
                <a:gd name="connsiteY8" fmla="*/ 59103 h 114606"/>
                <a:gd name="connsiteX9" fmla="*/ 45968 w 101853"/>
                <a:gd name="connsiteY9" fmla="*/ 23676 h 114606"/>
                <a:gd name="connsiteX10" fmla="*/ 48093 w 101853"/>
                <a:gd name="connsiteY10" fmla="*/ 15705 h 114606"/>
                <a:gd name="connsiteX11" fmla="*/ 28786 w 101853"/>
                <a:gd name="connsiteY11" fmla="*/ 117 h 114606"/>
                <a:gd name="connsiteX12" fmla="*/ 267 w 101853"/>
                <a:gd name="connsiteY12" fmla="*/ 27573 h 114606"/>
                <a:gd name="connsiteX13" fmla="*/ 3987 w 101853"/>
                <a:gd name="connsiteY13" fmla="*/ 30053 h 114606"/>
                <a:gd name="connsiteX14" fmla="*/ 8061 w 101853"/>
                <a:gd name="connsiteY14" fmla="*/ 26510 h 114606"/>
                <a:gd name="connsiteX15" fmla="*/ 28077 w 101853"/>
                <a:gd name="connsiteY15" fmla="*/ 6140 h 114606"/>
                <a:gd name="connsiteX16" fmla="*/ 33391 w 101853"/>
                <a:gd name="connsiteY16" fmla="*/ 12871 h 114606"/>
                <a:gd name="connsiteX17" fmla="*/ 31088 w 101853"/>
                <a:gd name="connsiteY17" fmla="*/ 22082 h 114606"/>
                <a:gd name="connsiteX18" fmla="*/ 20815 w 101853"/>
                <a:gd name="connsiteY18" fmla="*/ 56623 h 114606"/>
                <a:gd name="connsiteX19" fmla="*/ 49156 w 101853"/>
                <a:gd name="connsiteY19" fmla="*/ 80360 h 114606"/>
                <a:gd name="connsiteX20" fmla="*/ 71121 w 101853"/>
                <a:gd name="connsiteY20" fmla="*/ 71680 h 114606"/>
                <a:gd name="connsiteX21" fmla="*/ 58367 w 101853"/>
                <a:gd name="connsiteY21" fmla="*/ 97896 h 114606"/>
                <a:gd name="connsiteX22" fmla="*/ 34985 w 101853"/>
                <a:gd name="connsiteY22" fmla="*/ 108701 h 114606"/>
                <a:gd name="connsiteX23" fmla="*/ 21169 w 101853"/>
                <a:gd name="connsiteY23" fmla="*/ 104450 h 114606"/>
                <a:gd name="connsiteX24" fmla="*/ 30026 w 101853"/>
                <a:gd name="connsiteY24" fmla="*/ 93822 h 114606"/>
                <a:gd name="connsiteX25" fmla="*/ 22232 w 101853"/>
                <a:gd name="connsiteY25" fmla="*/ 86559 h 114606"/>
                <a:gd name="connsiteX26" fmla="*/ 11072 w 101853"/>
                <a:gd name="connsiteY26" fmla="*/ 98959 h 114606"/>
                <a:gd name="connsiteX27" fmla="*/ 34985 w 101853"/>
                <a:gd name="connsiteY27" fmla="*/ 114724 h 114606"/>
                <a:gd name="connsiteX28" fmla="*/ 84761 w 101853"/>
                <a:gd name="connsiteY28" fmla="*/ 78588 h 114606"/>
                <a:gd name="connsiteX29" fmla="*/ 101411 w 101853"/>
                <a:gd name="connsiteY29" fmla="*/ 12340 h 11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1853" h="114606">
                  <a:moveTo>
                    <a:pt x="101411" y="12340"/>
                  </a:moveTo>
                  <a:cubicBezTo>
                    <a:pt x="102120" y="9682"/>
                    <a:pt x="102120" y="8443"/>
                    <a:pt x="102120" y="8265"/>
                  </a:cubicBezTo>
                  <a:cubicBezTo>
                    <a:pt x="102120" y="4368"/>
                    <a:pt x="98931" y="2066"/>
                    <a:pt x="95566" y="2066"/>
                  </a:cubicBezTo>
                  <a:cubicBezTo>
                    <a:pt x="88480" y="2066"/>
                    <a:pt x="87063" y="8265"/>
                    <a:pt x="85823" y="13048"/>
                  </a:cubicBezTo>
                  <a:lnTo>
                    <a:pt x="82104" y="27750"/>
                  </a:lnTo>
                  <a:lnTo>
                    <a:pt x="76612" y="49892"/>
                  </a:lnTo>
                  <a:cubicBezTo>
                    <a:pt x="75904" y="52195"/>
                    <a:pt x="75018" y="55915"/>
                    <a:pt x="74841" y="56978"/>
                  </a:cubicBezTo>
                  <a:cubicBezTo>
                    <a:pt x="74664" y="57686"/>
                    <a:pt x="65099" y="74337"/>
                    <a:pt x="50042" y="74337"/>
                  </a:cubicBezTo>
                  <a:cubicBezTo>
                    <a:pt x="41894" y="74337"/>
                    <a:pt x="35517" y="70440"/>
                    <a:pt x="35517" y="59103"/>
                  </a:cubicBezTo>
                  <a:cubicBezTo>
                    <a:pt x="35517" y="49361"/>
                    <a:pt x="40831" y="36430"/>
                    <a:pt x="45968" y="23676"/>
                  </a:cubicBezTo>
                  <a:cubicBezTo>
                    <a:pt x="46854" y="21551"/>
                    <a:pt x="48093" y="18716"/>
                    <a:pt x="48093" y="15705"/>
                  </a:cubicBezTo>
                  <a:cubicBezTo>
                    <a:pt x="48093" y="7025"/>
                    <a:pt x="39768" y="117"/>
                    <a:pt x="28786" y="117"/>
                  </a:cubicBezTo>
                  <a:cubicBezTo>
                    <a:pt x="10186" y="117"/>
                    <a:pt x="267" y="22791"/>
                    <a:pt x="267" y="27573"/>
                  </a:cubicBezTo>
                  <a:cubicBezTo>
                    <a:pt x="267" y="30053"/>
                    <a:pt x="3101" y="30053"/>
                    <a:pt x="3987" y="30053"/>
                  </a:cubicBezTo>
                  <a:cubicBezTo>
                    <a:pt x="6998" y="30053"/>
                    <a:pt x="7175" y="29167"/>
                    <a:pt x="8061" y="26510"/>
                  </a:cubicBezTo>
                  <a:cubicBezTo>
                    <a:pt x="11781" y="14288"/>
                    <a:pt x="20106" y="6140"/>
                    <a:pt x="28077" y="6140"/>
                  </a:cubicBezTo>
                  <a:cubicBezTo>
                    <a:pt x="31443" y="6140"/>
                    <a:pt x="33391" y="8088"/>
                    <a:pt x="33391" y="12871"/>
                  </a:cubicBezTo>
                  <a:cubicBezTo>
                    <a:pt x="33391" y="16414"/>
                    <a:pt x="32328" y="18893"/>
                    <a:pt x="31088" y="22082"/>
                  </a:cubicBezTo>
                  <a:cubicBezTo>
                    <a:pt x="22409" y="43161"/>
                    <a:pt x="20815" y="49538"/>
                    <a:pt x="20815" y="56623"/>
                  </a:cubicBezTo>
                  <a:cubicBezTo>
                    <a:pt x="20815" y="76285"/>
                    <a:pt x="37288" y="80360"/>
                    <a:pt x="49156" y="80360"/>
                  </a:cubicBezTo>
                  <a:cubicBezTo>
                    <a:pt x="59253" y="80360"/>
                    <a:pt x="66693" y="75400"/>
                    <a:pt x="71121" y="71680"/>
                  </a:cubicBezTo>
                  <a:cubicBezTo>
                    <a:pt x="68641" y="81600"/>
                    <a:pt x="66693" y="89394"/>
                    <a:pt x="58367" y="97896"/>
                  </a:cubicBezTo>
                  <a:cubicBezTo>
                    <a:pt x="54293" y="101970"/>
                    <a:pt x="45968" y="108701"/>
                    <a:pt x="34985" y="108701"/>
                  </a:cubicBezTo>
                  <a:cubicBezTo>
                    <a:pt x="31797" y="108701"/>
                    <a:pt x="25243" y="108170"/>
                    <a:pt x="21169" y="104450"/>
                  </a:cubicBezTo>
                  <a:cubicBezTo>
                    <a:pt x="29140" y="102502"/>
                    <a:pt x="30026" y="95593"/>
                    <a:pt x="30026" y="93822"/>
                  </a:cubicBezTo>
                  <a:cubicBezTo>
                    <a:pt x="30026" y="88685"/>
                    <a:pt x="25952" y="86559"/>
                    <a:pt x="22232" y="86559"/>
                  </a:cubicBezTo>
                  <a:cubicBezTo>
                    <a:pt x="17095" y="86559"/>
                    <a:pt x="11072" y="90811"/>
                    <a:pt x="11072" y="98959"/>
                  </a:cubicBezTo>
                  <a:cubicBezTo>
                    <a:pt x="11072" y="107816"/>
                    <a:pt x="20106" y="114724"/>
                    <a:pt x="34985" y="114724"/>
                  </a:cubicBezTo>
                  <a:cubicBezTo>
                    <a:pt x="55179" y="114724"/>
                    <a:pt x="79092" y="101262"/>
                    <a:pt x="84761" y="78588"/>
                  </a:cubicBezTo>
                  <a:lnTo>
                    <a:pt x="101411" y="1234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6" name="Freeform: Shape 115">
              <a:extLst>
                <a:ext uri="{FF2B5EF4-FFF2-40B4-BE49-F238E27FC236}">
                  <a16:creationId xmlns:a16="http://schemas.microsoft.com/office/drawing/2014/main" id="{1F014425-EADA-C5E1-DB81-422658516DC9}"/>
                </a:ext>
              </a:extLst>
            </p:cNvPr>
            <p:cNvSpPr/>
            <p:nvPr/>
          </p:nvSpPr>
          <p:spPr>
            <a:xfrm>
              <a:off x="13443782" y="7184156"/>
              <a:ext cx="469862" cy="14170"/>
            </a:xfrm>
            <a:custGeom>
              <a:avLst/>
              <a:gdLst>
                <a:gd name="connsiteX0" fmla="*/ 0 w 469862"/>
                <a:gd name="connsiteY0" fmla="*/ 0 h 14170"/>
                <a:gd name="connsiteX1" fmla="*/ 469863 w 469862"/>
                <a:gd name="connsiteY1" fmla="*/ 0 h 14170"/>
                <a:gd name="connsiteX2" fmla="*/ 469863 w 469862"/>
                <a:gd name="connsiteY2" fmla="*/ 14170 h 14170"/>
                <a:gd name="connsiteX3" fmla="*/ 0 w 469862"/>
                <a:gd name="connsiteY3" fmla="*/ 14170 h 14170"/>
              </a:gdLst>
              <a:ahLst/>
              <a:cxnLst>
                <a:cxn ang="0">
                  <a:pos x="connsiteX0" y="connsiteY0"/>
                </a:cxn>
                <a:cxn ang="0">
                  <a:pos x="connsiteX1" y="connsiteY1"/>
                </a:cxn>
                <a:cxn ang="0">
                  <a:pos x="connsiteX2" y="connsiteY2"/>
                </a:cxn>
                <a:cxn ang="0">
                  <a:pos x="connsiteX3" y="connsiteY3"/>
                </a:cxn>
              </a:cxnLst>
              <a:rect l="l" t="t" r="r" b="b"/>
              <a:pathLst>
                <a:path w="469862" h="14170">
                  <a:moveTo>
                    <a:pt x="0" y="0"/>
                  </a:moveTo>
                  <a:lnTo>
                    <a:pt x="469863" y="0"/>
                  </a:lnTo>
                  <a:lnTo>
                    <a:pt x="469863" y="14170"/>
                  </a:lnTo>
                  <a:lnTo>
                    <a:pt x="0" y="1417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7" name="Freeform: Shape 116">
              <a:extLst>
                <a:ext uri="{FF2B5EF4-FFF2-40B4-BE49-F238E27FC236}">
                  <a16:creationId xmlns:a16="http://schemas.microsoft.com/office/drawing/2014/main" id="{1DCD8B12-045F-FD25-0839-9E75018F4819}"/>
                </a:ext>
              </a:extLst>
            </p:cNvPr>
            <p:cNvSpPr/>
            <p:nvPr/>
          </p:nvSpPr>
          <p:spPr>
            <a:xfrm>
              <a:off x="13565671" y="7280854"/>
              <a:ext cx="235590" cy="241967"/>
            </a:xfrm>
            <a:custGeom>
              <a:avLst/>
              <a:gdLst>
                <a:gd name="connsiteX0" fmla="*/ 234789 w 235590"/>
                <a:gd name="connsiteY0" fmla="*/ 8636 h 241967"/>
                <a:gd name="connsiteX1" fmla="*/ 235852 w 235590"/>
                <a:gd name="connsiteY1" fmla="*/ 3322 h 241967"/>
                <a:gd name="connsiteX2" fmla="*/ 226995 w 235590"/>
                <a:gd name="connsiteY2" fmla="*/ 133 h 241967"/>
                <a:gd name="connsiteX3" fmla="*/ 77492 w 235590"/>
                <a:gd name="connsiteY3" fmla="*/ 133 h 241967"/>
                <a:gd name="connsiteX4" fmla="*/ 66510 w 235590"/>
                <a:gd name="connsiteY4" fmla="*/ 7219 h 241967"/>
                <a:gd name="connsiteX5" fmla="*/ 47025 w 235590"/>
                <a:gd name="connsiteY5" fmla="*/ 70988 h 241967"/>
                <a:gd name="connsiteX6" fmla="*/ 45962 w 235590"/>
                <a:gd name="connsiteY6" fmla="*/ 75947 h 241967"/>
                <a:gd name="connsiteX7" fmla="*/ 50214 w 235590"/>
                <a:gd name="connsiteY7" fmla="*/ 79844 h 241967"/>
                <a:gd name="connsiteX8" fmla="*/ 54819 w 235590"/>
                <a:gd name="connsiteY8" fmla="*/ 76302 h 241967"/>
                <a:gd name="connsiteX9" fmla="*/ 141970 w 235590"/>
                <a:gd name="connsiteY9" fmla="*/ 11116 h 241967"/>
                <a:gd name="connsiteX10" fmla="*/ 199716 w 235590"/>
                <a:gd name="connsiteY10" fmla="*/ 11116 h 241967"/>
                <a:gd name="connsiteX11" fmla="*/ 1678 w 235590"/>
                <a:gd name="connsiteY11" fmla="*/ 232535 h 241967"/>
                <a:gd name="connsiteX12" fmla="*/ 261 w 235590"/>
                <a:gd name="connsiteY12" fmla="*/ 238912 h 241967"/>
                <a:gd name="connsiteX13" fmla="*/ 9118 w 235590"/>
                <a:gd name="connsiteY13" fmla="*/ 242101 h 241967"/>
                <a:gd name="connsiteX14" fmla="*/ 163226 w 235590"/>
                <a:gd name="connsiteY14" fmla="*/ 242101 h 241967"/>
                <a:gd name="connsiteX15" fmla="*/ 174209 w 235590"/>
                <a:gd name="connsiteY15" fmla="*/ 235015 h 241967"/>
                <a:gd name="connsiteX16" fmla="*/ 199362 w 235590"/>
                <a:gd name="connsiteY16" fmla="*/ 156721 h 241967"/>
                <a:gd name="connsiteX17" fmla="*/ 200779 w 235590"/>
                <a:gd name="connsiteY17" fmla="*/ 151407 h 241967"/>
                <a:gd name="connsiteX18" fmla="*/ 196173 w 235590"/>
                <a:gd name="connsiteY18" fmla="*/ 147510 h 241967"/>
                <a:gd name="connsiteX19" fmla="*/ 190151 w 235590"/>
                <a:gd name="connsiteY19" fmla="*/ 156367 h 241967"/>
                <a:gd name="connsiteX20" fmla="*/ 97332 w 235590"/>
                <a:gd name="connsiteY20" fmla="*/ 230056 h 241967"/>
                <a:gd name="connsiteX21" fmla="*/ 36751 w 235590"/>
                <a:gd name="connsiteY21" fmla="*/ 230056 h 241967"/>
                <a:gd name="connsiteX22" fmla="*/ 234789 w 235590"/>
                <a:gd name="connsiteY22" fmla="*/ 8636 h 2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35590" h="241967">
                  <a:moveTo>
                    <a:pt x="234789" y="8636"/>
                  </a:moveTo>
                  <a:cubicBezTo>
                    <a:pt x="235143" y="7219"/>
                    <a:pt x="235852" y="5447"/>
                    <a:pt x="235852" y="3322"/>
                  </a:cubicBezTo>
                  <a:cubicBezTo>
                    <a:pt x="235852" y="133"/>
                    <a:pt x="234081" y="133"/>
                    <a:pt x="226995" y="133"/>
                  </a:cubicBezTo>
                  <a:lnTo>
                    <a:pt x="77492" y="133"/>
                  </a:lnTo>
                  <a:cubicBezTo>
                    <a:pt x="68990" y="133"/>
                    <a:pt x="68636" y="488"/>
                    <a:pt x="66510" y="7219"/>
                  </a:cubicBezTo>
                  <a:lnTo>
                    <a:pt x="47025" y="70988"/>
                  </a:lnTo>
                  <a:cubicBezTo>
                    <a:pt x="46317" y="72759"/>
                    <a:pt x="45962" y="75239"/>
                    <a:pt x="45962" y="75947"/>
                  </a:cubicBezTo>
                  <a:cubicBezTo>
                    <a:pt x="45962" y="76302"/>
                    <a:pt x="45962" y="79844"/>
                    <a:pt x="50214" y="79844"/>
                  </a:cubicBezTo>
                  <a:cubicBezTo>
                    <a:pt x="53402" y="79844"/>
                    <a:pt x="54111" y="77365"/>
                    <a:pt x="54819" y="76302"/>
                  </a:cubicBezTo>
                  <a:cubicBezTo>
                    <a:pt x="68281" y="34498"/>
                    <a:pt x="86704" y="11116"/>
                    <a:pt x="141970" y="11116"/>
                  </a:cubicBezTo>
                  <a:lnTo>
                    <a:pt x="199716" y="11116"/>
                  </a:lnTo>
                  <a:lnTo>
                    <a:pt x="1678" y="232535"/>
                  </a:lnTo>
                  <a:cubicBezTo>
                    <a:pt x="1678" y="232890"/>
                    <a:pt x="261" y="237849"/>
                    <a:pt x="261" y="238912"/>
                  </a:cubicBezTo>
                  <a:cubicBezTo>
                    <a:pt x="261" y="242101"/>
                    <a:pt x="2741" y="242101"/>
                    <a:pt x="9118" y="242101"/>
                  </a:cubicBezTo>
                  <a:lnTo>
                    <a:pt x="163226" y="242101"/>
                  </a:lnTo>
                  <a:cubicBezTo>
                    <a:pt x="171729" y="242101"/>
                    <a:pt x="172083" y="241746"/>
                    <a:pt x="174209" y="235015"/>
                  </a:cubicBezTo>
                  <a:lnTo>
                    <a:pt x="199362" y="156721"/>
                  </a:lnTo>
                  <a:cubicBezTo>
                    <a:pt x="199716" y="155304"/>
                    <a:pt x="200779" y="152824"/>
                    <a:pt x="200779" y="151407"/>
                  </a:cubicBezTo>
                  <a:cubicBezTo>
                    <a:pt x="200779" y="149636"/>
                    <a:pt x="199362" y="147510"/>
                    <a:pt x="196173" y="147510"/>
                  </a:cubicBezTo>
                  <a:cubicBezTo>
                    <a:pt x="192985" y="147510"/>
                    <a:pt x="192631" y="148927"/>
                    <a:pt x="190151" y="156367"/>
                  </a:cubicBezTo>
                  <a:cubicBezTo>
                    <a:pt x="174563" y="204548"/>
                    <a:pt x="157558" y="230056"/>
                    <a:pt x="97332" y="230056"/>
                  </a:cubicBezTo>
                  <a:lnTo>
                    <a:pt x="36751" y="230056"/>
                  </a:lnTo>
                  <a:lnTo>
                    <a:pt x="234789" y="863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8" name="Freeform: Shape 117">
              <a:extLst>
                <a:ext uri="{FF2B5EF4-FFF2-40B4-BE49-F238E27FC236}">
                  <a16:creationId xmlns:a16="http://schemas.microsoft.com/office/drawing/2014/main" id="{56577295-B122-56F4-079C-8019DC169C78}"/>
                </a:ext>
              </a:extLst>
            </p:cNvPr>
            <p:cNvSpPr/>
            <p:nvPr/>
          </p:nvSpPr>
          <p:spPr>
            <a:xfrm>
              <a:off x="13968557" y="6766111"/>
              <a:ext cx="174301" cy="849897"/>
            </a:xfrm>
            <a:custGeom>
              <a:avLst/>
              <a:gdLst>
                <a:gd name="connsiteX0" fmla="*/ 174574 w 174301"/>
                <a:gd name="connsiteY0" fmla="*/ 425238 h 849897"/>
                <a:gd name="connsiteX1" fmla="*/ 52705 w 174301"/>
                <a:gd name="connsiteY1" fmla="*/ 39791 h 849897"/>
                <a:gd name="connsiteX2" fmla="*/ 17632 w 174301"/>
                <a:gd name="connsiteY2" fmla="*/ 4364 h 849897"/>
                <a:gd name="connsiteX3" fmla="*/ 7713 w 174301"/>
                <a:gd name="connsiteY3" fmla="*/ 112 h 849897"/>
                <a:gd name="connsiteX4" fmla="*/ 273 w 174301"/>
                <a:gd name="connsiteY4" fmla="*/ 3655 h 849897"/>
                <a:gd name="connsiteX5" fmla="*/ 2398 w 174301"/>
                <a:gd name="connsiteY5" fmla="*/ 7198 h 849897"/>
                <a:gd name="connsiteX6" fmla="*/ 62270 w 174301"/>
                <a:gd name="connsiteY6" fmla="*/ 81949 h 849897"/>
                <a:gd name="connsiteX7" fmla="*/ 145170 w 174301"/>
                <a:gd name="connsiteY7" fmla="*/ 424884 h 849897"/>
                <a:gd name="connsiteX8" fmla="*/ 73961 w 174301"/>
                <a:gd name="connsiteY8" fmla="*/ 748688 h 849897"/>
                <a:gd name="connsiteX9" fmla="*/ 1690 w 174301"/>
                <a:gd name="connsiteY9" fmla="*/ 843279 h 849897"/>
                <a:gd name="connsiteX10" fmla="*/ 273 w 174301"/>
                <a:gd name="connsiteY10" fmla="*/ 846467 h 849897"/>
                <a:gd name="connsiteX11" fmla="*/ 7713 w 174301"/>
                <a:gd name="connsiteY11" fmla="*/ 850010 h 849897"/>
                <a:gd name="connsiteX12" fmla="*/ 18695 w 174301"/>
                <a:gd name="connsiteY12" fmla="*/ 844696 h 849897"/>
                <a:gd name="connsiteX13" fmla="*/ 174574 w 174301"/>
                <a:gd name="connsiteY13" fmla="*/ 425238 h 849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4301" h="849897">
                  <a:moveTo>
                    <a:pt x="174574" y="425238"/>
                  </a:moveTo>
                  <a:cubicBezTo>
                    <a:pt x="174574" y="286010"/>
                    <a:pt x="142690" y="145718"/>
                    <a:pt x="52705" y="39791"/>
                  </a:cubicBezTo>
                  <a:cubicBezTo>
                    <a:pt x="45620" y="31643"/>
                    <a:pt x="32157" y="17117"/>
                    <a:pt x="17632" y="4364"/>
                  </a:cubicBezTo>
                  <a:cubicBezTo>
                    <a:pt x="13381" y="112"/>
                    <a:pt x="12672" y="112"/>
                    <a:pt x="7713" y="112"/>
                  </a:cubicBezTo>
                  <a:cubicBezTo>
                    <a:pt x="3461" y="112"/>
                    <a:pt x="273" y="112"/>
                    <a:pt x="273" y="3655"/>
                  </a:cubicBezTo>
                  <a:cubicBezTo>
                    <a:pt x="273" y="5072"/>
                    <a:pt x="1690" y="6489"/>
                    <a:pt x="2398" y="7198"/>
                  </a:cubicBezTo>
                  <a:cubicBezTo>
                    <a:pt x="14798" y="19952"/>
                    <a:pt x="38534" y="43688"/>
                    <a:pt x="62270" y="81949"/>
                  </a:cubicBezTo>
                  <a:cubicBezTo>
                    <a:pt x="119308" y="173351"/>
                    <a:pt x="145170" y="288489"/>
                    <a:pt x="145170" y="424884"/>
                  </a:cubicBezTo>
                  <a:cubicBezTo>
                    <a:pt x="145170" y="520183"/>
                    <a:pt x="132416" y="643115"/>
                    <a:pt x="73961" y="748688"/>
                  </a:cubicBezTo>
                  <a:cubicBezTo>
                    <a:pt x="45974" y="798995"/>
                    <a:pt x="16569" y="828399"/>
                    <a:pt x="1690" y="843279"/>
                  </a:cubicBezTo>
                  <a:cubicBezTo>
                    <a:pt x="981" y="844341"/>
                    <a:pt x="273" y="845404"/>
                    <a:pt x="273" y="846467"/>
                  </a:cubicBezTo>
                  <a:cubicBezTo>
                    <a:pt x="273" y="850010"/>
                    <a:pt x="3461" y="850010"/>
                    <a:pt x="7713" y="850010"/>
                  </a:cubicBezTo>
                  <a:cubicBezTo>
                    <a:pt x="12672" y="850010"/>
                    <a:pt x="13381" y="850010"/>
                    <a:pt x="18695" y="844696"/>
                  </a:cubicBezTo>
                  <a:cubicBezTo>
                    <a:pt x="137376" y="736643"/>
                    <a:pt x="174574" y="574387"/>
                    <a:pt x="174574" y="425238"/>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9" name="Group 8" descr="\documentclass{article}&#10;\usepackage{amsmath,amssymb}&#10;\pagestyle{empty}&#10;\begin{document}&#10;&#10;\newcommand{\score}{\textrm{score}}&#10;\newcommand{\classify}{\textrm{classify}}&#10;\newcommand{\bx}{\mathbf{x}}&#10;&#10;\begin{align*}&#10;\frac{\partial\text{loss}}{\partial{\mathbf{s}}}&#10;\end{align*}&#10;&#10;&#10;\end{document}" title="IguanaTex Vector Display">
            <a:extLst>
              <a:ext uri="{FF2B5EF4-FFF2-40B4-BE49-F238E27FC236}">
                <a16:creationId xmlns:a16="http://schemas.microsoft.com/office/drawing/2014/main" id="{8FD6AA31-6662-B305-AE8A-B0E8253EB94A}"/>
              </a:ext>
            </a:extLst>
          </p:cNvPr>
          <p:cNvGrpSpPr>
            <a:grpSpLocks noChangeAspect="1"/>
          </p:cNvGrpSpPr>
          <p:nvPr/>
        </p:nvGrpSpPr>
        <p:grpSpPr>
          <a:xfrm>
            <a:off x="2855830" y="4471879"/>
            <a:ext cx="790033" cy="753433"/>
            <a:chOff x="11206550" y="7884126"/>
            <a:chExt cx="790033" cy="753433"/>
          </a:xfrm>
        </p:grpSpPr>
        <p:sp>
          <p:nvSpPr>
            <p:cNvPr id="55" name="Freeform: Shape 54">
              <a:extLst>
                <a:ext uri="{FF2B5EF4-FFF2-40B4-BE49-F238E27FC236}">
                  <a16:creationId xmlns:a16="http://schemas.microsoft.com/office/drawing/2014/main" id="{0E33751C-C646-8815-DCD9-1B8A5E5648A6}"/>
                </a:ext>
              </a:extLst>
            </p:cNvPr>
            <p:cNvSpPr/>
            <p:nvPr/>
          </p:nvSpPr>
          <p:spPr>
            <a:xfrm>
              <a:off x="11221227" y="7884126"/>
              <a:ext cx="193002" cy="264720"/>
            </a:xfrm>
            <a:custGeom>
              <a:avLst/>
              <a:gdLst>
                <a:gd name="connsiteX0" fmla="*/ 155432 w 193002"/>
                <a:gd name="connsiteY0" fmla="*/ 135310 h 264720"/>
                <a:gd name="connsiteX1" fmla="*/ 108099 w 193002"/>
                <a:gd name="connsiteY1" fmla="*/ 92984 h 264720"/>
                <a:gd name="connsiteX2" fmla="*/ 33246 w 193002"/>
                <a:gd name="connsiteY2" fmla="*/ 126702 h 264720"/>
                <a:gd name="connsiteX3" fmla="*/ 223 w 193002"/>
                <a:gd name="connsiteY3" fmla="*/ 200953 h 264720"/>
                <a:gd name="connsiteX4" fmla="*/ 67737 w 193002"/>
                <a:gd name="connsiteY4" fmla="*/ 264801 h 264720"/>
                <a:gd name="connsiteX5" fmla="*/ 193225 w 193002"/>
                <a:gd name="connsiteY5" fmla="*/ 92984 h 264720"/>
                <a:gd name="connsiteX6" fmla="*/ 113969 w 193002"/>
                <a:gd name="connsiteY6" fmla="*/ 81 h 264720"/>
                <a:gd name="connsiteX7" fmla="*/ 43887 w 193002"/>
                <a:gd name="connsiteY7" fmla="*/ 56755 h 264720"/>
                <a:gd name="connsiteX8" fmla="*/ 57830 w 193002"/>
                <a:gd name="connsiteY8" fmla="*/ 69310 h 264720"/>
                <a:gd name="connsiteX9" fmla="*/ 77644 w 193002"/>
                <a:gd name="connsiteY9" fmla="*/ 50299 h 264720"/>
                <a:gd name="connsiteX10" fmla="*/ 60398 w 193002"/>
                <a:gd name="connsiteY10" fmla="*/ 37744 h 264720"/>
                <a:gd name="connsiteX11" fmla="*/ 113236 w 193002"/>
                <a:gd name="connsiteY11" fmla="*/ 9048 h 264720"/>
                <a:gd name="connsiteX12" fmla="*/ 165706 w 193002"/>
                <a:gd name="connsiteY12" fmla="*/ 73973 h 264720"/>
                <a:gd name="connsiteX13" fmla="*/ 155799 w 193002"/>
                <a:gd name="connsiteY13" fmla="*/ 135310 h 264720"/>
                <a:gd name="connsiteX14" fmla="*/ 155432 w 193002"/>
                <a:gd name="connsiteY14" fmla="*/ 135310 h 264720"/>
                <a:gd name="connsiteX15" fmla="*/ 68838 w 193002"/>
                <a:gd name="connsiteY15" fmla="*/ 254758 h 264720"/>
                <a:gd name="connsiteX16" fmla="*/ 28476 w 193002"/>
                <a:gd name="connsiteY16" fmla="*/ 214224 h 264720"/>
                <a:gd name="connsiteX17" fmla="*/ 52693 w 193002"/>
                <a:gd name="connsiteY17" fmla="*/ 132800 h 264720"/>
                <a:gd name="connsiteX18" fmla="*/ 108099 w 193002"/>
                <a:gd name="connsiteY18" fmla="*/ 100875 h 264720"/>
                <a:gd name="connsiteX19" fmla="*/ 148827 w 193002"/>
                <a:gd name="connsiteY19" fmla="*/ 148224 h 264720"/>
                <a:gd name="connsiteX20" fmla="*/ 68838 w 193002"/>
                <a:gd name="connsiteY20" fmla="*/ 254758 h 26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3002" h="264720">
                  <a:moveTo>
                    <a:pt x="155432" y="135310"/>
                  </a:moveTo>
                  <a:cubicBezTo>
                    <a:pt x="151763" y="113071"/>
                    <a:pt x="136719" y="92984"/>
                    <a:pt x="108099" y="92984"/>
                  </a:cubicBezTo>
                  <a:cubicBezTo>
                    <a:pt x="85716" y="92984"/>
                    <a:pt x="61866" y="98723"/>
                    <a:pt x="33246" y="126702"/>
                  </a:cubicBezTo>
                  <a:cubicBezTo>
                    <a:pt x="2791" y="156474"/>
                    <a:pt x="223" y="189833"/>
                    <a:pt x="223" y="200953"/>
                  </a:cubicBezTo>
                  <a:cubicBezTo>
                    <a:pt x="223" y="223192"/>
                    <a:pt x="16368" y="264801"/>
                    <a:pt x="67737" y="264801"/>
                  </a:cubicBezTo>
                  <a:cubicBezTo>
                    <a:pt x="155065" y="264801"/>
                    <a:pt x="193225" y="144278"/>
                    <a:pt x="193225" y="92984"/>
                  </a:cubicBezTo>
                  <a:cubicBezTo>
                    <a:pt x="193225" y="35951"/>
                    <a:pt x="159101" y="81"/>
                    <a:pt x="113969" y="81"/>
                  </a:cubicBezTo>
                  <a:cubicBezTo>
                    <a:pt x="60765" y="81"/>
                    <a:pt x="43887" y="46712"/>
                    <a:pt x="43887" y="56755"/>
                  </a:cubicBezTo>
                  <a:cubicBezTo>
                    <a:pt x="43887" y="61777"/>
                    <a:pt x="46822" y="69310"/>
                    <a:pt x="57830" y="69310"/>
                  </a:cubicBezTo>
                  <a:cubicBezTo>
                    <a:pt x="69938" y="69310"/>
                    <a:pt x="77644" y="58549"/>
                    <a:pt x="77644" y="50299"/>
                  </a:cubicBezTo>
                  <a:cubicBezTo>
                    <a:pt x="77644" y="37744"/>
                    <a:pt x="66269" y="37744"/>
                    <a:pt x="60398" y="37744"/>
                  </a:cubicBezTo>
                  <a:cubicBezTo>
                    <a:pt x="76543" y="11200"/>
                    <a:pt x="102595" y="9048"/>
                    <a:pt x="113236" y="9048"/>
                  </a:cubicBezTo>
                  <a:cubicBezTo>
                    <a:pt x="140021" y="9048"/>
                    <a:pt x="165706" y="27701"/>
                    <a:pt x="165706" y="73973"/>
                  </a:cubicBezTo>
                  <a:cubicBezTo>
                    <a:pt x="165706" y="87962"/>
                    <a:pt x="163504" y="106256"/>
                    <a:pt x="155799" y="135310"/>
                  </a:cubicBezTo>
                  <a:lnTo>
                    <a:pt x="155432" y="135310"/>
                  </a:lnTo>
                  <a:close/>
                  <a:moveTo>
                    <a:pt x="68838" y="254758"/>
                  </a:moveTo>
                  <a:cubicBezTo>
                    <a:pt x="28476" y="254758"/>
                    <a:pt x="28476" y="217811"/>
                    <a:pt x="28476" y="214224"/>
                  </a:cubicBezTo>
                  <a:cubicBezTo>
                    <a:pt x="28476" y="204540"/>
                    <a:pt x="37649" y="154322"/>
                    <a:pt x="52693" y="132800"/>
                  </a:cubicBezTo>
                  <a:cubicBezTo>
                    <a:pt x="67370" y="112354"/>
                    <a:pt x="85349" y="100875"/>
                    <a:pt x="108099" y="100875"/>
                  </a:cubicBezTo>
                  <a:cubicBezTo>
                    <a:pt x="148093" y="100875"/>
                    <a:pt x="148827" y="141050"/>
                    <a:pt x="148827" y="148224"/>
                  </a:cubicBezTo>
                  <a:cubicBezTo>
                    <a:pt x="148827" y="174050"/>
                    <a:pt x="125344" y="254758"/>
                    <a:pt x="68838" y="254758"/>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6" name="Freeform: Shape 55">
              <a:extLst>
                <a:ext uri="{FF2B5EF4-FFF2-40B4-BE49-F238E27FC236}">
                  <a16:creationId xmlns:a16="http://schemas.microsoft.com/office/drawing/2014/main" id="{8D3800BC-A2A0-C258-7CF7-B0E1AFB252B2}"/>
                </a:ext>
              </a:extLst>
            </p:cNvPr>
            <p:cNvSpPr/>
            <p:nvPr/>
          </p:nvSpPr>
          <p:spPr>
            <a:xfrm>
              <a:off x="11433844" y="7892017"/>
              <a:ext cx="81457" cy="248937"/>
            </a:xfrm>
            <a:custGeom>
              <a:avLst/>
              <a:gdLst>
                <a:gd name="connsiteX0" fmla="*/ 53066 w 81457"/>
                <a:gd name="connsiteY0" fmla="*/ 81 h 248937"/>
                <a:gd name="connsiteX1" fmla="*/ 229 w 81457"/>
                <a:gd name="connsiteY1" fmla="*/ 4026 h 248937"/>
                <a:gd name="connsiteX2" fmla="*/ 229 w 81457"/>
                <a:gd name="connsiteY2" fmla="*/ 15146 h 248937"/>
                <a:gd name="connsiteX3" fmla="*/ 28849 w 81457"/>
                <a:gd name="connsiteY3" fmla="*/ 35233 h 248937"/>
                <a:gd name="connsiteX4" fmla="*/ 28849 w 81457"/>
                <a:gd name="connsiteY4" fmla="*/ 221757 h 248937"/>
                <a:gd name="connsiteX5" fmla="*/ 229 w 81457"/>
                <a:gd name="connsiteY5" fmla="*/ 237899 h 248937"/>
                <a:gd name="connsiteX6" fmla="*/ 229 w 81457"/>
                <a:gd name="connsiteY6" fmla="*/ 249018 h 248937"/>
                <a:gd name="connsiteX7" fmla="*/ 40957 w 81457"/>
                <a:gd name="connsiteY7" fmla="*/ 247942 h 248937"/>
                <a:gd name="connsiteX8" fmla="*/ 81686 w 81457"/>
                <a:gd name="connsiteY8" fmla="*/ 249018 h 248937"/>
                <a:gd name="connsiteX9" fmla="*/ 81686 w 81457"/>
                <a:gd name="connsiteY9" fmla="*/ 237899 h 248937"/>
                <a:gd name="connsiteX10" fmla="*/ 53066 w 81457"/>
                <a:gd name="connsiteY10" fmla="*/ 221757 h 248937"/>
                <a:gd name="connsiteX11" fmla="*/ 53066 w 81457"/>
                <a:gd name="connsiteY11" fmla="*/ 81 h 248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1457" h="248937">
                  <a:moveTo>
                    <a:pt x="53066" y="81"/>
                  </a:moveTo>
                  <a:lnTo>
                    <a:pt x="229" y="4026"/>
                  </a:lnTo>
                  <a:lnTo>
                    <a:pt x="229" y="15146"/>
                  </a:lnTo>
                  <a:cubicBezTo>
                    <a:pt x="25913" y="15146"/>
                    <a:pt x="28849" y="17657"/>
                    <a:pt x="28849" y="35233"/>
                  </a:cubicBezTo>
                  <a:lnTo>
                    <a:pt x="28849" y="221757"/>
                  </a:lnTo>
                  <a:cubicBezTo>
                    <a:pt x="28849" y="237899"/>
                    <a:pt x="24813" y="237899"/>
                    <a:pt x="229" y="237899"/>
                  </a:cubicBezTo>
                  <a:lnTo>
                    <a:pt x="229" y="249018"/>
                  </a:lnTo>
                  <a:cubicBezTo>
                    <a:pt x="12337" y="248660"/>
                    <a:pt x="31784" y="247942"/>
                    <a:pt x="40957" y="247942"/>
                  </a:cubicBezTo>
                  <a:cubicBezTo>
                    <a:pt x="50130" y="247942"/>
                    <a:pt x="68110" y="248660"/>
                    <a:pt x="81686" y="249018"/>
                  </a:cubicBezTo>
                  <a:lnTo>
                    <a:pt x="81686" y="237899"/>
                  </a:lnTo>
                  <a:cubicBezTo>
                    <a:pt x="57102" y="237899"/>
                    <a:pt x="53066" y="237899"/>
                    <a:pt x="53066" y="221757"/>
                  </a:cubicBezTo>
                  <a:lnTo>
                    <a:pt x="53066" y="81"/>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7" name="Freeform: Shape 56">
              <a:extLst>
                <a:ext uri="{FF2B5EF4-FFF2-40B4-BE49-F238E27FC236}">
                  <a16:creationId xmlns:a16="http://schemas.microsoft.com/office/drawing/2014/main" id="{9CD9FB25-4B52-C387-368C-DD2C68034596}"/>
                </a:ext>
              </a:extLst>
            </p:cNvPr>
            <p:cNvSpPr/>
            <p:nvPr/>
          </p:nvSpPr>
          <p:spPr>
            <a:xfrm>
              <a:off x="11533933" y="7980257"/>
              <a:ext cx="162547" cy="164643"/>
            </a:xfrm>
            <a:custGeom>
              <a:avLst/>
              <a:gdLst>
                <a:gd name="connsiteX0" fmla="*/ 162779 w 162547"/>
                <a:gd name="connsiteY0" fmla="*/ 84016 h 164643"/>
                <a:gd name="connsiteX1" fmla="*/ 81689 w 162547"/>
                <a:gd name="connsiteY1" fmla="*/ 81 h 164643"/>
                <a:gd name="connsiteX2" fmla="*/ 232 w 162547"/>
                <a:gd name="connsiteY2" fmla="*/ 84016 h 164643"/>
                <a:gd name="connsiteX3" fmla="*/ 81322 w 162547"/>
                <a:gd name="connsiteY3" fmla="*/ 164724 h 164643"/>
                <a:gd name="connsiteX4" fmla="*/ 162779 w 162547"/>
                <a:gd name="connsiteY4" fmla="*/ 84016 h 164643"/>
                <a:gd name="connsiteX5" fmla="*/ 81689 w 162547"/>
                <a:gd name="connsiteY5" fmla="*/ 155756 h 164643"/>
                <a:gd name="connsiteX6" fmla="*/ 39859 w 162547"/>
                <a:gd name="connsiteY6" fmla="*/ 131724 h 164643"/>
                <a:gd name="connsiteX7" fmla="*/ 30686 w 162547"/>
                <a:gd name="connsiteY7" fmla="*/ 81147 h 164643"/>
                <a:gd name="connsiteX8" fmla="*/ 39492 w 162547"/>
                <a:gd name="connsiteY8" fmla="*/ 32005 h 164643"/>
                <a:gd name="connsiteX9" fmla="*/ 81322 w 162547"/>
                <a:gd name="connsiteY9" fmla="*/ 7972 h 164643"/>
                <a:gd name="connsiteX10" fmla="*/ 122784 w 162547"/>
                <a:gd name="connsiteY10" fmla="*/ 31288 h 164643"/>
                <a:gd name="connsiteX11" fmla="*/ 132324 w 162547"/>
                <a:gd name="connsiteY11" fmla="*/ 81147 h 164643"/>
                <a:gd name="connsiteX12" fmla="*/ 124252 w 162547"/>
                <a:gd name="connsiteY12" fmla="*/ 129213 h 164643"/>
                <a:gd name="connsiteX13" fmla="*/ 81689 w 162547"/>
                <a:gd name="connsiteY13" fmla="*/ 155756 h 16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2547" h="164643">
                  <a:moveTo>
                    <a:pt x="162779" y="84016"/>
                  </a:moveTo>
                  <a:cubicBezTo>
                    <a:pt x="162779" y="38103"/>
                    <a:pt x="126086" y="81"/>
                    <a:pt x="81689" y="81"/>
                  </a:cubicBezTo>
                  <a:cubicBezTo>
                    <a:pt x="35823" y="81"/>
                    <a:pt x="232" y="39179"/>
                    <a:pt x="232" y="84016"/>
                  </a:cubicBezTo>
                  <a:cubicBezTo>
                    <a:pt x="232" y="130289"/>
                    <a:pt x="38392" y="164724"/>
                    <a:pt x="81322" y="164724"/>
                  </a:cubicBezTo>
                  <a:cubicBezTo>
                    <a:pt x="125720" y="164724"/>
                    <a:pt x="162779" y="129571"/>
                    <a:pt x="162779" y="84016"/>
                  </a:cubicBezTo>
                  <a:close/>
                  <a:moveTo>
                    <a:pt x="81689" y="155756"/>
                  </a:moveTo>
                  <a:cubicBezTo>
                    <a:pt x="65911" y="155756"/>
                    <a:pt x="49766" y="148224"/>
                    <a:pt x="39859" y="131724"/>
                  </a:cubicBezTo>
                  <a:cubicBezTo>
                    <a:pt x="30686" y="115941"/>
                    <a:pt x="30686" y="94060"/>
                    <a:pt x="30686" y="81147"/>
                  </a:cubicBezTo>
                  <a:cubicBezTo>
                    <a:pt x="30686" y="67158"/>
                    <a:pt x="30686" y="47788"/>
                    <a:pt x="39492" y="32005"/>
                  </a:cubicBezTo>
                  <a:cubicBezTo>
                    <a:pt x="49399" y="15505"/>
                    <a:pt x="66645" y="7972"/>
                    <a:pt x="81322" y="7972"/>
                  </a:cubicBezTo>
                  <a:cubicBezTo>
                    <a:pt x="97466" y="7972"/>
                    <a:pt x="113244" y="15863"/>
                    <a:pt x="122784" y="31288"/>
                  </a:cubicBezTo>
                  <a:cubicBezTo>
                    <a:pt x="132324" y="46712"/>
                    <a:pt x="132324" y="67516"/>
                    <a:pt x="132324" y="81147"/>
                  </a:cubicBezTo>
                  <a:cubicBezTo>
                    <a:pt x="132324" y="94060"/>
                    <a:pt x="132324" y="113430"/>
                    <a:pt x="124252" y="129213"/>
                  </a:cubicBezTo>
                  <a:cubicBezTo>
                    <a:pt x="116180" y="145354"/>
                    <a:pt x="100035" y="155756"/>
                    <a:pt x="81689" y="155756"/>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8" name="Freeform: Shape 57">
              <a:extLst>
                <a:ext uri="{FF2B5EF4-FFF2-40B4-BE49-F238E27FC236}">
                  <a16:creationId xmlns:a16="http://schemas.microsoft.com/office/drawing/2014/main" id="{0381A510-8DCB-E614-D81B-CCFF9AF38442}"/>
                </a:ext>
              </a:extLst>
            </p:cNvPr>
            <p:cNvSpPr/>
            <p:nvPr/>
          </p:nvSpPr>
          <p:spPr>
            <a:xfrm>
              <a:off x="11719230" y="7980257"/>
              <a:ext cx="119984" cy="164643"/>
            </a:xfrm>
            <a:custGeom>
              <a:avLst/>
              <a:gdLst>
                <a:gd name="connsiteX0" fmla="*/ 64448 w 119984"/>
                <a:gd name="connsiteY0" fmla="*/ 91190 h 164643"/>
                <a:gd name="connsiteX1" fmla="*/ 102608 w 119984"/>
                <a:gd name="connsiteY1" fmla="*/ 124191 h 164643"/>
                <a:gd name="connsiteX2" fmla="*/ 61146 w 119984"/>
                <a:gd name="connsiteY2" fmla="*/ 156833 h 164643"/>
                <a:gd name="connsiteX3" fmla="*/ 10143 w 119984"/>
                <a:gd name="connsiteY3" fmla="*/ 105897 h 164643"/>
                <a:gd name="connsiteX4" fmla="*/ 5006 w 119984"/>
                <a:gd name="connsiteY4" fmla="*/ 99799 h 164643"/>
                <a:gd name="connsiteX5" fmla="*/ 236 w 119984"/>
                <a:gd name="connsiteY5" fmla="*/ 108767 h 164643"/>
                <a:gd name="connsiteX6" fmla="*/ 236 w 119984"/>
                <a:gd name="connsiteY6" fmla="*/ 156115 h 164643"/>
                <a:gd name="connsiteX7" fmla="*/ 4273 w 119984"/>
                <a:gd name="connsiteY7" fmla="*/ 164724 h 164643"/>
                <a:gd name="connsiteX8" fmla="*/ 13446 w 119984"/>
                <a:gd name="connsiteY8" fmla="*/ 157550 h 164643"/>
                <a:gd name="connsiteX9" fmla="*/ 20784 w 119984"/>
                <a:gd name="connsiteY9" fmla="*/ 149300 h 164643"/>
                <a:gd name="connsiteX10" fmla="*/ 61146 w 119984"/>
                <a:gd name="connsiteY10" fmla="*/ 164724 h 164643"/>
                <a:gd name="connsiteX11" fmla="*/ 120221 w 119984"/>
                <a:gd name="connsiteY11" fmla="*/ 114865 h 164643"/>
                <a:gd name="connsiteX12" fmla="*/ 104810 w 119984"/>
                <a:gd name="connsiteY12" fmla="*/ 80788 h 164643"/>
                <a:gd name="connsiteX13" fmla="*/ 62981 w 119984"/>
                <a:gd name="connsiteY13" fmla="*/ 63571 h 164643"/>
                <a:gd name="connsiteX14" fmla="*/ 17849 w 119984"/>
                <a:gd name="connsiteY14" fmla="*/ 34157 h 164643"/>
                <a:gd name="connsiteX15" fmla="*/ 58944 w 119984"/>
                <a:gd name="connsiteY15" fmla="*/ 6896 h 164643"/>
                <a:gd name="connsiteX16" fmla="*/ 101874 w 119984"/>
                <a:gd name="connsiteY16" fmla="*/ 50299 h 164643"/>
                <a:gd name="connsiteX17" fmla="*/ 106278 w 119984"/>
                <a:gd name="connsiteY17" fmla="*/ 53527 h 164643"/>
                <a:gd name="connsiteX18" fmla="*/ 111048 w 119984"/>
                <a:gd name="connsiteY18" fmla="*/ 44918 h 164643"/>
                <a:gd name="connsiteX19" fmla="*/ 111048 w 119984"/>
                <a:gd name="connsiteY19" fmla="*/ 8689 h 164643"/>
                <a:gd name="connsiteX20" fmla="*/ 107011 w 119984"/>
                <a:gd name="connsiteY20" fmla="*/ 81 h 164643"/>
                <a:gd name="connsiteX21" fmla="*/ 99673 w 119984"/>
                <a:gd name="connsiteY21" fmla="*/ 4385 h 164643"/>
                <a:gd name="connsiteX22" fmla="*/ 93435 w 119984"/>
                <a:gd name="connsiteY22" fmla="*/ 10124 h 164643"/>
                <a:gd name="connsiteX23" fmla="*/ 58944 w 119984"/>
                <a:gd name="connsiteY23" fmla="*/ 81 h 164643"/>
                <a:gd name="connsiteX24" fmla="*/ 236 w 119984"/>
                <a:gd name="connsiteY24" fmla="*/ 44201 h 164643"/>
                <a:gd name="connsiteX25" fmla="*/ 16014 w 119984"/>
                <a:gd name="connsiteY25" fmla="*/ 74690 h 164643"/>
                <a:gd name="connsiteX26" fmla="*/ 64448 w 119984"/>
                <a:gd name="connsiteY26" fmla="*/ 91190 h 16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9984" h="164643">
                  <a:moveTo>
                    <a:pt x="64448" y="91190"/>
                  </a:moveTo>
                  <a:cubicBezTo>
                    <a:pt x="72521" y="92625"/>
                    <a:pt x="102608" y="98364"/>
                    <a:pt x="102608" y="124191"/>
                  </a:cubicBezTo>
                  <a:cubicBezTo>
                    <a:pt x="102608" y="142484"/>
                    <a:pt x="89766" y="156833"/>
                    <a:pt x="61146" y="156833"/>
                  </a:cubicBezTo>
                  <a:cubicBezTo>
                    <a:pt x="30324" y="156833"/>
                    <a:pt x="17115" y="136387"/>
                    <a:pt x="10143" y="105897"/>
                  </a:cubicBezTo>
                  <a:cubicBezTo>
                    <a:pt x="9043" y="101234"/>
                    <a:pt x="8676" y="99799"/>
                    <a:pt x="5006" y="99799"/>
                  </a:cubicBezTo>
                  <a:cubicBezTo>
                    <a:pt x="236" y="99799"/>
                    <a:pt x="236" y="102310"/>
                    <a:pt x="236" y="108767"/>
                  </a:cubicBezTo>
                  <a:lnTo>
                    <a:pt x="236" y="156115"/>
                  </a:lnTo>
                  <a:cubicBezTo>
                    <a:pt x="236" y="162213"/>
                    <a:pt x="236" y="164724"/>
                    <a:pt x="4273" y="164724"/>
                  </a:cubicBezTo>
                  <a:cubicBezTo>
                    <a:pt x="6107" y="164724"/>
                    <a:pt x="6474" y="164365"/>
                    <a:pt x="13446" y="157550"/>
                  </a:cubicBezTo>
                  <a:cubicBezTo>
                    <a:pt x="14180" y="156833"/>
                    <a:pt x="14180" y="156115"/>
                    <a:pt x="20784" y="149300"/>
                  </a:cubicBezTo>
                  <a:cubicBezTo>
                    <a:pt x="36929" y="164365"/>
                    <a:pt x="53440" y="164724"/>
                    <a:pt x="61146" y="164724"/>
                  </a:cubicBezTo>
                  <a:cubicBezTo>
                    <a:pt x="103342" y="164724"/>
                    <a:pt x="120221" y="140691"/>
                    <a:pt x="120221" y="114865"/>
                  </a:cubicBezTo>
                  <a:cubicBezTo>
                    <a:pt x="120221" y="95854"/>
                    <a:pt x="109213" y="85093"/>
                    <a:pt x="104810" y="80788"/>
                  </a:cubicBezTo>
                  <a:cubicBezTo>
                    <a:pt x="92701" y="69310"/>
                    <a:pt x="78391" y="66440"/>
                    <a:pt x="62981" y="63571"/>
                  </a:cubicBezTo>
                  <a:cubicBezTo>
                    <a:pt x="42433" y="59625"/>
                    <a:pt x="17849" y="54962"/>
                    <a:pt x="17849" y="34157"/>
                  </a:cubicBezTo>
                  <a:cubicBezTo>
                    <a:pt x="17849" y="21603"/>
                    <a:pt x="27389" y="6896"/>
                    <a:pt x="58944" y="6896"/>
                  </a:cubicBezTo>
                  <a:cubicBezTo>
                    <a:pt x="99306" y="6896"/>
                    <a:pt x="101141" y="39179"/>
                    <a:pt x="101874" y="50299"/>
                  </a:cubicBezTo>
                  <a:cubicBezTo>
                    <a:pt x="102241" y="53527"/>
                    <a:pt x="105544" y="53527"/>
                    <a:pt x="106278" y="53527"/>
                  </a:cubicBezTo>
                  <a:cubicBezTo>
                    <a:pt x="111048" y="53527"/>
                    <a:pt x="111048" y="51733"/>
                    <a:pt x="111048" y="44918"/>
                  </a:cubicBezTo>
                  <a:lnTo>
                    <a:pt x="111048" y="8689"/>
                  </a:lnTo>
                  <a:cubicBezTo>
                    <a:pt x="111048" y="2592"/>
                    <a:pt x="111048" y="81"/>
                    <a:pt x="107011" y="81"/>
                  </a:cubicBezTo>
                  <a:cubicBezTo>
                    <a:pt x="105177" y="81"/>
                    <a:pt x="104443" y="81"/>
                    <a:pt x="99673" y="4385"/>
                  </a:cubicBezTo>
                  <a:cubicBezTo>
                    <a:pt x="98572" y="5820"/>
                    <a:pt x="94903" y="9048"/>
                    <a:pt x="93435" y="10124"/>
                  </a:cubicBezTo>
                  <a:cubicBezTo>
                    <a:pt x="79492" y="81"/>
                    <a:pt x="64448" y="81"/>
                    <a:pt x="58944" y="81"/>
                  </a:cubicBezTo>
                  <a:cubicBezTo>
                    <a:pt x="14180" y="81"/>
                    <a:pt x="236" y="24114"/>
                    <a:pt x="236" y="44201"/>
                  </a:cubicBezTo>
                  <a:cubicBezTo>
                    <a:pt x="236" y="56755"/>
                    <a:pt x="6107" y="66799"/>
                    <a:pt x="16014" y="74690"/>
                  </a:cubicBezTo>
                  <a:cubicBezTo>
                    <a:pt x="27756" y="84016"/>
                    <a:pt x="38030" y="86169"/>
                    <a:pt x="64448" y="91190"/>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9" name="Freeform: Shape 58">
              <a:extLst>
                <a:ext uri="{FF2B5EF4-FFF2-40B4-BE49-F238E27FC236}">
                  <a16:creationId xmlns:a16="http://schemas.microsoft.com/office/drawing/2014/main" id="{C97648DE-F4EF-CFAE-5BB9-CDFA39D95A38}"/>
                </a:ext>
              </a:extLst>
            </p:cNvPr>
            <p:cNvSpPr/>
            <p:nvPr/>
          </p:nvSpPr>
          <p:spPr>
            <a:xfrm>
              <a:off x="11863962" y="7980257"/>
              <a:ext cx="119984" cy="164643"/>
            </a:xfrm>
            <a:custGeom>
              <a:avLst/>
              <a:gdLst>
                <a:gd name="connsiteX0" fmla="*/ 64452 w 119984"/>
                <a:gd name="connsiteY0" fmla="*/ 91190 h 164643"/>
                <a:gd name="connsiteX1" fmla="*/ 102612 w 119984"/>
                <a:gd name="connsiteY1" fmla="*/ 124191 h 164643"/>
                <a:gd name="connsiteX2" fmla="*/ 61150 w 119984"/>
                <a:gd name="connsiteY2" fmla="*/ 156833 h 164643"/>
                <a:gd name="connsiteX3" fmla="*/ 10147 w 119984"/>
                <a:gd name="connsiteY3" fmla="*/ 105897 h 164643"/>
                <a:gd name="connsiteX4" fmla="*/ 5010 w 119984"/>
                <a:gd name="connsiteY4" fmla="*/ 99799 h 164643"/>
                <a:gd name="connsiteX5" fmla="*/ 240 w 119984"/>
                <a:gd name="connsiteY5" fmla="*/ 108767 h 164643"/>
                <a:gd name="connsiteX6" fmla="*/ 240 w 119984"/>
                <a:gd name="connsiteY6" fmla="*/ 156115 h 164643"/>
                <a:gd name="connsiteX7" fmla="*/ 4277 w 119984"/>
                <a:gd name="connsiteY7" fmla="*/ 164724 h 164643"/>
                <a:gd name="connsiteX8" fmla="*/ 13450 w 119984"/>
                <a:gd name="connsiteY8" fmla="*/ 157550 h 164643"/>
                <a:gd name="connsiteX9" fmla="*/ 20788 w 119984"/>
                <a:gd name="connsiteY9" fmla="*/ 149300 h 164643"/>
                <a:gd name="connsiteX10" fmla="*/ 61150 w 119984"/>
                <a:gd name="connsiteY10" fmla="*/ 164724 h 164643"/>
                <a:gd name="connsiteX11" fmla="*/ 120225 w 119984"/>
                <a:gd name="connsiteY11" fmla="*/ 114865 h 164643"/>
                <a:gd name="connsiteX12" fmla="*/ 104814 w 119984"/>
                <a:gd name="connsiteY12" fmla="*/ 80788 h 164643"/>
                <a:gd name="connsiteX13" fmla="*/ 62984 w 119984"/>
                <a:gd name="connsiteY13" fmla="*/ 63571 h 164643"/>
                <a:gd name="connsiteX14" fmla="*/ 17853 w 119984"/>
                <a:gd name="connsiteY14" fmla="*/ 34157 h 164643"/>
                <a:gd name="connsiteX15" fmla="*/ 58948 w 119984"/>
                <a:gd name="connsiteY15" fmla="*/ 6896 h 164643"/>
                <a:gd name="connsiteX16" fmla="*/ 101878 w 119984"/>
                <a:gd name="connsiteY16" fmla="*/ 50299 h 164643"/>
                <a:gd name="connsiteX17" fmla="*/ 106281 w 119984"/>
                <a:gd name="connsiteY17" fmla="*/ 53527 h 164643"/>
                <a:gd name="connsiteX18" fmla="*/ 111051 w 119984"/>
                <a:gd name="connsiteY18" fmla="*/ 44918 h 164643"/>
                <a:gd name="connsiteX19" fmla="*/ 111051 w 119984"/>
                <a:gd name="connsiteY19" fmla="*/ 8689 h 164643"/>
                <a:gd name="connsiteX20" fmla="*/ 107015 w 119984"/>
                <a:gd name="connsiteY20" fmla="*/ 81 h 164643"/>
                <a:gd name="connsiteX21" fmla="*/ 99677 w 119984"/>
                <a:gd name="connsiteY21" fmla="*/ 4385 h 164643"/>
                <a:gd name="connsiteX22" fmla="*/ 93439 w 119984"/>
                <a:gd name="connsiteY22" fmla="*/ 10124 h 164643"/>
                <a:gd name="connsiteX23" fmla="*/ 58948 w 119984"/>
                <a:gd name="connsiteY23" fmla="*/ 81 h 164643"/>
                <a:gd name="connsiteX24" fmla="*/ 240 w 119984"/>
                <a:gd name="connsiteY24" fmla="*/ 44201 h 164643"/>
                <a:gd name="connsiteX25" fmla="*/ 16018 w 119984"/>
                <a:gd name="connsiteY25" fmla="*/ 74690 h 164643"/>
                <a:gd name="connsiteX26" fmla="*/ 64452 w 119984"/>
                <a:gd name="connsiteY26" fmla="*/ 91190 h 16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9984" h="164643">
                  <a:moveTo>
                    <a:pt x="64452" y="91190"/>
                  </a:moveTo>
                  <a:cubicBezTo>
                    <a:pt x="72524" y="92625"/>
                    <a:pt x="102612" y="98364"/>
                    <a:pt x="102612" y="124191"/>
                  </a:cubicBezTo>
                  <a:cubicBezTo>
                    <a:pt x="102612" y="142484"/>
                    <a:pt x="89770" y="156833"/>
                    <a:pt x="61150" y="156833"/>
                  </a:cubicBezTo>
                  <a:cubicBezTo>
                    <a:pt x="30328" y="156833"/>
                    <a:pt x="17119" y="136387"/>
                    <a:pt x="10147" y="105897"/>
                  </a:cubicBezTo>
                  <a:cubicBezTo>
                    <a:pt x="9047" y="101234"/>
                    <a:pt x="8680" y="99799"/>
                    <a:pt x="5010" y="99799"/>
                  </a:cubicBezTo>
                  <a:cubicBezTo>
                    <a:pt x="240" y="99799"/>
                    <a:pt x="240" y="102310"/>
                    <a:pt x="240" y="108767"/>
                  </a:cubicBezTo>
                  <a:lnTo>
                    <a:pt x="240" y="156115"/>
                  </a:lnTo>
                  <a:cubicBezTo>
                    <a:pt x="240" y="162213"/>
                    <a:pt x="240" y="164724"/>
                    <a:pt x="4277" y="164724"/>
                  </a:cubicBezTo>
                  <a:cubicBezTo>
                    <a:pt x="6111" y="164724"/>
                    <a:pt x="6478" y="164365"/>
                    <a:pt x="13450" y="157550"/>
                  </a:cubicBezTo>
                  <a:cubicBezTo>
                    <a:pt x="14184" y="156833"/>
                    <a:pt x="14184" y="156115"/>
                    <a:pt x="20788" y="149300"/>
                  </a:cubicBezTo>
                  <a:cubicBezTo>
                    <a:pt x="36933" y="164365"/>
                    <a:pt x="53444" y="164724"/>
                    <a:pt x="61150" y="164724"/>
                  </a:cubicBezTo>
                  <a:cubicBezTo>
                    <a:pt x="103346" y="164724"/>
                    <a:pt x="120225" y="140691"/>
                    <a:pt x="120225" y="114865"/>
                  </a:cubicBezTo>
                  <a:cubicBezTo>
                    <a:pt x="120225" y="95854"/>
                    <a:pt x="109217" y="85093"/>
                    <a:pt x="104814" y="80788"/>
                  </a:cubicBezTo>
                  <a:cubicBezTo>
                    <a:pt x="92705" y="69310"/>
                    <a:pt x="78395" y="66440"/>
                    <a:pt x="62984" y="63571"/>
                  </a:cubicBezTo>
                  <a:cubicBezTo>
                    <a:pt x="42437" y="59625"/>
                    <a:pt x="17853" y="54962"/>
                    <a:pt x="17853" y="34157"/>
                  </a:cubicBezTo>
                  <a:cubicBezTo>
                    <a:pt x="17853" y="21603"/>
                    <a:pt x="27393" y="6896"/>
                    <a:pt x="58948" y="6896"/>
                  </a:cubicBezTo>
                  <a:cubicBezTo>
                    <a:pt x="99310" y="6896"/>
                    <a:pt x="101145" y="39179"/>
                    <a:pt x="101878" y="50299"/>
                  </a:cubicBezTo>
                  <a:cubicBezTo>
                    <a:pt x="102245" y="53527"/>
                    <a:pt x="105548" y="53527"/>
                    <a:pt x="106281" y="53527"/>
                  </a:cubicBezTo>
                  <a:cubicBezTo>
                    <a:pt x="111051" y="53527"/>
                    <a:pt x="111051" y="51733"/>
                    <a:pt x="111051" y="44918"/>
                  </a:cubicBezTo>
                  <a:lnTo>
                    <a:pt x="111051" y="8689"/>
                  </a:lnTo>
                  <a:cubicBezTo>
                    <a:pt x="111051" y="2592"/>
                    <a:pt x="111051" y="81"/>
                    <a:pt x="107015" y="81"/>
                  </a:cubicBezTo>
                  <a:cubicBezTo>
                    <a:pt x="105181" y="81"/>
                    <a:pt x="104447" y="81"/>
                    <a:pt x="99677" y="4385"/>
                  </a:cubicBezTo>
                  <a:cubicBezTo>
                    <a:pt x="98576" y="5820"/>
                    <a:pt x="94907" y="9048"/>
                    <a:pt x="93439" y="10124"/>
                  </a:cubicBezTo>
                  <a:cubicBezTo>
                    <a:pt x="79496" y="81"/>
                    <a:pt x="64452" y="81"/>
                    <a:pt x="58948" y="81"/>
                  </a:cubicBezTo>
                  <a:cubicBezTo>
                    <a:pt x="14184" y="81"/>
                    <a:pt x="240" y="24114"/>
                    <a:pt x="240" y="44201"/>
                  </a:cubicBezTo>
                  <a:cubicBezTo>
                    <a:pt x="240" y="56755"/>
                    <a:pt x="6111" y="66799"/>
                    <a:pt x="16018" y="74690"/>
                  </a:cubicBezTo>
                  <a:cubicBezTo>
                    <a:pt x="27760" y="84016"/>
                    <a:pt x="38034" y="86169"/>
                    <a:pt x="64452" y="91190"/>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0" name="Freeform: Shape 59">
              <a:extLst>
                <a:ext uri="{FF2B5EF4-FFF2-40B4-BE49-F238E27FC236}">
                  <a16:creationId xmlns:a16="http://schemas.microsoft.com/office/drawing/2014/main" id="{50474F19-504A-C652-8721-130B133E30B8}"/>
                </a:ext>
              </a:extLst>
            </p:cNvPr>
            <p:cNvSpPr/>
            <p:nvPr/>
          </p:nvSpPr>
          <p:spPr>
            <a:xfrm>
              <a:off x="11206550" y="8286769"/>
              <a:ext cx="790033" cy="14347"/>
            </a:xfrm>
            <a:custGeom>
              <a:avLst/>
              <a:gdLst>
                <a:gd name="connsiteX0" fmla="*/ 0 w 790033"/>
                <a:gd name="connsiteY0" fmla="*/ 0 h 14347"/>
                <a:gd name="connsiteX1" fmla="*/ 790034 w 790033"/>
                <a:gd name="connsiteY1" fmla="*/ 0 h 14347"/>
                <a:gd name="connsiteX2" fmla="*/ 790034 w 790033"/>
                <a:gd name="connsiteY2" fmla="*/ 14347 h 14347"/>
                <a:gd name="connsiteX3" fmla="*/ 0 w 790033"/>
                <a:gd name="connsiteY3" fmla="*/ 14347 h 14347"/>
              </a:gdLst>
              <a:ahLst/>
              <a:cxnLst>
                <a:cxn ang="0">
                  <a:pos x="connsiteX0" y="connsiteY0"/>
                </a:cxn>
                <a:cxn ang="0">
                  <a:pos x="connsiteX1" y="connsiteY1"/>
                </a:cxn>
                <a:cxn ang="0">
                  <a:pos x="connsiteX2" y="connsiteY2"/>
                </a:cxn>
                <a:cxn ang="0">
                  <a:pos x="connsiteX3" y="connsiteY3"/>
                </a:cxn>
              </a:cxnLst>
              <a:rect l="l" t="t" r="r" b="b"/>
              <a:pathLst>
                <a:path w="790033" h="14347">
                  <a:moveTo>
                    <a:pt x="0" y="0"/>
                  </a:moveTo>
                  <a:lnTo>
                    <a:pt x="790034" y="0"/>
                  </a:lnTo>
                  <a:lnTo>
                    <a:pt x="790034" y="14347"/>
                  </a:lnTo>
                  <a:lnTo>
                    <a:pt x="0" y="14347"/>
                  </a:ln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1" name="Freeform: Shape 60">
              <a:extLst>
                <a:ext uri="{FF2B5EF4-FFF2-40B4-BE49-F238E27FC236}">
                  <a16:creationId xmlns:a16="http://schemas.microsoft.com/office/drawing/2014/main" id="{214969F8-5C9A-B2FD-A92A-3E01F02EB11A}"/>
                </a:ext>
              </a:extLst>
            </p:cNvPr>
            <p:cNvSpPr/>
            <p:nvPr/>
          </p:nvSpPr>
          <p:spPr>
            <a:xfrm>
              <a:off x="11425431" y="8372839"/>
              <a:ext cx="193002" cy="264720"/>
            </a:xfrm>
            <a:custGeom>
              <a:avLst/>
              <a:gdLst>
                <a:gd name="connsiteX0" fmla="*/ 155437 w 193002"/>
                <a:gd name="connsiteY0" fmla="*/ 135324 h 264720"/>
                <a:gd name="connsiteX1" fmla="*/ 108104 w 193002"/>
                <a:gd name="connsiteY1" fmla="*/ 92997 h 264720"/>
                <a:gd name="connsiteX2" fmla="*/ 33252 w 193002"/>
                <a:gd name="connsiteY2" fmla="*/ 126715 h 264720"/>
                <a:gd name="connsiteX3" fmla="*/ 228 w 193002"/>
                <a:gd name="connsiteY3" fmla="*/ 200966 h 264720"/>
                <a:gd name="connsiteX4" fmla="*/ 67742 w 193002"/>
                <a:gd name="connsiteY4" fmla="*/ 264815 h 264720"/>
                <a:gd name="connsiteX5" fmla="*/ 193230 w 193002"/>
                <a:gd name="connsiteY5" fmla="*/ 92997 h 264720"/>
                <a:gd name="connsiteX6" fmla="*/ 113975 w 193002"/>
                <a:gd name="connsiteY6" fmla="*/ 94 h 264720"/>
                <a:gd name="connsiteX7" fmla="*/ 43892 w 193002"/>
                <a:gd name="connsiteY7" fmla="*/ 56769 h 264720"/>
                <a:gd name="connsiteX8" fmla="*/ 57836 w 193002"/>
                <a:gd name="connsiteY8" fmla="*/ 69323 h 264720"/>
                <a:gd name="connsiteX9" fmla="*/ 77649 w 193002"/>
                <a:gd name="connsiteY9" fmla="*/ 50312 h 264720"/>
                <a:gd name="connsiteX10" fmla="*/ 60404 w 193002"/>
                <a:gd name="connsiteY10" fmla="*/ 37758 h 264720"/>
                <a:gd name="connsiteX11" fmla="*/ 113241 w 193002"/>
                <a:gd name="connsiteY11" fmla="*/ 9062 h 264720"/>
                <a:gd name="connsiteX12" fmla="*/ 165711 w 193002"/>
                <a:gd name="connsiteY12" fmla="*/ 73986 h 264720"/>
                <a:gd name="connsiteX13" fmla="*/ 155804 w 193002"/>
                <a:gd name="connsiteY13" fmla="*/ 135324 h 264720"/>
                <a:gd name="connsiteX14" fmla="*/ 155437 w 193002"/>
                <a:gd name="connsiteY14" fmla="*/ 135324 h 264720"/>
                <a:gd name="connsiteX15" fmla="*/ 68843 w 193002"/>
                <a:gd name="connsiteY15" fmla="*/ 254771 h 264720"/>
                <a:gd name="connsiteX16" fmla="*/ 28482 w 193002"/>
                <a:gd name="connsiteY16" fmla="*/ 214238 h 264720"/>
                <a:gd name="connsiteX17" fmla="*/ 52699 w 193002"/>
                <a:gd name="connsiteY17" fmla="*/ 132813 h 264720"/>
                <a:gd name="connsiteX18" fmla="*/ 108104 w 193002"/>
                <a:gd name="connsiteY18" fmla="*/ 100889 h 264720"/>
                <a:gd name="connsiteX19" fmla="*/ 148833 w 193002"/>
                <a:gd name="connsiteY19" fmla="*/ 148237 h 264720"/>
                <a:gd name="connsiteX20" fmla="*/ 68843 w 193002"/>
                <a:gd name="connsiteY20" fmla="*/ 254771 h 26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3002" h="264720">
                  <a:moveTo>
                    <a:pt x="155437" y="135324"/>
                  </a:moveTo>
                  <a:cubicBezTo>
                    <a:pt x="151768" y="113085"/>
                    <a:pt x="136724" y="92997"/>
                    <a:pt x="108104" y="92997"/>
                  </a:cubicBezTo>
                  <a:cubicBezTo>
                    <a:pt x="85722" y="92997"/>
                    <a:pt x="61872" y="98737"/>
                    <a:pt x="33252" y="126715"/>
                  </a:cubicBezTo>
                  <a:cubicBezTo>
                    <a:pt x="2797" y="156487"/>
                    <a:pt x="228" y="189846"/>
                    <a:pt x="228" y="200966"/>
                  </a:cubicBezTo>
                  <a:cubicBezTo>
                    <a:pt x="228" y="223206"/>
                    <a:pt x="16373" y="264815"/>
                    <a:pt x="67742" y="264815"/>
                  </a:cubicBezTo>
                  <a:cubicBezTo>
                    <a:pt x="155070" y="264815"/>
                    <a:pt x="193230" y="144292"/>
                    <a:pt x="193230" y="92997"/>
                  </a:cubicBezTo>
                  <a:cubicBezTo>
                    <a:pt x="193230" y="35964"/>
                    <a:pt x="159107" y="94"/>
                    <a:pt x="113975" y="94"/>
                  </a:cubicBezTo>
                  <a:cubicBezTo>
                    <a:pt x="60771" y="94"/>
                    <a:pt x="43892" y="46725"/>
                    <a:pt x="43892" y="56769"/>
                  </a:cubicBezTo>
                  <a:cubicBezTo>
                    <a:pt x="43892" y="61791"/>
                    <a:pt x="46828" y="69323"/>
                    <a:pt x="57836" y="69323"/>
                  </a:cubicBezTo>
                  <a:cubicBezTo>
                    <a:pt x="69944" y="69323"/>
                    <a:pt x="77649" y="58562"/>
                    <a:pt x="77649" y="50312"/>
                  </a:cubicBezTo>
                  <a:cubicBezTo>
                    <a:pt x="77649" y="37758"/>
                    <a:pt x="66275" y="37758"/>
                    <a:pt x="60404" y="37758"/>
                  </a:cubicBezTo>
                  <a:cubicBezTo>
                    <a:pt x="76549" y="11214"/>
                    <a:pt x="102600" y="9062"/>
                    <a:pt x="113241" y="9062"/>
                  </a:cubicBezTo>
                  <a:cubicBezTo>
                    <a:pt x="140026" y="9062"/>
                    <a:pt x="165711" y="27714"/>
                    <a:pt x="165711" y="73986"/>
                  </a:cubicBezTo>
                  <a:cubicBezTo>
                    <a:pt x="165711" y="87976"/>
                    <a:pt x="163510" y="106269"/>
                    <a:pt x="155804" y="135324"/>
                  </a:cubicBezTo>
                  <a:lnTo>
                    <a:pt x="155437" y="135324"/>
                  </a:lnTo>
                  <a:close/>
                  <a:moveTo>
                    <a:pt x="68843" y="254771"/>
                  </a:moveTo>
                  <a:cubicBezTo>
                    <a:pt x="28482" y="254771"/>
                    <a:pt x="28482" y="217825"/>
                    <a:pt x="28482" y="214238"/>
                  </a:cubicBezTo>
                  <a:cubicBezTo>
                    <a:pt x="28482" y="204553"/>
                    <a:pt x="37655" y="154335"/>
                    <a:pt x="52699" y="132813"/>
                  </a:cubicBezTo>
                  <a:cubicBezTo>
                    <a:pt x="67376" y="112367"/>
                    <a:pt x="85355" y="100889"/>
                    <a:pt x="108104" y="100889"/>
                  </a:cubicBezTo>
                  <a:cubicBezTo>
                    <a:pt x="148099" y="100889"/>
                    <a:pt x="148833" y="141063"/>
                    <a:pt x="148833" y="148237"/>
                  </a:cubicBezTo>
                  <a:cubicBezTo>
                    <a:pt x="148833" y="174064"/>
                    <a:pt x="125350" y="254771"/>
                    <a:pt x="68843" y="254771"/>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2" name="Freeform: Shape 61">
              <a:extLst>
                <a:ext uri="{FF2B5EF4-FFF2-40B4-BE49-F238E27FC236}">
                  <a16:creationId xmlns:a16="http://schemas.microsoft.com/office/drawing/2014/main" id="{E3DE9E8E-00B2-1137-4497-0022F40CEE4A}"/>
                </a:ext>
              </a:extLst>
            </p:cNvPr>
            <p:cNvSpPr/>
            <p:nvPr/>
          </p:nvSpPr>
          <p:spPr>
            <a:xfrm>
              <a:off x="11639883" y="8467177"/>
              <a:ext cx="138330" cy="164643"/>
            </a:xfrm>
            <a:custGeom>
              <a:avLst/>
              <a:gdLst>
                <a:gd name="connsiteX0" fmla="*/ 63712 w 138330"/>
                <a:gd name="connsiteY0" fmla="*/ 57127 h 164643"/>
                <a:gd name="connsiteX1" fmla="*/ 26286 w 138330"/>
                <a:gd name="connsiteY1" fmla="*/ 33812 h 164643"/>
                <a:gd name="connsiteX2" fmla="*/ 67381 w 138330"/>
                <a:gd name="connsiteY2" fmla="*/ 11573 h 164643"/>
                <a:gd name="connsiteX3" fmla="*/ 110678 w 138330"/>
                <a:gd name="connsiteY3" fmla="*/ 41703 h 164643"/>
                <a:gd name="connsiteX4" fmla="*/ 119118 w 138330"/>
                <a:gd name="connsiteY4" fmla="*/ 48877 h 164643"/>
                <a:gd name="connsiteX5" fmla="*/ 127924 w 138330"/>
                <a:gd name="connsiteY5" fmla="*/ 38834 h 164643"/>
                <a:gd name="connsiteX6" fmla="*/ 127924 w 138330"/>
                <a:gd name="connsiteY6" fmla="*/ 10138 h 164643"/>
                <a:gd name="connsiteX7" fmla="*/ 121319 w 138330"/>
                <a:gd name="connsiteY7" fmla="*/ 94 h 164643"/>
                <a:gd name="connsiteX8" fmla="*/ 104808 w 138330"/>
                <a:gd name="connsiteY8" fmla="*/ 6910 h 164643"/>
                <a:gd name="connsiteX9" fmla="*/ 67748 w 138330"/>
                <a:gd name="connsiteY9" fmla="*/ 94 h 164643"/>
                <a:gd name="connsiteX10" fmla="*/ 234 w 138330"/>
                <a:gd name="connsiteY10" fmla="*/ 47084 h 164643"/>
                <a:gd name="connsiteX11" fmla="*/ 14911 w 138330"/>
                <a:gd name="connsiteY11" fmla="*/ 77215 h 164643"/>
                <a:gd name="connsiteX12" fmla="*/ 71784 w 138330"/>
                <a:gd name="connsiteY12" fmla="*/ 96943 h 164643"/>
                <a:gd name="connsiteX13" fmla="*/ 112513 w 138330"/>
                <a:gd name="connsiteY13" fmla="*/ 124922 h 164643"/>
                <a:gd name="connsiteX14" fmla="*/ 70684 w 138330"/>
                <a:gd name="connsiteY14" fmla="*/ 151824 h 164643"/>
                <a:gd name="connsiteX15" fmla="*/ 17847 w 138330"/>
                <a:gd name="connsiteY15" fmla="*/ 110215 h 164643"/>
                <a:gd name="connsiteX16" fmla="*/ 9040 w 138330"/>
                <a:gd name="connsiteY16" fmla="*/ 105193 h 164643"/>
                <a:gd name="connsiteX17" fmla="*/ 234 w 138330"/>
                <a:gd name="connsiteY17" fmla="*/ 115596 h 164643"/>
                <a:gd name="connsiteX18" fmla="*/ 234 w 138330"/>
                <a:gd name="connsiteY18" fmla="*/ 154694 h 164643"/>
                <a:gd name="connsiteX19" fmla="*/ 6839 w 138330"/>
                <a:gd name="connsiteY19" fmla="*/ 164737 h 164643"/>
                <a:gd name="connsiteX20" fmla="*/ 17847 w 138330"/>
                <a:gd name="connsiteY20" fmla="*/ 159357 h 164643"/>
                <a:gd name="connsiteX21" fmla="*/ 27387 w 138330"/>
                <a:gd name="connsiteY21" fmla="*/ 153259 h 164643"/>
                <a:gd name="connsiteX22" fmla="*/ 70684 w 138330"/>
                <a:gd name="connsiteY22" fmla="*/ 164737 h 164643"/>
                <a:gd name="connsiteX23" fmla="*/ 138565 w 138330"/>
                <a:gd name="connsiteY23" fmla="*/ 112367 h 164643"/>
                <a:gd name="connsiteX24" fmla="*/ 118384 w 138330"/>
                <a:gd name="connsiteY24" fmla="*/ 74345 h 164643"/>
                <a:gd name="connsiteX25" fmla="*/ 63712 w 138330"/>
                <a:gd name="connsiteY25" fmla="*/ 57127 h 164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8330" h="164643">
                  <a:moveTo>
                    <a:pt x="63712" y="57127"/>
                  </a:moveTo>
                  <a:cubicBezTo>
                    <a:pt x="50136" y="54617"/>
                    <a:pt x="26286" y="50671"/>
                    <a:pt x="26286" y="33812"/>
                  </a:cubicBezTo>
                  <a:cubicBezTo>
                    <a:pt x="26286" y="11573"/>
                    <a:pt x="60410" y="11573"/>
                    <a:pt x="67381" y="11573"/>
                  </a:cubicBezTo>
                  <a:cubicBezTo>
                    <a:pt x="94901" y="11573"/>
                    <a:pt x="108844" y="21975"/>
                    <a:pt x="110678" y="41703"/>
                  </a:cubicBezTo>
                  <a:cubicBezTo>
                    <a:pt x="111045" y="47084"/>
                    <a:pt x="111412" y="48877"/>
                    <a:pt x="119118" y="48877"/>
                  </a:cubicBezTo>
                  <a:cubicBezTo>
                    <a:pt x="127924" y="48877"/>
                    <a:pt x="127924" y="47084"/>
                    <a:pt x="127924" y="38834"/>
                  </a:cubicBezTo>
                  <a:lnTo>
                    <a:pt x="127924" y="10138"/>
                  </a:lnTo>
                  <a:cubicBezTo>
                    <a:pt x="127924" y="3323"/>
                    <a:pt x="127924" y="94"/>
                    <a:pt x="121319" y="94"/>
                  </a:cubicBezTo>
                  <a:cubicBezTo>
                    <a:pt x="119852" y="94"/>
                    <a:pt x="119118" y="94"/>
                    <a:pt x="104808" y="6910"/>
                  </a:cubicBezTo>
                  <a:cubicBezTo>
                    <a:pt x="95268" y="2246"/>
                    <a:pt x="82425" y="94"/>
                    <a:pt x="67748" y="94"/>
                  </a:cubicBezTo>
                  <a:cubicBezTo>
                    <a:pt x="56741" y="94"/>
                    <a:pt x="234" y="94"/>
                    <a:pt x="234" y="47084"/>
                  </a:cubicBezTo>
                  <a:cubicBezTo>
                    <a:pt x="234" y="61432"/>
                    <a:pt x="7573" y="71117"/>
                    <a:pt x="14911" y="77215"/>
                  </a:cubicBezTo>
                  <a:cubicBezTo>
                    <a:pt x="29588" y="89769"/>
                    <a:pt x="43531" y="91921"/>
                    <a:pt x="71784" y="96943"/>
                  </a:cubicBezTo>
                  <a:cubicBezTo>
                    <a:pt x="84994" y="99095"/>
                    <a:pt x="112513" y="103758"/>
                    <a:pt x="112513" y="124922"/>
                  </a:cubicBezTo>
                  <a:cubicBezTo>
                    <a:pt x="112513" y="151824"/>
                    <a:pt x="78756" y="151824"/>
                    <a:pt x="70684" y="151824"/>
                  </a:cubicBezTo>
                  <a:cubicBezTo>
                    <a:pt x="31790" y="151824"/>
                    <a:pt x="22250" y="125639"/>
                    <a:pt x="17847" y="110215"/>
                  </a:cubicBezTo>
                  <a:cubicBezTo>
                    <a:pt x="16012" y="105193"/>
                    <a:pt x="14177" y="105193"/>
                    <a:pt x="9040" y="105193"/>
                  </a:cubicBezTo>
                  <a:cubicBezTo>
                    <a:pt x="234" y="105193"/>
                    <a:pt x="234" y="107345"/>
                    <a:pt x="234" y="115596"/>
                  </a:cubicBezTo>
                  <a:lnTo>
                    <a:pt x="234" y="154694"/>
                  </a:lnTo>
                  <a:cubicBezTo>
                    <a:pt x="234" y="161509"/>
                    <a:pt x="234" y="164737"/>
                    <a:pt x="6839" y="164737"/>
                  </a:cubicBezTo>
                  <a:cubicBezTo>
                    <a:pt x="9407" y="164737"/>
                    <a:pt x="10141" y="164737"/>
                    <a:pt x="17847" y="159357"/>
                  </a:cubicBezTo>
                  <a:cubicBezTo>
                    <a:pt x="18214" y="159357"/>
                    <a:pt x="26286" y="153976"/>
                    <a:pt x="27387" y="153259"/>
                  </a:cubicBezTo>
                  <a:cubicBezTo>
                    <a:pt x="44265" y="164737"/>
                    <a:pt x="63345" y="164737"/>
                    <a:pt x="70684" y="164737"/>
                  </a:cubicBezTo>
                  <a:cubicBezTo>
                    <a:pt x="82058" y="164737"/>
                    <a:pt x="138565" y="164737"/>
                    <a:pt x="138565" y="112367"/>
                  </a:cubicBezTo>
                  <a:cubicBezTo>
                    <a:pt x="138565" y="96943"/>
                    <a:pt x="131226" y="84389"/>
                    <a:pt x="118384" y="74345"/>
                  </a:cubicBezTo>
                  <a:cubicBezTo>
                    <a:pt x="104074" y="63943"/>
                    <a:pt x="92332" y="61791"/>
                    <a:pt x="63712" y="57127"/>
                  </a:cubicBezTo>
                  <a:close/>
                </a:path>
              </a:pathLst>
            </a:custGeom>
            <a:solidFill>
              <a:srgbClr val="000000"/>
            </a:solidFill>
            <a:ln w="3561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10" name="Group 9" descr="\documentclass{article}&#10;\usepackage{amsmath,amssymb}&#10;\pagestyle{empty}&#10;\begin{document}&#10;&#10;\newcommand{\score}{\textrm{score}}&#10;\newcommand{\classify}{\textrm{classify}}&#10;\newcommand{\bx}{\mathbf{x}}&#10;&#10;\begin{align*}&#10;\mathbf{W}^{(0)}&#10;\end{align*}&#10;&#10;&#10;\end{document}" title="IguanaTex Vector Display">
            <a:extLst>
              <a:ext uri="{FF2B5EF4-FFF2-40B4-BE49-F238E27FC236}">
                <a16:creationId xmlns:a16="http://schemas.microsoft.com/office/drawing/2014/main" id="{D6AA7059-C65C-C3A0-B6AD-B259BD7E5871}"/>
              </a:ext>
            </a:extLst>
          </p:cNvPr>
          <p:cNvGrpSpPr>
            <a:grpSpLocks noChangeAspect="1"/>
          </p:cNvGrpSpPr>
          <p:nvPr/>
        </p:nvGrpSpPr>
        <p:grpSpPr>
          <a:xfrm>
            <a:off x="7754389" y="4638858"/>
            <a:ext cx="769202" cy="335102"/>
            <a:chOff x="10632400" y="5219039"/>
            <a:chExt cx="769202" cy="335102"/>
          </a:xfrm>
        </p:grpSpPr>
        <p:sp>
          <p:nvSpPr>
            <p:cNvPr id="51" name="Freeform: Shape 50">
              <a:extLst>
                <a:ext uri="{FF2B5EF4-FFF2-40B4-BE49-F238E27FC236}">
                  <a16:creationId xmlns:a16="http://schemas.microsoft.com/office/drawing/2014/main" id="{224CB2F4-89A6-9863-8BFD-7B5D1E3EEE10}"/>
                </a:ext>
              </a:extLst>
            </p:cNvPr>
            <p:cNvSpPr/>
            <p:nvPr/>
          </p:nvSpPr>
          <p:spPr>
            <a:xfrm>
              <a:off x="10632400" y="5308277"/>
              <a:ext cx="413048" cy="245864"/>
            </a:xfrm>
            <a:custGeom>
              <a:avLst/>
              <a:gdLst>
                <a:gd name="connsiteX0" fmla="*/ 378850 w 413048"/>
                <a:gd name="connsiteY0" fmla="*/ 25238 h 245864"/>
                <a:gd name="connsiteX1" fmla="*/ 392618 w 413048"/>
                <a:gd name="connsiteY1" fmla="*/ 17444 h 245864"/>
                <a:gd name="connsiteX2" fmla="*/ 413271 w 413048"/>
                <a:gd name="connsiteY2" fmla="*/ 16735 h 245864"/>
                <a:gd name="connsiteX3" fmla="*/ 413271 w 413048"/>
                <a:gd name="connsiteY3" fmla="*/ 85 h 245864"/>
                <a:gd name="connsiteX4" fmla="*/ 374502 w 413048"/>
                <a:gd name="connsiteY4" fmla="*/ 1148 h 245864"/>
                <a:gd name="connsiteX5" fmla="*/ 325226 w 413048"/>
                <a:gd name="connsiteY5" fmla="*/ 85 h 245864"/>
                <a:gd name="connsiteX6" fmla="*/ 325226 w 413048"/>
                <a:gd name="connsiteY6" fmla="*/ 16735 h 245864"/>
                <a:gd name="connsiteX7" fmla="*/ 362183 w 413048"/>
                <a:gd name="connsiteY7" fmla="*/ 20632 h 245864"/>
                <a:gd name="connsiteX8" fmla="*/ 299864 w 413048"/>
                <a:gd name="connsiteY8" fmla="*/ 178992 h 245864"/>
                <a:gd name="connsiteX9" fmla="*/ 235732 w 413048"/>
                <a:gd name="connsiteY9" fmla="*/ 16735 h 245864"/>
                <a:gd name="connsiteX10" fmla="*/ 270515 w 413048"/>
                <a:gd name="connsiteY10" fmla="*/ 16735 h 245864"/>
                <a:gd name="connsiteX11" fmla="*/ 270515 w 413048"/>
                <a:gd name="connsiteY11" fmla="*/ 85 h 245864"/>
                <a:gd name="connsiteX12" fmla="*/ 207109 w 413048"/>
                <a:gd name="connsiteY12" fmla="*/ 1148 h 245864"/>
                <a:gd name="connsiteX13" fmla="*/ 151673 w 413048"/>
                <a:gd name="connsiteY13" fmla="*/ 85 h 245864"/>
                <a:gd name="connsiteX14" fmla="*/ 151673 w 413048"/>
                <a:gd name="connsiteY14" fmla="*/ 16735 h 245864"/>
                <a:gd name="connsiteX15" fmla="*/ 182833 w 413048"/>
                <a:gd name="connsiteY15" fmla="*/ 16735 h 245864"/>
                <a:gd name="connsiteX16" fmla="*/ 197688 w 413048"/>
                <a:gd name="connsiteY16" fmla="*/ 54288 h 245864"/>
                <a:gd name="connsiteX17" fmla="*/ 148412 w 413048"/>
                <a:gd name="connsiteY17" fmla="*/ 178992 h 245864"/>
                <a:gd name="connsiteX18" fmla="*/ 84281 w 413048"/>
                <a:gd name="connsiteY18" fmla="*/ 16735 h 245864"/>
                <a:gd name="connsiteX19" fmla="*/ 119064 w 413048"/>
                <a:gd name="connsiteY19" fmla="*/ 16735 h 245864"/>
                <a:gd name="connsiteX20" fmla="*/ 119064 w 413048"/>
                <a:gd name="connsiteY20" fmla="*/ 85 h 245864"/>
                <a:gd name="connsiteX21" fmla="*/ 55658 w 413048"/>
                <a:gd name="connsiteY21" fmla="*/ 1148 h 245864"/>
                <a:gd name="connsiteX22" fmla="*/ 222 w 413048"/>
                <a:gd name="connsiteY22" fmla="*/ 85 h 245864"/>
                <a:gd name="connsiteX23" fmla="*/ 222 w 413048"/>
                <a:gd name="connsiteY23" fmla="*/ 16735 h 245864"/>
                <a:gd name="connsiteX24" fmla="*/ 31382 w 413048"/>
                <a:gd name="connsiteY24" fmla="*/ 16735 h 245864"/>
                <a:gd name="connsiteX25" fmla="*/ 118340 w 413048"/>
                <a:gd name="connsiteY25" fmla="*/ 236738 h 245864"/>
                <a:gd name="connsiteX26" fmla="*/ 131021 w 413048"/>
                <a:gd name="connsiteY26" fmla="*/ 245949 h 245864"/>
                <a:gd name="connsiteX27" fmla="*/ 143702 w 413048"/>
                <a:gd name="connsiteY27" fmla="*/ 236738 h 245864"/>
                <a:gd name="connsiteX28" fmla="*/ 206746 w 413048"/>
                <a:gd name="connsiteY28" fmla="*/ 77316 h 245864"/>
                <a:gd name="connsiteX29" fmla="*/ 269791 w 413048"/>
                <a:gd name="connsiteY29" fmla="*/ 236738 h 245864"/>
                <a:gd name="connsiteX30" fmla="*/ 282472 w 413048"/>
                <a:gd name="connsiteY30" fmla="*/ 245949 h 245864"/>
                <a:gd name="connsiteX31" fmla="*/ 295153 w 413048"/>
                <a:gd name="connsiteY31" fmla="*/ 236738 h 245864"/>
                <a:gd name="connsiteX32" fmla="*/ 378850 w 413048"/>
                <a:gd name="connsiteY32" fmla="*/ 25238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13048" h="245864">
                  <a:moveTo>
                    <a:pt x="378850" y="25238"/>
                  </a:moveTo>
                  <a:cubicBezTo>
                    <a:pt x="381024" y="19215"/>
                    <a:pt x="381386" y="18507"/>
                    <a:pt x="392618" y="17444"/>
                  </a:cubicBezTo>
                  <a:cubicBezTo>
                    <a:pt x="399865" y="16735"/>
                    <a:pt x="407473" y="16735"/>
                    <a:pt x="413271" y="16735"/>
                  </a:cubicBezTo>
                  <a:lnTo>
                    <a:pt x="413271" y="85"/>
                  </a:lnTo>
                  <a:cubicBezTo>
                    <a:pt x="403488" y="439"/>
                    <a:pt x="390807" y="1148"/>
                    <a:pt x="374502" y="1148"/>
                  </a:cubicBezTo>
                  <a:cubicBezTo>
                    <a:pt x="360734" y="1148"/>
                    <a:pt x="338270" y="1148"/>
                    <a:pt x="325226" y="85"/>
                  </a:cubicBezTo>
                  <a:lnTo>
                    <a:pt x="325226" y="16735"/>
                  </a:lnTo>
                  <a:cubicBezTo>
                    <a:pt x="334284" y="16735"/>
                    <a:pt x="351676" y="16735"/>
                    <a:pt x="362183" y="20632"/>
                  </a:cubicBezTo>
                  <a:lnTo>
                    <a:pt x="299864" y="178992"/>
                  </a:lnTo>
                  <a:lnTo>
                    <a:pt x="235732" y="16735"/>
                  </a:lnTo>
                  <a:lnTo>
                    <a:pt x="270515" y="16735"/>
                  </a:lnTo>
                  <a:lnTo>
                    <a:pt x="270515" y="85"/>
                  </a:lnTo>
                  <a:cubicBezTo>
                    <a:pt x="256747" y="1148"/>
                    <a:pt x="222689" y="1148"/>
                    <a:pt x="207109" y="1148"/>
                  </a:cubicBezTo>
                  <a:cubicBezTo>
                    <a:pt x="192978" y="1148"/>
                    <a:pt x="164355" y="1148"/>
                    <a:pt x="151673" y="85"/>
                  </a:cubicBezTo>
                  <a:lnTo>
                    <a:pt x="151673" y="16735"/>
                  </a:lnTo>
                  <a:lnTo>
                    <a:pt x="182833" y="16735"/>
                  </a:lnTo>
                  <a:lnTo>
                    <a:pt x="197688" y="54288"/>
                  </a:lnTo>
                  <a:lnTo>
                    <a:pt x="148412" y="178992"/>
                  </a:lnTo>
                  <a:lnTo>
                    <a:pt x="84281" y="16735"/>
                  </a:lnTo>
                  <a:lnTo>
                    <a:pt x="119064" y="16735"/>
                  </a:lnTo>
                  <a:lnTo>
                    <a:pt x="119064" y="85"/>
                  </a:lnTo>
                  <a:cubicBezTo>
                    <a:pt x="105296" y="1148"/>
                    <a:pt x="71238" y="1148"/>
                    <a:pt x="55658" y="1148"/>
                  </a:cubicBezTo>
                  <a:cubicBezTo>
                    <a:pt x="41527" y="1148"/>
                    <a:pt x="12904" y="1148"/>
                    <a:pt x="222" y="85"/>
                  </a:cubicBezTo>
                  <a:lnTo>
                    <a:pt x="222" y="16735"/>
                  </a:lnTo>
                  <a:lnTo>
                    <a:pt x="31382" y="16735"/>
                  </a:lnTo>
                  <a:lnTo>
                    <a:pt x="118340" y="236738"/>
                  </a:lnTo>
                  <a:cubicBezTo>
                    <a:pt x="120514" y="242406"/>
                    <a:pt x="121963" y="245949"/>
                    <a:pt x="131021" y="245949"/>
                  </a:cubicBezTo>
                  <a:cubicBezTo>
                    <a:pt x="140079" y="245949"/>
                    <a:pt x="141528" y="242406"/>
                    <a:pt x="143702" y="236738"/>
                  </a:cubicBezTo>
                  <a:lnTo>
                    <a:pt x="206746" y="77316"/>
                  </a:lnTo>
                  <a:lnTo>
                    <a:pt x="269791" y="236738"/>
                  </a:lnTo>
                  <a:cubicBezTo>
                    <a:pt x="271965" y="242406"/>
                    <a:pt x="273414" y="245949"/>
                    <a:pt x="282472" y="245949"/>
                  </a:cubicBezTo>
                  <a:cubicBezTo>
                    <a:pt x="291530" y="245949"/>
                    <a:pt x="292979" y="242406"/>
                    <a:pt x="295153" y="236738"/>
                  </a:cubicBezTo>
                  <a:lnTo>
                    <a:pt x="378850" y="25238"/>
                  </a:lnTo>
                  <a:close/>
                </a:path>
              </a:pathLst>
            </a:custGeom>
            <a:solidFill>
              <a:srgbClr val="000000"/>
            </a:solidFill>
            <a:ln w="3636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2" name="Freeform: Shape 51">
              <a:extLst>
                <a:ext uri="{FF2B5EF4-FFF2-40B4-BE49-F238E27FC236}">
                  <a16:creationId xmlns:a16="http://schemas.microsoft.com/office/drawing/2014/main" id="{ED2F6D65-D4B0-F922-F4FC-EAB763A1CF00}"/>
                </a:ext>
              </a:extLst>
            </p:cNvPr>
            <p:cNvSpPr/>
            <p:nvPr/>
          </p:nvSpPr>
          <p:spPr>
            <a:xfrm>
              <a:off x="11089419" y="5219039"/>
              <a:ext cx="65942" cy="247742"/>
            </a:xfrm>
            <a:custGeom>
              <a:avLst/>
              <a:gdLst>
                <a:gd name="connsiteX0" fmla="*/ 61105 w 65942"/>
                <a:gd name="connsiteY0" fmla="*/ 81 h 247742"/>
                <a:gd name="connsiteX1" fmla="*/ 234 w 65942"/>
                <a:gd name="connsiteY1" fmla="*/ 123828 h 247742"/>
                <a:gd name="connsiteX2" fmla="*/ 61105 w 65942"/>
                <a:gd name="connsiteY2" fmla="*/ 247823 h 247742"/>
                <a:gd name="connsiteX3" fmla="*/ 66177 w 65942"/>
                <a:gd name="connsiteY3" fmla="*/ 244847 h 247742"/>
                <a:gd name="connsiteX4" fmla="*/ 63641 w 65942"/>
                <a:gd name="connsiteY4" fmla="*/ 241127 h 247742"/>
                <a:gd name="connsiteX5" fmla="*/ 17481 w 65942"/>
                <a:gd name="connsiteY5" fmla="*/ 124076 h 247742"/>
                <a:gd name="connsiteX6" fmla="*/ 64402 w 65942"/>
                <a:gd name="connsiteY6" fmla="*/ 6032 h 247742"/>
                <a:gd name="connsiteX7" fmla="*/ 66177 w 65942"/>
                <a:gd name="connsiteY7" fmla="*/ 3056 h 247742"/>
                <a:gd name="connsiteX8" fmla="*/ 61105 w 65942"/>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942" h="247742">
                  <a:moveTo>
                    <a:pt x="61105" y="81"/>
                  </a:moveTo>
                  <a:cubicBezTo>
                    <a:pt x="12916" y="33311"/>
                    <a:pt x="234" y="85885"/>
                    <a:pt x="234" y="123828"/>
                  </a:cubicBezTo>
                  <a:cubicBezTo>
                    <a:pt x="234" y="158794"/>
                    <a:pt x="10887" y="213104"/>
                    <a:pt x="61105" y="247823"/>
                  </a:cubicBezTo>
                  <a:cubicBezTo>
                    <a:pt x="63134" y="247823"/>
                    <a:pt x="66177" y="247823"/>
                    <a:pt x="66177" y="244847"/>
                  </a:cubicBezTo>
                  <a:cubicBezTo>
                    <a:pt x="66177" y="243359"/>
                    <a:pt x="65416" y="242863"/>
                    <a:pt x="63641" y="241127"/>
                  </a:cubicBezTo>
                  <a:cubicBezTo>
                    <a:pt x="29909" y="211368"/>
                    <a:pt x="17481" y="169210"/>
                    <a:pt x="17481" y="124076"/>
                  </a:cubicBezTo>
                  <a:cubicBezTo>
                    <a:pt x="17481" y="57118"/>
                    <a:pt x="43604" y="24384"/>
                    <a:pt x="64402" y="6032"/>
                  </a:cubicBezTo>
                  <a:cubicBezTo>
                    <a:pt x="65416" y="5040"/>
                    <a:pt x="66177" y="4296"/>
                    <a:pt x="66177" y="3056"/>
                  </a:cubicBezTo>
                  <a:cubicBezTo>
                    <a:pt x="66177" y="81"/>
                    <a:pt x="63134" y="81"/>
                    <a:pt x="61105" y="81"/>
                  </a:cubicBezTo>
                  <a:close/>
                </a:path>
              </a:pathLst>
            </a:custGeom>
            <a:solidFill>
              <a:srgbClr val="000000"/>
            </a:solidFill>
            <a:ln w="3636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3" name="Freeform: Shape 52">
              <a:extLst>
                <a:ext uri="{FF2B5EF4-FFF2-40B4-BE49-F238E27FC236}">
                  <a16:creationId xmlns:a16="http://schemas.microsoft.com/office/drawing/2014/main" id="{10C6F174-0EE9-0178-717C-3C5991205D58}"/>
                </a:ext>
              </a:extLst>
            </p:cNvPr>
            <p:cNvSpPr/>
            <p:nvPr/>
          </p:nvSpPr>
          <p:spPr>
            <a:xfrm>
              <a:off x="11186667" y="5240366"/>
              <a:ext cx="117682" cy="169625"/>
            </a:xfrm>
            <a:custGeom>
              <a:avLst/>
              <a:gdLst>
                <a:gd name="connsiteX0" fmla="*/ 117920 w 117682"/>
                <a:gd name="connsiteY0" fmla="*/ 85637 h 169625"/>
                <a:gd name="connsiteX1" fmla="*/ 102956 w 117682"/>
                <a:gd name="connsiteY1" fmla="*/ 21408 h 169625"/>
                <a:gd name="connsiteX2" fmla="*/ 59079 w 117682"/>
                <a:gd name="connsiteY2" fmla="*/ 81 h 169625"/>
                <a:gd name="connsiteX3" fmla="*/ 237 w 117682"/>
                <a:gd name="connsiteY3" fmla="*/ 85637 h 169625"/>
                <a:gd name="connsiteX4" fmla="*/ 59079 w 117682"/>
                <a:gd name="connsiteY4" fmla="*/ 169706 h 169625"/>
                <a:gd name="connsiteX5" fmla="*/ 117920 w 117682"/>
                <a:gd name="connsiteY5" fmla="*/ 85637 h 169625"/>
                <a:gd name="connsiteX6" fmla="*/ 59079 w 117682"/>
                <a:gd name="connsiteY6" fmla="*/ 162762 h 169625"/>
                <a:gd name="connsiteX7" fmla="*/ 26868 w 117682"/>
                <a:gd name="connsiteY7" fmla="*/ 135731 h 169625"/>
                <a:gd name="connsiteX8" fmla="*/ 23317 w 117682"/>
                <a:gd name="connsiteY8" fmla="*/ 82413 h 169625"/>
                <a:gd name="connsiteX9" fmla="*/ 27122 w 117682"/>
                <a:gd name="connsiteY9" fmla="*/ 31823 h 169625"/>
                <a:gd name="connsiteX10" fmla="*/ 59079 w 117682"/>
                <a:gd name="connsiteY10" fmla="*/ 7024 h 169625"/>
                <a:gd name="connsiteX11" fmla="*/ 90528 w 117682"/>
                <a:gd name="connsiteY11" fmla="*/ 29591 h 169625"/>
                <a:gd name="connsiteX12" fmla="*/ 94840 w 117682"/>
                <a:gd name="connsiteY12" fmla="*/ 82413 h 169625"/>
                <a:gd name="connsiteX13" fmla="*/ 91543 w 117682"/>
                <a:gd name="connsiteY13" fmla="*/ 134739 h 169625"/>
                <a:gd name="connsiteX14" fmla="*/ 59079 w 117682"/>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7682" h="169625">
                  <a:moveTo>
                    <a:pt x="117920" y="85637"/>
                  </a:moveTo>
                  <a:cubicBezTo>
                    <a:pt x="117920" y="58358"/>
                    <a:pt x="114623" y="38767"/>
                    <a:pt x="102956" y="21408"/>
                  </a:cubicBezTo>
                  <a:cubicBezTo>
                    <a:pt x="95094" y="10000"/>
                    <a:pt x="79369" y="81"/>
                    <a:pt x="59079" y="81"/>
                  </a:cubicBezTo>
                  <a:cubicBezTo>
                    <a:pt x="237" y="81"/>
                    <a:pt x="237" y="67782"/>
                    <a:pt x="237" y="85637"/>
                  </a:cubicBezTo>
                  <a:cubicBezTo>
                    <a:pt x="237" y="103492"/>
                    <a:pt x="237" y="169706"/>
                    <a:pt x="59079" y="169706"/>
                  </a:cubicBezTo>
                  <a:cubicBezTo>
                    <a:pt x="117920" y="169706"/>
                    <a:pt x="117920" y="103492"/>
                    <a:pt x="117920" y="85637"/>
                  </a:cubicBezTo>
                  <a:close/>
                  <a:moveTo>
                    <a:pt x="59079" y="162762"/>
                  </a:moveTo>
                  <a:cubicBezTo>
                    <a:pt x="47412" y="162762"/>
                    <a:pt x="31941" y="156066"/>
                    <a:pt x="26868" y="135731"/>
                  </a:cubicBezTo>
                  <a:cubicBezTo>
                    <a:pt x="23317" y="121100"/>
                    <a:pt x="23317" y="100765"/>
                    <a:pt x="23317" y="82413"/>
                  </a:cubicBezTo>
                  <a:cubicBezTo>
                    <a:pt x="23317" y="64310"/>
                    <a:pt x="23317" y="45463"/>
                    <a:pt x="27122" y="31823"/>
                  </a:cubicBezTo>
                  <a:cubicBezTo>
                    <a:pt x="32448" y="12232"/>
                    <a:pt x="48680" y="7024"/>
                    <a:pt x="59079" y="7024"/>
                  </a:cubicBezTo>
                  <a:cubicBezTo>
                    <a:pt x="72774" y="7024"/>
                    <a:pt x="85963" y="15208"/>
                    <a:pt x="90528" y="29591"/>
                  </a:cubicBezTo>
                  <a:cubicBezTo>
                    <a:pt x="94586" y="42983"/>
                    <a:pt x="94840" y="60838"/>
                    <a:pt x="94840" y="82413"/>
                  </a:cubicBezTo>
                  <a:cubicBezTo>
                    <a:pt x="94840" y="100765"/>
                    <a:pt x="94840" y="119116"/>
                    <a:pt x="91543" y="134739"/>
                  </a:cubicBezTo>
                  <a:cubicBezTo>
                    <a:pt x="86470" y="157306"/>
                    <a:pt x="69224" y="162762"/>
                    <a:pt x="59079" y="162762"/>
                  </a:cubicBezTo>
                  <a:close/>
                </a:path>
              </a:pathLst>
            </a:custGeom>
            <a:solidFill>
              <a:srgbClr val="000000"/>
            </a:solidFill>
            <a:ln w="3636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4" name="Freeform: Shape 53">
              <a:extLst>
                <a:ext uri="{FF2B5EF4-FFF2-40B4-BE49-F238E27FC236}">
                  <a16:creationId xmlns:a16="http://schemas.microsoft.com/office/drawing/2014/main" id="{0AF52328-D0C8-B2FD-78E4-9BBFBF0B6208}"/>
                </a:ext>
              </a:extLst>
            </p:cNvPr>
            <p:cNvSpPr/>
            <p:nvPr/>
          </p:nvSpPr>
          <p:spPr>
            <a:xfrm>
              <a:off x="11335913" y="5219039"/>
              <a:ext cx="65689" cy="247742"/>
            </a:xfrm>
            <a:custGeom>
              <a:avLst/>
              <a:gdLst>
                <a:gd name="connsiteX0" fmla="*/ 5060 w 65689"/>
                <a:gd name="connsiteY0" fmla="*/ 81 h 247742"/>
                <a:gd name="connsiteX1" fmla="*/ 241 w 65689"/>
                <a:gd name="connsiteY1" fmla="*/ 3056 h 247742"/>
                <a:gd name="connsiteX2" fmla="*/ 2524 w 65689"/>
                <a:gd name="connsiteY2" fmla="*/ 6776 h 247742"/>
                <a:gd name="connsiteX3" fmla="*/ 48684 w 65689"/>
                <a:gd name="connsiteY3" fmla="*/ 123828 h 247742"/>
                <a:gd name="connsiteX4" fmla="*/ 4807 w 65689"/>
                <a:gd name="connsiteY4" fmla="*/ 239143 h 247742"/>
                <a:gd name="connsiteX5" fmla="*/ 241 w 65689"/>
                <a:gd name="connsiteY5" fmla="*/ 244847 h 247742"/>
                <a:gd name="connsiteX6" fmla="*/ 3539 w 65689"/>
                <a:gd name="connsiteY6" fmla="*/ 247823 h 247742"/>
                <a:gd name="connsiteX7" fmla="*/ 47416 w 65689"/>
                <a:gd name="connsiteY7" fmla="*/ 200457 h 247742"/>
                <a:gd name="connsiteX8" fmla="*/ 65931 w 65689"/>
                <a:gd name="connsiteY8" fmla="*/ 124076 h 247742"/>
                <a:gd name="connsiteX9" fmla="*/ 5060 w 65689"/>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689" h="247742">
                  <a:moveTo>
                    <a:pt x="5060" y="81"/>
                  </a:moveTo>
                  <a:cubicBezTo>
                    <a:pt x="3285" y="81"/>
                    <a:pt x="241" y="81"/>
                    <a:pt x="241" y="3056"/>
                  </a:cubicBezTo>
                  <a:cubicBezTo>
                    <a:pt x="241" y="4296"/>
                    <a:pt x="1002" y="5040"/>
                    <a:pt x="2524" y="6776"/>
                  </a:cubicBezTo>
                  <a:cubicBezTo>
                    <a:pt x="24336" y="26368"/>
                    <a:pt x="48684" y="59846"/>
                    <a:pt x="48684" y="123828"/>
                  </a:cubicBezTo>
                  <a:cubicBezTo>
                    <a:pt x="48684" y="175658"/>
                    <a:pt x="32198" y="214840"/>
                    <a:pt x="4807" y="239143"/>
                  </a:cubicBezTo>
                  <a:cubicBezTo>
                    <a:pt x="495" y="243359"/>
                    <a:pt x="241" y="243607"/>
                    <a:pt x="241" y="244847"/>
                  </a:cubicBezTo>
                  <a:cubicBezTo>
                    <a:pt x="241" y="246087"/>
                    <a:pt x="1002" y="247823"/>
                    <a:pt x="3539" y="247823"/>
                  </a:cubicBezTo>
                  <a:cubicBezTo>
                    <a:pt x="6582" y="247823"/>
                    <a:pt x="30677" y="231455"/>
                    <a:pt x="47416" y="200457"/>
                  </a:cubicBezTo>
                  <a:cubicBezTo>
                    <a:pt x="58575" y="179873"/>
                    <a:pt x="65931" y="153090"/>
                    <a:pt x="65931" y="124076"/>
                  </a:cubicBezTo>
                  <a:cubicBezTo>
                    <a:pt x="65931" y="89109"/>
                    <a:pt x="55278" y="34799"/>
                    <a:pt x="5060" y="81"/>
                  </a:cubicBezTo>
                  <a:close/>
                </a:path>
              </a:pathLst>
            </a:custGeom>
            <a:solidFill>
              <a:srgbClr val="000000"/>
            </a:solidFill>
            <a:ln w="3636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11" name="Group 10" descr="\documentclass{article}&#10;\usepackage{amsmath,amssymb}&#10;\pagestyle{empty}&#10;\begin{document}&#10;&#10;\newcommand{\score}{\textrm{score}}&#10;\newcommand{\classify}{\textrm{classify}}&#10;\newcommand{\bx}{\mathbf{x}}&#10;&#10;\begin{align*}&#10;\frac{\partial \text{loss}}{\partial \mathbf{W}^{(0)}} = \frac{\partial \text{loss}}{\partial \mathbf{s}} \frac{\partial\mathbf{s}}{\partial \mathbf{z}^{(1)}}\frac{{\partial \mathbf{z}^{(1)}}}{\partial \mathbf{W}^{(0)}}&#10;\end{align*}&#10;&#10;&#10;\end{document}" title="IguanaTex Vector Display">
            <a:extLst>
              <a:ext uri="{FF2B5EF4-FFF2-40B4-BE49-F238E27FC236}">
                <a16:creationId xmlns:a16="http://schemas.microsoft.com/office/drawing/2014/main" id="{C1B3FDD4-A547-B7A9-BF86-963E1438C26E}"/>
              </a:ext>
            </a:extLst>
          </p:cNvPr>
          <p:cNvGrpSpPr>
            <a:grpSpLocks noChangeAspect="1"/>
          </p:cNvGrpSpPr>
          <p:nvPr/>
        </p:nvGrpSpPr>
        <p:grpSpPr>
          <a:xfrm>
            <a:off x="4006502" y="5426863"/>
            <a:ext cx="4280475" cy="793742"/>
            <a:chOff x="8690262" y="5104617"/>
            <a:chExt cx="4280475" cy="793742"/>
          </a:xfrm>
        </p:grpSpPr>
        <p:sp>
          <p:nvSpPr>
            <p:cNvPr id="12" name="Freeform: Shape 11">
              <a:extLst>
                <a:ext uri="{FF2B5EF4-FFF2-40B4-BE49-F238E27FC236}">
                  <a16:creationId xmlns:a16="http://schemas.microsoft.com/office/drawing/2014/main" id="{18F52A2C-446A-E7C7-C081-82B001160CD4}"/>
                </a:ext>
              </a:extLst>
            </p:cNvPr>
            <p:cNvSpPr/>
            <p:nvPr/>
          </p:nvSpPr>
          <p:spPr>
            <a:xfrm>
              <a:off x="8830229" y="5164190"/>
              <a:ext cx="185961" cy="255768"/>
            </a:xfrm>
            <a:custGeom>
              <a:avLst/>
              <a:gdLst>
                <a:gd name="connsiteX0" fmla="*/ 149724 w 185961"/>
                <a:gd name="connsiteY0" fmla="*/ 130739 h 255768"/>
                <a:gd name="connsiteX1" fmla="*/ 104117 w 185961"/>
                <a:gd name="connsiteY1" fmla="*/ 89844 h 255768"/>
                <a:gd name="connsiteX2" fmla="*/ 31995 w 185961"/>
                <a:gd name="connsiteY2" fmla="*/ 122422 h 255768"/>
                <a:gd name="connsiteX3" fmla="*/ 177 w 185961"/>
                <a:gd name="connsiteY3" fmla="*/ 194162 h 255768"/>
                <a:gd name="connsiteX4" fmla="*/ 65228 w 185961"/>
                <a:gd name="connsiteY4" fmla="*/ 255851 h 255768"/>
                <a:gd name="connsiteX5" fmla="*/ 186139 w 185961"/>
                <a:gd name="connsiteY5" fmla="*/ 89844 h 255768"/>
                <a:gd name="connsiteX6" fmla="*/ 109774 w 185961"/>
                <a:gd name="connsiteY6" fmla="*/ 83 h 255768"/>
                <a:gd name="connsiteX7" fmla="*/ 42248 w 185961"/>
                <a:gd name="connsiteY7" fmla="*/ 54841 h 255768"/>
                <a:gd name="connsiteX8" fmla="*/ 55683 w 185961"/>
                <a:gd name="connsiteY8" fmla="*/ 66971 h 255768"/>
                <a:gd name="connsiteX9" fmla="*/ 74774 w 185961"/>
                <a:gd name="connsiteY9" fmla="*/ 48602 h 255768"/>
                <a:gd name="connsiteX10" fmla="*/ 58157 w 185961"/>
                <a:gd name="connsiteY10" fmla="*/ 36472 h 255768"/>
                <a:gd name="connsiteX11" fmla="*/ 109067 w 185961"/>
                <a:gd name="connsiteY11" fmla="*/ 8747 h 255768"/>
                <a:gd name="connsiteX12" fmla="*/ 159623 w 185961"/>
                <a:gd name="connsiteY12" fmla="*/ 71476 h 255768"/>
                <a:gd name="connsiteX13" fmla="*/ 150078 w 185961"/>
                <a:gd name="connsiteY13" fmla="*/ 130739 h 255768"/>
                <a:gd name="connsiteX14" fmla="*/ 149724 w 185961"/>
                <a:gd name="connsiteY14" fmla="*/ 130739 h 255768"/>
                <a:gd name="connsiteX15" fmla="*/ 66289 w 185961"/>
                <a:gd name="connsiteY15" fmla="*/ 246147 h 255768"/>
                <a:gd name="connsiteX16" fmla="*/ 27399 w 185961"/>
                <a:gd name="connsiteY16" fmla="*/ 206985 h 255768"/>
                <a:gd name="connsiteX17" fmla="*/ 50733 w 185961"/>
                <a:gd name="connsiteY17" fmla="*/ 128313 h 255768"/>
                <a:gd name="connsiteX18" fmla="*/ 104117 w 185961"/>
                <a:gd name="connsiteY18" fmla="*/ 97469 h 255768"/>
                <a:gd name="connsiteX19" fmla="*/ 143360 w 185961"/>
                <a:gd name="connsiteY19" fmla="*/ 143216 h 255768"/>
                <a:gd name="connsiteX20" fmla="*/ 66289 w 185961"/>
                <a:gd name="connsiteY20" fmla="*/ 246147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724" y="130739"/>
                  </a:moveTo>
                  <a:cubicBezTo>
                    <a:pt x="146189" y="109252"/>
                    <a:pt x="131694" y="89844"/>
                    <a:pt x="104117" y="89844"/>
                  </a:cubicBezTo>
                  <a:cubicBezTo>
                    <a:pt x="82552" y="89844"/>
                    <a:pt x="59571" y="95389"/>
                    <a:pt x="31995" y="122422"/>
                  </a:cubicBezTo>
                  <a:cubicBezTo>
                    <a:pt x="2652" y="151187"/>
                    <a:pt x="177" y="183418"/>
                    <a:pt x="177" y="194162"/>
                  </a:cubicBezTo>
                  <a:cubicBezTo>
                    <a:pt x="177" y="215649"/>
                    <a:pt x="15733" y="255851"/>
                    <a:pt x="65228" y="255851"/>
                  </a:cubicBezTo>
                  <a:cubicBezTo>
                    <a:pt x="149371" y="255851"/>
                    <a:pt x="186139" y="139404"/>
                    <a:pt x="186139" y="89844"/>
                  </a:cubicBezTo>
                  <a:cubicBezTo>
                    <a:pt x="186139" y="34740"/>
                    <a:pt x="153259" y="83"/>
                    <a:pt x="109774" y="83"/>
                  </a:cubicBezTo>
                  <a:cubicBezTo>
                    <a:pt x="58511" y="83"/>
                    <a:pt x="42248" y="45137"/>
                    <a:pt x="42248" y="54841"/>
                  </a:cubicBezTo>
                  <a:cubicBezTo>
                    <a:pt x="42248" y="59693"/>
                    <a:pt x="45076" y="66971"/>
                    <a:pt x="55683" y="66971"/>
                  </a:cubicBezTo>
                  <a:cubicBezTo>
                    <a:pt x="67349" y="66971"/>
                    <a:pt x="74774" y="56573"/>
                    <a:pt x="74774" y="48602"/>
                  </a:cubicBezTo>
                  <a:cubicBezTo>
                    <a:pt x="74774" y="36472"/>
                    <a:pt x="63814" y="36472"/>
                    <a:pt x="58157" y="36472"/>
                  </a:cubicBezTo>
                  <a:cubicBezTo>
                    <a:pt x="73713" y="10826"/>
                    <a:pt x="98814" y="8747"/>
                    <a:pt x="109067" y="8747"/>
                  </a:cubicBezTo>
                  <a:cubicBezTo>
                    <a:pt x="134875" y="8747"/>
                    <a:pt x="159623" y="26768"/>
                    <a:pt x="159623" y="71476"/>
                  </a:cubicBezTo>
                  <a:cubicBezTo>
                    <a:pt x="159623" y="84992"/>
                    <a:pt x="157502" y="102667"/>
                    <a:pt x="150078" y="130739"/>
                  </a:cubicBezTo>
                  <a:lnTo>
                    <a:pt x="149724" y="130739"/>
                  </a:lnTo>
                  <a:close/>
                  <a:moveTo>
                    <a:pt x="66289" y="246147"/>
                  </a:moveTo>
                  <a:cubicBezTo>
                    <a:pt x="27399" y="246147"/>
                    <a:pt x="27399" y="210451"/>
                    <a:pt x="27399" y="206985"/>
                  </a:cubicBezTo>
                  <a:cubicBezTo>
                    <a:pt x="27399" y="197627"/>
                    <a:pt x="36238" y="149108"/>
                    <a:pt x="50733" y="128313"/>
                  </a:cubicBezTo>
                  <a:cubicBezTo>
                    <a:pt x="64875" y="108559"/>
                    <a:pt x="82198" y="97469"/>
                    <a:pt x="104117" y="97469"/>
                  </a:cubicBezTo>
                  <a:cubicBezTo>
                    <a:pt x="142653" y="97469"/>
                    <a:pt x="143360" y="136285"/>
                    <a:pt x="143360" y="143216"/>
                  </a:cubicBezTo>
                  <a:cubicBezTo>
                    <a:pt x="143360" y="168169"/>
                    <a:pt x="120734" y="246147"/>
                    <a:pt x="66289" y="246147"/>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 name="Freeform: Shape 12">
              <a:extLst>
                <a:ext uri="{FF2B5EF4-FFF2-40B4-BE49-F238E27FC236}">
                  <a16:creationId xmlns:a16="http://schemas.microsoft.com/office/drawing/2014/main" id="{E4A0616F-D2A8-63FE-FB96-96E27D7991A4}"/>
                </a:ext>
              </a:extLst>
            </p:cNvPr>
            <p:cNvSpPr/>
            <p:nvPr/>
          </p:nvSpPr>
          <p:spPr>
            <a:xfrm>
              <a:off x="9035091" y="5171814"/>
              <a:ext cx="78485" cy="240519"/>
            </a:xfrm>
            <a:custGeom>
              <a:avLst/>
              <a:gdLst>
                <a:gd name="connsiteX0" fmla="*/ 51092 w 78485"/>
                <a:gd name="connsiteY0" fmla="*/ 83 h 240519"/>
                <a:gd name="connsiteX1" fmla="*/ 183 w 78485"/>
                <a:gd name="connsiteY1" fmla="*/ 3895 h 240519"/>
                <a:gd name="connsiteX2" fmla="*/ 183 w 78485"/>
                <a:gd name="connsiteY2" fmla="*/ 14639 h 240519"/>
                <a:gd name="connsiteX3" fmla="*/ 27759 w 78485"/>
                <a:gd name="connsiteY3" fmla="*/ 34046 h 240519"/>
                <a:gd name="connsiteX4" fmla="*/ 27759 w 78485"/>
                <a:gd name="connsiteY4" fmla="*/ 214263 h 240519"/>
                <a:gd name="connsiteX5" fmla="*/ 183 w 78485"/>
                <a:gd name="connsiteY5" fmla="*/ 229858 h 240519"/>
                <a:gd name="connsiteX6" fmla="*/ 183 w 78485"/>
                <a:gd name="connsiteY6" fmla="*/ 240602 h 240519"/>
                <a:gd name="connsiteX7" fmla="*/ 39426 w 78485"/>
                <a:gd name="connsiteY7" fmla="*/ 239562 h 240519"/>
                <a:gd name="connsiteX8" fmla="*/ 78668 w 78485"/>
                <a:gd name="connsiteY8" fmla="*/ 240602 h 240519"/>
                <a:gd name="connsiteX9" fmla="*/ 78668 w 78485"/>
                <a:gd name="connsiteY9" fmla="*/ 229858 h 240519"/>
                <a:gd name="connsiteX10" fmla="*/ 51092 w 78485"/>
                <a:gd name="connsiteY10" fmla="*/ 214263 h 240519"/>
                <a:gd name="connsiteX11" fmla="*/ 51092 w 78485"/>
                <a:gd name="connsiteY11" fmla="*/ 83 h 240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485" h="240519">
                  <a:moveTo>
                    <a:pt x="51092" y="83"/>
                  </a:moveTo>
                  <a:lnTo>
                    <a:pt x="183" y="3895"/>
                  </a:lnTo>
                  <a:lnTo>
                    <a:pt x="183" y="14639"/>
                  </a:lnTo>
                  <a:cubicBezTo>
                    <a:pt x="24930" y="14639"/>
                    <a:pt x="27759" y="17064"/>
                    <a:pt x="27759" y="34046"/>
                  </a:cubicBezTo>
                  <a:lnTo>
                    <a:pt x="27759" y="214263"/>
                  </a:lnTo>
                  <a:cubicBezTo>
                    <a:pt x="27759" y="229858"/>
                    <a:pt x="23870" y="229858"/>
                    <a:pt x="183" y="229858"/>
                  </a:cubicBezTo>
                  <a:lnTo>
                    <a:pt x="183" y="240602"/>
                  </a:lnTo>
                  <a:cubicBezTo>
                    <a:pt x="11850" y="240256"/>
                    <a:pt x="30587" y="239562"/>
                    <a:pt x="39426" y="239562"/>
                  </a:cubicBezTo>
                  <a:cubicBezTo>
                    <a:pt x="48264" y="239562"/>
                    <a:pt x="65588" y="240256"/>
                    <a:pt x="78668" y="240602"/>
                  </a:cubicBezTo>
                  <a:lnTo>
                    <a:pt x="78668" y="229858"/>
                  </a:lnTo>
                  <a:cubicBezTo>
                    <a:pt x="54981" y="229858"/>
                    <a:pt x="51092" y="229858"/>
                    <a:pt x="51092" y="214263"/>
                  </a:cubicBezTo>
                  <a:lnTo>
                    <a:pt x="51092" y="83"/>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 name="Freeform: Shape 13">
              <a:extLst>
                <a:ext uri="{FF2B5EF4-FFF2-40B4-BE49-F238E27FC236}">
                  <a16:creationId xmlns:a16="http://schemas.microsoft.com/office/drawing/2014/main" id="{10D0398E-F54B-2493-5F1B-FB2BAA5C1309}"/>
                </a:ext>
              </a:extLst>
            </p:cNvPr>
            <p:cNvSpPr/>
            <p:nvPr/>
          </p:nvSpPr>
          <p:spPr>
            <a:xfrm>
              <a:off x="9131529" y="5257070"/>
              <a:ext cx="156617" cy="159075"/>
            </a:xfrm>
            <a:custGeom>
              <a:avLst/>
              <a:gdLst>
                <a:gd name="connsiteX0" fmla="*/ 156803 w 156617"/>
                <a:gd name="connsiteY0" fmla="*/ 81180 h 159075"/>
                <a:gd name="connsiteX1" fmla="*/ 78671 w 156617"/>
                <a:gd name="connsiteY1" fmla="*/ 83 h 159075"/>
                <a:gd name="connsiteX2" fmla="*/ 185 w 156617"/>
                <a:gd name="connsiteY2" fmla="*/ 81180 h 159075"/>
                <a:gd name="connsiteX3" fmla="*/ 78318 w 156617"/>
                <a:gd name="connsiteY3" fmla="*/ 159158 h 159075"/>
                <a:gd name="connsiteX4" fmla="*/ 156803 w 156617"/>
                <a:gd name="connsiteY4" fmla="*/ 81180 h 159075"/>
                <a:gd name="connsiteX5" fmla="*/ 78671 w 156617"/>
                <a:gd name="connsiteY5" fmla="*/ 150494 h 159075"/>
                <a:gd name="connsiteX6" fmla="*/ 38368 w 156617"/>
                <a:gd name="connsiteY6" fmla="*/ 127274 h 159075"/>
                <a:gd name="connsiteX7" fmla="*/ 29529 w 156617"/>
                <a:gd name="connsiteY7" fmla="*/ 78407 h 159075"/>
                <a:gd name="connsiteX8" fmla="*/ 38014 w 156617"/>
                <a:gd name="connsiteY8" fmla="*/ 30927 h 159075"/>
                <a:gd name="connsiteX9" fmla="*/ 78318 w 156617"/>
                <a:gd name="connsiteY9" fmla="*/ 7707 h 159075"/>
                <a:gd name="connsiteX10" fmla="*/ 118268 w 156617"/>
                <a:gd name="connsiteY10" fmla="*/ 30234 h 159075"/>
                <a:gd name="connsiteX11" fmla="*/ 127460 w 156617"/>
                <a:gd name="connsiteY11" fmla="*/ 78407 h 159075"/>
                <a:gd name="connsiteX12" fmla="*/ 119682 w 156617"/>
                <a:gd name="connsiteY12" fmla="*/ 124848 h 159075"/>
                <a:gd name="connsiteX13" fmla="*/ 78671 w 156617"/>
                <a:gd name="connsiteY13" fmla="*/ 150494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17" h="159075">
                  <a:moveTo>
                    <a:pt x="156803" y="81180"/>
                  </a:moveTo>
                  <a:cubicBezTo>
                    <a:pt x="156803" y="36819"/>
                    <a:pt x="121450" y="83"/>
                    <a:pt x="78671" y="83"/>
                  </a:cubicBezTo>
                  <a:cubicBezTo>
                    <a:pt x="34479" y="83"/>
                    <a:pt x="185" y="37859"/>
                    <a:pt x="185" y="81180"/>
                  </a:cubicBezTo>
                  <a:cubicBezTo>
                    <a:pt x="185" y="125887"/>
                    <a:pt x="36954" y="159158"/>
                    <a:pt x="78318" y="159158"/>
                  </a:cubicBezTo>
                  <a:cubicBezTo>
                    <a:pt x="121096" y="159158"/>
                    <a:pt x="156803" y="125194"/>
                    <a:pt x="156803" y="81180"/>
                  </a:cubicBezTo>
                  <a:close/>
                  <a:moveTo>
                    <a:pt x="78671" y="150494"/>
                  </a:moveTo>
                  <a:cubicBezTo>
                    <a:pt x="63469" y="150494"/>
                    <a:pt x="47913" y="143216"/>
                    <a:pt x="38368" y="127274"/>
                  </a:cubicBezTo>
                  <a:cubicBezTo>
                    <a:pt x="29529" y="112025"/>
                    <a:pt x="29529" y="90884"/>
                    <a:pt x="29529" y="78407"/>
                  </a:cubicBezTo>
                  <a:cubicBezTo>
                    <a:pt x="29529" y="64891"/>
                    <a:pt x="29529" y="46176"/>
                    <a:pt x="38014" y="30927"/>
                  </a:cubicBezTo>
                  <a:cubicBezTo>
                    <a:pt x="47560" y="14985"/>
                    <a:pt x="64176" y="7707"/>
                    <a:pt x="78318" y="7707"/>
                  </a:cubicBezTo>
                  <a:cubicBezTo>
                    <a:pt x="93873" y="7707"/>
                    <a:pt x="109076" y="15332"/>
                    <a:pt x="118268" y="30234"/>
                  </a:cubicBezTo>
                  <a:cubicBezTo>
                    <a:pt x="127460" y="45137"/>
                    <a:pt x="127460" y="65238"/>
                    <a:pt x="127460" y="78407"/>
                  </a:cubicBezTo>
                  <a:cubicBezTo>
                    <a:pt x="127460" y="90884"/>
                    <a:pt x="127460" y="109599"/>
                    <a:pt x="119682" y="124848"/>
                  </a:cubicBezTo>
                  <a:cubicBezTo>
                    <a:pt x="111904" y="140443"/>
                    <a:pt x="96348" y="150494"/>
                    <a:pt x="78671" y="150494"/>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5" name="Freeform: Shape 14">
              <a:extLst>
                <a:ext uri="{FF2B5EF4-FFF2-40B4-BE49-F238E27FC236}">
                  <a16:creationId xmlns:a16="http://schemas.microsoft.com/office/drawing/2014/main" id="{7F27C761-D33B-9759-8BF4-4E53CB95FEF8}"/>
                </a:ext>
              </a:extLst>
            </p:cNvPr>
            <p:cNvSpPr/>
            <p:nvPr/>
          </p:nvSpPr>
          <p:spPr>
            <a:xfrm>
              <a:off x="9310067" y="5257070"/>
              <a:ext cx="115607" cy="159075"/>
            </a:xfrm>
            <a:custGeom>
              <a:avLst/>
              <a:gdLst>
                <a:gd name="connsiteX0" fmla="*/ 62060 w 115607"/>
                <a:gd name="connsiteY0" fmla="*/ 88111 h 159075"/>
                <a:gd name="connsiteX1" fmla="*/ 98828 w 115607"/>
                <a:gd name="connsiteY1" fmla="*/ 119996 h 159075"/>
                <a:gd name="connsiteX2" fmla="*/ 58878 w 115607"/>
                <a:gd name="connsiteY2" fmla="*/ 151534 h 159075"/>
                <a:gd name="connsiteX3" fmla="*/ 9736 w 115607"/>
                <a:gd name="connsiteY3" fmla="*/ 102321 h 159075"/>
                <a:gd name="connsiteX4" fmla="*/ 4786 w 115607"/>
                <a:gd name="connsiteY4" fmla="*/ 96429 h 159075"/>
                <a:gd name="connsiteX5" fmla="*/ 190 w 115607"/>
                <a:gd name="connsiteY5" fmla="*/ 105093 h 159075"/>
                <a:gd name="connsiteX6" fmla="*/ 190 w 115607"/>
                <a:gd name="connsiteY6" fmla="*/ 150841 h 159075"/>
                <a:gd name="connsiteX7" fmla="*/ 4079 w 115607"/>
                <a:gd name="connsiteY7" fmla="*/ 159158 h 159075"/>
                <a:gd name="connsiteX8" fmla="*/ 12918 w 115607"/>
                <a:gd name="connsiteY8" fmla="*/ 152227 h 159075"/>
                <a:gd name="connsiteX9" fmla="*/ 19989 w 115607"/>
                <a:gd name="connsiteY9" fmla="*/ 144256 h 159075"/>
                <a:gd name="connsiteX10" fmla="*/ 58878 w 115607"/>
                <a:gd name="connsiteY10" fmla="*/ 159158 h 159075"/>
                <a:gd name="connsiteX11" fmla="*/ 115798 w 115607"/>
                <a:gd name="connsiteY11" fmla="*/ 110985 h 159075"/>
                <a:gd name="connsiteX12" fmla="*/ 100949 w 115607"/>
                <a:gd name="connsiteY12" fmla="*/ 78061 h 159075"/>
                <a:gd name="connsiteX13" fmla="*/ 60646 w 115607"/>
                <a:gd name="connsiteY13" fmla="*/ 61425 h 159075"/>
                <a:gd name="connsiteX14" fmla="*/ 17160 w 115607"/>
                <a:gd name="connsiteY14" fmla="*/ 33007 h 159075"/>
                <a:gd name="connsiteX15" fmla="*/ 56757 w 115607"/>
                <a:gd name="connsiteY15" fmla="*/ 6667 h 159075"/>
                <a:gd name="connsiteX16" fmla="*/ 98121 w 115607"/>
                <a:gd name="connsiteY16" fmla="*/ 48602 h 159075"/>
                <a:gd name="connsiteX17" fmla="*/ 102363 w 115607"/>
                <a:gd name="connsiteY17" fmla="*/ 51722 h 159075"/>
                <a:gd name="connsiteX18" fmla="*/ 106959 w 115607"/>
                <a:gd name="connsiteY18" fmla="*/ 43404 h 159075"/>
                <a:gd name="connsiteX19" fmla="*/ 106959 w 115607"/>
                <a:gd name="connsiteY19" fmla="*/ 8400 h 159075"/>
                <a:gd name="connsiteX20" fmla="*/ 103070 w 115607"/>
                <a:gd name="connsiteY20" fmla="*/ 83 h 159075"/>
                <a:gd name="connsiteX21" fmla="*/ 96000 w 115607"/>
                <a:gd name="connsiteY21" fmla="*/ 4241 h 159075"/>
                <a:gd name="connsiteX22" fmla="*/ 89990 w 115607"/>
                <a:gd name="connsiteY22" fmla="*/ 9787 h 159075"/>
                <a:gd name="connsiteX23" fmla="*/ 56757 w 115607"/>
                <a:gd name="connsiteY23" fmla="*/ 83 h 159075"/>
                <a:gd name="connsiteX24" fmla="*/ 190 w 115607"/>
                <a:gd name="connsiteY24" fmla="*/ 42711 h 159075"/>
                <a:gd name="connsiteX25" fmla="*/ 15393 w 115607"/>
                <a:gd name="connsiteY25" fmla="*/ 72169 h 159075"/>
                <a:gd name="connsiteX26" fmla="*/ 62060 w 115607"/>
                <a:gd name="connsiteY26" fmla="*/ 88111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607" h="159075">
                  <a:moveTo>
                    <a:pt x="62060" y="88111"/>
                  </a:moveTo>
                  <a:cubicBezTo>
                    <a:pt x="69838" y="89498"/>
                    <a:pt x="98828" y="95043"/>
                    <a:pt x="98828" y="119996"/>
                  </a:cubicBezTo>
                  <a:cubicBezTo>
                    <a:pt x="98828" y="137671"/>
                    <a:pt x="86454" y="151534"/>
                    <a:pt x="58878" y="151534"/>
                  </a:cubicBezTo>
                  <a:cubicBezTo>
                    <a:pt x="29181" y="151534"/>
                    <a:pt x="16453" y="131779"/>
                    <a:pt x="9736" y="102321"/>
                  </a:cubicBezTo>
                  <a:cubicBezTo>
                    <a:pt x="8675" y="97815"/>
                    <a:pt x="8322" y="96429"/>
                    <a:pt x="4786" y="96429"/>
                  </a:cubicBezTo>
                  <a:cubicBezTo>
                    <a:pt x="190" y="96429"/>
                    <a:pt x="190" y="98855"/>
                    <a:pt x="190" y="105093"/>
                  </a:cubicBezTo>
                  <a:lnTo>
                    <a:pt x="190" y="150841"/>
                  </a:lnTo>
                  <a:cubicBezTo>
                    <a:pt x="190" y="156732"/>
                    <a:pt x="190" y="159158"/>
                    <a:pt x="4079" y="159158"/>
                  </a:cubicBezTo>
                  <a:cubicBezTo>
                    <a:pt x="5847" y="159158"/>
                    <a:pt x="6201" y="158812"/>
                    <a:pt x="12918" y="152227"/>
                  </a:cubicBezTo>
                  <a:cubicBezTo>
                    <a:pt x="13625" y="151534"/>
                    <a:pt x="13625" y="150841"/>
                    <a:pt x="19989" y="144256"/>
                  </a:cubicBezTo>
                  <a:cubicBezTo>
                    <a:pt x="35544" y="158812"/>
                    <a:pt x="51454" y="159158"/>
                    <a:pt x="58878" y="159158"/>
                  </a:cubicBezTo>
                  <a:cubicBezTo>
                    <a:pt x="99535" y="159158"/>
                    <a:pt x="115798" y="135938"/>
                    <a:pt x="115798" y="110985"/>
                  </a:cubicBezTo>
                  <a:cubicBezTo>
                    <a:pt x="115798" y="92617"/>
                    <a:pt x="105192" y="82220"/>
                    <a:pt x="100949" y="78061"/>
                  </a:cubicBezTo>
                  <a:cubicBezTo>
                    <a:pt x="89282" y="66971"/>
                    <a:pt x="75494" y="64198"/>
                    <a:pt x="60646" y="61425"/>
                  </a:cubicBezTo>
                  <a:cubicBezTo>
                    <a:pt x="40848" y="57613"/>
                    <a:pt x="17160" y="53108"/>
                    <a:pt x="17160" y="33007"/>
                  </a:cubicBezTo>
                  <a:cubicBezTo>
                    <a:pt x="17160" y="20877"/>
                    <a:pt x="26352" y="6667"/>
                    <a:pt x="56757" y="6667"/>
                  </a:cubicBezTo>
                  <a:cubicBezTo>
                    <a:pt x="95646" y="6667"/>
                    <a:pt x="97414" y="37859"/>
                    <a:pt x="98121" y="48602"/>
                  </a:cubicBezTo>
                  <a:cubicBezTo>
                    <a:pt x="98474" y="51722"/>
                    <a:pt x="101656" y="51722"/>
                    <a:pt x="102363" y="51722"/>
                  </a:cubicBezTo>
                  <a:cubicBezTo>
                    <a:pt x="106959" y="51722"/>
                    <a:pt x="106959" y="49989"/>
                    <a:pt x="106959" y="43404"/>
                  </a:cubicBezTo>
                  <a:lnTo>
                    <a:pt x="106959" y="8400"/>
                  </a:lnTo>
                  <a:cubicBezTo>
                    <a:pt x="106959" y="2509"/>
                    <a:pt x="106959" y="83"/>
                    <a:pt x="103070" y="83"/>
                  </a:cubicBezTo>
                  <a:cubicBezTo>
                    <a:pt x="101303" y="83"/>
                    <a:pt x="100596" y="83"/>
                    <a:pt x="96000" y="4241"/>
                  </a:cubicBezTo>
                  <a:cubicBezTo>
                    <a:pt x="94939" y="5628"/>
                    <a:pt x="91404" y="8747"/>
                    <a:pt x="89990" y="9787"/>
                  </a:cubicBezTo>
                  <a:cubicBezTo>
                    <a:pt x="76555" y="83"/>
                    <a:pt x="62060" y="83"/>
                    <a:pt x="56757" y="83"/>
                  </a:cubicBezTo>
                  <a:cubicBezTo>
                    <a:pt x="13625" y="83"/>
                    <a:pt x="190" y="23303"/>
                    <a:pt x="190" y="42711"/>
                  </a:cubicBezTo>
                  <a:cubicBezTo>
                    <a:pt x="190" y="54841"/>
                    <a:pt x="5847" y="64545"/>
                    <a:pt x="15393" y="72169"/>
                  </a:cubicBezTo>
                  <a:cubicBezTo>
                    <a:pt x="26706" y="81180"/>
                    <a:pt x="36605" y="83259"/>
                    <a:pt x="62060" y="8811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6" name="Freeform: Shape 15">
              <a:extLst>
                <a:ext uri="{FF2B5EF4-FFF2-40B4-BE49-F238E27FC236}">
                  <a16:creationId xmlns:a16="http://schemas.microsoft.com/office/drawing/2014/main" id="{497AAF79-BA20-25E1-F8A1-9407D1E8287E}"/>
                </a:ext>
              </a:extLst>
            </p:cNvPr>
            <p:cNvSpPr/>
            <p:nvPr/>
          </p:nvSpPr>
          <p:spPr>
            <a:xfrm>
              <a:off x="9449519" y="5257070"/>
              <a:ext cx="115607" cy="159075"/>
            </a:xfrm>
            <a:custGeom>
              <a:avLst/>
              <a:gdLst>
                <a:gd name="connsiteX0" fmla="*/ 62064 w 115607"/>
                <a:gd name="connsiteY0" fmla="*/ 88111 h 159075"/>
                <a:gd name="connsiteX1" fmla="*/ 98832 w 115607"/>
                <a:gd name="connsiteY1" fmla="*/ 119996 h 159075"/>
                <a:gd name="connsiteX2" fmla="*/ 58882 w 115607"/>
                <a:gd name="connsiteY2" fmla="*/ 151534 h 159075"/>
                <a:gd name="connsiteX3" fmla="*/ 9740 w 115607"/>
                <a:gd name="connsiteY3" fmla="*/ 102321 h 159075"/>
                <a:gd name="connsiteX4" fmla="*/ 4790 w 115607"/>
                <a:gd name="connsiteY4" fmla="*/ 96429 h 159075"/>
                <a:gd name="connsiteX5" fmla="*/ 194 w 115607"/>
                <a:gd name="connsiteY5" fmla="*/ 105093 h 159075"/>
                <a:gd name="connsiteX6" fmla="*/ 194 w 115607"/>
                <a:gd name="connsiteY6" fmla="*/ 150841 h 159075"/>
                <a:gd name="connsiteX7" fmla="*/ 4083 w 115607"/>
                <a:gd name="connsiteY7" fmla="*/ 159158 h 159075"/>
                <a:gd name="connsiteX8" fmla="*/ 12922 w 115607"/>
                <a:gd name="connsiteY8" fmla="*/ 152227 h 159075"/>
                <a:gd name="connsiteX9" fmla="*/ 19993 w 115607"/>
                <a:gd name="connsiteY9" fmla="*/ 144256 h 159075"/>
                <a:gd name="connsiteX10" fmla="*/ 58882 w 115607"/>
                <a:gd name="connsiteY10" fmla="*/ 159158 h 159075"/>
                <a:gd name="connsiteX11" fmla="*/ 115802 w 115607"/>
                <a:gd name="connsiteY11" fmla="*/ 110985 h 159075"/>
                <a:gd name="connsiteX12" fmla="*/ 100953 w 115607"/>
                <a:gd name="connsiteY12" fmla="*/ 78061 h 159075"/>
                <a:gd name="connsiteX13" fmla="*/ 60650 w 115607"/>
                <a:gd name="connsiteY13" fmla="*/ 61425 h 159075"/>
                <a:gd name="connsiteX14" fmla="*/ 17164 w 115607"/>
                <a:gd name="connsiteY14" fmla="*/ 33007 h 159075"/>
                <a:gd name="connsiteX15" fmla="*/ 56761 w 115607"/>
                <a:gd name="connsiteY15" fmla="*/ 6667 h 159075"/>
                <a:gd name="connsiteX16" fmla="*/ 98125 w 115607"/>
                <a:gd name="connsiteY16" fmla="*/ 48602 h 159075"/>
                <a:gd name="connsiteX17" fmla="*/ 102367 w 115607"/>
                <a:gd name="connsiteY17" fmla="*/ 51722 h 159075"/>
                <a:gd name="connsiteX18" fmla="*/ 106963 w 115607"/>
                <a:gd name="connsiteY18" fmla="*/ 43404 h 159075"/>
                <a:gd name="connsiteX19" fmla="*/ 106963 w 115607"/>
                <a:gd name="connsiteY19" fmla="*/ 8400 h 159075"/>
                <a:gd name="connsiteX20" fmla="*/ 103074 w 115607"/>
                <a:gd name="connsiteY20" fmla="*/ 83 h 159075"/>
                <a:gd name="connsiteX21" fmla="*/ 96004 w 115607"/>
                <a:gd name="connsiteY21" fmla="*/ 4241 h 159075"/>
                <a:gd name="connsiteX22" fmla="*/ 89993 w 115607"/>
                <a:gd name="connsiteY22" fmla="*/ 9787 h 159075"/>
                <a:gd name="connsiteX23" fmla="*/ 56761 w 115607"/>
                <a:gd name="connsiteY23" fmla="*/ 83 h 159075"/>
                <a:gd name="connsiteX24" fmla="*/ 194 w 115607"/>
                <a:gd name="connsiteY24" fmla="*/ 42711 h 159075"/>
                <a:gd name="connsiteX25" fmla="*/ 15397 w 115607"/>
                <a:gd name="connsiteY25" fmla="*/ 72169 h 159075"/>
                <a:gd name="connsiteX26" fmla="*/ 62064 w 115607"/>
                <a:gd name="connsiteY26" fmla="*/ 88111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607" h="159075">
                  <a:moveTo>
                    <a:pt x="62064" y="88111"/>
                  </a:moveTo>
                  <a:cubicBezTo>
                    <a:pt x="69842" y="89498"/>
                    <a:pt x="98832" y="95043"/>
                    <a:pt x="98832" y="119996"/>
                  </a:cubicBezTo>
                  <a:cubicBezTo>
                    <a:pt x="98832" y="137671"/>
                    <a:pt x="86458" y="151534"/>
                    <a:pt x="58882" y="151534"/>
                  </a:cubicBezTo>
                  <a:cubicBezTo>
                    <a:pt x="29185" y="151534"/>
                    <a:pt x="16457" y="131779"/>
                    <a:pt x="9740" y="102321"/>
                  </a:cubicBezTo>
                  <a:cubicBezTo>
                    <a:pt x="8679" y="97815"/>
                    <a:pt x="8326" y="96429"/>
                    <a:pt x="4790" y="96429"/>
                  </a:cubicBezTo>
                  <a:cubicBezTo>
                    <a:pt x="194" y="96429"/>
                    <a:pt x="194" y="98855"/>
                    <a:pt x="194" y="105093"/>
                  </a:cubicBezTo>
                  <a:lnTo>
                    <a:pt x="194" y="150841"/>
                  </a:lnTo>
                  <a:cubicBezTo>
                    <a:pt x="194" y="156732"/>
                    <a:pt x="194" y="159158"/>
                    <a:pt x="4083" y="159158"/>
                  </a:cubicBezTo>
                  <a:cubicBezTo>
                    <a:pt x="5851" y="159158"/>
                    <a:pt x="6205" y="158812"/>
                    <a:pt x="12922" y="152227"/>
                  </a:cubicBezTo>
                  <a:cubicBezTo>
                    <a:pt x="13629" y="151534"/>
                    <a:pt x="13629" y="150841"/>
                    <a:pt x="19993" y="144256"/>
                  </a:cubicBezTo>
                  <a:cubicBezTo>
                    <a:pt x="35548" y="158812"/>
                    <a:pt x="51458" y="159158"/>
                    <a:pt x="58882" y="159158"/>
                  </a:cubicBezTo>
                  <a:cubicBezTo>
                    <a:pt x="99539" y="159158"/>
                    <a:pt x="115802" y="135938"/>
                    <a:pt x="115802" y="110985"/>
                  </a:cubicBezTo>
                  <a:cubicBezTo>
                    <a:pt x="115802" y="92617"/>
                    <a:pt x="105196" y="82220"/>
                    <a:pt x="100953" y="78061"/>
                  </a:cubicBezTo>
                  <a:cubicBezTo>
                    <a:pt x="89286" y="66971"/>
                    <a:pt x="75498" y="64198"/>
                    <a:pt x="60650" y="61425"/>
                  </a:cubicBezTo>
                  <a:cubicBezTo>
                    <a:pt x="40851" y="57613"/>
                    <a:pt x="17164" y="53108"/>
                    <a:pt x="17164" y="33007"/>
                  </a:cubicBezTo>
                  <a:cubicBezTo>
                    <a:pt x="17164" y="20877"/>
                    <a:pt x="26356" y="6667"/>
                    <a:pt x="56761" y="6667"/>
                  </a:cubicBezTo>
                  <a:cubicBezTo>
                    <a:pt x="95650" y="6667"/>
                    <a:pt x="97418" y="37859"/>
                    <a:pt x="98125" y="48602"/>
                  </a:cubicBezTo>
                  <a:cubicBezTo>
                    <a:pt x="98478" y="51722"/>
                    <a:pt x="101660" y="51722"/>
                    <a:pt x="102367" y="51722"/>
                  </a:cubicBezTo>
                  <a:cubicBezTo>
                    <a:pt x="106963" y="51722"/>
                    <a:pt x="106963" y="49989"/>
                    <a:pt x="106963" y="43404"/>
                  </a:cubicBezTo>
                  <a:lnTo>
                    <a:pt x="106963" y="8400"/>
                  </a:lnTo>
                  <a:cubicBezTo>
                    <a:pt x="106963" y="2509"/>
                    <a:pt x="106963" y="83"/>
                    <a:pt x="103074" y="83"/>
                  </a:cubicBezTo>
                  <a:cubicBezTo>
                    <a:pt x="101307" y="83"/>
                    <a:pt x="100600" y="83"/>
                    <a:pt x="96004" y="4241"/>
                  </a:cubicBezTo>
                  <a:cubicBezTo>
                    <a:pt x="94943" y="5628"/>
                    <a:pt x="91408" y="8747"/>
                    <a:pt x="89993" y="9787"/>
                  </a:cubicBezTo>
                  <a:cubicBezTo>
                    <a:pt x="76559" y="83"/>
                    <a:pt x="62064" y="83"/>
                    <a:pt x="56761" y="83"/>
                  </a:cubicBezTo>
                  <a:cubicBezTo>
                    <a:pt x="13629" y="83"/>
                    <a:pt x="194" y="23303"/>
                    <a:pt x="194" y="42711"/>
                  </a:cubicBezTo>
                  <a:cubicBezTo>
                    <a:pt x="194" y="54841"/>
                    <a:pt x="5851" y="64545"/>
                    <a:pt x="15397" y="72169"/>
                  </a:cubicBezTo>
                  <a:cubicBezTo>
                    <a:pt x="26710" y="81180"/>
                    <a:pt x="36609" y="83259"/>
                    <a:pt x="62064" y="8811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7" name="Freeform: Shape 16">
              <a:extLst>
                <a:ext uri="{FF2B5EF4-FFF2-40B4-BE49-F238E27FC236}">
                  <a16:creationId xmlns:a16="http://schemas.microsoft.com/office/drawing/2014/main" id="{1A3E4874-B865-D3F4-443A-7CCB1F4737B3}"/>
                </a:ext>
              </a:extLst>
            </p:cNvPr>
            <p:cNvSpPr/>
            <p:nvPr/>
          </p:nvSpPr>
          <p:spPr>
            <a:xfrm>
              <a:off x="8690262" y="5553217"/>
              <a:ext cx="1012865" cy="13862"/>
            </a:xfrm>
            <a:custGeom>
              <a:avLst/>
              <a:gdLst>
                <a:gd name="connsiteX0" fmla="*/ 0 w 1012865"/>
                <a:gd name="connsiteY0" fmla="*/ 0 h 13862"/>
                <a:gd name="connsiteX1" fmla="*/ 1012866 w 1012865"/>
                <a:gd name="connsiteY1" fmla="*/ 0 h 13862"/>
                <a:gd name="connsiteX2" fmla="*/ 1012866 w 1012865"/>
                <a:gd name="connsiteY2" fmla="*/ 13862 h 13862"/>
                <a:gd name="connsiteX3" fmla="*/ 0 w 1012865"/>
                <a:gd name="connsiteY3" fmla="*/ 13862 h 13862"/>
              </a:gdLst>
              <a:ahLst/>
              <a:cxnLst>
                <a:cxn ang="0">
                  <a:pos x="connsiteX0" y="connsiteY0"/>
                </a:cxn>
                <a:cxn ang="0">
                  <a:pos x="connsiteX1" y="connsiteY1"/>
                </a:cxn>
                <a:cxn ang="0">
                  <a:pos x="connsiteX2" y="connsiteY2"/>
                </a:cxn>
                <a:cxn ang="0">
                  <a:pos x="connsiteX3" y="connsiteY3"/>
                </a:cxn>
              </a:cxnLst>
              <a:rect l="l" t="t" r="r" b="b"/>
              <a:pathLst>
                <a:path w="1012865" h="13862">
                  <a:moveTo>
                    <a:pt x="0" y="0"/>
                  </a:moveTo>
                  <a:lnTo>
                    <a:pt x="1012866" y="0"/>
                  </a:lnTo>
                  <a:lnTo>
                    <a:pt x="1012866" y="13862"/>
                  </a:lnTo>
                  <a:lnTo>
                    <a:pt x="0" y="13862"/>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8" name="Freeform: Shape 17">
              <a:extLst>
                <a:ext uri="{FF2B5EF4-FFF2-40B4-BE49-F238E27FC236}">
                  <a16:creationId xmlns:a16="http://schemas.microsoft.com/office/drawing/2014/main" id="{4AAE7B96-B3F1-053F-50DD-3A533D618D67}"/>
                </a:ext>
              </a:extLst>
            </p:cNvPr>
            <p:cNvSpPr/>
            <p:nvPr/>
          </p:nvSpPr>
          <p:spPr>
            <a:xfrm>
              <a:off x="8704404" y="5642591"/>
              <a:ext cx="185961" cy="255768"/>
            </a:xfrm>
            <a:custGeom>
              <a:avLst/>
              <a:gdLst>
                <a:gd name="connsiteX0" fmla="*/ 149721 w 185961"/>
                <a:gd name="connsiteY0" fmla="*/ 130753 h 255768"/>
                <a:gd name="connsiteX1" fmla="*/ 104114 w 185961"/>
                <a:gd name="connsiteY1" fmla="*/ 89858 h 255768"/>
                <a:gd name="connsiteX2" fmla="*/ 31992 w 185961"/>
                <a:gd name="connsiteY2" fmla="*/ 122436 h 255768"/>
                <a:gd name="connsiteX3" fmla="*/ 173 w 185961"/>
                <a:gd name="connsiteY3" fmla="*/ 194175 h 255768"/>
                <a:gd name="connsiteX4" fmla="*/ 65225 w 185961"/>
                <a:gd name="connsiteY4" fmla="*/ 255865 h 255768"/>
                <a:gd name="connsiteX5" fmla="*/ 186135 w 185961"/>
                <a:gd name="connsiteY5" fmla="*/ 89858 h 255768"/>
                <a:gd name="connsiteX6" fmla="*/ 109771 w 185961"/>
                <a:gd name="connsiteY6" fmla="*/ 96 h 255768"/>
                <a:gd name="connsiteX7" fmla="*/ 42245 w 185961"/>
                <a:gd name="connsiteY7" fmla="*/ 54854 h 255768"/>
                <a:gd name="connsiteX8" fmla="*/ 55679 w 185961"/>
                <a:gd name="connsiteY8" fmla="*/ 66984 h 255768"/>
                <a:gd name="connsiteX9" fmla="*/ 74770 w 185961"/>
                <a:gd name="connsiteY9" fmla="*/ 48616 h 255768"/>
                <a:gd name="connsiteX10" fmla="*/ 58154 w 185961"/>
                <a:gd name="connsiteY10" fmla="*/ 36486 h 255768"/>
                <a:gd name="connsiteX11" fmla="*/ 109063 w 185961"/>
                <a:gd name="connsiteY11" fmla="*/ 8761 h 255768"/>
                <a:gd name="connsiteX12" fmla="*/ 159620 w 185961"/>
                <a:gd name="connsiteY12" fmla="*/ 71490 h 255768"/>
                <a:gd name="connsiteX13" fmla="*/ 150074 w 185961"/>
                <a:gd name="connsiteY13" fmla="*/ 130753 h 255768"/>
                <a:gd name="connsiteX14" fmla="*/ 149721 w 185961"/>
                <a:gd name="connsiteY14" fmla="*/ 130753 h 255768"/>
                <a:gd name="connsiteX15" fmla="*/ 66285 w 185961"/>
                <a:gd name="connsiteY15" fmla="*/ 246161 h 255768"/>
                <a:gd name="connsiteX16" fmla="*/ 27396 w 185961"/>
                <a:gd name="connsiteY16" fmla="*/ 206999 h 255768"/>
                <a:gd name="connsiteX17" fmla="*/ 50729 w 185961"/>
                <a:gd name="connsiteY17" fmla="*/ 128327 h 255768"/>
                <a:gd name="connsiteX18" fmla="*/ 104114 w 185961"/>
                <a:gd name="connsiteY18" fmla="*/ 97482 h 255768"/>
                <a:gd name="connsiteX19" fmla="*/ 143357 w 185961"/>
                <a:gd name="connsiteY19" fmla="*/ 143230 h 255768"/>
                <a:gd name="connsiteX20" fmla="*/ 66285 w 185961"/>
                <a:gd name="connsiteY20" fmla="*/ 246161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721" y="130753"/>
                  </a:moveTo>
                  <a:cubicBezTo>
                    <a:pt x="146185" y="109266"/>
                    <a:pt x="131690" y="89858"/>
                    <a:pt x="104114" y="89858"/>
                  </a:cubicBezTo>
                  <a:cubicBezTo>
                    <a:pt x="82548" y="89858"/>
                    <a:pt x="59568" y="95403"/>
                    <a:pt x="31992" y="122436"/>
                  </a:cubicBezTo>
                  <a:cubicBezTo>
                    <a:pt x="2648" y="151201"/>
                    <a:pt x="173" y="183432"/>
                    <a:pt x="173" y="194175"/>
                  </a:cubicBezTo>
                  <a:cubicBezTo>
                    <a:pt x="173" y="215663"/>
                    <a:pt x="15729" y="255865"/>
                    <a:pt x="65225" y="255865"/>
                  </a:cubicBezTo>
                  <a:cubicBezTo>
                    <a:pt x="149367" y="255865"/>
                    <a:pt x="186135" y="139417"/>
                    <a:pt x="186135" y="89858"/>
                  </a:cubicBezTo>
                  <a:cubicBezTo>
                    <a:pt x="186135" y="34753"/>
                    <a:pt x="153256" y="96"/>
                    <a:pt x="109771" y="96"/>
                  </a:cubicBezTo>
                  <a:cubicBezTo>
                    <a:pt x="58507" y="96"/>
                    <a:pt x="42245" y="45150"/>
                    <a:pt x="42245" y="54854"/>
                  </a:cubicBezTo>
                  <a:cubicBezTo>
                    <a:pt x="42245" y="59706"/>
                    <a:pt x="45073" y="66984"/>
                    <a:pt x="55679" y="66984"/>
                  </a:cubicBezTo>
                  <a:cubicBezTo>
                    <a:pt x="67346" y="66984"/>
                    <a:pt x="74770" y="56587"/>
                    <a:pt x="74770" y="48616"/>
                  </a:cubicBezTo>
                  <a:cubicBezTo>
                    <a:pt x="74770" y="36486"/>
                    <a:pt x="63810" y="36486"/>
                    <a:pt x="58154" y="36486"/>
                  </a:cubicBezTo>
                  <a:cubicBezTo>
                    <a:pt x="73710" y="10840"/>
                    <a:pt x="98811" y="8761"/>
                    <a:pt x="109063" y="8761"/>
                  </a:cubicBezTo>
                  <a:cubicBezTo>
                    <a:pt x="134872" y="8761"/>
                    <a:pt x="159620" y="26782"/>
                    <a:pt x="159620" y="71490"/>
                  </a:cubicBezTo>
                  <a:cubicBezTo>
                    <a:pt x="159620" y="85006"/>
                    <a:pt x="157498" y="102681"/>
                    <a:pt x="150074" y="130753"/>
                  </a:cubicBezTo>
                  <a:lnTo>
                    <a:pt x="149721" y="130753"/>
                  </a:lnTo>
                  <a:close/>
                  <a:moveTo>
                    <a:pt x="66285" y="246161"/>
                  </a:moveTo>
                  <a:cubicBezTo>
                    <a:pt x="27396" y="246161"/>
                    <a:pt x="27396" y="210464"/>
                    <a:pt x="27396" y="206999"/>
                  </a:cubicBezTo>
                  <a:cubicBezTo>
                    <a:pt x="27396" y="197641"/>
                    <a:pt x="36234" y="149121"/>
                    <a:pt x="50729" y="128327"/>
                  </a:cubicBezTo>
                  <a:cubicBezTo>
                    <a:pt x="64871" y="108573"/>
                    <a:pt x="82194" y="97482"/>
                    <a:pt x="104114" y="97482"/>
                  </a:cubicBezTo>
                  <a:cubicBezTo>
                    <a:pt x="142650" y="97482"/>
                    <a:pt x="143357" y="136298"/>
                    <a:pt x="143357" y="143230"/>
                  </a:cubicBezTo>
                  <a:cubicBezTo>
                    <a:pt x="143357" y="168183"/>
                    <a:pt x="120730" y="246161"/>
                    <a:pt x="66285" y="24616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9" name="Freeform: Shape 18">
              <a:extLst>
                <a:ext uri="{FF2B5EF4-FFF2-40B4-BE49-F238E27FC236}">
                  <a16:creationId xmlns:a16="http://schemas.microsoft.com/office/drawing/2014/main" id="{9F8E1CFD-FA47-E72E-D83E-FFF9E93993A0}"/>
                </a:ext>
              </a:extLst>
            </p:cNvPr>
            <p:cNvSpPr/>
            <p:nvPr/>
          </p:nvSpPr>
          <p:spPr>
            <a:xfrm>
              <a:off x="8906083" y="5652988"/>
              <a:ext cx="403035" cy="240519"/>
            </a:xfrm>
            <a:custGeom>
              <a:avLst/>
              <a:gdLst>
                <a:gd name="connsiteX0" fmla="*/ 369628 w 403035"/>
                <a:gd name="connsiteY0" fmla="*/ 24703 h 240519"/>
                <a:gd name="connsiteX1" fmla="*/ 383062 w 403035"/>
                <a:gd name="connsiteY1" fmla="*/ 17078 h 240519"/>
                <a:gd name="connsiteX2" fmla="*/ 403214 w 403035"/>
                <a:gd name="connsiteY2" fmla="*/ 16385 h 240519"/>
                <a:gd name="connsiteX3" fmla="*/ 403214 w 403035"/>
                <a:gd name="connsiteY3" fmla="*/ 96 h 240519"/>
                <a:gd name="connsiteX4" fmla="*/ 365386 w 403035"/>
                <a:gd name="connsiteY4" fmla="*/ 1136 h 240519"/>
                <a:gd name="connsiteX5" fmla="*/ 317304 w 403035"/>
                <a:gd name="connsiteY5" fmla="*/ 96 h 240519"/>
                <a:gd name="connsiteX6" fmla="*/ 317304 w 403035"/>
                <a:gd name="connsiteY6" fmla="*/ 16385 h 240519"/>
                <a:gd name="connsiteX7" fmla="*/ 353365 w 403035"/>
                <a:gd name="connsiteY7" fmla="*/ 20197 h 240519"/>
                <a:gd name="connsiteX8" fmla="*/ 292556 w 403035"/>
                <a:gd name="connsiteY8" fmla="*/ 175114 h 240519"/>
                <a:gd name="connsiteX9" fmla="*/ 229980 w 403035"/>
                <a:gd name="connsiteY9" fmla="*/ 16385 h 240519"/>
                <a:gd name="connsiteX10" fmla="*/ 263920 w 403035"/>
                <a:gd name="connsiteY10" fmla="*/ 16385 h 240519"/>
                <a:gd name="connsiteX11" fmla="*/ 263920 w 403035"/>
                <a:gd name="connsiteY11" fmla="*/ 96 h 240519"/>
                <a:gd name="connsiteX12" fmla="*/ 202050 w 403035"/>
                <a:gd name="connsiteY12" fmla="*/ 1136 h 240519"/>
                <a:gd name="connsiteX13" fmla="*/ 147959 w 403035"/>
                <a:gd name="connsiteY13" fmla="*/ 96 h 240519"/>
                <a:gd name="connsiteX14" fmla="*/ 147959 w 403035"/>
                <a:gd name="connsiteY14" fmla="*/ 16385 h 240519"/>
                <a:gd name="connsiteX15" fmla="*/ 178363 w 403035"/>
                <a:gd name="connsiteY15" fmla="*/ 16385 h 240519"/>
                <a:gd name="connsiteX16" fmla="*/ 192858 w 403035"/>
                <a:gd name="connsiteY16" fmla="*/ 53122 h 240519"/>
                <a:gd name="connsiteX17" fmla="*/ 144777 w 403035"/>
                <a:gd name="connsiteY17" fmla="*/ 175114 h 240519"/>
                <a:gd name="connsiteX18" fmla="*/ 82200 w 403035"/>
                <a:gd name="connsiteY18" fmla="*/ 16385 h 240519"/>
                <a:gd name="connsiteX19" fmla="*/ 116140 w 403035"/>
                <a:gd name="connsiteY19" fmla="*/ 16385 h 240519"/>
                <a:gd name="connsiteX20" fmla="*/ 116140 w 403035"/>
                <a:gd name="connsiteY20" fmla="*/ 96 h 240519"/>
                <a:gd name="connsiteX21" fmla="*/ 54271 w 403035"/>
                <a:gd name="connsiteY21" fmla="*/ 1136 h 240519"/>
                <a:gd name="connsiteX22" fmla="*/ 179 w 403035"/>
                <a:gd name="connsiteY22" fmla="*/ 96 h 240519"/>
                <a:gd name="connsiteX23" fmla="*/ 179 w 403035"/>
                <a:gd name="connsiteY23" fmla="*/ 16385 h 240519"/>
                <a:gd name="connsiteX24" fmla="*/ 30584 w 403035"/>
                <a:gd name="connsiteY24" fmla="*/ 16385 h 240519"/>
                <a:gd name="connsiteX25" fmla="*/ 115433 w 403035"/>
                <a:gd name="connsiteY25" fmla="*/ 231605 h 240519"/>
                <a:gd name="connsiteX26" fmla="*/ 127807 w 403035"/>
                <a:gd name="connsiteY26" fmla="*/ 240616 h 240519"/>
                <a:gd name="connsiteX27" fmla="*/ 140181 w 403035"/>
                <a:gd name="connsiteY27" fmla="*/ 231605 h 240519"/>
                <a:gd name="connsiteX28" fmla="*/ 201697 w 403035"/>
                <a:gd name="connsiteY28" fmla="*/ 75649 h 240519"/>
                <a:gd name="connsiteX29" fmla="*/ 263213 w 403035"/>
                <a:gd name="connsiteY29" fmla="*/ 231605 h 240519"/>
                <a:gd name="connsiteX30" fmla="*/ 275586 w 403035"/>
                <a:gd name="connsiteY30" fmla="*/ 240616 h 240519"/>
                <a:gd name="connsiteX31" fmla="*/ 287960 w 403035"/>
                <a:gd name="connsiteY31" fmla="*/ 231605 h 240519"/>
                <a:gd name="connsiteX32" fmla="*/ 369628 w 403035"/>
                <a:gd name="connsiteY32" fmla="*/ 24703 h 240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3035" h="240519">
                  <a:moveTo>
                    <a:pt x="369628" y="24703"/>
                  </a:moveTo>
                  <a:cubicBezTo>
                    <a:pt x="371749" y="18811"/>
                    <a:pt x="372103" y="18118"/>
                    <a:pt x="383062" y="17078"/>
                  </a:cubicBezTo>
                  <a:cubicBezTo>
                    <a:pt x="390133" y="16385"/>
                    <a:pt x="397558" y="16385"/>
                    <a:pt x="403214" y="16385"/>
                  </a:cubicBezTo>
                  <a:lnTo>
                    <a:pt x="403214" y="96"/>
                  </a:lnTo>
                  <a:cubicBezTo>
                    <a:pt x="393669" y="443"/>
                    <a:pt x="381295" y="1136"/>
                    <a:pt x="365386" y="1136"/>
                  </a:cubicBezTo>
                  <a:cubicBezTo>
                    <a:pt x="351951" y="1136"/>
                    <a:pt x="330032" y="1136"/>
                    <a:pt x="317304" y="96"/>
                  </a:cubicBezTo>
                  <a:lnTo>
                    <a:pt x="317304" y="16385"/>
                  </a:lnTo>
                  <a:cubicBezTo>
                    <a:pt x="326143" y="16385"/>
                    <a:pt x="343113" y="16385"/>
                    <a:pt x="353365" y="20197"/>
                  </a:cubicBezTo>
                  <a:lnTo>
                    <a:pt x="292556" y="175114"/>
                  </a:lnTo>
                  <a:lnTo>
                    <a:pt x="229980" y="16385"/>
                  </a:lnTo>
                  <a:lnTo>
                    <a:pt x="263920" y="16385"/>
                  </a:lnTo>
                  <a:lnTo>
                    <a:pt x="263920" y="96"/>
                  </a:lnTo>
                  <a:cubicBezTo>
                    <a:pt x="250485" y="1136"/>
                    <a:pt x="217252" y="1136"/>
                    <a:pt x="202050" y="1136"/>
                  </a:cubicBezTo>
                  <a:cubicBezTo>
                    <a:pt x="188262" y="1136"/>
                    <a:pt x="160333" y="1136"/>
                    <a:pt x="147959" y="96"/>
                  </a:cubicBezTo>
                  <a:lnTo>
                    <a:pt x="147959" y="16385"/>
                  </a:lnTo>
                  <a:lnTo>
                    <a:pt x="178363" y="16385"/>
                  </a:lnTo>
                  <a:lnTo>
                    <a:pt x="192858" y="53122"/>
                  </a:lnTo>
                  <a:lnTo>
                    <a:pt x="144777" y="175114"/>
                  </a:lnTo>
                  <a:lnTo>
                    <a:pt x="82200" y="16385"/>
                  </a:lnTo>
                  <a:lnTo>
                    <a:pt x="116140" y="16385"/>
                  </a:lnTo>
                  <a:lnTo>
                    <a:pt x="116140" y="96"/>
                  </a:lnTo>
                  <a:cubicBezTo>
                    <a:pt x="102706" y="1136"/>
                    <a:pt x="69473" y="1136"/>
                    <a:pt x="54271" y="1136"/>
                  </a:cubicBezTo>
                  <a:cubicBezTo>
                    <a:pt x="40483" y="1136"/>
                    <a:pt x="12553" y="1136"/>
                    <a:pt x="179" y="96"/>
                  </a:cubicBezTo>
                  <a:lnTo>
                    <a:pt x="179" y="16385"/>
                  </a:lnTo>
                  <a:lnTo>
                    <a:pt x="30584" y="16385"/>
                  </a:lnTo>
                  <a:lnTo>
                    <a:pt x="115433" y="231605"/>
                  </a:lnTo>
                  <a:cubicBezTo>
                    <a:pt x="117554" y="237150"/>
                    <a:pt x="118968" y="240616"/>
                    <a:pt x="127807" y="240616"/>
                  </a:cubicBezTo>
                  <a:cubicBezTo>
                    <a:pt x="136645" y="240616"/>
                    <a:pt x="138060" y="237150"/>
                    <a:pt x="140181" y="231605"/>
                  </a:cubicBezTo>
                  <a:lnTo>
                    <a:pt x="201697" y="75649"/>
                  </a:lnTo>
                  <a:lnTo>
                    <a:pt x="263213" y="231605"/>
                  </a:lnTo>
                  <a:cubicBezTo>
                    <a:pt x="265334" y="237150"/>
                    <a:pt x="266748" y="240616"/>
                    <a:pt x="275586" y="240616"/>
                  </a:cubicBezTo>
                  <a:cubicBezTo>
                    <a:pt x="284425" y="240616"/>
                    <a:pt x="285839" y="237150"/>
                    <a:pt x="287960" y="231605"/>
                  </a:cubicBezTo>
                  <a:lnTo>
                    <a:pt x="369628" y="24703"/>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0" name="Freeform: Shape 19">
              <a:extLst>
                <a:ext uri="{FF2B5EF4-FFF2-40B4-BE49-F238E27FC236}">
                  <a16:creationId xmlns:a16="http://schemas.microsoft.com/office/drawing/2014/main" id="{B9F9883F-F8AA-B679-F5FA-70713978B4E5}"/>
                </a:ext>
              </a:extLst>
            </p:cNvPr>
            <p:cNvSpPr/>
            <p:nvPr/>
          </p:nvSpPr>
          <p:spPr>
            <a:xfrm>
              <a:off x="9352022" y="5608665"/>
              <a:ext cx="64344" cy="242356"/>
            </a:xfrm>
            <a:custGeom>
              <a:avLst/>
              <a:gdLst>
                <a:gd name="connsiteX0" fmla="*/ 59586 w 64344"/>
                <a:gd name="connsiteY0" fmla="*/ 93 h 242356"/>
                <a:gd name="connsiteX1" fmla="*/ 191 w 64344"/>
                <a:gd name="connsiteY1" fmla="*/ 121150 h 242356"/>
                <a:gd name="connsiteX2" fmla="*/ 59586 w 64344"/>
                <a:gd name="connsiteY2" fmla="*/ 242450 h 242356"/>
                <a:gd name="connsiteX3" fmla="*/ 64535 w 64344"/>
                <a:gd name="connsiteY3" fmla="*/ 239539 h 242356"/>
                <a:gd name="connsiteX4" fmla="*/ 62061 w 64344"/>
                <a:gd name="connsiteY4" fmla="*/ 235900 h 242356"/>
                <a:gd name="connsiteX5" fmla="*/ 17020 w 64344"/>
                <a:gd name="connsiteY5" fmla="*/ 121393 h 242356"/>
                <a:gd name="connsiteX6" fmla="*/ 62803 w 64344"/>
                <a:gd name="connsiteY6" fmla="*/ 5916 h 242356"/>
                <a:gd name="connsiteX7" fmla="*/ 64535 w 64344"/>
                <a:gd name="connsiteY7" fmla="*/ 3005 h 242356"/>
                <a:gd name="connsiteX8" fmla="*/ 59586 w 64344"/>
                <a:gd name="connsiteY8" fmla="*/ 93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44" h="242356">
                  <a:moveTo>
                    <a:pt x="59586" y="93"/>
                  </a:moveTo>
                  <a:cubicBezTo>
                    <a:pt x="12565" y="32602"/>
                    <a:pt x="191" y="84033"/>
                    <a:pt x="191" y="121150"/>
                  </a:cubicBezTo>
                  <a:cubicBezTo>
                    <a:pt x="191" y="155357"/>
                    <a:pt x="10585" y="208486"/>
                    <a:pt x="59586" y="242450"/>
                  </a:cubicBezTo>
                  <a:cubicBezTo>
                    <a:pt x="61566" y="242450"/>
                    <a:pt x="64535" y="242450"/>
                    <a:pt x="64535" y="239539"/>
                  </a:cubicBezTo>
                  <a:cubicBezTo>
                    <a:pt x="64535" y="238083"/>
                    <a:pt x="63793" y="237598"/>
                    <a:pt x="62061" y="235900"/>
                  </a:cubicBezTo>
                  <a:cubicBezTo>
                    <a:pt x="29146" y="206788"/>
                    <a:pt x="17020" y="165546"/>
                    <a:pt x="17020" y="121393"/>
                  </a:cubicBezTo>
                  <a:cubicBezTo>
                    <a:pt x="17020" y="55891"/>
                    <a:pt x="42510" y="23868"/>
                    <a:pt x="62803" y="5916"/>
                  </a:cubicBezTo>
                  <a:cubicBezTo>
                    <a:pt x="63793" y="4945"/>
                    <a:pt x="64535" y="4218"/>
                    <a:pt x="64535" y="3005"/>
                  </a:cubicBezTo>
                  <a:cubicBezTo>
                    <a:pt x="64535" y="93"/>
                    <a:pt x="61566" y="93"/>
                    <a:pt x="59586" y="93"/>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1" name="Freeform: Shape 20">
              <a:extLst>
                <a:ext uri="{FF2B5EF4-FFF2-40B4-BE49-F238E27FC236}">
                  <a16:creationId xmlns:a16="http://schemas.microsoft.com/office/drawing/2014/main" id="{64DFB81C-CA0A-9ABE-E946-B071803BA767}"/>
                </a:ext>
              </a:extLst>
            </p:cNvPr>
            <p:cNvSpPr/>
            <p:nvPr/>
          </p:nvSpPr>
          <p:spPr>
            <a:xfrm>
              <a:off x="9446913" y="5629529"/>
              <a:ext cx="114829" cy="165937"/>
            </a:xfrm>
            <a:custGeom>
              <a:avLst/>
              <a:gdLst>
                <a:gd name="connsiteX0" fmla="*/ 115024 w 114829"/>
                <a:gd name="connsiteY0" fmla="*/ 83790 h 165937"/>
                <a:gd name="connsiteX1" fmla="*/ 100423 w 114829"/>
                <a:gd name="connsiteY1" fmla="*/ 20957 h 165937"/>
                <a:gd name="connsiteX2" fmla="*/ 57609 w 114829"/>
                <a:gd name="connsiteY2" fmla="*/ 93 h 165937"/>
                <a:gd name="connsiteX3" fmla="*/ 194 w 114829"/>
                <a:gd name="connsiteY3" fmla="*/ 83790 h 165937"/>
                <a:gd name="connsiteX4" fmla="*/ 57609 w 114829"/>
                <a:gd name="connsiteY4" fmla="*/ 166031 h 165937"/>
                <a:gd name="connsiteX5" fmla="*/ 115024 w 114829"/>
                <a:gd name="connsiteY5" fmla="*/ 83790 h 165937"/>
                <a:gd name="connsiteX6" fmla="*/ 57609 w 114829"/>
                <a:gd name="connsiteY6" fmla="*/ 159238 h 165937"/>
                <a:gd name="connsiteX7" fmla="*/ 26179 w 114829"/>
                <a:gd name="connsiteY7" fmla="*/ 132795 h 165937"/>
                <a:gd name="connsiteX8" fmla="*/ 22715 w 114829"/>
                <a:gd name="connsiteY8" fmla="*/ 80636 h 165937"/>
                <a:gd name="connsiteX9" fmla="*/ 26427 w 114829"/>
                <a:gd name="connsiteY9" fmla="*/ 31146 h 165937"/>
                <a:gd name="connsiteX10" fmla="*/ 57609 w 114829"/>
                <a:gd name="connsiteY10" fmla="*/ 6886 h 165937"/>
                <a:gd name="connsiteX11" fmla="*/ 88296 w 114829"/>
                <a:gd name="connsiteY11" fmla="*/ 28963 h 165937"/>
                <a:gd name="connsiteX12" fmla="*/ 92503 w 114829"/>
                <a:gd name="connsiteY12" fmla="*/ 80636 h 165937"/>
                <a:gd name="connsiteX13" fmla="*/ 89286 w 114829"/>
                <a:gd name="connsiteY13" fmla="*/ 131825 h 165937"/>
                <a:gd name="connsiteX14" fmla="*/ 57609 w 114829"/>
                <a:gd name="connsiteY14" fmla="*/ 159238 h 165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829" h="165937">
                  <a:moveTo>
                    <a:pt x="115024" y="83790"/>
                  </a:moveTo>
                  <a:cubicBezTo>
                    <a:pt x="115024" y="57104"/>
                    <a:pt x="111807" y="37939"/>
                    <a:pt x="100423" y="20957"/>
                  </a:cubicBezTo>
                  <a:cubicBezTo>
                    <a:pt x="92751" y="9797"/>
                    <a:pt x="77407" y="93"/>
                    <a:pt x="57609" y="93"/>
                  </a:cubicBezTo>
                  <a:cubicBezTo>
                    <a:pt x="194" y="93"/>
                    <a:pt x="194" y="66323"/>
                    <a:pt x="194" y="83790"/>
                  </a:cubicBezTo>
                  <a:cubicBezTo>
                    <a:pt x="194" y="101257"/>
                    <a:pt x="194" y="166031"/>
                    <a:pt x="57609" y="166031"/>
                  </a:cubicBezTo>
                  <a:cubicBezTo>
                    <a:pt x="115024" y="166031"/>
                    <a:pt x="115024" y="101257"/>
                    <a:pt x="115024" y="83790"/>
                  </a:cubicBezTo>
                  <a:close/>
                  <a:moveTo>
                    <a:pt x="57609" y="159238"/>
                  </a:moveTo>
                  <a:cubicBezTo>
                    <a:pt x="46225" y="159238"/>
                    <a:pt x="31129" y="152688"/>
                    <a:pt x="26179" y="132795"/>
                  </a:cubicBezTo>
                  <a:cubicBezTo>
                    <a:pt x="22715" y="118482"/>
                    <a:pt x="22715" y="98589"/>
                    <a:pt x="22715" y="80636"/>
                  </a:cubicBezTo>
                  <a:cubicBezTo>
                    <a:pt x="22715" y="62927"/>
                    <a:pt x="22715" y="44489"/>
                    <a:pt x="26427" y="31146"/>
                  </a:cubicBezTo>
                  <a:cubicBezTo>
                    <a:pt x="31624" y="11981"/>
                    <a:pt x="47463" y="6886"/>
                    <a:pt x="57609" y="6886"/>
                  </a:cubicBezTo>
                  <a:cubicBezTo>
                    <a:pt x="70973" y="6886"/>
                    <a:pt x="83842" y="14892"/>
                    <a:pt x="88296" y="28963"/>
                  </a:cubicBezTo>
                  <a:cubicBezTo>
                    <a:pt x="92256" y="42063"/>
                    <a:pt x="92503" y="59530"/>
                    <a:pt x="92503" y="80636"/>
                  </a:cubicBezTo>
                  <a:cubicBezTo>
                    <a:pt x="92503" y="98589"/>
                    <a:pt x="92503" y="116541"/>
                    <a:pt x="89286" y="131825"/>
                  </a:cubicBezTo>
                  <a:cubicBezTo>
                    <a:pt x="84337" y="153901"/>
                    <a:pt x="67508" y="159238"/>
                    <a:pt x="57609" y="159238"/>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2" name="Freeform: Shape 21">
              <a:extLst>
                <a:ext uri="{FF2B5EF4-FFF2-40B4-BE49-F238E27FC236}">
                  <a16:creationId xmlns:a16="http://schemas.microsoft.com/office/drawing/2014/main" id="{2A26F002-4600-5E04-978A-85CA1C73CA0D}"/>
                </a:ext>
              </a:extLst>
            </p:cNvPr>
            <p:cNvSpPr/>
            <p:nvPr/>
          </p:nvSpPr>
          <p:spPr>
            <a:xfrm>
              <a:off x="9592541" y="5608665"/>
              <a:ext cx="64096" cy="242356"/>
            </a:xfrm>
            <a:custGeom>
              <a:avLst/>
              <a:gdLst>
                <a:gd name="connsiteX0" fmla="*/ 4900 w 64096"/>
                <a:gd name="connsiteY0" fmla="*/ 93 h 242356"/>
                <a:gd name="connsiteX1" fmla="*/ 198 w 64096"/>
                <a:gd name="connsiteY1" fmla="*/ 3005 h 242356"/>
                <a:gd name="connsiteX2" fmla="*/ 2426 w 64096"/>
                <a:gd name="connsiteY2" fmla="*/ 6644 h 242356"/>
                <a:gd name="connsiteX3" fmla="*/ 47466 w 64096"/>
                <a:gd name="connsiteY3" fmla="*/ 121150 h 242356"/>
                <a:gd name="connsiteX4" fmla="*/ 4653 w 64096"/>
                <a:gd name="connsiteY4" fmla="*/ 233959 h 242356"/>
                <a:gd name="connsiteX5" fmla="*/ 198 w 64096"/>
                <a:gd name="connsiteY5" fmla="*/ 239539 h 242356"/>
                <a:gd name="connsiteX6" fmla="*/ 3415 w 64096"/>
                <a:gd name="connsiteY6" fmla="*/ 242450 h 242356"/>
                <a:gd name="connsiteX7" fmla="*/ 46229 w 64096"/>
                <a:gd name="connsiteY7" fmla="*/ 196113 h 242356"/>
                <a:gd name="connsiteX8" fmla="*/ 64295 w 64096"/>
                <a:gd name="connsiteY8" fmla="*/ 121393 h 242356"/>
                <a:gd name="connsiteX9" fmla="*/ 4900 w 64096"/>
                <a:gd name="connsiteY9" fmla="*/ 93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96" h="242356">
                  <a:moveTo>
                    <a:pt x="4900" y="93"/>
                  </a:moveTo>
                  <a:cubicBezTo>
                    <a:pt x="3168" y="93"/>
                    <a:pt x="198" y="93"/>
                    <a:pt x="198" y="3005"/>
                  </a:cubicBezTo>
                  <a:cubicBezTo>
                    <a:pt x="198" y="4218"/>
                    <a:pt x="941" y="4945"/>
                    <a:pt x="2426" y="6644"/>
                  </a:cubicBezTo>
                  <a:cubicBezTo>
                    <a:pt x="23709" y="25809"/>
                    <a:pt x="47466" y="58560"/>
                    <a:pt x="47466" y="121150"/>
                  </a:cubicBezTo>
                  <a:cubicBezTo>
                    <a:pt x="47466" y="171853"/>
                    <a:pt x="31380" y="210184"/>
                    <a:pt x="4653" y="233959"/>
                  </a:cubicBezTo>
                  <a:cubicBezTo>
                    <a:pt x="446" y="238083"/>
                    <a:pt x="198" y="238326"/>
                    <a:pt x="198" y="239539"/>
                  </a:cubicBezTo>
                  <a:cubicBezTo>
                    <a:pt x="198" y="240752"/>
                    <a:pt x="941" y="242450"/>
                    <a:pt x="3415" y="242450"/>
                  </a:cubicBezTo>
                  <a:cubicBezTo>
                    <a:pt x="6385" y="242450"/>
                    <a:pt x="29896" y="226438"/>
                    <a:pt x="46229" y="196113"/>
                  </a:cubicBezTo>
                  <a:cubicBezTo>
                    <a:pt x="57118" y="175978"/>
                    <a:pt x="64295" y="149777"/>
                    <a:pt x="64295" y="121393"/>
                  </a:cubicBezTo>
                  <a:cubicBezTo>
                    <a:pt x="64295" y="87186"/>
                    <a:pt x="53901" y="34057"/>
                    <a:pt x="4900" y="93"/>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3" name="Freeform: Shape 22">
              <a:extLst>
                <a:ext uri="{FF2B5EF4-FFF2-40B4-BE49-F238E27FC236}">
                  <a16:creationId xmlns:a16="http://schemas.microsoft.com/office/drawing/2014/main" id="{E399D3A3-0802-5336-577D-0679456F8930}"/>
                </a:ext>
              </a:extLst>
            </p:cNvPr>
            <p:cNvSpPr/>
            <p:nvPr/>
          </p:nvSpPr>
          <p:spPr>
            <a:xfrm>
              <a:off x="9863554" y="5519600"/>
              <a:ext cx="235103" cy="81097"/>
            </a:xfrm>
            <a:custGeom>
              <a:avLst/>
              <a:gdLst>
                <a:gd name="connsiteX0" fmla="*/ 223289 w 235103"/>
                <a:gd name="connsiteY0" fmla="*/ 13952 h 81097"/>
                <a:gd name="connsiteX1" fmla="*/ 235310 w 235103"/>
                <a:gd name="connsiteY1" fmla="*/ 7021 h 81097"/>
                <a:gd name="connsiteX2" fmla="*/ 223643 w 235103"/>
                <a:gd name="connsiteY2" fmla="*/ 89 h 81097"/>
                <a:gd name="connsiteX3" fmla="*/ 11873 w 235103"/>
                <a:gd name="connsiteY3" fmla="*/ 89 h 81097"/>
                <a:gd name="connsiteX4" fmla="*/ 206 w 235103"/>
                <a:gd name="connsiteY4" fmla="*/ 7021 h 81097"/>
                <a:gd name="connsiteX5" fmla="*/ 12226 w 235103"/>
                <a:gd name="connsiteY5" fmla="*/ 13952 h 81097"/>
                <a:gd name="connsiteX6" fmla="*/ 223289 w 235103"/>
                <a:gd name="connsiteY6" fmla="*/ 13952 h 81097"/>
                <a:gd name="connsiteX7" fmla="*/ 223643 w 235103"/>
                <a:gd name="connsiteY7" fmla="*/ 81187 h 81097"/>
                <a:gd name="connsiteX8" fmla="*/ 235310 w 235103"/>
                <a:gd name="connsiteY8" fmla="*/ 74255 h 81097"/>
                <a:gd name="connsiteX9" fmla="*/ 223289 w 235103"/>
                <a:gd name="connsiteY9" fmla="*/ 67324 h 81097"/>
                <a:gd name="connsiteX10" fmla="*/ 12226 w 235103"/>
                <a:gd name="connsiteY10" fmla="*/ 67324 h 81097"/>
                <a:gd name="connsiteX11" fmla="*/ 206 w 235103"/>
                <a:gd name="connsiteY11" fmla="*/ 74255 h 81097"/>
                <a:gd name="connsiteX12" fmla="*/ 11873 w 235103"/>
                <a:gd name="connsiteY12" fmla="*/ 81187 h 81097"/>
                <a:gd name="connsiteX13" fmla="*/ 223643 w 235103"/>
                <a:gd name="connsiteY13" fmla="*/ 81187 h 8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103" h="81097">
                  <a:moveTo>
                    <a:pt x="223289" y="13952"/>
                  </a:moveTo>
                  <a:cubicBezTo>
                    <a:pt x="228592" y="13952"/>
                    <a:pt x="235310" y="13952"/>
                    <a:pt x="235310" y="7021"/>
                  </a:cubicBezTo>
                  <a:cubicBezTo>
                    <a:pt x="235310" y="89"/>
                    <a:pt x="228592" y="89"/>
                    <a:pt x="223643" y="89"/>
                  </a:cubicBezTo>
                  <a:lnTo>
                    <a:pt x="11873" y="89"/>
                  </a:lnTo>
                  <a:cubicBezTo>
                    <a:pt x="6923" y="89"/>
                    <a:pt x="206" y="89"/>
                    <a:pt x="206" y="7021"/>
                  </a:cubicBezTo>
                  <a:cubicBezTo>
                    <a:pt x="206" y="13952"/>
                    <a:pt x="6923" y="13952"/>
                    <a:pt x="12226" y="13952"/>
                  </a:cubicBezTo>
                  <a:lnTo>
                    <a:pt x="223289" y="13952"/>
                  </a:lnTo>
                  <a:close/>
                  <a:moveTo>
                    <a:pt x="223643" y="81187"/>
                  </a:moveTo>
                  <a:cubicBezTo>
                    <a:pt x="228592" y="81187"/>
                    <a:pt x="235310" y="81187"/>
                    <a:pt x="235310" y="74255"/>
                  </a:cubicBezTo>
                  <a:cubicBezTo>
                    <a:pt x="235310" y="67324"/>
                    <a:pt x="228592" y="67324"/>
                    <a:pt x="223289" y="67324"/>
                  </a:cubicBezTo>
                  <a:lnTo>
                    <a:pt x="12226" y="67324"/>
                  </a:lnTo>
                  <a:cubicBezTo>
                    <a:pt x="6923" y="67324"/>
                    <a:pt x="206" y="67324"/>
                    <a:pt x="206" y="74255"/>
                  </a:cubicBezTo>
                  <a:cubicBezTo>
                    <a:pt x="206" y="81187"/>
                    <a:pt x="6923" y="81187"/>
                    <a:pt x="11873" y="81187"/>
                  </a:cubicBezTo>
                  <a:lnTo>
                    <a:pt x="223643" y="81187"/>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4" name="Freeform: Shape 23">
              <a:extLst>
                <a:ext uri="{FF2B5EF4-FFF2-40B4-BE49-F238E27FC236}">
                  <a16:creationId xmlns:a16="http://schemas.microsoft.com/office/drawing/2014/main" id="{62731E9B-D6B1-5EC2-043F-F924296752E1}"/>
                </a:ext>
              </a:extLst>
            </p:cNvPr>
            <p:cNvSpPr/>
            <p:nvPr/>
          </p:nvSpPr>
          <p:spPr>
            <a:xfrm>
              <a:off x="10273501" y="5164190"/>
              <a:ext cx="185961" cy="255768"/>
            </a:xfrm>
            <a:custGeom>
              <a:avLst/>
              <a:gdLst>
                <a:gd name="connsiteX0" fmla="*/ 149765 w 185961"/>
                <a:gd name="connsiteY0" fmla="*/ 130739 h 255768"/>
                <a:gd name="connsiteX1" fmla="*/ 104158 w 185961"/>
                <a:gd name="connsiteY1" fmla="*/ 89844 h 255768"/>
                <a:gd name="connsiteX2" fmla="*/ 32036 w 185961"/>
                <a:gd name="connsiteY2" fmla="*/ 122422 h 255768"/>
                <a:gd name="connsiteX3" fmla="*/ 218 w 185961"/>
                <a:gd name="connsiteY3" fmla="*/ 194162 h 255768"/>
                <a:gd name="connsiteX4" fmla="*/ 65269 w 185961"/>
                <a:gd name="connsiteY4" fmla="*/ 255851 h 255768"/>
                <a:gd name="connsiteX5" fmla="*/ 186179 w 185961"/>
                <a:gd name="connsiteY5" fmla="*/ 89844 h 255768"/>
                <a:gd name="connsiteX6" fmla="*/ 109815 w 185961"/>
                <a:gd name="connsiteY6" fmla="*/ 83 h 255768"/>
                <a:gd name="connsiteX7" fmla="*/ 42289 w 185961"/>
                <a:gd name="connsiteY7" fmla="*/ 54841 h 255768"/>
                <a:gd name="connsiteX8" fmla="*/ 55723 w 185961"/>
                <a:gd name="connsiteY8" fmla="*/ 66971 h 255768"/>
                <a:gd name="connsiteX9" fmla="*/ 74814 w 185961"/>
                <a:gd name="connsiteY9" fmla="*/ 48602 h 255768"/>
                <a:gd name="connsiteX10" fmla="*/ 58198 w 185961"/>
                <a:gd name="connsiteY10" fmla="*/ 36472 h 255768"/>
                <a:gd name="connsiteX11" fmla="*/ 109108 w 185961"/>
                <a:gd name="connsiteY11" fmla="*/ 8747 h 255768"/>
                <a:gd name="connsiteX12" fmla="*/ 159664 w 185961"/>
                <a:gd name="connsiteY12" fmla="*/ 71476 h 255768"/>
                <a:gd name="connsiteX13" fmla="*/ 150118 w 185961"/>
                <a:gd name="connsiteY13" fmla="*/ 130739 h 255768"/>
                <a:gd name="connsiteX14" fmla="*/ 149765 w 185961"/>
                <a:gd name="connsiteY14" fmla="*/ 130739 h 255768"/>
                <a:gd name="connsiteX15" fmla="*/ 66329 w 185961"/>
                <a:gd name="connsiteY15" fmla="*/ 246147 h 255768"/>
                <a:gd name="connsiteX16" fmla="*/ 27440 w 185961"/>
                <a:gd name="connsiteY16" fmla="*/ 206985 h 255768"/>
                <a:gd name="connsiteX17" fmla="*/ 50774 w 185961"/>
                <a:gd name="connsiteY17" fmla="*/ 128313 h 255768"/>
                <a:gd name="connsiteX18" fmla="*/ 104158 w 185961"/>
                <a:gd name="connsiteY18" fmla="*/ 97469 h 255768"/>
                <a:gd name="connsiteX19" fmla="*/ 143401 w 185961"/>
                <a:gd name="connsiteY19" fmla="*/ 143216 h 255768"/>
                <a:gd name="connsiteX20" fmla="*/ 66329 w 185961"/>
                <a:gd name="connsiteY20" fmla="*/ 246147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765" y="130739"/>
                  </a:moveTo>
                  <a:cubicBezTo>
                    <a:pt x="146229" y="109252"/>
                    <a:pt x="131734" y="89844"/>
                    <a:pt x="104158" y="89844"/>
                  </a:cubicBezTo>
                  <a:cubicBezTo>
                    <a:pt x="82592" y="89844"/>
                    <a:pt x="59612" y="95389"/>
                    <a:pt x="32036" y="122422"/>
                  </a:cubicBezTo>
                  <a:cubicBezTo>
                    <a:pt x="2692" y="151187"/>
                    <a:pt x="218" y="183418"/>
                    <a:pt x="218" y="194162"/>
                  </a:cubicBezTo>
                  <a:cubicBezTo>
                    <a:pt x="218" y="215649"/>
                    <a:pt x="15773" y="255851"/>
                    <a:pt x="65269" y="255851"/>
                  </a:cubicBezTo>
                  <a:cubicBezTo>
                    <a:pt x="149411" y="255851"/>
                    <a:pt x="186179" y="139404"/>
                    <a:pt x="186179" y="89844"/>
                  </a:cubicBezTo>
                  <a:cubicBezTo>
                    <a:pt x="186179" y="34740"/>
                    <a:pt x="153300" y="83"/>
                    <a:pt x="109815" y="83"/>
                  </a:cubicBezTo>
                  <a:cubicBezTo>
                    <a:pt x="58552" y="83"/>
                    <a:pt x="42289" y="45137"/>
                    <a:pt x="42289" y="54841"/>
                  </a:cubicBezTo>
                  <a:cubicBezTo>
                    <a:pt x="42289" y="59693"/>
                    <a:pt x="45117" y="66971"/>
                    <a:pt x="55723" y="66971"/>
                  </a:cubicBezTo>
                  <a:cubicBezTo>
                    <a:pt x="67390" y="66971"/>
                    <a:pt x="74814" y="56573"/>
                    <a:pt x="74814" y="48602"/>
                  </a:cubicBezTo>
                  <a:cubicBezTo>
                    <a:pt x="74814" y="36472"/>
                    <a:pt x="63855" y="36472"/>
                    <a:pt x="58198" y="36472"/>
                  </a:cubicBezTo>
                  <a:cubicBezTo>
                    <a:pt x="73754" y="10826"/>
                    <a:pt x="98855" y="8747"/>
                    <a:pt x="109108" y="8747"/>
                  </a:cubicBezTo>
                  <a:cubicBezTo>
                    <a:pt x="134916" y="8747"/>
                    <a:pt x="159664" y="26768"/>
                    <a:pt x="159664" y="71476"/>
                  </a:cubicBezTo>
                  <a:cubicBezTo>
                    <a:pt x="159664" y="84992"/>
                    <a:pt x="157543" y="102667"/>
                    <a:pt x="150118" y="130739"/>
                  </a:cubicBezTo>
                  <a:lnTo>
                    <a:pt x="149765" y="130739"/>
                  </a:lnTo>
                  <a:close/>
                  <a:moveTo>
                    <a:pt x="66329" y="246147"/>
                  </a:moveTo>
                  <a:cubicBezTo>
                    <a:pt x="27440" y="246147"/>
                    <a:pt x="27440" y="210451"/>
                    <a:pt x="27440" y="206985"/>
                  </a:cubicBezTo>
                  <a:cubicBezTo>
                    <a:pt x="27440" y="197627"/>
                    <a:pt x="36279" y="149108"/>
                    <a:pt x="50774" y="128313"/>
                  </a:cubicBezTo>
                  <a:cubicBezTo>
                    <a:pt x="64915" y="108559"/>
                    <a:pt x="82239" y="97469"/>
                    <a:pt x="104158" y="97469"/>
                  </a:cubicBezTo>
                  <a:cubicBezTo>
                    <a:pt x="142694" y="97469"/>
                    <a:pt x="143401" y="136285"/>
                    <a:pt x="143401" y="143216"/>
                  </a:cubicBezTo>
                  <a:cubicBezTo>
                    <a:pt x="143401" y="168169"/>
                    <a:pt x="120775" y="246147"/>
                    <a:pt x="66329" y="246147"/>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5" name="Freeform: Shape 24">
              <a:extLst>
                <a:ext uri="{FF2B5EF4-FFF2-40B4-BE49-F238E27FC236}">
                  <a16:creationId xmlns:a16="http://schemas.microsoft.com/office/drawing/2014/main" id="{919B16BD-807E-394A-DD9F-86269BDD80D5}"/>
                </a:ext>
              </a:extLst>
            </p:cNvPr>
            <p:cNvSpPr/>
            <p:nvPr/>
          </p:nvSpPr>
          <p:spPr>
            <a:xfrm>
              <a:off x="10478362" y="5171814"/>
              <a:ext cx="78485" cy="240519"/>
            </a:xfrm>
            <a:custGeom>
              <a:avLst/>
              <a:gdLst>
                <a:gd name="connsiteX0" fmla="*/ 51133 w 78485"/>
                <a:gd name="connsiteY0" fmla="*/ 83 h 240519"/>
                <a:gd name="connsiteX1" fmla="*/ 223 w 78485"/>
                <a:gd name="connsiteY1" fmla="*/ 3895 h 240519"/>
                <a:gd name="connsiteX2" fmla="*/ 223 w 78485"/>
                <a:gd name="connsiteY2" fmla="*/ 14639 h 240519"/>
                <a:gd name="connsiteX3" fmla="*/ 27799 w 78485"/>
                <a:gd name="connsiteY3" fmla="*/ 34046 h 240519"/>
                <a:gd name="connsiteX4" fmla="*/ 27799 w 78485"/>
                <a:gd name="connsiteY4" fmla="*/ 214263 h 240519"/>
                <a:gd name="connsiteX5" fmla="*/ 223 w 78485"/>
                <a:gd name="connsiteY5" fmla="*/ 229858 h 240519"/>
                <a:gd name="connsiteX6" fmla="*/ 223 w 78485"/>
                <a:gd name="connsiteY6" fmla="*/ 240602 h 240519"/>
                <a:gd name="connsiteX7" fmla="*/ 39466 w 78485"/>
                <a:gd name="connsiteY7" fmla="*/ 239562 h 240519"/>
                <a:gd name="connsiteX8" fmla="*/ 78709 w 78485"/>
                <a:gd name="connsiteY8" fmla="*/ 240602 h 240519"/>
                <a:gd name="connsiteX9" fmla="*/ 78709 w 78485"/>
                <a:gd name="connsiteY9" fmla="*/ 229858 h 240519"/>
                <a:gd name="connsiteX10" fmla="*/ 51133 w 78485"/>
                <a:gd name="connsiteY10" fmla="*/ 214263 h 240519"/>
                <a:gd name="connsiteX11" fmla="*/ 51133 w 78485"/>
                <a:gd name="connsiteY11" fmla="*/ 83 h 240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8485" h="240519">
                  <a:moveTo>
                    <a:pt x="51133" y="83"/>
                  </a:moveTo>
                  <a:lnTo>
                    <a:pt x="223" y="3895"/>
                  </a:lnTo>
                  <a:lnTo>
                    <a:pt x="223" y="14639"/>
                  </a:lnTo>
                  <a:cubicBezTo>
                    <a:pt x="24971" y="14639"/>
                    <a:pt x="27799" y="17064"/>
                    <a:pt x="27799" y="34046"/>
                  </a:cubicBezTo>
                  <a:lnTo>
                    <a:pt x="27799" y="214263"/>
                  </a:lnTo>
                  <a:cubicBezTo>
                    <a:pt x="27799" y="229858"/>
                    <a:pt x="23911" y="229858"/>
                    <a:pt x="223" y="229858"/>
                  </a:cubicBezTo>
                  <a:lnTo>
                    <a:pt x="223" y="240602"/>
                  </a:lnTo>
                  <a:cubicBezTo>
                    <a:pt x="11890" y="240256"/>
                    <a:pt x="30628" y="239562"/>
                    <a:pt x="39466" y="239562"/>
                  </a:cubicBezTo>
                  <a:cubicBezTo>
                    <a:pt x="48305" y="239562"/>
                    <a:pt x="65628" y="240256"/>
                    <a:pt x="78709" y="240602"/>
                  </a:cubicBezTo>
                  <a:lnTo>
                    <a:pt x="78709" y="229858"/>
                  </a:lnTo>
                  <a:cubicBezTo>
                    <a:pt x="55022" y="229858"/>
                    <a:pt x="51133" y="229858"/>
                    <a:pt x="51133" y="214263"/>
                  </a:cubicBezTo>
                  <a:lnTo>
                    <a:pt x="51133" y="83"/>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6" name="Freeform: Shape 25">
              <a:extLst>
                <a:ext uri="{FF2B5EF4-FFF2-40B4-BE49-F238E27FC236}">
                  <a16:creationId xmlns:a16="http://schemas.microsoft.com/office/drawing/2014/main" id="{FDDBA772-1E30-2C4A-FEEA-5BFAD8F95997}"/>
                </a:ext>
              </a:extLst>
            </p:cNvPr>
            <p:cNvSpPr/>
            <p:nvPr/>
          </p:nvSpPr>
          <p:spPr>
            <a:xfrm>
              <a:off x="10574800" y="5257070"/>
              <a:ext cx="156617" cy="159075"/>
            </a:xfrm>
            <a:custGeom>
              <a:avLst/>
              <a:gdLst>
                <a:gd name="connsiteX0" fmla="*/ 156844 w 156617"/>
                <a:gd name="connsiteY0" fmla="*/ 81180 h 159075"/>
                <a:gd name="connsiteX1" fmla="*/ 78712 w 156617"/>
                <a:gd name="connsiteY1" fmla="*/ 83 h 159075"/>
                <a:gd name="connsiteX2" fmla="*/ 226 w 156617"/>
                <a:gd name="connsiteY2" fmla="*/ 81180 h 159075"/>
                <a:gd name="connsiteX3" fmla="*/ 78358 w 156617"/>
                <a:gd name="connsiteY3" fmla="*/ 159158 h 159075"/>
                <a:gd name="connsiteX4" fmla="*/ 156844 w 156617"/>
                <a:gd name="connsiteY4" fmla="*/ 81180 h 159075"/>
                <a:gd name="connsiteX5" fmla="*/ 78712 w 156617"/>
                <a:gd name="connsiteY5" fmla="*/ 150494 h 159075"/>
                <a:gd name="connsiteX6" fmla="*/ 38408 w 156617"/>
                <a:gd name="connsiteY6" fmla="*/ 127274 h 159075"/>
                <a:gd name="connsiteX7" fmla="*/ 29570 w 156617"/>
                <a:gd name="connsiteY7" fmla="*/ 78407 h 159075"/>
                <a:gd name="connsiteX8" fmla="*/ 38055 w 156617"/>
                <a:gd name="connsiteY8" fmla="*/ 30927 h 159075"/>
                <a:gd name="connsiteX9" fmla="*/ 78358 w 156617"/>
                <a:gd name="connsiteY9" fmla="*/ 7707 h 159075"/>
                <a:gd name="connsiteX10" fmla="*/ 118308 w 156617"/>
                <a:gd name="connsiteY10" fmla="*/ 30234 h 159075"/>
                <a:gd name="connsiteX11" fmla="*/ 127500 w 156617"/>
                <a:gd name="connsiteY11" fmla="*/ 78407 h 159075"/>
                <a:gd name="connsiteX12" fmla="*/ 119722 w 156617"/>
                <a:gd name="connsiteY12" fmla="*/ 124848 h 159075"/>
                <a:gd name="connsiteX13" fmla="*/ 78712 w 156617"/>
                <a:gd name="connsiteY13" fmla="*/ 150494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617" h="159075">
                  <a:moveTo>
                    <a:pt x="156844" y="81180"/>
                  </a:moveTo>
                  <a:cubicBezTo>
                    <a:pt x="156844" y="36819"/>
                    <a:pt x="121490" y="83"/>
                    <a:pt x="78712" y="83"/>
                  </a:cubicBezTo>
                  <a:cubicBezTo>
                    <a:pt x="34519" y="83"/>
                    <a:pt x="226" y="37859"/>
                    <a:pt x="226" y="81180"/>
                  </a:cubicBezTo>
                  <a:cubicBezTo>
                    <a:pt x="226" y="125887"/>
                    <a:pt x="36994" y="159158"/>
                    <a:pt x="78358" y="159158"/>
                  </a:cubicBezTo>
                  <a:cubicBezTo>
                    <a:pt x="121137" y="159158"/>
                    <a:pt x="156844" y="125194"/>
                    <a:pt x="156844" y="81180"/>
                  </a:cubicBezTo>
                  <a:close/>
                  <a:moveTo>
                    <a:pt x="78712" y="150494"/>
                  </a:moveTo>
                  <a:cubicBezTo>
                    <a:pt x="63510" y="150494"/>
                    <a:pt x="47954" y="143216"/>
                    <a:pt x="38408" y="127274"/>
                  </a:cubicBezTo>
                  <a:cubicBezTo>
                    <a:pt x="29570" y="112025"/>
                    <a:pt x="29570" y="90884"/>
                    <a:pt x="29570" y="78407"/>
                  </a:cubicBezTo>
                  <a:cubicBezTo>
                    <a:pt x="29570" y="64891"/>
                    <a:pt x="29570" y="46176"/>
                    <a:pt x="38055" y="30927"/>
                  </a:cubicBezTo>
                  <a:cubicBezTo>
                    <a:pt x="47600" y="14985"/>
                    <a:pt x="64217" y="7707"/>
                    <a:pt x="78358" y="7707"/>
                  </a:cubicBezTo>
                  <a:cubicBezTo>
                    <a:pt x="93914" y="7707"/>
                    <a:pt x="109116" y="15332"/>
                    <a:pt x="118308" y="30234"/>
                  </a:cubicBezTo>
                  <a:cubicBezTo>
                    <a:pt x="127500" y="45137"/>
                    <a:pt x="127500" y="65238"/>
                    <a:pt x="127500" y="78407"/>
                  </a:cubicBezTo>
                  <a:cubicBezTo>
                    <a:pt x="127500" y="90884"/>
                    <a:pt x="127500" y="109599"/>
                    <a:pt x="119722" y="124848"/>
                  </a:cubicBezTo>
                  <a:cubicBezTo>
                    <a:pt x="111945" y="140443"/>
                    <a:pt x="96389" y="150494"/>
                    <a:pt x="78712" y="150494"/>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7" name="Freeform: Shape 26">
              <a:extLst>
                <a:ext uri="{FF2B5EF4-FFF2-40B4-BE49-F238E27FC236}">
                  <a16:creationId xmlns:a16="http://schemas.microsoft.com/office/drawing/2014/main" id="{70303F08-B9F1-913F-9F5A-F1F787953C51}"/>
                </a:ext>
              </a:extLst>
            </p:cNvPr>
            <p:cNvSpPr/>
            <p:nvPr/>
          </p:nvSpPr>
          <p:spPr>
            <a:xfrm>
              <a:off x="10753338" y="5257070"/>
              <a:ext cx="115607" cy="159075"/>
            </a:xfrm>
            <a:custGeom>
              <a:avLst/>
              <a:gdLst>
                <a:gd name="connsiteX0" fmla="*/ 62101 w 115607"/>
                <a:gd name="connsiteY0" fmla="*/ 88111 h 159075"/>
                <a:gd name="connsiteX1" fmla="*/ 98869 w 115607"/>
                <a:gd name="connsiteY1" fmla="*/ 119996 h 159075"/>
                <a:gd name="connsiteX2" fmla="*/ 58919 w 115607"/>
                <a:gd name="connsiteY2" fmla="*/ 151534 h 159075"/>
                <a:gd name="connsiteX3" fmla="*/ 9777 w 115607"/>
                <a:gd name="connsiteY3" fmla="*/ 102321 h 159075"/>
                <a:gd name="connsiteX4" fmla="*/ 4827 w 115607"/>
                <a:gd name="connsiteY4" fmla="*/ 96429 h 159075"/>
                <a:gd name="connsiteX5" fmla="*/ 231 w 115607"/>
                <a:gd name="connsiteY5" fmla="*/ 105093 h 159075"/>
                <a:gd name="connsiteX6" fmla="*/ 231 w 115607"/>
                <a:gd name="connsiteY6" fmla="*/ 150841 h 159075"/>
                <a:gd name="connsiteX7" fmla="*/ 4120 w 115607"/>
                <a:gd name="connsiteY7" fmla="*/ 159158 h 159075"/>
                <a:gd name="connsiteX8" fmla="*/ 12959 w 115607"/>
                <a:gd name="connsiteY8" fmla="*/ 152227 h 159075"/>
                <a:gd name="connsiteX9" fmla="*/ 20029 w 115607"/>
                <a:gd name="connsiteY9" fmla="*/ 144256 h 159075"/>
                <a:gd name="connsiteX10" fmla="*/ 58919 w 115607"/>
                <a:gd name="connsiteY10" fmla="*/ 159158 h 159075"/>
                <a:gd name="connsiteX11" fmla="*/ 115839 w 115607"/>
                <a:gd name="connsiteY11" fmla="*/ 110985 h 159075"/>
                <a:gd name="connsiteX12" fmla="*/ 100990 w 115607"/>
                <a:gd name="connsiteY12" fmla="*/ 78061 h 159075"/>
                <a:gd name="connsiteX13" fmla="*/ 60686 w 115607"/>
                <a:gd name="connsiteY13" fmla="*/ 61425 h 159075"/>
                <a:gd name="connsiteX14" fmla="*/ 17201 w 115607"/>
                <a:gd name="connsiteY14" fmla="*/ 33007 h 159075"/>
                <a:gd name="connsiteX15" fmla="*/ 56797 w 115607"/>
                <a:gd name="connsiteY15" fmla="*/ 6667 h 159075"/>
                <a:gd name="connsiteX16" fmla="*/ 98162 w 115607"/>
                <a:gd name="connsiteY16" fmla="*/ 48602 h 159075"/>
                <a:gd name="connsiteX17" fmla="*/ 102404 w 115607"/>
                <a:gd name="connsiteY17" fmla="*/ 51722 h 159075"/>
                <a:gd name="connsiteX18" fmla="*/ 107000 w 115607"/>
                <a:gd name="connsiteY18" fmla="*/ 43404 h 159075"/>
                <a:gd name="connsiteX19" fmla="*/ 107000 w 115607"/>
                <a:gd name="connsiteY19" fmla="*/ 8400 h 159075"/>
                <a:gd name="connsiteX20" fmla="*/ 103111 w 115607"/>
                <a:gd name="connsiteY20" fmla="*/ 83 h 159075"/>
                <a:gd name="connsiteX21" fmla="*/ 96040 w 115607"/>
                <a:gd name="connsiteY21" fmla="*/ 4241 h 159075"/>
                <a:gd name="connsiteX22" fmla="*/ 90030 w 115607"/>
                <a:gd name="connsiteY22" fmla="*/ 9787 h 159075"/>
                <a:gd name="connsiteX23" fmla="*/ 56797 w 115607"/>
                <a:gd name="connsiteY23" fmla="*/ 83 h 159075"/>
                <a:gd name="connsiteX24" fmla="*/ 231 w 115607"/>
                <a:gd name="connsiteY24" fmla="*/ 42711 h 159075"/>
                <a:gd name="connsiteX25" fmla="*/ 15433 w 115607"/>
                <a:gd name="connsiteY25" fmla="*/ 72169 h 159075"/>
                <a:gd name="connsiteX26" fmla="*/ 62101 w 115607"/>
                <a:gd name="connsiteY26" fmla="*/ 88111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607" h="159075">
                  <a:moveTo>
                    <a:pt x="62101" y="88111"/>
                  </a:moveTo>
                  <a:cubicBezTo>
                    <a:pt x="69878" y="89498"/>
                    <a:pt x="98869" y="95043"/>
                    <a:pt x="98869" y="119996"/>
                  </a:cubicBezTo>
                  <a:cubicBezTo>
                    <a:pt x="98869" y="137671"/>
                    <a:pt x="86495" y="151534"/>
                    <a:pt x="58919" y="151534"/>
                  </a:cubicBezTo>
                  <a:cubicBezTo>
                    <a:pt x="29221" y="151534"/>
                    <a:pt x="16494" y="131779"/>
                    <a:pt x="9777" y="102321"/>
                  </a:cubicBezTo>
                  <a:cubicBezTo>
                    <a:pt x="8716" y="97815"/>
                    <a:pt x="8363" y="96429"/>
                    <a:pt x="4827" y="96429"/>
                  </a:cubicBezTo>
                  <a:cubicBezTo>
                    <a:pt x="231" y="96429"/>
                    <a:pt x="231" y="98855"/>
                    <a:pt x="231" y="105093"/>
                  </a:cubicBezTo>
                  <a:lnTo>
                    <a:pt x="231" y="150841"/>
                  </a:lnTo>
                  <a:cubicBezTo>
                    <a:pt x="231" y="156732"/>
                    <a:pt x="231" y="159158"/>
                    <a:pt x="4120" y="159158"/>
                  </a:cubicBezTo>
                  <a:cubicBezTo>
                    <a:pt x="5888" y="159158"/>
                    <a:pt x="6241" y="158812"/>
                    <a:pt x="12959" y="152227"/>
                  </a:cubicBezTo>
                  <a:cubicBezTo>
                    <a:pt x="13666" y="151534"/>
                    <a:pt x="13666" y="150841"/>
                    <a:pt x="20029" y="144256"/>
                  </a:cubicBezTo>
                  <a:cubicBezTo>
                    <a:pt x="35585" y="158812"/>
                    <a:pt x="51494" y="159158"/>
                    <a:pt x="58919" y="159158"/>
                  </a:cubicBezTo>
                  <a:cubicBezTo>
                    <a:pt x="99576" y="159158"/>
                    <a:pt x="115839" y="135938"/>
                    <a:pt x="115839" y="110985"/>
                  </a:cubicBezTo>
                  <a:cubicBezTo>
                    <a:pt x="115839" y="92617"/>
                    <a:pt x="105232" y="82220"/>
                    <a:pt x="100990" y="78061"/>
                  </a:cubicBezTo>
                  <a:cubicBezTo>
                    <a:pt x="89323" y="66971"/>
                    <a:pt x="75535" y="64198"/>
                    <a:pt x="60686" y="61425"/>
                  </a:cubicBezTo>
                  <a:cubicBezTo>
                    <a:pt x="40888" y="57613"/>
                    <a:pt x="17201" y="53108"/>
                    <a:pt x="17201" y="33007"/>
                  </a:cubicBezTo>
                  <a:cubicBezTo>
                    <a:pt x="17201" y="20877"/>
                    <a:pt x="26393" y="6667"/>
                    <a:pt x="56797" y="6667"/>
                  </a:cubicBezTo>
                  <a:cubicBezTo>
                    <a:pt x="95687" y="6667"/>
                    <a:pt x="97454" y="37859"/>
                    <a:pt x="98162" y="48602"/>
                  </a:cubicBezTo>
                  <a:cubicBezTo>
                    <a:pt x="98515" y="51722"/>
                    <a:pt x="101697" y="51722"/>
                    <a:pt x="102404" y="51722"/>
                  </a:cubicBezTo>
                  <a:cubicBezTo>
                    <a:pt x="107000" y="51722"/>
                    <a:pt x="107000" y="49989"/>
                    <a:pt x="107000" y="43404"/>
                  </a:cubicBezTo>
                  <a:lnTo>
                    <a:pt x="107000" y="8400"/>
                  </a:lnTo>
                  <a:cubicBezTo>
                    <a:pt x="107000" y="2509"/>
                    <a:pt x="107000" y="83"/>
                    <a:pt x="103111" y="83"/>
                  </a:cubicBezTo>
                  <a:cubicBezTo>
                    <a:pt x="101343" y="83"/>
                    <a:pt x="100636" y="83"/>
                    <a:pt x="96040" y="4241"/>
                  </a:cubicBezTo>
                  <a:cubicBezTo>
                    <a:pt x="94980" y="5628"/>
                    <a:pt x="91444" y="8747"/>
                    <a:pt x="90030" y="9787"/>
                  </a:cubicBezTo>
                  <a:cubicBezTo>
                    <a:pt x="76596" y="83"/>
                    <a:pt x="62101" y="83"/>
                    <a:pt x="56797" y="83"/>
                  </a:cubicBezTo>
                  <a:cubicBezTo>
                    <a:pt x="13666" y="83"/>
                    <a:pt x="231" y="23303"/>
                    <a:pt x="231" y="42711"/>
                  </a:cubicBezTo>
                  <a:cubicBezTo>
                    <a:pt x="231" y="54841"/>
                    <a:pt x="5888" y="64545"/>
                    <a:pt x="15433" y="72169"/>
                  </a:cubicBezTo>
                  <a:cubicBezTo>
                    <a:pt x="26747" y="81180"/>
                    <a:pt x="36646" y="83259"/>
                    <a:pt x="62101" y="8811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8" name="Freeform: Shape 27">
              <a:extLst>
                <a:ext uri="{FF2B5EF4-FFF2-40B4-BE49-F238E27FC236}">
                  <a16:creationId xmlns:a16="http://schemas.microsoft.com/office/drawing/2014/main" id="{5DAEEAF7-BF9F-2B6A-DE8E-A5D31364B020}"/>
                </a:ext>
              </a:extLst>
            </p:cNvPr>
            <p:cNvSpPr/>
            <p:nvPr/>
          </p:nvSpPr>
          <p:spPr>
            <a:xfrm>
              <a:off x="10892790" y="5257070"/>
              <a:ext cx="115607" cy="159075"/>
            </a:xfrm>
            <a:custGeom>
              <a:avLst/>
              <a:gdLst>
                <a:gd name="connsiteX0" fmla="*/ 62104 w 115607"/>
                <a:gd name="connsiteY0" fmla="*/ 88111 h 159075"/>
                <a:gd name="connsiteX1" fmla="*/ 98873 w 115607"/>
                <a:gd name="connsiteY1" fmla="*/ 119996 h 159075"/>
                <a:gd name="connsiteX2" fmla="*/ 58923 w 115607"/>
                <a:gd name="connsiteY2" fmla="*/ 151534 h 159075"/>
                <a:gd name="connsiteX3" fmla="*/ 9781 w 115607"/>
                <a:gd name="connsiteY3" fmla="*/ 102321 h 159075"/>
                <a:gd name="connsiteX4" fmla="*/ 4831 w 115607"/>
                <a:gd name="connsiteY4" fmla="*/ 96429 h 159075"/>
                <a:gd name="connsiteX5" fmla="*/ 235 w 115607"/>
                <a:gd name="connsiteY5" fmla="*/ 105093 h 159075"/>
                <a:gd name="connsiteX6" fmla="*/ 235 w 115607"/>
                <a:gd name="connsiteY6" fmla="*/ 150841 h 159075"/>
                <a:gd name="connsiteX7" fmla="*/ 4124 w 115607"/>
                <a:gd name="connsiteY7" fmla="*/ 159158 h 159075"/>
                <a:gd name="connsiteX8" fmla="*/ 12962 w 115607"/>
                <a:gd name="connsiteY8" fmla="*/ 152227 h 159075"/>
                <a:gd name="connsiteX9" fmla="*/ 20033 w 115607"/>
                <a:gd name="connsiteY9" fmla="*/ 144256 h 159075"/>
                <a:gd name="connsiteX10" fmla="*/ 58923 w 115607"/>
                <a:gd name="connsiteY10" fmla="*/ 159158 h 159075"/>
                <a:gd name="connsiteX11" fmla="*/ 115842 w 115607"/>
                <a:gd name="connsiteY11" fmla="*/ 110985 h 159075"/>
                <a:gd name="connsiteX12" fmla="*/ 100994 w 115607"/>
                <a:gd name="connsiteY12" fmla="*/ 78061 h 159075"/>
                <a:gd name="connsiteX13" fmla="*/ 60690 w 115607"/>
                <a:gd name="connsiteY13" fmla="*/ 61425 h 159075"/>
                <a:gd name="connsiteX14" fmla="*/ 17205 w 115607"/>
                <a:gd name="connsiteY14" fmla="*/ 33007 h 159075"/>
                <a:gd name="connsiteX15" fmla="*/ 56801 w 115607"/>
                <a:gd name="connsiteY15" fmla="*/ 6667 h 159075"/>
                <a:gd name="connsiteX16" fmla="*/ 98165 w 115607"/>
                <a:gd name="connsiteY16" fmla="*/ 48602 h 159075"/>
                <a:gd name="connsiteX17" fmla="*/ 102408 w 115607"/>
                <a:gd name="connsiteY17" fmla="*/ 51722 h 159075"/>
                <a:gd name="connsiteX18" fmla="*/ 107004 w 115607"/>
                <a:gd name="connsiteY18" fmla="*/ 43404 h 159075"/>
                <a:gd name="connsiteX19" fmla="*/ 107004 w 115607"/>
                <a:gd name="connsiteY19" fmla="*/ 8400 h 159075"/>
                <a:gd name="connsiteX20" fmla="*/ 103115 w 115607"/>
                <a:gd name="connsiteY20" fmla="*/ 83 h 159075"/>
                <a:gd name="connsiteX21" fmla="*/ 96044 w 115607"/>
                <a:gd name="connsiteY21" fmla="*/ 4241 h 159075"/>
                <a:gd name="connsiteX22" fmla="*/ 90034 w 115607"/>
                <a:gd name="connsiteY22" fmla="*/ 9787 h 159075"/>
                <a:gd name="connsiteX23" fmla="*/ 56801 w 115607"/>
                <a:gd name="connsiteY23" fmla="*/ 83 h 159075"/>
                <a:gd name="connsiteX24" fmla="*/ 235 w 115607"/>
                <a:gd name="connsiteY24" fmla="*/ 42711 h 159075"/>
                <a:gd name="connsiteX25" fmla="*/ 15437 w 115607"/>
                <a:gd name="connsiteY25" fmla="*/ 72169 h 159075"/>
                <a:gd name="connsiteX26" fmla="*/ 62104 w 115607"/>
                <a:gd name="connsiteY26" fmla="*/ 88111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5607" h="159075">
                  <a:moveTo>
                    <a:pt x="62104" y="88111"/>
                  </a:moveTo>
                  <a:cubicBezTo>
                    <a:pt x="69882" y="89498"/>
                    <a:pt x="98873" y="95043"/>
                    <a:pt x="98873" y="119996"/>
                  </a:cubicBezTo>
                  <a:cubicBezTo>
                    <a:pt x="98873" y="137671"/>
                    <a:pt x="86499" y="151534"/>
                    <a:pt x="58923" y="151534"/>
                  </a:cubicBezTo>
                  <a:cubicBezTo>
                    <a:pt x="29225" y="151534"/>
                    <a:pt x="16498" y="131779"/>
                    <a:pt x="9781" y="102321"/>
                  </a:cubicBezTo>
                  <a:cubicBezTo>
                    <a:pt x="8720" y="97815"/>
                    <a:pt x="8366" y="96429"/>
                    <a:pt x="4831" y="96429"/>
                  </a:cubicBezTo>
                  <a:cubicBezTo>
                    <a:pt x="235" y="96429"/>
                    <a:pt x="235" y="98855"/>
                    <a:pt x="235" y="105093"/>
                  </a:cubicBezTo>
                  <a:lnTo>
                    <a:pt x="235" y="150841"/>
                  </a:lnTo>
                  <a:cubicBezTo>
                    <a:pt x="235" y="156732"/>
                    <a:pt x="235" y="159158"/>
                    <a:pt x="4124" y="159158"/>
                  </a:cubicBezTo>
                  <a:cubicBezTo>
                    <a:pt x="5892" y="159158"/>
                    <a:pt x="6245" y="158812"/>
                    <a:pt x="12962" y="152227"/>
                  </a:cubicBezTo>
                  <a:cubicBezTo>
                    <a:pt x="13670" y="151534"/>
                    <a:pt x="13670" y="150841"/>
                    <a:pt x="20033" y="144256"/>
                  </a:cubicBezTo>
                  <a:cubicBezTo>
                    <a:pt x="35589" y="158812"/>
                    <a:pt x="51498" y="159158"/>
                    <a:pt x="58923" y="159158"/>
                  </a:cubicBezTo>
                  <a:cubicBezTo>
                    <a:pt x="99580" y="159158"/>
                    <a:pt x="115842" y="135938"/>
                    <a:pt x="115842" y="110985"/>
                  </a:cubicBezTo>
                  <a:cubicBezTo>
                    <a:pt x="115842" y="92617"/>
                    <a:pt x="105236" y="82220"/>
                    <a:pt x="100994" y="78061"/>
                  </a:cubicBezTo>
                  <a:cubicBezTo>
                    <a:pt x="89327" y="66971"/>
                    <a:pt x="75539" y="64198"/>
                    <a:pt x="60690" y="61425"/>
                  </a:cubicBezTo>
                  <a:cubicBezTo>
                    <a:pt x="40892" y="57613"/>
                    <a:pt x="17205" y="53108"/>
                    <a:pt x="17205" y="33007"/>
                  </a:cubicBezTo>
                  <a:cubicBezTo>
                    <a:pt x="17205" y="20877"/>
                    <a:pt x="26397" y="6667"/>
                    <a:pt x="56801" y="6667"/>
                  </a:cubicBezTo>
                  <a:cubicBezTo>
                    <a:pt x="95691" y="6667"/>
                    <a:pt x="97458" y="37859"/>
                    <a:pt x="98165" y="48602"/>
                  </a:cubicBezTo>
                  <a:cubicBezTo>
                    <a:pt x="98519" y="51722"/>
                    <a:pt x="101701" y="51722"/>
                    <a:pt x="102408" y="51722"/>
                  </a:cubicBezTo>
                  <a:cubicBezTo>
                    <a:pt x="107004" y="51722"/>
                    <a:pt x="107004" y="49989"/>
                    <a:pt x="107004" y="43404"/>
                  </a:cubicBezTo>
                  <a:lnTo>
                    <a:pt x="107004" y="8400"/>
                  </a:lnTo>
                  <a:cubicBezTo>
                    <a:pt x="107004" y="2509"/>
                    <a:pt x="107004" y="83"/>
                    <a:pt x="103115" y="83"/>
                  </a:cubicBezTo>
                  <a:cubicBezTo>
                    <a:pt x="101347" y="83"/>
                    <a:pt x="100640" y="83"/>
                    <a:pt x="96044" y="4241"/>
                  </a:cubicBezTo>
                  <a:cubicBezTo>
                    <a:pt x="94984" y="5628"/>
                    <a:pt x="91448" y="8747"/>
                    <a:pt x="90034" y="9787"/>
                  </a:cubicBezTo>
                  <a:cubicBezTo>
                    <a:pt x="76600" y="83"/>
                    <a:pt x="62104" y="83"/>
                    <a:pt x="56801" y="83"/>
                  </a:cubicBezTo>
                  <a:cubicBezTo>
                    <a:pt x="13670" y="83"/>
                    <a:pt x="235" y="23303"/>
                    <a:pt x="235" y="42711"/>
                  </a:cubicBezTo>
                  <a:cubicBezTo>
                    <a:pt x="235" y="54841"/>
                    <a:pt x="5892" y="64545"/>
                    <a:pt x="15437" y="72169"/>
                  </a:cubicBezTo>
                  <a:cubicBezTo>
                    <a:pt x="26751" y="81180"/>
                    <a:pt x="36650" y="83259"/>
                    <a:pt x="62104" y="8811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29" name="Freeform: Shape 28">
              <a:extLst>
                <a:ext uri="{FF2B5EF4-FFF2-40B4-BE49-F238E27FC236}">
                  <a16:creationId xmlns:a16="http://schemas.microsoft.com/office/drawing/2014/main" id="{A22C28C0-CD40-408D-1D2B-51AE36268D02}"/>
                </a:ext>
              </a:extLst>
            </p:cNvPr>
            <p:cNvSpPr/>
            <p:nvPr/>
          </p:nvSpPr>
          <p:spPr>
            <a:xfrm>
              <a:off x="10259359" y="5553217"/>
              <a:ext cx="761215" cy="13862"/>
            </a:xfrm>
            <a:custGeom>
              <a:avLst/>
              <a:gdLst>
                <a:gd name="connsiteX0" fmla="*/ 0 w 761215"/>
                <a:gd name="connsiteY0" fmla="*/ 0 h 13862"/>
                <a:gd name="connsiteX1" fmla="*/ 761215 w 761215"/>
                <a:gd name="connsiteY1" fmla="*/ 0 h 13862"/>
                <a:gd name="connsiteX2" fmla="*/ 761215 w 761215"/>
                <a:gd name="connsiteY2" fmla="*/ 13862 h 13862"/>
                <a:gd name="connsiteX3" fmla="*/ 0 w 761215"/>
                <a:gd name="connsiteY3" fmla="*/ 13862 h 13862"/>
              </a:gdLst>
              <a:ahLst/>
              <a:cxnLst>
                <a:cxn ang="0">
                  <a:pos x="connsiteX0" y="connsiteY0"/>
                </a:cxn>
                <a:cxn ang="0">
                  <a:pos x="connsiteX1" y="connsiteY1"/>
                </a:cxn>
                <a:cxn ang="0">
                  <a:pos x="connsiteX2" y="connsiteY2"/>
                </a:cxn>
                <a:cxn ang="0">
                  <a:pos x="connsiteX3" y="connsiteY3"/>
                </a:cxn>
              </a:cxnLst>
              <a:rect l="l" t="t" r="r" b="b"/>
              <a:pathLst>
                <a:path w="761215" h="13862">
                  <a:moveTo>
                    <a:pt x="0" y="0"/>
                  </a:moveTo>
                  <a:lnTo>
                    <a:pt x="761215" y="0"/>
                  </a:lnTo>
                  <a:lnTo>
                    <a:pt x="761215" y="13862"/>
                  </a:lnTo>
                  <a:lnTo>
                    <a:pt x="0" y="13862"/>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0" name="Freeform: Shape 29">
              <a:extLst>
                <a:ext uri="{FF2B5EF4-FFF2-40B4-BE49-F238E27FC236}">
                  <a16:creationId xmlns:a16="http://schemas.microsoft.com/office/drawing/2014/main" id="{BEA65AA9-5C8C-22FD-CDBE-460EBAD1A603}"/>
                </a:ext>
              </a:extLst>
            </p:cNvPr>
            <p:cNvSpPr/>
            <p:nvPr/>
          </p:nvSpPr>
          <p:spPr>
            <a:xfrm>
              <a:off x="10470257" y="5636376"/>
              <a:ext cx="185961" cy="255768"/>
            </a:xfrm>
            <a:custGeom>
              <a:avLst/>
              <a:gdLst>
                <a:gd name="connsiteX0" fmla="*/ 149770 w 185961"/>
                <a:gd name="connsiteY0" fmla="*/ 130753 h 255768"/>
                <a:gd name="connsiteX1" fmla="*/ 104164 w 185961"/>
                <a:gd name="connsiteY1" fmla="*/ 89858 h 255768"/>
                <a:gd name="connsiteX2" fmla="*/ 32042 w 185961"/>
                <a:gd name="connsiteY2" fmla="*/ 122435 h 255768"/>
                <a:gd name="connsiteX3" fmla="*/ 223 w 185961"/>
                <a:gd name="connsiteY3" fmla="*/ 194175 h 255768"/>
                <a:gd name="connsiteX4" fmla="*/ 65274 w 185961"/>
                <a:gd name="connsiteY4" fmla="*/ 255865 h 255768"/>
                <a:gd name="connsiteX5" fmla="*/ 186185 w 185961"/>
                <a:gd name="connsiteY5" fmla="*/ 89858 h 255768"/>
                <a:gd name="connsiteX6" fmla="*/ 109820 w 185961"/>
                <a:gd name="connsiteY6" fmla="*/ 96 h 255768"/>
                <a:gd name="connsiteX7" fmla="*/ 42294 w 185961"/>
                <a:gd name="connsiteY7" fmla="*/ 54854 h 255768"/>
                <a:gd name="connsiteX8" fmla="*/ 55729 w 185961"/>
                <a:gd name="connsiteY8" fmla="*/ 66984 h 255768"/>
                <a:gd name="connsiteX9" fmla="*/ 74820 w 185961"/>
                <a:gd name="connsiteY9" fmla="*/ 48616 h 255768"/>
                <a:gd name="connsiteX10" fmla="*/ 58204 w 185961"/>
                <a:gd name="connsiteY10" fmla="*/ 36486 h 255768"/>
                <a:gd name="connsiteX11" fmla="*/ 109113 w 185961"/>
                <a:gd name="connsiteY11" fmla="*/ 8760 h 255768"/>
                <a:gd name="connsiteX12" fmla="*/ 159669 w 185961"/>
                <a:gd name="connsiteY12" fmla="*/ 71490 h 255768"/>
                <a:gd name="connsiteX13" fmla="*/ 150124 w 185961"/>
                <a:gd name="connsiteY13" fmla="*/ 130753 h 255768"/>
                <a:gd name="connsiteX14" fmla="*/ 149770 w 185961"/>
                <a:gd name="connsiteY14" fmla="*/ 130753 h 255768"/>
                <a:gd name="connsiteX15" fmla="*/ 66335 w 185961"/>
                <a:gd name="connsiteY15" fmla="*/ 246161 h 255768"/>
                <a:gd name="connsiteX16" fmla="*/ 27446 w 185961"/>
                <a:gd name="connsiteY16" fmla="*/ 206998 h 255768"/>
                <a:gd name="connsiteX17" fmla="*/ 50779 w 185961"/>
                <a:gd name="connsiteY17" fmla="*/ 128327 h 255768"/>
                <a:gd name="connsiteX18" fmla="*/ 104164 w 185961"/>
                <a:gd name="connsiteY18" fmla="*/ 97482 h 255768"/>
                <a:gd name="connsiteX19" fmla="*/ 143407 w 185961"/>
                <a:gd name="connsiteY19" fmla="*/ 143230 h 255768"/>
                <a:gd name="connsiteX20" fmla="*/ 66335 w 185961"/>
                <a:gd name="connsiteY20" fmla="*/ 246161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770" y="130753"/>
                  </a:moveTo>
                  <a:cubicBezTo>
                    <a:pt x="146235" y="109266"/>
                    <a:pt x="131740" y="89858"/>
                    <a:pt x="104164" y="89858"/>
                  </a:cubicBezTo>
                  <a:cubicBezTo>
                    <a:pt x="82598" y="89858"/>
                    <a:pt x="59618" y="95403"/>
                    <a:pt x="32042" y="122435"/>
                  </a:cubicBezTo>
                  <a:cubicBezTo>
                    <a:pt x="2698" y="151201"/>
                    <a:pt x="223" y="183432"/>
                    <a:pt x="223" y="194175"/>
                  </a:cubicBezTo>
                  <a:cubicBezTo>
                    <a:pt x="223" y="215663"/>
                    <a:pt x="15779" y="255865"/>
                    <a:pt x="65274" y="255865"/>
                  </a:cubicBezTo>
                  <a:cubicBezTo>
                    <a:pt x="149417" y="255865"/>
                    <a:pt x="186185" y="139417"/>
                    <a:pt x="186185" y="89858"/>
                  </a:cubicBezTo>
                  <a:cubicBezTo>
                    <a:pt x="186185" y="34753"/>
                    <a:pt x="153306" y="96"/>
                    <a:pt x="109820" y="96"/>
                  </a:cubicBezTo>
                  <a:cubicBezTo>
                    <a:pt x="58557" y="96"/>
                    <a:pt x="42294" y="45150"/>
                    <a:pt x="42294" y="54854"/>
                  </a:cubicBezTo>
                  <a:cubicBezTo>
                    <a:pt x="42294" y="59706"/>
                    <a:pt x="45123" y="66984"/>
                    <a:pt x="55729" y="66984"/>
                  </a:cubicBezTo>
                  <a:cubicBezTo>
                    <a:pt x="67396" y="66984"/>
                    <a:pt x="74820" y="56587"/>
                    <a:pt x="74820" y="48616"/>
                  </a:cubicBezTo>
                  <a:cubicBezTo>
                    <a:pt x="74820" y="36486"/>
                    <a:pt x="63860" y="36486"/>
                    <a:pt x="58204" y="36486"/>
                  </a:cubicBezTo>
                  <a:cubicBezTo>
                    <a:pt x="73759" y="10840"/>
                    <a:pt x="98861" y="8760"/>
                    <a:pt x="109113" y="8760"/>
                  </a:cubicBezTo>
                  <a:cubicBezTo>
                    <a:pt x="134922" y="8760"/>
                    <a:pt x="159669" y="26782"/>
                    <a:pt x="159669" y="71490"/>
                  </a:cubicBezTo>
                  <a:cubicBezTo>
                    <a:pt x="159669" y="85006"/>
                    <a:pt x="157548" y="102681"/>
                    <a:pt x="150124" y="130753"/>
                  </a:cubicBezTo>
                  <a:lnTo>
                    <a:pt x="149770" y="130753"/>
                  </a:lnTo>
                  <a:close/>
                  <a:moveTo>
                    <a:pt x="66335" y="246161"/>
                  </a:moveTo>
                  <a:cubicBezTo>
                    <a:pt x="27446" y="246161"/>
                    <a:pt x="27446" y="210464"/>
                    <a:pt x="27446" y="206998"/>
                  </a:cubicBezTo>
                  <a:cubicBezTo>
                    <a:pt x="27446" y="197641"/>
                    <a:pt x="36284" y="149121"/>
                    <a:pt x="50779" y="128327"/>
                  </a:cubicBezTo>
                  <a:cubicBezTo>
                    <a:pt x="64921" y="108573"/>
                    <a:pt x="82244" y="97482"/>
                    <a:pt x="104164" y="97482"/>
                  </a:cubicBezTo>
                  <a:cubicBezTo>
                    <a:pt x="142700" y="97482"/>
                    <a:pt x="143407" y="136298"/>
                    <a:pt x="143407" y="143230"/>
                  </a:cubicBezTo>
                  <a:cubicBezTo>
                    <a:pt x="143407" y="168183"/>
                    <a:pt x="120780" y="246161"/>
                    <a:pt x="66335" y="24616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1" name="Freeform: Shape 30">
              <a:extLst>
                <a:ext uri="{FF2B5EF4-FFF2-40B4-BE49-F238E27FC236}">
                  <a16:creationId xmlns:a16="http://schemas.microsoft.com/office/drawing/2014/main" id="{8D02E45A-5A86-5FFA-C727-EC8B46C476D0}"/>
                </a:ext>
              </a:extLst>
            </p:cNvPr>
            <p:cNvSpPr/>
            <p:nvPr/>
          </p:nvSpPr>
          <p:spPr>
            <a:xfrm>
              <a:off x="10676886" y="5727524"/>
              <a:ext cx="133284" cy="159075"/>
            </a:xfrm>
            <a:custGeom>
              <a:avLst/>
              <a:gdLst>
                <a:gd name="connsiteX0" fmla="*/ 61391 w 133284"/>
                <a:gd name="connsiteY0" fmla="*/ 55201 h 159075"/>
                <a:gd name="connsiteX1" fmla="*/ 25330 w 133284"/>
                <a:gd name="connsiteY1" fmla="*/ 32674 h 159075"/>
                <a:gd name="connsiteX2" fmla="*/ 64927 w 133284"/>
                <a:gd name="connsiteY2" fmla="*/ 11186 h 159075"/>
                <a:gd name="connsiteX3" fmla="*/ 106644 w 133284"/>
                <a:gd name="connsiteY3" fmla="*/ 40298 h 159075"/>
                <a:gd name="connsiteX4" fmla="*/ 114776 w 133284"/>
                <a:gd name="connsiteY4" fmla="*/ 47230 h 159075"/>
                <a:gd name="connsiteX5" fmla="*/ 123261 w 133284"/>
                <a:gd name="connsiteY5" fmla="*/ 37526 h 159075"/>
                <a:gd name="connsiteX6" fmla="*/ 123261 w 133284"/>
                <a:gd name="connsiteY6" fmla="*/ 9800 h 159075"/>
                <a:gd name="connsiteX7" fmla="*/ 116897 w 133284"/>
                <a:gd name="connsiteY7" fmla="*/ 96 h 159075"/>
                <a:gd name="connsiteX8" fmla="*/ 100988 w 133284"/>
                <a:gd name="connsiteY8" fmla="*/ 6681 h 159075"/>
                <a:gd name="connsiteX9" fmla="*/ 65280 w 133284"/>
                <a:gd name="connsiteY9" fmla="*/ 96 h 159075"/>
                <a:gd name="connsiteX10" fmla="*/ 229 w 133284"/>
                <a:gd name="connsiteY10" fmla="*/ 45497 h 159075"/>
                <a:gd name="connsiteX11" fmla="*/ 14371 w 133284"/>
                <a:gd name="connsiteY11" fmla="*/ 74609 h 159075"/>
                <a:gd name="connsiteX12" fmla="*/ 69169 w 133284"/>
                <a:gd name="connsiteY12" fmla="*/ 93670 h 159075"/>
                <a:gd name="connsiteX13" fmla="*/ 108412 w 133284"/>
                <a:gd name="connsiteY13" fmla="*/ 120702 h 159075"/>
                <a:gd name="connsiteX14" fmla="*/ 68109 w 133284"/>
                <a:gd name="connsiteY14" fmla="*/ 146695 h 159075"/>
                <a:gd name="connsiteX15" fmla="*/ 17199 w 133284"/>
                <a:gd name="connsiteY15" fmla="*/ 106493 h 159075"/>
                <a:gd name="connsiteX16" fmla="*/ 8714 w 133284"/>
                <a:gd name="connsiteY16" fmla="*/ 101641 h 159075"/>
                <a:gd name="connsiteX17" fmla="*/ 229 w 133284"/>
                <a:gd name="connsiteY17" fmla="*/ 111692 h 159075"/>
                <a:gd name="connsiteX18" fmla="*/ 229 w 133284"/>
                <a:gd name="connsiteY18" fmla="*/ 149468 h 159075"/>
                <a:gd name="connsiteX19" fmla="*/ 6593 w 133284"/>
                <a:gd name="connsiteY19" fmla="*/ 159172 h 159075"/>
                <a:gd name="connsiteX20" fmla="*/ 17199 w 133284"/>
                <a:gd name="connsiteY20" fmla="*/ 153973 h 159075"/>
                <a:gd name="connsiteX21" fmla="*/ 26391 w 133284"/>
                <a:gd name="connsiteY21" fmla="*/ 148081 h 159075"/>
                <a:gd name="connsiteX22" fmla="*/ 68109 w 133284"/>
                <a:gd name="connsiteY22" fmla="*/ 159172 h 159075"/>
                <a:gd name="connsiteX23" fmla="*/ 133513 w 133284"/>
                <a:gd name="connsiteY23" fmla="*/ 108573 h 159075"/>
                <a:gd name="connsiteX24" fmla="*/ 114069 w 133284"/>
                <a:gd name="connsiteY24" fmla="*/ 71836 h 159075"/>
                <a:gd name="connsiteX25" fmla="*/ 61391 w 133284"/>
                <a:gd name="connsiteY25" fmla="*/ 55201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284" h="159075">
                  <a:moveTo>
                    <a:pt x="61391" y="55201"/>
                  </a:moveTo>
                  <a:cubicBezTo>
                    <a:pt x="48310" y="52775"/>
                    <a:pt x="25330" y="48962"/>
                    <a:pt x="25330" y="32674"/>
                  </a:cubicBezTo>
                  <a:cubicBezTo>
                    <a:pt x="25330" y="11186"/>
                    <a:pt x="58209" y="11186"/>
                    <a:pt x="64927" y="11186"/>
                  </a:cubicBezTo>
                  <a:cubicBezTo>
                    <a:pt x="91442" y="11186"/>
                    <a:pt x="104877" y="21237"/>
                    <a:pt x="106644" y="40298"/>
                  </a:cubicBezTo>
                  <a:cubicBezTo>
                    <a:pt x="106998" y="45497"/>
                    <a:pt x="107351" y="47230"/>
                    <a:pt x="114776" y="47230"/>
                  </a:cubicBezTo>
                  <a:cubicBezTo>
                    <a:pt x="123261" y="47230"/>
                    <a:pt x="123261" y="45497"/>
                    <a:pt x="123261" y="37526"/>
                  </a:cubicBezTo>
                  <a:lnTo>
                    <a:pt x="123261" y="9800"/>
                  </a:lnTo>
                  <a:cubicBezTo>
                    <a:pt x="123261" y="3215"/>
                    <a:pt x="123261" y="96"/>
                    <a:pt x="116897" y="96"/>
                  </a:cubicBezTo>
                  <a:cubicBezTo>
                    <a:pt x="115483" y="96"/>
                    <a:pt x="114776" y="96"/>
                    <a:pt x="100988" y="6681"/>
                  </a:cubicBezTo>
                  <a:cubicBezTo>
                    <a:pt x="91796" y="2176"/>
                    <a:pt x="79422" y="96"/>
                    <a:pt x="65280" y="96"/>
                  </a:cubicBezTo>
                  <a:cubicBezTo>
                    <a:pt x="54674" y="96"/>
                    <a:pt x="229" y="96"/>
                    <a:pt x="229" y="45497"/>
                  </a:cubicBezTo>
                  <a:cubicBezTo>
                    <a:pt x="229" y="59360"/>
                    <a:pt x="7300" y="68717"/>
                    <a:pt x="14371" y="74609"/>
                  </a:cubicBezTo>
                  <a:cubicBezTo>
                    <a:pt x="28512" y="86739"/>
                    <a:pt x="41947" y="88818"/>
                    <a:pt x="69169" y="93670"/>
                  </a:cubicBezTo>
                  <a:cubicBezTo>
                    <a:pt x="81897" y="95749"/>
                    <a:pt x="108412" y="100255"/>
                    <a:pt x="108412" y="120702"/>
                  </a:cubicBezTo>
                  <a:cubicBezTo>
                    <a:pt x="108412" y="146695"/>
                    <a:pt x="75886" y="146695"/>
                    <a:pt x="68109" y="146695"/>
                  </a:cubicBezTo>
                  <a:cubicBezTo>
                    <a:pt x="30633" y="146695"/>
                    <a:pt x="21441" y="121396"/>
                    <a:pt x="17199" y="106493"/>
                  </a:cubicBezTo>
                  <a:cubicBezTo>
                    <a:pt x="15431" y="101641"/>
                    <a:pt x="13663" y="101641"/>
                    <a:pt x="8714" y="101641"/>
                  </a:cubicBezTo>
                  <a:cubicBezTo>
                    <a:pt x="229" y="101641"/>
                    <a:pt x="229" y="103721"/>
                    <a:pt x="229" y="111692"/>
                  </a:cubicBezTo>
                  <a:lnTo>
                    <a:pt x="229" y="149468"/>
                  </a:lnTo>
                  <a:cubicBezTo>
                    <a:pt x="229" y="156053"/>
                    <a:pt x="229" y="159172"/>
                    <a:pt x="6593" y="159172"/>
                  </a:cubicBezTo>
                  <a:cubicBezTo>
                    <a:pt x="9067" y="159172"/>
                    <a:pt x="9775" y="159172"/>
                    <a:pt x="17199" y="153973"/>
                  </a:cubicBezTo>
                  <a:cubicBezTo>
                    <a:pt x="17552" y="153973"/>
                    <a:pt x="25330" y="148775"/>
                    <a:pt x="26391" y="148081"/>
                  </a:cubicBezTo>
                  <a:cubicBezTo>
                    <a:pt x="42654" y="159172"/>
                    <a:pt x="61038" y="159172"/>
                    <a:pt x="68109" y="159172"/>
                  </a:cubicBezTo>
                  <a:cubicBezTo>
                    <a:pt x="79068" y="159172"/>
                    <a:pt x="133513" y="159172"/>
                    <a:pt x="133513" y="108573"/>
                  </a:cubicBezTo>
                  <a:cubicBezTo>
                    <a:pt x="133513" y="93670"/>
                    <a:pt x="126443" y="81540"/>
                    <a:pt x="114069" y="71836"/>
                  </a:cubicBezTo>
                  <a:cubicBezTo>
                    <a:pt x="100281" y="61786"/>
                    <a:pt x="88967" y="59706"/>
                    <a:pt x="61391" y="55201"/>
                  </a:cubicBezTo>
                  <a:close/>
                </a:path>
              </a:pathLst>
            </a:custGeom>
            <a:solidFill>
              <a:srgbClr val="4472C4"/>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solidFill>
                  <a:srgbClr val="4472C4"/>
                </a:solidFill>
              </a:endParaRPr>
            </a:p>
          </p:txBody>
        </p:sp>
        <p:sp>
          <p:nvSpPr>
            <p:cNvPr id="32" name="Freeform: Shape 31">
              <a:extLst>
                <a:ext uri="{FF2B5EF4-FFF2-40B4-BE49-F238E27FC236}">
                  <a16:creationId xmlns:a16="http://schemas.microsoft.com/office/drawing/2014/main" id="{2DB377A5-5AE6-2FB6-246A-E80371997313}"/>
                </a:ext>
              </a:extLst>
            </p:cNvPr>
            <p:cNvSpPr/>
            <p:nvPr/>
          </p:nvSpPr>
          <p:spPr>
            <a:xfrm>
              <a:off x="11319513" y="5164190"/>
              <a:ext cx="185961" cy="255768"/>
            </a:xfrm>
            <a:custGeom>
              <a:avLst/>
              <a:gdLst>
                <a:gd name="connsiteX0" fmla="*/ 149794 w 185961"/>
                <a:gd name="connsiteY0" fmla="*/ 130739 h 255768"/>
                <a:gd name="connsiteX1" fmla="*/ 104188 w 185961"/>
                <a:gd name="connsiteY1" fmla="*/ 89844 h 255768"/>
                <a:gd name="connsiteX2" fmla="*/ 32066 w 185961"/>
                <a:gd name="connsiteY2" fmla="*/ 122422 h 255768"/>
                <a:gd name="connsiteX3" fmla="*/ 247 w 185961"/>
                <a:gd name="connsiteY3" fmla="*/ 194162 h 255768"/>
                <a:gd name="connsiteX4" fmla="*/ 65298 w 185961"/>
                <a:gd name="connsiteY4" fmla="*/ 255851 h 255768"/>
                <a:gd name="connsiteX5" fmla="*/ 186209 w 185961"/>
                <a:gd name="connsiteY5" fmla="*/ 89844 h 255768"/>
                <a:gd name="connsiteX6" fmla="*/ 109844 w 185961"/>
                <a:gd name="connsiteY6" fmla="*/ 83 h 255768"/>
                <a:gd name="connsiteX7" fmla="*/ 42318 w 185961"/>
                <a:gd name="connsiteY7" fmla="*/ 54841 h 255768"/>
                <a:gd name="connsiteX8" fmla="*/ 55753 w 185961"/>
                <a:gd name="connsiteY8" fmla="*/ 66971 h 255768"/>
                <a:gd name="connsiteX9" fmla="*/ 74844 w 185961"/>
                <a:gd name="connsiteY9" fmla="*/ 48602 h 255768"/>
                <a:gd name="connsiteX10" fmla="*/ 58227 w 185961"/>
                <a:gd name="connsiteY10" fmla="*/ 36472 h 255768"/>
                <a:gd name="connsiteX11" fmla="*/ 109137 w 185961"/>
                <a:gd name="connsiteY11" fmla="*/ 8747 h 255768"/>
                <a:gd name="connsiteX12" fmla="*/ 159693 w 185961"/>
                <a:gd name="connsiteY12" fmla="*/ 71476 h 255768"/>
                <a:gd name="connsiteX13" fmla="*/ 150148 w 185961"/>
                <a:gd name="connsiteY13" fmla="*/ 130739 h 255768"/>
                <a:gd name="connsiteX14" fmla="*/ 149794 w 185961"/>
                <a:gd name="connsiteY14" fmla="*/ 130739 h 255768"/>
                <a:gd name="connsiteX15" fmla="*/ 66359 w 185961"/>
                <a:gd name="connsiteY15" fmla="*/ 246147 h 255768"/>
                <a:gd name="connsiteX16" fmla="*/ 27470 w 185961"/>
                <a:gd name="connsiteY16" fmla="*/ 206985 h 255768"/>
                <a:gd name="connsiteX17" fmla="*/ 50803 w 185961"/>
                <a:gd name="connsiteY17" fmla="*/ 128313 h 255768"/>
                <a:gd name="connsiteX18" fmla="*/ 104188 w 185961"/>
                <a:gd name="connsiteY18" fmla="*/ 97469 h 255768"/>
                <a:gd name="connsiteX19" fmla="*/ 143431 w 185961"/>
                <a:gd name="connsiteY19" fmla="*/ 143216 h 255768"/>
                <a:gd name="connsiteX20" fmla="*/ 66359 w 185961"/>
                <a:gd name="connsiteY20" fmla="*/ 246147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794" y="130739"/>
                  </a:moveTo>
                  <a:cubicBezTo>
                    <a:pt x="146259" y="109252"/>
                    <a:pt x="131764" y="89844"/>
                    <a:pt x="104188" y="89844"/>
                  </a:cubicBezTo>
                  <a:cubicBezTo>
                    <a:pt x="82622" y="89844"/>
                    <a:pt x="59642" y="95389"/>
                    <a:pt x="32066" y="122422"/>
                  </a:cubicBezTo>
                  <a:cubicBezTo>
                    <a:pt x="2722" y="151187"/>
                    <a:pt x="247" y="183418"/>
                    <a:pt x="247" y="194162"/>
                  </a:cubicBezTo>
                  <a:cubicBezTo>
                    <a:pt x="247" y="215649"/>
                    <a:pt x="15803" y="255851"/>
                    <a:pt x="65298" y="255851"/>
                  </a:cubicBezTo>
                  <a:cubicBezTo>
                    <a:pt x="149441" y="255851"/>
                    <a:pt x="186209" y="139404"/>
                    <a:pt x="186209" y="89844"/>
                  </a:cubicBezTo>
                  <a:cubicBezTo>
                    <a:pt x="186209" y="34740"/>
                    <a:pt x="153330" y="83"/>
                    <a:pt x="109844" y="83"/>
                  </a:cubicBezTo>
                  <a:cubicBezTo>
                    <a:pt x="58581" y="83"/>
                    <a:pt x="42318" y="45137"/>
                    <a:pt x="42318" y="54841"/>
                  </a:cubicBezTo>
                  <a:cubicBezTo>
                    <a:pt x="42318" y="59693"/>
                    <a:pt x="45147" y="66971"/>
                    <a:pt x="55753" y="66971"/>
                  </a:cubicBezTo>
                  <a:cubicBezTo>
                    <a:pt x="67419" y="66971"/>
                    <a:pt x="74844" y="56573"/>
                    <a:pt x="74844" y="48602"/>
                  </a:cubicBezTo>
                  <a:cubicBezTo>
                    <a:pt x="74844" y="36472"/>
                    <a:pt x="63884" y="36472"/>
                    <a:pt x="58227" y="36472"/>
                  </a:cubicBezTo>
                  <a:cubicBezTo>
                    <a:pt x="73783" y="10826"/>
                    <a:pt x="98885" y="8747"/>
                    <a:pt x="109137" y="8747"/>
                  </a:cubicBezTo>
                  <a:cubicBezTo>
                    <a:pt x="134946" y="8747"/>
                    <a:pt x="159693" y="26768"/>
                    <a:pt x="159693" y="71476"/>
                  </a:cubicBezTo>
                  <a:cubicBezTo>
                    <a:pt x="159693" y="84992"/>
                    <a:pt x="157572" y="102667"/>
                    <a:pt x="150148" y="130739"/>
                  </a:cubicBezTo>
                  <a:lnTo>
                    <a:pt x="149794" y="130739"/>
                  </a:lnTo>
                  <a:close/>
                  <a:moveTo>
                    <a:pt x="66359" y="246147"/>
                  </a:moveTo>
                  <a:cubicBezTo>
                    <a:pt x="27470" y="246147"/>
                    <a:pt x="27470" y="210451"/>
                    <a:pt x="27470" y="206985"/>
                  </a:cubicBezTo>
                  <a:cubicBezTo>
                    <a:pt x="27470" y="197627"/>
                    <a:pt x="36308" y="149108"/>
                    <a:pt x="50803" y="128313"/>
                  </a:cubicBezTo>
                  <a:cubicBezTo>
                    <a:pt x="64945" y="108559"/>
                    <a:pt x="82268" y="97469"/>
                    <a:pt x="104188" y="97469"/>
                  </a:cubicBezTo>
                  <a:cubicBezTo>
                    <a:pt x="142723" y="97469"/>
                    <a:pt x="143431" y="136285"/>
                    <a:pt x="143431" y="143216"/>
                  </a:cubicBezTo>
                  <a:cubicBezTo>
                    <a:pt x="143431" y="168169"/>
                    <a:pt x="120804" y="246147"/>
                    <a:pt x="66359" y="246147"/>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3" name="Freeform: Shape 32">
              <a:extLst>
                <a:ext uri="{FF2B5EF4-FFF2-40B4-BE49-F238E27FC236}">
                  <a16:creationId xmlns:a16="http://schemas.microsoft.com/office/drawing/2014/main" id="{F285AA01-5CAA-A37F-8492-08FBA9692C5E}"/>
                </a:ext>
              </a:extLst>
            </p:cNvPr>
            <p:cNvSpPr/>
            <p:nvPr/>
          </p:nvSpPr>
          <p:spPr>
            <a:xfrm>
              <a:off x="11526142" y="5255338"/>
              <a:ext cx="133284" cy="159075"/>
            </a:xfrm>
            <a:custGeom>
              <a:avLst/>
              <a:gdLst>
                <a:gd name="connsiteX0" fmla="*/ 61415 w 133284"/>
                <a:gd name="connsiteY0" fmla="*/ 55187 h 159075"/>
                <a:gd name="connsiteX1" fmla="*/ 25354 w 133284"/>
                <a:gd name="connsiteY1" fmla="*/ 32660 h 159075"/>
                <a:gd name="connsiteX2" fmla="*/ 64951 w 133284"/>
                <a:gd name="connsiteY2" fmla="*/ 11173 h 159075"/>
                <a:gd name="connsiteX3" fmla="*/ 106668 w 133284"/>
                <a:gd name="connsiteY3" fmla="*/ 40285 h 159075"/>
                <a:gd name="connsiteX4" fmla="*/ 114800 w 133284"/>
                <a:gd name="connsiteY4" fmla="*/ 47216 h 159075"/>
                <a:gd name="connsiteX5" fmla="*/ 123285 w 133284"/>
                <a:gd name="connsiteY5" fmla="*/ 37512 h 159075"/>
                <a:gd name="connsiteX6" fmla="*/ 123285 w 133284"/>
                <a:gd name="connsiteY6" fmla="*/ 9787 h 159075"/>
                <a:gd name="connsiteX7" fmla="*/ 116921 w 133284"/>
                <a:gd name="connsiteY7" fmla="*/ 83 h 159075"/>
                <a:gd name="connsiteX8" fmla="*/ 101012 w 133284"/>
                <a:gd name="connsiteY8" fmla="*/ 6667 h 159075"/>
                <a:gd name="connsiteX9" fmla="*/ 65304 w 133284"/>
                <a:gd name="connsiteY9" fmla="*/ 83 h 159075"/>
                <a:gd name="connsiteX10" fmla="*/ 253 w 133284"/>
                <a:gd name="connsiteY10" fmla="*/ 45483 h 159075"/>
                <a:gd name="connsiteX11" fmla="*/ 14394 w 133284"/>
                <a:gd name="connsiteY11" fmla="*/ 74595 h 159075"/>
                <a:gd name="connsiteX12" fmla="*/ 69193 w 133284"/>
                <a:gd name="connsiteY12" fmla="*/ 93656 h 159075"/>
                <a:gd name="connsiteX13" fmla="*/ 108436 w 133284"/>
                <a:gd name="connsiteY13" fmla="*/ 120689 h 159075"/>
                <a:gd name="connsiteX14" fmla="*/ 68132 w 133284"/>
                <a:gd name="connsiteY14" fmla="*/ 146682 h 159075"/>
                <a:gd name="connsiteX15" fmla="*/ 17223 w 133284"/>
                <a:gd name="connsiteY15" fmla="*/ 106480 h 159075"/>
                <a:gd name="connsiteX16" fmla="*/ 8738 w 133284"/>
                <a:gd name="connsiteY16" fmla="*/ 101628 h 159075"/>
                <a:gd name="connsiteX17" fmla="*/ 253 w 133284"/>
                <a:gd name="connsiteY17" fmla="*/ 111678 h 159075"/>
                <a:gd name="connsiteX18" fmla="*/ 253 w 133284"/>
                <a:gd name="connsiteY18" fmla="*/ 149454 h 159075"/>
                <a:gd name="connsiteX19" fmla="*/ 6617 w 133284"/>
                <a:gd name="connsiteY19" fmla="*/ 159158 h 159075"/>
                <a:gd name="connsiteX20" fmla="*/ 17223 w 133284"/>
                <a:gd name="connsiteY20" fmla="*/ 153960 h 159075"/>
                <a:gd name="connsiteX21" fmla="*/ 26415 w 133284"/>
                <a:gd name="connsiteY21" fmla="*/ 148068 h 159075"/>
                <a:gd name="connsiteX22" fmla="*/ 68132 w 133284"/>
                <a:gd name="connsiteY22" fmla="*/ 159158 h 159075"/>
                <a:gd name="connsiteX23" fmla="*/ 133537 w 133284"/>
                <a:gd name="connsiteY23" fmla="*/ 108559 h 159075"/>
                <a:gd name="connsiteX24" fmla="*/ 114093 w 133284"/>
                <a:gd name="connsiteY24" fmla="*/ 71823 h 159075"/>
                <a:gd name="connsiteX25" fmla="*/ 61415 w 133284"/>
                <a:gd name="connsiteY25" fmla="*/ 55187 h 15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284" h="159075">
                  <a:moveTo>
                    <a:pt x="61415" y="55187"/>
                  </a:moveTo>
                  <a:cubicBezTo>
                    <a:pt x="48334" y="52761"/>
                    <a:pt x="25354" y="48949"/>
                    <a:pt x="25354" y="32660"/>
                  </a:cubicBezTo>
                  <a:cubicBezTo>
                    <a:pt x="25354" y="11173"/>
                    <a:pt x="58233" y="11173"/>
                    <a:pt x="64951" y="11173"/>
                  </a:cubicBezTo>
                  <a:cubicBezTo>
                    <a:pt x="91466" y="11173"/>
                    <a:pt x="104901" y="21223"/>
                    <a:pt x="106668" y="40285"/>
                  </a:cubicBezTo>
                  <a:cubicBezTo>
                    <a:pt x="107022" y="45483"/>
                    <a:pt x="107375" y="47216"/>
                    <a:pt x="114800" y="47216"/>
                  </a:cubicBezTo>
                  <a:cubicBezTo>
                    <a:pt x="123285" y="47216"/>
                    <a:pt x="123285" y="45483"/>
                    <a:pt x="123285" y="37512"/>
                  </a:cubicBezTo>
                  <a:lnTo>
                    <a:pt x="123285" y="9787"/>
                  </a:lnTo>
                  <a:cubicBezTo>
                    <a:pt x="123285" y="3202"/>
                    <a:pt x="123285" y="83"/>
                    <a:pt x="116921" y="83"/>
                  </a:cubicBezTo>
                  <a:cubicBezTo>
                    <a:pt x="115507" y="83"/>
                    <a:pt x="114800" y="83"/>
                    <a:pt x="101012" y="6667"/>
                  </a:cubicBezTo>
                  <a:cubicBezTo>
                    <a:pt x="91820" y="2162"/>
                    <a:pt x="79446" y="83"/>
                    <a:pt x="65304" y="83"/>
                  </a:cubicBezTo>
                  <a:cubicBezTo>
                    <a:pt x="54698" y="83"/>
                    <a:pt x="253" y="83"/>
                    <a:pt x="253" y="45483"/>
                  </a:cubicBezTo>
                  <a:cubicBezTo>
                    <a:pt x="253" y="59346"/>
                    <a:pt x="7324" y="68703"/>
                    <a:pt x="14394" y="74595"/>
                  </a:cubicBezTo>
                  <a:cubicBezTo>
                    <a:pt x="28536" y="86725"/>
                    <a:pt x="41971" y="88804"/>
                    <a:pt x="69193" y="93656"/>
                  </a:cubicBezTo>
                  <a:cubicBezTo>
                    <a:pt x="81920" y="95736"/>
                    <a:pt x="108436" y="100241"/>
                    <a:pt x="108436" y="120689"/>
                  </a:cubicBezTo>
                  <a:cubicBezTo>
                    <a:pt x="108436" y="146682"/>
                    <a:pt x="75910" y="146682"/>
                    <a:pt x="68132" y="146682"/>
                  </a:cubicBezTo>
                  <a:cubicBezTo>
                    <a:pt x="30657" y="146682"/>
                    <a:pt x="21465" y="121382"/>
                    <a:pt x="17223" y="106480"/>
                  </a:cubicBezTo>
                  <a:cubicBezTo>
                    <a:pt x="15455" y="101628"/>
                    <a:pt x="13687" y="101628"/>
                    <a:pt x="8738" y="101628"/>
                  </a:cubicBezTo>
                  <a:cubicBezTo>
                    <a:pt x="253" y="101628"/>
                    <a:pt x="253" y="103707"/>
                    <a:pt x="253" y="111678"/>
                  </a:cubicBezTo>
                  <a:lnTo>
                    <a:pt x="253" y="149454"/>
                  </a:lnTo>
                  <a:cubicBezTo>
                    <a:pt x="253" y="156039"/>
                    <a:pt x="253" y="159158"/>
                    <a:pt x="6617" y="159158"/>
                  </a:cubicBezTo>
                  <a:cubicBezTo>
                    <a:pt x="9091" y="159158"/>
                    <a:pt x="9798" y="159158"/>
                    <a:pt x="17223" y="153960"/>
                  </a:cubicBezTo>
                  <a:cubicBezTo>
                    <a:pt x="17576" y="153960"/>
                    <a:pt x="25354" y="148761"/>
                    <a:pt x="26415" y="148068"/>
                  </a:cubicBezTo>
                  <a:cubicBezTo>
                    <a:pt x="42678" y="159158"/>
                    <a:pt x="61062" y="159158"/>
                    <a:pt x="68132" y="159158"/>
                  </a:cubicBezTo>
                  <a:cubicBezTo>
                    <a:pt x="79092" y="159158"/>
                    <a:pt x="133537" y="159158"/>
                    <a:pt x="133537" y="108559"/>
                  </a:cubicBezTo>
                  <a:cubicBezTo>
                    <a:pt x="133537" y="93656"/>
                    <a:pt x="126466" y="81526"/>
                    <a:pt x="114093" y="71823"/>
                  </a:cubicBezTo>
                  <a:cubicBezTo>
                    <a:pt x="100305" y="61772"/>
                    <a:pt x="88991" y="59693"/>
                    <a:pt x="61415" y="55187"/>
                  </a:cubicBezTo>
                  <a:close/>
                </a:path>
              </a:pathLst>
            </a:custGeom>
            <a:solidFill>
              <a:srgbClr val="4472C4"/>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4" name="Freeform: Shape 33">
              <a:extLst>
                <a:ext uri="{FF2B5EF4-FFF2-40B4-BE49-F238E27FC236}">
                  <a16:creationId xmlns:a16="http://schemas.microsoft.com/office/drawing/2014/main" id="{3A7D97A4-A7C7-3848-57E8-07213CA1925A}"/>
                </a:ext>
              </a:extLst>
            </p:cNvPr>
            <p:cNvSpPr/>
            <p:nvPr/>
          </p:nvSpPr>
          <p:spPr>
            <a:xfrm>
              <a:off x="11105424" y="5553217"/>
              <a:ext cx="767598" cy="13862"/>
            </a:xfrm>
            <a:custGeom>
              <a:avLst/>
              <a:gdLst>
                <a:gd name="connsiteX0" fmla="*/ 0 w 767598"/>
                <a:gd name="connsiteY0" fmla="*/ 0 h 13862"/>
                <a:gd name="connsiteX1" fmla="*/ 767599 w 767598"/>
                <a:gd name="connsiteY1" fmla="*/ 0 h 13862"/>
                <a:gd name="connsiteX2" fmla="*/ 767599 w 767598"/>
                <a:gd name="connsiteY2" fmla="*/ 13862 h 13862"/>
                <a:gd name="connsiteX3" fmla="*/ 0 w 767598"/>
                <a:gd name="connsiteY3" fmla="*/ 13862 h 13862"/>
              </a:gdLst>
              <a:ahLst/>
              <a:cxnLst>
                <a:cxn ang="0">
                  <a:pos x="connsiteX0" y="connsiteY0"/>
                </a:cxn>
                <a:cxn ang="0">
                  <a:pos x="connsiteX1" y="connsiteY1"/>
                </a:cxn>
                <a:cxn ang="0">
                  <a:pos x="connsiteX2" y="connsiteY2"/>
                </a:cxn>
                <a:cxn ang="0">
                  <a:pos x="connsiteX3" y="connsiteY3"/>
                </a:cxn>
              </a:cxnLst>
              <a:rect l="l" t="t" r="r" b="b"/>
              <a:pathLst>
                <a:path w="767598" h="13862">
                  <a:moveTo>
                    <a:pt x="0" y="0"/>
                  </a:moveTo>
                  <a:lnTo>
                    <a:pt x="767599" y="0"/>
                  </a:lnTo>
                  <a:lnTo>
                    <a:pt x="767599" y="13862"/>
                  </a:lnTo>
                  <a:lnTo>
                    <a:pt x="0" y="13862"/>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5" name="Freeform: Shape 34">
              <a:extLst>
                <a:ext uri="{FF2B5EF4-FFF2-40B4-BE49-F238E27FC236}">
                  <a16:creationId xmlns:a16="http://schemas.microsoft.com/office/drawing/2014/main" id="{8F9F2BF2-FAAF-0A93-D7B9-ADB7C3B46FF1}"/>
                </a:ext>
              </a:extLst>
            </p:cNvPr>
            <p:cNvSpPr/>
            <p:nvPr/>
          </p:nvSpPr>
          <p:spPr>
            <a:xfrm>
              <a:off x="11119566" y="5642591"/>
              <a:ext cx="185961" cy="255768"/>
            </a:xfrm>
            <a:custGeom>
              <a:avLst/>
              <a:gdLst>
                <a:gd name="connsiteX0" fmla="*/ 149789 w 185961"/>
                <a:gd name="connsiteY0" fmla="*/ 130753 h 255768"/>
                <a:gd name="connsiteX1" fmla="*/ 104182 w 185961"/>
                <a:gd name="connsiteY1" fmla="*/ 89858 h 255768"/>
                <a:gd name="connsiteX2" fmla="*/ 32060 w 185961"/>
                <a:gd name="connsiteY2" fmla="*/ 122436 h 255768"/>
                <a:gd name="connsiteX3" fmla="*/ 241 w 185961"/>
                <a:gd name="connsiteY3" fmla="*/ 194175 h 255768"/>
                <a:gd name="connsiteX4" fmla="*/ 65293 w 185961"/>
                <a:gd name="connsiteY4" fmla="*/ 255865 h 255768"/>
                <a:gd name="connsiteX5" fmla="*/ 186203 w 185961"/>
                <a:gd name="connsiteY5" fmla="*/ 89858 h 255768"/>
                <a:gd name="connsiteX6" fmla="*/ 109839 w 185961"/>
                <a:gd name="connsiteY6" fmla="*/ 96 h 255768"/>
                <a:gd name="connsiteX7" fmla="*/ 42313 w 185961"/>
                <a:gd name="connsiteY7" fmla="*/ 54854 h 255768"/>
                <a:gd name="connsiteX8" fmla="*/ 55747 w 185961"/>
                <a:gd name="connsiteY8" fmla="*/ 66984 h 255768"/>
                <a:gd name="connsiteX9" fmla="*/ 74838 w 185961"/>
                <a:gd name="connsiteY9" fmla="*/ 48616 h 255768"/>
                <a:gd name="connsiteX10" fmla="*/ 58222 w 185961"/>
                <a:gd name="connsiteY10" fmla="*/ 36486 h 255768"/>
                <a:gd name="connsiteX11" fmla="*/ 109132 w 185961"/>
                <a:gd name="connsiteY11" fmla="*/ 8761 h 255768"/>
                <a:gd name="connsiteX12" fmla="*/ 159688 w 185961"/>
                <a:gd name="connsiteY12" fmla="*/ 71490 h 255768"/>
                <a:gd name="connsiteX13" fmla="*/ 150142 w 185961"/>
                <a:gd name="connsiteY13" fmla="*/ 130753 h 255768"/>
                <a:gd name="connsiteX14" fmla="*/ 149789 w 185961"/>
                <a:gd name="connsiteY14" fmla="*/ 130753 h 255768"/>
                <a:gd name="connsiteX15" fmla="*/ 66353 w 185961"/>
                <a:gd name="connsiteY15" fmla="*/ 246161 h 255768"/>
                <a:gd name="connsiteX16" fmla="*/ 27464 w 185961"/>
                <a:gd name="connsiteY16" fmla="*/ 206999 h 255768"/>
                <a:gd name="connsiteX17" fmla="*/ 50798 w 185961"/>
                <a:gd name="connsiteY17" fmla="*/ 128327 h 255768"/>
                <a:gd name="connsiteX18" fmla="*/ 104182 w 185961"/>
                <a:gd name="connsiteY18" fmla="*/ 97482 h 255768"/>
                <a:gd name="connsiteX19" fmla="*/ 143425 w 185961"/>
                <a:gd name="connsiteY19" fmla="*/ 143230 h 255768"/>
                <a:gd name="connsiteX20" fmla="*/ 66353 w 185961"/>
                <a:gd name="connsiteY20" fmla="*/ 246161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789" y="130753"/>
                  </a:moveTo>
                  <a:cubicBezTo>
                    <a:pt x="146253" y="109266"/>
                    <a:pt x="131758" y="89858"/>
                    <a:pt x="104182" y="89858"/>
                  </a:cubicBezTo>
                  <a:cubicBezTo>
                    <a:pt x="82616" y="89858"/>
                    <a:pt x="59636" y="95403"/>
                    <a:pt x="32060" y="122436"/>
                  </a:cubicBezTo>
                  <a:cubicBezTo>
                    <a:pt x="2716" y="151201"/>
                    <a:pt x="241" y="183432"/>
                    <a:pt x="241" y="194175"/>
                  </a:cubicBezTo>
                  <a:cubicBezTo>
                    <a:pt x="241" y="215663"/>
                    <a:pt x="15797" y="255865"/>
                    <a:pt x="65293" y="255865"/>
                  </a:cubicBezTo>
                  <a:cubicBezTo>
                    <a:pt x="149435" y="255865"/>
                    <a:pt x="186203" y="139417"/>
                    <a:pt x="186203" y="89858"/>
                  </a:cubicBezTo>
                  <a:cubicBezTo>
                    <a:pt x="186203" y="34753"/>
                    <a:pt x="153324" y="96"/>
                    <a:pt x="109839" y="96"/>
                  </a:cubicBezTo>
                  <a:cubicBezTo>
                    <a:pt x="58575" y="96"/>
                    <a:pt x="42313" y="45150"/>
                    <a:pt x="42313" y="54854"/>
                  </a:cubicBezTo>
                  <a:cubicBezTo>
                    <a:pt x="42313" y="59706"/>
                    <a:pt x="45141" y="66984"/>
                    <a:pt x="55747" y="66984"/>
                  </a:cubicBezTo>
                  <a:cubicBezTo>
                    <a:pt x="67414" y="66984"/>
                    <a:pt x="74838" y="56587"/>
                    <a:pt x="74838" y="48616"/>
                  </a:cubicBezTo>
                  <a:cubicBezTo>
                    <a:pt x="74838" y="36486"/>
                    <a:pt x="63878" y="36486"/>
                    <a:pt x="58222" y="36486"/>
                  </a:cubicBezTo>
                  <a:cubicBezTo>
                    <a:pt x="73778" y="10840"/>
                    <a:pt x="98879" y="8761"/>
                    <a:pt x="109132" y="8761"/>
                  </a:cubicBezTo>
                  <a:cubicBezTo>
                    <a:pt x="134940" y="8761"/>
                    <a:pt x="159688" y="26782"/>
                    <a:pt x="159688" y="71490"/>
                  </a:cubicBezTo>
                  <a:cubicBezTo>
                    <a:pt x="159688" y="85006"/>
                    <a:pt x="157566" y="102681"/>
                    <a:pt x="150142" y="130753"/>
                  </a:cubicBezTo>
                  <a:lnTo>
                    <a:pt x="149789" y="130753"/>
                  </a:lnTo>
                  <a:close/>
                  <a:moveTo>
                    <a:pt x="66353" y="246161"/>
                  </a:moveTo>
                  <a:cubicBezTo>
                    <a:pt x="27464" y="246161"/>
                    <a:pt x="27464" y="210464"/>
                    <a:pt x="27464" y="206999"/>
                  </a:cubicBezTo>
                  <a:cubicBezTo>
                    <a:pt x="27464" y="197641"/>
                    <a:pt x="36302" y="149121"/>
                    <a:pt x="50798" y="128327"/>
                  </a:cubicBezTo>
                  <a:cubicBezTo>
                    <a:pt x="64939" y="108573"/>
                    <a:pt x="82263" y="97482"/>
                    <a:pt x="104182" y="97482"/>
                  </a:cubicBezTo>
                  <a:cubicBezTo>
                    <a:pt x="142718" y="97482"/>
                    <a:pt x="143425" y="136298"/>
                    <a:pt x="143425" y="143230"/>
                  </a:cubicBezTo>
                  <a:cubicBezTo>
                    <a:pt x="143425" y="168183"/>
                    <a:pt x="120798" y="246161"/>
                    <a:pt x="66353" y="24616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6" name="Freeform: Shape 35">
              <a:extLst>
                <a:ext uri="{FF2B5EF4-FFF2-40B4-BE49-F238E27FC236}">
                  <a16:creationId xmlns:a16="http://schemas.microsoft.com/office/drawing/2014/main" id="{0002F8DA-B093-1EDD-9C19-E87EAE7A789F}"/>
                </a:ext>
              </a:extLst>
            </p:cNvPr>
            <p:cNvSpPr/>
            <p:nvPr/>
          </p:nvSpPr>
          <p:spPr>
            <a:xfrm>
              <a:off x="11324073" y="5736858"/>
              <a:ext cx="152022" cy="153877"/>
            </a:xfrm>
            <a:custGeom>
              <a:avLst/>
              <a:gdLst>
                <a:gd name="connsiteX0" fmla="*/ 147673 w 152022"/>
                <a:gd name="connsiteY0" fmla="*/ 14999 h 153877"/>
                <a:gd name="connsiteX1" fmla="*/ 151209 w 152022"/>
                <a:gd name="connsiteY1" fmla="*/ 7374 h 153877"/>
                <a:gd name="connsiteX2" fmla="*/ 139895 w 152022"/>
                <a:gd name="connsiteY2" fmla="*/ 96 h 153877"/>
                <a:gd name="connsiteX3" fmla="*/ 10146 w 152022"/>
                <a:gd name="connsiteY3" fmla="*/ 96 h 153877"/>
                <a:gd name="connsiteX4" fmla="*/ 5904 w 152022"/>
                <a:gd name="connsiteY4" fmla="*/ 60746 h 153877"/>
                <a:gd name="connsiteX5" fmla="*/ 22520 w 152022"/>
                <a:gd name="connsiteY5" fmla="*/ 60746 h 153877"/>
                <a:gd name="connsiteX6" fmla="*/ 72016 w 152022"/>
                <a:gd name="connsiteY6" fmla="*/ 12573 h 153877"/>
                <a:gd name="connsiteX7" fmla="*/ 102067 w 152022"/>
                <a:gd name="connsiteY7" fmla="*/ 12573 h 153877"/>
                <a:gd name="connsiteX8" fmla="*/ 3429 w 152022"/>
                <a:gd name="connsiteY8" fmla="*/ 138724 h 153877"/>
                <a:gd name="connsiteX9" fmla="*/ 247 w 152022"/>
                <a:gd name="connsiteY9" fmla="*/ 146349 h 153877"/>
                <a:gd name="connsiteX10" fmla="*/ 11560 w 152022"/>
                <a:gd name="connsiteY10" fmla="*/ 153973 h 153877"/>
                <a:gd name="connsiteX11" fmla="*/ 145906 w 152022"/>
                <a:gd name="connsiteY11" fmla="*/ 153973 h 153877"/>
                <a:gd name="connsiteX12" fmla="*/ 152269 w 152022"/>
                <a:gd name="connsiteY12" fmla="*/ 83966 h 153877"/>
                <a:gd name="connsiteX13" fmla="*/ 135653 w 152022"/>
                <a:gd name="connsiteY13" fmla="*/ 83966 h 153877"/>
                <a:gd name="connsiteX14" fmla="*/ 80147 w 152022"/>
                <a:gd name="connsiteY14" fmla="*/ 140111 h 153877"/>
                <a:gd name="connsiteX15" fmla="*/ 49743 w 152022"/>
                <a:gd name="connsiteY15" fmla="*/ 140111 h 153877"/>
                <a:gd name="connsiteX16" fmla="*/ 147673 w 152022"/>
                <a:gd name="connsiteY16" fmla="*/ 14999 h 15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022" h="153877">
                  <a:moveTo>
                    <a:pt x="147673" y="14999"/>
                  </a:moveTo>
                  <a:cubicBezTo>
                    <a:pt x="150502" y="11187"/>
                    <a:pt x="151209" y="10493"/>
                    <a:pt x="151209" y="7374"/>
                  </a:cubicBezTo>
                  <a:cubicBezTo>
                    <a:pt x="151209" y="96"/>
                    <a:pt x="146259" y="96"/>
                    <a:pt x="139895" y="96"/>
                  </a:cubicBezTo>
                  <a:lnTo>
                    <a:pt x="10146" y="96"/>
                  </a:lnTo>
                  <a:lnTo>
                    <a:pt x="5904" y="60746"/>
                  </a:lnTo>
                  <a:lnTo>
                    <a:pt x="22520" y="60746"/>
                  </a:lnTo>
                  <a:cubicBezTo>
                    <a:pt x="24641" y="25049"/>
                    <a:pt x="35601" y="12573"/>
                    <a:pt x="72016" y="12573"/>
                  </a:cubicBezTo>
                  <a:lnTo>
                    <a:pt x="102067" y="12573"/>
                  </a:lnTo>
                  <a:lnTo>
                    <a:pt x="3429" y="138724"/>
                  </a:lnTo>
                  <a:cubicBezTo>
                    <a:pt x="247" y="142537"/>
                    <a:pt x="247" y="143230"/>
                    <a:pt x="247" y="146349"/>
                  </a:cubicBezTo>
                  <a:cubicBezTo>
                    <a:pt x="247" y="153973"/>
                    <a:pt x="4843" y="153973"/>
                    <a:pt x="11560" y="153973"/>
                  </a:cubicBezTo>
                  <a:lnTo>
                    <a:pt x="145906" y="153973"/>
                  </a:lnTo>
                  <a:lnTo>
                    <a:pt x="152269" y="83966"/>
                  </a:lnTo>
                  <a:lnTo>
                    <a:pt x="135653" y="83966"/>
                  </a:lnTo>
                  <a:cubicBezTo>
                    <a:pt x="132471" y="118970"/>
                    <a:pt x="126814" y="140111"/>
                    <a:pt x="80147" y="140111"/>
                  </a:cubicBezTo>
                  <a:lnTo>
                    <a:pt x="49743" y="140111"/>
                  </a:lnTo>
                  <a:lnTo>
                    <a:pt x="147673" y="14999"/>
                  </a:ln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7" name="Freeform: Shape 36">
              <a:extLst>
                <a:ext uri="{FF2B5EF4-FFF2-40B4-BE49-F238E27FC236}">
                  <a16:creationId xmlns:a16="http://schemas.microsoft.com/office/drawing/2014/main" id="{FFEAB344-0B20-C159-BF1F-4F4A9317F64A}"/>
                </a:ext>
              </a:extLst>
            </p:cNvPr>
            <p:cNvSpPr/>
            <p:nvPr/>
          </p:nvSpPr>
          <p:spPr>
            <a:xfrm>
              <a:off x="11521917" y="5608665"/>
              <a:ext cx="64344" cy="242356"/>
            </a:xfrm>
            <a:custGeom>
              <a:avLst/>
              <a:gdLst>
                <a:gd name="connsiteX0" fmla="*/ 59647 w 64344"/>
                <a:gd name="connsiteY0" fmla="*/ 93 h 242356"/>
                <a:gd name="connsiteX1" fmla="*/ 252 w 64344"/>
                <a:gd name="connsiteY1" fmla="*/ 121150 h 242356"/>
                <a:gd name="connsiteX2" fmla="*/ 59647 w 64344"/>
                <a:gd name="connsiteY2" fmla="*/ 242450 h 242356"/>
                <a:gd name="connsiteX3" fmla="*/ 64596 w 64344"/>
                <a:gd name="connsiteY3" fmla="*/ 239539 h 242356"/>
                <a:gd name="connsiteX4" fmla="*/ 62122 w 64344"/>
                <a:gd name="connsiteY4" fmla="*/ 235900 h 242356"/>
                <a:gd name="connsiteX5" fmla="*/ 17081 w 64344"/>
                <a:gd name="connsiteY5" fmla="*/ 121393 h 242356"/>
                <a:gd name="connsiteX6" fmla="*/ 62864 w 64344"/>
                <a:gd name="connsiteY6" fmla="*/ 5916 h 242356"/>
                <a:gd name="connsiteX7" fmla="*/ 64596 w 64344"/>
                <a:gd name="connsiteY7" fmla="*/ 3005 h 242356"/>
                <a:gd name="connsiteX8" fmla="*/ 59647 w 64344"/>
                <a:gd name="connsiteY8" fmla="*/ 93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44" h="242356">
                  <a:moveTo>
                    <a:pt x="59647" y="93"/>
                  </a:moveTo>
                  <a:cubicBezTo>
                    <a:pt x="12626" y="32602"/>
                    <a:pt x="252" y="84033"/>
                    <a:pt x="252" y="121150"/>
                  </a:cubicBezTo>
                  <a:cubicBezTo>
                    <a:pt x="252" y="155357"/>
                    <a:pt x="10646" y="208486"/>
                    <a:pt x="59647" y="242450"/>
                  </a:cubicBezTo>
                  <a:cubicBezTo>
                    <a:pt x="61627" y="242450"/>
                    <a:pt x="64596" y="242450"/>
                    <a:pt x="64596" y="239539"/>
                  </a:cubicBezTo>
                  <a:cubicBezTo>
                    <a:pt x="64596" y="238083"/>
                    <a:pt x="63854" y="237598"/>
                    <a:pt x="62122" y="235900"/>
                  </a:cubicBezTo>
                  <a:cubicBezTo>
                    <a:pt x="29207" y="206788"/>
                    <a:pt x="17081" y="165546"/>
                    <a:pt x="17081" y="121393"/>
                  </a:cubicBezTo>
                  <a:cubicBezTo>
                    <a:pt x="17081" y="55891"/>
                    <a:pt x="42571" y="23868"/>
                    <a:pt x="62864" y="5916"/>
                  </a:cubicBezTo>
                  <a:cubicBezTo>
                    <a:pt x="63854" y="4945"/>
                    <a:pt x="64596" y="4218"/>
                    <a:pt x="64596" y="3005"/>
                  </a:cubicBezTo>
                  <a:cubicBezTo>
                    <a:pt x="64596" y="93"/>
                    <a:pt x="61627" y="93"/>
                    <a:pt x="59647" y="93"/>
                  </a:cubicBez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8" name="Freeform: Shape 37">
              <a:extLst>
                <a:ext uri="{FF2B5EF4-FFF2-40B4-BE49-F238E27FC236}">
                  <a16:creationId xmlns:a16="http://schemas.microsoft.com/office/drawing/2014/main" id="{8083720F-04B1-DFA1-58CF-3D3C963F2CEF}"/>
                </a:ext>
              </a:extLst>
            </p:cNvPr>
            <p:cNvSpPr/>
            <p:nvPr/>
          </p:nvSpPr>
          <p:spPr>
            <a:xfrm>
              <a:off x="11630914" y="5629529"/>
              <a:ext cx="90081" cy="161085"/>
            </a:xfrm>
            <a:custGeom>
              <a:avLst/>
              <a:gdLst>
                <a:gd name="connsiteX0" fmla="*/ 56185 w 90081"/>
                <a:gd name="connsiteY0" fmla="*/ 6886 h 161085"/>
                <a:gd name="connsiteX1" fmla="*/ 48761 w 90081"/>
                <a:gd name="connsiteY1" fmla="*/ 93 h 161085"/>
                <a:gd name="connsiteX2" fmla="*/ 255 w 90081"/>
                <a:gd name="connsiteY2" fmla="*/ 15620 h 161085"/>
                <a:gd name="connsiteX3" fmla="*/ 255 w 90081"/>
                <a:gd name="connsiteY3" fmla="*/ 24353 h 161085"/>
                <a:gd name="connsiteX4" fmla="*/ 36140 w 90081"/>
                <a:gd name="connsiteY4" fmla="*/ 17561 h 161085"/>
                <a:gd name="connsiteX5" fmla="*/ 36140 w 90081"/>
                <a:gd name="connsiteY5" fmla="*/ 141286 h 161085"/>
                <a:gd name="connsiteX6" fmla="*/ 11392 w 90081"/>
                <a:gd name="connsiteY6" fmla="*/ 152446 h 161085"/>
                <a:gd name="connsiteX7" fmla="*/ 1988 w 90081"/>
                <a:gd name="connsiteY7" fmla="*/ 152446 h 161085"/>
                <a:gd name="connsiteX8" fmla="*/ 1988 w 90081"/>
                <a:gd name="connsiteY8" fmla="*/ 161179 h 161085"/>
                <a:gd name="connsiteX9" fmla="*/ 46039 w 90081"/>
                <a:gd name="connsiteY9" fmla="*/ 160209 h 161085"/>
                <a:gd name="connsiteX10" fmla="*/ 90337 w 90081"/>
                <a:gd name="connsiteY10" fmla="*/ 161179 h 161085"/>
                <a:gd name="connsiteX11" fmla="*/ 90337 w 90081"/>
                <a:gd name="connsiteY11" fmla="*/ 152446 h 161085"/>
                <a:gd name="connsiteX12" fmla="*/ 80933 w 90081"/>
                <a:gd name="connsiteY12" fmla="*/ 152446 h 161085"/>
                <a:gd name="connsiteX13" fmla="*/ 56185 w 90081"/>
                <a:gd name="connsiteY13" fmla="*/ 141286 h 161085"/>
                <a:gd name="connsiteX14" fmla="*/ 56185 w 90081"/>
                <a:gd name="connsiteY14" fmla="*/ 6886 h 16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81" h="161085">
                  <a:moveTo>
                    <a:pt x="56185" y="6886"/>
                  </a:moveTo>
                  <a:cubicBezTo>
                    <a:pt x="56185" y="336"/>
                    <a:pt x="55690" y="93"/>
                    <a:pt x="48761" y="93"/>
                  </a:cubicBezTo>
                  <a:cubicBezTo>
                    <a:pt x="32922" y="15377"/>
                    <a:pt x="10402" y="15620"/>
                    <a:pt x="255" y="15620"/>
                  </a:cubicBezTo>
                  <a:lnTo>
                    <a:pt x="255" y="24353"/>
                  </a:lnTo>
                  <a:cubicBezTo>
                    <a:pt x="6195" y="24353"/>
                    <a:pt x="22528" y="24353"/>
                    <a:pt x="36140" y="17561"/>
                  </a:cubicBezTo>
                  <a:lnTo>
                    <a:pt x="36140" y="141286"/>
                  </a:lnTo>
                  <a:cubicBezTo>
                    <a:pt x="36140" y="149292"/>
                    <a:pt x="36140" y="152446"/>
                    <a:pt x="11392" y="152446"/>
                  </a:cubicBezTo>
                  <a:lnTo>
                    <a:pt x="1988" y="152446"/>
                  </a:lnTo>
                  <a:lnTo>
                    <a:pt x="1988" y="161179"/>
                  </a:lnTo>
                  <a:cubicBezTo>
                    <a:pt x="6442" y="160937"/>
                    <a:pt x="36882" y="160209"/>
                    <a:pt x="46039" y="160209"/>
                  </a:cubicBezTo>
                  <a:cubicBezTo>
                    <a:pt x="53711" y="160209"/>
                    <a:pt x="84893" y="160937"/>
                    <a:pt x="90337" y="161179"/>
                  </a:cubicBezTo>
                  <a:lnTo>
                    <a:pt x="90337" y="152446"/>
                  </a:lnTo>
                  <a:lnTo>
                    <a:pt x="80933" y="152446"/>
                  </a:lnTo>
                  <a:cubicBezTo>
                    <a:pt x="56185" y="152446"/>
                    <a:pt x="56185" y="149292"/>
                    <a:pt x="56185" y="141286"/>
                  </a:cubicBezTo>
                  <a:lnTo>
                    <a:pt x="56185" y="6886"/>
                  </a:ln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39" name="Freeform: Shape 38">
              <a:extLst>
                <a:ext uri="{FF2B5EF4-FFF2-40B4-BE49-F238E27FC236}">
                  <a16:creationId xmlns:a16="http://schemas.microsoft.com/office/drawing/2014/main" id="{298D4B8E-F87A-0675-AE84-986EA6998A5F}"/>
                </a:ext>
              </a:extLst>
            </p:cNvPr>
            <p:cNvSpPr/>
            <p:nvPr/>
          </p:nvSpPr>
          <p:spPr>
            <a:xfrm>
              <a:off x="11762435" y="5608665"/>
              <a:ext cx="64096" cy="242356"/>
            </a:xfrm>
            <a:custGeom>
              <a:avLst/>
              <a:gdLst>
                <a:gd name="connsiteX0" fmla="*/ 4961 w 64096"/>
                <a:gd name="connsiteY0" fmla="*/ 93 h 242356"/>
                <a:gd name="connsiteX1" fmla="*/ 259 w 64096"/>
                <a:gd name="connsiteY1" fmla="*/ 3005 h 242356"/>
                <a:gd name="connsiteX2" fmla="*/ 2487 w 64096"/>
                <a:gd name="connsiteY2" fmla="*/ 6644 h 242356"/>
                <a:gd name="connsiteX3" fmla="*/ 47528 w 64096"/>
                <a:gd name="connsiteY3" fmla="*/ 121150 h 242356"/>
                <a:gd name="connsiteX4" fmla="*/ 4714 w 64096"/>
                <a:gd name="connsiteY4" fmla="*/ 233959 h 242356"/>
                <a:gd name="connsiteX5" fmla="*/ 259 w 64096"/>
                <a:gd name="connsiteY5" fmla="*/ 239539 h 242356"/>
                <a:gd name="connsiteX6" fmla="*/ 3477 w 64096"/>
                <a:gd name="connsiteY6" fmla="*/ 242450 h 242356"/>
                <a:gd name="connsiteX7" fmla="*/ 46290 w 64096"/>
                <a:gd name="connsiteY7" fmla="*/ 196113 h 242356"/>
                <a:gd name="connsiteX8" fmla="*/ 64356 w 64096"/>
                <a:gd name="connsiteY8" fmla="*/ 121393 h 242356"/>
                <a:gd name="connsiteX9" fmla="*/ 4961 w 64096"/>
                <a:gd name="connsiteY9" fmla="*/ 93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96" h="242356">
                  <a:moveTo>
                    <a:pt x="4961" y="93"/>
                  </a:moveTo>
                  <a:cubicBezTo>
                    <a:pt x="3229" y="93"/>
                    <a:pt x="259" y="93"/>
                    <a:pt x="259" y="3005"/>
                  </a:cubicBezTo>
                  <a:cubicBezTo>
                    <a:pt x="259" y="4218"/>
                    <a:pt x="1002" y="4945"/>
                    <a:pt x="2487" y="6644"/>
                  </a:cubicBezTo>
                  <a:cubicBezTo>
                    <a:pt x="23770" y="25809"/>
                    <a:pt x="47528" y="58560"/>
                    <a:pt x="47528" y="121150"/>
                  </a:cubicBezTo>
                  <a:cubicBezTo>
                    <a:pt x="47528" y="171853"/>
                    <a:pt x="31442" y="210184"/>
                    <a:pt x="4714" y="233959"/>
                  </a:cubicBezTo>
                  <a:cubicBezTo>
                    <a:pt x="507" y="238083"/>
                    <a:pt x="259" y="238326"/>
                    <a:pt x="259" y="239539"/>
                  </a:cubicBezTo>
                  <a:cubicBezTo>
                    <a:pt x="259" y="240752"/>
                    <a:pt x="1002" y="242450"/>
                    <a:pt x="3477" y="242450"/>
                  </a:cubicBezTo>
                  <a:cubicBezTo>
                    <a:pt x="6446" y="242450"/>
                    <a:pt x="29957" y="226438"/>
                    <a:pt x="46290" y="196113"/>
                  </a:cubicBezTo>
                  <a:cubicBezTo>
                    <a:pt x="57179" y="175978"/>
                    <a:pt x="64356" y="149777"/>
                    <a:pt x="64356" y="121393"/>
                  </a:cubicBezTo>
                  <a:cubicBezTo>
                    <a:pt x="64356" y="87186"/>
                    <a:pt x="53962" y="34057"/>
                    <a:pt x="4961" y="93"/>
                  </a:cubicBez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0" name="Freeform: Shape 39">
              <a:extLst>
                <a:ext uri="{FF2B5EF4-FFF2-40B4-BE49-F238E27FC236}">
                  <a16:creationId xmlns:a16="http://schemas.microsoft.com/office/drawing/2014/main" id="{6D7F8CED-8CEB-0338-655F-073E6A935EF8}"/>
                </a:ext>
              </a:extLst>
            </p:cNvPr>
            <p:cNvSpPr/>
            <p:nvPr/>
          </p:nvSpPr>
          <p:spPr>
            <a:xfrm>
              <a:off x="12094647" y="5164190"/>
              <a:ext cx="185961" cy="255768"/>
            </a:xfrm>
            <a:custGeom>
              <a:avLst/>
              <a:gdLst>
                <a:gd name="connsiteX0" fmla="*/ 149816 w 185961"/>
                <a:gd name="connsiteY0" fmla="*/ 130739 h 255768"/>
                <a:gd name="connsiteX1" fmla="*/ 104209 w 185961"/>
                <a:gd name="connsiteY1" fmla="*/ 89844 h 255768"/>
                <a:gd name="connsiteX2" fmla="*/ 32087 w 185961"/>
                <a:gd name="connsiteY2" fmla="*/ 122422 h 255768"/>
                <a:gd name="connsiteX3" fmla="*/ 269 w 185961"/>
                <a:gd name="connsiteY3" fmla="*/ 194162 h 255768"/>
                <a:gd name="connsiteX4" fmla="*/ 65320 w 185961"/>
                <a:gd name="connsiteY4" fmla="*/ 255851 h 255768"/>
                <a:gd name="connsiteX5" fmla="*/ 186231 w 185961"/>
                <a:gd name="connsiteY5" fmla="*/ 89844 h 255768"/>
                <a:gd name="connsiteX6" fmla="*/ 109866 w 185961"/>
                <a:gd name="connsiteY6" fmla="*/ 83 h 255768"/>
                <a:gd name="connsiteX7" fmla="*/ 42340 w 185961"/>
                <a:gd name="connsiteY7" fmla="*/ 54841 h 255768"/>
                <a:gd name="connsiteX8" fmla="*/ 55775 w 185961"/>
                <a:gd name="connsiteY8" fmla="*/ 66971 h 255768"/>
                <a:gd name="connsiteX9" fmla="*/ 74866 w 185961"/>
                <a:gd name="connsiteY9" fmla="*/ 48602 h 255768"/>
                <a:gd name="connsiteX10" fmla="*/ 58249 w 185961"/>
                <a:gd name="connsiteY10" fmla="*/ 36472 h 255768"/>
                <a:gd name="connsiteX11" fmla="*/ 109159 w 185961"/>
                <a:gd name="connsiteY11" fmla="*/ 8747 h 255768"/>
                <a:gd name="connsiteX12" fmla="*/ 159715 w 185961"/>
                <a:gd name="connsiteY12" fmla="*/ 71476 h 255768"/>
                <a:gd name="connsiteX13" fmla="*/ 150170 w 185961"/>
                <a:gd name="connsiteY13" fmla="*/ 130739 h 255768"/>
                <a:gd name="connsiteX14" fmla="*/ 149816 w 185961"/>
                <a:gd name="connsiteY14" fmla="*/ 130739 h 255768"/>
                <a:gd name="connsiteX15" fmla="*/ 66381 w 185961"/>
                <a:gd name="connsiteY15" fmla="*/ 246147 h 255768"/>
                <a:gd name="connsiteX16" fmla="*/ 27491 w 185961"/>
                <a:gd name="connsiteY16" fmla="*/ 206985 h 255768"/>
                <a:gd name="connsiteX17" fmla="*/ 50825 w 185961"/>
                <a:gd name="connsiteY17" fmla="*/ 128313 h 255768"/>
                <a:gd name="connsiteX18" fmla="*/ 104209 w 185961"/>
                <a:gd name="connsiteY18" fmla="*/ 97469 h 255768"/>
                <a:gd name="connsiteX19" fmla="*/ 143452 w 185961"/>
                <a:gd name="connsiteY19" fmla="*/ 143216 h 255768"/>
                <a:gd name="connsiteX20" fmla="*/ 66381 w 185961"/>
                <a:gd name="connsiteY20" fmla="*/ 246147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816" y="130739"/>
                  </a:moveTo>
                  <a:cubicBezTo>
                    <a:pt x="146281" y="109252"/>
                    <a:pt x="131786" y="89844"/>
                    <a:pt x="104209" y="89844"/>
                  </a:cubicBezTo>
                  <a:cubicBezTo>
                    <a:pt x="82644" y="89844"/>
                    <a:pt x="59663" y="95389"/>
                    <a:pt x="32087" y="122422"/>
                  </a:cubicBezTo>
                  <a:cubicBezTo>
                    <a:pt x="2744" y="151187"/>
                    <a:pt x="269" y="183418"/>
                    <a:pt x="269" y="194162"/>
                  </a:cubicBezTo>
                  <a:cubicBezTo>
                    <a:pt x="269" y="215649"/>
                    <a:pt x="15825" y="255851"/>
                    <a:pt x="65320" y="255851"/>
                  </a:cubicBezTo>
                  <a:cubicBezTo>
                    <a:pt x="149463" y="255851"/>
                    <a:pt x="186231" y="139404"/>
                    <a:pt x="186231" y="89844"/>
                  </a:cubicBezTo>
                  <a:cubicBezTo>
                    <a:pt x="186231" y="34740"/>
                    <a:pt x="153351" y="83"/>
                    <a:pt x="109866" y="83"/>
                  </a:cubicBezTo>
                  <a:cubicBezTo>
                    <a:pt x="58603" y="83"/>
                    <a:pt x="42340" y="45137"/>
                    <a:pt x="42340" y="54841"/>
                  </a:cubicBezTo>
                  <a:cubicBezTo>
                    <a:pt x="42340" y="59693"/>
                    <a:pt x="45168" y="66971"/>
                    <a:pt x="55775" y="66971"/>
                  </a:cubicBezTo>
                  <a:cubicBezTo>
                    <a:pt x="67441" y="66971"/>
                    <a:pt x="74866" y="56573"/>
                    <a:pt x="74866" y="48602"/>
                  </a:cubicBezTo>
                  <a:cubicBezTo>
                    <a:pt x="74866" y="36472"/>
                    <a:pt x="63906" y="36472"/>
                    <a:pt x="58249" y="36472"/>
                  </a:cubicBezTo>
                  <a:cubicBezTo>
                    <a:pt x="73805" y="10826"/>
                    <a:pt x="98906" y="8747"/>
                    <a:pt x="109159" y="8747"/>
                  </a:cubicBezTo>
                  <a:cubicBezTo>
                    <a:pt x="134967" y="8747"/>
                    <a:pt x="159715" y="26768"/>
                    <a:pt x="159715" y="71476"/>
                  </a:cubicBezTo>
                  <a:cubicBezTo>
                    <a:pt x="159715" y="84992"/>
                    <a:pt x="157594" y="102667"/>
                    <a:pt x="150170" y="130739"/>
                  </a:cubicBezTo>
                  <a:lnTo>
                    <a:pt x="149816" y="130739"/>
                  </a:lnTo>
                  <a:close/>
                  <a:moveTo>
                    <a:pt x="66381" y="246147"/>
                  </a:moveTo>
                  <a:cubicBezTo>
                    <a:pt x="27491" y="246147"/>
                    <a:pt x="27491" y="210451"/>
                    <a:pt x="27491" y="206985"/>
                  </a:cubicBezTo>
                  <a:cubicBezTo>
                    <a:pt x="27491" y="197627"/>
                    <a:pt x="36330" y="149108"/>
                    <a:pt x="50825" y="128313"/>
                  </a:cubicBezTo>
                  <a:cubicBezTo>
                    <a:pt x="64967" y="108559"/>
                    <a:pt x="82290" y="97469"/>
                    <a:pt x="104209" y="97469"/>
                  </a:cubicBezTo>
                  <a:cubicBezTo>
                    <a:pt x="142745" y="97469"/>
                    <a:pt x="143452" y="136285"/>
                    <a:pt x="143452" y="143216"/>
                  </a:cubicBezTo>
                  <a:cubicBezTo>
                    <a:pt x="143452" y="168169"/>
                    <a:pt x="120826" y="246147"/>
                    <a:pt x="66381" y="246147"/>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1" name="Freeform: Shape 40">
              <a:extLst>
                <a:ext uri="{FF2B5EF4-FFF2-40B4-BE49-F238E27FC236}">
                  <a16:creationId xmlns:a16="http://schemas.microsoft.com/office/drawing/2014/main" id="{6AD08528-54FC-E137-B0E4-1CED3011F60F}"/>
                </a:ext>
              </a:extLst>
            </p:cNvPr>
            <p:cNvSpPr/>
            <p:nvPr/>
          </p:nvSpPr>
          <p:spPr>
            <a:xfrm>
              <a:off x="12299155" y="5258457"/>
              <a:ext cx="152022" cy="153877"/>
            </a:xfrm>
            <a:custGeom>
              <a:avLst/>
              <a:gdLst>
                <a:gd name="connsiteX0" fmla="*/ 147701 w 152022"/>
                <a:gd name="connsiteY0" fmla="*/ 14985 h 153877"/>
                <a:gd name="connsiteX1" fmla="*/ 151236 w 152022"/>
                <a:gd name="connsiteY1" fmla="*/ 7361 h 153877"/>
                <a:gd name="connsiteX2" fmla="*/ 139923 w 152022"/>
                <a:gd name="connsiteY2" fmla="*/ 83 h 153877"/>
                <a:gd name="connsiteX3" fmla="*/ 10174 w 152022"/>
                <a:gd name="connsiteY3" fmla="*/ 83 h 153877"/>
                <a:gd name="connsiteX4" fmla="*/ 5931 w 152022"/>
                <a:gd name="connsiteY4" fmla="*/ 60732 h 153877"/>
                <a:gd name="connsiteX5" fmla="*/ 22548 w 152022"/>
                <a:gd name="connsiteY5" fmla="*/ 60732 h 153877"/>
                <a:gd name="connsiteX6" fmla="*/ 72043 w 152022"/>
                <a:gd name="connsiteY6" fmla="*/ 12559 h 153877"/>
                <a:gd name="connsiteX7" fmla="*/ 102094 w 152022"/>
                <a:gd name="connsiteY7" fmla="*/ 12559 h 153877"/>
                <a:gd name="connsiteX8" fmla="*/ 3457 w 152022"/>
                <a:gd name="connsiteY8" fmla="*/ 138711 h 153877"/>
                <a:gd name="connsiteX9" fmla="*/ 275 w 152022"/>
                <a:gd name="connsiteY9" fmla="*/ 146335 h 153877"/>
                <a:gd name="connsiteX10" fmla="*/ 11588 w 152022"/>
                <a:gd name="connsiteY10" fmla="*/ 153960 h 153877"/>
                <a:gd name="connsiteX11" fmla="*/ 145933 w 152022"/>
                <a:gd name="connsiteY11" fmla="*/ 153960 h 153877"/>
                <a:gd name="connsiteX12" fmla="*/ 152297 w 152022"/>
                <a:gd name="connsiteY12" fmla="*/ 83952 h 153877"/>
                <a:gd name="connsiteX13" fmla="*/ 135680 w 152022"/>
                <a:gd name="connsiteY13" fmla="*/ 83952 h 153877"/>
                <a:gd name="connsiteX14" fmla="*/ 80175 w 152022"/>
                <a:gd name="connsiteY14" fmla="*/ 140097 h 153877"/>
                <a:gd name="connsiteX15" fmla="*/ 49770 w 152022"/>
                <a:gd name="connsiteY15" fmla="*/ 140097 h 153877"/>
                <a:gd name="connsiteX16" fmla="*/ 147701 w 152022"/>
                <a:gd name="connsiteY16" fmla="*/ 14985 h 1538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2022" h="153877">
                  <a:moveTo>
                    <a:pt x="147701" y="14985"/>
                  </a:moveTo>
                  <a:cubicBezTo>
                    <a:pt x="150529" y="11173"/>
                    <a:pt x="151236" y="10480"/>
                    <a:pt x="151236" y="7361"/>
                  </a:cubicBezTo>
                  <a:cubicBezTo>
                    <a:pt x="151236" y="83"/>
                    <a:pt x="146287" y="83"/>
                    <a:pt x="139923" y="83"/>
                  </a:cubicBezTo>
                  <a:lnTo>
                    <a:pt x="10174" y="83"/>
                  </a:lnTo>
                  <a:lnTo>
                    <a:pt x="5931" y="60732"/>
                  </a:lnTo>
                  <a:lnTo>
                    <a:pt x="22548" y="60732"/>
                  </a:lnTo>
                  <a:cubicBezTo>
                    <a:pt x="24669" y="25036"/>
                    <a:pt x="35629" y="12559"/>
                    <a:pt x="72043" y="12559"/>
                  </a:cubicBezTo>
                  <a:lnTo>
                    <a:pt x="102094" y="12559"/>
                  </a:lnTo>
                  <a:lnTo>
                    <a:pt x="3457" y="138711"/>
                  </a:lnTo>
                  <a:cubicBezTo>
                    <a:pt x="275" y="142523"/>
                    <a:pt x="275" y="143216"/>
                    <a:pt x="275" y="146335"/>
                  </a:cubicBezTo>
                  <a:cubicBezTo>
                    <a:pt x="275" y="153960"/>
                    <a:pt x="4871" y="153960"/>
                    <a:pt x="11588" y="153960"/>
                  </a:cubicBezTo>
                  <a:lnTo>
                    <a:pt x="145933" y="153960"/>
                  </a:lnTo>
                  <a:lnTo>
                    <a:pt x="152297" y="83952"/>
                  </a:lnTo>
                  <a:lnTo>
                    <a:pt x="135680" y="83952"/>
                  </a:lnTo>
                  <a:cubicBezTo>
                    <a:pt x="132499" y="118956"/>
                    <a:pt x="126842" y="140097"/>
                    <a:pt x="80175" y="140097"/>
                  </a:cubicBezTo>
                  <a:lnTo>
                    <a:pt x="49770" y="140097"/>
                  </a:lnTo>
                  <a:lnTo>
                    <a:pt x="147701" y="14985"/>
                  </a:ln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2" name="Freeform: Shape 41">
              <a:extLst>
                <a:ext uri="{FF2B5EF4-FFF2-40B4-BE49-F238E27FC236}">
                  <a16:creationId xmlns:a16="http://schemas.microsoft.com/office/drawing/2014/main" id="{FEE31A86-4263-9DC5-EA38-C37C648E32BC}"/>
                </a:ext>
              </a:extLst>
            </p:cNvPr>
            <p:cNvSpPr/>
            <p:nvPr/>
          </p:nvSpPr>
          <p:spPr>
            <a:xfrm>
              <a:off x="12496998" y="5104617"/>
              <a:ext cx="64344" cy="242356"/>
            </a:xfrm>
            <a:custGeom>
              <a:avLst/>
              <a:gdLst>
                <a:gd name="connsiteX0" fmla="*/ 59674 w 64344"/>
                <a:gd name="connsiteY0" fmla="*/ 79 h 242356"/>
                <a:gd name="connsiteX1" fmla="*/ 280 w 64344"/>
                <a:gd name="connsiteY1" fmla="*/ 121136 h 242356"/>
                <a:gd name="connsiteX2" fmla="*/ 59674 w 64344"/>
                <a:gd name="connsiteY2" fmla="*/ 242435 h 242356"/>
                <a:gd name="connsiteX3" fmla="*/ 64624 w 64344"/>
                <a:gd name="connsiteY3" fmla="*/ 239524 h 242356"/>
                <a:gd name="connsiteX4" fmla="*/ 62149 w 64344"/>
                <a:gd name="connsiteY4" fmla="*/ 235885 h 242356"/>
                <a:gd name="connsiteX5" fmla="*/ 17108 w 64344"/>
                <a:gd name="connsiteY5" fmla="*/ 121378 h 242356"/>
                <a:gd name="connsiteX6" fmla="*/ 62892 w 64344"/>
                <a:gd name="connsiteY6" fmla="*/ 5901 h 242356"/>
                <a:gd name="connsiteX7" fmla="*/ 64624 w 64344"/>
                <a:gd name="connsiteY7" fmla="*/ 2990 h 242356"/>
                <a:gd name="connsiteX8" fmla="*/ 59674 w 64344"/>
                <a:gd name="connsiteY8" fmla="*/ 79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44" h="242356">
                  <a:moveTo>
                    <a:pt x="59674" y="79"/>
                  </a:moveTo>
                  <a:cubicBezTo>
                    <a:pt x="12654" y="32587"/>
                    <a:pt x="280" y="84018"/>
                    <a:pt x="280" y="121136"/>
                  </a:cubicBezTo>
                  <a:cubicBezTo>
                    <a:pt x="280" y="155342"/>
                    <a:pt x="10674" y="208471"/>
                    <a:pt x="59674" y="242435"/>
                  </a:cubicBezTo>
                  <a:cubicBezTo>
                    <a:pt x="61654" y="242435"/>
                    <a:pt x="64624" y="242435"/>
                    <a:pt x="64624" y="239524"/>
                  </a:cubicBezTo>
                  <a:cubicBezTo>
                    <a:pt x="64624" y="238069"/>
                    <a:pt x="63882" y="237583"/>
                    <a:pt x="62149" y="235885"/>
                  </a:cubicBezTo>
                  <a:cubicBezTo>
                    <a:pt x="29235" y="206773"/>
                    <a:pt x="17108" y="165531"/>
                    <a:pt x="17108" y="121378"/>
                  </a:cubicBezTo>
                  <a:cubicBezTo>
                    <a:pt x="17108" y="55877"/>
                    <a:pt x="42598" y="23854"/>
                    <a:pt x="62892" y="5901"/>
                  </a:cubicBezTo>
                  <a:cubicBezTo>
                    <a:pt x="63882" y="4931"/>
                    <a:pt x="64624" y="4203"/>
                    <a:pt x="64624" y="2990"/>
                  </a:cubicBezTo>
                  <a:cubicBezTo>
                    <a:pt x="64624" y="79"/>
                    <a:pt x="61654" y="79"/>
                    <a:pt x="59674" y="79"/>
                  </a:cubicBez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3" name="Freeform: Shape 42">
              <a:extLst>
                <a:ext uri="{FF2B5EF4-FFF2-40B4-BE49-F238E27FC236}">
                  <a16:creationId xmlns:a16="http://schemas.microsoft.com/office/drawing/2014/main" id="{74B79862-1FB2-3182-36DA-6231F0A84AC4}"/>
                </a:ext>
              </a:extLst>
            </p:cNvPr>
            <p:cNvSpPr/>
            <p:nvPr/>
          </p:nvSpPr>
          <p:spPr>
            <a:xfrm>
              <a:off x="12605995" y="5125480"/>
              <a:ext cx="90081" cy="161085"/>
            </a:xfrm>
            <a:custGeom>
              <a:avLst/>
              <a:gdLst>
                <a:gd name="connsiteX0" fmla="*/ 56213 w 90081"/>
                <a:gd name="connsiteY0" fmla="*/ 6872 h 161085"/>
                <a:gd name="connsiteX1" fmla="*/ 48789 w 90081"/>
                <a:gd name="connsiteY1" fmla="*/ 79 h 161085"/>
                <a:gd name="connsiteX2" fmla="*/ 283 w 90081"/>
                <a:gd name="connsiteY2" fmla="*/ 15605 h 161085"/>
                <a:gd name="connsiteX3" fmla="*/ 283 w 90081"/>
                <a:gd name="connsiteY3" fmla="*/ 24339 h 161085"/>
                <a:gd name="connsiteX4" fmla="*/ 36167 w 90081"/>
                <a:gd name="connsiteY4" fmla="*/ 17546 h 161085"/>
                <a:gd name="connsiteX5" fmla="*/ 36167 w 90081"/>
                <a:gd name="connsiteY5" fmla="*/ 141272 h 161085"/>
                <a:gd name="connsiteX6" fmla="*/ 11419 w 90081"/>
                <a:gd name="connsiteY6" fmla="*/ 152431 h 161085"/>
                <a:gd name="connsiteX7" fmla="*/ 2015 w 90081"/>
                <a:gd name="connsiteY7" fmla="*/ 152431 h 161085"/>
                <a:gd name="connsiteX8" fmla="*/ 2015 w 90081"/>
                <a:gd name="connsiteY8" fmla="*/ 161165 h 161085"/>
                <a:gd name="connsiteX9" fmla="*/ 46066 w 90081"/>
                <a:gd name="connsiteY9" fmla="*/ 160194 h 161085"/>
                <a:gd name="connsiteX10" fmla="*/ 90365 w 90081"/>
                <a:gd name="connsiteY10" fmla="*/ 161165 h 161085"/>
                <a:gd name="connsiteX11" fmla="*/ 90365 w 90081"/>
                <a:gd name="connsiteY11" fmla="*/ 152431 h 161085"/>
                <a:gd name="connsiteX12" fmla="*/ 80961 w 90081"/>
                <a:gd name="connsiteY12" fmla="*/ 152431 h 161085"/>
                <a:gd name="connsiteX13" fmla="*/ 56213 w 90081"/>
                <a:gd name="connsiteY13" fmla="*/ 141272 h 161085"/>
                <a:gd name="connsiteX14" fmla="*/ 56213 w 90081"/>
                <a:gd name="connsiteY14" fmla="*/ 6872 h 16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81" h="161085">
                  <a:moveTo>
                    <a:pt x="56213" y="6872"/>
                  </a:moveTo>
                  <a:cubicBezTo>
                    <a:pt x="56213" y="322"/>
                    <a:pt x="55718" y="79"/>
                    <a:pt x="48789" y="79"/>
                  </a:cubicBezTo>
                  <a:cubicBezTo>
                    <a:pt x="32950" y="15363"/>
                    <a:pt x="10429" y="15605"/>
                    <a:pt x="283" y="15605"/>
                  </a:cubicBezTo>
                  <a:lnTo>
                    <a:pt x="283" y="24339"/>
                  </a:lnTo>
                  <a:cubicBezTo>
                    <a:pt x="6222" y="24339"/>
                    <a:pt x="22556" y="24339"/>
                    <a:pt x="36167" y="17546"/>
                  </a:cubicBezTo>
                  <a:lnTo>
                    <a:pt x="36167" y="141272"/>
                  </a:lnTo>
                  <a:cubicBezTo>
                    <a:pt x="36167" y="149277"/>
                    <a:pt x="36167" y="152431"/>
                    <a:pt x="11419" y="152431"/>
                  </a:cubicBezTo>
                  <a:lnTo>
                    <a:pt x="2015" y="152431"/>
                  </a:lnTo>
                  <a:lnTo>
                    <a:pt x="2015" y="161165"/>
                  </a:lnTo>
                  <a:cubicBezTo>
                    <a:pt x="6470" y="160922"/>
                    <a:pt x="36910" y="160194"/>
                    <a:pt x="46066" y="160194"/>
                  </a:cubicBezTo>
                  <a:cubicBezTo>
                    <a:pt x="53738" y="160194"/>
                    <a:pt x="84920" y="160922"/>
                    <a:pt x="90365" y="161165"/>
                  </a:cubicBezTo>
                  <a:lnTo>
                    <a:pt x="90365" y="152431"/>
                  </a:lnTo>
                  <a:lnTo>
                    <a:pt x="80961" y="152431"/>
                  </a:lnTo>
                  <a:cubicBezTo>
                    <a:pt x="56213" y="152431"/>
                    <a:pt x="56213" y="149277"/>
                    <a:pt x="56213" y="141272"/>
                  </a:cubicBezTo>
                  <a:lnTo>
                    <a:pt x="56213" y="6872"/>
                  </a:ln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4" name="Freeform: Shape 43">
              <a:extLst>
                <a:ext uri="{FF2B5EF4-FFF2-40B4-BE49-F238E27FC236}">
                  <a16:creationId xmlns:a16="http://schemas.microsoft.com/office/drawing/2014/main" id="{CEAFBA7A-0A60-B88D-7797-B69486B4C800}"/>
                </a:ext>
              </a:extLst>
            </p:cNvPr>
            <p:cNvSpPr/>
            <p:nvPr/>
          </p:nvSpPr>
          <p:spPr>
            <a:xfrm>
              <a:off x="12737517" y="5104617"/>
              <a:ext cx="64096" cy="242356"/>
            </a:xfrm>
            <a:custGeom>
              <a:avLst/>
              <a:gdLst>
                <a:gd name="connsiteX0" fmla="*/ 4989 w 64096"/>
                <a:gd name="connsiteY0" fmla="*/ 79 h 242356"/>
                <a:gd name="connsiteX1" fmla="*/ 287 w 64096"/>
                <a:gd name="connsiteY1" fmla="*/ 2990 h 242356"/>
                <a:gd name="connsiteX2" fmla="*/ 2514 w 64096"/>
                <a:gd name="connsiteY2" fmla="*/ 6629 h 242356"/>
                <a:gd name="connsiteX3" fmla="*/ 47555 w 64096"/>
                <a:gd name="connsiteY3" fmla="*/ 121136 h 242356"/>
                <a:gd name="connsiteX4" fmla="*/ 4741 w 64096"/>
                <a:gd name="connsiteY4" fmla="*/ 233944 h 242356"/>
                <a:gd name="connsiteX5" fmla="*/ 287 w 64096"/>
                <a:gd name="connsiteY5" fmla="*/ 239524 h 242356"/>
                <a:gd name="connsiteX6" fmla="*/ 3504 w 64096"/>
                <a:gd name="connsiteY6" fmla="*/ 242435 h 242356"/>
                <a:gd name="connsiteX7" fmla="*/ 46318 w 64096"/>
                <a:gd name="connsiteY7" fmla="*/ 196099 h 242356"/>
                <a:gd name="connsiteX8" fmla="*/ 64384 w 64096"/>
                <a:gd name="connsiteY8" fmla="*/ 121378 h 242356"/>
                <a:gd name="connsiteX9" fmla="*/ 4989 w 64096"/>
                <a:gd name="connsiteY9" fmla="*/ 79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96" h="242356">
                  <a:moveTo>
                    <a:pt x="4989" y="79"/>
                  </a:moveTo>
                  <a:cubicBezTo>
                    <a:pt x="3257" y="79"/>
                    <a:pt x="287" y="79"/>
                    <a:pt x="287" y="2990"/>
                  </a:cubicBezTo>
                  <a:cubicBezTo>
                    <a:pt x="287" y="4203"/>
                    <a:pt x="1029" y="4931"/>
                    <a:pt x="2514" y="6629"/>
                  </a:cubicBezTo>
                  <a:cubicBezTo>
                    <a:pt x="23797" y="25794"/>
                    <a:pt x="47555" y="58545"/>
                    <a:pt x="47555" y="121136"/>
                  </a:cubicBezTo>
                  <a:cubicBezTo>
                    <a:pt x="47555" y="171839"/>
                    <a:pt x="31469" y="210170"/>
                    <a:pt x="4741" y="233944"/>
                  </a:cubicBezTo>
                  <a:cubicBezTo>
                    <a:pt x="534" y="238069"/>
                    <a:pt x="287" y="238311"/>
                    <a:pt x="287" y="239524"/>
                  </a:cubicBezTo>
                  <a:cubicBezTo>
                    <a:pt x="287" y="240737"/>
                    <a:pt x="1029" y="242435"/>
                    <a:pt x="3504" y="242435"/>
                  </a:cubicBezTo>
                  <a:cubicBezTo>
                    <a:pt x="6474" y="242435"/>
                    <a:pt x="29984" y="226424"/>
                    <a:pt x="46318" y="196099"/>
                  </a:cubicBezTo>
                  <a:cubicBezTo>
                    <a:pt x="57207" y="175963"/>
                    <a:pt x="64384" y="149762"/>
                    <a:pt x="64384" y="121378"/>
                  </a:cubicBezTo>
                  <a:cubicBezTo>
                    <a:pt x="64384" y="87172"/>
                    <a:pt x="53990" y="34043"/>
                    <a:pt x="4989" y="79"/>
                  </a:cubicBezTo>
                  <a:close/>
                </a:path>
              </a:pathLst>
            </a:custGeom>
            <a:solidFill>
              <a:srgbClr val="FF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5" name="Freeform: Shape 44">
              <a:extLst>
                <a:ext uri="{FF2B5EF4-FFF2-40B4-BE49-F238E27FC236}">
                  <a16:creationId xmlns:a16="http://schemas.microsoft.com/office/drawing/2014/main" id="{4A1CEC75-280F-1C63-23C3-6DD25BBDF5AD}"/>
                </a:ext>
              </a:extLst>
            </p:cNvPr>
            <p:cNvSpPr/>
            <p:nvPr/>
          </p:nvSpPr>
          <p:spPr>
            <a:xfrm>
              <a:off x="11957872" y="5553217"/>
              <a:ext cx="1012865" cy="13862"/>
            </a:xfrm>
            <a:custGeom>
              <a:avLst/>
              <a:gdLst>
                <a:gd name="connsiteX0" fmla="*/ 0 w 1012865"/>
                <a:gd name="connsiteY0" fmla="*/ 0 h 13862"/>
                <a:gd name="connsiteX1" fmla="*/ 1012866 w 1012865"/>
                <a:gd name="connsiteY1" fmla="*/ 0 h 13862"/>
                <a:gd name="connsiteX2" fmla="*/ 1012866 w 1012865"/>
                <a:gd name="connsiteY2" fmla="*/ 13862 h 13862"/>
                <a:gd name="connsiteX3" fmla="*/ 0 w 1012865"/>
                <a:gd name="connsiteY3" fmla="*/ 13862 h 13862"/>
              </a:gdLst>
              <a:ahLst/>
              <a:cxnLst>
                <a:cxn ang="0">
                  <a:pos x="connsiteX0" y="connsiteY0"/>
                </a:cxn>
                <a:cxn ang="0">
                  <a:pos x="connsiteX1" y="connsiteY1"/>
                </a:cxn>
                <a:cxn ang="0">
                  <a:pos x="connsiteX2" y="connsiteY2"/>
                </a:cxn>
                <a:cxn ang="0">
                  <a:pos x="connsiteX3" y="connsiteY3"/>
                </a:cxn>
              </a:cxnLst>
              <a:rect l="l" t="t" r="r" b="b"/>
              <a:pathLst>
                <a:path w="1012865" h="13862">
                  <a:moveTo>
                    <a:pt x="0" y="0"/>
                  </a:moveTo>
                  <a:lnTo>
                    <a:pt x="1012866" y="0"/>
                  </a:lnTo>
                  <a:lnTo>
                    <a:pt x="1012866" y="13862"/>
                  </a:lnTo>
                  <a:lnTo>
                    <a:pt x="0" y="13862"/>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6" name="Freeform: Shape 45">
              <a:extLst>
                <a:ext uri="{FF2B5EF4-FFF2-40B4-BE49-F238E27FC236}">
                  <a16:creationId xmlns:a16="http://schemas.microsoft.com/office/drawing/2014/main" id="{BAD1C78D-8F3B-6FC1-F88F-7EA082278AE1}"/>
                </a:ext>
              </a:extLst>
            </p:cNvPr>
            <p:cNvSpPr/>
            <p:nvPr/>
          </p:nvSpPr>
          <p:spPr>
            <a:xfrm>
              <a:off x="11972014" y="5642591"/>
              <a:ext cx="185961" cy="255768"/>
            </a:xfrm>
            <a:custGeom>
              <a:avLst/>
              <a:gdLst>
                <a:gd name="connsiteX0" fmla="*/ 149813 w 185961"/>
                <a:gd name="connsiteY0" fmla="*/ 130753 h 255768"/>
                <a:gd name="connsiteX1" fmla="*/ 104206 w 185961"/>
                <a:gd name="connsiteY1" fmla="*/ 89858 h 255768"/>
                <a:gd name="connsiteX2" fmla="*/ 32084 w 185961"/>
                <a:gd name="connsiteY2" fmla="*/ 122436 h 255768"/>
                <a:gd name="connsiteX3" fmla="*/ 265 w 185961"/>
                <a:gd name="connsiteY3" fmla="*/ 194175 h 255768"/>
                <a:gd name="connsiteX4" fmla="*/ 65317 w 185961"/>
                <a:gd name="connsiteY4" fmla="*/ 255865 h 255768"/>
                <a:gd name="connsiteX5" fmla="*/ 186227 w 185961"/>
                <a:gd name="connsiteY5" fmla="*/ 89858 h 255768"/>
                <a:gd name="connsiteX6" fmla="*/ 109863 w 185961"/>
                <a:gd name="connsiteY6" fmla="*/ 96 h 255768"/>
                <a:gd name="connsiteX7" fmla="*/ 42337 w 185961"/>
                <a:gd name="connsiteY7" fmla="*/ 54854 h 255768"/>
                <a:gd name="connsiteX8" fmla="*/ 55771 w 185961"/>
                <a:gd name="connsiteY8" fmla="*/ 66984 h 255768"/>
                <a:gd name="connsiteX9" fmla="*/ 74862 w 185961"/>
                <a:gd name="connsiteY9" fmla="*/ 48616 h 255768"/>
                <a:gd name="connsiteX10" fmla="*/ 58246 w 185961"/>
                <a:gd name="connsiteY10" fmla="*/ 36486 h 255768"/>
                <a:gd name="connsiteX11" fmla="*/ 109156 w 185961"/>
                <a:gd name="connsiteY11" fmla="*/ 8761 h 255768"/>
                <a:gd name="connsiteX12" fmla="*/ 159712 w 185961"/>
                <a:gd name="connsiteY12" fmla="*/ 71490 h 255768"/>
                <a:gd name="connsiteX13" fmla="*/ 150166 w 185961"/>
                <a:gd name="connsiteY13" fmla="*/ 130753 h 255768"/>
                <a:gd name="connsiteX14" fmla="*/ 149813 w 185961"/>
                <a:gd name="connsiteY14" fmla="*/ 130753 h 255768"/>
                <a:gd name="connsiteX15" fmla="*/ 66377 w 185961"/>
                <a:gd name="connsiteY15" fmla="*/ 246161 h 255768"/>
                <a:gd name="connsiteX16" fmla="*/ 27488 w 185961"/>
                <a:gd name="connsiteY16" fmla="*/ 206999 h 255768"/>
                <a:gd name="connsiteX17" fmla="*/ 50822 w 185961"/>
                <a:gd name="connsiteY17" fmla="*/ 128327 h 255768"/>
                <a:gd name="connsiteX18" fmla="*/ 104206 w 185961"/>
                <a:gd name="connsiteY18" fmla="*/ 97482 h 255768"/>
                <a:gd name="connsiteX19" fmla="*/ 143449 w 185961"/>
                <a:gd name="connsiteY19" fmla="*/ 143230 h 255768"/>
                <a:gd name="connsiteX20" fmla="*/ 66377 w 185961"/>
                <a:gd name="connsiteY20" fmla="*/ 246161 h 255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5961" h="255768">
                  <a:moveTo>
                    <a:pt x="149813" y="130753"/>
                  </a:moveTo>
                  <a:cubicBezTo>
                    <a:pt x="146277" y="109266"/>
                    <a:pt x="131782" y="89858"/>
                    <a:pt x="104206" y="89858"/>
                  </a:cubicBezTo>
                  <a:cubicBezTo>
                    <a:pt x="82640" y="89858"/>
                    <a:pt x="59660" y="95403"/>
                    <a:pt x="32084" y="122436"/>
                  </a:cubicBezTo>
                  <a:cubicBezTo>
                    <a:pt x="2740" y="151201"/>
                    <a:pt x="265" y="183432"/>
                    <a:pt x="265" y="194175"/>
                  </a:cubicBezTo>
                  <a:cubicBezTo>
                    <a:pt x="265" y="215663"/>
                    <a:pt x="15821" y="255865"/>
                    <a:pt x="65317" y="255865"/>
                  </a:cubicBezTo>
                  <a:cubicBezTo>
                    <a:pt x="149459" y="255865"/>
                    <a:pt x="186227" y="139417"/>
                    <a:pt x="186227" y="89858"/>
                  </a:cubicBezTo>
                  <a:cubicBezTo>
                    <a:pt x="186227" y="34753"/>
                    <a:pt x="153348" y="96"/>
                    <a:pt x="109863" y="96"/>
                  </a:cubicBezTo>
                  <a:cubicBezTo>
                    <a:pt x="58599" y="96"/>
                    <a:pt x="42337" y="45150"/>
                    <a:pt x="42337" y="54854"/>
                  </a:cubicBezTo>
                  <a:cubicBezTo>
                    <a:pt x="42337" y="59706"/>
                    <a:pt x="45165" y="66984"/>
                    <a:pt x="55771" y="66984"/>
                  </a:cubicBezTo>
                  <a:cubicBezTo>
                    <a:pt x="67438" y="66984"/>
                    <a:pt x="74862" y="56587"/>
                    <a:pt x="74862" y="48616"/>
                  </a:cubicBezTo>
                  <a:cubicBezTo>
                    <a:pt x="74862" y="36486"/>
                    <a:pt x="63903" y="36486"/>
                    <a:pt x="58246" y="36486"/>
                  </a:cubicBezTo>
                  <a:cubicBezTo>
                    <a:pt x="73802" y="10840"/>
                    <a:pt x="98903" y="8761"/>
                    <a:pt x="109156" y="8761"/>
                  </a:cubicBezTo>
                  <a:cubicBezTo>
                    <a:pt x="134964" y="8761"/>
                    <a:pt x="159712" y="26782"/>
                    <a:pt x="159712" y="71490"/>
                  </a:cubicBezTo>
                  <a:cubicBezTo>
                    <a:pt x="159712" y="85006"/>
                    <a:pt x="157590" y="102681"/>
                    <a:pt x="150166" y="130753"/>
                  </a:cubicBezTo>
                  <a:lnTo>
                    <a:pt x="149813" y="130753"/>
                  </a:lnTo>
                  <a:close/>
                  <a:moveTo>
                    <a:pt x="66377" y="246161"/>
                  </a:moveTo>
                  <a:cubicBezTo>
                    <a:pt x="27488" y="246161"/>
                    <a:pt x="27488" y="210464"/>
                    <a:pt x="27488" y="206999"/>
                  </a:cubicBezTo>
                  <a:cubicBezTo>
                    <a:pt x="27488" y="197641"/>
                    <a:pt x="36326" y="149121"/>
                    <a:pt x="50822" y="128327"/>
                  </a:cubicBezTo>
                  <a:cubicBezTo>
                    <a:pt x="64963" y="108573"/>
                    <a:pt x="82287" y="97482"/>
                    <a:pt x="104206" y="97482"/>
                  </a:cubicBezTo>
                  <a:cubicBezTo>
                    <a:pt x="142742" y="97482"/>
                    <a:pt x="143449" y="136298"/>
                    <a:pt x="143449" y="143230"/>
                  </a:cubicBezTo>
                  <a:cubicBezTo>
                    <a:pt x="143449" y="168183"/>
                    <a:pt x="120822" y="246161"/>
                    <a:pt x="66377" y="246161"/>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7" name="Freeform: Shape 46">
              <a:extLst>
                <a:ext uri="{FF2B5EF4-FFF2-40B4-BE49-F238E27FC236}">
                  <a16:creationId xmlns:a16="http://schemas.microsoft.com/office/drawing/2014/main" id="{FDB09F8E-F298-E438-4901-F5976BDE470C}"/>
                </a:ext>
              </a:extLst>
            </p:cNvPr>
            <p:cNvSpPr/>
            <p:nvPr/>
          </p:nvSpPr>
          <p:spPr>
            <a:xfrm>
              <a:off x="12173693" y="5652988"/>
              <a:ext cx="403035" cy="240519"/>
            </a:xfrm>
            <a:custGeom>
              <a:avLst/>
              <a:gdLst>
                <a:gd name="connsiteX0" fmla="*/ 369720 w 403035"/>
                <a:gd name="connsiteY0" fmla="*/ 24703 h 240519"/>
                <a:gd name="connsiteX1" fmla="*/ 383155 w 403035"/>
                <a:gd name="connsiteY1" fmla="*/ 17078 h 240519"/>
                <a:gd name="connsiteX2" fmla="*/ 403306 w 403035"/>
                <a:gd name="connsiteY2" fmla="*/ 16385 h 240519"/>
                <a:gd name="connsiteX3" fmla="*/ 403306 w 403035"/>
                <a:gd name="connsiteY3" fmla="*/ 96 h 240519"/>
                <a:gd name="connsiteX4" fmla="*/ 365478 w 403035"/>
                <a:gd name="connsiteY4" fmla="*/ 1136 h 240519"/>
                <a:gd name="connsiteX5" fmla="*/ 317396 w 403035"/>
                <a:gd name="connsiteY5" fmla="*/ 96 h 240519"/>
                <a:gd name="connsiteX6" fmla="*/ 317396 w 403035"/>
                <a:gd name="connsiteY6" fmla="*/ 16385 h 240519"/>
                <a:gd name="connsiteX7" fmla="*/ 353457 w 403035"/>
                <a:gd name="connsiteY7" fmla="*/ 20197 h 240519"/>
                <a:gd name="connsiteX8" fmla="*/ 292648 w 403035"/>
                <a:gd name="connsiteY8" fmla="*/ 175114 h 240519"/>
                <a:gd name="connsiteX9" fmla="*/ 230072 w 403035"/>
                <a:gd name="connsiteY9" fmla="*/ 16385 h 240519"/>
                <a:gd name="connsiteX10" fmla="*/ 264012 w 403035"/>
                <a:gd name="connsiteY10" fmla="*/ 16385 h 240519"/>
                <a:gd name="connsiteX11" fmla="*/ 264012 w 403035"/>
                <a:gd name="connsiteY11" fmla="*/ 96 h 240519"/>
                <a:gd name="connsiteX12" fmla="*/ 202142 w 403035"/>
                <a:gd name="connsiteY12" fmla="*/ 1136 h 240519"/>
                <a:gd name="connsiteX13" fmla="*/ 148051 w 403035"/>
                <a:gd name="connsiteY13" fmla="*/ 96 h 240519"/>
                <a:gd name="connsiteX14" fmla="*/ 148051 w 403035"/>
                <a:gd name="connsiteY14" fmla="*/ 16385 h 240519"/>
                <a:gd name="connsiteX15" fmla="*/ 178455 w 403035"/>
                <a:gd name="connsiteY15" fmla="*/ 16385 h 240519"/>
                <a:gd name="connsiteX16" fmla="*/ 192950 w 403035"/>
                <a:gd name="connsiteY16" fmla="*/ 53122 h 240519"/>
                <a:gd name="connsiteX17" fmla="*/ 144869 w 403035"/>
                <a:gd name="connsiteY17" fmla="*/ 175114 h 240519"/>
                <a:gd name="connsiteX18" fmla="*/ 82292 w 403035"/>
                <a:gd name="connsiteY18" fmla="*/ 16385 h 240519"/>
                <a:gd name="connsiteX19" fmla="*/ 116232 w 403035"/>
                <a:gd name="connsiteY19" fmla="*/ 16385 h 240519"/>
                <a:gd name="connsiteX20" fmla="*/ 116232 w 403035"/>
                <a:gd name="connsiteY20" fmla="*/ 96 h 240519"/>
                <a:gd name="connsiteX21" fmla="*/ 54363 w 403035"/>
                <a:gd name="connsiteY21" fmla="*/ 1136 h 240519"/>
                <a:gd name="connsiteX22" fmla="*/ 271 w 403035"/>
                <a:gd name="connsiteY22" fmla="*/ 96 h 240519"/>
                <a:gd name="connsiteX23" fmla="*/ 271 w 403035"/>
                <a:gd name="connsiteY23" fmla="*/ 16385 h 240519"/>
                <a:gd name="connsiteX24" fmla="*/ 30676 w 403035"/>
                <a:gd name="connsiteY24" fmla="*/ 16385 h 240519"/>
                <a:gd name="connsiteX25" fmla="*/ 115525 w 403035"/>
                <a:gd name="connsiteY25" fmla="*/ 231605 h 240519"/>
                <a:gd name="connsiteX26" fmla="*/ 127899 w 403035"/>
                <a:gd name="connsiteY26" fmla="*/ 240616 h 240519"/>
                <a:gd name="connsiteX27" fmla="*/ 140273 w 403035"/>
                <a:gd name="connsiteY27" fmla="*/ 231605 h 240519"/>
                <a:gd name="connsiteX28" fmla="*/ 201789 w 403035"/>
                <a:gd name="connsiteY28" fmla="*/ 75649 h 240519"/>
                <a:gd name="connsiteX29" fmla="*/ 263305 w 403035"/>
                <a:gd name="connsiteY29" fmla="*/ 231605 h 240519"/>
                <a:gd name="connsiteX30" fmla="*/ 275679 w 403035"/>
                <a:gd name="connsiteY30" fmla="*/ 240616 h 240519"/>
                <a:gd name="connsiteX31" fmla="*/ 288052 w 403035"/>
                <a:gd name="connsiteY31" fmla="*/ 231605 h 240519"/>
                <a:gd name="connsiteX32" fmla="*/ 369720 w 403035"/>
                <a:gd name="connsiteY32" fmla="*/ 24703 h 240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3035" h="240519">
                  <a:moveTo>
                    <a:pt x="369720" y="24703"/>
                  </a:moveTo>
                  <a:cubicBezTo>
                    <a:pt x="371841" y="18811"/>
                    <a:pt x="372195" y="18118"/>
                    <a:pt x="383155" y="17078"/>
                  </a:cubicBezTo>
                  <a:cubicBezTo>
                    <a:pt x="390225" y="16385"/>
                    <a:pt x="397650" y="16385"/>
                    <a:pt x="403306" y="16385"/>
                  </a:cubicBezTo>
                  <a:lnTo>
                    <a:pt x="403306" y="96"/>
                  </a:lnTo>
                  <a:cubicBezTo>
                    <a:pt x="393761" y="443"/>
                    <a:pt x="381387" y="1136"/>
                    <a:pt x="365478" y="1136"/>
                  </a:cubicBezTo>
                  <a:cubicBezTo>
                    <a:pt x="352043" y="1136"/>
                    <a:pt x="330124" y="1136"/>
                    <a:pt x="317396" y="96"/>
                  </a:cubicBezTo>
                  <a:lnTo>
                    <a:pt x="317396" y="16385"/>
                  </a:lnTo>
                  <a:cubicBezTo>
                    <a:pt x="326235" y="16385"/>
                    <a:pt x="343205" y="16385"/>
                    <a:pt x="353457" y="20197"/>
                  </a:cubicBezTo>
                  <a:lnTo>
                    <a:pt x="292648" y="175114"/>
                  </a:lnTo>
                  <a:lnTo>
                    <a:pt x="230072" y="16385"/>
                  </a:lnTo>
                  <a:lnTo>
                    <a:pt x="264012" y="16385"/>
                  </a:lnTo>
                  <a:lnTo>
                    <a:pt x="264012" y="96"/>
                  </a:lnTo>
                  <a:cubicBezTo>
                    <a:pt x="250577" y="1136"/>
                    <a:pt x="217345" y="1136"/>
                    <a:pt x="202142" y="1136"/>
                  </a:cubicBezTo>
                  <a:cubicBezTo>
                    <a:pt x="188354" y="1136"/>
                    <a:pt x="160425" y="1136"/>
                    <a:pt x="148051" y="96"/>
                  </a:cubicBezTo>
                  <a:lnTo>
                    <a:pt x="148051" y="16385"/>
                  </a:lnTo>
                  <a:lnTo>
                    <a:pt x="178455" y="16385"/>
                  </a:lnTo>
                  <a:lnTo>
                    <a:pt x="192950" y="53122"/>
                  </a:lnTo>
                  <a:lnTo>
                    <a:pt x="144869" y="175114"/>
                  </a:lnTo>
                  <a:lnTo>
                    <a:pt x="82292" y="16385"/>
                  </a:lnTo>
                  <a:lnTo>
                    <a:pt x="116232" y="16385"/>
                  </a:lnTo>
                  <a:lnTo>
                    <a:pt x="116232" y="96"/>
                  </a:lnTo>
                  <a:cubicBezTo>
                    <a:pt x="102798" y="1136"/>
                    <a:pt x="69565" y="1136"/>
                    <a:pt x="54363" y="1136"/>
                  </a:cubicBezTo>
                  <a:cubicBezTo>
                    <a:pt x="40575" y="1136"/>
                    <a:pt x="12645" y="1136"/>
                    <a:pt x="271" y="96"/>
                  </a:cubicBezTo>
                  <a:lnTo>
                    <a:pt x="271" y="16385"/>
                  </a:lnTo>
                  <a:lnTo>
                    <a:pt x="30676" y="16385"/>
                  </a:lnTo>
                  <a:lnTo>
                    <a:pt x="115525" y="231605"/>
                  </a:lnTo>
                  <a:cubicBezTo>
                    <a:pt x="117646" y="237150"/>
                    <a:pt x="119061" y="240616"/>
                    <a:pt x="127899" y="240616"/>
                  </a:cubicBezTo>
                  <a:cubicBezTo>
                    <a:pt x="136737" y="240616"/>
                    <a:pt x="138152" y="237150"/>
                    <a:pt x="140273" y="231605"/>
                  </a:cubicBezTo>
                  <a:lnTo>
                    <a:pt x="201789" y="75649"/>
                  </a:lnTo>
                  <a:lnTo>
                    <a:pt x="263305" y="231605"/>
                  </a:lnTo>
                  <a:cubicBezTo>
                    <a:pt x="265426" y="237150"/>
                    <a:pt x="266840" y="240616"/>
                    <a:pt x="275679" y="240616"/>
                  </a:cubicBezTo>
                  <a:cubicBezTo>
                    <a:pt x="284517" y="240616"/>
                    <a:pt x="285931" y="237150"/>
                    <a:pt x="288052" y="231605"/>
                  </a:cubicBezTo>
                  <a:lnTo>
                    <a:pt x="369720" y="24703"/>
                  </a:ln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8" name="Freeform: Shape 47">
              <a:extLst>
                <a:ext uri="{FF2B5EF4-FFF2-40B4-BE49-F238E27FC236}">
                  <a16:creationId xmlns:a16="http://schemas.microsoft.com/office/drawing/2014/main" id="{52AA2739-FA00-5996-AABC-768EE3377480}"/>
                </a:ext>
              </a:extLst>
            </p:cNvPr>
            <p:cNvSpPr/>
            <p:nvPr/>
          </p:nvSpPr>
          <p:spPr>
            <a:xfrm>
              <a:off x="12619632" y="5608665"/>
              <a:ext cx="64344" cy="242356"/>
            </a:xfrm>
            <a:custGeom>
              <a:avLst/>
              <a:gdLst>
                <a:gd name="connsiteX0" fmla="*/ 59678 w 64344"/>
                <a:gd name="connsiteY0" fmla="*/ 93 h 242356"/>
                <a:gd name="connsiteX1" fmla="*/ 283 w 64344"/>
                <a:gd name="connsiteY1" fmla="*/ 121150 h 242356"/>
                <a:gd name="connsiteX2" fmla="*/ 59678 w 64344"/>
                <a:gd name="connsiteY2" fmla="*/ 242450 h 242356"/>
                <a:gd name="connsiteX3" fmla="*/ 64627 w 64344"/>
                <a:gd name="connsiteY3" fmla="*/ 239539 h 242356"/>
                <a:gd name="connsiteX4" fmla="*/ 62153 w 64344"/>
                <a:gd name="connsiteY4" fmla="*/ 235900 h 242356"/>
                <a:gd name="connsiteX5" fmla="*/ 17112 w 64344"/>
                <a:gd name="connsiteY5" fmla="*/ 121393 h 242356"/>
                <a:gd name="connsiteX6" fmla="*/ 62895 w 64344"/>
                <a:gd name="connsiteY6" fmla="*/ 5916 h 242356"/>
                <a:gd name="connsiteX7" fmla="*/ 64627 w 64344"/>
                <a:gd name="connsiteY7" fmla="*/ 3005 h 242356"/>
                <a:gd name="connsiteX8" fmla="*/ 59678 w 64344"/>
                <a:gd name="connsiteY8" fmla="*/ 93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44" h="242356">
                  <a:moveTo>
                    <a:pt x="59678" y="93"/>
                  </a:moveTo>
                  <a:cubicBezTo>
                    <a:pt x="12657" y="32602"/>
                    <a:pt x="283" y="84033"/>
                    <a:pt x="283" y="121150"/>
                  </a:cubicBezTo>
                  <a:cubicBezTo>
                    <a:pt x="283" y="155357"/>
                    <a:pt x="10677" y="208486"/>
                    <a:pt x="59678" y="242450"/>
                  </a:cubicBezTo>
                  <a:cubicBezTo>
                    <a:pt x="61658" y="242450"/>
                    <a:pt x="64627" y="242450"/>
                    <a:pt x="64627" y="239539"/>
                  </a:cubicBezTo>
                  <a:cubicBezTo>
                    <a:pt x="64627" y="238083"/>
                    <a:pt x="63885" y="237598"/>
                    <a:pt x="62153" y="235900"/>
                  </a:cubicBezTo>
                  <a:cubicBezTo>
                    <a:pt x="29238" y="206788"/>
                    <a:pt x="17112" y="165546"/>
                    <a:pt x="17112" y="121393"/>
                  </a:cubicBezTo>
                  <a:cubicBezTo>
                    <a:pt x="17112" y="55891"/>
                    <a:pt x="42602" y="23868"/>
                    <a:pt x="62895" y="5916"/>
                  </a:cubicBezTo>
                  <a:cubicBezTo>
                    <a:pt x="63885" y="4945"/>
                    <a:pt x="64627" y="4218"/>
                    <a:pt x="64627" y="3005"/>
                  </a:cubicBezTo>
                  <a:cubicBezTo>
                    <a:pt x="64627" y="93"/>
                    <a:pt x="61658" y="93"/>
                    <a:pt x="59678" y="93"/>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49" name="Freeform: Shape 48">
              <a:extLst>
                <a:ext uri="{FF2B5EF4-FFF2-40B4-BE49-F238E27FC236}">
                  <a16:creationId xmlns:a16="http://schemas.microsoft.com/office/drawing/2014/main" id="{2D41FCCD-B8B2-AAF3-4C93-4D3E4D279411}"/>
                </a:ext>
              </a:extLst>
            </p:cNvPr>
            <p:cNvSpPr/>
            <p:nvPr/>
          </p:nvSpPr>
          <p:spPr>
            <a:xfrm>
              <a:off x="12714523" y="5629529"/>
              <a:ext cx="114829" cy="165937"/>
            </a:xfrm>
            <a:custGeom>
              <a:avLst/>
              <a:gdLst>
                <a:gd name="connsiteX0" fmla="*/ 115116 w 114829"/>
                <a:gd name="connsiteY0" fmla="*/ 83790 h 165937"/>
                <a:gd name="connsiteX1" fmla="*/ 100515 w 114829"/>
                <a:gd name="connsiteY1" fmla="*/ 20957 h 165937"/>
                <a:gd name="connsiteX2" fmla="*/ 57701 w 114829"/>
                <a:gd name="connsiteY2" fmla="*/ 93 h 165937"/>
                <a:gd name="connsiteX3" fmla="*/ 286 w 114829"/>
                <a:gd name="connsiteY3" fmla="*/ 83790 h 165937"/>
                <a:gd name="connsiteX4" fmla="*/ 57701 w 114829"/>
                <a:gd name="connsiteY4" fmla="*/ 166031 h 165937"/>
                <a:gd name="connsiteX5" fmla="*/ 115116 w 114829"/>
                <a:gd name="connsiteY5" fmla="*/ 83790 h 165937"/>
                <a:gd name="connsiteX6" fmla="*/ 57701 w 114829"/>
                <a:gd name="connsiteY6" fmla="*/ 159238 h 165937"/>
                <a:gd name="connsiteX7" fmla="*/ 26272 w 114829"/>
                <a:gd name="connsiteY7" fmla="*/ 132795 h 165937"/>
                <a:gd name="connsiteX8" fmla="*/ 22807 w 114829"/>
                <a:gd name="connsiteY8" fmla="*/ 80636 h 165937"/>
                <a:gd name="connsiteX9" fmla="*/ 26519 w 114829"/>
                <a:gd name="connsiteY9" fmla="*/ 31146 h 165937"/>
                <a:gd name="connsiteX10" fmla="*/ 57701 w 114829"/>
                <a:gd name="connsiteY10" fmla="*/ 6886 h 165937"/>
                <a:gd name="connsiteX11" fmla="*/ 88388 w 114829"/>
                <a:gd name="connsiteY11" fmla="*/ 28963 h 165937"/>
                <a:gd name="connsiteX12" fmla="*/ 92596 w 114829"/>
                <a:gd name="connsiteY12" fmla="*/ 80636 h 165937"/>
                <a:gd name="connsiteX13" fmla="*/ 89378 w 114829"/>
                <a:gd name="connsiteY13" fmla="*/ 131825 h 165937"/>
                <a:gd name="connsiteX14" fmla="*/ 57701 w 114829"/>
                <a:gd name="connsiteY14" fmla="*/ 159238 h 165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829" h="165937">
                  <a:moveTo>
                    <a:pt x="115116" y="83790"/>
                  </a:moveTo>
                  <a:cubicBezTo>
                    <a:pt x="115116" y="57104"/>
                    <a:pt x="111899" y="37939"/>
                    <a:pt x="100515" y="20957"/>
                  </a:cubicBezTo>
                  <a:cubicBezTo>
                    <a:pt x="92843" y="9797"/>
                    <a:pt x="77499" y="93"/>
                    <a:pt x="57701" y="93"/>
                  </a:cubicBezTo>
                  <a:cubicBezTo>
                    <a:pt x="286" y="93"/>
                    <a:pt x="286" y="66323"/>
                    <a:pt x="286" y="83790"/>
                  </a:cubicBezTo>
                  <a:cubicBezTo>
                    <a:pt x="286" y="101257"/>
                    <a:pt x="286" y="166031"/>
                    <a:pt x="57701" y="166031"/>
                  </a:cubicBezTo>
                  <a:cubicBezTo>
                    <a:pt x="115116" y="166031"/>
                    <a:pt x="115116" y="101257"/>
                    <a:pt x="115116" y="83790"/>
                  </a:cubicBezTo>
                  <a:close/>
                  <a:moveTo>
                    <a:pt x="57701" y="159238"/>
                  </a:moveTo>
                  <a:cubicBezTo>
                    <a:pt x="46317" y="159238"/>
                    <a:pt x="31221" y="152688"/>
                    <a:pt x="26272" y="132795"/>
                  </a:cubicBezTo>
                  <a:cubicBezTo>
                    <a:pt x="22807" y="118482"/>
                    <a:pt x="22807" y="98589"/>
                    <a:pt x="22807" y="80636"/>
                  </a:cubicBezTo>
                  <a:cubicBezTo>
                    <a:pt x="22807" y="62927"/>
                    <a:pt x="22807" y="44489"/>
                    <a:pt x="26519" y="31146"/>
                  </a:cubicBezTo>
                  <a:cubicBezTo>
                    <a:pt x="31716" y="11981"/>
                    <a:pt x="47555" y="6886"/>
                    <a:pt x="57701" y="6886"/>
                  </a:cubicBezTo>
                  <a:cubicBezTo>
                    <a:pt x="71065" y="6886"/>
                    <a:pt x="83934" y="14892"/>
                    <a:pt x="88388" y="28963"/>
                  </a:cubicBezTo>
                  <a:cubicBezTo>
                    <a:pt x="92348" y="42063"/>
                    <a:pt x="92596" y="59530"/>
                    <a:pt x="92596" y="80636"/>
                  </a:cubicBezTo>
                  <a:cubicBezTo>
                    <a:pt x="92596" y="98589"/>
                    <a:pt x="92596" y="116541"/>
                    <a:pt x="89378" y="131825"/>
                  </a:cubicBezTo>
                  <a:cubicBezTo>
                    <a:pt x="84429" y="153901"/>
                    <a:pt x="67600" y="159238"/>
                    <a:pt x="57701" y="159238"/>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50" name="Freeform: Shape 49">
              <a:extLst>
                <a:ext uri="{FF2B5EF4-FFF2-40B4-BE49-F238E27FC236}">
                  <a16:creationId xmlns:a16="http://schemas.microsoft.com/office/drawing/2014/main" id="{DF190678-00A0-C361-8CD9-EB336BAEA71F}"/>
                </a:ext>
              </a:extLst>
            </p:cNvPr>
            <p:cNvSpPr/>
            <p:nvPr/>
          </p:nvSpPr>
          <p:spPr>
            <a:xfrm>
              <a:off x="12860150" y="5608665"/>
              <a:ext cx="64096" cy="242356"/>
            </a:xfrm>
            <a:custGeom>
              <a:avLst/>
              <a:gdLst>
                <a:gd name="connsiteX0" fmla="*/ 4992 w 64096"/>
                <a:gd name="connsiteY0" fmla="*/ 93 h 242356"/>
                <a:gd name="connsiteX1" fmla="*/ 290 w 64096"/>
                <a:gd name="connsiteY1" fmla="*/ 3005 h 242356"/>
                <a:gd name="connsiteX2" fmla="*/ 2518 w 64096"/>
                <a:gd name="connsiteY2" fmla="*/ 6644 h 242356"/>
                <a:gd name="connsiteX3" fmla="*/ 47559 w 64096"/>
                <a:gd name="connsiteY3" fmla="*/ 121150 h 242356"/>
                <a:gd name="connsiteX4" fmla="*/ 4745 w 64096"/>
                <a:gd name="connsiteY4" fmla="*/ 233959 h 242356"/>
                <a:gd name="connsiteX5" fmla="*/ 290 w 64096"/>
                <a:gd name="connsiteY5" fmla="*/ 239539 h 242356"/>
                <a:gd name="connsiteX6" fmla="*/ 3508 w 64096"/>
                <a:gd name="connsiteY6" fmla="*/ 242450 h 242356"/>
                <a:gd name="connsiteX7" fmla="*/ 46321 w 64096"/>
                <a:gd name="connsiteY7" fmla="*/ 196113 h 242356"/>
                <a:gd name="connsiteX8" fmla="*/ 64387 w 64096"/>
                <a:gd name="connsiteY8" fmla="*/ 121393 h 242356"/>
                <a:gd name="connsiteX9" fmla="*/ 4992 w 64096"/>
                <a:gd name="connsiteY9" fmla="*/ 93 h 242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96" h="242356">
                  <a:moveTo>
                    <a:pt x="4992" y="93"/>
                  </a:moveTo>
                  <a:cubicBezTo>
                    <a:pt x="3260" y="93"/>
                    <a:pt x="290" y="93"/>
                    <a:pt x="290" y="3005"/>
                  </a:cubicBezTo>
                  <a:cubicBezTo>
                    <a:pt x="290" y="4218"/>
                    <a:pt x="1033" y="4945"/>
                    <a:pt x="2518" y="6644"/>
                  </a:cubicBezTo>
                  <a:cubicBezTo>
                    <a:pt x="23801" y="25809"/>
                    <a:pt x="47559" y="58560"/>
                    <a:pt x="47559" y="121150"/>
                  </a:cubicBezTo>
                  <a:cubicBezTo>
                    <a:pt x="47559" y="171853"/>
                    <a:pt x="31473" y="210184"/>
                    <a:pt x="4745" y="233959"/>
                  </a:cubicBezTo>
                  <a:cubicBezTo>
                    <a:pt x="538" y="238083"/>
                    <a:pt x="290" y="238326"/>
                    <a:pt x="290" y="239539"/>
                  </a:cubicBezTo>
                  <a:cubicBezTo>
                    <a:pt x="290" y="240752"/>
                    <a:pt x="1033" y="242450"/>
                    <a:pt x="3508" y="242450"/>
                  </a:cubicBezTo>
                  <a:cubicBezTo>
                    <a:pt x="6477" y="242450"/>
                    <a:pt x="29988" y="226438"/>
                    <a:pt x="46321" y="196113"/>
                  </a:cubicBezTo>
                  <a:cubicBezTo>
                    <a:pt x="57210" y="175978"/>
                    <a:pt x="64387" y="149777"/>
                    <a:pt x="64387" y="121393"/>
                  </a:cubicBezTo>
                  <a:cubicBezTo>
                    <a:pt x="64387" y="87186"/>
                    <a:pt x="53993" y="34057"/>
                    <a:pt x="4992" y="93"/>
                  </a:cubicBezTo>
                  <a:close/>
                </a:path>
              </a:pathLst>
            </a:custGeom>
            <a:solidFill>
              <a:srgbClr val="000000"/>
            </a:solidFill>
            <a:ln w="35424"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spTree>
    <p:extLst>
      <p:ext uri="{BB962C8B-B14F-4D97-AF65-F5344CB8AC3E}">
        <p14:creationId xmlns:p14="http://schemas.microsoft.com/office/powerpoint/2010/main" val="1265472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50A07-7122-22D6-568E-A2E31C7146A7}"/>
              </a:ext>
            </a:extLst>
          </p:cNvPr>
          <p:cNvSpPr>
            <a:spLocks noGrp="1"/>
          </p:cNvSpPr>
          <p:nvPr>
            <p:ph type="title"/>
          </p:nvPr>
        </p:nvSpPr>
        <p:spPr/>
        <p:txBody>
          <a:bodyPr/>
          <a:lstStyle/>
          <a:p>
            <a:r>
              <a:rPr lang="en-US" altLang="zh-CN" dirty="0"/>
              <a:t>Visualization of an Average Word Vector Classifier</a:t>
            </a:r>
            <a:endParaRPr lang="en-CA" dirty="0"/>
          </a:p>
        </p:txBody>
      </p:sp>
      <p:sp>
        <p:nvSpPr>
          <p:cNvPr id="4" name="Slide Number Placeholder 3">
            <a:extLst>
              <a:ext uri="{FF2B5EF4-FFF2-40B4-BE49-F238E27FC236}">
                <a16:creationId xmlns:a16="http://schemas.microsoft.com/office/drawing/2014/main" id="{27FA799B-50D1-4A76-5A89-832618280AEE}"/>
              </a:ext>
            </a:extLst>
          </p:cNvPr>
          <p:cNvSpPr>
            <a:spLocks noGrp="1"/>
          </p:cNvSpPr>
          <p:nvPr>
            <p:ph type="sldNum" sz="quarter" idx="12"/>
          </p:nvPr>
        </p:nvSpPr>
        <p:spPr/>
        <p:txBody>
          <a:bodyPr/>
          <a:lstStyle/>
          <a:p>
            <a:fld id="{A36FF760-4833-4FC2-9C74-46CD274694B2}" type="slidenum">
              <a:rPr lang="en-CA" smtClean="0"/>
              <a:pPr/>
              <a:t>35</a:t>
            </a:fld>
            <a:endParaRPr lang="en-CA"/>
          </a:p>
        </p:txBody>
      </p:sp>
      <p:cxnSp>
        <p:nvCxnSpPr>
          <p:cNvPr id="5" name="Straight Connector 4">
            <a:extLst>
              <a:ext uri="{FF2B5EF4-FFF2-40B4-BE49-F238E27FC236}">
                <a16:creationId xmlns:a16="http://schemas.microsoft.com/office/drawing/2014/main" id="{DFDF2C14-76C2-A9E3-0BED-60EFF55C79D6}"/>
              </a:ext>
            </a:extLst>
          </p:cNvPr>
          <p:cNvCxnSpPr>
            <a:cxnSpLocks/>
            <a:stCxn id="55" idx="2"/>
            <a:endCxn id="136" idx="6"/>
          </p:cNvCxnSpPr>
          <p:nvPr/>
        </p:nvCxnSpPr>
        <p:spPr bwMode="auto">
          <a:xfrm flipV="1">
            <a:off x="4078521" y="2413698"/>
            <a:ext cx="201338" cy="6524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6" name="Straight Connector 5">
            <a:extLst>
              <a:ext uri="{FF2B5EF4-FFF2-40B4-BE49-F238E27FC236}">
                <a16:creationId xmlns:a16="http://schemas.microsoft.com/office/drawing/2014/main" id="{93EB1E5F-3527-A1CC-7672-854B3EC1486C}"/>
              </a:ext>
            </a:extLst>
          </p:cNvPr>
          <p:cNvCxnSpPr>
            <a:cxnSpLocks/>
            <a:stCxn id="54" idx="2"/>
            <a:endCxn id="136" idx="6"/>
          </p:cNvCxnSpPr>
          <p:nvPr/>
        </p:nvCxnSpPr>
        <p:spPr bwMode="auto">
          <a:xfrm flipH="1" flipV="1">
            <a:off x="4279859" y="2413698"/>
            <a:ext cx="179662" cy="6524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7" name="Straight Connector 6">
            <a:extLst>
              <a:ext uri="{FF2B5EF4-FFF2-40B4-BE49-F238E27FC236}">
                <a16:creationId xmlns:a16="http://schemas.microsoft.com/office/drawing/2014/main" id="{B1BF06C1-283C-BCCE-F64E-585907262BC3}"/>
              </a:ext>
            </a:extLst>
          </p:cNvPr>
          <p:cNvCxnSpPr>
            <a:cxnSpLocks/>
            <a:stCxn id="56" idx="2"/>
          </p:cNvCxnSpPr>
          <p:nvPr/>
        </p:nvCxnSpPr>
        <p:spPr bwMode="auto">
          <a:xfrm flipH="1" flipV="1">
            <a:off x="4287426" y="2421595"/>
            <a:ext cx="523925" cy="64451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8" name="Straight Connector 7">
            <a:extLst>
              <a:ext uri="{FF2B5EF4-FFF2-40B4-BE49-F238E27FC236}">
                <a16:creationId xmlns:a16="http://schemas.microsoft.com/office/drawing/2014/main" id="{41FC103C-353B-9051-77CA-4FB615CDC4AD}"/>
              </a:ext>
            </a:extLst>
          </p:cNvPr>
          <p:cNvCxnSpPr>
            <a:cxnSpLocks/>
            <a:stCxn id="55" idx="2"/>
            <a:endCxn id="137" idx="6"/>
          </p:cNvCxnSpPr>
          <p:nvPr/>
        </p:nvCxnSpPr>
        <p:spPr bwMode="auto">
          <a:xfrm flipV="1">
            <a:off x="4078521" y="2413698"/>
            <a:ext cx="553168" cy="6524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9" name="Straight Connector 8">
            <a:extLst>
              <a:ext uri="{FF2B5EF4-FFF2-40B4-BE49-F238E27FC236}">
                <a16:creationId xmlns:a16="http://schemas.microsoft.com/office/drawing/2014/main" id="{0439202C-4219-81F0-76A1-D459C98C1F75}"/>
              </a:ext>
            </a:extLst>
          </p:cNvPr>
          <p:cNvCxnSpPr>
            <a:cxnSpLocks/>
            <a:stCxn id="54" idx="2"/>
            <a:endCxn id="137" idx="6"/>
          </p:cNvCxnSpPr>
          <p:nvPr/>
        </p:nvCxnSpPr>
        <p:spPr bwMode="auto">
          <a:xfrm flipV="1">
            <a:off x="4459521" y="2413698"/>
            <a:ext cx="172168" cy="6524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0" name="Straight Connector 9">
            <a:extLst>
              <a:ext uri="{FF2B5EF4-FFF2-40B4-BE49-F238E27FC236}">
                <a16:creationId xmlns:a16="http://schemas.microsoft.com/office/drawing/2014/main" id="{51680FEC-723C-5885-9DDB-9139BD3A7D24}"/>
              </a:ext>
            </a:extLst>
          </p:cNvPr>
          <p:cNvCxnSpPr>
            <a:cxnSpLocks/>
            <a:stCxn id="56" idx="2"/>
            <a:endCxn id="137" idx="6"/>
          </p:cNvCxnSpPr>
          <p:nvPr/>
        </p:nvCxnSpPr>
        <p:spPr bwMode="auto">
          <a:xfrm flipH="1" flipV="1">
            <a:off x="4631689" y="2413698"/>
            <a:ext cx="179662" cy="65241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1" name="Straight Connector 10">
            <a:extLst>
              <a:ext uri="{FF2B5EF4-FFF2-40B4-BE49-F238E27FC236}">
                <a16:creationId xmlns:a16="http://schemas.microsoft.com/office/drawing/2014/main" id="{30B13FEE-0D48-3B87-C83B-CE35539E7739}"/>
              </a:ext>
            </a:extLst>
          </p:cNvPr>
          <p:cNvCxnSpPr>
            <a:cxnSpLocks/>
            <a:stCxn id="43" idx="2"/>
            <a:endCxn id="55" idx="6"/>
          </p:cNvCxnSpPr>
          <p:nvPr/>
        </p:nvCxnSpPr>
        <p:spPr bwMode="auto">
          <a:xfrm flipH="1" flipV="1">
            <a:off x="4078521" y="3294713"/>
            <a:ext cx="53297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2" name="Straight Connector 11">
            <a:extLst>
              <a:ext uri="{FF2B5EF4-FFF2-40B4-BE49-F238E27FC236}">
                <a16:creationId xmlns:a16="http://schemas.microsoft.com/office/drawing/2014/main" id="{A03147EB-3727-C50A-11CA-822D2B078CEB}"/>
              </a:ext>
            </a:extLst>
          </p:cNvPr>
          <p:cNvCxnSpPr>
            <a:cxnSpLocks/>
            <a:stCxn id="45" idx="2"/>
            <a:endCxn id="55" idx="6"/>
          </p:cNvCxnSpPr>
          <p:nvPr/>
        </p:nvCxnSpPr>
        <p:spPr bwMode="auto">
          <a:xfrm flipV="1">
            <a:off x="3849491" y="3294713"/>
            <a:ext cx="22903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3" name="Straight Connector 12">
            <a:extLst>
              <a:ext uri="{FF2B5EF4-FFF2-40B4-BE49-F238E27FC236}">
                <a16:creationId xmlns:a16="http://schemas.microsoft.com/office/drawing/2014/main" id="{901DB101-405C-A1C3-2F52-C5B878ADB8ED}"/>
              </a:ext>
            </a:extLst>
          </p:cNvPr>
          <p:cNvCxnSpPr>
            <a:cxnSpLocks/>
            <a:stCxn id="42" idx="2"/>
            <a:endCxn id="55" idx="6"/>
          </p:cNvCxnSpPr>
          <p:nvPr/>
        </p:nvCxnSpPr>
        <p:spPr bwMode="auto">
          <a:xfrm flipH="1" flipV="1">
            <a:off x="4078521" y="3294713"/>
            <a:ext cx="91397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4" name="Straight Connector 13">
            <a:extLst>
              <a:ext uri="{FF2B5EF4-FFF2-40B4-BE49-F238E27FC236}">
                <a16:creationId xmlns:a16="http://schemas.microsoft.com/office/drawing/2014/main" id="{948E22CB-CEEE-BE35-D37D-FF2A66C921C3}"/>
              </a:ext>
            </a:extLst>
          </p:cNvPr>
          <p:cNvCxnSpPr>
            <a:cxnSpLocks/>
            <a:stCxn id="42" idx="2"/>
            <a:endCxn id="56" idx="6"/>
          </p:cNvCxnSpPr>
          <p:nvPr/>
        </p:nvCxnSpPr>
        <p:spPr bwMode="auto">
          <a:xfrm flipH="1" flipV="1">
            <a:off x="4811351" y="3294713"/>
            <a:ext cx="18114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5" name="Straight Connector 14">
            <a:extLst>
              <a:ext uri="{FF2B5EF4-FFF2-40B4-BE49-F238E27FC236}">
                <a16:creationId xmlns:a16="http://schemas.microsoft.com/office/drawing/2014/main" id="{0D18652C-3FBC-C72D-1BB5-BA46F68C1532}"/>
              </a:ext>
            </a:extLst>
          </p:cNvPr>
          <p:cNvCxnSpPr>
            <a:cxnSpLocks/>
            <a:stCxn id="43" idx="2"/>
            <a:endCxn id="54" idx="6"/>
          </p:cNvCxnSpPr>
          <p:nvPr/>
        </p:nvCxnSpPr>
        <p:spPr bwMode="auto">
          <a:xfrm flipH="1" flipV="1">
            <a:off x="4459521" y="3294713"/>
            <a:ext cx="15197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6" name="Straight Connector 15">
            <a:extLst>
              <a:ext uri="{FF2B5EF4-FFF2-40B4-BE49-F238E27FC236}">
                <a16:creationId xmlns:a16="http://schemas.microsoft.com/office/drawing/2014/main" id="{9618E929-93FF-30BF-6D96-D5B8DE59FC0F}"/>
              </a:ext>
            </a:extLst>
          </p:cNvPr>
          <p:cNvCxnSpPr>
            <a:cxnSpLocks/>
            <a:stCxn id="43" idx="2"/>
            <a:endCxn id="56" idx="6"/>
          </p:cNvCxnSpPr>
          <p:nvPr/>
        </p:nvCxnSpPr>
        <p:spPr bwMode="auto">
          <a:xfrm flipV="1">
            <a:off x="4611491" y="3294713"/>
            <a:ext cx="19986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7" name="Straight Connector 16">
            <a:extLst>
              <a:ext uri="{FF2B5EF4-FFF2-40B4-BE49-F238E27FC236}">
                <a16:creationId xmlns:a16="http://schemas.microsoft.com/office/drawing/2014/main" id="{A826BF43-E947-0A8A-4DEA-5E44E41B84AC}"/>
              </a:ext>
            </a:extLst>
          </p:cNvPr>
          <p:cNvCxnSpPr>
            <a:cxnSpLocks/>
            <a:stCxn id="44" idx="2"/>
            <a:endCxn id="55" idx="6"/>
          </p:cNvCxnSpPr>
          <p:nvPr/>
        </p:nvCxnSpPr>
        <p:spPr bwMode="auto">
          <a:xfrm flipH="1" flipV="1">
            <a:off x="4078521" y="3294713"/>
            <a:ext cx="15197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8" name="Straight Connector 17">
            <a:extLst>
              <a:ext uri="{FF2B5EF4-FFF2-40B4-BE49-F238E27FC236}">
                <a16:creationId xmlns:a16="http://schemas.microsoft.com/office/drawing/2014/main" id="{4899AE34-E29F-BA5F-0839-B8536BDE03AC}"/>
              </a:ext>
            </a:extLst>
          </p:cNvPr>
          <p:cNvCxnSpPr>
            <a:cxnSpLocks/>
            <a:endCxn id="54" idx="6"/>
          </p:cNvCxnSpPr>
          <p:nvPr/>
        </p:nvCxnSpPr>
        <p:spPr bwMode="auto">
          <a:xfrm flipV="1">
            <a:off x="4262300" y="3294713"/>
            <a:ext cx="197221" cy="60516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19" name="Straight Connector 18">
            <a:extLst>
              <a:ext uri="{FF2B5EF4-FFF2-40B4-BE49-F238E27FC236}">
                <a16:creationId xmlns:a16="http://schemas.microsoft.com/office/drawing/2014/main" id="{04242744-FE93-8CD9-9FB5-D4190A5900C4}"/>
              </a:ext>
            </a:extLst>
          </p:cNvPr>
          <p:cNvCxnSpPr>
            <a:cxnSpLocks/>
            <a:stCxn id="45" idx="2"/>
          </p:cNvCxnSpPr>
          <p:nvPr/>
        </p:nvCxnSpPr>
        <p:spPr bwMode="auto">
          <a:xfrm flipV="1">
            <a:off x="3849491" y="3307830"/>
            <a:ext cx="957122" cy="6116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0" name="Straight Connector 19">
            <a:extLst>
              <a:ext uri="{FF2B5EF4-FFF2-40B4-BE49-F238E27FC236}">
                <a16:creationId xmlns:a16="http://schemas.microsoft.com/office/drawing/2014/main" id="{60BE2C53-48E4-137B-A9CD-1230F00AAC0C}"/>
              </a:ext>
            </a:extLst>
          </p:cNvPr>
          <p:cNvCxnSpPr>
            <a:cxnSpLocks/>
            <a:stCxn id="45" idx="2"/>
            <a:endCxn id="54" idx="6"/>
          </p:cNvCxnSpPr>
          <p:nvPr/>
        </p:nvCxnSpPr>
        <p:spPr bwMode="auto">
          <a:xfrm flipV="1">
            <a:off x="3849491" y="3294713"/>
            <a:ext cx="61003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1" name="Straight Connector 20">
            <a:extLst>
              <a:ext uri="{FF2B5EF4-FFF2-40B4-BE49-F238E27FC236}">
                <a16:creationId xmlns:a16="http://schemas.microsoft.com/office/drawing/2014/main" id="{F5D637B7-96BB-6D38-6C8E-4DDAC340BFFA}"/>
              </a:ext>
            </a:extLst>
          </p:cNvPr>
          <p:cNvCxnSpPr>
            <a:cxnSpLocks/>
            <a:stCxn id="42" idx="2"/>
            <a:endCxn id="54" idx="6"/>
          </p:cNvCxnSpPr>
          <p:nvPr/>
        </p:nvCxnSpPr>
        <p:spPr bwMode="auto">
          <a:xfrm flipH="1" flipV="1">
            <a:off x="4459521" y="3294713"/>
            <a:ext cx="53297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2" name="Straight Connector 21">
            <a:extLst>
              <a:ext uri="{FF2B5EF4-FFF2-40B4-BE49-F238E27FC236}">
                <a16:creationId xmlns:a16="http://schemas.microsoft.com/office/drawing/2014/main" id="{8856AA43-6BD6-611A-0AEE-E4E1940CD37F}"/>
              </a:ext>
            </a:extLst>
          </p:cNvPr>
          <p:cNvCxnSpPr>
            <a:cxnSpLocks/>
            <a:stCxn id="44" idx="2"/>
            <a:endCxn id="56" idx="6"/>
          </p:cNvCxnSpPr>
          <p:nvPr/>
        </p:nvCxnSpPr>
        <p:spPr bwMode="auto">
          <a:xfrm flipV="1">
            <a:off x="4230491" y="3294713"/>
            <a:ext cx="580860" cy="62474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3" name="Straight Connector 22">
            <a:extLst>
              <a:ext uri="{FF2B5EF4-FFF2-40B4-BE49-F238E27FC236}">
                <a16:creationId xmlns:a16="http://schemas.microsoft.com/office/drawing/2014/main" id="{A81C06C7-B04A-8975-E4E9-6DE32F00F0EF}"/>
              </a:ext>
            </a:extLst>
          </p:cNvPr>
          <p:cNvCxnSpPr>
            <a:cxnSpLocks/>
            <a:stCxn id="42" idx="6"/>
            <a:endCxn id="36" idx="2"/>
          </p:cNvCxnSpPr>
          <p:nvPr/>
        </p:nvCxnSpPr>
        <p:spPr bwMode="auto">
          <a:xfrm flipH="1">
            <a:off x="2655378" y="4148056"/>
            <a:ext cx="2337113" cy="7827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4" name="Straight Connector 23">
            <a:extLst>
              <a:ext uri="{FF2B5EF4-FFF2-40B4-BE49-F238E27FC236}">
                <a16:creationId xmlns:a16="http://schemas.microsoft.com/office/drawing/2014/main" id="{4C700702-1BB7-4FC2-4A56-704CDF0862D5}"/>
              </a:ext>
            </a:extLst>
          </p:cNvPr>
          <p:cNvCxnSpPr>
            <a:cxnSpLocks/>
            <a:stCxn id="42" idx="6"/>
            <a:endCxn id="30" idx="2"/>
          </p:cNvCxnSpPr>
          <p:nvPr/>
        </p:nvCxnSpPr>
        <p:spPr bwMode="auto">
          <a:xfrm flipH="1">
            <a:off x="4459091" y="4148056"/>
            <a:ext cx="533400" cy="7827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5" name="Straight Connector 24">
            <a:extLst>
              <a:ext uri="{FF2B5EF4-FFF2-40B4-BE49-F238E27FC236}">
                <a16:creationId xmlns:a16="http://schemas.microsoft.com/office/drawing/2014/main" id="{0C9EC2E1-BD64-9FC9-DB7B-4D9742C29E26}"/>
              </a:ext>
            </a:extLst>
          </p:cNvPr>
          <p:cNvCxnSpPr>
            <a:cxnSpLocks/>
            <a:stCxn id="33" idx="2"/>
            <a:endCxn id="45" idx="6"/>
          </p:cNvCxnSpPr>
          <p:nvPr/>
        </p:nvCxnSpPr>
        <p:spPr bwMode="auto">
          <a:xfrm flipV="1">
            <a:off x="3316091" y="4148056"/>
            <a:ext cx="533400" cy="78275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6" name="Straight Connector 25">
            <a:extLst>
              <a:ext uri="{FF2B5EF4-FFF2-40B4-BE49-F238E27FC236}">
                <a16:creationId xmlns:a16="http://schemas.microsoft.com/office/drawing/2014/main" id="{8653C94F-9317-2980-91DD-CEF3219CD615}"/>
              </a:ext>
            </a:extLst>
          </p:cNvPr>
          <p:cNvCxnSpPr>
            <a:cxnSpLocks/>
            <a:stCxn id="50" idx="3"/>
            <a:endCxn id="45" idx="7"/>
          </p:cNvCxnSpPr>
          <p:nvPr/>
        </p:nvCxnSpPr>
        <p:spPr bwMode="auto">
          <a:xfrm flipH="1" flipV="1">
            <a:off x="3930313" y="4114578"/>
            <a:ext cx="2061762" cy="8413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7" name="Straight Connector 26">
            <a:extLst>
              <a:ext uri="{FF2B5EF4-FFF2-40B4-BE49-F238E27FC236}">
                <a16:creationId xmlns:a16="http://schemas.microsoft.com/office/drawing/2014/main" id="{D61F1362-4D73-E882-188F-4457A10C0956}"/>
              </a:ext>
            </a:extLst>
          </p:cNvPr>
          <p:cNvCxnSpPr>
            <a:cxnSpLocks/>
            <a:stCxn id="42" idx="7"/>
            <a:endCxn id="47" idx="3"/>
          </p:cNvCxnSpPr>
          <p:nvPr/>
        </p:nvCxnSpPr>
        <p:spPr bwMode="auto">
          <a:xfrm>
            <a:off x="5073313" y="4114578"/>
            <a:ext cx="2061762" cy="84137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cxnSp>
        <p:nvCxnSpPr>
          <p:cNvPr id="28" name="Straight Connector 27">
            <a:extLst>
              <a:ext uri="{FF2B5EF4-FFF2-40B4-BE49-F238E27FC236}">
                <a16:creationId xmlns:a16="http://schemas.microsoft.com/office/drawing/2014/main" id="{FEC3896C-B710-4BC6-DF64-2989086B6CAF}"/>
              </a:ext>
            </a:extLst>
          </p:cNvPr>
          <p:cNvCxnSpPr>
            <a:cxnSpLocks/>
            <a:stCxn id="39" idx="2"/>
            <a:endCxn id="45" idx="5"/>
          </p:cNvCxnSpPr>
          <p:nvPr/>
        </p:nvCxnSpPr>
        <p:spPr bwMode="auto">
          <a:xfrm flipV="1">
            <a:off x="1512378" y="4114578"/>
            <a:ext cx="2256291" cy="81623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xmlns:lc="http://schemas.openxmlformats.org/drawingml/2006/lockedCanvas">
                <a:effectLst>
                  <a:outerShdw dist="35921" dir="2700000" algn="ctr" rotWithShape="0">
                    <a:schemeClr val="bg2"/>
                  </a:outerShdw>
                </a:effectLst>
              </a14:hiddenEffects>
            </a:ext>
          </a:extLst>
        </p:spPr>
      </p:cxnSp>
      <p:sp>
        <p:nvSpPr>
          <p:cNvPr id="29" name="Rounded Rectangle 7">
            <a:extLst>
              <a:ext uri="{FF2B5EF4-FFF2-40B4-BE49-F238E27FC236}">
                <a16:creationId xmlns:a16="http://schemas.microsoft.com/office/drawing/2014/main" id="{8751771B-4740-0350-BE27-7106865D6BDA}"/>
              </a:ext>
            </a:extLst>
          </p:cNvPr>
          <p:cNvSpPr/>
          <p:nvPr/>
        </p:nvSpPr>
        <p:spPr>
          <a:xfrm rot="5400000">
            <a:off x="3697091" y="4206912"/>
            <a:ext cx="381000" cy="1676400"/>
          </a:xfrm>
          <a:prstGeom prst="roundRect">
            <a:avLst/>
          </a:prstGeom>
          <a:solidFill>
            <a:srgbClr val="288CD2"/>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0" name="Oval 29">
            <a:extLst>
              <a:ext uri="{FF2B5EF4-FFF2-40B4-BE49-F238E27FC236}">
                <a16:creationId xmlns:a16="http://schemas.microsoft.com/office/drawing/2014/main" id="{568702C7-CC73-62D4-389A-0A5E6518B8E3}"/>
              </a:ext>
            </a:extLst>
          </p:cNvPr>
          <p:cNvSpPr/>
          <p:nvPr/>
        </p:nvSpPr>
        <p:spPr>
          <a:xfrm rot="5400000">
            <a:off x="4344791"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1" name="Oval 30">
            <a:extLst>
              <a:ext uri="{FF2B5EF4-FFF2-40B4-BE49-F238E27FC236}">
                <a16:creationId xmlns:a16="http://schemas.microsoft.com/office/drawing/2014/main" id="{5616043D-A63F-7745-CEB9-19EE260E5343}"/>
              </a:ext>
            </a:extLst>
          </p:cNvPr>
          <p:cNvSpPr/>
          <p:nvPr/>
        </p:nvSpPr>
        <p:spPr>
          <a:xfrm rot="5400000">
            <a:off x="3963791"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2" name="Oval 31">
            <a:extLst>
              <a:ext uri="{FF2B5EF4-FFF2-40B4-BE49-F238E27FC236}">
                <a16:creationId xmlns:a16="http://schemas.microsoft.com/office/drawing/2014/main" id="{9AC8D946-7CB7-3454-0E9C-2ACDF88510AF}"/>
              </a:ext>
            </a:extLst>
          </p:cNvPr>
          <p:cNvSpPr/>
          <p:nvPr/>
        </p:nvSpPr>
        <p:spPr>
          <a:xfrm rot="5400000">
            <a:off x="3582791"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3" name="Oval 32">
            <a:extLst>
              <a:ext uri="{FF2B5EF4-FFF2-40B4-BE49-F238E27FC236}">
                <a16:creationId xmlns:a16="http://schemas.microsoft.com/office/drawing/2014/main" id="{E054C50F-CCD1-2E4D-61F1-A1D48736F2FB}"/>
              </a:ext>
            </a:extLst>
          </p:cNvPr>
          <p:cNvSpPr/>
          <p:nvPr/>
        </p:nvSpPr>
        <p:spPr>
          <a:xfrm rot="5400000">
            <a:off x="3201791"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4" name="Right Brace 33">
            <a:extLst>
              <a:ext uri="{FF2B5EF4-FFF2-40B4-BE49-F238E27FC236}">
                <a16:creationId xmlns:a16="http://schemas.microsoft.com/office/drawing/2014/main" id="{B2027F26-C636-E1C3-CE87-F45ADD6AE371}"/>
              </a:ext>
            </a:extLst>
          </p:cNvPr>
          <p:cNvSpPr/>
          <p:nvPr/>
        </p:nvSpPr>
        <p:spPr>
          <a:xfrm rot="5400000">
            <a:off x="1881687" y="4496775"/>
            <a:ext cx="406400" cy="1768652"/>
          </a:xfrm>
          <a:prstGeom prst="rightBrace">
            <a:avLst>
              <a:gd name="adj1" fmla="val 48333"/>
              <a:gd name="adj2" fmla="val 50309"/>
            </a:avLst>
          </a:prstGeom>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35" name="Rounded Rectangle 49">
            <a:extLst>
              <a:ext uri="{FF2B5EF4-FFF2-40B4-BE49-F238E27FC236}">
                <a16:creationId xmlns:a16="http://schemas.microsoft.com/office/drawing/2014/main" id="{CB83ED01-B832-0726-2443-8F24F9A86EAD}"/>
              </a:ext>
            </a:extLst>
          </p:cNvPr>
          <p:cNvSpPr/>
          <p:nvPr/>
        </p:nvSpPr>
        <p:spPr>
          <a:xfrm rot="5400000">
            <a:off x="1893378" y="4206912"/>
            <a:ext cx="381000" cy="1676400"/>
          </a:xfrm>
          <a:prstGeom prst="roundRect">
            <a:avLst/>
          </a:prstGeom>
          <a:solidFill>
            <a:srgbClr val="288CD2"/>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6" name="Oval 35">
            <a:extLst>
              <a:ext uri="{FF2B5EF4-FFF2-40B4-BE49-F238E27FC236}">
                <a16:creationId xmlns:a16="http://schemas.microsoft.com/office/drawing/2014/main" id="{2A12BE33-21E3-9DA8-F99F-E40E08A54C05}"/>
              </a:ext>
            </a:extLst>
          </p:cNvPr>
          <p:cNvSpPr/>
          <p:nvPr/>
        </p:nvSpPr>
        <p:spPr>
          <a:xfrm rot="5400000">
            <a:off x="2541078"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7" name="Oval 36">
            <a:extLst>
              <a:ext uri="{FF2B5EF4-FFF2-40B4-BE49-F238E27FC236}">
                <a16:creationId xmlns:a16="http://schemas.microsoft.com/office/drawing/2014/main" id="{5A9E4812-EBC3-0B6B-D44E-E298B334B30A}"/>
              </a:ext>
            </a:extLst>
          </p:cNvPr>
          <p:cNvSpPr/>
          <p:nvPr/>
        </p:nvSpPr>
        <p:spPr>
          <a:xfrm rot="5400000">
            <a:off x="2160078"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8" name="Oval 37">
            <a:extLst>
              <a:ext uri="{FF2B5EF4-FFF2-40B4-BE49-F238E27FC236}">
                <a16:creationId xmlns:a16="http://schemas.microsoft.com/office/drawing/2014/main" id="{39C34B84-8DDB-6302-F289-0A20FE58F42C}"/>
              </a:ext>
            </a:extLst>
          </p:cNvPr>
          <p:cNvSpPr/>
          <p:nvPr/>
        </p:nvSpPr>
        <p:spPr>
          <a:xfrm rot="5400000">
            <a:off x="1779078"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39" name="Oval 38">
            <a:extLst>
              <a:ext uri="{FF2B5EF4-FFF2-40B4-BE49-F238E27FC236}">
                <a16:creationId xmlns:a16="http://schemas.microsoft.com/office/drawing/2014/main" id="{B0EB1E91-DD6E-8447-3727-B2E9200AB261}"/>
              </a:ext>
            </a:extLst>
          </p:cNvPr>
          <p:cNvSpPr/>
          <p:nvPr/>
        </p:nvSpPr>
        <p:spPr>
          <a:xfrm rot="5400000">
            <a:off x="1398078" y="4930812"/>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0" name="Right Brace 39">
            <a:extLst>
              <a:ext uri="{FF2B5EF4-FFF2-40B4-BE49-F238E27FC236}">
                <a16:creationId xmlns:a16="http://schemas.microsoft.com/office/drawing/2014/main" id="{A4349988-8BB0-B06F-DAA7-7EE8126C173D}"/>
              </a:ext>
            </a:extLst>
          </p:cNvPr>
          <p:cNvSpPr/>
          <p:nvPr/>
        </p:nvSpPr>
        <p:spPr>
          <a:xfrm rot="5400000">
            <a:off x="3683607" y="4497861"/>
            <a:ext cx="406400" cy="1768652"/>
          </a:xfrm>
          <a:prstGeom prst="rightBrace">
            <a:avLst>
              <a:gd name="adj1" fmla="val 48333"/>
              <a:gd name="adj2" fmla="val 50309"/>
            </a:avLst>
          </a:prstGeom>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41" name="Rounded Rectangle 24">
            <a:extLst>
              <a:ext uri="{FF2B5EF4-FFF2-40B4-BE49-F238E27FC236}">
                <a16:creationId xmlns:a16="http://schemas.microsoft.com/office/drawing/2014/main" id="{0B2E7DBF-4780-E343-4085-EE3C1CF127AC}"/>
              </a:ext>
            </a:extLst>
          </p:cNvPr>
          <p:cNvSpPr/>
          <p:nvPr/>
        </p:nvSpPr>
        <p:spPr>
          <a:xfrm rot="5400000">
            <a:off x="4230491" y="3195556"/>
            <a:ext cx="381000" cy="1676400"/>
          </a:xfrm>
          <a:prstGeom prst="roundRect">
            <a:avLst/>
          </a:prstGeom>
          <a:solidFill>
            <a:schemeClr val="bg1">
              <a:lumMod val="50000"/>
            </a:schemeClr>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2" name="Oval 41">
            <a:extLst>
              <a:ext uri="{FF2B5EF4-FFF2-40B4-BE49-F238E27FC236}">
                <a16:creationId xmlns:a16="http://schemas.microsoft.com/office/drawing/2014/main" id="{2CFBB3F1-83EE-38E9-AEDC-6306B2087B19}"/>
              </a:ext>
            </a:extLst>
          </p:cNvPr>
          <p:cNvSpPr/>
          <p:nvPr/>
        </p:nvSpPr>
        <p:spPr>
          <a:xfrm rot="5400000">
            <a:off x="4878191" y="3919456"/>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3" name="Oval 42">
            <a:extLst>
              <a:ext uri="{FF2B5EF4-FFF2-40B4-BE49-F238E27FC236}">
                <a16:creationId xmlns:a16="http://schemas.microsoft.com/office/drawing/2014/main" id="{191A6641-E1A4-BDB4-C7BE-961FAAC4D99B}"/>
              </a:ext>
            </a:extLst>
          </p:cNvPr>
          <p:cNvSpPr/>
          <p:nvPr/>
        </p:nvSpPr>
        <p:spPr>
          <a:xfrm rot="5400000">
            <a:off x="4497191" y="3919456"/>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4" name="Oval 43">
            <a:extLst>
              <a:ext uri="{FF2B5EF4-FFF2-40B4-BE49-F238E27FC236}">
                <a16:creationId xmlns:a16="http://schemas.microsoft.com/office/drawing/2014/main" id="{D6F71E45-A183-11B8-6286-16728CFD1836}"/>
              </a:ext>
            </a:extLst>
          </p:cNvPr>
          <p:cNvSpPr/>
          <p:nvPr/>
        </p:nvSpPr>
        <p:spPr>
          <a:xfrm rot="5400000">
            <a:off x="4116191" y="3919456"/>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5" name="Oval 44">
            <a:extLst>
              <a:ext uri="{FF2B5EF4-FFF2-40B4-BE49-F238E27FC236}">
                <a16:creationId xmlns:a16="http://schemas.microsoft.com/office/drawing/2014/main" id="{3868057D-AEC7-E35B-D9FE-88BCEB9FA185}"/>
              </a:ext>
            </a:extLst>
          </p:cNvPr>
          <p:cNvSpPr/>
          <p:nvPr/>
        </p:nvSpPr>
        <p:spPr>
          <a:xfrm rot="5400000">
            <a:off x="3735191" y="3919456"/>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6" name="Rounded Rectangle 29">
            <a:extLst>
              <a:ext uri="{FF2B5EF4-FFF2-40B4-BE49-F238E27FC236}">
                <a16:creationId xmlns:a16="http://schemas.microsoft.com/office/drawing/2014/main" id="{89BC997E-FA48-2AA9-3758-5D02841913AD}"/>
              </a:ext>
            </a:extLst>
          </p:cNvPr>
          <p:cNvSpPr/>
          <p:nvPr/>
        </p:nvSpPr>
        <p:spPr>
          <a:xfrm rot="5400000">
            <a:off x="6453897" y="4198571"/>
            <a:ext cx="381000" cy="1676400"/>
          </a:xfrm>
          <a:prstGeom prst="roundRect">
            <a:avLst/>
          </a:prstGeom>
          <a:solidFill>
            <a:srgbClr val="288CD2"/>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7" name="Oval 46">
            <a:extLst>
              <a:ext uri="{FF2B5EF4-FFF2-40B4-BE49-F238E27FC236}">
                <a16:creationId xmlns:a16="http://schemas.microsoft.com/office/drawing/2014/main" id="{DF1259DB-8D2D-A228-892A-E4BBFC1184CE}"/>
              </a:ext>
            </a:extLst>
          </p:cNvPr>
          <p:cNvSpPr/>
          <p:nvPr/>
        </p:nvSpPr>
        <p:spPr>
          <a:xfrm rot="5400000">
            <a:off x="7101597" y="4922471"/>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8" name="Oval 47">
            <a:extLst>
              <a:ext uri="{FF2B5EF4-FFF2-40B4-BE49-F238E27FC236}">
                <a16:creationId xmlns:a16="http://schemas.microsoft.com/office/drawing/2014/main" id="{1D678B01-9697-161A-E7C6-9479C9CB44C8}"/>
              </a:ext>
            </a:extLst>
          </p:cNvPr>
          <p:cNvSpPr/>
          <p:nvPr/>
        </p:nvSpPr>
        <p:spPr>
          <a:xfrm rot="5400000">
            <a:off x="6720597" y="4922471"/>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49" name="Oval 48">
            <a:extLst>
              <a:ext uri="{FF2B5EF4-FFF2-40B4-BE49-F238E27FC236}">
                <a16:creationId xmlns:a16="http://schemas.microsoft.com/office/drawing/2014/main" id="{338DF192-4C15-A4E2-FC1E-FEFC3ABAF32A}"/>
              </a:ext>
            </a:extLst>
          </p:cNvPr>
          <p:cNvSpPr/>
          <p:nvPr/>
        </p:nvSpPr>
        <p:spPr>
          <a:xfrm rot="5400000">
            <a:off x="6339597" y="4922471"/>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50" name="Oval 49">
            <a:extLst>
              <a:ext uri="{FF2B5EF4-FFF2-40B4-BE49-F238E27FC236}">
                <a16:creationId xmlns:a16="http://schemas.microsoft.com/office/drawing/2014/main" id="{C5B5A687-D35E-B765-CBDE-018EA40B4420}"/>
              </a:ext>
            </a:extLst>
          </p:cNvPr>
          <p:cNvSpPr/>
          <p:nvPr/>
        </p:nvSpPr>
        <p:spPr>
          <a:xfrm rot="5400000">
            <a:off x="5958597" y="4922471"/>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51" name="TextBox 39">
            <a:extLst>
              <a:ext uri="{FF2B5EF4-FFF2-40B4-BE49-F238E27FC236}">
                <a16:creationId xmlns:a16="http://schemas.microsoft.com/office/drawing/2014/main" id="{07CBD3B7-B24E-C21F-7971-8619447B2D26}"/>
              </a:ext>
            </a:extLst>
          </p:cNvPr>
          <p:cNvSpPr txBox="1"/>
          <p:nvPr/>
        </p:nvSpPr>
        <p:spPr>
          <a:xfrm>
            <a:off x="5108031" y="4712392"/>
            <a:ext cx="432580"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t>…</a:t>
            </a:r>
          </a:p>
        </p:txBody>
      </p:sp>
      <p:sp>
        <p:nvSpPr>
          <p:cNvPr id="52" name="Right Brace 51">
            <a:extLst>
              <a:ext uri="{FF2B5EF4-FFF2-40B4-BE49-F238E27FC236}">
                <a16:creationId xmlns:a16="http://schemas.microsoft.com/office/drawing/2014/main" id="{8D08473F-2740-E86D-2ADE-33D1C1781A8E}"/>
              </a:ext>
            </a:extLst>
          </p:cNvPr>
          <p:cNvSpPr/>
          <p:nvPr/>
        </p:nvSpPr>
        <p:spPr>
          <a:xfrm rot="5400000">
            <a:off x="6441137" y="4531845"/>
            <a:ext cx="406400" cy="1768652"/>
          </a:xfrm>
          <a:prstGeom prst="rightBrace">
            <a:avLst>
              <a:gd name="adj1" fmla="val 48333"/>
              <a:gd name="adj2" fmla="val 50309"/>
            </a:avLst>
          </a:prstGeom>
          <a:effectLst/>
        </p:spPr>
        <p:style>
          <a:lnRef idx="2">
            <a:schemeClr val="accent1"/>
          </a:lnRef>
          <a:fillRef idx="0">
            <a:schemeClr val="accent1"/>
          </a:fillRef>
          <a:effectRef idx="1">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53" name="Rounded Rectangle 40 1">
            <a:extLst>
              <a:ext uri="{FF2B5EF4-FFF2-40B4-BE49-F238E27FC236}">
                <a16:creationId xmlns:a16="http://schemas.microsoft.com/office/drawing/2014/main" id="{A46AF035-E994-A432-7531-FCB29CDCC117}"/>
              </a:ext>
            </a:extLst>
          </p:cNvPr>
          <p:cNvSpPr/>
          <p:nvPr/>
        </p:nvSpPr>
        <p:spPr>
          <a:xfrm rot="5400000">
            <a:off x="4252067" y="2549667"/>
            <a:ext cx="381000" cy="1261491"/>
          </a:xfrm>
          <a:prstGeom prst="roundRect">
            <a:avLst/>
          </a:prstGeom>
          <a:solidFill>
            <a:schemeClr val="bg1">
              <a:lumMod val="50000"/>
            </a:schemeClr>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54" name="Oval 53">
            <a:extLst>
              <a:ext uri="{FF2B5EF4-FFF2-40B4-BE49-F238E27FC236}">
                <a16:creationId xmlns:a16="http://schemas.microsoft.com/office/drawing/2014/main" id="{3108D414-9070-234E-46D9-70904FCC5BB5}"/>
              </a:ext>
            </a:extLst>
          </p:cNvPr>
          <p:cNvSpPr/>
          <p:nvPr/>
        </p:nvSpPr>
        <p:spPr>
          <a:xfrm rot="5400000">
            <a:off x="4345221" y="3066113"/>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55" name="Oval 54">
            <a:extLst>
              <a:ext uri="{FF2B5EF4-FFF2-40B4-BE49-F238E27FC236}">
                <a16:creationId xmlns:a16="http://schemas.microsoft.com/office/drawing/2014/main" id="{3FDF0A58-9266-7F2B-A3D9-85E0A240C48E}"/>
              </a:ext>
            </a:extLst>
          </p:cNvPr>
          <p:cNvSpPr/>
          <p:nvPr/>
        </p:nvSpPr>
        <p:spPr>
          <a:xfrm rot="5400000">
            <a:off x="3964221" y="3066113"/>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56" name="Oval 55">
            <a:extLst>
              <a:ext uri="{FF2B5EF4-FFF2-40B4-BE49-F238E27FC236}">
                <a16:creationId xmlns:a16="http://schemas.microsoft.com/office/drawing/2014/main" id="{FECCF4C7-D5E8-CE0D-23A8-9AD970217E81}"/>
              </a:ext>
            </a:extLst>
          </p:cNvPr>
          <p:cNvSpPr/>
          <p:nvPr/>
        </p:nvSpPr>
        <p:spPr>
          <a:xfrm rot="5400000">
            <a:off x="4697051" y="3066113"/>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grpSp>
        <p:nvGrpSpPr>
          <p:cNvPr id="57" name="Group 56">
            <a:extLst>
              <a:ext uri="{FF2B5EF4-FFF2-40B4-BE49-F238E27FC236}">
                <a16:creationId xmlns:a16="http://schemas.microsoft.com/office/drawing/2014/main" id="{068134B8-1005-3B34-FE48-0221B0D35F74}"/>
              </a:ext>
            </a:extLst>
          </p:cNvPr>
          <p:cNvGrpSpPr/>
          <p:nvPr/>
        </p:nvGrpSpPr>
        <p:grpSpPr>
          <a:xfrm>
            <a:off x="4013159" y="2108898"/>
            <a:ext cx="880491" cy="381000"/>
            <a:chOff x="5160541" y="2210386"/>
            <a:chExt cx="880491" cy="381000"/>
          </a:xfrm>
        </p:grpSpPr>
        <p:sp>
          <p:nvSpPr>
            <p:cNvPr id="135" name="Rounded Rectangle 40 2">
              <a:extLst>
                <a:ext uri="{FF2B5EF4-FFF2-40B4-BE49-F238E27FC236}">
                  <a16:creationId xmlns:a16="http://schemas.microsoft.com/office/drawing/2014/main" id="{CD391E8B-C79A-670D-7F65-0C0F19BD6AFB}"/>
                </a:ext>
              </a:extLst>
            </p:cNvPr>
            <p:cNvSpPr/>
            <p:nvPr/>
          </p:nvSpPr>
          <p:spPr>
            <a:xfrm rot="5400000">
              <a:off x="5410287" y="1960640"/>
              <a:ext cx="381000" cy="880491"/>
            </a:xfrm>
            <a:prstGeom prst="roundRect">
              <a:avLst/>
            </a:prstGeom>
            <a:solidFill>
              <a:schemeClr val="bg1">
                <a:lumMod val="50000"/>
              </a:schemeClr>
            </a:solidFill>
            <a:ln>
              <a:solidFill>
                <a:schemeClr val="tx1"/>
              </a:solidFill>
            </a:ln>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136" name="Oval 135">
              <a:extLst>
                <a:ext uri="{FF2B5EF4-FFF2-40B4-BE49-F238E27FC236}">
                  <a16:creationId xmlns:a16="http://schemas.microsoft.com/office/drawing/2014/main" id="{E982CBE2-0665-1C87-4A00-557B1E19B791}"/>
                </a:ext>
              </a:extLst>
            </p:cNvPr>
            <p:cNvSpPr/>
            <p:nvPr/>
          </p:nvSpPr>
          <p:spPr>
            <a:xfrm rot="5400000">
              <a:off x="5312941" y="2286586"/>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sp>
          <p:nvSpPr>
            <p:cNvPr id="137" name="Oval 136">
              <a:extLst>
                <a:ext uri="{FF2B5EF4-FFF2-40B4-BE49-F238E27FC236}">
                  <a16:creationId xmlns:a16="http://schemas.microsoft.com/office/drawing/2014/main" id="{B6F6EBF2-30B5-1F7D-F4CD-C35FCBD8FAF9}"/>
                </a:ext>
              </a:extLst>
            </p:cNvPr>
            <p:cNvSpPr/>
            <p:nvPr/>
          </p:nvSpPr>
          <p:spPr>
            <a:xfrm rot="5400000">
              <a:off x="5664771" y="2286586"/>
              <a:ext cx="228600" cy="228600"/>
            </a:xfrm>
            <a:prstGeom prst="ellipse">
              <a:avLst/>
            </a:prstGeom>
            <a:solidFill>
              <a:schemeClr val="bg1"/>
            </a:solidFill>
            <a:ln>
              <a:solidFill>
                <a:schemeClr val="tx1"/>
              </a:solidFill>
            </a:ln>
            <a:effectLst/>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1" u="none" strike="noStrike" cap="none" normalizeH="0" baseline="0">
                <a:ln>
                  <a:noFill/>
                </a:ln>
                <a:solidFill>
                  <a:schemeClr val="tx1"/>
                </a:solidFill>
                <a:effectLst/>
                <a:latin typeface="Times New Roman" pitchFamily="18" charset="0"/>
                <a:ea typeface="TIMES-ROMAN"/>
                <a:cs typeface="TIMES-ROMAN"/>
              </a:endParaRPr>
            </a:p>
          </p:txBody>
        </p:sp>
      </p:grpSp>
      <p:grpSp>
        <p:nvGrpSpPr>
          <p:cNvPr id="58" name="Group 57" descr="\documentclass{article}&#10;\usepackage{amsmath,amssymb}&#10;\pagestyle{empty}&#10;\begin{document}&#10;&#10;\newcommand{\score}{\textrm{score}}&#10;\newcommand{\classify}{\textrm{classify}}&#10;\newcommand{\bx}{\mathbf{x}}&#10;&#10;\begin{align*}&#10;\text{emb}(w_1)&#10;\end{align*}&#10;&#10;&#10;\end{document}" title="IguanaTex Vector Display">
            <a:extLst>
              <a:ext uri="{FF2B5EF4-FFF2-40B4-BE49-F238E27FC236}">
                <a16:creationId xmlns:a16="http://schemas.microsoft.com/office/drawing/2014/main" id="{6BDBDE75-C868-DA7F-35DE-B76C1EB94752}"/>
              </a:ext>
            </a:extLst>
          </p:cNvPr>
          <p:cNvGrpSpPr>
            <a:grpSpLocks noChangeAspect="1"/>
          </p:cNvGrpSpPr>
          <p:nvPr/>
        </p:nvGrpSpPr>
        <p:grpSpPr>
          <a:xfrm>
            <a:off x="1469893" y="5675123"/>
            <a:ext cx="1299785" cy="345414"/>
            <a:chOff x="10297132" y="5216962"/>
            <a:chExt cx="1299785" cy="345414"/>
          </a:xfrm>
        </p:grpSpPr>
        <p:sp>
          <p:nvSpPr>
            <p:cNvPr id="128" name="Freeform: Shape 127">
              <a:extLst>
                <a:ext uri="{FF2B5EF4-FFF2-40B4-BE49-F238E27FC236}">
                  <a16:creationId xmlns:a16="http://schemas.microsoft.com/office/drawing/2014/main" id="{032BCDDF-524C-938E-07E0-A1229E876766}"/>
                </a:ext>
              </a:extLst>
            </p:cNvPr>
            <p:cNvSpPr/>
            <p:nvPr/>
          </p:nvSpPr>
          <p:spPr>
            <a:xfrm>
              <a:off x="10297132" y="5321278"/>
              <a:ext cx="138955" cy="158545"/>
            </a:xfrm>
            <a:custGeom>
              <a:avLst/>
              <a:gdLst>
                <a:gd name="connsiteX0" fmla="*/ 30376 w 138955"/>
                <a:gd name="connsiteY0" fmla="*/ 67786 h 158545"/>
                <a:gd name="connsiteX1" fmla="*/ 74899 w 138955"/>
                <a:gd name="connsiteY1" fmla="*/ 7684 h 158545"/>
                <a:gd name="connsiteX2" fmla="*/ 115473 w 138955"/>
                <a:gd name="connsiteY2" fmla="*/ 67786 h 158545"/>
                <a:gd name="connsiteX3" fmla="*/ 30376 w 138955"/>
                <a:gd name="connsiteY3" fmla="*/ 67786 h 158545"/>
                <a:gd name="connsiteX4" fmla="*/ 30017 w 138955"/>
                <a:gd name="connsiteY4" fmla="*/ 75040 h 158545"/>
                <a:gd name="connsiteX5" fmla="*/ 130194 w 138955"/>
                <a:gd name="connsiteY5" fmla="*/ 75040 h 158545"/>
                <a:gd name="connsiteX6" fmla="*/ 139171 w 138955"/>
                <a:gd name="connsiteY6" fmla="*/ 67786 h 158545"/>
                <a:gd name="connsiteX7" fmla="*/ 74899 w 138955"/>
                <a:gd name="connsiteY7" fmla="*/ 85 h 158545"/>
                <a:gd name="connsiteX8" fmla="*/ 215 w 138955"/>
                <a:gd name="connsiteY8" fmla="*/ 78839 h 158545"/>
                <a:gd name="connsiteX9" fmla="*/ 79208 w 138955"/>
                <a:gd name="connsiteY9" fmla="*/ 158630 h 158545"/>
                <a:gd name="connsiteX10" fmla="*/ 139171 w 138955"/>
                <a:gd name="connsiteY10" fmla="*/ 113726 h 158545"/>
                <a:gd name="connsiteX11" fmla="*/ 134503 w 138955"/>
                <a:gd name="connsiteY11" fmla="*/ 109581 h 158545"/>
                <a:gd name="connsiteX12" fmla="*/ 129835 w 138955"/>
                <a:gd name="connsiteY12" fmla="*/ 114417 h 158545"/>
                <a:gd name="connsiteX13" fmla="*/ 81362 w 138955"/>
                <a:gd name="connsiteY13" fmla="*/ 149995 h 158545"/>
                <a:gd name="connsiteX14" fmla="*/ 40789 w 138955"/>
                <a:gd name="connsiteY14" fmla="*/ 126852 h 158545"/>
                <a:gd name="connsiteX15" fmla="*/ 30017 w 138955"/>
                <a:gd name="connsiteY15" fmla="*/ 75040 h 15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955" h="158545">
                  <a:moveTo>
                    <a:pt x="30376" y="67786"/>
                  </a:moveTo>
                  <a:cubicBezTo>
                    <a:pt x="32530" y="16319"/>
                    <a:pt x="62691" y="7684"/>
                    <a:pt x="74899" y="7684"/>
                  </a:cubicBezTo>
                  <a:cubicBezTo>
                    <a:pt x="111882" y="7684"/>
                    <a:pt x="115473" y="54315"/>
                    <a:pt x="115473" y="67786"/>
                  </a:cubicBezTo>
                  <a:lnTo>
                    <a:pt x="30376" y="67786"/>
                  </a:lnTo>
                  <a:close/>
                  <a:moveTo>
                    <a:pt x="30017" y="75040"/>
                  </a:moveTo>
                  <a:lnTo>
                    <a:pt x="130194" y="75040"/>
                  </a:lnTo>
                  <a:cubicBezTo>
                    <a:pt x="138094" y="75040"/>
                    <a:pt x="139171" y="75040"/>
                    <a:pt x="139171" y="67786"/>
                  </a:cubicBezTo>
                  <a:cubicBezTo>
                    <a:pt x="139171" y="33590"/>
                    <a:pt x="119782" y="85"/>
                    <a:pt x="74899" y="85"/>
                  </a:cubicBezTo>
                  <a:cubicBezTo>
                    <a:pt x="33248" y="85"/>
                    <a:pt x="215" y="35662"/>
                    <a:pt x="215" y="78839"/>
                  </a:cubicBezTo>
                  <a:cubicBezTo>
                    <a:pt x="215" y="125125"/>
                    <a:pt x="37916" y="158630"/>
                    <a:pt x="79208" y="158630"/>
                  </a:cubicBezTo>
                  <a:cubicBezTo>
                    <a:pt x="123013" y="158630"/>
                    <a:pt x="139171" y="120289"/>
                    <a:pt x="139171" y="113726"/>
                  </a:cubicBezTo>
                  <a:cubicBezTo>
                    <a:pt x="139171" y="110272"/>
                    <a:pt x="136298" y="109581"/>
                    <a:pt x="134503" y="109581"/>
                  </a:cubicBezTo>
                  <a:cubicBezTo>
                    <a:pt x="131271" y="109581"/>
                    <a:pt x="130553" y="111654"/>
                    <a:pt x="129835" y="114417"/>
                  </a:cubicBezTo>
                  <a:cubicBezTo>
                    <a:pt x="117268" y="149995"/>
                    <a:pt x="84953" y="149995"/>
                    <a:pt x="81362" y="149995"/>
                  </a:cubicBezTo>
                  <a:cubicBezTo>
                    <a:pt x="63409" y="149995"/>
                    <a:pt x="49047" y="139632"/>
                    <a:pt x="40789" y="126852"/>
                  </a:cubicBezTo>
                  <a:cubicBezTo>
                    <a:pt x="30017" y="110272"/>
                    <a:pt x="30017" y="87475"/>
                    <a:pt x="30017" y="75040"/>
                  </a:cubicBezTo>
                  <a:close/>
                </a:path>
              </a:pathLst>
            </a:custGeom>
            <a:solidFill>
              <a:srgbClr val="000000"/>
            </a:solidFill>
            <a:ln w="3604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9" name="Freeform: Shape 128">
              <a:extLst>
                <a:ext uri="{FF2B5EF4-FFF2-40B4-BE49-F238E27FC236}">
                  <a16:creationId xmlns:a16="http://schemas.microsoft.com/office/drawing/2014/main" id="{695DF3CF-3BA9-04C0-845B-BFD4B2198EA0}"/>
                </a:ext>
              </a:extLst>
            </p:cNvPr>
            <p:cNvSpPr/>
            <p:nvPr/>
          </p:nvSpPr>
          <p:spPr>
            <a:xfrm>
              <a:off x="10458150" y="5323350"/>
              <a:ext cx="280425" cy="152673"/>
            </a:xfrm>
            <a:custGeom>
              <a:avLst/>
              <a:gdLst>
                <a:gd name="connsiteX0" fmla="*/ 28226 w 280425"/>
                <a:gd name="connsiteY0" fmla="*/ 33935 h 152673"/>
                <a:gd name="connsiteX1" fmla="*/ 28226 w 280425"/>
                <a:gd name="connsiteY1" fmla="*/ 126506 h 152673"/>
                <a:gd name="connsiteX2" fmla="*/ 219 w 280425"/>
                <a:gd name="connsiteY2" fmla="*/ 142050 h 152673"/>
                <a:gd name="connsiteX3" fmla="*/ 219 w 280425"/>
                <a:gd name="connsiteY3" fmla="*/ 152758 h 152673"/>
                <a:gd name="connsiteX4" fmla="*/ 40793 w 280425"/>
                <a:gd name="connsiteY4" fmla="*/ 151722 h 152673"/>
                <a:gd name="connsiteX5" fmla="*/ 81008 w 280425"/>
                <a:gd name="connsiteY5" fmla="*/ 152758 h 152673"/>
                <a:gd name="connsiteX6" fmla="*/ 81008 w 280425"/>
                <a:gd name="connsiteY6" fmla="*/ 142050 h 152673"/>
                <a:gd name="connsiteX7" fmla="*/ 53001 w 280425"/>
                <a:gd name="connsiteY7" fmla="*/ 126506 h 152673"/>
                <a:gd name="connsiteX8" fmla="*/ 53001 w 280425"/>
                <a:gd name="connsiteY8" fmla="*/ 62950 h 152673"/>
                <a:gd name="connsiteX9" fmla="*/ 101474 w 280425"/>
                <a:gd name="connsiteY9" fmla="*/ 7684 h 152673"/>
                <a:gd name="connsiteX10" fmla="*/ 128044 w 280425"/>
                <a:gd name="connsiteY10" fmla="*/ 46025 h 152673"/>
                <a:gd name="connsiteX11" fmla="*/ 128044 w 280425"/>
                <a:gd name="connsiteY11" fmla="*/ 126506 h 152673"/>
                <a:gd name="connsiteX12" fmla="*/ 100038 w 280425"/>
                <a:gd name="connsiteY12" fmla="*/ 142050 h 152673"/>
                <a:gd name="connsiteX13" fmla="*/ 100038 w 280425"/>
                <a:gd name="connsiteY13" fmla="*/ 152758 h 152673"/>
                <a:gd name="connsiteX14" fmla="*/ 140611 w 280425"/>
                <a:gd name="connsiteY14" fmla="*/ 151722 h 152673"/>
                <a:gd name="connsiteX15" fmla="*/ 180826 w 280425"/>
                <a:gd name="connsiteY15" fmla="*/ 152758 h 152673"/>
                <a:gd name="connsiteX16" fmla="*/ 180826 w 280425"/>
                <a:gd name="connsiteY16" fmla="*/ 142050 h 152673"/>
                <a:gd name="connsiteX17" fmla="*/ 152819 w 280425"/>
                <a:gd name="connsiteY17" fmla="*/ 126506 h 152673"/>
                <a:gd name="connsiteX18" fmla="*/ 152819 w 280425"/>
                <a:gd name="connsiteY18" fmla="*/ 62950 h 152673"/>
                <a:gd name="connsiteX19" fmla="*/ 201292 w 280425"/>
                <a:gd name="connsiteY19" fmla="*/ 7684 h 152673"/>
                <a:gd name="connsiteX20" fmla="*/ 227863 w 280425"/>
                <a:gd name="connsiteY20" fmla="*/ 46025 h 152673"/>
                <a:gd name="connsiteX21" fmla="*/ 227863 w 280425"/>
                <a:gd name="connsiteY21" fmla="*/ 126506 h 152673"/>
                <a:gd name="connsiteX22" fmla="*/ 199856 w 280425"/>
                <a:gd name="connsiteY22" fmla="*/ 142050 h 152673"/>
                <a:gd name="connsiteX23" fmla="*/ 199856 w 280425"/>
                <a:gd name="connsiteY23" fmla="*/ 152758 h 152673"/>
                <a:gd name="connsiteX24" fmla="*/ 240430 w 280425"/>
                <a:gd name="connsiteY24" fmla="*/ 151722 h 152673"/>
                <a:gd name="connsiteX25" fmla="*/ 280644 w 280425"/>
                <a:gd name="connsiteY25" fmla="*/ 152758 h 152673"/>
                <a:gd name="connsiteX26" fmla="*/ 280644 w 280425"/>
                <a:gd name="connsiteY26" fmla="*/ 142050 h 152673"/>
                <a:gd name="connsiteX27" fmla="*/ 252638 w 280425"/>
                <a:gd name="connsiteY27" fmla="*/ 131688 h 152673"/>
                <a:gd name="connsiteX28" fmla="*/ 252638 w 280425"/>
                <a:gd name="connsiteY28" fmla="*/ 65713 h 152673"/>
                <a:gd name="connsiteX29" fmla="*/ 241507 w 280425"/>
                <a:gd name="connsiteY29" fmla="*/ 12865 h 152673"/>
                <a:gd name="connsiteX30" fmla="*/ 203806 w 280425"/>
                <a:gd name="connsiteY30" fmla="*/ 85 h 152673"/>
                <a:gd name="connsiteX31" fmla="*/ 151742 w 280425"/>
                <a:gd name="connsiteY31" fmla="*/ 33935 h 152673"/>
                <a:gd name="connsiteX32" fmla="*/ 103987 w 280425"/>
                <a:gd name="connsiteY32" fmla="*/ 85 h 152673"/>
                <a:gd name="connsiteX33" fmla="*/ 50847 w 280425"/>
                <a:gd name="connsiteY33" fmla="*/ 36353 h 152673"/>
                <a:gd name="connsiteX34" fmla="*/ 50847 w 280425"/>
                <a:gd name="connsiteY34" fmla="*/ 85 h 152673"/>
                <a:gd name="connsiteX35" fmla="*/ 219 w 280425"/>
                <a:gd name="connsiteY35" fmla="*/ 3884 h 152673"/>
                <a:gd name="connsiteX36" fmla="*/ 219 w 280425"/>
                <a:gd name="connsiteY36" fmla="*/ 14592 h 152673"/>
                <a:gd name="connsiteX37" fmla="*/ 28226 w 280425"/>
                <a:gd name="connsiteY37" fmla="*/ 33935 h 152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80425" h="152673">
                  <a:moveTo>
                    <a:pt x="28226" y="33935"/>
                  </a:moveTo>
                  <a:lnTo>
                    <a:pt x="28226" y="126506"/>
                  </a:lnTo>
                  <a:cubicBezTo>
                    <a:pt x="28226" y="142050"/>
                    <a:pt x="24276" y="142050"/>
                    <a:pt x="219" y="142050"/>
                  </a:cubicBezTo>
                  <a:lnTo>
                    <a:pt x="219" y="152758"/>
                  </a:lnTo>
                  <a:cubicBezTo>
                    <a:pt x="12786" y="152413"/>
                    <a:pt x="31098" y="151722"/>
                    <a:pt x="40793" y="151722"/>
                  </a:cubicBezTo>
                  <a:cubicBezTo>
                    <a:pt x="50129" y="151722"/>
                    <a:pt x="68800" y="152413"/>
                    <a:pt x="81008" y="152758"/>
                  </a:cubicBezTo>
                  <a:lnTo>
                    <a:pt x="81008" y="142050"/>
                  </a:lnTo>
                  <a:cubicBezTo>
                    <a:pt x="56951" y="142050"/>
                    <a:pt x="53001" y="142050"/>
                    <a:pt x="53001" y="126506"/>
                  </a:cubicBezTo>
                  <a:lnTo>
                    <a:pt x="53001" y="62950"/>
                  </a:lnTo>
                  <a:cubicBezTo>
                    <a:pt x="53001" y="27027"/>
                    <a:pt x="78494" y="7684"/>
                    <a:pt x="101474" y="7684"/>
                  </a:cubicBezTo>
                  <a:cubicBezTo>
                    <a:pt x="124095" y="7684"/>
                    <a:pt x="128044" y="26336"/>
                    <a:pt x="128044" y="46025"/>
                  </a:cubicBezTo>
                  <a:lnTo>
                    <a:pt x="128044" y="126506"/>
                  </a:lnTo>
                  <a:cubicBezTo>
                    <a:pt x="128044" y="142050"/>
                    <a:pt x="124095" y="142050"/>
                    <a:pt x="100038" y="142050"/>
                  </a:cubicBezTo>
                  <a:lnTo>
                    <a:pt x="100038" y="152758"/>
                  </a:lnTo>
                  <a:cubicBezTo>
                    <a:pt x="112605" y="152413"/>
                    <a:pt x="130917" y="151722"/>
                    <a:pt x="140611" y="151722"/>
                  </a:cubicBezTo>
                  <a:cubicBezTo>
                    <a:pt x="149947" y="151722"/>
                    <a:pt x="168618" y="152413"/>
                    <a:pt x="180826" y="152758"/>
                  </a:cubicBezTo>
                  <a:lnTo>
                    <a:pt x="180826" y="142050"/>
                  </a:lnTo>
                  <a:cubicBezTo>
                    <a:pt x="156769" y="142050"/>
                    <a:pt x="152819" y="142050"/>
                    <a:pt x="152819" y="126506"/>
                  </a:cubicBezTo>
                  <a:lnTo>
                    <a:pt x="152819" y="62950"/>
                  </a:lnTo>
                  <a:cubicBezTo>
                    <a:pt x="152819" y="27027"/>
                    <a:pt x="178313" y="7684"/>
                    <a:pt x="201292" y="7684"/>
                  </a:cubicBezTo>
                  <a:cubicBezTo>
                    <a:pt x="223913" y="7684"/>
                    <a:pt x="227863" y="26336"/>
                    <a:pt x="227863" y="46025"/>
                  </a:cubicBezTo>
                  <a:lnTo>
                    <a:pt x="227863" y="126506"/>
                  </a:lnTo>
                  <a:cubicBezTo>
                    <a:pt x="227863" y="142050"/>
                    <a:pt x="223913" y="142050"/>
                    <a:pt x="199856" y="142050"/>
                  </a:cubicBezTo>
                  <a:lnTo>
                    <a:pt x="199856" y="152758"/>
                  </a:lnTo>
                  <a:cubicBezTo>
                    <a:pt x="212423" y="152413"/>
                    <a:pt x="230735" y="151722"/>
                    <a:pt x="240430" y="151722"/>
                  </a:cubicBezTo>
                  <a:cubicBezTo>
                    <a:pt x="249765" y="151722"/>
                    <a:pt x="268436" y="152413"/>
                    <a:pt x="280644" y="152758"/>
                  </a:cubicBezTo>
                  <a:lnTo>
                    <a:pt x="280644" y="142050"/>
                  </a:lnTo>
                  <a:cubicBezTo>
                    <a:pt x="261973" y="142050"/>
                    <a:pt x="252997" y="142050"/>
                    <a:pt x="252638" y="131688"/>
                  </a:cubicBezTo>
                  <a:lnTo>
                    <a:pt x="252638" y="65713"/>
                  </a:lnTo>
                  <a:cubicBezTo>
                    <a:pt x="252638" y="36008"/>
                    <a:pt x="252638" y="25300"/>
                    <a:pt x="241507" y="12865"/>
                  </a:cubicBezTo>
                  <a:cubicBezTo>
                    <a:pt x="236480" y="6993"/>
                    <a:pt x="224631" y="85"/>
                    <a:pt x="203806" y="85"/>
                  </a:cubicBezTo>
                  <a:cubicBezTo>
                    <a:pt x="173645" y="85"/>
                    <a:pt x="157846" y="20810"/>
                    <a:pt x="151742" y="33935"/>
                  </a:cubicBezTo>
                  <a:cubicBezTo>
                    <a:pt x="146715" y="3884"/>
                    <a:pt x="120145" y="85"/>
                    <a:pt x="103987" y="85"/>
                  </a:cubicBezTo>
                  <a:cubicBezTo>
                    <a:pt x="77776" y="85"/>
                    <a:pt x="60900" y="14938"/>
                    <a:pt x="50847" y="36353"/>
                  </a:cubicBezTo>
                  <a:lnTo>
                    <a:pt x="50847" y="85"/>
                  </a:lnTo>
                  <a:lnTo>
                    <a:pt x="219" y="3884"/>
                  </a:lnTo>
                  <a:lnTo>
                    <a:pt x="219" y="14592"/>
                  </a:lnTo>
                  <a:cubicBezTo>
                    <a:pt x="25354" y="14592"/>
                    <a:pt x="28226" y="17010"/>
                    <a:pt x="28226" y="33935"/>
                  </a:cubicBezTo>
                  <a:close/>
                </a:path>
              </a:pathLst>
            </a:custGeom>
            <a:solidFill>
              <a:srgbClr val="000000"/>
            </a:solidFill>
            <a:ln w="3604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0" name="Freeform: Shape 129">
              <a:extLst>
                <a:ext uri="{FF2B5EF4-FFF2-40B4-BE49-F238E27FC236}">
                  <a16:creationId xmlns:a16="http://schemas.microsoft.com/office/drawing/2014/main" id="{C1A6F8C3-C0E3-0315-84E2-5F8D990429C9}"/>
                </a:ext>
              </a:extLst>
            </p:cNvPr>
            <p:cNvSpPr/>
            <p:nvPr/>
          </p:nvSpPr>
          <p:spPr>
            <a:xfrm>
              <a:off x="10745957" y="5236306"/>
              <a:ext cx="177016" cy="243517"/>
            </a:xfrm>
            <a:custGeom>
              <a:avLst/>
              <a:gdLst>
                <a:gd name="connsiteX0" fmla="*/ 51932 w 177016"/>
                <a:gd name="connsiteY0" fmla="*/ 109581 h 243517"/>
                <a:gd name="connsiteX1" fmla="*/ 51932 w 177016"/>
                <a:gd name="connsiteY1" fmla="*/ 85 h 243517"/>
                <a:gd name="connsiteX2" fmla="*/ 227 w 177016"/>
                <a:gd name="connsiteY2" fmla="*/ 3884 h 243517"/>
                <a:gd name="connsiteX3" fmla="*/ 227 w 177016"/>
                <a:gd name="connsiteY3" fmla="*/ 14592 h 243517"/>
                <a:gd name="connsiteX4" fmla="*/ 28234 w 177016"/>
                <a:gd name="connsiteY4" fmla="*/ 33935 h 243517"/>
                <a:gd name="connsiteX5" fmla="*/ 28234 w 177016"/>
                <a:gd name="connsiteY5" fmla="*/ 239802 h 243517"/>
                <a:gd name="connsiteX6" fmla="*/ 37210 w 177016"/>
                <a:gd name="connsiteY6" fmla="*/ 239802 h 243517"/>
                <a:gd name="connsiteX7" fmla="*/ 50137 w 177016"/>
                <a:gd name="connsiteY7" fmla="*/ 218387 h 243517"/>
                <a:gd name="connsiteX8" fmla="*/ 97173 w 177016"/>
                <a:gd name="connsiteY8" fmla="*/ 243602 h 243517"/>
                <a:gd name="connsiteX9" fmla="*/ 177243 w 177016"/>
                <a:gd name="connsiteY9" fmla="*/ 165193 h 243517"/>
                <a:gd name="connsiteX10" fmla="*/ 101123 w 177016"/>
                <a:gd name="connsiteY10" fmla="*/ 87129 h 243517"/>
                <a:gd name="connsiteX11" fmla="*/ 51932 w 177016"/>
                <a:gd name="connsiteY11" fmla="*/ 109581 h 243517"/>
                <a:gd name="connsiteX12" fmla="*/ 53009 w 177016"/>
                <a:gd name="connsiteY12" fmla="*/ 200425 h 243517"/>
                <a:gd name="connsiteX13" fmla="*/ 53009 w 177016"/>
                <a:gd name="connsiteY13" fmla="*/ 129270 h 243517"/>
                <a:gd name="connsiteX14" fmla="*/ 56959 w 177016"/>
                <a:gd name="connsiteY14" fmla="*/ 116835 h 243517"/>
                <a:gd name="connsiteX15" fmla="*/ 99328 w 177016"/>
                <a:gd name="connsiteY15" fmla="*/ 94728 h 243517"/>
                <a:gd name="connsiteX16" fmla="*/ 137029 w 177016"/>
                <a:gd name="connsiteY16" fmla="*/ 116835 h 243517"/>
                <a:gd name="connsiteX17" fmla="*/ 147442 w 177016"/>
                <a:gd name="connsiteY17" fmla="*/ 164847 h 243517"/>
                <a:gd name="connsiteX18" fmla="*/ 136311 w 177016"/>
                <a:gd name="connsiteY18" fmla="*/ 213896 h 243517"/>
                <a:gd name="connsiteX19" fmla="*/ 95737 w 177016"/>
                <a:gd name="connsiteY19" fmla="*/ 236003 h 243517"/>
                <a:gd name="connsiteX20" fmla="*/ 58036 w 177016"/>
                <a:gd name="connsiteY20" fmla="*/ 214933 h 243517"/>
                <a:gd name="connsiteX21" fmla="*/ 53009 w 177016"/>
                <a:gd name="connsiteY21" fmla="*/ 200425 h 243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16" h="243517">
                  <a:moveTo>
                    <a:pt x="51932" y="109581"/>
                  </a:moveTo>
                  <a:lnTo>
                    <a:pt x="51932" y="85"/>
                  </a:lnTo>
                  <a:lnTo>
                    <a:pt x="227" y="3884"/>
                  </a:lnTo>
                  <a:lnTo>
                    <a:pt x="227" y="14592"/>
                  </a:lnTo>
                  <a:cubicBezTo>
                    <a:pt x="25362" y="14592"/>
                    <a:pt x="28234" y="17010"/>
                    <a:pt x="28234" y="33935"/>
                  </a:cubicBezTo>
                  <a:lnTo>
                    <a:pt x="28234" y="239802"/>
                  </a:lnTo>
                  <a:lnTo>
                    <a:pt x="37210" y="239802"/>
                  </a:lnTo>
                  <a:cubicBezTo>
                    <a:pt x="37570" y="239457"/>
                    <a:pt x="40442" y="234621"/>
                    <a:pt x="50137" y="218387"/>
                  </a:cubicBezTo>
                  <a:cubicBezTo>
                    <a:pt x="55522" y="226331"/>
                    <a:pt x="70603" y="243602"/>
                    <a:pt x="97173" y="243602"/>
                  </a:cubicBezTo>
                  <a:cubicBezTo>
                    <a:pt x="139901" y="243602"/>
                    <a:pt x="177243" y="209751"/>
                    <a:pt x="177243" y="165193"/>
                  </a:cubicBezTo>
                  <a:cubicBezTo>
                    <a:pt x="177243" y="121325"/>
                    <a:pt x="142056" y="87129"/>
                    <a:pt x="101123" y="87129"/>
                  </a:cubicBezTo>
                  <a:cubicBezTo>
                    <a:pt x="73116" y="87129"/>
                    <a:pt x="57677" y="103364"/>
                    <a:pt x="51932" y="109581"/>
                  </a:cubicBezTo>
                  <a:close/>
                  <a:moveTo>
                    <a:pt x="53009" y="200425"/>
                  </a:moveTo>
                  <a:lnTo>
                    <a:pt x="53009" y="129270"/>
                  </a:lnTo>
                  <a:cubicBezTo>
                    <a:pt x="53009" y="122707"/>
                    <a:pt x="53009" y="122361"/>
                    <a:pt x="56959" y="116835"/>
                  </a:cubicBezTo>
                  <a:cubicBezTo>
                    <a:pt x="70962" y="97492"/>
                    <a:pt x="90710" y="94728"/>
                    <a:pt x="99328" y="94728"/>
                  </a:cubicBezTo>
                  <a:cubicBezTo>
                    <a:pt x="115485" y="94728"/>
                    <a:pt x="128411" y="103709"/>
                    <a:pt x="137029" y="116835"/>
                  </a:cubicBezTo>
                  <a:cubicBezTo>
                    <a:pt x="146364" y="130997"/>
                    <a:pt x="147442" y="150685"/>
                    <a:pt x="147442" y="164847"/>
                  </a:cubicBezTo>
                  <a:cubicBezTo>
                    <a:pt x="147442" y="177628"/>
                    <a:pt x="146723" y="198353"/>
                    <a:pt x="136311" y="213896"/>
                  </a:cubicBezTo>
                  <a:cubicBezTo>
                    <a:pt x="128771" y="224604"/>
                    <a:pt x="115126" y="236003"/>
                    <a:pt x="95737" y="236003"/>
                  </a:cubicBezTo>
                  <a:cubicBezTo>
                    <a:pt x="79579" y="236003"/>
                    <a:pt x="66653" y="227713"/>
                    <a:pt x="58036" y="214933"/>
                  </a:cubicBezTo>
                  <a:cubicBezTo>
                    <a:pt x="53009" y="207679"/>
                    <a:pt x="53009" y="206643"/>
                    <a:pt x="53009" y="200425"/>
                  </a:cubicBezTo>
                  <a:close/>
                </a:path>
              </a:pathLst>
            </a:custGeom>
            <a:solidFill>
              <a:srgbClr val="000000"/>
            </a:solidFill>
            <a:ln w="3604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1" name="Freeform: Shape 130">
              <a:extLst>
                <a:ext uri="{FF2B5EF4-FFF2-40B4-BE49-F238E27FC236}">
                  <a16:creationId xmlns:a16="http://schemas.microsoft.com/office/drawing/2014/main" id="{A1AA43A6-7B01-DF63-88E5-34EE778C6576}"/>
                </a:ext>
              </a:extLst>
            </p:cNvPr>
            <p:cNvSpPr/>
            <p:nvPr/>
          </p:nvSpPr>
          <p:spPr>
            <a:xfrm>
              <a:off x="10970927" y="5216962"/>
              <a:ext cx="83301" cy="345414"/>
            </a:xfrm>
            <a:custGeom>
              <a:avLst/>
              <a:gdLst>
                <a:gd name="connsiteX0" fmla="*/ 83535 w 83301"/>
                <a:gd name="connsiteY0" fmla="*/ 342045 h 345414"/>
                <a:gd name="connsiteX1" fmla="*/ 77431 w 83301"/>
                <a:gd name="connsiteY1" fmla="*/ 334446 h 345414"/>
                <a:gd name="connsiteX2" fmla="*/ 21058 w 83301"/>
                <a:gd name="connsiteY2" fmla="*/ 172792 h 345414"/>
                <a:gd name="connsiteX3" fmla="*/ 78867 w 83301"/>
                <a:gd name="connsiteY3" fmla="*/ 9411 h 345414"/>
                <a:gd name="connsiteX4" fmla="*/ 83535 w 83301"/>
                <a:gd name="connsiteY4" fmla="*/ 3539 h 345414"/>
                <a:gd name="connsiteX5" fmla="*/ 79944 w 83301"/>
                <a:gd name="connsiteY5" fmla="*/ 85 h 345414"/>
                <a:gd name="connsiteX6" fmla="*/ 22854 w 83301"/>
                <a:gd name="connsiteY6" fmla="*/ 67441 h 345414"/>
                <a:gd name="connsiteX7" fmla="*/ 233 w 83301"/>
                <a:gd name="connsiteY7" fmla="*/ 172792 h 345414"/>
                <a:gd name="connsiteX8" fmla="*/ 23931 w 83301"/>
                <a:gd name="connsiteY8" fmla="*/ 280561 h 345414"/>
                <a:gd name="connsiteX9" fmla="*/ 79944 w 83301"/>
                <a:gd name="connsiteY9" fmla="*/ 345499 h 345414"/>
                <a:gd name="connsiteX10" fmla="*/ 83535 w 83301"/>
                <a:gd name="connsiteY10" fmla="*/ 342045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301" h="345414">
                  <a:moveTo>
                    <a:pt x="83535" y="342045"/>
                  </a:moveTo>
                  <a:cubicBezTo>
                    <a:pt x="83535" y="341009"/>
                    <a:pt x="83535" y="340318"/>
                    <a:pt x="77431" y="334446"/>
                  </a:cubicBezTo>
                  <a:cubicBezTo>
                    <a:pt x="32548" y="290924"/>
                    <a:pt x="21058" y="225640"/>
                    <a:pt x="21058" y="172792"/>
                  </a:cubicBezTo>
                  <a:cubicBezTo>
                    <a:pt x="21058" y="112690"/>
                    <a:pt x="34703" y="52588"/>
                    <a:pt x="78867" y="9411"/>
                  </a:cubicBezTo>
                  <a:cubicBezTo>
                    <a:pt x="83535" y="5266"/>
                    <a:pt x="83535" y="4575"/>
                    <a:pt x="83535" y="3539"/>
                  </a:cubicBezTo>
                  <a:cubicBezTo>
                    <a:pt x="83535" y="1121"/>
                    <a:pt x="82098" y="85"/>
                    <a:pt x="79944" y="85"/>
                  </a:cubicBezTo>
                  <a:cubicBezTo>
                    <a:pt x="76353" y="85"/>
                    <a:pt x="44038" y="23573"/>
                    <a:pt x="22854" y="67441"/>
                  </a:cubicBezTo>
                  <a:cubicBezTo>
                    <a:pt x="4542" y="105436"/>
                    <a:pt x="233" y="143777"/>
                    <a:pt x="233" y="172792"/>
                  </a:cubicBezTo>
                  <a:cubicBezTo>
                    <a:pt x="233" y="199734"/>
                    <a:pt x="4183" y="241530"/>
                    <a:pt x="23931" y="280561"/>
                  </a:cubicBezTo>
                  <a:cubicBezTo>
                    <a:pt x="45474" y="323047"/>
                    <a:pt x="76353" y="345499"/>
                    <a:pt x="79944" y="345499"/>
                  </a:cubicBezTo>
                  <a:cubicBezTo>
                    <a:pt x="82098" y="345499"/>
                    <a:pt x="83535" y="344463"/>
                    <a:pt x="83535" y="342045"/>
                  </a:cubicBezTo>
                  <a:close/>
                </a:path>
              </a:pathLst>
            </a:custGeom>
            <a:solidFill>
              <a:srgbClr val="000000"/>
            </a:solidFill>
            <a:ln w="3604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2" name="Freeform: Shape 131">
              <a:extLst>
                <a:ext uri="{FF2B5EF4-FFF2-40B4-BE49-F238E27FC236}">
                  <a16:creationId xmlns:a16="http://schemas.microsoft.com/office/drawing/2014/main" id="{69000CAF-9C60-5280-8613-032EE194E1F1}"/>
                </a:ext>
              </a:extLst>
            </p:cNvPr>
            <p:cNvSpPr/>
            <p:nvPr/>
          </p:nvSpPr>
          <p:spPr>
            <a:xfrm>
              <a:off x="11085428" y="5323350"/>
              <a:ext cx="237696" cy="156472"/>
            </a:xfrm>
            <a:custGeom>
              <a:avLst/>
              <a:gdLst>
                <a:gd name="connsiteX0" fmla="*/ 155709 w 237696"/>
                <a:gd name="connsiteY0" fmla="*/ 35662 h 156472"/>
                <a:gd name="connsiteX1" fmla="*/ 161095 w 237696"/>
                <a:gd name="connsiteY1" fmla="*/ 13210 h 156472"/>
                <a:gd name="connsiteX2" fmla="*/ 150683 w 237696"/>
                <a:gd name="connsiteY2" fmla="*/ 3884 h 156472"/>
                <a:gd name="connsiteX3" fmla="*/ 137397 w 237696"/>
                <a:gd name="connsiteY3" fmla="*/ 13556 h 156472"/>
                <a:gd name="connsiteX4" fmla="*/ 116931 w 237696"/>
                <a:gd name="connsiteY4" fmla="*/ 90929 h 156472"/>
                <a:gd name="connsiteX5" fmla="*/ 113699 w 237696"/>
                <a:gd name="connsiteY5" fmla="*/ 113726 h 156472"/>
                <a:gd name="connsiteX6" fmla="*/ 114058 w 237696"/>
                <a:gd name="connsiteY6" fmla="*/ 119944 h 156472"/>
                <a:gd name="connsiteX7" fmla="*/ 81025 w 237696"/>
                <a:gd name="connsiteY7" fmla="*/ 148958 h 156472"/>
                <a:gd name="connsiteX8" fmla="*/ 52300 w 237696"/>
                <a:gd name="connsiteY8" fmla="*/ 117526 h 156472"/>
                <a:gd name="connsiteX9" fmla="*/ 70971 w 237696"/>
                <a:gd name="connsiteY9" fmla="*/ 50515 h 156472"/>
                <a:gd name="connsiteX10" fmla="*/ 77075 w 237696"/>
                <a:gd name="connsiteY10" fmla="*/ 28409 h 156472"/>
                <a:gd name="connsiteX11" fmla="*/ 47633 w 237696"/>
                <a:gd name="connsiteY11" fmla="*/ 85 h 156472"/>
                <a:gd name="connsiteX12" fmla="*/ 237 w 237696"/>
                <a:gd name="connsiteY12" fmla="*/ 53279 h 156472"/>
                <a:gd name="connsiteX13" fmla="*/ 4546 w 237696"/>
                <a:gd name="connsiteY13" fmla="*/ 56733 h 156472"/>
                <a:gd name="connsiteX14" fmla="*/ 10290 w 237696"/>
                <a:gd name="connsiteY14" fmla="*/ 50515 h 156472"/>
                <a:gd name="connsiteX15" fmla="*/ 46555 w 237696"/>
                <a:gd name="connsiteY15" fmla="*/ 7684 h 156472"/>
                <a:gd name="connsiteX16" fmla="*/ 55532 w 237696"/>
                <a:gd name="connsiteY16" fmla="*/ 19082 h 156472"/>
                <a:gd name="connsiteX17" fmla="*/ 49069 w 237696"/>
                <a:gd name="connsiteY17" fmla="*/ 43262 h 156472"/>
                <a:gd name="connsiteX18" fmla="*/ 28962 w 237696"/>
                <a:gd name="connsiteY18" fmla="*/ 113035 h 156472"/>
                <a:gd name="connsiteX19" fmla="*/ 79948 w 237696"/>
                <a:gd name="connsiteY19" fmla="*/ 156558 h 156472"/>
                <a:gd name="connsiteX20" fmla="*/ 117290 w 237696"/>
                <a:gd name="connsiteY20" fmla="*/ 132379 h 156472"/>
                <a:gd name="connsiteX21" fmla="*/ 162172 w 237696"/>
                <a:gd name="connsiteY21" fmla="*/ 156558 h 156472"/>
                <a:gd name="connsiteX22" fmla="*/ 214236 w 237696"/>
                <a:gd name="connsiteY22" fmla="*/ 114072 h 156472"/>
                <a:gd name="connsiteX23" fmla="*/ 237934 w 237696"/>
                <a:gd name="connsiteY23" fmla="*/ 24264 h 156472"/>
                <a:gd name="connsiteX24" fmla="*/ 222135 w 237696"/>
                <a:gd name="connsiteY24" fmla="*/ 85 h 156472"/>
                <a:gd name="connsiteX25" fmla="*/ 204182 w 237696"/>
                <a:gd name="connsiteY25" fmla="*/ 16665 h 156472"/>
                <a:gd name="connsiteX26" fmla="*/ 209568 w 237696"/>
                <a:gd name="connsiteY26" fmla="*/ 25991 h 156472"/>
                <a:gd name="connsiteX27" fmla="*/ 222494 w 237696"/>
                <a:gd name="connsiteY27" fmla="*/ 55351 h 156472"/>
                <a:gd name="connsiteX28" fmla="*/ 202746 w 237696"/>
                <a:gd name="connsiteY28" fmla="*/ 118562 h 156472"/>
                <a:gd name="connsiteX29" fmla="*/ 163250 w 237696"/>
                <a:gd name="connsiteY29" fmla="*/ 148958 h 156472"/>
                <a:gd name="connsiteX30" fmla="*/ 136679 w 237696"/>
                <a:gd name="connsiteY30" fmla="*/ 118907 h 156472"/>
                <a:gd name="connsiteX31" fmla="*/ 140629 w 237696"/>
                <a:gd name="connsiteY31" fmla="*/ 93692 h 156472"/>
                <a:gd name="connsiteX32" fmla="*/ 155709 w 237696"/>
                <a:gd name="connsiteY32" fmla="*/ 35662 h 1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696" h="156472">
                  <a:moveTo>
                    <a:pt x="155709" y="35662"/>
                  </a:moveTo>
                  <a:cubicBezTo>
                    <a:pt x="157505" y="28063"/>
                    <a:pt x="161095" y="15283"/>
                    <a:pt x="161095" y="13210"/>
                  </a:cubicBezTo>
                  <a:cubicBezTo>
                    <a:pt x="161095" y="6993"/>
                    <a:pt x="156068" y="3884"/>
                    <a:pt x="150683" y="3884"/>
                  </a:cubicBezTo>
                  <a:cubicBezTo>
                    <a:pt x="146374" y="3884"/>
                    <a:pt x="139911" y="6648"/>
                    <a:pt x="137397" y="13556"/>
                  </a:cubicBezTo>
                  <a:cubicBezTo>
                    <a:pt x="136320" y="15974"/>
                    <a:pt x="119444" y="81948"/>
                    <a:pt x="116931" y="90929"/>
                  </a:cubicBezTo>
                  <a:cubicBezTo>
                    <a:pt x="114418" y="101291"/>
                    <a:pt x="113699" y="107509"/>
                    <a:pt x="113699" y="113726"/>
                  </a:cubicBezTo>
                  <a:cubicBezTo>
                    <a:pt x="113699" y="117526"/>
                    <a:pt x="113699" y="118217"/>
                    <a:pt x="114058" y="119944"/>
                  </a:cubicBezTo>
                  <a:cubicBezTo>
                    <a:pt x="105800" y="138251"/>
                    <a:pt x="95028" y="148958"/>
                    <a:pt x="81025" y="148958"/>
                  </a:cubicBezTo>
                  <a:cubicBezTo>
                    <a:pt x="52300" y="148958"/>
                    <a:pt x="52300" y="123398"/>
                    <a:pt x="52300" y="117526"/>
                  </a:cubicBezTo>
                  <a:cubicBezTo>
                    <a:pt x="52300" y="106472"/>
                    <a:pt x="54096" y="93001"/>
                    <a:pt x="70971" y="50515"/>
                  </a:cubicBezTo>
                  <a:cubicBezTo>
                    <a:pt x="74921" y="40153"/>
                    <a:pt x="77075" y="35317"/>
                    <a:pt x="77075" y="28409"/>
                  </a:cubicBezTo>
                  <a:cubicBezTo>
                    <a:pt x="77075" y="12865"/>
                    <a:pt x="65226" y="85"/>
                    <a:pt x="47633" y="85"/>
                  </a:cubicBezTo>
                  <a:cubicBezTo>
                    <a:pt x="13522" y="85"/>
                    <a:pt x="237" y="50170"/>
                    <a:pt x="237" y="53279"/>
                  </a:cubicBezTo>
                  <a:cubicBezTo>
                    <a:pt x="237" y="56733"/>
                    <a:pt x="3827" y="56733"/>
                    <a:pt x="4546" y="56733"/>
                  </a:cubicBezTo>
                  <a:cubicBezTo>
                    <a:pt x="8136" y="56733"/>
                    <a:pt x="8495" y="56042"/>
                    <a:pt x="10290" y="50515"/>
                  </a:cubicBezTo>
                  <a:cubicBezTo>
                    <a:pt x="19985" y="18392"/>
                    <a:pt x="33988" y="7684"/>
                    <a:pt x="46555" y="7684"/>
                  </a:cubicBezTo>
                  <a:cubicBezTo>
                    <a:pt x="49787" y="7684"/>
                    <a:pt x="55532" y="8029"/>
                    <a:pt x="55532" y="19082"/>
                  </a:cubicBezTo>
                  <a:cubicBezTo>
                    <a:pt x="55532" y="27718"/>
                    <a:pt x="51582" y="37389"/>
                    <a:pt x="49069" y="43262"/>
                  </a:cubicBezTo>
                  <a:cubicBezTo>
                    <a:pt x="33270" y="84020"/>
                    <a:pt x="28962" y="99910"/>
                    <a:pt x="28962" y="113035"/>
                  </a:cubicBezTo>
                  <a:cubicBezTo>
                    <a:pt x="28962" y="144468"/>
                    <a:pt x="53018" y="156558"/>
                    <a:pt x="79948" y="156558"/>
                  </a:cubicBezTo>
                  <a:cubicBezTo>
                    <a:pt x="86052" y="156558"/>
                    <a:pt x="102928" y="156558"/>
                    <a:pt x="117290" y="132379"/>
                  </a:cubicBezTo>
                  <a:cubicBezTo>
                    <a:pt x="126626" y="154485"/>
                    <a:pt x="151401" y="156558"/>
                    <a:pt x="162172" y="156558"/>
                  </a:cubicBezTo>
                  <a:cubicBezTo>
                    <a:pt x="189102" y="156558"/>
                    <a:pt x="204900" y="134796"/>
                    <a:pt x="214236" y="114072"/>
                  </a:cubicBezTo>
                  <a:cubicBezTo>
                    <a:pt x="226444" y="87129"/>
                    <a:pt x="237934" y="40844"/>
                    <a:pt x="237934" y="24264"/>
                  </a:cubicBezTo>
                  <a:cubicBezTo>
                    <a:pt x="237934" y="5266"/>
                    <a:pt x="228239" y="85"/>
                    <a:pt x="222135" y="85"/>
                  </a:cubicBezTo>
                  <a:cubicBezTo>
                    <a:pt x="213159" y="85"/>
                    <a:pt x="204182" y="9065"/>
                    <a:pt x="204182" y="16665"/>
                  </a:cubicBezTo>
                  <a:cubicBezTo>
                    <a:pt x="204182" y="21155"/>
                    <a:pt x="206337" y="23227"/>
                    <a:pt x="209568" y="25991"/>
                  </a:cubicBezTo>
                  <a:cubicBezTo>
                    <a:pt x="213518" y="29790"/>
                    <a:pt x="222494" y="38771"/>
                    <a:pt x="222494" y="55351"/>
                  </a:cubicBezTo>
                  <a:cubicBezTo>
                    <a:pt x="222494" y="67095"/>
                    <a:pt x="212082" y="100946"/>
                    <a:pt x="202746" y="118562"/>
                  </a:cubicBezTo>
                  <a:cubicBezTo>
                    <a:pt x="193411" y="136869"/>
                    <a:pt x="180843" y="148958"/>
                    <a:pt x="163250" y="148958"/>
                  </a:cubicBezTo>
                  <a:cubicBezTo>
                    <a:pt x="146374" y="148958"/>
                    <a:pt x="136679" y="138596"/>
                    <a:pt x="136679" y="118907"/>
                  </a:cubicBezTo>
                  <a:cubicBezTo>
                    <a:pt x="136679" y="109236"/>
                    <a:pt x="139193" y="98528"/>
                    <a:pt x="140629" y="93692"/>
                  </a:cubicBezTo>
                  <a:lnTo>
                    <a:pt x="155709" y="35662"/>
                  </a:lnTo>
                  <a:close/>
                </a:path>
              </a:pathLst>
            </a:custGeom>
            <a:solidFill>
              <a:srgbClr val="000000"/>
            </a:solidFill>
            <a:ln w="3604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3" name="Freeform: Shape 132">
              <a:extLst>
                <a:ext uri="{FF2B5EF4-FFF2-40B4-BE49-F238E27FC236}">
                  <a16:creationId xmlns:a16="http://schemas.microsoft.com/office/drawing/2014/main" id="{281C5C1E-3E1A-52D6-2ECB-905A204DDF22}"/>
                </a:ext>
              </a:extLst>
            </p:cNvPr>
            <p:cNvSpPr/>
            <p:nvPr/>
          </p:nvSpPr>
          <p:spPr>
            <a:xfrm>
              <a:off x="11359468" y="5367286"/>
              <a:ext cx="91488" cy="160548"/>
            </a:xfrm>
            <a:custGeom>
              <a:avLst/>
              <a:gdLst>
                <a:gd name="connsiteX0" fmla="*/ 57047 w 91488"/>
                <a:gd name="connsiteY0" fmla="*/ 6856 h 160548"/>
                <a:gd name="connsiteX1" fmla="*/ 49507 w 91488"/>
                <a:gd name="connsiteY1" fmla="*/ 86 h 160548"/>
                <a:gd name="connsiteX2" fmla="*/ 244 w 91488"/>
                <a:gd name="connsiteY2" fmla="*/ 15561 h 160548"/>
                <a:gd name="connsiteX3" fmla="*/ 244 w 91488"/>
                <a:gd name="connsiteY3" fmla="*/ 24265 h 160548"/>
                <a:gd name="connsiteX4" fmla="*/ 36688 w 91488"/>
                <a:gd name="connsiteY4" fmla="*/ 17495 h 160548"/>
                <a:gd name="connsiteX5" fmla="*/ 36688 w 91488"/>
                <a:gd name="connsiteY5" fmla="*/ 140808 h 160548"/>
                <a:gd name="connsiteX6" fmla="*/ 11554 w 91488"/>
                <a:gd name="connsiteY6" fmla="*/ 151930 h 160548"/>
                <a:gd name="connsiteX7" fmla="*/ 2003 w 91488"/>
                <a:gd name="connsiteY7" fmla="*/ 151930 h 160548"/>
                <a:gd name="connsiteX8" fmla="*/ 2003 w 91488"/>
                <a:gd name="connsiteY8" fmla="*/ 160635 h 160548"/>
                <a:gd name="connsiteX9" fmla="*/ 46742 w 91488"/>
                <a:gd name="connsiteY9" fmla="*/ 159668 h 160548"/>
                <a:gd name="connsiteX10" fmla="*/ 91732 w 91488"/>
                <a:gd name="connsiteY10" fmla="*/ 160635 h 160548"/>
                <a:gd name="connsiteX11" fmla="*/ 91732 w 91488"/>
                <a:gd name="connsiteY11" fmla="*/ 151930 h 160548"/>
                <a:gd name="connsiteX12" fmla="*/ 82181 w 91488"/>
                <a:gd name="connsiteY12" fmla="*/ 151930 h 160548"/>
                <a:gd name="connsiteX13" fmla="*/ 57047 w 91488"/>
                <a:gd name="connsiteY13" fmla="*/ 140808 h 160548"/>
                <a:gd name="connsiteX14" fmla="*/ 57047 w 91488"/>
                <a:gd name="connsiteY14" fmla="*/ 6856 h 160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488" h="160548">
                  <a:moveTo>
                    <a:pt x="57047" y="6856"/>
                  </a:moveTo>
                  <a:cubicBezTo>
                    <a:pt x="57047" y="328"/>
                    <a:pt x="56544" y="86"/>
                    <a:pt x="49507" y="86"/>
                  </a:cubicBezTo>
                  <a:cubicBezTo>
                    <a:pt x="33421" y="15319"/>
                    <a:pt x="10549" y="15561"/>
                    <a:pt x="244" y="15561"/>
                  </a:cubicBezTo>
                  <a:lnTo>
                    <a:pt x="244" y="24265"/>
                  </a:lnTo>
                  <a:cubicBezTo>
                    <a:pt x="6276" y="24265"/>
                    <a:pt x="22865" y="24265"/>
                    <a:pt x="36688" y="17495"/>
                  </a:cubicBezTo>
                  <a:lnTo>
                    <a:pt x="36688" y="140808"/>
                  </a:lnTo>
                  <a:cubicBezTo>
                    <a:pt x="36688" y="148787"/>
                    <a:pt x="36688" y="151930"/>
                    <a:pt x="11554" y="151930"/>
                  </a:cubicBezTo>
                  <a:lnTo>
                    <a:pt x="2003" y="151930"/>
                  </a:lnTo>
                  <a:lnTo>
                    <a:pt x="2003" y="160635"/>
                  </a:lnTo>
                  <a:cubicBezTo>
                    <a:pt x="6528" y="160393"/>
                    <a:pt x="37442" y="159668"/>
                    <a:pt x="46742" y="159668"/>
                  </a:cubicBezTo>
                  <a:cubicBezTo>
                    <a:pt x="54534" y="159668"/>
                    <a:pt x="86203" y="160393"/>
                    <a:pt x="91732" y="160635"/>
                  </a:cubicBezTo>
                  <a:lnTo>
                    <a:pt x="91732" y="151930"/>
                  </a:lnTo>
                  <a:lnTo>
                    <a:pt x="82181" y="151930"/>
                  </a:lnTo>
                  <a:cubicBezTo>
                    <a:pt x="57047" y="151930"/>
                    <a:pt x="57047" y="148787"/>
                    <a:pt x="57047" y="140808"/>
                  </a:cubicBezTo>
                  <a:lnTo>
                    <a:pt x="57047" y="6856"/>
                  </a:lnTo>
                  <a:close/>
                </a:path>
              </a:pathLst>
            </a:custGeom>
            <a:solidFill>
              <a:srgbClr val="000000"/>
            </a:solidFill>
            <a:ln w="3604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4" name="Freeform: Shape 133">
              <a:extLst>
                <a:ext uri="{FF2B5EF4-FFF2-40B4-BE49-F238E27FC236}">
                  <a16:creationId xmlns:a16="http://schemas.microsoft.com/office/drawing/2014/main" id="{B779975D-BA5E-7C65-9FE4-37A5F305BDA8}"/>
                </a:ext>
              </a:extLst>
            </p:cNvPr>
            <p:cNvSpPr/>
            <p:nvPr/>
          </p:nvSpPr>
          <p:spPr>
            <a:xfrm>
              <a:off x="11513616" y="5216962"/>
              <a:ext cx="83301" cy="345414"/>
            </a:xfrm>
            <a:custGeom>
              <a:avLst/>
              <a:gdLst>
                <a:gd name="connsiteX0" fmla="*/ 83550 w 83301"/>
                <a:gd name="connsiteY0" fmla="*/ 172792 h 345414"/>
                <a:gd name="connsiteX1" fmla="*/ 59852 w 83301"/>
                <a:gd name="connsiteY1" fmla="*/ 65023 h 345414"/>
                <a:gd name="connsiteX2" fmla="*/ 3839 w 83301"/>
                <a:gd name="connsiteY2" fmla="*/ 85 h 345414"/>
                <a:gd name="connsiteX3" fmla="*/ 248 w 83301"/>
                <a:gd name="connsiteY3" fmla="*/ 3539 h 345414"/>
                <a:gd name="connsiteX4" fmla="*/ 7071 w 83301"/>
                <a:gd name="connsiteY4" fmla="*/ 11483 h 345414"/>
                <a:gd name="connsiteX5" fmla="*/ 62725 w 83301"/>
                <a:gd name="connsiteY5" fmla="*/ 172792 h 345414"/>
                <a:gd name="connsiteX6" fmla="*/ 4916 w 83301"/>
                <a:gd name="connsiteY6" fmla="*/ 336173 h 345414"/>
                <a:gd name="connsiteX7" fmla="*/ 248 w 83301"/>
                <a:gd name="connsiteY7" fmla="*/ 342045 h 345414"/>
                <a:gd name="connsiteX8" fmla="*/ 3839 w 83301"/>
                <a:gd name="connsiteY8" fmla="*/ 345499 h 345414"/>
                <a:gd name="connsiteX9" fmla="*/ 60929 w 83301"/>
                <a:gd name="connsiteY9" fmla="*/ 278144 h 345414"/>
                <a:gd name="connsiteX10" fmla="*/ 83550 w 83301"/>
                <a:gd name="connsiteY10" fmla="*/ 172792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301" h="345414">
                  <a:moveTo>
                    <a:pt x="83550" y="172792"/>
                  </a:moveTo>
                  <a:cubicBezTo>
                    <a:pt x="83550" y="145850"/>
                    <a:pt x="79600" y="104055"/>
                    <a:pt x="59852" y="65023"/>
                  </a:cubicBezTo>
                  <a:cubicBezTo>
                    <a:pt x="38309" y="22537"/>
                    <a:pt x="7430" y="85"/>
                    <a:pt x="3839" y="85"/>
                  </a:cubicBezTo>
                  <a:cubicBezTo>
                    <a:pt x="1685" y="85"/>
                    <a:pt x="248" y="1466"/>
                    <a:pt x="248" y="3539"/>
                  </a:cubicBezTo>
                  <a:cubicBezTo>
                    <a:pt x="248" y="4575"/>
                    <a:pt x="248" y="5266"/>
                    <a:pt x="7071" y="11483"/>
                  </a:cubicBezTo>
                  <a:cubicBezTo>
                    <a:pt x="42258" y="45679"/>
                    <a:pt x="62725" y="100600"/>
                    <a:pt x="62725" y="172792"/>
                  </a:cubicBezTo>
                  <a:cubicBezTo>
                    <a:pt x="62725" y="231858"/>
                    <a:pt x="49440" y="292651"/>
                    <a:pt x="4916" y="336173"/>
                  </a:cubicBezTo>
                  <a:cubicBezTo>
                    <a:pt x="248" y="340318"/>
                    <a:pt x="248" y="341009"/>
                    <a:pt x="248" y="342045"/>
                  </a:cubicBezTo>
                  <a:cubicBezTo>
                    <a:pt x="248" y="344118"/>
                    <a:pt x="1685" y="345499"/>
                    <a:pt x="3839" y="345499"/>
                  </a:cubicBezTo>
                  <a:cubicBezTo>
                    <a:pt x="7430" y="345499"/>
                    <a:pt x="39745" y="322011"/>
                    <a:pt x="60929" y="278144"/>
                  </a:cubicBezTo>
                  <a:cubicBezTo>
                    <a:pt x="79241" y="240148"/>
                    <a:pt x="83550" y="201807"/>
                    <a:pt x="83550" y="172792"/>
                  </a:cubicBezTo>
                  <a:close/>
                </a:path>
              </a:pathLst>
            </a:custGeom>
            <a:solidFill>
              <a:srgbClr val="000000"/>
            </a:solidFill>
            <a:ln w="3604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59" name="Group 58" descr="\documentclass{article}&#10;\usepackage{amsmath,amssymb}&#10;\pagestyle{empty}&#10;\begin{document}&#10;&#10;\newcommand{\score}{\textrm{score}}&#10;\newcommand{\classify}{\textrm{classify}}&#10;\newcommand{\bx}{\mathbf{x}}&#10;&#10;\begin{align*}&#10;\text{emb}(w_2)&#10;\end{align*}&#10;&#10;&#10;\end{document}" title="IguanaTex Vector Display">
            <a:extLst>
              <a:ext uri="{FF2B5EF4-FFF2-40B4-BE49-F238E27FC236}">
                <a16:creationId xmlns:a16="http://schemas.microsoft.com/office/drawing/2014/main" id="{481D90FF-FC1D-24F5-7E4F-F7437907A26A}"/>
              </a:ext>
            </a:extLst>
          </p:cNvPr>
          <p:cNvGrpSpPr>
            <a:grpSpLocks noChangeAspect="1"/>
          </p:cNvGrpSpPr>
          <p:nvPr/>
        </p:nvGrpSpPr>
        <p:grpSpPr>
          <a:xfrm>
            <a:off x="3196212" y="5675123"/>
            <a:ext cx="1299785" cy="345414"/>
            <a:chOff x="12685926" y="8458987"/>
            <a:chExt cx="1299785" cy="345414"/>
          </a:xfrm>
        </p:grpSpPr>
        <p:sp>
          <p:nvSpPr>
            <p:cNvPr id="121" name="Freeform: Shape 120">
              <a:extLst>
                <a:ext uri="{FF2B5EF4-FFF2-40B4-BE49-F238E27FC236}">
                  <a16:creationId xmlns:a16="http://schemas.microsoft.com/office/drawing/2014/main" id="{9B2CE945-D6F0-8F84-FEB2-66EC2CC9B636}"/>
                </a:ext>
              </a:extLst>
            </p:cNvPr>
            <p:cNvSpPr/>
            <p:nvPr/>
          </p:nvSpPr>
          <p:spPr>
            <a:xfrm>
              <a:off x="12685926" y="8563303"/>
              <a:ext cx="138955" cy="158545"/>
            </a:xfrm>
            <a:custGeom>
              <a:avLst/>
              <a:gdLst>
                <a:gd name="connsiteX0" fmla="*/ 30376 w 138955"/>
                <a:gd name="connsiteY0" fmla="*/ 67786 h 158545"/>
                <a:gd name="connsiteX1" fmla="*/ 74899 w 138955"/>
                <a:gd name="connsiteY1" fmla="*/ 7684 h 158545"/>
                <a:gd name="connsiteX2" fmla="*/ 115473 w 138955"/>
                <a:gd name="connsiteY2" fmla="*/ 67786 h 158545"/>
                <a:gd name="connsiteX3" fmla="*/ 30376 w 138955"/>
                <a:gd name="connsiteY3" fmla="*/ 67786 h 158545"/>
                <a:gd name="connsiteX4" fmla="*/ 30017 w 138955"/>
                <a:gd name="connsiteY4" fmla="*/ 75040 h 158545"/>
                <a:gd name="connsiteX5" fmla="*/ 130194 w 138955"/>
                <a:gd name="connsiteY5" fmla="*/ 75040 h 158545"/>
                <a:gd name="connsiteX6" fmla="*/ 139171 w 138955"/>
                <a:gd name="connsiteY6" fmla="*/ 67786 h 158545"/>
                <a:gd name="connsiteX7" fmla="*/ 74899 w 138955"/>
                <a:gd name="connsiteY7" fmla="*/ 85 h 158545"/>
                <a:gd name="connsiteX8" fmla="*/ 215 w 138955"/>
                <a:gd name="connsiteY8" fmla="*/ 78839 h 158545"/>
                <a:gd name="connsiteX9" fmla="*/ 79208 w 138955"/>
                <a:gd name="connsiteY9" fmla="*/ 158630 h 158545"/>
                <a:gd name="connsiteX10" fmla="*/ 139171 w 138955"/>
                <a:gd name="connsiteY10" fmla="*/ 113726 h 158545"/>
                <a:gd name="connsiteX11" fmla="*/ 134503 w 138955"/>
                <a:gd name="connsiteY11" fmla="*/ 109581 h 158545"/>
                <a:gd name="connsiteX12" fmla="*/ 129835 w 138955"/>
                <a:gd name="connsiteY12" fmla="*/ 114417 h 158545"/>
                <a:gd name="connsiteX13" fmla="*/ 81362 w 138955"/>
                <a:gd name="connsiteY13" fmla="*/ 149995 h 158545"/>
                <a:gd name="connsiteX14" fmla="*/ 40789 w 138955"/>
                <a:gd name="connsiteY14" fmla="*/ 126852 h 158545"/>
                <a:gd name="connsiteX15" fmla="*/ 30017 w 138955"/>
                <a:gd name="connsiteY15" fmla="*/ 75040 h 15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8955" h="158545">
                  <a:moveTo>
                    <a:pt x="30376" y="67786"/>
                  </a:moveTo>
                  <a:cubicBezTo>
                    <a:pt x="32530" y="16319"/>
                    <a:pt x="62691" y="7684"/>
                    <a:pt x="74899" y="7684"/>
                  </a:cubicBezTo>
                  <a:cubicBezTo>
                    <a:pt x="111882" y="7684"/>
                    <a:pt x="115473" y="54315"/>
                    <a:pt x="115473" y="67786"/>
                  </a:cubicBezTo>
                  <a:lnTo>
                    <a:pt x="30376" y="67786"/>
                  </a:lnTo>
                  <a:close/>
                  <a:moveTo>
                    <a:pt x="30017" y="75040"/>
                  </a:moveTo>
                  <a:lnTo>
                    <a:pt x="130194" y="75040"/>
                  </a:lnTo>
                  <a:cubicBezTo>
                    <a:pt x="138094" y="75040"/>
                    <a:pt x="139171" y="75040"/>
                    <a:pt x="139171" y="67786"/>
                  </a:cubicBezTo>
                  <a:cubicBezTo>
                    <a:pt x="139171" y="33590"/>
                    <a:pt x="119782" y="85"/>
                    <a:pt x="74899" y="85"/>
                  </a:cubicBezTo>
                  <a:cubicBezTo>
                    <a:pt x="33248" y="85"/>
                    <a:pt x="215" y="35662"/>
                    <a:pt x="215" y="78839"/>
                  </a:cubicBezTo>
                  <a:cubicBezTo>
                    <a:pt x="215" y="125125"/>
                    <a:pt x="37916" y="158630"/>
                    <a:pt x="79208" y="158630"/>
                  </a:cubicBezTo>
                  <a:cubicBezTo>
                    <a:pt x="123013" y="158630"/>
                    <a:pt x="139171" y="120289"/>
                    <a:pt x="139171" y="113726"/>
                  </a:cubicBezTo>
                  <a:cubicBezTo>
                    <a:pt x="139171" y="110272"/>
                    <a:pt x="136298" y="109581"/>
                    <a:pt x="134503" y="109581"/>
                  </a:cubicBezTo>
                  <a:cubicBezTo>
                    <a:pt x="131271" y="109581"/>
                    <a:pt x="130553" y="111654"/>
                    <a:pt x="129835" y="114417"/>
                  </a:cubicBezTo>
                  <a:cubicBezTo>
                    <a:pt x="117268" y="149995"/>
                    <a:pt x="84953" y="149995"/>
                    <a:pt x="81362" y="149995"/>
                  </a:cubicBezTo>
                  <a:cubicBezTo>
                    <a:pt x="63409" y="149995"/>
                    <a:pt x="49047" y="139632"/>
                    <a:pt x="40789" y="126852"/>
                  </a:cubicBezTo>
                  <a:cubicBezTo>
                    <a:pt x="30017" y="110272"/>
                    <a:pt x="30017" y="87475"/>
                    <a:pt x="30017" y="75040"/>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2" name="Freeform: Shape 121">
              <a:extLst>
                <a:ext uri="{FF2B5EF4-FFF2-40B4-BE49-F238E27FC236}">
                  <a16:creationId xmlns:a16="http://schemas.microsoft.com/office/drawing/2014/main" id="{F00BEC10-A0FA-FAF3-4A8A-A85C276C5BC7}"/>
                </a:ext>
              </a:extLst>
            </p:cNvPr>
            <p:cNvSpPr/>
            <p:nvPr/>
          </p:nvSpPr>
          <p:spPr>
            <a:xfrm>
              <a:off x="12846944" y="8565375"/>
              <a:ext cx="280425" cy="152673"/>
            </a:xfrm>
            <a:custGeom>
              <a:avLst/>
              <a:gdLst>
                <a:gd name="connsiteX0" fmla="*/ 28226 w 280425"/>
                <a:gd name="connsiteY0" fmla="*/ 33935 h 152673"/>
                <a:gd name="connsiteX1" fmla="*/ 28226 w 280425"/>
                <a:gd name="connsiteY1" fmla="*/ 126506 h 152673"/>
                <a:gd name="connsiteX2" fmla="*/ 219 w 280425"/>
                <a:gd name="connsiteY2" fmla="*/ 142050 h 152673"/>
                <a:gd name="connsiteX3" fmla="*/ 219 w 280425"/>
                <a:gd name="connsiteY3" fmla="*/ 152758 h 152673"/>
                <a:gd name="connsiteX4" fmla="*/ 40793 w 280425"/>
                <a:gd name="connsiteY4" fmla="*/ 151722 h 152673"/>
                <a:gd name="connsiteX5" fmla="*/ 81008 w 280425"/>
                <a:gd name="connsiteY5" fmla="*/ 152758 h 152673"/>
                <a:gd name="connsiteX6" fmla="*/ 81008 w 280425"/>
                <a:gd name="connsiteY6" fmla="*/ 142050 h 152673"/>
                <a:gd name="connsiteX7" fmla="*/ 53001 w 280425"/>
                <a:gd name="connsiteY7" fmla="*/ 126506 h 152673"/>
                <a:gd name="connsiteX8" fmla="*/ 53001 w 280425"/>
                <a:gd name="connsiteY8" fmla="*/ 62950 h 152673"/>
                <a:gd name="connsiteX9" fmla="*/ 101474 w 280425"/>
                <a:gd name="connsiteY9" fmla="*/ 7684 h 152673"/>
                <a:gd name="connsiteX10" fmla="*/ 128044 w 280425"/>
                <a:gd name="connsiteY10" fmla="*/ 46025 h 152673"/>
                <a:gd name="connsiteX11" fmla="*/ 128044 w 280425"/>
                <a:gd name="connsiteY11" fmla="*/ 126506 h 152673"/>
                <a:gd name="connsiteX12" fmla="*/ 100038 w 280425"/>
                <a:gd name="connsiteY12" fmla="*/ 142050 h 152673"/>
                <a:gd name="connsiteX13" fmla="*/ 100038 w 280425"/>
                <a:gd name="connsiteY13" fmla="*/ 152758 h 152673"/>
                <a:gd name="connsiteX14" fmla="*/ 140611 w 280425"/>
                <a:gd name="connsiteY14" fmla="*/ 151722 h 152673"/>
                <a:gd name="connsiteX15" fmla="*/ 180826 w 280425"/>
                <a:gd name="connsiteY15" fmla="*/ 152758 h 152673"/>
                <a:gd name="connsiteX16" fmla="*/ 180826 w 280425"/>
                <a:gd name="connsiteY16" fmla="*/ 142050 h 152673"/>
                <a:gd name="connsiteX17" fmla="*/ 152819 w 280425"/>
                <a:gd name="connsiteY17" fmla="*/ 126506 h 152673"/>
                <a:gd name="connsiteX18" fmla="*/ 152819 w 280425"/>
                <a:gd name="connsiteY18" fmla="*/ 62950 h 152673"/>
                <a:gd name="connsiteX19" fmla="*/ 201292 w 280425"/>
                <a:gd name="connsiteY19" fmla="*/ 7684 h 152673"/>
                <a:gd name="connsiteX20" fmla="*/ 227863 w 280425"/>
                <a:gd name="connsiteY20" fmla="*/ 46025 h 152673"/>
                <a:gd name="connsiteX21" fmla="*/ 227863 w 280425"/>
                <a:gd name="connsiteY21" fmla="*/ 126506 h 152673"/>
                <a:gd name="connsiteX22" fmla="*/ 199856 w 280425"/>
                <a:gd name="connsiteY22" fmla="*/ 142050 h 152673"/>
                <a:gd name="connsiteX23" fmla="*/ 199856 w 280425"/>
                <a:gd name="connsiteY23" fmla="*/ 152758 h 152673"/>
                <a:gd name="connsiteX24" fmla="*/ 240430 w 280425"/>
                <a:gd name="connsiteY24" fmla="*/ 151722 h 152673"/>
                <a:gd name="connsiteX25" fmla="*/ 280644 w 280425"/>
                <a:gd name="connsiteY25" fmla="*/ 152758 h 152673"/>
                <a:gd name="connsiteX26" fmla="*/ 280644 w 280425"/>
                <a:gd name="connsiteY26" fmla="*/ 142050 h 152673"/>
                <a:gd name="connsiteX27" fmla="*/ 252638 w 280425"/>
                <a:gd name="connsiteY27" fmla="*/ 131688 h 152673"/>
                <a:gd name="connsiteX28" fmla="*/ 252638 w 280425"/>
                <a:gd name="connsiteY28" fmla="*/ 65713 h 152673"/>
                <a:gd name="connsiteX29" fmla="*/ 241507 w 280425"/>
                <a:gd name="connsiteY29" fmla="*/ 12865 h 152673"/>
                <a:gd name="connsiteX30" fmla="*/ 203806 w 280425"/>
                <a:gd name="connsiteY30" fmla="*/ 85 h 152673"/>
                <a:gd name="connsiteX31" fmla="*/ 151742 w 280425"/>
                <a:gd name="connsiteY31" fmla="*/ 33935 h 152673"/>
                <a:gd name="connsiteX32" fmla="*/ 103987 w 280425"/>
                <a:gd name="connsiteY32" fmla="*/ 85 h 152673"/>
                <a:gd name="connsiteX33" fmla="*/ 50847 w 280425"/>
                <a:gd name="connsiteY33" fmla="*/ 36353 h 152673"/>
                <a:gd name="connsiteX34" fmla="*/ 50847 w 280425"/>
                <a:gd name="connsiteY34" fmla="*/ 85 h 152673"/>
                <a:gd name="connsiteX35" fmla="*/ 219 w 280425"/>
                <a:gd name="connsiteY35" fmla="*/ 3884 h 152673"/>
                <a:gd name="connsiteX36" fmla="*/ 219 w 280425"/>
                <a:gd name="connsiteY36" fmla="*/ 14592 h 152673"/>
                <a:gd name="connsiteX37" fmla="*/ 28226 w 280425"/>
                <a:gd name="connsiteY37" fmla="*/ 33935 h 152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80425" h="152673">
                  <a:moveTo>
                    <a:pt x="28226" y="33935"/>
                  </a:moveTo>
                  <a:lnTo>
                    <a:pt x="28226" y="126506"/>
                  </a:lnTo>
                  <a:cubicBezTo>
                    <a:pt x="28226" y="142050"/>
                    <a:pt x="24276" y="142050"/>
                    <a:pt x="219" y="142050"/>
                  </a:cubicBezTo>
                  <a:lnTo>
                    <a:pt x="219" y="152758"/>
                  </a:lnTo>
                  <a:cubicBezTo>
                    <a:pt x="12786" y="152413"/>
                    <a:pt x="31098" y="151722"/>
                    <a:pt x="40793" y="151722"/>
                  </a:cubicBezTo>
                  <a:cubicBezTo>
                    <a:pt x="50129" y="151722"/>
                    <a:pt x="68800" y="152413"/>
                    <a:pt x="81008" y="152758"/>
                  </a:cubicBezTo>
                  <a:lnTo>
                    <a:pt x="81008" y="142050"/>
                  </a:lnTo>
                  <a:cubicBezTo>
                    <a:pt x="56951" y="142050"/>
                    <a:pt x="53001" y="142050"/>
                    <a:pt x="53001" y="126506"/>
                  </a:cubicBezTo>
                  <a:lnTo>
                    <a:pt x="53001" y="62950"/>
                  </a:lnTo>
                  <a:cubicBezTo>
                    <a:pt x="53001" y="27027"/>
                    <a:pt x="78494" y="7684"/>
                    <a:pt x="101474" y="7684"/>
                  </a:cubicBezTo>
                  <a:cubicBezTo>
                    <a:pt x="124095" y="7684"/>
                    <a:pt x="128044" y="26336"/>
                    <a:pt x="128044" y="46025"/>
                  </a:cubicBezTo>
                  <a:lnTo>
                    <a:pt x="128044" y="126506"/>
                  </a:lnTo>
                  <a:cubicBezTo>
                    <a:pt x="128044" y="142050"/>
                    <a:pt x="124095" y="142050"/>
                    <a:pt x="100038" y="142050"/>
                  </a:cubicBezTo>
                  <a:lnTo>
                    <a:pt x="100038" y="152758"/>
                  </a:lnTo>
                  <a:cubicBezTo>
                    <a:pt x="112605" y="152413"/>
                    <a:pt x="130917" y="151722"/>
                    <a:pt x="140611" y="151722"/>
                  </a:cubicBezTo>
                  <a:cubicBezTo>
                    <a:pt x="149947" y="151722"/>
                    <a:pt x="168618" y="152413"/>
                    <a:pt x="180826" y="152758"/>
                  </a:cubicBezTo>
                  <a:lnTo>
                    <a:pt x="180826" y="142050"/>
                  </a:lnTo>
                  <a:cubicBezTo>
                    <a:pt x="156769" y="142050"/>
                    <a:pt x="152819" y="142050"/>
                    <a:pt x="152819" y="126506"/>
                  </a:cubicBezTo>
                  <a:lnTo>
                    <a:pt x="152819" y="62950"/>
                  </a:lnTo>
                  <a:cubicBezTo>
                    <a:pt x="152819" y="27027"/>
                    <a:pt x="178313" y="7684"/>
                    <a:pt x="201292" y="7684"/>
                  </a:cubicBezTo>
                  <a:cubicBezTo>
                    <a:pt x="223913" y="7684"/>
                    <a:pt x="227863" y="26336"/>
                    <a:pt x="227863" y="46025"/>
                  </a:cubicBezTo>
                  <a:lnTo>
                    <a:pt x="227863" y="126506"/>
                  </a:lnTo>
                  <a:cubicBezTo>
                    <a:pt x="227863" y="142050"/>
                    <a:pt x="223913" y="142050"/>
                    <a:pt x="199856" y="142050"/>
                  </a:cubicBezTo>
                  <a:lnTo>
                    <a:pt x="199856" y="152758"/>
                  </a:lnTo>
                  <a:cubicBezTo>
                    <a:pt x="212423" y="152413"/>
                    <a:pt x="230735" y="151722"/>
                    <a:pt x="240430" y="151722"/>
                  </a:cubicBezTo>
                  <a:cubicBezTo>
                    <a:pt x="249765" y="151722"/>
                    <a:pt x="268436" y="152413"/>
                    <a:pt x="280644" y="152758"/>
                  </a:cubicBezTo>
                  <a:lnTo>
                    <a:pt x="280644" y="142050"/>
                  </a:lnTo>
                  <a:cubicBezTo>
                    <a:pt x="261973" y="142050"/>
                    <a:pt x="252997" y="142050"/>
                    <a:pt x="252638" y="131688"/>
                  </a:cubicBezTo>
                  <a:lnTo>
                    <a:pt x="252638" y="65713"/>
                  </a:lnTo>
                  <a:cubicBezTo>
                    <a:pt x="252638" y="36008"/>
                    <a:pt x="252638" y="25300"/>
                    <a:pt x="241507" y="12865"/>
                  </a:cubicBezTo>
                  <a:cubicBezTo>
                    <a:pt x="236480" y="6993"/>
                    <a:pt x="224631" y="85"/>
                    <a:pt x="203806" y="85"/>
                  </a:cubicBezTo>
                  <a:cubicBezTo>
                    <a:pt x="173645" y="85"/>
                    <a:pt x="157846" y="20810"/>
                    <a:pt x="151742" y="33935"/>
                  </a:cubicBezTo>
                  <a:cubicBezTo>
                    <a:pt x="146715" y="3884"/>
                    <a:pt x="120145" y="85"/>
                    <a:pt x="103987" y="85"/>
                  </a:cubicBezTo>
                  <a:cubicBezTo>
                    <a:pt x="77776" y="85"/>
                    <a:pt x="60900" y="14938"/>
                    <a:pt x="50847" y="36353"/>
                  </a:cubicBezTo>
                  <a:lnTo>
                    <a:pt x="50847" y="85"/>
                  </a:lnTo>
                  <a:lnTo>
                    <a:pt x="219" y="3884"/>
                  </a:lnTo>
                  <a:lnTo>
                    <a:pt x="219" y="14592"/>
                  </a:lnTo>
                  <a:cubicBezTo>
                    <a:pt x="25354" y="14592"/>
                    <a:pt x="28226" y="17010"/>
                    <a:pt x="28226" y="33935"/>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3" name="Freeform: Shape 122">
              <a:extLst>
                <a:ext uri="{FF2B5EF4-FFF2-40B4-BE49-F238E27FC236}">
                  <a16:creationId xmlns:a16="http://schemas.microsoft.com/office/drawing/2014/main" id="{4CDA2D37-5281-C531-80E3-DF0D0841E27D}"/>
                </a:ext>
              </a:extLst>
            </p:cNvPr>
            <p:cNvSpPr/>
            <p:nvPr/>
          </p:nvSpPr>
          <p:spPr>
            <a:xfrm>
              <a:off x="13134751" y="8478331"/>
              <a:ext cx="177016" cy="243517"/>
            </a:xfrm>
            <a:custGeom>
              <a:avLst/>
              <a:gdLst>
                <a:gd name="connsiteX0" fmla="*/ 51932 w 177016"/>
                <a:gd name="connsiteY0" fmla="*/ 109581 h 243517"/>
                <a:gd name="connsiteX1" fmla="*/ 51932 w 177016"/>
                <a:gd name="connsiteY1" fmla="*/ 85 h 243517"/>
                <a:gd name="connsiteX2" fmla="*/ 227 w 177016"/>
                <a:gd name="connsiteY2" fmla="*/ 3884 h 243517"/>
                <a:gd name="connsiteX3" fmla="*/ 227 w 177016"/>
                <a:gd name="connsiteY3" fmla="*/ 14592 h 243517"/>
                <a:gd name="connsiteX4" fmla="*/ 28234 w 177016"/>
                <a:gd name="connsiteY4" fmla="*/ 33935 h 243517"/>
                <a:gd name="connsiteX5" fmla="*/ 28234 w 177016"/>
                <a:gd name="connsiteY5" fmla="*/ 239802 h 243517"/>
                <a:gd name="connsiteX6" fmla="*/ 37210 w 177016"/>
                <a:gd name="connsiteY6" fmla="*/ 239802 h 243517"/>
                <a:gd name="connsiteX7" fmla="*/ 50137 w 177016"/>
                <a:gd name="connsiteY7" fmla="*/ 218387 h 243517"/>
                <a:gd name="connsiteX8" fmla="*/ 97173 w 177016"/>
                <a:gd name="connsiteY8" fmla="*/ 243602 h 243517"/>
                <a:gd name="connsiteX9" fmla="*/ 177243 w 177016"/>
                <a:gd name="connsiteY9" fmla="*/ 165193 h 243517"/>
                <a:gd name="connsiteX10" fmla="*/ 101123 w 177016"/>
                <a:gd name="connsiteY10" fmla="*/ 87129 h 243517"/>
                <a:gd name="connsiteX11" fmla="*/ 51932 w 177016"/>
                <a:gd name="connsiteY11" fmla="*/ 109581 h 243517"/>
                <a:gd name="connsiteX12" fmla="*/ 53009 w 177016"/>
                <a:gd name="connsiteY12" fmla="*/ 200425 h 243517"/>
                <a:gd name="connsiteX13" fmla="*/ 53009 w 177016"/>
                <a:gd name="connsiteY13" fmla="*/ 129270 h 243517"/>
                <a:gd name="connsiteX14" fmla="*/ 56959 w 177016"/>
                <a:gd name="connsiteY14" fmla="*/ 116835 h 243517"/>
                <a:gd name="connsiteX15" fmla="*/ 99328 w 177016"/>
                <a:gd name="connsiteY15" fmla="*/ 94728 h 243517"/>
                <a:gd name="connsiteX16" fmla="*/ 137029 w 177016"/>
                <a:gd name="connsiteY16" fmla="*/ 116835 h 243517"/>
                <a:gd name="connsiteX17" fmla="*/ 147442 w 177016"/>
                <a:gd name="connsiteY17" fmla="*/ 164847 h 243517"/>
                <a:gd name="connsiteX18" fmla="*/ 136311 w 177016"/>
                <a:gd name="connsiteY18" fmla="*/ 213896 h 243517"/>
                <a:gd name="connsiteX19" fmla="*/ 95737 w 177016"/>
                <a:gd name="connsiteY19" fmla="*/ 236003 h 243517"/>
                <a:gd name="connsiteX20" fmla="*/ 58036 w 177016"/>
                <a:gd name="connsiteY20" fmla="*/ 214933 h 243517"/>
                <a:gd name="connsiteX21" fmla="*/ 53009 w 177016"/>
                <a:gd name="connsiteY21" fmla="*/ 200425 h 243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16" h="243517">
                  <a:moveTo>
                    <a:pt x="51932" y="109581"/>
                  </a:moveTo>
                  <a:lnTo>
                    <a:pt x="51932" y="85"/>
                  </a:lnTo>
                  <a:lnTo>
                    <a:pt x="227" y="3884"/>
                  </a:lnTo>
                  <a:lnTo>
                    <a:pt x="227" y="14592"/>
                  </a:lnTo>
                  <a:cubicBezTo>
                    <a:pt x="25362" y="14592"/>
                    <a:pt x="28234" y="17010"/>
                    <a:pt x="28234" y="33935"/>
                  </a:cubicBezTo>
                  <a:lnTo>
                    <a:pt x="28234" y="239802"/>
                  </a:lnTo>
                  <a:lnTo>
                    <a:pt x="37210" y="239802"/>
                  </a:lnTo>
                  <a:cubicBezTo>
                    <a:pt x="37570" y="239457"/>
                    <a:pt x="40442" y="234621"/>
                    <a:pt x="50137" y="218387"/>
                  </a:cubicBezTo>
                  <a:cubicBezTo>
                    <a:pt x="55522" y="226331"/>
                    <a:pt x="70603" y="243602"/>
                    <a:pt x="97173" y="243602"/>
                  </a:cubicBezTo>
                  <a:cubicBezTo>
                    <a:pt x="139901" y="243602"/>
                    <a:pt x="177243" y="209751"/>
                    <a:pt x="177243" y="165193"/>
                  </a:cubicBezTo>
                  <a:cubicBezTo>
                    <a:pt x="177243" y="121325"/>
                    <a:pt x="142056" y="87129"/>
                    <a:pt x="101123" y="87129"/>
                  </a:cubicBezTo>
                  <a:cubicBezTo>
                    <a:pt x="73116" y="87129"/>
                    <a:pt x="57677" y="103364"/>
                    <a:pt x="51932" y="109581"/>
                  </a:cubicBezTo>
                  <a:close/>
                  <a:moveTo>
                    <a:pt x="53009" y="200425"/>
                  </a:moveTo>
                  <a:lnTo>
                    <a:pt x="53009" y="129270"/>
                  </a:lnTo>
                  <a:cubicBezTo>
                    <a:pt x="53009" y="122707"/>
                    <a:pt x="53009" y="122361"/>
                    <a:pt x="56959" y="116835"/>
                  </a:cubicBezTo>
                  <a:cubicBezTo>
                    <a:pt x="70962" y="97492"/>
                    <a:pt x="90710" y="94728"/>
                    <a:pt x="99328" y="94728"/>
                  </a:cubicBezTo>
                  <a:cubicBezTo>
                    <a:pt x="115485" y="94728"/>
                    <a:pt x="128411" y="103709"/>
                    <a:pt x="137029" y="116835"/>
                  </a:cubicBezTo>
                  <a:cubicBezTo>
                    <a:pt x="146364" y="130997"/>
                    <a:pt x="147442" y="150685"/>
                    <a:pt x="147442" y="164847"/>
                  </a:cubicBezTo>
                  <a:cubicBezTo>
                    <a:pt x="147442" y="177628"/>
                    <a:pt x="146723" y="198353"/>
                    <a:pt x="136311" y="213896"/>
                  </a:cubicBezTo>
                  <a:cubicBezTo>
                    <a:pt x="128771" y="224604"/>
                    <a:pt x="115126" y="236003"/>
                    <a:pt x="95737" y="236003"/>
                  </a:cubicBezTo>
                  <a:cubicBezTo>
                    <a:pt x="79579" y="236003"/>
                    <a:pt x="66653" y="227713"/>
                    <a:pt x="58036" y="214933"/>
                  </a:cubicBezTo>
                  <a:cubicBezTo>
                    <a:pt x="53009" y="207679"/>
                    <a:pt x="53009" y="206643"/>
                    <a:pt x="53009" y="200425"/>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4" name="Freeform: Shape 123">
              <a:extLst>
                <a:ext uri="{FF2B5EF4-FFF2-40B4-BE49-F238E27FC236}">
                  <a16:creationId xmlns:a16="http://schemas.microsoft.com/office/drawing/2014/main" id="{229D6152-0AB7-22C3-904F-CB43DCD84203}"/>
                </a:ext>
              </a:extLst>
            </p:cNvPr>
            <p:cNvSpPr/>
            <p:nvPr/>
          </p:nvSpPr>
          <p:spPr>
            <a:xfrm>
              <a:off x="13359721" y="8458987"/>
              <a:ext cx="83301" cy="345414"/>
            </a:xfrm>
            <a:custGeom>
              <a:avLst/>
              <a:gdLst>
                <a:gd name="connsiteX0" fmla="*/ 83535 w 83301"/>
                <a:gd name="connsiteY0" fmla="*/ 342045 h 345414"/>
                <a:gd name="connsiteX1" fmla="*/ 77431 w 83301"/>
                <a:gd name="connsiteY1" fmla="*/ 334446 h 345414"/>
                <a:gd name="connsiteX2" fmla="*/ 21058 w 83301"/>
                <a:gd name="connsiteY2" fmla="*/ 172792 h 345414"/>
                <a:gd name="connsiteX3" fmla="*/ 78867 w 83301"/>
                <a:gd name="connsiteY3" fmla="*/ 9411 h 345414"/>
                <a:gd name="connsiteX4" fmla="*/ 83535 w 83301"/>
                <a:gd name="connsiteY4" fmla="*/ 3539 h 345414"/>
                <a:gd name="connsiteX5" fmla="*/ 79944 w 83301"/>
                <a:gd name="connsiteY5" fmla="*/ 85 h 345414"/>
                <a:gd name="connsiteX6" fmla="*/ 22854 w 83301"/>
                <a:gd name="connsiteY6" fmla="*/ 67441 h 345414"/>
                <a:gd name="connsiteX7" fmla="*/ 233 w 83301"/>
                <a:gd name="connsiteY7" fmla="*/ 172792 h 345414"/>
                <a:gd name="connsiteX8" fmla="*/ 23931 w 83301"/>
                <a:gd name="connsiteY8" fmla="*/ 280561 h 345414"/>
                <a:gd name="connsiteX9" fmla="*/ 79944 w 83301"/>
                <a:gd name="connsiteY9" fmla="*/ 345499 h 345414"/>
                <a:gd name="connsiteX10" fmla="*/ 83535 w 83301"/>
                <a:gd name="connsiteY10" fmla="*/ 342045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301" h="345414">
                  <a:moveTo>
                    <a:pt x="83535" y="342045"/>
                  </a:moveTo>
                  <a:cubicBezTo>
                    <a:pt x="83535" y="341009"/>
                    <a:pt x="83535" y="340318"/>
                    <a:pt x="77431" y="334446"/>
                  </a:cubicBezTo>
                  <a:cubicBezTo>
                    <a:pt x="32548" y="290924"/>
                    <a:pt x="21058" y="225640"/>
                    <a:pt x="21058" y="172792"/>
                  </a:cubicBezTo>
                  <a:cubicBezTo>
                    <a:pt x="21058" y="112690"/>
                    <a:pt x="34703" y="52588"/>
                    <a:pt x="78867" y="9411"/>
                  </a:cubicBezTo>
                  <a:cubicBezTo>
                    <a:pt x="83535" y="5266"/>
                    <a:pt x="83535" y="4575"/>
                    <a:pt x="83535" y="3539"/>
                  </a:cubicBezTo>
                  <a:cubicBezTo>
                    <a:pt x="83535" y="1121"/>
                    <a:pt x="82098" y="85"/>
                    <a:pt x="79944" y="85"/>
                  </a:cubicBezTo>
                  <a:cubicBezTo>
                    <a:pt x="76353" y="85"/>
                    <a:pt x="44038" y="23573"/>
                    <a:pt x="22854" y="67441"/>
                  </a:cubicBezTo>
                  <a:cubicBezTo>
                    <a:pt x="4542" y="105436"/>
                    <a:pt x="233" y="143777"/>
                    <a:pt x="233" y="172792"/>
                  </a:cubicBezTo>
                  <a:cubicBezTo>
                    <a:pt x="233" y="199734"/>
                    <a:pt x="4183" y="241530"/>
                    <a:pt x="23931" y="280561"/>
                  </a:cubicBezTo>
                  <a:cubicBezTo>
                    <a:pt x="45474" y="323047"/>
                    <a:pt x="76353" y="345499"/>
                    <a:pt x="79944" y="345499"/>
                  </a:cubicBezTo>
                  <a:cubicBezTo>
                    <a:pt x="82098" y="345499"/>
                    <a:pt x="83535" y="344463"/>
                    <a:pt x="83535" y="342045"/>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5" name="Freeform: Shape 124">
              <a:extLst>
                <a:ext uri="{FF2B5EF4-FFF2-40B4-BE49-F238E27FC236}">
                  <a16:creationId xmlns:a16="http://schemas.microsoft.com/office/drawing/2014/main" id="{048B44C6-5E09-DD29-CCC6-39BE0AC601C1}"/>
                </a:ext>
              </a:extLst>
            </p:cNvPr>
            <p:cNvSpPr/>
            <p:nvPr/>
          </p:nvSpPr>
          <p:spPr>
            <a:xfrm>
              <a:off x="13474222" y="8565375"/>
              <a:ext cx="237696" cy="156472"/>
            </a:xfrm>
            <a:custGeom>
              <a:avLst/>
              <a:gdLst>
                <a:gd name="connsiteX0" fmla="*/ 155709 w 237696"/>
                <a:gd name="connsiteY0" fmla="*/ 35662 h 156472"/>
                <a:gd name="connsiteX1" fmla="*/ 161095 w 237696"/>
                <a:gd name="connsiteY1" fmla="*/ 13210 h 156472"/>
                <a:gd name="connsiteX2" fmla="*/ 150683 w 237696"/>
                <a:gd name="connsiteY2" fmla="*/ 3884 h 156472"/>
                <a:gd name="connsiteX3" fmla="*/ 137397 w 237696"/>
                <a:gd name="connsiteY3" fmla="*/ 13556 h 156472"/>
                <a:gd name="connsiteX4" fmla="*/ 116931 w 237696"/>
                <a:gd name="connsiteY4" fmla="*/ 90929 h 156472"/>
                <a:gd name="connsiteX5" fmla="*/ 113699 w 237696"/>
                <a:gd name="connsiteY5" fmla="*/ 113726 h 156472"/>
                <a:gd name="connsiteX6" fmla="*/ 114058 w 237696"/>
                <a:gd name="connsiteY6" fmla="*/ 119944 h 156472"/>
                <a:gd name="connsiteX7" fmla="*/ 81025 w 237696"/>
                <a:gd name="connsiteY7" fmla="*/ 148958 h 156472"/>
                <a:gd name="connsiteX8" fmla="*/ 52300 w 237696"/>
                <a:gd name="connsiteY8" fmla="*/ 117526 h 156472"/>
                <a:gd name="connsiteX9" fmla="*/ 70971 w 237696"/>
                <a:gd name="connsiteY9" fmla="*/ 50515 h 156472"/>
                <a:gd name="connsiteX10" fmla="*/ 77075 w 237696"/>
                <a:gd name="connsiteY10" fmla="*/ 28409 h 156472"/>
                <a:gd name="connsiteX11" fmla="*/ 47633 w 237696"/>
                <a:gd name="connsiteY11" fmla="*/ 85 h 156472"/>
                <a:gd name="connsiteX12" fmla="*/ 237 w 237696"/>
                <a:gd name="connsiteY12" fmla="*/ 53279 h 156472"/>
                <a:gd name="connsiteX13" fmla="*/ 4546 w 237696"/>
                <a:gd name="connsiteY13" fmla="*/ 56733 h 156472"/>
                <a:gd name="connsiteX14" fmla="*/ 10290 w 237696"/>
                <a:gd name="connsiteY14" fmla="*/ 50515 h 156472"/>
                <a:gd name="connsiteX15" fmla="*/ 46555 w 237696"/>
                <a:gd name="connsiteY15" fmla="*/ 7684 h 156472"/>
                <a:gd name="connsiteX16" fmla="*/ 55532 w 237696"/>
                <a:gd name="connsiteY16" fmla="*/ 19082 h 156472"/>
                <a:gd name="connsiteX17" fmla="*/ 49069 w 237696"/>
                <a:gd name="connsiteY17" fmla="*/ 43262 h 156472"/>
                <a:gd name="connsiteX18" fmla="*/ 28962 w 237696"/>
                <a:gd name="connsiteY18" fmla="*/ 113035 h 156472"/>
                <a:gd name="connsiteX19" fmla="*/ 79948 w 237696"/>
                <a:gd name="connsiteY19" fmla="*/ 156558 h 156472"/>
                <a:gd name="connsiteX20" fmla="*/ 117290 w 237696"/>
                <a:gd name="connsiteY20" fmla="*/ 132379 h 156472"/>
                <a:gd name="connsiteX21" fmla="*/ 162172 w 237696"/>
                <a:gd name="connsiteY21" fmla="*/ 156558 h 156472"/>
                <a:gd name="connsiteX22" fmla="*/ 214236 w 237696"/>
                <a:gd name="connsiteY22" fmla="*/ 114072 h 156472"/>
                <a:gd name="connsiteX23" fmla="*/ 237934 w 237696"/>
                <a:gd name="connsiteY23" fmla="*/ 24264 h 156472"/>
                <a:gd name="connsiteX24" fmla="*/ 222135 w 237696"/>
                <a:gd name="connsiteY24" fmla="*/ 85 h 156472"/>
                <a:gd name="connsiteX25" fmla="*/ 204182 w 237696"/>
                <a:gd name="connsiteY25" fmla="*/ 16665 h 156472"/>
                <a:gd name="connsiteX26" fmla="*/ 209568 w 237696"/>
                <a:gd name="connsiteY26" fmla="*/ 25991 h 156472"/>
                <a:gd name="connsiteX27" fmla="*/ 222494 w 237696"/>
                <a:gd name="connsiteY27" fmla="*/ 55351 h 156472"/>
                <a:gd name="connsiteX28" fmla="*/ 202746 w 237696"/>
                <a:gd name="connsiteY28" fmla="*/ 118562 h 156472"/>
                <a:gd name="connsiteX29" fmla="*/ 163250 w 237696"/>
                <a:gd name="connsiteY29" fmla="*/ 148958 h 156472"/>
                <a:gd name="connsiteX30" fmla="*/ 136679 w 237696"/>
                <a:gd name="connsiteY30" fmla="*/ 118907 h 156472"/>
                <a:gd name="connsiteX31" fmla="*/ 140629 w 237696"/>
                <a:gd name="connsiteY31" fmla="*/ 93692 h 156472"/>
                <a:gd name="connsiteX32" fmla="*/ 155709 w 237696"/>
                <a:gd name="connsiteY32" fmla="*/ 35662 h 1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696" h="156472">
                  <a:moveTo>
                    <a:pt x="155709" y="35662"/>
                  </a:moveTo>
                  <a:cubicBezTo>
                    <a:pt x="157505" y="28063"/>
                    <a:pt x="161095" y="15283"/>
                    <a:pt x="161095" y="13210"/>
                  </a:cubicBezTo>
                  <a:cubicBezTo>
                    <a:pt x="161095" y="6993"/>
                    <a:pt x="156068" y="3884"/>
                    <a:pt x="150683" y="3884"/>
                  </a:cubicBezTo>
                  <a:cubicBezTo>
                    <a:pt x="146374" y="3884"/>
                    <a:pt x="139911" y="6648"/>
                    <a:pt x="137397" y="13556"/>
                  </a:cubicBezTo>
                  <a:cubicBezTo>
                    <a:pt x="136320" y="15974"/>
                    <a:pt x="119444" y="81948"/>
                    <a:pt x="116931" y="90929"/>
                  </a:cubicBezTo>
                  <a:cubicBezTo>
                    <a:pt x="114418" y="101291"/>
                    <a:pt x="113699" y="107509"/>
                    <a:pt x="113699" y="113726"/>
                  </a:cubicBezTo>
                  <a:cubicBezTo>
                    <a:pt x="113699" y="117526"/>
                    <a:pt x="113699" y="118217"/>
                    <a:pt x="114058" y="119944"/>
                  </a:cubicBezTo>
                  <a:cubicBezTo>
                    <a:pt x="105800" y="138251"/>
                    <a:pt x="95028" y="148958"/>
                    <a:pt x="81025" y="148958"/>
                  </a:cubicBezTo>
                  <a:cubicBezTo>
                    <a:pt x="52300" y="148958"/>
                    <a:pt x="52300" y="123398"/>
                    <a:pt x="52300" y="117526"/>
                  </a:cubicBezTo>
                  <a:cubicBezTo>
                    <a:pt x="52300" y="106472"/>
                    <a:pt x="54096" y="93001"/>
                    <a:pt x="70971" y="50515"/>
                  </a:cubicBezTo>
                  <a:cubicBezTo>
                    <a:pt x="74921" y="40153"/>
                    <a:pt x="77075" y="35317"/>
                    <a:pt x="77075" y="28409"/>
                  </a:cubicBezTo>
                  <a:cubicBezTo>
                    <a:pt x="77075" y="12865"/>
                    <a:pt x="65226" y="85"/>
                    <a:pt x="47633" y="85"/>
                  </a:cubicBezTo>
                  <a:cubicBezTo>
                    <a:pt x="13522" y="85"/>
                    <a:pt x="237" y="50170"/>
                    <a:pt x="237" y="53279"/>
                  </a:cubicBezTo>
                  <a:cubicBezTo>
                    <a:pt x="237" y="56733"/>
                    <a:pt x="3827" y="56733"/>
                    <a:pt x="4546" y="56733"/>
                  </a:cubicBezTo>
                  <a:cubicBezTo>
                    <a:pt x="8136" y="56733"/>
                    <a:pt x="8495" y="56042"/>
                    <a:pt x="10290" y="50515"/>
                  </a:cubicBezTo>
                  <a:cubicBezTo>
                    <a:pt x="19985" y="18392"/>
                    <a:pt x="33988" y="7684"/>
                    <a:pt x="46555" y="7684"/>
                  </a:cubicBezTo>
                  <a:cubicBezTo>
                    <a:pt x="49787" y="7684"/>
                    <a:pt x="55532" y="8029"/>
                    <a:pt x="55532" y="19082"/>
                  </a:cubicBezTo>
                  <a:cubicBezTo>
                    <a:pt x="55532" y="27718"/>
                    <a:pt x="51582" y="37389"/>
                    <a:pt x="49069" y="43262"/>
                  </a:cubicBezTo>
                  <a:cubicBezTo>
                    <a:pt x="33270" y="84020"/>
                    <a:pt x="28962" y="99910"/>
                    <a:pt x="28962" y="113035"/>
                  </a:cubicBezTo>
                  <a:cubicBezTo>
                    <a:pt x="28962" y="144468"/>
                    <a:pt x="53018" y="156558"/>
                    <a:pt x="79948" y="156558"/>
                  </a:cubicBezTo>
                  <a:cubicBezTo>
                    <a:pt x="86052" y="156558"/>
                    <a:pt x="102928" y="156558"/>
                    <a:pt x="117290" y="132379"/>
                  </a:cubicBezTo>
                  <a:cubicBezTo>
                    <a:pt x="126626" y="154485"/>
                    <a:pt x="151401" y="156558"/>
                    <a:pt x="162172" y="156558"/>
                  </a:cubicBezTo>
                  <a:cubicBezTo>
                    <a:pt x="189102" y="156558"/>
                    <a:pt x="204900" y="134796"/>
                    <a:pt x="214236" y="114072"/>
                  </a:cubicBezTo>
                  <a:cubicBezTo>
                    <a:pt x="226444" y="87129"/>
                    <a:pt x="237934" y="40844"/>
                    <a:pt x="237934" y="24264"/>
                  </a:cubicBezTo>
                  <a:cubicBezTo>
                    <a:pt x="237934" y="5266"/>
                    <a:pt x="228239" y="85"/>
                    <a:pt x="222135" y="85"/>
                  </a:cubicBezTo>
                  <a:cubicBezTo>
                    <a:pt x="213159" y="85"/>
                    <a:pt x="204182" y="9065"/>
                    <a:pt x="204182" y="16665"/>
                  </a:cubicBezTo>
                  <a:cubicBezTo>
                    <a:pt x="204182" y="21155"/>
                    <a:pt x="206337" y="23227"/>
                    <a:pt x="209568" y="25991"/>
                  </a:cubicBezTo>
                  <a:cubicBezTo>
                    <a:pt x="213518" y="29790"/>
                    <a:pt x="222494" y="38771"/>
                    <a:pt x="222494" y="55351"/>
                  </a:cubicBezTo>
                  <a:cubicBezTo>
                    <a:pt x="222494" y="67095"/>
                    <a:pt x="212082" y="100946"/>
                    <a:pt x="202746" y="118562"/>
                  </a:cubicBezTo>
                  <a:cubicBezTo>
                    <a:pt x="193411" y="136869"/>
                    <a:pt x="180843" y="148958"/>
                    <a:pt x="163250" y="148958"/>
                  </a:cubicBezTo>
                  <a:cubicBezTo>
                    <a:pt x="146374" y="148958"/>
                    <a:pt x="136679" y="138596"/>
                    <a:pt x="136679" y="118907"/>
                  </a:cubicBezTo>
                  <a:cubicBezTo>
                    <a:pt x="136679" y="109236"/>
                    <a:pt x="139193" y="98528"/>
                    <a:pt x="140629" y="93692"/>
                  </a:cubicBezTo>
                  <a:lnTo>
                    <a:pt x="155709" y="35662"/>
                  </a:ln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6" name="Freeform: Shape 125">
              <a:extLst>
                <a:ext uri="{FF2B5EF4-FFF2-40B4-BE49-F238E27FC236}">
                  <a16:creationId xmlns:a16="http://schemas.microsoft.com/office/drawing/2014/main" id="{AD3AF300-C892-B8F5-C656-4B02025FA9F6}"/>
                </a:ext>
              </a:extLst>
            </p:cNvPr>
            <p:cNvSpPr/>
            <p:nvPr/>
          </p:nvSpPr>
          <p:spPr>
            <a:xfrm>
              <a:off x="13736700" y="8609311"/>
              <a:ext cx="111092" cy="160548"/>
            </a:xfrm>
            <a:custGeom>
              <a:avLst/>
              <a:gdLst>
                <a:gd name="connsiteX0" fmla="*/ 111337 w 111092"/>
                <a:gd name="connsiteY0" fmla="*/ 116629 h 160548"/>
                <a:gd name="connsiteX1" fmla="*/ 102791 w 111092"/>
                <a:gd name="connsiteY1" fmla="*/ 116629 h 160548"/>
                <a:gd name="connsiteX2" fmla="*/ 96256 w 111092"/>
                <a:gd name="connsiteY2" fmla="*/ 138632 h 160548"/>
                <a:gd name="connsiteX3" fmla="*/ 71374 w 111092"/>
                <a:gd name="connsiteY3" fmla="*/ 140083 h 160548"/>
                <a:gd name="connsiteX4" fmla="*/ 25127 w 111092"/>
                <a:gd name="connsiteY4" fmla="*/ 140083 h 160548"/>
                <a:gd name="connsiteX5" fmla="*/ 75395 w 111092"/>
                <a:gd name="connsiteY5" fmla="*/ 99462 h 160548"/>
                <a:gd name="connsiteX6" fmla="*/ 111337 w 111092"/>
                <a:gd name="connsiteY6" fmla="*/ 47235 h 160548"/>
                <a:gd name="connsiteX7" fmla="*/ 52523 w 111092"/>
                <a:gd name="connsiteY7" fmla="*/ 86 h 160548"/>
                <a:gd name="connsiteX8" fmla="*/ 244 w 111092"/>
                <a:gd name="connsiteY8" fmla="*/ 43367 h 160548"/>
                <a:gd name="connsiteX9" fmla="*/ 13565 w 111092"/>
                <a:gd name="connsiteY9" fmla="*/ 56907 h 160548"/>
                <a:gd name="connsiteX10" fmla="*/ 26886 w 111092"/>
                <a:gd name="connsiteY10" fmla="*/ 44092 h 160548"/>
                <a:gd name="connsiteX11" fmla="*/ 12057 w 111092"/>
                <a:gd name="connsiteY11" fmla="*/ 31277 h 160548"/>
                <a:gd name="connsiteX12" fmla="*/ 48753 w 111092"/>
                <a:gd name="connsiteY12" fmla="*/ 8791 h 160548"/>
                <a:gd name="connsiteX13" fmla="*/ 86957 w 111092"/>
                <a:gd name="connsiteY13" fmla="*/ 47235 h 160548"/>
                <a:gd name="connsiteX14" fmla="*/ 63331 w 111092"/>
                <a:gd name="connsiteY14" fmla="*/ 93659 h 160548"/>
                <a:gd name="connsiteX15" fmla="*/ 2757 w 111092"/>
                <a:gd name="connsiteY15" fmla="*/ 151205 h 160548"/>
                <a:gd name="connsiteX16" fmla="*/ 244 w 111092"/>
                <a:gd name="connsiteY16" fmla="*/ 160635 h 160548"/>
                <a:gd name="connsiteX17" fmla="*/ 103797 w 111092"/>
                <a:gd name="connsiteY17" fmla="*/ 160635 h 160548"/>
                <a:gd name="connsiteX18" fmla="*/ 111337 w 111092"/>
                <a:gd name="connsiteY18" fmla="*/ 116629 h 160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1092" h="160548">
                  <a:moveTo>
                    <a:pt x="111337" y="116629"/>
                  </a:moveTo>
                  <a:lnTo>
                    <a:pt x="102791" y="116629"/>
                  </a:lnTo>
                  <a:cubicBezTo>
                    <a:pt x="102037" y="121948"/>
                    <a:pt x="99524" y="136214"/>
                    <a:pt x="96256" y="138632"/>
                  </a:cubicBezTo>
                  <a:cubicBezTo>
                    <a:pt x="94246" y="140083"/>
                    <a:pt x="74892" y="140083"/>
                    <a:pt x="71374" y="140083"/>
                  </a:cubicBezTo>
                  <a:lnTo>
                    <a:pt x="25127" y="140083"/>
                  </a:lnTo>
                  <a:cubicBezTo>
                    <a:pt x="51518" y="117596"/>
                    <a:pt x="60315" y="110826"/>
                    <a:pt x="75395" y="99462"/>
                  </a:cubicBezTo>
                  <a:cubicBezTo>
                    <a:pt x="93994" y="85196"/>
                    <a:pt x="111337" y="70205"/>
                    <a:pt x="111337" y="47235"/>
                  </a:cubicBezTo>
                  <a:cubicBezTo>
                    <a:pt x="111337" y="17979"/>
                    <a:pt x="84695" y="86"/>
                    <a:pt x="52523" y="86"/>
                  </a:cubicBezTo>
                  <a:cubicBezTo>
                    <a:pt x="21357" y="86"/>
                    <a:pt x="244" y="21122"/>
                    <a:pt x="244" y="43367"/>
                  </a:cubicBezTo>
                  <a:cubicBezTo>
                    <a:pt x="244" y="55698"/>
                    <a:pt x="11052" y="56907"/>
                    <a:pt x="13565" y="56907"/>
                  </a:cubicBezTo>
                  <a:cubicBezTo>
                    <a:pt x="19597" y="56907"/>
                    <a:pt x="26886" y="52796"/>
                    <a:pt x="26886" y="44092"/>
                  </a:cubicBezTo>
                  <a:cubicBezTo>
                    <a:pt x="26886" y="39740"/>
                    <a:pt x="25127" y="31277"/>
                    <a:pt x="12057" y="31277"/>
                  </a:cubicBezTo>
                  <a:cubicBezTo>
                    <a:pt x="19849" y="14110"/>
                    <a:pt x="36940" y="8791"/>
                    <a:pt x="48753" y="8791"/>
                  </a:cubicBezTo>
                  <a:cubicBezTo>
                    <a:pt x="73887" y="8791"/>
                    <a:pt x="86957" y="27650"/>
                    <a:pt x="86957" y="47235"/>
                  </a:cubicBezTo>
                  <a:cubicBezTo>
                    <a:pt x="86957" y="68271"/>
                    <a:pt x="71374" y="84955"/>
                    <a:pt x="63331" y="93659"/>
                  </a:cubicBezTo>
                  <a:lnTo>
                    <a:pt x="2757" y="151205"/>
                  </a:lnTo>
                  <a:cubicBezTo>
                    <a:pt x="244" y="153381"/>
                    <a:pt x="244" y="153865"/>
                    <a:pt x="244" y="160635"/>
                  </a:cubicBezTo>
                  <a:lnTo>
                    <a:pt x="103797" y="160635"/>
                  </a:lnTo>
                  <a:lnTo>
                    <a:pt x="111337" y="116629"/>
                  </a:ln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7" name="Freeform: Shape 126">
              <a:extLst>
                <a:ext uri="{FF2B5EF4-FFF2-40B4-BE49-F238E27FC236}">
                  <a16:creationId xmlns:a16="http://schemas.microsoft.com/office/drawing/2014/main" id="{C7294102-56F8-CF42-6C6B-2FAB926C6211}"/>
                </a:ext>
              </a:extLst>
            </p:cNvPr>
            <p:cNvSpPr/>
            <p:nvPr/>
          </p:nvSpPr>
          <p:spPr>
            <a:xfrm>
              <a:off x="13902410" y="8458987"/>
              <a:ext cx="83301" cy="345414"/>
            </a:xfrm>
            <a:custGeom>
              <a:avLst/>
              <a:gdLst>
                <a:gd name="connsiteX0" fmla="*/ 83550 w 83301"/>
                <a:gd name="connsiteY0" fmla="*/ 172792 h 345414"/>
                <a:gd name="connsiteX1" fmla="*/ 59852 w 83301"/>
                <a:gd name="connsiteY1" fmla="*/ 65023 h 345414"/>
                <a:gd name="connsiteX2" fmla="*/ 3839 w 83301"/>
                <a:gd name="connsiteY2" fmla="*/ 85 h 345414"/>
                <a:gd name="connsiteX3" fmla="*/ 248 w 83301"/>
                <a:gd name="connsiteY3" fmla="*/ 3539 h 345414"/>
                <a:gd name="connsiteX4" fmla="*/ 7071 w 83301"/>
                <a:gd name="connsiteY4" fmla="*/ 11483 h 345414"/>
                <a:gd name="connsiteX5" fmla="*/ 62725 w 83301"/>
                <a:gd name="connsiteY5" fmla="*/ 172792 h 345414"/>
                <a:gd name="connsiteX6" fmla="*/ 4916 w 83301"/>
                <a:gd name="connsiteY6" fmla="*/ 336173 h 345414"/>
                <a:gd name="connsiteX7" fmla="*/ 248 w 83301"/>
                <a:gd name="connsiteY7" fmla="*/ 342045 h 345414"/>
                <a:gd name="connsiteX8" fmla="*/ 3839 w 83301"/>
                <a:gd name="connsiteY8" fmla="*/ 345499 h 345414"/>
                <a:gd name="connsiteX9" fmla="*/ 60929 w 83301"/>
                <a:gd name="connsiteY9" fmla="*/ 278144 h 345414"/>
                <a:gd name="connsiteX10" fmla="*/ 83550 w 83301"/>
                <a:gd name="connsiteY10" fmla="*/ 172792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301" h="345414">
                  <a:moveTo>
                    <a:pt x="83550" y="172792"/>
                  </a:moveTo>
                  <a:cubicBezTo>
                    <a:pt x="83550" y="145850"/>
                    <a:pt x="79600" y="104055"/>
                    <a:pt x="59852" y="65023"/>
                  </a:cubicBezTo>
                  <a:cubicBezTo>
                    <a:pt x="38309" y="22537"/>
                    <a:pt x="7430" y="85"/>
                    <a:pt x="3839" y="85"/>
                  </a:cubicBezTo>
                  <a:cubicBezTo>
                    <a:pt x="1685" y="85"/>
                    <a:pt x="248" y="1466"/>
                    <a:pt x="248" y="3539"/>
                  </a:cubicBezTo>
                  <a:cubicBezTo>
                    <a:pt x="248" y="4575"/>
                    <a:pt x="248" y="5266"/>
                    <a:pt x="7071" y="11483"/>
                  </a:cubicBezTo>
                  <a:cubicBezTo>
                    <a:pt x="42258" y="45679"/>
                    <a:pt x="62725" y="100600"/>
                    <a:pt x="62725" y="172792"/>
                  </a:cubicBezTo>
                  <a:cubicBezTo>
                    <a:pt x="62725" y="231858"/>
                    <a:pt x="49440" y="292651"/>
                    <a:pt x="4916" y="336173"/>
                  </a:cubicBezTo>
                  <a:cubicBezTo>
                    <a:pt x="248" y="340318"/>
                    <a:pt x="248" y="341009"/>
                    <a:pt x="248" y="342045"/>
                  </a:cubicBezTo>
                  <a:cubicBezTo>
                    <a:pt x="248" y="344118"/>
                    <a:pt x="1685" y="345499"/>
                    <a:pt x="3839" y="345499"/>
                  </a:cubicBezTo>
                  <a:cubicBezTo>
                    <a:pt x="7430" y="345499"/>
                    <a:pt x="39745" y="322011"/>
                    <a:pt x="60929" y="278144"/>
                  </a:cubicBezTo>
                  <a:cubicBezTo>
                    <a:pt x="79241" y="240148"/>
                    <a:pt x="83550" y="201807"/>
                    <a:pt x="83550" y="172792"/>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60" name="Group 59" descr="\documentclass{article}&#10;\usepackage{amsmath,amssymb}&#10;\pagestyle{empty}&#10;\begin{document}&#10;&#10;\newcommand{\score}{\textrm{score}}&#10;\newcommand{\classify}{\textrm{classify}}&#10;\newcommand{\bx}{\mathbf{x}}&#10;&#10;\begin{align*}&#10;\text{emb}(w_k)&#10;\end{align*}&#10;&#10;&#10;\end{document}" title="IguanaTex Vector Display">
            <a:extLst>
              <a:ext uri="{FF2B5EF4-FFF2-40B4-BE49-F238E27FC236}">
                <a16:creationId xmlns:a16="http://schemas.microsoft.com/office/drawing/2014/main" id="{E25A735E-3B47-7993-E227-B9AB0BEFFE95}"/>
              </a:ext>
            </a:extLst>
          </p:cNvPr>
          <p:cNvGrpSpPr>
            <a:grpSpLocks noChangeAspect="1"/>
          </p:cNvGrpSpPr>
          <p:nvPr/>
        </p:nvGrpSpPr>
        <p:grpSpPr>
          <a:xfrm>
            <a:off x="6003959" y="5675123"/>
            <a:ext cx="1280755" cy="345414"/>
            <a:chOff x="10899091" y="8587900"/>
            <a:chExt cx="1280755" cy="345414"/>
          </a:xfrm>
        </p:grpSpPr>
        <p:sp>
          <p:nvSpPr>
            <p:cNvPr id="114" name="Freeform: Shape 113">
              <a:extLst>
                <a:ext uri="{FF2B5EF4-FFF2-40B4-BE49-F238E27FC236}">
                  <a16:creationId xmlns:a16="http://schemas.microsoft.com/office/drawing/2014/main" id="{6E58D17E-E858-75CE-2AC4-CF24E9AD0954}"/>
                </a:ext>
              </a:extLst>
            </p:cNvPr>
            <p:cNvSpPr/>
            <p:nvPr/>
          </p:nvSpPr>
          <p:spPr>
            <a:xfrm>
              <a:off x="10899091" y="8692216"/>
              <a:ext cx="135299" cy="158545"/>
            </a:xfrm>
            <a:custGeom>
              <a:avLst/>
              <a:gdLst>
                <a:gd name="connsiteX0" fmla="*/ 29582 w 135299"/>
                <a:gd name="connsiteY0" fmla="*/ 67786 h 158545"/>
                <a:gd name="connsiteX1" fmla="*/ 72934 w 135299"/>
                <a:gd name="connsiteY1" fmla="*/ 7684 h 158545"/>
                <a:gd name="connsiteX2" fmla="*/ 112440 w 135299"/>
                <a:gd name="connsiteY2" fmla="*/ 67786 h 158545"/>
                <a:gd name="connsiteX3" fmla="*/ 29582 w 135299"/>
                <a:gd name="connsiteY3" fmla="*/ 67786 h 158545"/>
                <a:gd name="connsiteX4" fmla="*/ 29232 w 135299"/>
                <a:gd name="connsiteY4" fmla="*/ 75040 h 158545"/>
                <a:gd name="connsiteX5" fmla="*/ 126774 w 135299"/>
                <a:gd name="connsiteY5" fmla="*/ 75040 h 158545"/>
                <a:gd name="connsiteX6" fmla="*/ 135514 w 135299"/>
                <a:gd name="connsiteY6" fmla="*/ 67786 h 158545"/>
                <a:gd name="connsiteX7" fmla="*/ 72934 w 135299"/>
                <a:gd name="connsiteY7" fmla="*/ 85 h 158545"/>
                <a:gd name="connsiteX8" fmla="*/ 215 w 135299"/>
                <a:gd name="connsiteY8" fmla="*/ 78839 h 158545"/>
                <a:gd name="connsiteX9" fmla="*/ 77129 w 135299"/>
                <a:gd name="connsiteY9" fmla="*/ 158630 h 158545"/>
                <a:gd name="connsiteX10" fmla="*/ 135514 w 135299"/>
                <a:gd name="connsiteY10" fmla="*/ 113726 h 158545"/>
                <a:gd name="connsiteX11" fmla="*/ 130969 w 135299"/>
                <a:gd name="connsiteY11" fmla="*/ 109581 h 158545"/>
                <a:gd name="connsiteX12" fmla="*/ 126424 w 135299"/>
                <a:gd name="connsiteY12" fmla="*/ 114417 h 158545"/>
                <a:gd name="connsiteX13" fmla="*/ 79227 w 135299"/>
                <a:gd name="connsiteY13" fmla="*/ 149995 h 158545"/>
                <a:gd name="connsiteX14" fmla="*/ 39721 w 135299"/>
                <a:gd name="connsiteY14" fmla="*/ 126852 h 158545"/>
                <a:gd name="connsiteX15" fmla="*/ 29232 w 135299"/>
                <a:gd name="connsiteY15" fmla="*/ 75040 h 158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5299" h="158545">
                  <a:moveTo>
                    <a:pt x="29582" y="67786"/>
                  </a:moveTo>
                  <a:cubicBezTo>
                    <a:pt x="31680" y="16319"/>
                    <a:pt x="61047" y="7684"/>
                    <a:pt x="72934" y="7684"/>
                  </a:cubicBezTo>
                  <a:cubicBezTo>
                    <a:pt x="108943" y="7684"/>
                    <a:pt x="112440" y="54315"/>
                    <a:pt x="112440" y="67786"/>
                  </a:cubicBezTo>
                  <a:lnTo>
                    <a:pt x="29582" y="67786"/>
                  </a:lnTo>
                  <a:close/>
                  <a:moveTo>
                    <a:pt x="29232" y="75040"/>
                  </a:moveTo>
                  <a:lnTo>
                    <a:pt x="126774" y="75040"/>
                  </a:lnTo>
                  <a:cubicBezTo>
                    <a:pt x="134465" y="75040"/>
                    <a:pt x="135514" y="75040"/>
                    <a:pt x="135514" y="67786"/>
                  </a:cubicBezTo>
                  <a:cubicBezTo>
                    <a:pt x="135514" y="33590"/>
                    <a:pt x="116635" y="85"/>
                    <a:pt x="72934" y="85"/>
                  </a:cubicBezTo>
                  <a:cubicBezTo>
                    <a:pt x="32379" y="85"/>
                    <a:pt x="215" y="35662"/>
                    <a:pt x="215" y="78839"/>
                  </a:cubicBezTo>
                  <a:cubicBezTo>
                    <a:pt x="215" y="125125"/>
                    <a:pt x="36924" y="158630"/>
                    <a:pt x="77129" y="158630"/>
                  </a:cubicBezTo>
                  <a:cubicBezTo>
                    <a:pt x="119781" y="158630"/>
                    <a:pt x="135514" y="120289"/>
                    <a:pt x="135514" y="113726"/>
                  </a:cubicBezTo>
                  <a:cubicBezTo>
                    <a:pt x="135514" y="110272"/>
                    <a:pt x="132717" y="109581"/>
                    <a:pt x="130969" y="109581"/>
                  </a:cubicBezTo>
                  <a:cubicBezTo>
                    <a:pt x="127822" y="109581"/>
                    <a:pt x="127123" y="111654"/>
                    <a:pt x="126424" y="114417"/>
                  </a:cubicBezTo>
                  <a:cubicBezTo>
                    <a:pt x="114188" y="149995"/>
                    <a:pt x="82723" y="149995"/>
                    <a:pt x="79227" y="149995"/>
                  </a:cubicBezTo>
                  <a:cubicBezTo>
                    <a:pt x="61746" y="149995"/>
                    <a:pt x="47762" y="139632"/>
                    <a:pt x="39721" y="126852"/>
                  </a:cubicBezTo>
                  <a:cubicBezTo>
                    <a:pt x="29232" y="110272"/>
                    <a:pt x="29232" y="87475"/>
                    <a:pt x="29232" y="75040"/>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5" name="Freeform: Shape 114">
              <a:extLst>
                <a:ext uri="{FF2B5EF4-FFF2-40B4-BE49-F238E27FC236}">
                  <a16:creationId xmlns:a16="http://schemas.microsoft.com/office/drawing/2014/main" id="{B2900334-C281-E9B9-6E0C-CF998A026EA1}"/>
                </a:ext>
              </a:extLst>
            </p:cNvPr>
            <p:cNvSpPr/>
            <p:nvPr/>
          </p:nvSpPr>
          <p:spPr>
            <a:xfrm>
              <a:off x="11055872" y="8694288"/>
              <a:ext cx="273045" cy="152673"/>
            </a:xfrm>
            <a:custGeom>
              <a:avLst/>
              <a:gdLst>
                <a:gd name="connsiteX0" fmla="*/ 27489 w 273045"/>
                <a:gd name="connsiteY0" fmla="*/ 33935 h 152673"/>
                <a:gd name="connsiteX1" fmla="*/ 27489 w 273045"/>
                <a:gd name="connsiteY1" fmla="*/ 126506 h 152673"/>
                <a:gd name="connsiteX2" fmla="*/ 219 w 273045"/>
                <a:gd name="connsiteY2" fmla="*/ 142050 h 152673"/>
                <a:gd name="connsiteX3" fmla="*/ 219 w 273045"/>
                <a:gd name="connsiteY3" fmla="*/ 152758 h 152673"/>
                <a:gd name="connsiteX4" fmla="*/ 39725 w 273045"/>
                <a:gd name="connsiteY4" fmla="*/ 151722 h 152673"/>
                <a:gd name="connsiteX5" fmla="*/ 78881 w 273045"/>
                <a:gd name="connsiteY5" fmla="*/ 152758 h 152673"/>
                <a:gd name="connsiteX6" fmla="*/ 78881 w 273045"/>
                <a:gd name="connsiteY6" fmla="*/ 142050 h 152673"/>
                <a:gd name="connsiteX7" fmla="*/ 51612 w 273045"/>
                <a:gd name="connsiteY7" fmla="*/ 126506 h 152673"/>
                <a:gd name="connsiteX8" fmla="*/ 51612 w 273045"/>
                <a:gd name="connsiteY8" fmla="*/ 62950 h 152673"/>
                <a:gd name="connsiteX9" fmla="*/ 98809 w 273045"/>
                <a:gd name="connsiteY9" fmla="*/ 7684 h 152673"/>
                <a:gd name="connsiteX10" fmla="*/ 124680 w 273045"/>
                <a:gd name="connsiteY10" fmla="*/ 46025 h 152673"/>
                <a:gd name="connsiteX11" fmla="*/ 124680 w 273045"/>
                <a:gd name="connsiteY11" fmla="*/ 126506 h 152673"/>
                <a:gd name="connsiteX12" fmla="*/ 97411 w 273045"/>
                <a:gd name="connsiteY12" fmla="*/ 142050 h 152673"/>
                <a:gd name="connsiteX13" fmla="*/ 97411 w 273045"/>
                <a:gd name="connsiteY13" fmla="*/ 152758 h 152673"/>
                <a:gd name="connsiteX14" fmla="*/ 136917 w 273045"/>
                <a:gd name="connsiteY14" fmla="*/ 151722 h 152673"/>
                <a:gd name="connsiteX15" fmla="*/ 176073 w 273045"/>
                <a:gd name="connsiteY15" fmla="*/ 152758 h 152673"/>
                <a:gd name="connsiteX16" fmla="*/ 176073 w 273045"/>
                <a:gd name="connsiteY16" fmla="*/ 142050 h 152673"/>
                <a:gd name="connsiteX17" fmla="*/ 148803 w 273045"/>
                <a:gd name="connsiteY17" fmla="*/ 126506 h 152673"/>
                <a:gd name="connsiteX18" fmla="*/ 148803 w 273045"/>
                <a:gd name="connsiteY18" fmla="*/ 62950 h 152673"/>
                <a:gd name="connsiteX19" fmla="*/ 196001 w 273045"/>
                <a:gd name="connsiteY19" fmla="*/ 7684 h 152673"/>
                <a:gd name="connsiteX20" fmla="*/ 221872 w 273045"/>
                <a:gd name="connsiteY20" fmla="*/ 46025 h 152673"/>
                <a:gd name="connsiteX21" fmla="*/ 221872 w 273045"/>
                <a:gd name="connsiteY21" fmla="*/ 126506 h 152673"/>
                <a:gd name="connsiteX22" fmla="*/ 194602 w 273045"/>
                <a:gd name="connsiteY22" fmla="*/ 142050 h 152673"/>
                <a:gd name="connsiteX23" fmla="*/ 194602 w 273045"/>
                <a:gd name="connsiteY23" fmla="*/ 152758 h 152673"/>
                <a:gd name="connsiteX24" fmla="*/ 234108 w 273045"/>
                <a:gd name="connsiteY24" fmla="*/ 151722 h 152673"/>
                <a:gd name="connsiteX25" fmla="*/ 273265 w 273045"/>
                <a:gd name="connsiteY25" fmla="*/ 152758 h 152673"/>
                <a:gd name="connsiteX26" fmla="*/ 273265 w 273045"/>
                <a:gd name="connsiteY26" fmla="*/ 142050 h 152673"/>
                <a:gd name="connsiteX27" fmla="*/ 245995 w 273045"/>
                <a:gd name="connsiteY27" fmla="*/ 131688 h 152673"/>
                <a:gd name="connsiteX28" fmla="*/ 245995 w 273045"/>
                <a:gd name="connsiteY28" fmla="*/ 65713 h 152673"/>
                <a:gd name="connsiteX29" fmla="*/ 235157 w 273045"/>
                <a:gd name="connsiteY29" fmla="*/ 12865 h 152673"/>
                <a:gd name="connsiteX30" fmla="*/ 198448 w 273045"/>
                <a:gd name="connsiteY30" fmla="*/ 85 h 152673"/>
                <a:gd name="connsiteX31" fmla="*/ 147755 w 273045"/>
                <a:gd name="connsiteY31" fmla="*/ 33935 h 152673"/>
                <a:gd name="connsiteX32" fmla="*/ 101256 w 273045"/>
                <a:gd name="connsiteY32" fmla="*/ 85 h 152673"/>
                <a:gd name="connsiteX33" fmla="*/ 49514 w 273045"/>
                <a:gd name="connsiteY33" fmla="*/ 36353 h 152673"/>
                <a:gd name="connsiteX34" fmla="*/ 49514 w 273045"/>
                <a:gd name="connsiteY34" fmla="*/ 85 h 152673"/>
                <a:gd name="connsiteX35" fmla="*/ 219 w 273045"/>
                <a:gd name="connsiteY35" fmla="*/ 3884 h 152673"/>
                <a:gd name="connsiteX36" fmla="*/ 219 w 273045"/>
                <a:gd name="connsiteY36" fmla="*/ 14592 h 152673"/>
                <a:gd name="connsiteX37" fmla="*/ 27489 w 273045"/>
                <a:gd name="connsiteY37" fmla="*/ 33935 h 152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73045" h="152673">
                  <a:moveTo>
                    <a:pt x="27489" y="33935"/>
                  </a:moveTo>
                  <a:lnTo>
                    <a:pt x="27489" y="126506"/>
                  </a:lnTo>
                  <a:cubicBezTo>
                    <a:pt x="27489" y="142050"/>
                    <a:pt x="23643" y="142050"/>
                    <a:pt x="219" y="142050"/>
                  </a:cubicBezTo>
                  <a:lnTo>
                    <a:pt x="219" y="152758"/>
                  </a:lnTo>
                  <a:cubicBezTo>
                    <a:pt x="12456" y="152413"/>
                    <a:pt x="30286" y="151722"/>
                    <a:pt x="39725" y="151722"/>
                  </a:cubicBezTo>
                  <a:cubicBezTo>
                    <a:pt x="48815" y="151722"/>
                    <a:pt x="66995" y="152413"/>
                    <a:pt x="78881" y="152758"/>
                  </a:cubicBezTo>
                  <a:lnTo>
                    <a:pt x="78881" y="142050"/>
                  </a:lnTo>
                  <a:cubicBezTo>
                    <a:pt x="55458" y="142050"/>
                    <a:pt x="51612" y="142050"/>
                    <a:pt x="51612" y="126506"/>
                  </a:cubicBezTo>
                  <a:lnTo>
                    <a:pt x="51612" y="62950"/>
                  </a:lnTo>
                  <a:cubicBezTo>
                    <a:pt x="51612" y="27027"/>
                    <a:pt x="76434" y="7684"/>
                    <a:pt x="98809" y="7684"/>
                  </a:cubicBezTo>
                  <a:cubicBezTo>
                    <a:pt x="120835" y="7684"/>
                    <a:pt x="124680" y="26336"/>
                    <a:pt x="124680" y="46025"/>
                  </a:cubicBezTo>
                  <a:lnTo>
                    <a:pt x="124680" y="126506"/>
                  </a:lnTo>
                  <a:cubicBezTo>
                    <a:pt x="124680" y="142050"/>
                    <a:pt x="120835" y="142050"/>
                    <a:pt x="97411" y="142050"/>
                  </a:cubicBezTo>
                  <a:lnTo>
                    <a:pt x="97411" y="152758"/>
                  </a:lnTo>
                  <a:cubicBezTo>
                    <a:pt x="109647" y="152413"/>
                    <a:pt x="127477" y="151722"/>
                    <a:pt x="136917" y="151722"/>
                  </a:cubicBezTo>
                  <a:cubicBezTo>
                    <a:pt x="146007" y="151722"/>
                    <a:pt x="164186" y="152413"/>
                    <a:pt x="176073" y="152758"/>
                  </a:cubicBezTo>
                  <a:lnTo>
                    <a:pt x="176073" y="142050"/>
                  </a:lnTo>
                  <a:cubicBezTo>
                    <a:pt x="152649" y="142050"/>
                    <a:pt x="148803" y="142050"/>
                    <a:pt x="148803" y="126506"/>
                  </a:cubicBezTo>
                  <a:lnTo>
                    <a:pt x="148803" y="62950"/>
                  </a:lnTo>
                  <a:cubicBezTo>
                    <a:pt x="148803" y="27027"/>
                    <a:pt x="173626" y="7684"/>
                    <a:pt x="196001" y="7684"/>
                  </a:cubicBezTo>
                  <a:cubicBezTo>
                    <a:pt x="218026" y="7684"/>
                    <a:pt x="221872" y="26336"/>
                    <a:pt x="221872" y="46025"/>
                  </a:cubicBezTo>
                  <a:lnTo>
                    <a:pt x="221872" y="126506"/>
                  </a:lnTo>
                  <a:cubicBezTo>
                    <a:pt x="221872" y="142050"/>
                    <a:pt x="218026" y="142050"/>
                    <a:pt x="194602" y="142050"/>
                  </a:cubicBezTo>
                  <a:lnTo>
                    <a:pt x="194602" y="152758"/>
                  </a:lnTo>
                  <a:cubicBezTo>
                    <a:pt x="206839" y="152413"/>
                    <a:pt x="224669" y="151722"/>
                    <a:pt x="234108" y="151722"/>
                  </a:cubicBezTo>
                  <a:cubicBezTo>
                    <a:pt x="243198" y="151722"/>
                    <a:pt x="261378" y="152413"/>
                    <a:pt x="273265" y="152758"/>
                  </a:cubicBezTo>
                  <a:lnTo>
                    <a:pt x="273265" y="142050"/>
                  </a:lnTo>
                  <a:cubicBezTo>
                    <a:pt x="255085" y="142050"/>
                    <a:pt x="246345" y="142050"/>
                    <a:pt x="245995" y="131688"/>
                  </a:cubicBezTo>
                  <a:lnTo>
                    <a:pt x="245995" y="65713"/>
                  </a:lnTo>
                  <a:cubicBezTo>
                    <a:pt x="245995" y="36008"/>
                    <a:pt x="245995" y="25300"/>
                    <a:pt x="235157" y="12865"/>
                  </a:cubicBezTo>
                  <a:cubicBezTo>
                    <a:pt x="230263" y="6993"/>
                    <a:pt x="218725" y="85"/>
                    <a:pt x="198448" y="85"/>
                  </a:cubicBezTo>
                  <a:cubicBezTo>
                    <a:pt x="169081" y="85"/>
                    <a:pt x="153698" y="20810"/>
                    <a:pt x="147755" y="33935"/>
                  </a:cubicBezTo>
                  <a:cubicBezTo>
                    <a:pt x="142860" y="3884"/>
                    <a:pt x="116989" y="85"/>
                    <a:pt x="101256" y="85"/>
                  </a:cubicBezTo>
                  <a:cubicBezTo>
                    <a:pt x="75735" y="85"/>
                    <a:pt x="59303" y="14938"/>
                    <a:pt x="49514" y="36353"/>
                  </a:cubicBezTo>
                  <a:lnTo>
                    <a:pt x="49514" y="85"/>
                  </a:lnTo>
                  <a:lnTo>
                    <a:pt x="219" y="3884"/>
                  </a:lnTo>
                  <a:lnTo>
                    <a:pt x="219" y="14592"/>
                  </a:lnTo>
                  <a:cubicBezTo>
                    <a:pt x="24692" y="14592"/>
                    <a:pt x="27489" y="17010"/>
                    <a:pt x="27489" y="33935"/>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6" name="Freeform: Shape 115">
              <a:extLst>
                <a:ext uri="{FF2B5EF4-FFF2-40B4-BE49-F238E27FC236}">
                  <a16:creationId xmlns:a16="http://schemas.microsoft.com/office/drawing/2014/main" id="{E7379D75-72DC-EA18-D003-7E46F28D8815}"/>
                </a:ext>
              </a:extLst>
            </p:cNvPr>
            <p:cNvSpPr/>
            <p:nvPr/>
          </p:nvSpPr>
          <p:spPr>
            <a:xfrm>
              <a:off x="11336105" y="8607244"/>
              <a:ext cx="172357" cy="243517"/>
            </a:xfrm>
            <a:custGeom>
              <a:avLst/>
              <a:gdLst>
                <a:gd name="connsiteX0" fmla="*/ 50571 w 172357"/>
                <a:gd name="connsiteY0" fmla="*/ 109581 h 243517"/>
                <a:gd name="connsiteX1" fmla="*/ 50571 w 172357"/>
                <a:gd name="connsiteY1" fmla="*/ 85 h 243517"/>
                <a:gd name="connsiteX2" fmla="*/ 227 w 172357"/>
                <a:gd name="connsiteY2" fmla="*/ 3884 h 243517"/>
                <a:gd name="connsiteX3" fmla="*/ 227 w 172357"/>
                <a:gd name="connsiteY3" fmla="*/ 14592 h 243517"/>
                <a:gd name="connsiteX4" fmla="*/ 27497 w 172357"/>
                <a:gd name="connsiteY4" fmla="*/ 33935 h 243517"/>
                <a:gd name="connsiteX5" fmla="*/ 27497 w 172357"/>
                <a:gd name="connsiteY5" fmla="*/ 239802 h 243517"/>
                <a:gd name="connsiteX6" fmla="*/ 36237 w 172357"/>
                <a:gd name="connsiteY6" fmla="*/ 239802 h 243517"/>
                <a:gd name="connsiteX7" fmla="*/ 48823 w 172357"/>
                <a:gd name="connsiteY7" fmla="*/ 218387 h 243517"/>
                <a:gd name="connsiteX8" fmla="*/ 94622 w 172357"/>
                <a:gd name="connsiteY8" fmla="*/ 243602 h 243517"/>
                <a:gd name="connsiteX9" fmla="*/ 172585 w 172357"/>
                <a:gd name="connsiteY9" fmla="*/ 165193 h 243517"/>
                <a:gd name="connsiteX10" fmla="*/ 98468 w 172357"/>
                <a:gd name="connsiteY10" fmla="*/ 87129 h 243517"/>
                <a:gd name="connsiteX11" fmla="*/ 50571 w 172357"/>
                <a:gd name="connsiteY11" fmla="*/ 109581 h 243517"/>
                <a:gd name="connsiteX12" fmla="*/ 51620 w 172357"/>
                <a:gd name="connsiteY12" fmla="*/ 200425 h 243517"/>
                <a:gd name="connsiteX13" fmla="*/ 51620 w 172357"/>
                <a:gd name="connsiteY13" fmla="*/ 129270 h 243517"/>
                <a:gd name="connsiteX14" fmla="*/ 55466 w 172357"/>
                <a:gd name="connsiteY14" fmla="*/ 116835 h 243517"/>
                <a:gd name="connsiteX15" fmla="*/ 96720 w 172357"/>
                <a:gd name="connsiteY15" fmla="*/ 94728 h 243517"/>
                <a:gd name="connsiteX16" fmla="*/ 133429 w 172357"/>
                <a:gd name="connsiteY16" fmla="*/ 116835 h 243517"/>
                <a:gd name="connsiteX17" fmla="*/ 143567 w 172357"/>
                <a:gd name="connsiteY17" fmla="*/ 164847 h 243517"/>
                <a:gd name="connsiteX18" fmla="*/ 132729 w 172357"/>
                <a:gd name="connsiteY18" fmla="*/ 213896 h 243517"/>
                <a:gd name="connsiteX19" fmla="*/ 93223 w 172357"/>
                <a:gd name="connsiteY19" fmla="*/ 236003 h 243517"/>
                <a:gd name="connsiteX20" fmla="*/ 56514 w 172357"/>
                <a:gd name="connsiteY20" fmla="*/ 214933 h 243517"/>
                <a:gd name="connsiteX21" fmla="*/ 51620 w 172357"/>
                <a:gd name="connsiteY21" fmla="*/ 200425 h 243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2357" h="243517">
                  <a:moveTo>
                    <a:pt x="50571" y="109581"/>
                  </a:moveTo>
                  <a:lnTo>
                    <a:pt x="50571" y="85"/>
                  </a:lnTo>
                  <a:lnTo>
                    <a:pt x="227" y="3884"/>
                  </a:lnTo>
                  <a:lnTo>
                    <a:pt x="227" y="14592"/>
                  </a:lnTo>
                  <a:cubicBezTo>
                    <a:pt x="24700" y="14592"/>
                    <a:pt x="27497" y="17010"/>
                    <a:pt x="27497" y="33935"/>
                  </a:cubicBezTo>
                  <a:lnTo>
                    <a:pt x="27497" y="239802"/>
                  </a:lnTo>
                  <a:lnTo>
                    <a:pt x="36237" y="239802"/>
                  </a:lnTo>
                  <a:cubicBezTo>
                    <a:pt x="36587" y="239457"/>
                    <a:pt x="39384" y="234621"/>
                    <a:pt x="48823" y="218387"/>
                  </a:cubicBezTo>
                  <a:cubicBezTo>
                    <a:pt x="54067" y="226331"/>
                    <a:pt x="68751" y="243602"/>
                    <a:pt x="94622" y="243602"/>
                  </a:cubicBezTo>
                  <a:cubicBezTo>
                    <a:pt x="136225" y="243602"/>
                    <a:pt x="172585" y="209751"/>
                    <a:pt x="172585" y="165193"/>
                  </a:cubicBezTo>
                  <a:cubicBezTo>
                    <a:pt x="172585" y="121325"/>
                    <a:pt x="138323" y="87129"/>
                    <a:pt x="98468" y="87129"/>
                  </a:cubicBezTo>
                  <a:cubicBezTo>
                    <a:pt x="71198" y="87129"/>
                    <a:pt x="56165" y="103364"/>
                    <a:pt x="50571" y="109581"/>
                  </a:cubicBezTo>
                  <a:close/>
                  <a:moveTo>
                    <a:pt x="51620" y="200425"/>
                  </a:moveTo>
                  <a:lnTo>
                    <a:pt x="51620" y="129270"/>
                  </a:lnTo>
                  <a:cubicBezTo>
                    <a:pt x="51620" y="122707"/>
                    <a:pt x="51620" y="122361"/>
                    <a:pt x="55466" y="116835"/>
                  </a:cubicBezTo>
                  <a:cubicBezTo>
                    <a:pt x="69100" y="97492"/>
                    <a:pt x="88329" y="94728"/>
                    <a:pt x="96720" y="94728"/>
                  </a:cubicBezTo>
                  <a:cubicBezTo>
                    <a:pt x="112452" y="94728"/>
                    <a:pt x="125038" y="103709"/>
                    <a:pt x="133429" y="116835"/>
                  </a:cubicBezTo>
                  <a:cubicBezTo>
                    <a:pt x="142518" y="130997"/>
                    <a:pt x="143567" y="150685"/>
                    <a:pt x="143567" y="164847"/>
                  </a:cubicBezTo>
                  <a:cubicBezTo>
                    <a:pt x="143567" y="177628"/>
                    <a:pt x="142868" y="198353"/>
                    <a:pt x="132729" y="213896"/>
                  </a:cubicBezTo>
                  <a:cubicBezTo>
                    <a:pt x="125388" y="224604"/>
                    <a:pt x="112102" y="236003"/>
                    <a:pt x="93223" y="236003"/>
                  </a:cubicBezTo>
                  <a:cubicBezTo>
                    <a:pt x="77491" y="236003"/>
                    <a:pt x="64905" y="227713"/>
                    <a:pt x="56514" y="214933"/>
                  </a:cubicBezTo>
                  <a:cubicBezTo>
                    <a:pt x="51620" y="207679"/>
                    <a:pt x="51620" y="206643"/>
                    <a:pt x="51620" y="200425"/>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7" name="Freeform: Shape 116">
              <a:extLst>
                <a:ext uri="{FF2B5EF4-FFF2-40B4-BE49-F238E27FC236}">
                  <a16:creationId xmlns:a16="http://schemas.microsoft.com/office/drawing/2014/main" id="{4F3EB401-8DB3-4B29-E4E8-8BA04BBCFCA7}"/>
                </a:ext>
              </a:extLst>
            </p:cNvPr>
            <p:cNvSpPr/>
            <p:nvPr/>
          </p:nvSpPr>
          <p:spPr>
            <a:xfrm>
              <a:off x="11555155" y="8587900"/>
              <a:ext cx="81109" cy="345414"/>
            </a:xfrm>
            <a:custGeom>
              <a:avLst/>
              <a:gdLst>
                <a:gd name="connsiteX0" fmla="*/ 81342 w 81109"/>
                <a:gd name="connsiteY0" fmla="*/ 342045 h 345414"/>
                <a:gd name="connsiteX1" fmla="*/ 75399 w 81109"/>
                <a:gd name="connsiteY1" fmla="*/ 334446 h 345414"/>
                <a:gd name="connsiteX2" fmla="*/ 20510 w 81109"/>
                <a:gd name="connsiteY2" fmla="*/ 172792 h 345414"/>
                <a:gd name="connsiteX3" fmla="*/ 76797 w 81109"/>
                <a:gd name="connsiteY3" fmla="*/ 9411 h 345414"/>
                <a:gd name="connsiteX4" fmla="*/ 81342 w 81109"/>
                <a:gd name="connsiteY4" fmla="*/ 3539 h 345414"/>
                <a:gd name="connsiteX5" fmla="*/ 77846 w 81109"/>
                <a:gd name="connsiteY5" fmla="*/ 85 h 345414"/>
                <a:gd name="connsiteX6" fmla="*/ 22258 w 81109"/>
                <a:gd name="connsiteY6" fmla="*/ 67441 h 345414"/>
                <a:gd name="connsiteX7" fmla="*/ 233 w 81109"/>
                <a:gd name="connsiteY7" fmla="*/ 172792 h 345414"/>
                <a:gd name="connsiteX8" fmla="*/ 23307 w 81109"/>
                <a:gd name="connsiteY8" fmla="*/ 280561 h 345414"/>
                <a:gd name="connsiteX9" fmla="*/ 77846 w 81109"/>
                <a:gd name="connsiteY9" fmla="*/ 345499 h 345414"/>
                <a:gd name="connsiteX10" fmla="*/ 81342 w 81109"/>
                <a:gd name="connsiteY10" fmla="*/ 342045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109" h="345414">
                  <a:moveTo>
                    <a:pt x="81342" y="342045"/>
                  </a:moveTo>
                  <a:cubicBezTo>
                    <a:pt x="81342" y="341009"/>
                    <a:pt x="81342" y="340318"/>
                    <a:pt x="75399" y="334446"/>
                  </a:cubicBezTo>
                  <a:cubicBezTo>
                    <a:pt x="31698" y="290924"/>
                    <a:pt x="20510" y="225640"/>
                    <a:pt x="20510" y="172792"/>
                  </a:cubicBezTo>
                  <a:cubicBezTo>
                    <a:pt x="20510" y="112690"/>
                    <a:pt x="33795" y="52588"/>
                    <a:pt x="76797" y="9411"/>
                  </a:cubicBezTo>
                  <a:cubicBezTo>
                    <a:pt x="81342" y="5266"/>
                    <a:pt x="81342" y="4575"/>
                    <a:pt x="81342" y="3539"/>
                  </a:cubicBezTo>
                  <a:cubicBezTo>
                    <a:pt x="81342" y="1121"/>
                    <a:pt x="79944" y="85"/>
                    <a:pt x="77846" y="85"/>
                  </a:cubicBezTo>
                  <a:cubicBezTo>
                    <a:pt x="74350" y="85"/>
                    <a:pt x="42885" y="23573"/>
                    <a:pt x="22258" y="67441"/>
                  </a:cubicBezTo>
                  <a:cubicBezTo>
                    <a:pt x="4428" y="105436"/>
                    <a:pt x="233" y="143777"/>
                    <a:pt x="233" y="172792"/>
                  </a:cubicBezTo>
                  <a:cubicBezTo>
                    <a:pt x="233" y="199734"/>
                    <a:pt x="4078" y="241530"/>
                    <a:pt x="23307" y="280561"/>
                  </a:cubicBezTo>
                  <a:cubicBezTo>
                    <a:pt x="44284" y="323047"/>
                    <a:pt x="74350" y="345499"/>
                    <a:pt x="77846" y="345499"/>
                  </a:cubicBezTo>
                  <a:cubicBezTo>
                    <a:pt x="79944" y="345499"/>
                    <a:pt x="81342" y="344463"/>
                    <a:pt x="81342" y="342045"/>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8" name="Freeform: Shape 117">
              <a:extLst>
                <a:ext uri="{FF2B5EF4-FFF2-40B4-BE49-F238E27FC236}">
                  <a16:creationId xmlns:a16="http://schemas.microsoft.com/office/drawing/2014/main" id="{AF06D69E-E38C-BBC8-C54F-7929A390CDD5}"/>
                </a:ext>
              </a:extLst>
            </p:cNvPr>
            <p:cNvSpPr/>
            <p:nvPr/>
          </p:nvSpPr>
          <p:spPr>
            <a:xfrm>
              <a:off x="11666642" y="8694288"/>
              <a:ext cx="231441" cy="156472"/>
            </a:xfrm>
            <a:custGeom>
              <a:avLst/>
              <a:gdLst>
                <a:gd name="connsiteX0" fmla="*/ 151618 w 231441"/>
                <a:gd name="connsiteY0" fmla="*/ 35662 h 156472"/>
                <a:gd name="connsiteX1" fmla="*/ 156862 w 231441"/>
                <a:gd name="connsiteY1" fmla="*/ 13210 h 156472"/>
                <a:gd name="connsiteX2" fmla="*/ 146723 w 231441"/>
                <a:gd name="connsiteY2" fmla="*/ 3884 h 156472"/>
                <a:gd name="connsiteX3" fmla="*/ 133788 w 231441"/>
                <a:gd name="connsiteY3" fmla="*/ 13556 h 156472"/>
                <a:gd name="connsiteX4" fmla="*/ 113860 w 231441"/>
                <a:gd name="connsiteY4" fmla="*/ 90929 h 156472"/>
                <a:gd name="connsiteX5" fmla="*/ 110713 w 231441"/>
                <a:gd name="connsiteY5" fmla="*/ 113726 h 156472"/>
                <a:gd name="connsiteX6" fmla="*/ 111063 w 231441"/>
                <a:gd name="connsiteY6" fmla="*/ 119944 h 156472"/>
                <a:gd name="connsiteX7" fmla="*/ 78899 w 231441"/>
                <a:gd name="connsiteY7" fmla="*/ 148958 h 156472"/>
                <a:gd name="connsiteX8" fmla="*/ 50930 w 231441"/>
                <a:gd name="connsiteY8" fmla="*/ 117526 h 156472"/>
                <a:gd name="connsiteX9" fmla="*/ 69110 w 231441"/>
                <a:gd name="connsiteY9" fmla="*/ 50515 h 156472"/>
                <a:gd name="connsiteX10" fmla="*/ 75053 w 231441"/>
                <a:gd name="connsiteY10" fmla="*/ 28409 h 156472"/>
                <a:gd name="connsiteX11" fmla="*/ 46385 w 231441"/>
                <a:gd name="connsiteY11" fmla="*/ 85 h 156472"/>
                <a:gd name="connsiteX12" fmla="*/ 237 w 231441"/>
                <a:gd name="connsiteY12" fmla="*/ 53279 h 156472"/>
                <a:gd name="connsiteX13" fmla="*/ 4432 w 231441"/>
                <a:gd name="connsiteY13" fmla="*/ 56733 h 156472"/>
                <a:gd name="connsiteX14" fmla="*/ 10026 w 231441"/>
                <a:gd name="connsiteY14" fmla="*/ 50515 h 156472"/>
                <a:gd name="connsiteX15" fmla="*/ 45336 w 231441"/>
                <a:gd name="connsiteY15" fmla="*/ 7684 h 156472"/>
                <a:gd name="connsiteX16" fmla="*/ 54077 w 231441"/>
                <a:gd name="connsiteY16" fmla="*/ 19082 h 156472"/>
                <a:gd name="connsiteX17" fmla="*/ 47784 w 231441"/>
                <a:gd name="connsiteY17" fmla="*/ 43262 h 156472"/>
                <a:gd name="connsiteX18" fmla="*/ 28205 w 231441"/>
                <a:gd name="connsiteY18" fmla="*/ 113035 h 156472"/>
                <a:gd name="connsiteX19" fmla="*/ 77850 w 231441"/>
                <a:gd name="connsiteY19" fmla="*/ 156558 h 156472"/>
                <a:gd name="connsiteX20" fmla="*/ 114209 w 231441"/>
                <a:gd name="connsiteY20" fmla="*/ 132379 h 156472"/>
                <a:gd name="connsiteX21" fmla="*/ 157911 w 231441"/>
                <a:gd name="connsiteY21" fmla="*/ 156558 h 156472"/>
                <a:gd name="connsiteX22" fmla="*/ 208604 w 231441"/>
                <a:gd name="connsiteY22" fmla="*/ 114072 h 156472"/>
                <a:gd name="connsiteX23" fmla="*/ 231678 w 231441"/>
                <a:gd name="connsiteY23" fmla="*/ 24264 h 156472"/>
                <a:gd name="connsiteX24" fmla="*/ 216296 w 231441"/>
                <a:gd name="connsiteY24" fmla="*/ 85 h 156472"/>
                <a:gd name="connsiteX25" fmla="*/ 198815 w 231441"/>
                <a:gd name="connsiteY25" fmla="*/ 16665 h 156472"/>
                <a:gd name="connsiteX26" fmla="*/ 204059 w 231441"/>
                <a:gd name="connsiteY26" fmla="*/ 25991 h 156472"/>
                <a:gd name="connsiteX27" fmla="*/ 216645 w 231441"/>
                <a:gd name="connsiteY27" fmla="*/ 55351 h 156472"/>
                <a:gd name="connsiteX28" fmla="*/ 197417 w 231441"/>
                <a:gd name="connsiteY28" fmla="*/ 118562 h 156472"/>
                <a:gd name="connsiteX29" fmla="*/ 158960 w 231441"/>
                <a:gd name="connsiteY29" fmla="*/ 148958 h 156472"/>
                <a:gd name="connsiteX30" fmla="*/ 133088 w 231441"/>
                <a:gd name="connsiteY30" fmla="*/ 118907 h 156472"/>
                <a:gd name="connsiteX31" fmla="*/ 136934 w 231441"/>
                <a:gd name="connsiteY31" fmla="*/ 93692 h 156472"/>
                <a:gd name="connsiteX32" fmla="*/ 151618 w 231441"/>
                <a:gd name="connsiteY32" fmla="*/ 35662 h 156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1441" h="156472">
                  <a:moveTo>
                    <a:pt x="151618" y="35662"/>
                  </a:moveTo>
                  <a:cubicBezTo>
                    <a:pt x="153366" y="28063"/>
                    <a:pt x="156862" y="15283"/>
                    <a:pt x="156862" y="13210"/>
                  </a:cubicBezTo>
                  <a:cubicBezTo>
                    <a:pt x="156862" y="6993"/>
                    <a:pt x="151967" y="3884"/>
                    <a:pt x="146723" y="3884"/>
                  </a:cubicBezTo>
                  <a:cubicBezTo>
                    <a:pt x="142528" y="3884"/>
                    <a:pt x="136235" y="6648"/>
                    <a:pt x="133788" y="13556"/>
                  </a:cubicBezTo>
                  <a:cubicBezTo>
                    <a:pt x="132739" y="15974"/>
                    <a:pt x="116307" y="81948"/>
                    <a:pt x="113860" y="90929"/>
                  </a:cubicBezTo>
                  <a:cubicBezTo>
                    <a:pt x="111413" y="101291"/>
                    <a:pt x="110713" y="107509"/>
                    <a:pt x="110713" y="113726"/>
                  </a:cubicBezTo>
                  <a:cubicBezTo>
                    <a:pt x="110713" y="117526"/>
                    <a:pt x="110713" y="118217"/>
                    <a:pt x="111063" y="119944"/>
                  </a:cubicBezTo>
                  <a:cubicBezTo>
                    <a:pt x="103022" y="138251"/>
                    <a:pt x="92534" y="148958"/>
                    <a:pt x="78899" y="148958"/>
                  </a:cubicBezTo>
                  <a:cubicBezTo>
                    <a:pt x="50930" y="148958"/>
                    <a:pt x="50930" y="123398"/>
                    <a:pt x="50930" y="117526"/>
                  </a:cubicBezTo>
                  <a:cubicBezTo>
                    <a:pt x="50930" y="106472"/>
                    <a:pt x="52678" y="93001"/>
                    <a:pt x="69110" y="50515"/>
                  </a:cubicBezTo>
                  <a:cubicBezTo>
                    <a:pt x="72955" y="40153"/>
                    <a:pt x="75053" y="35317"/>
                    <a:pt x="75053" y="28409"/>
                  </a:cubicBezTo>
                  <a:cubicBezTo>
                    <a:pt x="75053" y="12865"/>
                    <a:pt x="63516" y="85"/>
                    <a:pt x="46385" y="85"/>
                  </a:cubicBezTo>
                  <a:cubicBezTo>
                    <a:pt x="13172" y="85"/>
                    <a:pt x="237" y="50170"/>
                    <a:pt x="237" y="53279"/>
                  </a:cubicBezTo>
                  <a:cubicBezTo>
                    <a:pt x="237" y="56733"/>
                    <a:pt x="3733" y="56733"/>
                    <a:pt x="4432" y="56733"/>
                  </a:cubicBezTo>
                  <a:cubicBezTo>
                    <a:pt x="7928" y="56733"/>
                    <a:pt x="8278" y="56042"/>
                    <a:pt x="10026" y="50515"/>
                  </a:cubicBezTo>
                  <a:cubicBezTo>
                    <a:pt x="19465" y="18392"/>
                    <a:pt x="33100" y="7684"/>
                    <a:pt x="45336" y="7684"/>
                  </a:cubicBezTo>
                  <a:cubicBezTo>
                    <a:pt x="48483" y="7684"/>
                    <a:pt x="54077" y="8029"/>
                    <a:pt x="54077" y="19082"/>
                  </a:cubicBezTo>
                  <a:cubicBezTo>
                    <a:pt x="54077" y="27718"/>
                    <a:pt x="50231" y="37389"/>
                    <a:pt x="47784" y="43262"/>
                  </a:cubicBezTo>
                  <a:cubicBezTo>
                    <a:pt x="32401" y="84020"/>
                    <a:pt x="28205" y="99910"/>
                    <a:pt x="28205" y="113035"/>
                  </a:cubicBezTo>
                  <a:cubicBezTo>
                    <a:pt x="28205" y="144468"/>
                    <a:pt x="51629" y="156558"/>
                    <a:pt x="77850" y="156558"/>
                  </a:cubicBezTo>
                  <a:cubicBezTo>
                    <a:pt x="83793" y="156558"/>
                    <a:pt x="100225" y="156558"/>
                    <a:pt x="114209" y="132379"/>
                  </a:cubicBezTo>
                  <a:cubicBezTo>
                    <a:pt x="123299" y="154485"/>
                    <a:pt x="147422" y="156558"/>
                    <a:pt x="157911" y="156558"/>
                  </a:cubicBezTo>
                  <a:cubicBezTo>
                    <a:pt x="184131" y="156558"/>
                    <a:pt x="199514" y="134796"/>
                    <a:pt x="208604" y="114072"/>
                  </a:cubicBezTo>
                  <a:cubicBezTo>
                    <a:pt x="220491" y="87129"/>
                    <a:pt x="231678" y="40844"/>
                    <a:pt x="231678" y="24264"/>
                  </a:cubicBezTo>
                  <a:cubicBezTo>
                    <a:pt x="231678" y="5266"/>
                    <a:pt x="222239" y="85"/>
                    <a:pt x="216296" y="85"/>
                  </a:cubicBezTo>
                  <a:cubicBezTo>
                    <a:pt x="207555" y="85"/>
                    <a:pt x="198815" y="9065"/>
                    <a:pt x="198815" y="16665"/>
                  </a:cubicBezTo>
                  <a:cubicBezTo>
                    <a:pt x="198815" y="21155"/>
                    <a:pt x="200913" y="23227"/>
                    <a:pt x="204059" y="25991"/>
                  </a:cubicBezTo>
                  <a:cubicBezTo>
                    <a:pt x="207905" y="29790"/>
                    <a:pt x="216645" y="38771"/>
                    <a:pt x="216645" y="55351"/>
                  </a:cubicBezTo>
                  <a:cubicBezTo>
                    <a:pt x="216645" y="67095"/>
                    <a:pt x="206506" y="100946"/>
                    <a:pt x="197417" y="118562"/>
                  </a:cubicBezTo>
                  <a:cubicBezTo>
                    <a:pt x="188327" y="136869"/>
                    <a:pt x="176090" y="148958"/>
                    <a:pt x="158960" y="148958"/>
                  </a:cubicBezTo>
                  <a:cubicBezTo>
                    <a:pt x="142528" y="148958"/>
                    <a:pt x="133088" y="138596"/>
                    <a:pt x="133088" y="118907"/>
                  </a:cubicBezTo>
                  <a:cubicBezTo>
                    <a:pt x="133088" y="109236"/>
                    <a:pt x="135536" y="98528"/>
                    <a:pt x="136934" y="93692"/>
                  </a:cubicBezTo>
                  <a:lnTo>
                    <a:pt x="151618" y="35662"/>
                  </a:ln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9" name="Freeform: Shape 118">
              <a:extLst>
                <a:ext uri="{FF2B5EF4-FFF2-40B4-BE49-F238E27FC236}">
                  <a16:creationId xmlns:a16="http://schemas.microsoft.com/office/drawing/2014/main" id="{87241025-B250-DA4A-A700-3B93B8384CE0}"/>
                </a:ext>
              </a:extLst>
            </p:cNvPr>
            <p:cNvSpPr/>
            <p:nvPr/>
          </p:nvSpPr>
          <p:spPr>
            <a:xfrm>
              <a:off x="11925150" y="8730971"/>
              <a:ext cx="120405" cy="170220"/>
            </a:xfrm>
            <a:custGeom>
              <a:avLst/>
              <a:gdLst>
                <a:gd name="connsiteX0" fmla="*/ 58489 w 120405"/>
                <a:gd name="connsiteY0" fmla="*/ 7340 h 170220"/>
                <a:gd name="connsiteX1" fmla="*/ 59468 w 120405"/>
                <a:gd name="connsiteY1" fmla="*/ 3471 h 170220"/>
                <a:gd name="connsiteX2" fmla="*/ 55552 w 120405"/>
                <a:gd name="connsiteY2" fmla="*/ 86 h 170220"/>
                <a:gd name="connsiteX3" fmla="*/ 24227 w 120405"/>
                <a:gd name="connsiteY3" fmla="*/ 2504 h 170220"/>
                <a:gd name="connsiteX4" fmla="*/ 18843 w 120405"/>
                <a:gd name="connsiteY4" fmla="*/ 8065 h 170220"/>
                <a:gd name="connsiteX5" fmla="*/ 25206 w 120405"/>
                <a:gd name="connsiteY5" fmla="*/ 11450 h 170220"/>
                <a:gd name="connsiteX6" fmla="*/ 36953 w 120405"/>
                <a:gd name="connsiteY6" fmla="*/ 15077 h 170220"/>
                <a:gd name="connsiteX7" fmla="*/ 35974 w 120405"/>
                <a:gd name="connsiteY7" fmla="*/ 20397 h 170220"/>
                <a:gd name="connsiteX8" fmla="*/ 1467 w 120405"/>
                <a:gd name="connsiteY8" fmla="*/ 157250 h 170220"/>
                <a:gd name="connsiteX9" fmla="*/ 244 w 120405"/>
                <a:gd name="connsiteY9" fmla="*/ 162569 h 170220"/>
                <a:gd name="connsiteX10" fmla="*/ 8564 w 120405"/>
                <a:gd name="connsiteY10" fmla="*/ 170307 h 170220"/>
                <a:gd name="connsiteX11" fmla="*/ 19822 w 120405"/>
                <a:gd name="connsiteY11" fmla="*/ 160151 h 170220"/>
                <a:gd name="connsiteX12" fmla="*/ 31814 w 120405"/>
                <a:gd name="connsiteY12" fmla="*/ 113244 h 170220"/>
                <a:gd name="connsiteX13" fmla="*/ 63139 w 120405"/>
                <a:gd name="connsiteY13" fmla="*/ 133071 h 170220"/>
                <a:gd name="connsiteX14" fmla="*/ 62649 w 120405"/>
                <a:gd name="connsiteY14" fmla="*/ 137907 h 170220"/>
                <a:gd name="connsiteX15" fmla="*/ 61670 w 120405"/>
                <a:gd name="connsiteY15" fmla="*/ 145402 h 170220"/>
                <a:gd name="connsiteX16" fmla="*/ 87611 w 120405"/>
                <a:gd name="connsiteY16" fmla="*/ 170307 h 170220"/>
                <a:gd name="connsiteX17" fmla="*/ 118692 w 120405"/>
                <a:gd name="connsiteY17" fmla="*/ 133313 h 170220"/>
                <a:gd name="connsiteX18" fmla="*/ 114776 w 120405"/>
                <a:gd name="connsiteY18" fmla="*/ 130169 h 170220"/>
                <a:gd name="connsiteX19" fmla="*/ 109881 w 120405"/>
                <a:gd name="connsiteY19" fmla="*/ 135972 h 170220"/>
                <a:gd name="connsiteX20" fmla="*/ 88345 w 120405"/>
                <a:gd name="connsiteY20" fmla="*/ 163536 h 170220"/>
                <a:gd name="connsiteX21" fmla="*/ 79780 w 120405"/>
                <a:gd name="connsiteY21" fmla="*/ 150963 h 170220"/>
                <a:gd name="connsiteX22" fmla="*/ 81248 w 120405"/>
                <a:gd name="connsiteY22" fmla="*/ 140083 h 170220"/>
                <a:gd name="connsiteX23" fmla="*/ 82472 w 120405"/>
                <a:gd name="connsiteY23" fmla="*/ 132587 h 170220"/>
                <a:gd name="connsiteX24" fmla="*/ 42826 w 120405"/>
                <a:gd name="connsiteY24" fmla="*/ 106957 h 170220"/>
                <a:gd name="connsiteX25" fmla="*/ 63139 w 120405"/>
                <a:gd name="connsiteY25" fmla="*/ 90999 h 170220"/>
                <a:gd name="connsiteX26" fmla="*/ 101561 w 120405"/>
                <a:gd name="connsiteY26" fmla="*/ 68029 h 170220"/>
                <a:gd name="connsiteX27" fmla="*/ 109637 w 120405"/>
                <a:gd name="connsiteY27" fmla="*/ 71173 h 170220"/>
                <a:gd name="connsiteX28" fmla="*/ 96911 w 120405"/>
                <a:gd name="connsiteY28" fmla="*/ 84713 h 170220"/>
                <a:gd name="connsiteX29" fmla="*/ 106700 w 120405"/>
                <a:gd name="connsiteY29" fmla="*/ 93659 h 170220"/>
                <a:gd name="connsiteX30" fmla="*/ 120649 w 120405"/>
                <a:gd name="connsiteY30" fmla="*/ 78184 h 170220"/>
                <a:gd name="connsiteX31" fmla="*/ 101805 w 120405"/>
                <a:gd name="connsiteY31" fmla="*/ 61259 h 170220"/>
                <a:gd name="connsiteX32" fmla="*/ 62649 w 120405"/>
                <a:gd name="connsiteY32" fmla="*/ 82537 h 170220"/>
                <a:gd name="connsiteX33" fmla="*/ 34261 w 120405"/>
                <a:gd name="connsiteY33" fmla="*/ 103814 h 170220"/>
                <a:gd name="connsiteX34" fmla="*/ 58489 w 120405"/>
                <a:gd name="connsiteY34" fmla="*/ 7340 h 17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0405" h="170220">
                  <a:moveTo>
                    <a:pt x="58489" y="7340"/>
                  </a:moveTo>
                  <a:cubicBezTo>
                    <a:pt x="58733" y="6856"/>
                    <a:pt x="59468" y="3713"/>
                    <a:pt x="59468" y="3471"/>
                  </a:cubicBezTo>
                  <a:cubicBezTo>
                    <a:pt x="59468" y="2262"/>
                    <a:pt x="58489" y="86"/>
                    <a:pt x="55552" y="86"/>
                  </a:cubicBezTo>
                  <a:cubicBezTo>
                    <a:pt x="50657" y="86"/>
                    <a:pt x="30345" y="2021"/>
                    <a:pt x="24227" y="2504"/>
                  </a:cubicBezTo>
                  <a:cubicBezTo>
                    <a:pt x="22269" y="2746"/>
                    <a:pt x="18843" y="2988"/>
                    <a:pt x="18843" y="8065"/>
                  </a:cubicBezTo>
                  <a:cubicBezTo>
                    <a:pt x="18843" y="11450"/>
                    <a:pt x="22269" y="11450"/>
                    <a:pt x="25206" y="11450"/>
                  </a:cubicBezTo>
                  <a:cubicBezTo>
                    <a:pt x="36953" y="11450"/>
                    <a:pt x="36953" y="13143"/>
                    <a:pt x="36953" y="15077"/>
                  </a:cubicBezTo>
                  <a:cubicBezTo>
                    <a:pt x="36953" y="16770"/>
                    <a:pt x="36463" y="18220"/>
                    <a:pt x="35974" y="20397"/>
                  </a:cubicBezTo>
                  <a:lnTo>
                    <a:pt x="1467" y="157250"/>
                  </a:lnTo>
                  <a:cubicBezTo>
                    <a:pt x="244" y="161602"/>
                    <a:pt x="244" y="162086"/>
                    <a:pt x="244" y="162569"/>
                  </a:cubicBezTo>
                  <a:cubicBezTo>
                    <a:pt x="244" y="166196"/>
                    <a:pt x="3180" y="170307"/>
                    <a:pt x="8564" y="170307"/>
                  </a:cubicBezTo>
                  <a:cubicBezTo>
                    <a:pt x="15172" y="170307"/>
                    <a:pt x="18354" y="165471"/>
                    <a:pt x="19822" y="160151"/>
                  </a:cubicBezTo>
                  <a:cubicBezTo>
                    <a:pt x="20311" y="159184"/>
                    <a:pt x="30835" y="116629"/>
                    <a:pt x="31814" y="113244"/>
                  </a:cubicBezTo>
                  <a:cubicBezTo>
                    <a:pt x="49189" y="114937"/>
                    <a:pt x="63139" y="120498"/>
                    <a:pt x="63139" y="133071"/>
                  </a:cubicBezTo>
                  <a:cubicBezTo>
                    <a:pt x="63139" y="134280"/>
                    <a:pt x="63139" y="135489"/>
                    <a:pt x="62649" y="137907"/>
                  </a:cubicBezTo>
                  <a:cubicBezTo>
                    <a:pt x="61670" y="141534"/>
                    <a:pt x="61670" y="142742"/>
                    <a:pt x="61670" y="145402"/>
                  </a:cubicBezTo>
                  <a:cubicBezTo>
                    <a:pt x="61670" y="162569"/>
                    <a:pt x="75864" y="170307"/>
                    <a:pt x="87611" y="170307"/>
                  </a:cubicBezTo>
                  <a:cubicBezTo>
                    <a:pt x="111350" y="170307"/>
                    <a:pt x="118692" y="133554"/>
                    <a:pt x="118692" y="133313"/>
                  </a:cubicBezTo>
                  <a:cubicBezTo>
                    <a:pt x="118692" y="130169"/>
                    <a:pt x="115510" y="130169"/>
                    <a:pt x="114776" y="130169"/>
                  </a:cubicBezTo>
                  <a:cubicBezTo>
                    <a:pt x="111350" y="130169"/>
                    <a:pt x="111105" y="131378"/>
                    <a:pt x="109881" y="135972"/>
                  </a:cubicBezTo>
                  <a:cubicBezTo>
                    <a:pt x="106945" y="146369"/>
                    <a:pt x="100337" y="163536"/>
                    <a:pt x="88345" y="163536"/>
                  </a:cubicBezTo>
                  <a:cubicBezTo>
                    <a:pt x="81738" y="163536"/>
                    <a:pt x="79780" y="157492"/>
                    <a:pt x="79780" y="150963"/>
                  </a:cubicBezTo>
                  <a:cubicBezTo>
                    <a:pt x="79780" y="146853"/>
                    <a:pt x="79780" y="146369"/>
                    <a:pt x="81248" y="140083"/>
                  </a:cubicBezTo>
                  <a:cubicBezTo>
                    <a:pt x="81493" y="139357"/>
                    <a:pt x="82472" y="135247"/>
                    <a:pt x="82472" y="132587"/>
                  </a:cubicBezTo>
                  <a:cubicBezTo>
                    <a:pt x="82472" y="111068"/>
                    <a:pt x="53105" y="107683"/>
                    <a:pt x="42826" y="106957"/>
                  </a:cubicBezTo>
                  <a:cubicBezTo>
                    <a:pt x="49923" y="102605"/>
                    <a:pt x="58978" y="94626"/>
                    <a:pt x="63139" y="90999"/>
                  </a:cubicBezTo>
                  <a:cubicBezTo>
                    <a:pt x="75620" y="79393"/>
                    <a:pt x="87856" y="68029"/>
                    <a:pt x="101561" y="68029"/>
                  </a:cubicBezTo>
                  <a:cubicBezTo>
                    <a:pt x="104497" y="68029"/>
                    <a:pt x="107679" y="68755"/>
                    <a:pt x="109637" y="71173"/>
                  </a:cubicBezTo>
                  <a:cubicBezTo>
                    <a:pt x="99113" y="72865"/>
                    <a:pt x="96911" y="81086"/>
                    <a:pt x="96911" y="84713"/>
                  </a:cubicBezTo>
                  <a:cubicBezTo>
                    <a:pt x="96911" y="90032"/>
                    <a:pt x="101071" y="93659"/>
                    <a:pt x="106700" y="93659"/>
                  </a:cubicBezTo>
                  <a:cubicBezTo>
                    <a:pt x="113308" y="93659"/>
                    <a:pt x="120649" y="88340"/>
                    <a:pt x="120649" y="78184"/>
                  </a:cubicBezTo>
                  <a:cubicBezTo>
                    <a:pt x="120649" y="70205"/>
                    <a:pt x="114776" y="61259"/>
                    <a:pt x="101805" y="61259"/>
                  </a:cubicBezTo>
                  <a:cubicBezTo>
                    <a:pt x="87856" y="61259"/>
                    <a:pt x="75130" y="71173"/>
                    <a:pt x="62649" y="82537"/>
                  </a:cubicBezTo>
                  <a:cubicBezTo>
                    <a:pt x="52371" y="92208"/>
                    <a:pt x="44295" y="99704"/>
                    <a:pt x="34261" y="103814"/>
                  </a:cubicBezTo>
                  <a:lnTo>
                    <a:pt x="58489" y="7340"/>
                  </a:ln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20" name="Freeform: Shape 119">
              <a:extLst>
                <a:ext uri="{FF2B5EF4-FFF2-40B4-BE49-F238E27FC236}">
                  <a16:creationId xmlns:a16="http://schemas.microsoft.com/office/drawing/2014/main" id="{3B550ECF-C7A5-1688-FCE9-AA709FC19082}"/>
                </a:ext>
              </a:extLst>
            </p:cNvPr>
            <p:cNvSpPr/>
            <p:nvPr/>
          </p:nvSpPr>
          <p:spPr>
            <a:xfrm>
              <a:off x="12098737" y="8587900"/>
              <a:ext cx="81109" cy="345414"/>
            </a:xfrm>
            <a:custGeom>
              <a:avLst/>
              <a:gdLst>
                <a:gd name="connsiteX0" fmla="*/ 81358 w 81109"/>
                <a:gd name="connsiteY0" fmla="*/ 172792 h 345414"/>
                <a:gd name="connsiteX1" fmla="*/ 58284 w 81109"/>
                <a:gd name="connsiteY1" fmla="*/ 65023 h 345414"/>
                <a:gd name="connsiteX2" fmla="*/ 3745 w 81109"/>
                <a:gd name="connsiteY2" fmla="*/ 85 h 345414"/>
                <a:gd name="connsiteX3" fmla="*/ 249 w 81109"/>
                <a:gd name="connsiteY3" fmla="*/ 3539 h 345414"/>
                <a:gd name="connsiteX4" fmla="*/ 6891 w 81109"/>
                <a:gd name="connsiteY4" fmla="*/ 11483 h 345414"/>
                <a:gd name="connsiteX5" fmla="*/ 61081 w 81109"/>
                <a:gd name="connsiteY5" fmla="*/ 172792 h 345414"/>
                <a:gd name="connsiteX6" fmla="*/ 4794 w 81109"/>
                <a:gd name="connsiteY6" fmla="*/ 336173 h 345414"/>
                <a:gd name="connsiteX7" fmla="*/ 249 w 81109"/>
                <a:gd name="connsiteY7" fmla="*/ 342045 h 345414"/>
                <a:gd name="connsiteX8" fmla="*/ 3745 w 81109"/>
                <a:gd name="connsiteY8" fmla="*/ 345499 h 345414"/>
                <a:gd name="connsiteX9" fmla="*/ 59333 w 81109"/>
                <a:gd name="connsiteY9" fmla="*/ 278144 h 345414"/>
                <a:gd name="connsiteX10" fmla="*/ 81358 w 81109"/>
                <a:gd name="connsiteY10" fmla="*/ 172792 h 34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109" h="345414">
                  <a:moveTo>
                    <a:pt x="81358" y="172792"/>
                  </a:moveTo>
                  <a:cubicBezTo>
                    <a:pt x="81358" y="145850"/>
                    <a:pt x="77512" y="104055"/>
                    <a:pt x="58284" y="65023"/>
                  </a:cubicBezTo>
                  <a:cubicBezTo>
                    <a:pt x="37307" y="22537"/>
                    <a:pt x="7241" y="85"/>
                    <a:pt x="3745" y="85"/>
                  </a:cubicBezTo>
                  <a:cubicBezTo>
                    <a:pt x="1647" y="85"/>
                    <a:pt x="249" y="1466"/>
                    <a:pt x="249" y="3539"/>
                  </a:cubicBezTo>
                  <a:cubicBezTo>
                    <a:pt x="249" y="4575"/>
                    <a:pt x="249" y="5266"/>
                    <a:pt x="6891" y="11483"/>
                  </a:cubicBezTo>
                  <a:cubicBezTo>
                    <a:pt x="41153" y="45679"/>
                    <a:pt x="61081" y="100600"/>
                    <a:pt x="61081" y="172792"/>
                  </a:cubicBezTo>
                  <a:cubicBezTo>
                    <a:pt x="61081" y="231858"/>
                    <a:pt x="48145" y="292651"/>
                    <a:pt x="4794" y="336173"/>
                  </a:cubicBezTo>
                  <a:cubicBezTo>
                    <a:pt x="249" y="340318"/>
                    <a:pt x="249" y="341009"/>
                    <a:pt x="249" y="342045"/>
                  </a:cubicBezTo>
                  <a:cubicBezTo>
                    <a:pt x="249" y="344118"/>
                    <a:pt x="1647" y="345499"/>
                    <a:pt x="3745" y="345499"/>
                  </a:cubicBezTo>
                  <a:cubicBezTo>
                    <a:pt x="7241" y="345499"/>
                    <a:pt x="38706" y="322011"/>
                    <a:pt x="59333" y="278144"/>
                  </a:cubicBezTo>
                  <a:cubicBezTo>
                    <a:pt x="77163" y="240148"/>
                    <a:pt x="81358" y="201807"/>
                    <a:pt x="81358" y="172792"/>
                  </a:cubicBezTo>
                  <a:close/>
                </a:path>
              </a:pathLst>
            </a:custGeom>
            <a:solidFill>
              <a:srgbClr val="000000"/>
            </a:solidFill>
            <a:ln w="36041"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61" name="Group 60" descr="\documentclass{article}&#10;\usepackage{amsmath,amssymb}&#10;\pagestyle{empty}&#10;\begin{document}&#10;&#10;\newcommand{\score}{\textrm{score}}&#10;\newcommand{\classify}{\textrm{classify}}&#10;\newcommand{\bx}{\mathbf{x}}&#10;&#10;\begin{align*}&#10;\mathbf{z}^{(1)} &amp;= g\left(\mathbf{W}^{(0)}\mathbf{x} + \mathbf{b}^{(0)}\right) &#10;\end{align*}&#10;&#10;&#10;\end{document}" title="IguanaTex Vector Display">
            <a:extLst>
              <a:ext uri="{FF2B5EF4-FFF2-40B4-BE49-F238E27FC236}">
                <a16:creationId xmlns:a16="http://schemas.microsoft.com/office/drawing/2014/main" id="{CFC4206D-4B4D-C3CA-3B89-20BB1DD37B84}"/>
              </a:ext>
            </a:extLst>
          </p:cNvPr>
          <p:cNvGrpSpPr>
            <a:grpSpLocks noChangeAspect="1"/>
          </p:cNvGrpSpPr>
          <p:nvPr/>
        </p:nvGrpSpPr>
        <p:grpSpPr>
          <a:xfrm>
            <a:off x="7316092" y="2845533"/>
            <a:ext cx="3675348" cy="637334"/>
            <a:chOff x="10682357" y="5037567"/>
            <a:chExt cx="3675348" cy="637334"/>
          </a:xfrm>
        </p:grpSpPr>
        <p:sp>
          <p:nvSpPr>
            <p:cNvPr id="96" name="Freeform: Shape 95">
              <a:extLst>
                <a:ext uri="{FF2B5EF4-FFF2-40B4-BE49-F238E27FC236}">
                  <a16:creationId xmlns:a16="http://schemas.microsoft.com/office/drawing/2014/main" id="{AD32B2EB-72F3-35CF-C954-8DAC750AA111}"/>
                </a:ext>
              </a:extLst>
            </p:cNvPr>
            <p:cNvSpPr/>
            <p:nvPr/>
          </p:nvSpPr>
          <p:spPr>
            <a:xfrm>
              <a:off x="10682357" y="5287687"/>
              <a:ext cx="151977" cy="157296"/>
            </a:xfrm>
            <a:custGeom>
              <a:avLst/>
              <a:gdLst>
                <a:gd name="connsiteX0" fmla="*/ 147564 w 151977"/>
                <a:gd name="connsiteY0" fmla="*/ 15318 h 157296"/>
                <a:gd name="connsiteX1" fmla="*/ 151098 w 151977"/>
                <a:gd name="connsiteY1" fmla="*/ 7524 h 157296"/>
                <a:gd name="connsiteX2" fmla="*/ 139788 w 151977"/>
                <a:gd name="connsiteY2" fmla="*/ 85 h 157296"/>
                <a:gd name="connsiteX3" fmla="*/ 10077 w 151977"/>
                <a:gd name="connsiteY3" fmla="*/ 85 h 157296"/>
                <a:gd name="connsiteX4" fmla="*/ 5836 w 151977"/>
                <a:gd name="connsiteY4" fmla="*/ 62082 h 157296"/>
                <a:gd name="connsiteX5" fmla="*/ 22447 w 151977"/>
                <a:gd name="connsiteY5" fmla="*/ 62082 h 157296"/>
                <a:gd name="connsiteX6" fmla="*/ 71928 w 151977"/>
                <a:gd name="connsiteY6" fmla="*/ 12838 h 157296"/>
                <a:gd name="connsiteX7" fmla="*/ 101970 w 151977"/>
                <a:gd name="connsiteY7" fmla="*/ 12838 h 157296"/>
                <a:gd name="connsiteX8" fmla="*/ 3362 w 151977"/>
                <a:gd name="connsiteY8" fmla="*/ 141793 h 157296"/>
                <a:gd name="connsiteX9" fmla="*/ 181 w 151977"/>
                <a:gd name="connsiteY9" fmla="*/ 149587 h 157296"/>
                <a:gd name="connsiteX10" fmla="*/ 11491 w 151977"/>
                <a:gd name="connsiteY10" fmla="*/ 157381 h 157296"/>
                <a:gd name="connsiteX11" fmla="*/ 145796 w 151977"/>
                <a:gd name="connsiteY11" fmla="*/ 157381 h 157296"/>
                <a:gd name="connsiteX12" fmla="*/ 152158 w 151977"/>
                <a:gd name="connsiteY12" fmla="*/ 85818 h 157296"/>
                <a:gd name="connsiteX13" fmla="*/ 135547 w 151977"/>
                <a:gd name="connsiteY13" fmla="*/ 85818 h 157296"/>
                <a:gd name="connsiteX14" fmla="*/ 80057 w 151977"/>
                <a:gd name="connsiteY14" fmla="*/ 143210 h 157296"/>
                <a:gd name="connsiteX15" fmla="*/ 49662 w 151977"/>
                <a:gd name="connsiteY15" fmla="*/ 143210 h 157296"/>
                <a:gd name="connsiteX16" fmla="*/ 147564 w 151977"/>
                <a:gd name="connsiteY16" fmla="*/ 15318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977" h="157296">
                  <a:moveTo>
                    <a:pt x="147564" y="15318"/>
                  </a:moveTo>
                  <a:cubicBezTo>
                    <a:pt x="150391" y="11421"/>
                    <a:pt x="151098" y="10713"/>
                    <a:pt x="151098" y="7524"/>
                  </a:cubicBezTo>
                  <a:cubicBezTo>
                    <a:pt x="151098" y="85"/>
                    <a:pt x="146150" y="85"/>
                    <a:pt x="139788" y="85"/>
                  </a:cubicBezTo>
                  <a:lnTo>
                    <a:pt x="10077" y="85"/>
                  </a:lnTo>
                  <a:lnTo>
                    <a:pt x="5836" y="62082"/>
                  </a:lnTo>
                  <a:lnTo>
                    <a:pt x="22447" y="62082"/>
                  </a:lnTo>
                  <a:cubicBezTo>
                    <a:pt x="24568" y="25592"/>
                    <a:pt x="35524" y="12838"/>
                    <a:pt x="71928" y="12838"/>
                  </a:cubicBezTo>
                  <a:lnTo>
                    <a:pt x="101970" y="12838"/>
                  </a:lnTo>
                  <a:lnTo>
                    <a:pt x="3362" y="141793"/>
                  </a:lnTo>
                  <a:cubicBezTo>
                    <a:pt x="181" y="145690"/>
                    <a:pt x="181" y="146399"/>
                    <a:pt x="181" y="149587"/>
                  </a:cubicBezTo>
                  <a:cubicBezTo>
                    <a:pt x="181" y="157381"/>
                    <a:pt x="4775" y="157381"/>
                    <a:pt x="11491" y="157381"/>
                  </a:cubicBezTo>
                  <a:lnTo>
                    <a:pt x="145796" y="157381"/>
                  </a:lnTo>
                  <a:lnTo>
                    <a:pt x="152158" y="85818"/>
                  </a:lnTo>
                  <a:lnTo>
                    <a:pt x="135547" y="85818"/>
                  </a:lnTo>
                  <a:cubicBezTo>
                    <a:pt x="132366" y="121600"/>
                    <a:pt x="126711" y="143210"/>
                    <a:pt x="80057" y="143210"/>
                  </a:cubicBezTo>
                  <a:lnTo>
                    <a:pt x="49662" y="143210"/>
                  </a:lnTo>
                  <a:lnTo>
                    <a:pt x="147564" y="1531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7" name="Freeform: Shape 96">
              <a:extLst>
                <a:ext uri="{FF2B5EF4-FFF2-40B4-BE49-F238E27FC236}">
                  <a16:creationId xmlns:a16="http://schemas.microsoft.com/office/drawing/2014/main" id="{298070C6-378B-3E48-2505-B439B1058E88}"/>
                </a:ext>
              </a:extLst>
            </p:cNvPr>
            <p:cNvSpPr/>
            <p:nvPr/>
          </p:nvSpPr>
          <p:spPr>
            <a:xfrm>
              <a:off x="10880142" y="5112715"/>
              <a:ext cx="64325" cy="247742"/>
            </a:xfrm>
            <a:custGeom>
              <a:avLst/>
              <a:gdLst>
                <a:gd name="connsiteX0" fmla="*/ 59563 w 64325"/>
                <a:gd name="connsiteY0" fmla="*/ 81 h 247742"/>
                <a:gd name="connsiteX1" fmla="*/ 186 w 64325"/>
                <a:gd name="connsiteY1" fmla="*/ 123828 h 247742"/>
                <a:gd name="connsiteX2" fmla="*/ 59563 w 64325"/>
                <a:gd name="connsiteY2" fmla="*/ 247823 h 247742"/>
                <a:gd name="connsiteX3" fmla="*/ 64511 w 64325"/>
                <a:gd name="connsiteY3" fmla="*/ 244847 h 247742"/>
                <a:gd name="connsiteX4" fmla="*/ 62037 w 64325"/>
                <a:gd name="connsiteY4" fmla="*/ 241127 h 247742"/>
                <a:gd name="connsiteX5" fmla="*/ 17009 w 64325"/>
                <a:gd name="connsiteY5" fmla="*/ 124076 h 247742"/>
                <a:gd name="connsiteX6" fmla="*/ 62779 w 64325"/>
                <a:gd name="connsiteY6" fmla="*/ 6032 h 247742"/>
                <a:gd name="connsiteX7" fmla="*/ 64511 w 64325"/>
                <a:gd name="connsiteY7" fmla="*/ 3056 h 247742"/>
                <a:gd name="connsiteX8" fmla="*/ 59563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563" y="81"/>
                  </a:moveTo>
                  <a:cubicBezTo>
                    <a:pt x="12556" y="33311"/>
                    <a:pt x="186" y="85885"/>
                    <a:pt x="186" y="123828"/>
                  </a:cubicBezTo>
                  <a:cubicBezTo>
                    <a:pt x="186" y="158794"/>
                    <a:pt x="10577" y="213104"/>
                    <a:pt x="59563" y="247823"/>
                  </a:cubicBezTo>
                  <a:cubicBezTo>
                    <a:pt x="61542" y="247823"/>
                    <a:pt x="64511" y="247823"/>
                    <a:pt x="64511" y="244847"/>
                  </a:cubicBezTo>
                  <a:cubicBezTo>
                    <a:pt x="64511" y="243359"/>
                    <a:pt x="63769" y="242863"/>
                    <a:pt x="62037" y="241127"/>
                  </a:cubicBezTo>
                  <a:cubicBezTo>
                    <a:pt x="29132" y="211368"/>
                    <a:pt x="17009" y="169210"/>
                    <a:pt x="17009" y="124076"/>
                  </a:cubicBezTo>
                  <a:cubicBezTo>
                    <a:pt x="17009" y="57118"/>
                    <a:pt x="42492" y="24384"/>
                    <a:pt x="62779" y="6032"/>
                  </a:cubicBezTo>
                  <a:cubicBezTo>
                    <a:pt x="63769" y="5040"/>
                    <a:pt x="64511" y="4296"/>
                    <a:pt x="64511" y="3056"/>
                  </a:cubicBezTo>
                  <a:cubicBezTo>
                    <a:pt x="64511" y="81"/>
                    <a:pt x="61542" y="81"/>
                    <a:pt x="59563"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8" name="Freeform: Shape 97">
              <a:extLst>
                <a:ext uri="{FF2B5EF4-FFF2-40B4-BE49-F238E27FC236}">
                  <a16:creationId xmlns:a16="http://schemas.microsoft.com/office/drawing/2014/main" id="{3AFC3033-91B6-2ED0-C920-AD0DF3CE78AF}"/>
                </a:ext>
              </a:extLst>
            </p:cNvPr>
            <p:cNvSpPr/>
            <p:nvPr/>
          </p:nvSpPr>
          <p:spPr>
            <a:xfrm>
              <a:off x="10989107" y="5134042"/>
              <a:ext cx="90055" cy="164665"/>
            </a:xfrm>
            <a:custGeom>
              <a:avLst/>
              <a:gdLst>
                <a:gd name="connsiteX0" fmla="*/ 56103 w 90055"/>
                <a:gd name="connsiteY0" fmla="*/ 7024 h 164665"/>
                <a:gd name="connsiteX1" fmla="*/ 48680 w 90055"/>
                <a:gd name="connsiteY1" fmla="*/ 81 h 164665"/>
                <a:gd name="connsiteX2" fmla="*/ 189 w 90055"/>
                <a:gd name="connsiteY2" fmla="*/ 15952 h 164665"/>
                <a:gd name="connsiteX3" fmla="*/ 189 w 90055"/>
                <a:gd name="connsiteY3" fmla="*/ 24880 h 164665"/>
                <a:gd name="connsiteX4" fmla="*/ 36063 w 90055"/>
                <a:gd name="connsiteY4" fmla="*/ 17936 h 164665"/>
                <a:gd name="connsiteX5" fmla="*/ 36063 w 90055"/>
                <a:gd name="connsiteY5" fmla="*/ 144411 h 164665"/>
                <a:gd name="connsiteX6" fmla="*/ 11322 w 90055"/>
                <a:gd name="connsiteY6" fmla="*/ 155818 h 164665"/>
                <a:gd name="connsiteX7" fmla="*/ 1921 w 90055"/>
                <a:gd name="connsiteY7" fmla="*/ 155818 h 164665"/>
                <a:gd name="connsiteX8" fmla="*/ 1921 w 90055"/>
                <a:gd name="connsiteY8" fmla="*/ 164746 h 164665"/>
                <a:gd name="connsiteX9" fmla="*/ 45959 w 90055"/>
                <a:gd name="connsiteY9" fmla="*/ 163754 h 164665"/>
                <a:gd name="connsiteX10" fmla="*/ 90244 w 90055"/>
                <a:gd name="connsiteY10" fmla="*/ 164746 h 164665"/>
                <a:gd name="connsiteX11" fmla="*/ 90244 w 90055"/>
                <a:gd name="connsiteY11" fmla="*/ 155818 h 164665"/>
                <a:gd name="connsiteX12" fmla="*/ 80843 w 90055"/>
                <a:gd name="connsiteY12" fmla="*/ 155818 h 164665"/>
                <a:gd name="connsiteX13" fmla="*/ 56103 w 90055"/>
                <a:gd name="connsiteY13" fmla="*/ 144411 h 164665"/>
                <a:gd name="connsiteX14" fmla="*/ 56103 w 90055"/>
                <a:gd name="connsiteY14" fmla="*/ 7024 h 164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55" h="164665">
                  <a:moveTo>
                    <a:pt x="56103" y="7024"/>
                  </a:moveTo>
                  <a:cubicBezTo>
                    <a:pt x="56103" y="329"/>
                    <a:pt x="55608" y="81"/>
                    <a:pt x="48680" y="81"/>
                  </a:cubicBezTo>
                  <a:cubicBezTo>
                    <a:pt x="32846" y="15704"/>
                    <a:pt x="10333" y="15952"/>
                    <a:pt x="189" y="15952"/>
                  </a:cubicBezTo>
                  <a:lnTo>
                    <a:pt x="189" y="24880"/>
                  </a:lnTo>
                  <a:cubicBezTo>
                    <a:pt x="6127" y="24880"/>
                    <a:pt x="22455" y="24880"/>
                    <a:pt x="36063" y="17936"/>
                  </a:cubicBezTo>
                  <a:lnTo>
                    <a:pt x="36063" y="144411"/>
                  </a:lnTo>
                  <a:cubicBezTo>
                    <a:pt x="36063" y="152594"/>
                    <a:pt x="36063" y="155818"/>
                    <a:pt x="11322" y="155818"/>
                  </a:cubicBezTo>
                  <a:lnTo>
                    <a:pt x="1921" y="155818"/>
                  </a:lnTo>
                  <a:lnTo>
                    <a:pt x="1921" y="164746"/>
                  </a:lnTo>
                  <a:cubicBezTo>
                    <a:pt x="6374" y="164498"/>
                    <a:pt x="36805" y="163754"/>
                    <a:pt x="45959" y="163754"/>
                  </a:cubicBezTo>
                  <a:cubicBezTo>
                    <a:pt x="53629" y="163754"/>
                    <a:pt x="84802" y="164498"/>
                    <a:pt x="90244" y="164746"/>
                  </a:cubicBezTo>
                  <a:lnTo>
                    <a:pt x="90244" y="155818"/>
                  </a:lnTo>
                  <a:lnTo>
                    <a:pt x="80843" y="155818"/>
                  </a:lnTo>
                  <a:cubicBezTo>
                    <a:pt x="56103" y="155818"/>
                    <a:pt x="56103" y="152594"/>
                    <a:pt x="56103" y="144411"/>
                  </a:cubicBezTo>
                  <a:lnTo>
                    <a:pt x="56103" y="702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9" name="Freeform: Shape 98">
              <a:extLst>
                <a:ext uri="{FF2B5EF4-FFF2-40B4-BE49-F238E27FC236}">
                  <a16:creationId xmlns:a16="http://schemas.microsoft.com/office/drawing/2014/main" id="{5FADF123-5289-8883-C720-1588121FD364}"/>
                </a:ext>
              </a:extLst>
            </p:cNvPr>
            <p:cNvSpPr/>
            <p:nvPr/>
          </p:nvSpPr>
          <p:spPr>
            <a:xfrm>
              <a:off x="11120590" y="5112715"/>
              <a:ext cx="64077" cy="247742"/>
            </a:xfrm>
            <a:custGeom>
              <a:avLst/>
              <a:gdLst>
                <a:gd name="connsiteX0" fmla="*/ 4894 w 64077"/>
                <a:gd name="connsiteY0" fmla="*/ 81 h 247742"/>
                <a:gd name="connsiteX1" fmla="*/ 193 w 64077"/>
                <a:gd name="connsiteY1" fmla="*/ 3056 h 247742"/>
                <a:gd name="connsiteX2" fmla="*/ 2420 w 64077"/>
                <a:gd name="connsiteY2" fmla="*/ 6776 h 247742"/>
                <a:gd name="connsiteX3" fmla="*/ 47447 w 64077"/>
                <a:gd name="connsiteY3" fmla="*/ 123828 h 247742"/>
                <a:gd name="connsiteX4" fmla="*/ 4646 w 64077"/>
                <a:gd name="connsiteY4" fmla="*/ 239143 h 247742"/>
                <a:gd name="connsiteX5" fmla="*/ 193 w 64077"/>
                <a:gd name="connsiteY5" fmla="*/ 244847 h 247742"/>
                <a:gd name="connsiteX6" fmla="*/ 3409 w 64077"/>
                <a:gd name="connsiteY6" fmla="*/ 247823 h 247742"/>
                <a:gd name="connsiteX7" fmla="*/ 46210 w 64077"/>
                <a:gd name="connsiteY7" fmla="*/ 200457 h 247742"/>
                <a:gd name="connsiteX8" fmla="*/ 64271 w 64077"/>
                <a:gd name="connsiteY8" fmla="*/ 124076 h 247742"/>
                <a:gd name="connsiteX9" fmla="*/ 4894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894" y="81"/>
                  </a:moveTo>
                  <a:cubicBezTo>
                    <a:pt x="3162" y="81"/>
                    <a:pt x="193" y="81"/>
                    <a:pt x="193" y="3056"/>
                  </a:cubicBezTo>
                  <a:cubicBezTo>
                    <a:pt x="193" y="4296"/>
                    <a:pt x="935" y="5040"/>
                    <a:pt x="2420" y="6776"/>
                  </a:cubicBezTo>
                  <a:cubicBezTo>
                    <a:pt x="23696" y="26368"/>
                    <a:pt x="47447" y="59846"/>
                    <a:pt x="47447" y="123828"/>
                  </a:cubicBezTo>
                  <a:cubicBezTo>
                    <a:pt x="47447" y="175658"/>
                    <a:pt x="31366" y="214840"/>
                    <a:pt x="4646" y="239143"/>
                  </a:cubicBezTo>
                  <a:cubicBezTo>
                    <a:pt x="440" y="243359"/>
                    <a:pt x="193" y="243607"/>
                    <a:pt x="193" y="244847"/>
                  </a:cubicBezTo>
                  <a:cubicBezTo>
                    <a:pt x="193" y="246087"/>
                    <a:pt x="935" y="247823"/>
                    <a:pt x="3409" y="247823"/>
                  </a:cubicBezTo>
                  <a:cubicBezTo>
                    <a:pt x="6378" y="247823"/>
                    <a:pt x="29882" y="231455"/>
                    <a:pt x="46210" y="200457"/>
                  </a:cubicBezTo>
                  <a:cubicBezTo>
                    <a:pt x="57096" y="179873"/>
                    <a:pt x="64271" y="153090"/>
                    <a:pt x="64271" y="124076"/>
                  </a:cubicBezTo>
                  <a:cubicBezTo>
                    <a:pt x="64271" y="89109"/>
                    <a:pt x="53880" y="34799"/>
                    <a:pt x="4894"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0" name="Freeform: Shape 99">
              <a:extLst>
                <a:ext uri="{FF2B5EF4-FFF2-40B4-BE49-F238E27FC236}">
                  <a16:creationId xmlns:a16="http://schemas.microsoft.com/office/drawing/2014/main" id="{E9921D71-46C0-E945-4D38-87D60A277AFA}"/>
                </a:ext>
              </a:extLst>
            </p:cNvPr>
            <p:cNvSpPr/>
            <p:nvPr/>
          </p:nvSpPr>
          <p:spPr>
            <a:xfrm>
              <a:off x="11349112" y="5314965"/>
              <a:ext cx="235034" cy="82899"/>
            </a:xfrm>
            <a:custGeom>
              <a:avLst/>
              <a:gdLst>
                <a:gd name="connsiteX0" fmla="*/ 223217 w 235034"/>
                <a:gd name="connsiteY0" fmla="*/ 14256 h 82899"/>
                <a:gd name="connsiteX1" fmla="*/ 235234 w 235034"/>
                <a:gd name="connsiteY1" fmla="*/ 7170 h 82899"/>
                <a:gd name="connsiteX2" fmla="*/ 223571 w 235034"/>
                <a:gd name="connsiteY2" fmla="*/ 85 h 82899"/>
                <a:gd name="connsiteX3" fmla="*/ 11863 w 235034"/>
                <a:gd name="connsiteY3" fmla="*/ 85 h 82899"/>
                <a:gd name="connsiteX4" fmla="*/ 199 w 235034"/>
                <a:gd name="connsiteY4" fmla="*/ 7170 h 82899"/>
                <a:gd name="connsiteX5" fmla="*/ 12216 w 235034"/>
                <a:gd name="connsiteY5" fmla="*/ 14256 h 82899"/>
                <a:gd name="connsiteX6" fmla="*/ 223217 w 235034"/>
                <a:gd name="connsiteY6" fmla="*/ 14256 h 82899"/>
                <a:gd name="connsiteX7" fmla="*/ 223571 w 235034"/>
                <a:gd name="connsiteY7" fmla="*/ 82984 h 82899"/>
                <a:gd name="connsiteX8" fmla="*/ 235234 w 235034"/>
                <a:gd name="connsiteY8" fmla="*/ 75899 h 82899"/>
                <a:gd name="connsiteX9" fmla="*/ 223217 w 235034"/>
                <a:gd name="connsiteY9" fmla="*/ 68813 h 82899"/>
                <a:gd name="connsiteX10" fmla="*/ 12216 w 235034"/>
                <a:gd name="connsiteY10" fmla="*/ 68813 h 82899"/>
                <a:gd name="connsiteX11" fmla="*/ 199 w 235034"/>
                <a:gd name="connsiteY11" fmla="*/ 75899 h 82899"/>
                <a:gd name="connsiteX12" fmla="*/ 11863 w 235034"/>
                <a:gd name="connsiteY12" fmla="*/ 82984 h 82899"/>
                <a:gd name="connsiteX13" fmla="*/ 223571 w 235034"/>
                <a:gd name="connsiteY13" fmla="*/ 82984 h 82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5034" h="82899">
                  <a:moveTo>
                    <a:pt x="223217" y="14256"/>
                  </a:moveTo>
                  <a:cubicBezTo>
                    <a:pt x="228519" y="14256"/>
                    <a:pt x="235234" y="14256"/>
                    <a:pt x="235234" y="7170"/>
                  </a:cubicBezTo>
                  <a:cubicBezTo>
                    <a:pt x="235234" y="85"/>
                    <a:pt x="228519" y="85"/>
                    <a:pt x="223571" y="85"/>
                  </a:cubicBezTo>
                  <a:lnTo>
                    <a:pt x="11863" y="85"/>
                  </a:lnTo>
                  <a:cubicBezTo>
                    <a:pt x="6915" y="85"/>
                    <a:pt x="199" y="85"/>
                    <a:pt x="199" y="7170"/>
                  </a:cubicBezTo>
                  <a:cubicBezTo>
                    <a:pt x="199" y="14256"/>
                    <a:pt x="6915" y="14256"/>
                    <a:pt x="12216" y="14256"/>
                  </a:cubicBezTo>
                  <a:lnTo>
                    <a:pt x="223217" y="14256"/>
                  </a:lnTo>
                  <a:close/>
                  <a:moveTo>
                    <a:pt x="223571" y="82984"/>
                  </a:moveTo>
                  <a:cubicBezTo>
                    <a:pt x="228519" y="82984"/>
                    <a:pt x="235234" y="82984"/>
                    <a:pt x="235234" y="75899"/>
                  </a:cubicBezTo>
                  <a:cubicBezTo>
                    <a:pt x="235234" y="68813"/>
                    <a:pt x="228519" y="68813"/>
                    <a:pt x="223217" y="68813"/>
                  </a:cubicBezTo>
                  <a:lnTo>
                    <a:pt x="12216" y="68813"/>
                  </a:lnTo>
                  <a:cubicBezTo>
                    <a:pt x="6915" y="68813"/>
                    <a:pt x="199" y="68813"/>
                    <a:pt x="199" y="75899"/>
                  </a:cubicBezTo>
                  <a:cubicBezTo>
                    <a:pt x="199" y="82984"/>
                    <a:pt x="6915" y="82984"/>
                    <a:pt x="11863" y="82984"/>
                  </a:cubicBezTo>
                  <a:lnTo>
                    <a:pt x="223571" y="82984"/>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1" name="Freeform: Shape 100">
              <a:extLst>
                <a:ext uri="{FF2B5EF4-FFF2-40B4-BE49-F238E27FC236}">
                  <a16:creationId xmlns:a16="http://schemas.microsoft.com/office/drawing/2014/main" id="{046C395B-1059-2159-0D3D-3A287FABA5C2}"/>
                </a:ext>
              </a:extLst>
            </p:cNvPr>
            <p:cNvSpPr/>
            <p:nvPr/>
          </p:nvSpPr>
          <p:spPr>
            <a:xfrm>
              <a:off x="11707691" y="5288395"/>
              <a:ext cx="162227" cy="229213"/>
            </a:xfrm>
            <a:custGeom>
              <a:avLst/>
              <a:gdLst>
                <a:gd name="connsiteX0" fmla="*/ 161377 w 162227"/>
                <a:gd name="connsiteY0" fmla="*/ 23112 h 229213"/>
                <a:gd name="connsiteX1" fmla="*/ 162437 w 162227"/>
                <a:gd name="connsiteY1" fmla="*/ 16735 h 229213"/>
                <a:gd name="connsiteX2" fmla="*/ 152187 w 162227"/>
                <a:gd name="connsiteY2" fmla="*/ 7170 h 229213"/>
                <a:gd name="connsiteX3" fmla="*/ 137696 w 162227"/>
                <a:gd name="connsiteY3" fmla="*/ 22404 h 229213"/>
                <a:gd name="connsiteX4" fmla="*/ 104827 w 162227"/>
                <a:gd name="connsiteY4" fmla="*/ 85 h 229213"/>
                <a:gd name="connsiteX5" fmla="*/ 20709 w 162227"/>
                <a:gd name="connsiteY5" fmla="*/ 100698 h 229213"/>
                <a:gd name="connsiteX6" fmla="*/ 67716 w 162227"/>
                <a:gd name="connsiteY6" fmla="*/ 156673 h 229213"/>
                <a:gd name="connsiteX7" fmla="*/ 108715 w 162227"/>
                <a:gd name="connsiteY7" fmla="*/ 136125 h 229213"/>
                <a:gd name="connsiteX8" fmla="*/ 109068 w 162227"/>
                <a:gd name="connsiteY8" fmla="*/ 136479 h 229213"/>
                <a:gd name="connsiteX9" fmla="*/ 97405 w 162227"/>
                <a:gd name="connsiteY9" fmla="*/ 183243 h 229213"/>
                <a:gd name="connsiteX10" fmla="*/ 46510 w 162227"/>
                <a:gd name="connsiteY10" fmla="*/ 221504 h 229213"/>
                <a:gd name="connsiteX11" fmla="*/ 18235 w 162227"/>
                <a:gd name="connsiteY11" fmla="*/ 217962 h 229213"/>
                <a:gd name="connsiteX12" fmla="*/ 32726 w 162227"/>
                <a:gd name="connsiteY12" fmla="*/ 199540 h 229213"/>
                <a:gd name="connsiteX13" fmla="*/ 19295 w 162227"/>
                <a:gd name="connsiteY13" fmla="*/ 187140 h 229213"/>
                <a:gd name="connsiteX14" fmla="*/ 210 w 162227"/>
                <a:gd name="connsiteY14" fmla="*/ 207688 h 229213"/>
                <a:gd name="connsiteX15" fmla="*/ 47217 w 162227"/>
                <a:gd name="connsiteY15" fmla="*/ 229298 h 229213"/>
                <a:gd name="connsiteX16" fmla="*/ 122145 w 162227"/>
                <a:gd name="connsiteY16" fmla="*/ 180409 h 229213"/>
                <a:gd name="connsiteX17" fmla="*/ 161377 w 162227"/>
                <a:gd name="connsiteY17" fmla="*/ 23112 h 229213"/>
                <a:gd name="connsiteX18" fmla="*/ 115430 w 162227"/>
                <a:gd name="connsiteY18" fmla="*/ 111326 h 229213"/>
                <a:gd name="connsiteX19" fmla="*/ 97405 w 162227"/>
                <a:gd name="connsiteY19" fmla="*/ 136125 h 229213"/>
                <a:gd name="connsiteX20" fmla="*/ 68776 w 162227"/>
                <a:gd name="connsiteY20" fmla="*/ 148879 h 229213"/>
                <a:gd name="connsiteX21" fmla="*/ 45803 w 162227"/>
                <a:gd name="connsiteY21" fmla="*/ 116286 h 229213"/>
                <a:gd name="connsiteX22" fmla="*/ 65595 w 162227"/>
                <a:gd name="connsiteY22" fmla="*/ 39409 h 229213"/>
                <a:gd name="connsiteX23" fmla="*/ 105180 w 162227"/>
                <a:gd name="connsiteY23" fmla="*/ 7879 h 229213"/>
                <a:gd name="connsiteX24" fmla="*/ 133455 w 162227"/>
                <a:gd name="connsiteY24" fmla="*/ 38346 h 229213"/>
                <a:gd name="connsiteX25" fmla="*/ 132395 w 162227"/>
                <a:gd name="connsiteY25" fmla="*/ 43660 h 229213"/>
                <a:gd name="connsiteX26" fmla="*/ 115430 w 162227"/>
                <a:gd name="connsiteY26" fmla="*/ 111326 h 229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2227" h="229213">
                  <a:moveTo>
                    <a:pt x="161377" y="23112"/>
                  </a:moveTo>
                  <a:cubicBezTo>
                    <a:pt x="161730" y="20987"/>
                    <a:pt x="162437" y="19215"/>
                    <a:pt x="162437" y="16735"/>
                  </a:cubicBezTo>
                  <a:cubicBezTo>
                    <a:pt x="162437" y="10713"/>
                    <a:pt x="158196" y="7170"/>
                    <a:pt x="152187" y="7170"/>
                  </a:cubicBezTo>
                  <a:cubicBezTo>
                    <a:pt x="148653" y="7170"/>
                    <a:pt x="139110" y="9650"/>
                    <a:pt x="137696" y="22404"/>
                  </a:cubicBezTo>
                  <a:cubicBezTo>
                    <a:pt x="131335" y="9296"/>
                    <a:pt x="118964" y="85"/>
                    <a:pt x="104827" y="85"/>
                  </a:cubicBezTo>
                  <a:cubicBezTo>
                    <a:pt x="64535" y="85"/>
                    <a:pt x="20709" y="49683"/>
                    <a:pt x="20709" y="100698"/>
                  </a:cubicBezTo>
                  <a:cubicBezTo>
                    <a:pt x="20709" y="135771"/>
                    <a:pt x="42269" y="156673"/>
                    <a:pt x="67716" y="156673"/>
                  </a:cubicBezTo>
                  <a:cubicBezTo>
                    <a:pt x="88569" y="156673"/>
                    <a:pt x="105180" y="140022"/>
                    <a:pt x="108715" y="136125"/>
                  </a:cubicBezTo>
                  <a:lnTo>
                    <a:pt x="109068" y="136479"/>
                  </a:lnTo>
                  <a:cubicBezTo>
                    <a:pt x="101646" y="168009"/>
                    <a:pt x="97405" y="182535"/>
                    <a:pt x="97405" y="183243"/>
                  </a:cubicBezTo>
                  <a:cubicBezTo>
                    <a:pt x="95991" y="186432"/>
                    <a:pt x="83974" y="221504"/>
                    <a:pt x="46510" y="221504"/>
                  </a:cubicBezTo>
                  <a:cubicBezTo>
                    <a:pt x="39795" y="221504"/>
                    <a:pt x="28131" y="221150"/>
                    <a:pt x="18235" y="217962"/>
                  </a:cubicBezTo>
                  <a:cubicBezTo>
                    <a:pt x="28838" y="214773"/>
                    <a:pt x="32726" y="205562"/>
                    <a:pt x="32726" y="199540"/>
                  </a:cubicBezTo>
                  <a:cubicBezTo>
                    <a:pt x="32726" y="193871"/>
                    <a:pt x="28838" y="187140"/>
                    <a:pt x="19295" y="187140"/>
                  </a:cubicBezTo>
                  <a:cubicBezTo>
                    <a:pt x="11520" y="187140"/>
                    <a:pt x="210" y="193517"/>
                    <a:pt x="210" y="207688"/>
                  </a:cubicBezTo>
                  <a:cubicBezTo>
                    <a:pt x="210" y="222213"/>
                    <a:pt x="13287" y="229298"/>
                    <a:pt x="47217" y="229298"/>
                  </a:cubicBezTo>
                  <a:cubicBezTo>
                    <a:pt x="91396" y="229298"/>
                    <a:pt x="116844" y="201665"/>
                    <a:pt x="122145" y="180409"/>
                  </a:cubicBezTo>
                  <a:lnTo>
                    <a:pt x="161377" y="23112"/>
                  </a:lnTo>
                  <a:close/>
                  <a:moveTo>
                    <a:pt x="115430" y="111326"/>
                  </a:moveTo>
                  <a:cubicBezTo>
                    <a:pt x="113309" y="120537"/>
                    <a:pt x="105180" y="129394"/>
                    <a:pt x="97405" y="136125"/>
                  </a:cubicBezTo>
                  <a:cubicBezTo>
                    <a:pt x="89983" y="142502"/>
                    <a:pt x="79026" y="148879"/>
                    <a:pt x="68776" y="148879"/>
                  </a:cubicBezTo>
                  <a:cubicBezTo>
                    <a:pt x="51105" y="148879"/>
                    <a:pt x="45803" y="130457"/>
                    <a:pt x="45803" y="116286"/>
                  </a:cubicBezTo>
                  <a:cubicBezTo>
                    <a:pt x="45803" y="99281"/>
                    <a:pt x="56053" y="57477"/>
                    <a:pt x="65595" y="39409"/>
                  </a:cubicBezTo>
                  <a:cubicBezTo>
                    <a:pt x="75138" y="22050"/>
                    <a:pt x="90336" y="7879"/>
                    <a:pt x="105180" y="7879"/>
                  </a:cubicBezTo>
                  <a:cubicBezTo>
                    <a:pt x="128507" y="7879"/>
                    <a:pt x="133455" y="36575"/>
                    <a:pt x="133455" y="38346"/>
                  </a:cubicBezTo>
                  <a:cubicBezTo>
                    <a:pt x="133455" y="40117"/>
                    <a:pt x="132748" y="42243"/>
                    <a:pt x="132395" y="43660"/>
                  </a:cubicBezTo>
                  <a:lnTo>
                    <a:pt x="115430" y="111326"/>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2" name="Freeform: Shape 101">
              <a:extLst>
                <a:ext uri="{FF2B5EF4-FFF2-40B4-BE49-F238E27FC236}">
                  <a16:creationId xmlns:a16="http://schemas.microsoft.com/office/drawing/2014/main" id="{143FBB66-A38E-B714-0069-130388D3624C}"/>
                </a:ext>
              </a:extLst>
            </p:cNvPr>
            <p:cNvSpPr/>
            <p:nvPr/>
          </p:nvSpPr>
          <p:spPr>
            <a:xfrm>
              <a:off x="12006171" y="5037567"/>
              <a:ext cx="134305" cy="637334"/>
            </a:xfrm>
            <a:custGeom>
              <a:avLst/>
              <a:gdLst>
                <a:gd name="connsiteX0" fmla="*/ 118618 w 134305"/>
                <a:gd name="connsiteY0" fmla="*/ 633511 h 637334"/>
                <a:gd name="connsiteX1" fmla="*/ 122859 w 134305"/>
                <a:gd name="connsiteY1" fmla="*/ 637408 h 637334"/>
                <a:gd name="connsiteX2" fmla="*/ 130634 w 134305"/>
                <a:gd name="connsiteY2" fmla="*/ 637408 h 637334"/>
                <a:gd name="connsiteX3" fmla="*/ 134522 w 134305"/>
                <a:gd name="connsiteY3" fmla="*/ 633865 h 637334"/>
                <a:gd name="connsiteX4" fmla="*/ 133109 w 134305"/>
                <a:gd name="connsiteY4" fmla="*/ 630677 h 637334"/>
                <a:gd name="connsiteX5" fmla="*/ 79386 w 134305"/>
                <a:gd name="connsiteY5" fmla="*/ 559468 h 637334"/>
                <a:gd name="connsiteX6" fmla="*/ 27078 w 134305"/>
                <a:gd name="connsiteY6" fmla="*/ 318918 h 637334"/>
                <a:gd name="connsiteX7" fmla="*/ 133462 w 134305"/>
                <a:gd name="connsiteY7" fmla="*/ 6451 h 637334"/>
                <a:gd name="connsiteX8" fmla="*/ 134522 w 134305"/>
                <a:gd name="connsiteY8" fmla="*/ 3616 h 637334"/>
                <a:gd name="connsiteX9" fmla="*/ 127807 w 134305"/>
                <a:gd name="connsiteY9" fmla="*/ 74 h 637334"/>
                <a:gd name="connsiteX10" fmla="*/ 119325 w 134305"/>
                <a:gd name="connsiteY10" fmla="*/ 2908 h 637334"/>
                <a:gd name="connsiteX11" fmla="*/ 23543 w 134305"/>
                <a:gd name="connsiteY11" fmla="*/ 155953 h 637334"/>
                <a:gd name="connsiteX12" fmla="*/ 217 w 134305"/>
                <a:gd name="connsiteY12" fmla="*/ 318564 h 637334"/>
                <a:gd name="connsiteX13" fmla="*/ 70904 w 134305"/>
                <a:gd name="connsiteY13" fmla="*/ 579662 h 637334"/>
                <a:gd name="connsiteX14" fmla="*/ 93524 w 134305"/>
                <a:gd name="connsiteY14" fmla="*/ 608358 h 637334"/>
                <a:gd name="connsiteX15" fmla="*/ 104834 w 134305"/>
                <a:gd name="connsiteY15" fmla="*/ 620757 h 637334"/>
                <a:gd name="connsiteX16" fmla="*/ 118618 w 134305"/>
                <a:gd name="connsiteY16" fmla="*/ 633511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4305" h="637334">
                  <a:moveTo>
                    <a:pt x="118618" y="633511"/>
                  </a:moveTo>
                  <a:cubicBezTo>
                    <a:pt x="119325" y="633865"/>
                    <a:pt x="122505" y="637408"/>
                    <a:pt x="122859" y="637408"/>
                  </a:cubicBezTo>
                  <a:lnTo>
                    <a:pt x="130634" y="637408"/>
                  </a:lnTo>
                  <a:cubicBezTo>
                    <a:pt x="131695" y="637408"/>
                    <a:pt x="134522" y="637054"/>
                    <a:pt x="134522" y="633865"/>
                  </a:cubicBezTo>
                  <a:cubicBezTo>
                    <a:pt x="134522" y="632448"/>
                    <a:pt x="133815" y="631740"/>
                    <a:pt x="133109" y="630677"/>
                  </a:cubicBezTo>
                  <a:cubicBezTo>
                    <a:pt x="120385" y="617923"/>
                    <a:pt x="101299" y="598438"/>
                    <a:pt x="79386" y="559468"/>
                  </a:cubicBezTo>
                  <a:cubicBezTo>
                    <a:pt x="41215" y="491448"/>
                    <a:pt x="27078" y="403943"/>
                    <a:pt x="27078" y="318918"/>
                  </a:cubicBezTo>
                  <a:cubicBezTo>
                    <a:pt x="27078" y="161621"/>
                    <a:pt x="71611" y="69157"/>
                    <a:pt x="133462" y="6451"/>
                  </a:cubicBezTo>
                  <a:cubicBezTo>
                    <a:pt x="134522" y="5388"/>
                    <a:pt x="134522" y="4325"/>
                    <a:pt x="134522" y="3616"/>
                  </a:cubicBezTo>
                  <a:cubicBezTo>
                    <a:pt x="134522" y="74"/>
                    <a:pt x="132048" y="74"/>
                    <a:pt x="127807" y="74"/>
                  </a:cubicBezTo>
                  <a:cubicBezTo>
                    <a:pt x="123212" y="74"/>
                    <a:pt x="122505" y="74"/>
                    <a:pt x="119325" y="2908"/>
                  </a:cubicBezTo>
                  <a:cubicBezTo>
                    <a:pt x="85748" y="31958"/>
                    <a:pt x="47930" y="81202"/>
                    <a:pt x="23543" y="155953"/>
                  </a:cubicBezTo>
                  <a:cubicBezTo>
                    <a:pt x="8346" y="202717"/>
                    <a:pt x="217" y="259755"/>
                    <a:pt x="217" y="318564"/>
                  </a:cubicBezTo>
                  <a:cubicBezTo>
                    <a:pt x="217" y="402526"/>
                    <a:pt x="15414" y="497471"/>
                    <a:pt x="70904" y="579662"/>
                  </a:cubicBezTo>
                  <a:cubicBezTo>
                    <a:pt x="80447" y="593478"/>
                    <a:pt x="93524" y="608004"/>
                    <a:pt x="93524" y="608358"/>
                  </a:cubicBezTo>
                  <a:cubicBezTo>
                    <a:pt x="97058" y="612609"/>
                    <a:pt x="102006" y="618277"/>
                    <a:pt x="104834" y="620757"/>
                  </a:cubicBezTo>
                  <a:lnTo>
                    <a:pt x="118618" y="633511"/>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3" name="Freeform: Shape 102">
              <a:extLst>
                <a:ext uri="{FF2B5EF4-FFF2-40B4-BE49-F238E27FC236}">
                  <a16:creationId xmlns:a16="http://schemas.microsoft.com/office/drawing/2014/main" id="{87622858-0FA2-8CA9-0F6D-130F00FC798C}"/>
                </a:ext>
              </a:extLst>
            </p:cNvPr>
            <p:cNvSpPr/>
            <p:nvPr/>
          </p:nvSpPr>
          <p:spPr>
            <a:xfrm>
              <a:off x="12162115" y="5201953"/>
              <a:ext cx="402917" cy="245864"/>
            </a:xfrm>
            <a:custGeom>
              <a:avLst/>
              <a:gdLst>
                <a:gd name="connsiteX0" fmla="*/ 369563 w 402917"/>
                <a:gd name="connsiteY0" fmla="*/ 25238 h 245864"/>
                <a:gd name="connsiteX1" fmla="*/ 382994 w 402917"/>
                <a:gd name="connsiteY1" fmla="*/ 17444 h 245864"/>
                <a:gd name="connsiteX2" fmla="*/ 403140 w 402917"/>
                <a:gd name="connsiteY2" fmla="*/ 16735 h 245864"/>
                <a:gd name="connsiteX3" fmla="*/ 403140 w 402917"/>
                <a:gd name="connsiteY3" fmla="*/ 85 h 245864"/>
                <a:gd name="connsiteX4" fmla="*/ 365322 w 402917"/>
                <a:gd name="connsiteY4" fmla="*/ 1148 h 245864"/>
                <a:gd name="connsiteX5" fmla="*/ 317255 w 402917"/>
                <a:gd name="connsiteY5" fmla="*/ 85 h 245864"/>
                <a:gd name="connsiteX6" fmla="*/ 317255 w 402917"/>
                <a:gd name="connsiteY6" fmla="*/ 16735 h 245864"/>
                <a:gd name="connsiteX7" fmla="*/ 353305 w 402917"/>
                <a:gd name="connsiteY7" fmla="*/ 20632 h 245864"/>
                <a:gd name="connsiteX8" fmla="*/ 292514 w 402917"/>
                <a:gd name="connsiteY8" fmla="*/ 178992 h 245864"/>
                <a:gd name="connsiteX9" fmla="*/ 229956 w 402917"/>
                <a:gd name="connsiteY9" fmla="*/ 16735 h 245864"/>
                <a:gd name="connsiteX10" fmla="*/ 263886 w 402917"/>
                <a:gd name="connsiteY10" fmla="*/ 16735 h 245864"/>
                <a:gd name="connsiteX11" fmla="*/ 263886 w 402917"/>
                <a:gd name="connsiteY11" fmla="*/ 85 h 245864"/>
                <a:gd name="connsiteX12" fmla="*/ 202035 w 402917"/>
                <a:gd name="connsiteY12" fmla="*/ 1148 h 245864"/>
                <a:gd name="connsiteX13" fmla="*/ 147959 w 402917"/>
                <a:gd name="connsiteY13" fmla="*/ 85 h 245864"/>
                <a:gd name="connsiteX14" fmla="*/ 147959 w 402917"/>
                <a:gd name="connsiteY14" fmla="*/ 16735 h 245864"/>
                <a:gd name="connsiteX15" fmla="*/ 178354 w 402917"/>
                <a:gd name="connsiteY15" fmla="*/ 16735 h 245864"/>
                <a:gd name="connsiteX16" fmla="*/ 192845 w 402917"/>
                <a:gd name="connsiteY16" fmla="*/ 54288 h 245864"/>
                <a:gd name="connsiteX17" fmla="*/ 144778 w 402917"/>
                <a:gd name="connsiteY17" fmla="*/ 178992 h 245864"/>
                <a:gd name="connsiteX18" fmla="*/ 82220 w 402917"/>
                <a:gd name="connsiteY18" fmla="*/ 16735 h 245864"/>
                <a:gd name="connsiteX19" fmla="*/ 116150 w 402917"/>
                <a:gd name="connsiteY19" fmla="*/ 16735 h 245864"/>
                <a:gd name="connsiteX20" fmla="*/ 116150 w 402917"/>
                <a:gd name="connsiteY20" fmla="*/ 85 h 245864"/>
                <a:gd name="connsiteX21" fmla="*/ 54298 w 402917"/>
                <a:gd name="connsiteY21" fmla="*/ 1148 h 245864"/>
                <a:gd name="connsiteX22" fmla="*/ 223 w 402917"/>
                <a:gd name="connsiteY22" fmla="*/ 85 h 245864"/>
                <a:gd name="connsiteX23" fmla="*/ 223 w 402917"/>
                <a:gd name="connsiteY23" fmla="*/ 16735 h 245864"/>
                <a:gd name="connsiteX24" fmla="*/ 30618 w 402917"/>
                <a:gd name="connsiteY24" fmla="*/ 16735 h 245864"/>
                <a:gd name="connsiteX25" fmla="*/ 115443 w 402917"/>
                <a:gd name="connsiteY25" fmla="*/ 236738 h 245864"/>
                <a:gd name="connsiteX26" fmla="*/ 127813 w 402917"/>
                <a:gd name="connsiteY26" fmla="*/ 245949 h 245864"/>
                <a:gd name="connsiteX27" fmla="*/ 140183 w 402917"/>
                <a:gd name="connsiteY27" fmla="*/ 236738 h 245864"/>
                <a:gd name="connsiteX28" fmla="*/ 201681 w 402917"/>
                <a:gd name="connsiteY28" fmla="*/ 77316 h 245864"/>
                <a:gd name="connsiteX29" fmla="*/ 263179 w 402917"/>
                <a:gd name="connsiteY29" fmla="*/ 236738 h 245864"/>
                <a:gd name="connsiteX30" fmla="*/ 275549 w 402917"/>
                <a:gd name="connsiteY30" fmla="*/ 245949 h 245864"/>
                <a:gd name="connsiteX31" fmla="*/ 287919 w 402917"/>
                <a:gd name="connsiteY31" fmla="*/ 236738 h 245864"/>
                <a:gd name="connsiteX32" fmla="*/ 369563 w 402917"/>
                <a:gd name="connsiteY32" fmla="*/ 25238 h 245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2917" h="245864">
                  <a:moveTo>
                    <a:pt x="369563" y="25238"/>
                  </a:moveTo>
                  <a:cubicBezTo>
                    <a:pt x="371684" y="19215"/>
                    <a:pt x="372037" y="18507"/>
                    <a:pt x="382994" y="17444"/>
                  </a:cubicBezTo>
                  <a:cubicBezTo>
                    <a:pt x="390063" y="16735"/>
                    <a:pt x="397485" y="16735"/>
                    <a:pt x="403140" y="16735"/>
                  </a:cubicBezTo>
                  <a:lnTo>
                    <a:pt x="403140" y="85"/>
                  </a:lnTo>
                  <a:cubicBezTo>
                    <a:pt x="393597" y="439"/>
                    <a:pt x="381227" y="1148"/>
                    <a:pt x="365322" y="1148"/>
                  </a:cubicBezTo>
                  <a:cubicBezTo>
                    <a:pt x="351891" y="1148"/>
                    <a:pt x="329978" y="1148"/>
                    <a:pt x="317255" y="85"/>
                  </a:cubicBezTo>
                  <a:lnTo>
                    <a:pt x="317255" y="16735"/>
                  </a:lnTo>
                  <a:cubicBezTo>
                    <a:pt x="326091" y="16735"/>
                    <a:pt x="343056" y="16735"/>
                    <a:pt x="353305" y="20632"/>
                  </a:cubicBezTo>
                  <a:lnTo>
                    <a:pt x="292514" y="178992"/>
                  </a:lnTo>
                  <a:lnTo>
                    <a:pt x="229956" y="16735"/>
                  </a:lnTo>
                  <a:lnTo>
                    <a:pt x="263886" y="16735"/>
                  </a:lnTo>
                  <a:lnTo>
                    <a:pt x="263886" y="85"/>
                  </a:lnTo>
                  <a:cubicBezTo>
                    <a:pt x="250455" y="1148"/>
                    <a:pt x="217232" y="1148"/>
                    <a:pt x="202035" y="1148"/>
                  </a:cubicBezTo>
                  <a:cubicBezTo>
                    <a:pt x="188251" y="1148"/>
                    <a:pt x="160329" y="1148"/>
                    <a:pt x="147959" y="85"/>
                  </a:cubicBezTo>
                  <a:lnTo>
                    <a:pt x="147959" y="16735"/>
                  </a:lnTo>
                  <a:lnTo>
                    <a:pt x="178354" y="16735"/>
                  </a:lnTo>
                  <a:lnTo>
                    <a:pt x="192845" y="54288"/>
                  </a:lnTo>
                  <a:lnTo>
                    <a:pt x="144778" y="178992"/>
                  </a:lnTo>
                  <a:lnTo>
                    <a:pt x="82220" y="16735"/>
                  </a:lnTo>
                  <a:lnTo>
                    <a:pt x="116150" y="16735"/>
                  </a:lnTo>
                  <a:lnTo>
                    <a:pt x="116150" y="85"/>
                  </a:lnTo>
                  <a:cubicBezTo>
                    <a:pt x="102719" y="1148"/>
                    <a:pt x="69496" y="1148"/>
                    <a:pt x="54298" y="1148"/>
                  </a:cubicBezTo>
                  <a:cubicBezTo>
                    <a:pt x="40514" y="1148"/>
                    <a:pt x="12593" y="1148"/>
                    <a:pt x="223" y="85"/>
                  </a:cubicBezTo>
                  <a:lnTo>
                    <a:pt x="223" y="16735"/>
                  </a:lnTo>
                  <a:lnTo>
                    <a:pt x="30618" y="16735"/>
                  </a:lnTo>
                  <a:lnTo>
                    <a:pt x="115443" y="236738"/>
                  </a:lnTo>
                  <a:cubicBezTo>
                    <a:pt x="117563" y="242406"/>
                    <a:pt x="118977" y="245949"/>
                    <a:pt x="127813" y="245949"/>
                  </a:cubicBezTo>
                  <a:cubicBezTo>
                    <a:pt x="136649" y="245949"/>
                    <a:pt x="138063" y="242406"/>
                    <a:pt x="140183" y="236738"/>
                  </a:cubicBezTo>
                  <a:lnTo>
                    <a:pt x="201681" y="77316"/>
                  </a:lnTo>
                  <a:lnTo>
                    <a:pt x="263179" y="236738"/>
                  </a:lnTo>
                  <a:cubicBezTo>
                    <a:pt x="265300" y="242406"/>
                    <a:pt x="266713" y="245949"/>
                    <a:pt x="275549" y="245949"/>
                  </a:cubicBezTo>
                  <a:cubicBezTo>
                    <a:pt x="284385" y="245949"/>
                    <a:pt x="285799" y="242406"/>
                    <a:pt x="287919" y="236738"/>
                  </a:cubicBezTo>
                  <a:lnTo>
                    <a:pt x="369563" y="25238"/>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4" name="Freeform: Shape 103">
              <a:extLst>
                <a:ext uri="{FF2B5EF4-FFF2-40B4-BE49-F238E27FC236}">
                  <a16:creationId xmlns:a16="http://schemas.microsoft.com/office/drawing/2014/main" id="{3C33AAFC-B4E4-CD3C-24EE-A325CEAE4399}"/>
                </a:ext>
              </a:extLst>
            </p:cNvPr>
            <p:cNvSpPr/>
            <p:nvPr/>
          </p:nvSpPr>
          <p:spPr>
            <a:xfrm>
              <a:off x="12607924" y="5112715"/>
              <a:ext cx="64325" cy="247742"/>
            </a:xfrm>
            <a:custGeom>
              <a:avLst/>
              <a:gdLst>
                <a:gd name="connsiteX0" fmla="*/ 59612 w 64325"/>
                <a:gd name="connsiteY0" fmla="*/ 81 h 247742"/>
                <a:gd name="connsiteX1" fmla="*/ 235 w 64325"/>
                <a:gd name="connsiteY1" fmla="*/ 123828 h 247742"/>
                <a:gd name="connsiteX2" fmla="*/ 59612 w 64325"/>
                <a:gd name="connsiteY2" fmla="*/ 247823 h 247742"/>
                <a:gd name="connsiteX3" fmla="*/ 64560 w 64325"/>
                <a:gd name="connsiteY3" fmla="*/ 244847 h 247742"/>
                <a:gd name="connsiteX4" fmla="*/ 62086 w 64325"/>
                <a:gd name="connsiteY4" fmla="*/ 241127 h 247742"/>
                <a:gd name="connsiteX5" fmla="*/ 17058 w 64325"/>
                <a:gd name="connsiteY5" fmla="*/ 124076 h 247742"/>
                <a:gd name="connsiteX6" fmla="*/ 62828 w 64325"/>
                <a:gd name="connsiteY6" fmla="*/ 6032 h 247742"/>
                <a:gd name="connsiteX7" fmla="*/ 64560 w 64325"/>
                <a:gd name="connsiteY7" fmla="*/ 3056 h 247742"/>
                <a:gd name="connsiteX8" fmla="*/ 59612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612" y="81"/>
                  </a:moveTo>
                  <a:cubicBezTo>
                    <a:pt x="12605" y="33311"/>
                    <a:pt x="235" y="85885"/>
                    <a:pt x="235" y="123828"/>
                  </a:cubicBezTo>
                  <a:cubicBezTo>
                    <a:pt x="235" y="158794"/>
                    <a:pt x="10626" y="213104"/>
                    <a:pt x="59612" y="247823"/>
                  </a:cubicBezTo>
                  <a:cubicBezTo>
                    <a:pt x="61591" y="247823"/>
                    <a:pt x="64560" y="247823"/>
                    <a:pt x="64560" y="244847"/>
                  </a:cubicBezTo>
                  <a:cubicBezTo>
                    <a:pt x="64560" y="243359"/>
                    <a:pt x="63818" y="242863"/>
                    <a:pt x="62086" y="241127"/>
                  </a:cubicBezTo>
                  <a:cubicBezTo>
                    <a:pt x="29181" y="211368"/>
                    <a:pt x="17058" y="169210"/>
                    <a:pt x="17058" y="124076"/>
                  </a:cubicBezTo>
                  <a:cubicBezTo>
                    <a:pt x="17058" y="57118"/>
                    <a:pt x="42541" y="24384"/>
                    <a:pt x="62828" y="6032"/>
                  </a:cubicBezTo>
                  <a:cubicBezTo>
                    <a:pt x="63818" y="5040"/>
                    <a:pt x="64560" y="4296"/>
                    <a:pt x="64560" y="3056"/>
                  </a:cubicBezTo>
                  <a:cubicBezTo>
                    <a:pt x="64560" y="81"/>
                    <a:pt x="61591" y="81"/>
                    <a:pt x="59612"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5" name="Freeform: Shape 104">
              <a:extLst>
                <a:ext uri="{FF2B5EF4-FFF2-40B4-BE49-F238E27FC236}">
                  <a16:creationId xmlns:a16="http://schemas.microsoft.com/office/drawing/2014/main" id="{D108F9BF-D137-3AD5-8A41-CAD62583A865}"/>
                </a:ext>
              </a:extLst>
            </p:cNvPr>
            <p:cNvSpPr/>
            <p:nvPr/>
          </p:nvSpPr>
          <p:spPr>
            <a:xfrm>
              <a:off x="12702787" y="5134042"/>
              <a:ext cx="114796" cy="169625"/>
            </a:xfrm>
            <a:custGeom>
              <a:avLst/>
              <a:gdLst>
                <a:gd name="connsiteX0" fmla="*/ 115034 w 114796"/>
                <a:gd name="connsiteY0" fmla="*/ 85637 h 169625"/>
                <a:gd name="connsiteX1" fmla="*/ 100437 w 114796"/>
                <a:gd name="connsiteY1" fmla="*/ 21408 h 169625"/>
                <a:gd name="connsiteX2" fmla="*/ 57636 w 114796"/>
                <a:gd name="connsiteY2" fmla="*/ 81 h 169625"/>
                <a:gd name="connsiteX3" fmla="*/ 238 w 114796"/>
                <a:gd name="connsiteY3" fmla="*/ 85637 h 169625"/>
                <a:gd name="connsiteX4" fmla="*/ 57636 w 114796"/>
                <a:gd name="connsiteY4" fmla="*/ 169706 h 169625"/>
                <a:gd name="connsiteX5" fmla="*/ 115034 w 114796"/>
                <a:gd name="connsiteY5" fmla="*/ 85637 h 169625"/>
                <a:gd name="connsiteX6" fmla="*/ 57636 w 114796"/>
                <a:gd name="connsiteY6" fmla="*/ 162762 h 169625"/>
                <a:gd name="connsiteX7" fmla="*/ 26215 w 114796"/>
                <a:gd name="connsiteY7" fmla="*/ 135731 h 169625"/>
                <a:gd name="connsiteX8" fmla="*/ 22752 w 114796"/>
                <a:gd name="connsiteY8" fmla="*/ 82413 h 169625"/>
                <a:gd name="connsiteX9" fmla="*/ 26463 w 114796"/>
                <a:gd name="connsiteY9" fmla="*/ 31823 h 169625"/>
                <a:gd name="connsiteX10" fmla="*/ 57636 w 114796"/>
                <a:gd name="connsiteY10" fmla="*/ 7024 h 169625"/>
                <a:gd name="connsiteX11" fmla="*/ 88314 w 114796"/>
                <a:gd name="connsiteY11" fmla="*/ 29591 h 169625"/>
                <a:gd name="connsiteX12" fmla="*/ 92520 w 114796"/>
                <a:gd name="connsiteY12" fmla="*/ 82413 h 169625"/>
                <a:gd name="connsiteX13" fmla="*/ 89304 w 114796"/>
                <a:gd name="connsiteY13" fmla="*/ 134739 h 169625"/>
                <a:gd name="connsiteX14" fmla="*/ 57636 w 114796"/>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69625">
                  <a:moveTo>
                    <a:pt x="115034" y="85637"/>
                  </a:moveTo>
                  <a:cubicBezTo>
                    <a:pt x="115034" y="58358"/>
                    <a:pt x="111817" y="38767"/>
                    <a:pt x="100437" y="21408"/>
                  </a:cubicBezTo>
                  <a:cubicBezTo>
                    <a:pt x="92767" y="10000"/>
                    <a:pt x="77428" y="81"/>
                    <a:pt x="57636" y="81"/>
                  </a:cubicBezTo>
                  <a:cubicBezTo>
                    <a:pt x="238" y="81"/>
                    <a:pt x="238" y="67782"/>
                    <a:pt x="238" y="85637"/>
                  </a:cubicBezTo>
                  <a:cubicBezTo>
                    <a:pt x="238" y="103492"/>
                    <a:pt x="238" y="169706"/>
                    <a:pt x="57636" y="169706"/>
                  </a:cubicBezTo>
                  <a:cubicBezTo>
                    <a:pt x="115034" y="169706"/>
                    <a:pt x="115034" y="103492"/>
                    <a:pt x="115034" y="85637"/>
                  </a:cubicBezTo>
                  <a:close/>
                  <a:moveTo>
                    <a:pt x="57636" y="162762"/>
                  </a:moveTo>
                  <a:cubicBezTo>
                    <a:pt x="46255" y="162762"/>
                    <a:pt x="31163" y="156066"/>
                    <a:pt x="26215" y="135731"/>
                  </a:cubicBezTo>
                  <a:cubicBezTo>
                    <a:pt x="22752" y="121100"/>
                    <a:pt x="22752" y="100765"/>
                    <a:pt x="22752" y="82413"/>
                  </a:cubicBezTo>
                  <a:cubicBezTo>
                    <a:pt x="22752" y="64310"/>
                    <a:pt x="22752" y="45463"/>
                    <a:pt x="26463" y="31823"/>
                  </a:cubicBezTo>
                  <a:cubicBezTo>
                    <a:pt x="31658" y="12232"/>
                    <a:pt x="47492" y="7024"/>
                    <a:pt x="57636" y="7024"/>
                  </a:cubicBezTo>
                  <a:cubicBezTo>
                    <a:pt x="70996" y="7024"/>
                    <a:pt x="83861" y="15208"/>
                    <a:pt x="88314" y="29591"/>
                  </a:cubicBezTo>
                  <a:cubicBezTo>
                    <a:pt x="92272" y="42983"/>
                    <a:pt x="92520" y="60838"/>
                    <a:pt x="92520" y="82413"/>
                  </a:cubicBezTo>
                  <a:cubicBezTo>
                    <a:pt x="92520" y="100765"/>
                    <a:pt x="92520" y="119116"/>
                    <a:pt x="89304" y="134739"/>
                  </a:cubicBezTo>
                  <a:cubicBezTo>
                    <a:pt x="84355" y="157306"/>
                    <a:pt x="67532" y="162762"/>
                    <a:pt x="57636" y="16276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6" name="Freeform: Shape 105">
              <a:extLst>
                <a:ext uri="{FF2B5EF4-FFF2-40B4-BE49-F238E27FC236}">
                  <a16:creationId xmlns:a16="http://schemas.microsoft.com/office/drawing/2014/main" id="{7F7467C1-24C3-43E0-9609-7AA01799707B}"/>
                </a:ext>
              </a:extLst>
            </p:cNvPr>
            <p:cNvSpPr/>
            <p:nvPr/>
          </p:nvSpPr>
          <p:spPr>
            <a:xfrm>
              <a:off x="12848372" y="5112715"/>
              <a:ext cx="64077" cy="247742"/>
            </a:xfrm>
            <a:custGeom>
              <a:avLst/>
              <a:gdLst>
                <a:gd name="connsiteX0" fmla="*/ 4942 w 64077"/>
                <a:gd name="connsiteY0" fmla="*/ 81 h 247742"/>
                <a:gd name="connsiteX1" fmla="*/ 242 w 64077"/>
                <a:gd name="connsiteY1" fmla="*/ 3056 h 247742"/>
                <a:gd name="connsiteX2" fmla="*/ 2468 w 64077"/>
                <a:gd name="connsiteY2" fmla="*/ 6776 h 247742"/>
                <a:gd name="connsiteX3" fmla="*/ 47496 w 64077"/>
                <a:gd name="connsiteY3" fmla="*/ 123828 h 247742"/>
                <a:gd name="connsiteX4" fmla="*/ 4695 w 64077"/>
                <a:gd name="connsiteY4" fmla="*/ 239143 h 247742"/>
                <a:gd name="connsiteX5" fmla="*/ 242 w 64077"/>
                <a:gd name="connsiteY5" fmla="*/ 244847 h 247742"/>
                <a:gd name="connsiteX6" fmla="*/ 3458 w 64077"/>
                <a:gd name="connsiteY6" fmla="*/ 247823 h 247742"/>
                <a:gd name="connsiteX7" fmla="*/ 46259 w 64077"/>
                <a:gd name="connsiteY7" fmla="*/ 200457 h 247742"/>
                <a:gd name="connsiteX8" fmla="*/ 64320 w 64077"/>
                <a:gd name="connsiteY8" fmla="*/ 124076 h 247742"/>
                <a:gd name="connsiteX9" fmla="*/ 4942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942" y="81"/>
                  </a:moveTo>
                  <a:cubicBezTo>
                    <a:pt x="3210" y="81"/>
                    <a:pt x="242" y="81"/>
                    <a:pt x="242" y="3056"/>
                  </a:cubicBezTo>
                  <a:cubicBezTo>
                    <a:pt x="242" y="4296"/>
                    <a:pt x="984" y="5040"/>
                    <a:pt x="2468" y="6776"/>
                  </a:cubicBezTo>
                  <a:cubicBezTo>
                    <a:pt x="23745" y="26368"/>
                    <a:pt x="47496" y="59846"/>
                    <a:pt x="47496" y="123828"/>
                  </a:cubicBezTo>
                  <a:cubicBezTo>
                    <a:pt x="47496" y="175658"/>
                    <a:pt x="31415" y="214840"/>
                    <a:pt x="4695" y="239143"/>
                  </a:cubicBezTo>
                  <a:cubicBezTo>
                    <a:pt x="489" y="243359"/>
                    <a:pt x="242" y="243607"/>
                    <a:pt x="242" y="244847"/>
                  </a:cubicBezTo>
                  <a:cubicBezTo>
                    <a:pt x="242" y="246087"/>
                    <a:pt x="984" y="247823"/>
                    <a:pt x="3458" y="247823"/>
                  </a:cubicBezTo>
                  <a:cubicBezTo>
                    <a:pt x="6427" y="247823"/>
                    <a:pt x="29930" y="231455"/>
                    <a:pt x="46259" y="200457"/>
                  </a:cubicBezTo>
                  <a:cubicBezTo>
                    <a:pt x="57145" y="179873"/>
                    <a:pt x="64320" y="153090"/>
                    <a:pt x="64320" y="124076"/>
                  </a:cubicBezTo>
                  <a:cubicBezTo>
                    <a:pt x="64320" y="89109"/>
                    <a:pt x="53929" y="34799"/>
                    <a:pt x="4942"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7" name="Freeform: Shape 106">
              <a:extLst>
                <a:ext uri="{FF2B5EF4-FFF2-40B4-BE49-F238E27FC236}">
                  <a16:creationId xmlns:a16="http://schemas.microsoft.com/office/drawing/2014/main" id="{D5171AED-6930-C510-4F37-DDB9CB0AD8FB}"/>
                </a:ext>
              </a:extLst>
            </p:cNvPr>
            <p:cNvSpPr/>
            <p:nvPr/>
          </p:nvSpPr>
          <p:spPr>
            <a:xfrm>
              <a:off x="12966702" y="5287687"/>
              <a:ext cx="198984" cy="157296"/>
            </a:xfrm>
            <a:custGeom>
              <a:avLst/>
              <a:gdLst>
                <a:gd name="connsiteX0" fmla="*/ 114759 w 198984"/>
                <a:gd name="connsiteY0" fmla="*/ 70230 h 157296"/>
                <a:gd name="connsiteX1" fmla="*/ 156111 w 198984"/>
                <a:gd name="connsiteY1" fmla="*/ 24175 h 157296"/>
                <a:gd name="connsiteX2" fmla="*/ 192161 w 198984"/>
                <a:gd name="connsiteY2" fmla="*/ 16735 h 157296"/>
                <a:gd name="connsiteX3" fmla="*/ 192161 w 198984"/>
                <a:gd name="connsiteY3" fmla="*/ 85 h 157296"/>
                <a:gd name="connsiteX4" fmla="*/ 159645 w 198984"/>
                <a:gd name="connsiteY4" fmla="*/ 1147 h 157296"/>
                <a:gd name="connsiteX5" fmla="*/ 123241 w 198984"/>
                <a:gd name="connsiteY5" fmla="*/ 85 h 157296"/>
                <a:gd name="connsiteX6" fmla="*/ 123241 w 198984"/>
                <a:gd name="connsiteY6" fmla="*/ 16735 h 157296"/>
                <a:gd name="connsiteX7" fmla="*/ 136672 w 198984"/>
                <a:gd name="connsiteY7" fmla="*/ 19924 h 157296"/>
                <a:gd name="connsiteX8" fmla="*/ 133844 w 198984"/>
                <a:gd name="connsiteY8" fmla="*/ 24175 h 157296"/>
                <a:gd name="connsiteX9" fmla="*/ 104155 w 198984"/>
                <a:gd name="connsiteY9" fmla="*/ 57477 h 157296"/>
                <a:gd name="connsiteX10" fmla="*/ 69519 w 198984"/>
                <a:gd name="connsiteY10" fmla="*/ 16735 h 157296"/>
                <a:gd name="connsiteX11" fmla="*/ 83656 w 198984"/>
                <a:gd name="connsiteY11" fmla="*/ 16735 h 157296"/>
                <a:gd name="connsiteX12" fmla="*/ 83656 w 198984"/>
                <a:gd name="connsiteY12" fmla="*/ 85 h 157296"/>
                <a:gd name="connsiteX13" fmla="*/ 40890 w 198984"/>
                <a:gd name="connsiteY13" fmla="*/ 1147 h 157296"/>
                <a:gd name="connsiteX14" fmla="*/ 2012 w 198984"/>
                <a:gd name="connsiteY14" fmla="*/ 85 h 157296"/>
                <a:gd name="connsiteX15" fmla="*/ 2012 w 198984"/>
                <a:gd name="connsiteY15" fmla="*/ 16735 h 157296"/>
                <a:gd name="connsiteX16" fmla="*/ 27106 w 198984"/>
                <a:gd name="connsiteY16" fmla="*/ 16735 h 157296"/>
                <a:gd name="connsiteX17" fmla="*/ 82242 w 198984"/>
                <a:gd name="connsiteY17" fmla="*/ 81921 h 157296"/>
                <a:gd name="connsiteX18" fmla="*/ 35942 w 198984"/>
                <a:gd name="connsiteY18" fmla="*/ 133999 h 157296"/>
                <a:gd name="connsiteX19" fmla="*/ 245 w 198984"/>
                <a:gd name="connsiteY19" fmla="*/ 140730 h 157296"/>
                <a:gd name="connsiteX20" fmla="*/ 245 w 198984"/>
                <a:gd name="connsiteY20" fmla="*/ 157381 h 157296"/>
                <a:gd name="connsiteX21" fmla="*/ 32761 w 198984"/>
                <a:gd name="connsiteY21" fmla="*/ 156318 h 157296"/>
                <a:gd name="connsiteX22" fmla="*/ 69165 w 198984"/>
                <a:gd name="connsiteY22" fmla="*/ 157381 h 157296"/>
                <a:gd name="connsiteX23" fmla="*/ 69165 w 198984"/>
                <a:gd name="connsiteY23" fmla="*/ 140730 h 157296"/>
                <a:gd name="connsiteX24" fmla="*/ 56088 w 198984"/>
                <a:gd name="connsiteY24" fmla="*/ 136833 h 157296"/>
                <a:gd name="connsiteX25" fmla="*/ 58562 w 198984"/>
                <a:gd name="connsiteY25" fmla="*/ 133291 h 157296"/>
                <a:gd name="connsiteX26" fmla="*/ 92846 w 198984"/>
                <a:gd name="connsiteY26" fmla="*/ 94675 h 157296"/>
                <a:gd name="connsiteX27" fmla="*/ 131723 w 198984"/>
                <a:gd name="connsiteY27" fmla="*/ 140730 h 157296"/>
                <a:gd name="connsiteX28" fmla="*/ 117939 w 198984"/>
                <a:gd name="connsiteY28" fmla="*/ 140730 h 157296"/>
                <a:gd name="connsiteX29" fmla="*/ 117939 w 198984"/>
                <a:gd name="connsiteY29" fmla="*/ 157381 h 157296"/>
                <a:gd name="connsiteX30" fmla="*/ 160352 w 198984"/>
                <a:gd name="connsiteY30" fmla="*/ 156318 h 157296"/>
                <a:gd name="connsiteX31" fmla="*/ 199230 w 198984"/>
                <a:gd name="connsiteY31" fmla="*/ 157381 h 157296"/>
                <a:gd name="connsiteX32" fmla="*/ 199230 w 198984"/>
                <a:gd name="connsiteY32" fmla="*/ 140730 h 157296"/>
                <a:gd name="connsiteX33" fmla="*/ 174136 w 198984"/>
                <a:gd name="connsiteY33" fmla="*/ 140730 h 157296"/>
                <a:gd name="connsiteX34" fmla="*/ 114759 w 198984"/>
                <a:gd name="connsiteY34" fmla="*/ 70230 h 1572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8984" h="157296">
                  <a:moveTo>
                    <a:pt x="114759" y="70230"/>
                  </a:moveTo>
                  <a:lnTo>
                    <a:pt x="156111" y="24175"/>
                  </a:lnTo>
                  <a:cubicBezTo>
                    <a:pt x="160705" y="19215"/>
                    <a:pt x="162826" y="16735"/>
                    <a:pt x="192161" y="16735"/>
                  </a:cubicBezTo>
                  <a:lnTo>
                    <a:pt x="192161" y="85"/>
                  </a:lnTo>
                  <a:cubicBezTo>
                    <a:pt x="179791" y="793"/>
                    <a:pt x="161412" y="1147"/>
                    <a:pt x="159645" y="1147"/>
                  </a:cubicBezTo>
                  <a:cubicBezTo>
                    <a:pt x="150809" y="1147"/>
                    <a:pt x="133137" y="439"/>
                    <a:pt x="123241" y="85"/>
                  </a:cubicBezTo>
                  <a:lnTo>
                    <a:pt x="123241" y="16735"/>
                  </a:lnTo>
                  <a:cubicBezTo>
                    <a:pt x="128189" y="16735"/>
                    <a:pt x="132430" y="17444"/>
                    <a:pt x="136672" y="19924"/>
                  </a:cubicBezTo>
                  <a:cubicBezTo>
                    <a:pt x="135258" y="22049"/>
                    <a:pt x="135258" y="22758"/>
                    <a:pt x="133844" y="24175"/>
                  </a:cubicBezTo>
                  <a:lnTo>
                    <a:pt x="104155" y="57477"/>
                  </a:lnTo>
                  <a:lnTo>
                    <a:pt x="69519" y="16735"/>
                  </a:lnTo>
                  <a:lnTo>
                    <a:pt x="83656" y="16735"/>
                  </a:lnTo>
                  <a:lnTo>
                    <a:pt x="83656" y="85"/>
                  </a:lnTo>
                  <a:cubicBezTo>
                    <a:pt x="74467" y="439"/>
                    <a:pt x="52200" y="1147"/>
                    <a:pt x="40890" y="1147"/>
                  </a:cubicBezTo>
                  <a:cubicBezTo>
                    <a:pt x="29580" y="1147"/>
                    <a:pt x="13676" y="439"/>
                    <a:pt x="2012" y="85"/>
                  </a:cubicBezTo>
                  <a:lnTo>
                    <a:pt x="2012" y="16735"/>
                  </a:lnTo>
                  <a:lnTo>
                    <a:pt x="27106" y="16735"/>
                  </a:lnTo>
                  <a:lnTo>
                    <a:pt x="82242" y="81921"/>
                  </a:lnTo>
                  <a:lnTo>
                    <a:pt x="35942" y="133999"/>
                  </a:lnTo>
                  <a:cubicBezTo>
                    <a:pt x="29934" y="140730"/>
                    <a:pt x="17210" y="140730"/>
                    <a:pt x="245" y="140730"/>
                  </a:cubicBezTo>
                  <a:lnTo>
                    <a:pt x="245" y="157381"/>
                  </a:lnTo>
                  <a:cubicBezTo>
                    <a:pt x="12615" y="156673"/>
                    <a:pt x="30994" y="156318"/>
                    <a:pt x="32761" y="156318"/>
                  </a:cubicBezTo>
                  <a:cubicBezTo>
                    <a:pt x="41597" y="156318"/>
                    <a:pt x="62097" y="157027"/>
                    <a:pt x="69165" y="157381"/>
                  </a:cubicBezTo>
                  <a:lnTo>
                    <a:pt x="69165" y="140730"/>
                  </a:lnTo>
                  <a:cubicBezTo>
                    <a:pt x="62803" y="140730"/>
                    <a:pt x="56088" y="138959"/>
                    <a:pt x="56088" y="136833"/>
                  </a:cubicBezTo>
                  <a:cubicBezTo>
                    <a:pt x="56088" y="136479"/>
                    <a:pt x="56088" y="136125"/>
                    <a:pt x="58562" y="133291"/>
                  </a:cubicBezTo>
                  <a:lnTo>
                    <a:pt x="92846" y="94675"/>
                  </a:lnTo>
                  <a:lnTo>
                    <a:pt x="131723" y="140730"/>
                  </a:lnTo>
                  <a:lnTo>
                    <a:pt x="117939" y="140730"/>
                  </a:lnTo>
                  <a:lnTo>
                    <a:pt x="117939" y="157381"/>
                  </a:lnTo>
                  <a:cubicBezTo>
                    <a:pt x="127129" y="157027"/>
                    <a:pt x="148688" y="156318"/>
                    <a:pt x="160352" y="156318"/>
                  </a:cubicBezTo>
                  <a:cubicBezTo>
                    <a:pt x="171662" y="156318"/>
                    <a:pt x="187566" y="157027"/>
                    <a:pt x="199230" y="157381"/>
                  </a:cubicBezTo>
                  <a:lnTo>
                    <a:pt x="199230" y="140730"/>
                  </a:lnTo>
                  <a:lnTo>
                    <a:pt x="174136" y="140730"/>
                  </a:lnTo>
                  <a:lnTo>
                    <a:pt x="114759" y="70230"/>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8" name="Freeform: Shape 107">
              <a:extLst>
                <a:ext uri="{FF2B5EF4-FFF2-40B4-BE49-F238E27FC236}">
                  <a16:creationId xmlns:a16="http://schemas.microsoft.com/office/drawing/2014/main" id="{D2ADAF0C-FECC-6BDA-2434-66F36D45BA73}"/>
                </a:ext>
              </a:extLst>
            </p:cNvPr>
            <p:cNvSpPr/>
            <p:nvPr/>
          </p:nvSpPr>
          <p:spPr>
            <a:xfrm>
              <a:off x="13271774" y="5238443"/>
              <a:ext cx="235034" cy="235944"/>
            </a:xfrm>
            <a:custGeom>
              <a:avLst/>
              <a:gdLst>
                <a:gd name="connsiteX0" fmla="*/ 125016 w 235034"/>
                <a:gd name="connsiteY0" fmla="*/ 125143 h 235944"/>
                <a:gd name="connsiteX1" fmla="*/ 223625 w 235034"/>
                <a:gd name="connsiteY1" fmla="*/ 125143 h 235944"/>
                <a:gd name="connsiteX2" fmla="*/ 235288 w 235034"/>
                <a:gd name="connsiteY2" fmla="*/ 118057 h 235944"/>
                <a:gd name="connsiteX3" fmla="*/ 223625 w 235034"/>
                <a:gd name="connsiteY3" fmla="*/ 110972 h 235944"/>
                <a:gd name="connsiteX4" fmla="*/ 125016 w 235034"/>
                <a:gd name="connsiteY4" fmla="*/ 110972 h 235944"/>
                <a:gd name="connsiteX5" fmla="*/ 125016 w 235034"/>
                <a:gd name="connsiteY5" fmla="*/ 11776 h 235944"/>
                <a:gd name="connsiteX6" fmla="*/ 117948 w 235034"/>
                <a:gd name="connsiteY6" fmla="*/ 85 h 235944"/>
                <a:gd name="connsiteX7" fmla="*/ 110879 w 235034"/>
                <a:gd name="connsiteY7" fmla="*/ 11776 h 235944"/>
                <a:gd name="connsiteX8" fmla="*/ 110879 w 235034"/>
                <a:gd name="connsiteY8" fmla="*/ 110972 h 235944"/>
                <a:gd name="connsiteX9" fmla="*/ 11917 w 235034"/>
                <a:gd name="connsiteY9" fmla="*/ 110972 h 235944"/>
                <a:gd name="connsiteX10" fmla="*/ 254 w 235034"/>
                <a:gd name="connsiteY10" fmla="*/ 118057 h 235944"/>
                <a:gd name="connsiteX11" fmla="*/ 11917 w 235034"/>
                <a:gd name="connsiteY11" fmla="*/ 125143 h 235944"/>
                <a:gd name="connsiteX12" fmla="*/ 110879 w 235034"/>
                <a:gd name="connsiteY12" fmla="*/ 125143 h 235944"/>
                <a:gd name="connsiteX13" fmla="*/ 110879 w 235034"/>
                <a:gd name="connsiteY13" fmla="*/ 224339 h 235944"/>
                <a:gd name="connsiteX14" fmla="*/ 117948 w 235034"/>
                <a:gd name="connsiteY14" fmla="*/ 236029 h 235944"/>
                <a:gd name="connsiteX15" fmla="*/ 125016 w 235034"/>
                <a:gd name="connsiteY15" fmla="*/ 224339 h 235944"/>
                <a:gd name="connsiteX16" fmla="*/ 125016 w 235034"/>
                <a:gd name="connsiteY16" fmla="*/ 125143 h 235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5034" h="235944">
                  <a:moveTo>
                    <a:pt x="125016" y="125143"/>
                  </a:moveTo>
                  <a:lnTo>
                    <a:pt x="223625" y="125143"/>
                  </a:lnTo>
                  <a:cubicBezTo>
                    <a:pt x="228573" y="125143"/>
                    <a:pt x="235288" y="125143"/>
                    <a:pt x="235288" y="118057"/>
                  </a:cubicBezTo>
                  <a:cubicBezTo>
                    <a:pt x="235288" y="110972"/>
                    <a:pt x="228573" y="110972"/>
                    <a:pt x="223625" y="110972"/>
                  </a:cubicBezTo>
                  <a:lnTo>
                    <a:pt x="125016" y="110972"/>
                  </a:lnTo>
                  <a:lnTo>
                    <a:pt x="125016" y="11776"/>
                  </a:lnTo>
                  <a:cubicBezTo>
                    <a:pt x="125016" y="6816"/>
                    <a:pt x="125016" y="85"/>
                    <a:pt x="117948" y="85"/>
                  </a:cubicBezTo>
                  <a:cubicBezTo>
                    <a:pt x="110879" y="85"/>
                    <a:pt x="110879" y="6816"/>
                    <a:pt x="110879" y="11776"/>
                  </a:cubicBezTo>
                  <a:lnTo>
                    <a:pt x="110879" y="110972"/>
                  </a:lnTo>
                  <a:lnTo>
                    <a:pt x="11917" y="110972"/>
                  </a:lnTo>
                  <a:cubicBezTo>
                    <a:pt x="6969" y="110972"/>
                    <a:pt x="254" y="110972"/>
                    <a:pt x="254" y="118057"/>
                  </a:cubicBezTo>
                  <a:cubicBezTo>
                    <a:pt x="254" y="125143"/>
                    <a:pt x="6969" y="125143"/>
                    <a:pt x="11917" y="125143"/>
                  </a:cubicBezTo>
                  <a:lnTo>
                    <a:pt x="110879" y="125143"/>
                  </a:lnTo>
                  <a:lnTo>
                    <a:pt x="110879" y="224339"/>
                  </a:lnTo>
                  <a:cubicBezTo>
                    <a:pt x="110879" y="229298"/>
                    <a:pt x="110879" y="236029"/>
                    <a:pt x="117948" y="236029"/>
                  </a:cubicBezTo>
                  <a:cubicBezTo>
                    <a:pt x="125016" y="236029"/>
                    <a:pt x="125016" y="229298"/>
                    <a:pt x="125016" y="224339"/>
                  </a:cubicBezTo>
                  <a:lnTo>
                    <a:pt x="125016" y="125143"/>
                  </a:ln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09" name="Freeform: Shape 108">
              <a:extLst>
                <a:ext uri="{FF2B5EF4-FFF2-40B4-BE49-F238E27FC236}">
                  <a16:creationId xmlns:a16="http://schemas.microsoft.com/office/drawing/2014/main" id="{7B0A4B41-0529-BE76-8156-A902E338FD74}"/>
                </a:ext>
              </a:extLst>
            </p:cNvPr>
            <p:cNvSpPr/>
            <p:nvPr/>
          </p:nvSpPr>
          <p:spPr>
            <a:xfrm>
              <a:off x="13618493" y="5199119"/>
              <a:ext cx="198984" cy="247990"/>
            </a:xfrm>
            <a:custGeom>
              <a:avLst/>
              <a:gdLst>
                <a:gd name="connsiteX0" fmla="*/ 62822 w 198984"/>
                <a:gd name="connsiteY0" fmla="*/ 103886 h 247990"/>
                <a:gd name="connsiteX1" fmla="*/ 62822 w 198984"/>
                <a:gd name="connsiteY1" fmla="*/ 85 h 247990"/>
                <a:gd name="connsiteX2" fmla="*/ 263 w 198984"/>
                <a:gd name="connsiteY2" fmla="*/ 2919 h 247990"/>
                <a:gd name="connsiteX3" fmla="*/ 263 w 198984"/>
                <a:gd name="connsiteY3" fmla="*/ 19570 h 247990"/>
                <a:gd name="connsiteX4" fmla="*/ 24651 w 198984"/>
                <a:gd name="connsiteY4" fmla="*/ 33386 h 247990"/>
                <a:gd name="connsiteX5" fmla="*/ 24651 w 198984"/>
                <a:gd name="connsiteY5" fmla="*/ 245949 h 247990"/>
                <a:gd name="connsiteX6" fmla="*/ 41262 w 198984"/>
                <a:gd name="connsiteY6" fmla="*/ 245949 h 247990"/>
                <a:gd name="connsiteX7" fmla="*/ 58580 w 198984"/>
                <a:gd name="connsiteY7" fmla="*/ 226110 h 247990"/>
                <a:gd name="connsiteX8" fmla="*/ 110182 w 198984"/>
                <a:gd name="connsiteY8" fmla="*/ 248075 h 247990"/>
                <a:gd name="connsiteX9" fmla="*/ 199248 w 198984"/>
                <a:gd name="connsiteY9" fmla="*/ 166947 h 247990"/>
                <a:gd name="connsiteX10" fmla="*/ 114777 w 198984"/>
                <a:gd name="connsiteY10" fmla="*/ 86527 h 247990"/>
                <a:gd name="connsiteX11" fmla="*/ 62822 w 198984"/>
                <a:gd name="connsiteY11" fmla="*/ 103886 h 247990"/>
                <a:gd name="connsiteX12" fmla="*/ 64942 w 198984"/>
                <a:gd name="connsiteY12" fmla="*/ 210876 h 247990"/>
                <a:gd name="connsiteX13" fmla="*/ 64942 w 198984"/>
                <a:gd name="connsiteY13" fmla="*/ 121954 h 247990"/>
                <a:gd name="connsiteX14" fmla="*/ 110889 w 198984"/>
                <a:gd name="connsiteY14" fmla="*/ 99281 h 247990"/>
                <a:gd name="connsiteX15" fmla="*/ 154008 w 198984"/>
                <a:gd name="connsiteY15" fmla="*/ 166947 h 247990"/>
                <a:gd name="connsiteX16" fmla="*/ 144819 w 198984"/>
                <a:gd name="connsiteY16" fmla="*/ 216899 h 247990"/>
                <a:gd name="connsiteX17" fmla="*/ 107001 w 198984"/>
                <a:gd name="connsiteY17" fmla="*/ 235321 h 247990"/>
                <a:gd name="connsiteX18" fmla="*/ 64942 w 198984"/>
                <a:gd name="connsiteY18" fmla="*/ 210876 h 247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984" h="247990">
                  <a:moveTo>
                    <a:pt x="62822" y="103886"/>
                  </a:moveTo>
                  <a:lnTo>
                    <a:pt x="62822" y="85"/>
                  </a:lnTo>
                  <a:lnTo>
                    <a:pt x="263" y="2919"/>
                  </a:lnTo>
                  <a:lnTo>
                    <a:pt x="263" y="19570"/>
                  </a:lnTo>
                  <a:cubicBezTo>
                    <a:pt x="22176" y="19570"/>
                    <a:pt x="24651" y="19570"/>
                    <a:pt x="24651" y="33386"/>
                  </a:cubicBezTo>
                  <a:lnTo>
                    <a:pt x="24651" y="245949"/>
                  </a:lnTo>
                  <a:lnTo>
                    <a:pt x="41262" y="245949"/>
                  </a:lnTo>
                  <a:lnTo>
                    <a:pt x="58580" y="226110"/>
                  </a:lnTo>
                  <a:cubicBezTo>
                    <a:pt x="61408" y="228944"/>
                    <a:pt x="78726" y="248075"/>
                    <a:pt x="110182" y="248075"/>
                  </a:cubicBezTo>
                  <a:cubicBezTo>
                    <a:pt x="162844" y="248075"/>
                    <a:pt x="199248" y="216190"/>
                    <a:pt x="199248" y="166947"/>
                  </a:cubicBezTo>
                  <a:cubicBezTo>
                    <a:pt x="199248" y="119828"/>
                    <a:pt x="166025" y="86527"/>
                    <a:pt x="114777" y="86527"/>
                  </a:cubicBezTo>
                  <a:cubicBezTo>
                    <a:pt x="88976" y="86527"/>
                    <a:pt x="71304" y="96801"/>
                    <a:pt x="62822" y="103886"/>
                  </a:cubicBezTo>
                  <a:close/>
                  <a:moveTo>
                    <a:pt x="64942" y="210876"/>
                  </a:moveTo>
                  <a:lnTo>
                    <a:pt x="64942" y="121954"/>
                  </a:lnTo>
                  <a:cubicBezTo>
                    <a:pt x="74485" y="109555"/>
                    <a:pt x="91450" y="99281"/>
                    <a:pt x="110889" y="99281"/>
                  </a:cubicBezTo>
                  <a:cubicBezTo>
                    <a:pt x="154008" y="99281"/>
                    <a:pt x="154008" y="142148"/>
                    <a:pt x="154008" y="166947"/>
                  </a:cubicBezTo>
                  <a:cubicBezTo>
                    <a:pt x="154008" y="183597"/>
                    <a:pt x="154008" y="203082"/>
                    <a:pt x="144819" y="216899"/>
                  </a:cubicBezTo>
                  <a:cubicBezTo>
                    <a:pt x="134569" y="231424"/>
                    <a:pt x="118311" y="235321"/>
                    <a:pt x="107001" y="235321"/>
                  </a:cubicBezTo>
                  <a:cubicBezTo>
                    <a:pt x="82261" y="235321"/>
                    <a:pt x="68477" y="216190"/>
                    <a:pt x="64942" y="210876"/>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0" name="Freeform: Shape 109">
              <a:extLst>
                <a:ext uri="{FF2B5EF4-FFF2-40B4-BE49-F238E27FC236}">
                  <a16:creationId xmlns:a16="http://schemas.microsoft.com/office/drawing/2014/main" id="{53F622F9-D76E-4FB7-02CD-14A96B4AAA0C}"/>
                </a:ext>
              </a:extLst>
            </p:cNvPr>
            <p:cNvSpPr/>
            <p:nvPr/>
          </p:nvSpPr>
          <p:spPr>
            <a:xfrm>
              <a:off x="13859673" y="5112715"/>
              <a:ext cx="64325" cy="247742"/>
            </a:xfrm>
            <a:custGeom>
              <a:avLst/>
              <a:gdLst>
                <a:gd name="connsiteX0" fmla="*/ 59647 w 64325"/>
                <a:gd name="connsiteY0" fmla="*/ 81 h 247742"/>
                <a:gd name="connsiteX1" fmla="*/ 270 w 64325"/>
                <a:gd name="connsiteY1" fmla="*/ 123828 h 247742"/>
                <a:gd name="connsiteX2" fmla="*/ 59647 w 64325"/>
                <a:gd name="connsiteY2" fmla="*/ 247823 h 247742"/>
                <a:gd name="connsiteX3" fmla="*/ 64595 w 64325"/>
                <a:gd name="connsiteY3" fmla="*/ 244847 h 247742"/>
                <a:gd name="connsiteX4" fmla="*/ 62121 w 64325"/>
                <a:gd name="connsiteY4" fmla="*/ 241127 h 247742"/>
                <a:gd name="connsiteX5" fmla="*/ 17093 w 64325"/>
                <a:gd name="connsiteY5" fmla="*/ 124076 h 247742"/>
                <a:gd name="connsiteX6" fmla="*/ 62863 w 64325"/>
                <a:gd name="connsiteY6" fmla="*/ 6032 h 247742"/>
                <a:gd name="connsiteX7" fmla="*/ 64595 w 64325"/>
                <a:gd name="connsiteY7" fmla="*/ 3056 h 247742"/>
                <a:gd name="connsiteX8" fmla="*/ 59647 w 64325"/>
                <a:gd name="connsiteY8"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25" h="247742">
                  <a:moveTo>
                    <a:pt x="59647" y="81"/>
                  </a:moveTo>
                  <a:cubicBezTo>
                    <a:pt x="12640" y="33311"/>
                    <a:pt x="270" y="85885"/>
                    <a:pt x="270" y="123828"/>
                  </a:cubicBezTo>
                  <a:cubicBezTo>
                    <a:pt x="270" y="158794"/>
                    <a:pt x="10661" y="213104"/>
                    <a:pt x="59647" y="247823"/>
                  </a:cubicBezTo>
                  <a:cubicBezTo>
                    <a:pt x="61626" y="247823"/>
                    <a:pt x="64595" y="247823"/>
                    <a:pt x="64595" y="244847"/>
                  </a:cubicBezTo>
                  <a:cubicBezTo>
                    <a:pt x="64595" y="243359"/>
                    <a:pt x="63853" y="242863"/>
                    <a:pt x="62121" y="241127"/>
                  </a:cubicBezTo>
                  <a:cubicBezTo>
                    <a:pt x="29216" y="211368"/>
                    <a:pt x="17093" y="169210"/>
                    <a:pt x="17093" y="124076"/>
                  </a:cubicBezTo>
                  <a:cubicBezTo>
                    <a:pt x="17093" y="57118"/>
                    <a:pt x="42576" y="24384"/>
                    <a:pt x="62863" y="6032"/>
                  </a:cubicBezTo>
                  <a:cubicBezTo>
                    <a:pt x="63853" y="5040"/>
                    <a:pt x="64595" y="4296"/>
                    <a:pt x="64595" y="3056"/>
                  </a:cubicBezTo>
                  <a:cubicBezTo>
                    <a:pt x="64595" y="81"/>
                    <a:pt x="61626" y="81"/>
                    <a:pt x="59647"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1" name="Freeform: Shape 110">
              <a:extLst>
                <a:ext uri="{FF2B5EF4-FFF2-40B4-BE49-F238E27FC236}">
                  <a16:creationId xmlns:a16="http://schemas.microsoft.com/office/drawing/2014/main" id="{646F82AD-0A49-B674-E188-10C8593C7525}"/>
                </a:ext>
              </a:extLst>
            </p:cNvPr>
            <p:cNvSpPr/>
            <p:nvPr/>
          </p:nvSpPr>
          <p:spPr>
            <a:xfrm>
              <a:off x="13954536" y="5134042"/>
              <a:ext cx="114796" cy="169625"/>
            </a:xfrm>
            <a:custGeom>
              <a:avLst/>
              <a:gdLst>
                <a:gd name="connsiteX0" fmla="*/ 115069 w 114796"/>
                <a:gd name="connsiteY0" fmla="*/ 85637 h 169625"/>
                <a:gd name="connsiteX1" fmla="*/ 100472 w 114796"/>
                <a:gd name="connsiteY1" fmla="*/ 21408 h 169625"/>
                <a:gd name="connsiteX2" fmla="*/ 57671 w 114796"/>
                <a:gd name="connsiteY2" fmla="*/ 81 h 169625"/>
                <a:gd name="connsiteX3" fmla="*/ 273 w 114796"/>
                <a:gd name="connsiteY3" fmla="*/ 85637 h 169625"/>
                <a:gd name="connsiteX4" fmla="*/ 57671 w 114796"/>
                <a:gd name="connsiteY4" fmla="*/ 169706 h 169625"/>
                <a:gd name="connsiteX5" fmla="*/ 115069 w 114796"/>
                <a:gd name="connsiteY5" fmla="*/ 85637 h 169625"/>
                <a:gd name="connsiteX6" fmla="*/ 57671 w 114796"/>
                <a:gd name="connsiteY6" fmla="*/ 162762 h 169625"/>
                <a:gd name="connsiteX7" fmla="*/ 26251 w 114796"/>
                <a:gd name="connsiteY7" fmla="*/ 135731 h 169625"/>
                <a:gd name="connsiteX8" fmla="*/ 22787 w 114796"/>
                <a:gd name="connsiteY8" fmla="*/ 82413 h 169625"/>
                <a:gd name="connsiteX9" fmla="*/ 26498 w 114796"/>
                <a:gd name="connsiteY9" fmla="*/ 31823 h 169625"/>
                <a:gd name="connsiteX10" fmla="*/ 57671 w 114796"/>
                <a:gd name="connsiteY10" fmla="*/ 7024 h 169625"/>
                <a:gd name="connsiteX11" fmla="*/ 88349 w 114796"/>
                <a:gd name="connsiteY11" fmla="*/ 29591 h 169625"/>
                <a:gd name="connsiteX12" fmla="*/ 92555 w 114796"/>
                <a:gd name="connsiteY12" fmla="*/ 82413 h 169625"/>
                <a:gd name="connsiteX13" fmla="*/ 89339 w 114796"/>
                <a:gd name="connsiteY13" fmla="*/ 134739 h 169625"/>
                <a:gd name="connsiteX14" fmla="*/ 57671 w 114796"/>
                <a:gd name="connsiteY14" fmla="*/ 162762 h 169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4796" h="169625">
                  <a:moveTo>
                    <a:pt x="115069" y="85637"/>
                  </a:moveTo>
                  <a:cubicBezTo>
                    <a:pt x="115069" y="58358"/>
                    <a:pt x="111853" y="38767"/>
                    <a:pt x="100472" y="21408"/>
                  </a:cubicBezTo>
                  <a:cubicBezTo>
                    <a:pt x="92803" y="10000"/>
                    <a:pt x="77463" y="81"/>
                    <a:pt x="57671" y="81"/>
                  </a:cubicBezTo>
                  <a:cubicBezTo>
                    <a:pt x="273" y="81"/>
                    <a:pt x="273" y="67782"/>
                    <a:pt x="273" y="85637"/>
                  </a:cubicBezTo>
                  <a:cubicBezTo>
                    <a:pt x="273" y="103492"/>
                    <a:pt x="273" y="169706"/>
                    <a:pt x="57671" y="169706"/>
                  </a:cubicBezTo>
                  <a:cubicBezTo>
                    <a:pt x="115069" y="169706"/>
                    <a:pt x="115069" y="103492"/>
                    <a:pt x="115069" y="85637"/>
                  </a:cubicBezTo>
                  <a:close/>
                  <a:moveTo>
                    <a:pt x="57671" y="162762"/>
                  </a:moveTo>
                  <a:cubicBezTo>
                    <a:pt x="46290" y="162762"/>
                    <a:pt x="31199" y="156066"/>
                    <a:pt x="26251" y="135731"/>
                  </a:cubicBezTo>
                  <a:cubicBezTo>
                    <a:pt x="22787" y="121100"/>
                    <a:pt x="22787" y="100765"/>
                    <a:pt x="22787" y="82413"/>
                  </a:cubicBezTo>
                  <a:cubicBezTo>
                    <a:pt x="22787" y="64310"/>
                    <a:pt x="22787" y="45463"/>
                    <a:pt x="26498" y="31823"/>
                  </a:cubicBezTo>
                  <a:cubicBezTo>
                    <a:pt x="31693" y="12232"/>
                    <a:pt x="47527" y="7024"/>
                    <a:pt x="57671" y="7024"/>
                  </a:cubicBezTo>
                  <a:cubicBezTo>
                    <a:pt x="71031" y="7024"/>
                    <a:pt x="83896" y="15208"/>
                    <a:pt x="88349" y="29591"/>
                  </a:cubicBezTo>
                  <a:cubicBezTo>
                    <a:pt x="92308" y="42983"/>
                    <a:pt x="92555" y="60838"/>
                    <a:pt x="92555" y="82413"/>
                  </a:cubicBezTo>
                  <a:cubicBezTo>
                    <a:pt x="92555" y="100765"/>
                    <a:pt x="92555" y="119116"/>
                    <a:pt x="89339" y="134739"/>
                  </a:cubicBezTo>
                  <a:cubicBezTo>
                    <a:pt x="84391" y="157306"/>
                    <a:pt x="67567" y="162762"/>
                    <a:pt x="57671" y="162762"/>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2" name="Freeform: Shape 111">
              <a:extLst>
                <a:ext uri="{FF2B5EF4-FFF2-40B4-BE49-F238E27FC236}">
                  <a16:creationId xmlns:a16="http://schemas.microsoft.com/office/drawing/2014/main" id="{31269EE2-F1FB-9C96-107D-1D65E6562E6B}"/>
                </a:ext>
              </a:extLst>
            </p:cNvPr>
            <p:cNvSpPr/>
            <p:nvPr/>
          </p:nvSpPr>
          <p:spPr>
            <a:xfrm>
              <a:off x="14100121" y="5112715"/>
              <a:ext cx="64077" cy="247742"/>
            </a:xfrm>
            <a:custGeom>
              <a:avLst/>
              <a:gdLst>
                <a:gd name="connsiteX0" fmla="*/ 4978 w 64077"/>
                <a:gd name="connsiteY0" fmla="*/ 81 h 247742"/>
                <a:gd name="connsiteX1" fmla="*/ 277 w 64077"/>
                <a:gd name="connsiteY1" fmla="*/ 3056 h 247742"/>
                <a:gd name="connsiteX2" fmla="*/ 2504 w 64077"/>
                <a:gd name="connsiteY2" fmla="*/ 6776 h 247742"/>
                <a:gd name="connsiteX3" fmla="*/ 47531 w 64077"/>
                <a:gd name="connsiteY3" fmla="*/ 123828 h 247742"/>
                <a:gd name="connsiteX4" fmla="*/ 4730 w 64077"/>
                <a:gd name="connsiteY4" fmla="*/ 239143 h 247742"/>
                <a:gd name="connsiteX5" fmla="*/ 277 w 64077"/>
                <a:gd name="connsiteY5" fmla="*/ 244847 h 247742"/>
                <a:gd name="connsiteX6" fmla="*/ 3493 w 64077"/>
                <a:gd name="connsiteY6" fmla="*/ 247823 h 247742"/>
                <a:gd name="connsiteX7" fmla="*/ 46294 w 64077"/>
                <a:gd name="connsiteY7" fmla="*/ 200457 h 247742"/>
                <a:gd name="connsiteX8" fmla="*/ 64355 w 64077"/>
                <a:gd name="connsiteY8" fmla="*/ 124076 h 247742"/>
                <a:gd name="connsiteX9" fmla="*/ 4978 w 64077"/>
                <a:gd name="connsiteY9" fmla="*/ 81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77" h="247742">
                  <a:moveTo>
                    <a:pt x="4978" y="81"/>
                  </a:moveTo>
                  <a:cubicBezTo>
                    <a:pt x="3246" y="81"/>
                    <a:pt x="277" y="81"/>
                    <a:pt x="277" y="3056"/>
                  </a:cubicBezTo>
                  <a:cubicBezTo>
                    <a:pt x="277" y="4296"/>
                    <a:pt x="1019" y="5040"/>
                    <a:pt x="2504" y="6776"/>
                  </a:cubicBezTo>
                  <a:cubicBezTo>
                    <a:pt x="23780" y="26368"/>
                    <a:pt x="47531" y="59846"/>
                    <a:pt x="47531" y="123828"/>
                  </a:cubicBezTo>
                  <a:cubicBezTo>
                    <a:pt x="47531" y="175658"/>
                    <a:pt x="31450" y="214840"/>
                    <a:pt x="4730" y="239143"/>
                  </a:cubicBezTo>
                  <a:cubicBezTo>
                    <a:pt x="524" y="243359"/>
                    <a:pt x="277" y="243607"/>
                    <a:pt x="277" y="244847"/>
                  </a:cubicBezTo>
                  <a:cubicBezTo>
                    <a:pt x="277" y="246087"/>
                    <a:pt x="1019" y="247823"/>
                    <a:pt x="3493" y="247823"/>
                  </a:cubicBezTo>
                  <a:cubicBezTo>
                    <a:pt x="6462" y="247823"/>
                    <a:pt x="29966" y="231455"/>
                    <a:pt x="46294" y="200457"/>
                  </a:cubicBezTo>
                  <a:cubicBezTo>
                    <a:pt x="57180" y="179873"/>
                    <a:pt x="64355" y="153090"/>
                    <a:pt x="64355" y="124076"/>
                  </a:cubicBezTo>
                  <a:cubicBezTo>
                    <a:pt x="64355" y="89109"/>
                    <a:pt x="53964" y="34799"/>
                    <a:pt x="4978" y="81"/>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3" name="Freeform: Shape 112">
              <a:extLst>
                <a:ext uri="{FF2B5EF4-FFF2-40B4-BE49-F238E27FC236}">
                  <a16:creationId xmlns:a16="http://schemas.microsoft.com/office/drawing/2014/main" id="{08EF7887-0C3D-F82D-4B1A-BEA1A0FA424E}"/>
                </a:ext>
              </a:extLst>
            </p:cNvPr>
            <p:cNvSpPr/>
            <p:nvPr/>
          </p:nvSpPr>
          <p:spPr>
            <a:xfrm>
              <a:off x="14223400" y="5037567"/>
              <a:ext cx="134305" cy="637334"/>
            </a:xfrm>
            <a:custGeom>
              <a:avLst/>
              <a:gdLst>
                <a:gd name="connsiteX0" fmla="*/ 134586 w 134305"/>
                <a:gd name="connsiteY0" fmla="*/ 318564 h 637334"/>
                <a:gd name="connsiteX1" fmla="*/ 41279 w 134305"/>
                <a:gd name="connsiteY1" fmla="*/ 29124 h 637334"/>
                <a:gd name="connsiteX2" fmla="*/ 14771 w 134305"/>
                <a:gd name="connsiteY2" fmla="*/ 2199 h 637334"/>
                <a:gd name="connsiteX3" fmla="*/ 6996 w 134305"/>
                <a:gd name="connsiteY3" fmla="*/ 74 h 637334"/>
                <a:gd name="connsiteX4" fmla="*/ 281 w 134305"/>
                <a:gd name="connsiteY4" fmla="*/ 3616 h 637334"/>
                <a:gd name="connsiteX5" fmla="*/ 2401 w 134305"/>
                <a:gd name="connsiteY5" fmla="*/ 7159 h 637334"/>
                <a:gd name="connsiteX6" fmla="*/ 55417 w 134305"/>
                <a:gd name="connsiteY6" fmla="*/ 78013 h 637334"/>
                <a:gd name="connsiteX7" fmla="*/ 107725 w 134305"/>
                <a:gd name="connsiteY7" fmla="*/ 318564 h 637334"/>
                <a:gd name="connsiteX8" fmla="*/ 1694 w 134305"/>
                <a:gd name="connsiteY8" fmla="*/ 631031 h 637334"/>
                <a:gd name="connsiteX9" fmla="*/ 281 w 134305"/>
                <a:gd name="connsiteY9" fmla="*/ 633865 h 637334"/>
                <a:gd name="connsiteX10" fmla="*/ 6996 w 134305"/>
                <a:gd name="connsiteY10" fmla="*/ 637408 h 637334"/>
                <a:gd name="connsiteX11" fmla="*/ 15478 w 134305"/>
                <a:gd name="connsiteY11" fmla="*/ 634574 h 637334"/>
                <a:gd name="connsiteX12" fmla="*/ 111259 w 134305"/>
                <a:gd name="connsiteY12" fmla="*/ 481529 h 637334"/>
                <a:gd name="connsiteX13" fmla="*/ 134586 w 134305"/>
                <a:gd name="connsiteY13" fmla="*/ 318564 h 637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4305" h="637334">
                  <a:moveTo>
                    <a:pt x="134586" y="318564"/>
                  </a:moveTo>
                  <a:cubicBezTo>
                    <a:pt x="134586" y="216888"/>
                    <a:pt x="110906" y="108835"/>
                    <a:pt x="41279" y="29124"/>
                  </a:cubicBezTo>
                  <a:cubicBezTo>
                    <a:pt x="36331" y="23456"/>
                    <a:pt x="23254" y="9639"/>
                    <a:pt x="14771" y="2199"/>
                  </a:cubicBezTo>
                  <a:cubicBezTo>
                    <a:pt x="12297" y="74"/>
                    <a:pt x="11591" y="74"/>
                    <a:pt x="6996" y="74"/>
                  </a:cubicBezTo>
                  <a:cubicBezTo>
                    <a:pt x="3461" y="74"/>
                    <a:pt x="281" y="74"/>
                    <a:pt x="281" y="3616"/>
                  </a:cubicBezTo>
                  <a:cubicBezTo>
                    <a:pt x="281" y="5033"/>
                    <a:pt x="1694" y="6451"/>
                    <a:pt x="2401" y="7159"/>
                  </a:cubicBezTo>
                  <a:cubicBezTo>
                    <a:pt x="14418" y="19559"/>
                    <a:pt x="33504" y="39044"/>
                    <a:pt x="55417" y="78013"/>
                  </a:cubicBezTo>
                  <a:cubicBezTo>
                    <a:pt x="93588" y="146033"/>
                    <a:pt x="107725" y="233539"/>
                    <a:pt x="107725" y="318564"/>
                  </a:cubicBezTo>
                  <a:cubicBezTo>
                    <a:pt x="107725" y="472318"/>
                    <a:pt x="65313" y="566199"/>
                    <a:pt x="1694" y="631031"/>
                  </a:cubicBezTo>
                  <a:cubicBezTo>
                    <a:pt x="987" y="631740"/>
                    <a:pt x="281" y="632803"/>
                    <a:pt x="281" y="633865"/>
                  </a:cubicBezTo>
                  <a:cubicBezTo>
                    <a:pt x="281" y="637408"/>
                    <a:pt x="3461" y="637408"/>
                    <a:pt x="6996" y="637408"/>
                  </a:cubicBezTo>
                  <a:cubicBezTo>
                    <a:pt x="11591" y="637408"/>
                    <a:pt x="12297" y="637408"/>
                    <a:pt x="15478" y="634574"/>
                  </a:cubicBezTo>
                  <a:cubicBezTo>
                    <a:pt x="49055" y="605524"/>
                    <a:pt x="86872" y="556280"/>
                    <a:pt x="111259" y="481529"/>
                  </a:cubicBezTo>
                  <a:cubicBezTo>
                    <a:pt x="126811" y="432993"/>
                    <a:pt x="134586" y="375601"/>
                    <a:pt x="134586" y="318564"/>
                  </a:cubicBezTo>
                  <a:close/>
                </a:path>
              </a:pathLst>
            </a:custGeom>
            <a:solidFill>
              <a:srgbClr val="000000"/>
            </a:solidFill>
            <a:ln w="35404"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62" name="Group 61" descr="\documentclass{article}&#10;\usepackage{amsmath,amssymb}&#10;\pagestyle{empty}&#10;\begin{document}&#10;&#10;\newcommand{\score}{\textrm{score}}&#10;\newcommand{\classify}{\textrm{classify}}&#10;\newcommand{\bx}{\mathbf{x}}&#10;&#10;\begin{align*}&#10;\mathbf{s} &amp;= \mathbf{W}^{(1)}\mathbf{z}^{(1)} + \mathbf{b}^{(1)}&#10;\end{align*}&#10;&#10;&#10;\end{document}" title="IguanaTex Vector Display">
            <a:extLst>
              <a:ext uri="{FF2B5EF4-FFF2-40B4-BE49-F238E27FC236}">
                <a16:creationId xmlns:a16="http://schemas.microsoft.com/office/drawing/2014/main" id="{7C6960B7-3891-678C-01E5-F88B1E39C108}"/>
              </a:ext>
            </a:extLst>
          </p:cNvPr>
          <p:cNvGrpSpPr>
            <a:grpSpLocks noChangeAspect="1"/>
          </p:cNvGrpSpPr>
          <p:nvPr/>
        </p:nvGrpSpPr>
        <p:grpSpPr>
          <a:xfrm>
            <a:off x="7316092" y="1997190"/>
            <a:ext cx="2972547" cy="379756"/>
            <a:chOff x="14651089" y="5779694"/>
            <a:chExt cx="2972547" cy="379756"/>
          </a:xfrm>
        </p:grpSpPr>
        <p:sp>
          <p:nvSpPr>
            <p:cNvPr id="81" name="Freeform: Shape 80">
              <a:extLst>
                <a:ext uri="{FF2B5EF4-FFF2-40B4-BE49-F238E27FC236}">
                  <a16:creationId xmlns:a16="http://schemas.microsoft.com/office/drawing/2014/main" id="{759CE19A-9549-AAB0-E257-2226E06ABC51}"/>
                </a:ext>
              </a:extLst>
            </p:cNvPr>
            <p:cNvSpPr/>
            <p:nvPr/>
          </p:nvSpPr>
          <p:spPr>
            <a:xfrm>
              <a:off x="14651089" y="5960066"/>
              <a:ext cx="133167" cy="170741"/>
            </a:xfrm>
            <a:custGeom>
              <a:avLst/>
              <a:gdLst>
                <a:gd name="connsiteX0" fmla="*/ 61300 w 133167"/>
                <a:gd name="connsiteY0" fmla="*/ 59230 h 170741"/>
                <a:gd name="connsiteX1" fmla="*/ 25270 w 133167"/>
                <a:gd name="connsiteY1" fmla="*/ 35051 h 170741"/>
                <a:gd name="connsiteX2" fmla="*/ 64832 w 133167"/>
                <a:gd name="connsiteY2" fmla="*/ 11988 h 170741"/>
                <a:gd name="connsiteX3" fmla="*/ 106513 w 133167"/>
                <a:gd name="connsiteY3" fmla="*/ 43235 h 170741"/>
                <a:gd name="connsiteX4" fmla="*/ 114637 w 133167"/>
                <a:gd name="connsiteY4" fmla="*/ 50675 h 170741"/>
                <a:gd name="connsiteX5" fmla="*/ 123115 w 133167"/>
                <a:gd name="connsiteY5" fmla="*/ 40259 h 170741"/>
                <a:gd name="connsiteX6" fmla="*/ 123115 w 133167"/>
                <a:gd name="connsiteY6" fmla="*/ 10500 h 170741"/>
                <a:gd name="connsiteX7" fmla="*/ 116757 w 133167"/>
                <a:gd name="connsiteY7" fmla="*/ 85 h 170741"/>
                <a:gd name="connsiteX8" fmla="*/ 100861 w 133167"/>
                <a:gd name="connsiteY8" fmla="*/ 7152 h 170741"/>
                <a:gd name="connsiteX9" fmla="*/ 65185 w 133167"/>
                <a:gd name="connsiteY9" fmla="*/ 85 h 170741"/>
                <a:gd name="connsiteX10" fmla="*/ 191 w 133167"/>
                <a:gd name="connsiteY10" fmla="*/ 48815 h 170741"/>
                <a:gd name="connsiteX11" fmla="*/ 14320 w 133167"/>
                <a:gd name="connsiteY11" fmla="*/ 80061 h 170741"/>
                <a:gd name="connsiteX12" fmla="*/ 69071 w 133167"/>
                <a:gd name="connsiteY12" fmla="*/ 100521 h 170741"/>
                <a:gd name="connsiteX13" fmla="*/ 108279 w 133167"/>
                <a:gd name="connsiteY13" fmla="*/ 129535 h 170741"/>
                <a:gd name="connsiteX14" fmla="*/ 68011 w 133167"/>
                <a:gd name="connsiteY14" fmla="*/ 157434 h 170741"/>
                <a:gd name="connsiteX15" fmla="*/ 17146 w 133167"/>
                <a:gd name="connsiteY15" fmla="*/ 114284 h 170741"/>
                <a:gd name="connsiteX16" fmla="*/ 8668 w 133167"/>
                <a:gd name="connsiteY16" fmla="*/ 109076 h 170741"/>
                <a:gd name="connsiteX17" fmla="*/ 191 w 133167"/>
                <a:gd name="connsiteY17" fmla="*/ 119864 h 170741"/>
                <a:gd name="connsiteX18" fmla="*/ 191 w 133167"/>
                <a:gd name="connsiteY18" fmla="*/ 160410 h 170741"/>
                <a:gd name="connsiteX19" fmla="*/ 6549 w 133167"/>
                <a:gd name="connsiteY19" fmla="*/ 170826 h 170741"/>
                <a:gd name="connsiteX20" fmla="*/ 17146 w 133167"/>
                <a:gd name="connsiteY20" fmla="*/ 165246 h 170741"/>
                <a:gd name="connsiteX21" fmla="*/ 26330 w 133167"/>
                <a:gd name="connsiteY21" fmla="*/ 158922 h 170741"/>
                <a:gd name="connsiteX22" fmla="*/ 68011 w 133167"/>
                <a:gd name="connsiteY22" fmla="*/ 170826 h 170741"/>
                <a:gd name="connsiteX23" fmla="*/ 133358 w 133167"/>
                <a:gd name="connsiteY23" fmla="*/ 116516 h 170741"/>
                <a:gd name="connsiteX24" fmla="*/ 113931 w 133167"/>
                <a:gd name="connsiteY24" fmla="*/ 77086 h 170741"/>
                <a:gd name="connsiteX25" fmla="*/ 61300 w 133167"/>
                <a:gd name="connsiteY25" fmla="*/ 59230 h 170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3167" h="170741">
                  <a:moveTo>
                    <a:pt x="61300" y="59230"/>
                  </a:moveTo>
                  <a:cubicBezTo>
                    <a:pt x="48230" y="56626"/>
                    <a:pt x="25270" y="52535"/>
                    <a:pt x="25270" y="35051"/>
                  </a:cubicBezTo>
                  <a:cubicBezTo>
                    <a:pt x="25270" y="11988"/>
                    <a:pt x="58121" y="11988"/>
                    <a:pt x="64832" y="11988"/>
                  </a:cubicBezTo>
                  <a:cubicBezTo>
                    <a:pt x="91324" y="11988"/>
                    <a:pt x="104747" y="22776"/>
                    <a:pt x="106513" y="43235"/>
                  </a:cubicBezTo>
                  <a:cubicBezTo>
                    <a:pt x="106866" y="48815"/>
                    <a:pt x="107219" y="50675"/>
                    <a:pt x="114637" y="50675"/>
                  </a:cubicBezTo>
                  <a:cubicBezTo>
                    <a:pt x="123115" y="50675"/>
                    <a:pt x="123115" y="48815"/>
                    <a:pt x="123115" y="40259"/>
                  </a:cubicBezTo>
                  <a:lnTo>
                    <a:pt x="123115" y="10500"/>
                  </a:lnTo>
                  <a:cubicBezTo>
                    <a:pt x="123115" y="3433"/>
                    <a:pt x="123115" y="85"/>
                    <a:pt x="116757" y="85"/>
                  </a:cubicBezTo>
                  <a:cubicBezTo>
                    <a:pt x="115344" y="85"/>
                    <a:pt x="114637" y="85"/>
                    <a:pt x="100861" y="7152"/>
                  </a:cubicBezTo>
                  <a:cubicBezTo>
                    <a:pt x="91677" y="2317"/>
                    <a:pt x="79314" y="85"/>
                    <a:pt x="65185" y="85"/>
                  </a:cubicBezTo>
                  <a:cubicBezTo>
                    <a:pt x="54588" y="85"/>
                    <a:pt x="191" y="85"/>
                    <a:pt x="191" y="48815"/>
                  </a:cubicBezTo>
                  <a:cubicBezTo>
                    <a:pt x="191" y="63694"/>
                    <a:pt x="7255" y="73738"/>
                    <a:pt x="14320" y="80061"/>
                  </a:cubicBezTo>
                  <a:cubicBezTo>
                    <a:pt x="28449" y="93081"/>
                    <a:pt x="41872" y="95313"/>
                    <a:pt x="69071" y="100521"/>
                  </a:cubicBezTo>
                  <a:cubicBezTo>
                    <a:pt x="81787" y="102753"/>
                    <a:pt x="108279" y="107588"/>
                    <a:pt x="108279" y="129535"/>
                  </a:cubicBezTo>
                  <a:cubicBezTo>
                    <a:pt x="108279" y="157434"/>
                    <a:pt x="75782" y="157434"/>
                    <a:pt x="68011" y="157434"/>
                  </a:cubicBezTo>
                  <a:cubicBezTo>
                    <a:pt x="30569" y="157434"/>
                    <a:pt x="21385" y="130279"/>
                    <a:pt x="17146" y="114284"/>
                  </a:cubicBezTo>
                  <a:cubicBezTo>
                    <a:pt x="15380" y="109076"/>
                    <a:pt x="13614" y="109076"/>
                    <a:pt x="8668" y="109076"/>
                  </a:cubicBezTo>
                  <a:cubicBezTo>
                    <a:pt x="191" y="109076"/>
                    <a:pt x="191" y="111308"/>
                    <a:pt x="191" y="119864"/>
                  </a:cubicBezTo>
                  <a:lnTo>
                    <a:pt x="191" y="160410"/>
                  </a:lnTo>
                  <a:cubicBezTo>
                    <a:pt x="191" y="167478"/>
                    <a:pt x="191" y="170826"/>
                    <a:pt x="6549" y="170826"/>
                  </a:cubicBezTo>
                  <a:cubicBezTo>
                    <a:pt x="9022" y="170826"/>
                    <a:pt x="9728" y="170826"/>
                    <a:pt x="17146" y="165246"/>
                  </a:cubicBezTo>
                  <a:cubicBezTo>
                    <a:pt x="17499" y="165246"/>
                    <a:pt x="25270" y="159666"/>
                    <a:pt x="26330" y="158922"/>
                  </a:cubicBezTo>
                  <a:cubicBezTo>
                    <a:pt x="42578" y="170826"/>
                    <a:pt x="60946" y="170826"/>
                    <a:pt x="68011" y="170826"/>
                  </a:cubicBezTo>
                  <a:cubicBezTo>
                    <a:pt x="78961" y="170826"/>
                    <a:pt x="133358" y="170826"/>
                    <a:pt x="133358" y="116516"/>
                  </a:cubicBezTo>
                  <a:cubicBezTo>
                    <a:pt x="133358" y="100521"/>
                    <a:pt x="126294" y="87501"/>
                    <a:pt x="113931" y="77086"/>
                  </a:cubicBezTo>
                  <a:cubicBezTo>
                    <a:pt x="100155" y="66298"/>
                    <a:pt x="88851" y="64066"/>
                    <a:pt x="61300" y="59230"/>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2" name="Freeform: Shape 81">
              <a:extLst>
                <a:ext uri="{FF2B5EF4-FFF2-40B4-BE49-F238E27FC236}">
                  <a16:creationId xmlns:a16="http://schemas.microsoft.com/office/drawing/2014/main" id="{54930BDE-7225-18C0-701D-7729FEC1447E}"/>
                </a:ext>
              </a:extLst>
            </p:cNvPr>
            <p:cNvSpPr/>
            <p:nvPr/>
          </p:nvSpPr>
          <p:spPr>
            <a:xfrm>
              <a:off x="14915792" y="5992057"/>
              <a:ext cx="234897" cy="87044"/>
            </a:xfrm>
            <a:custGeom>
              <a:avLst/>
              <a:gdLst>
                <a:gd name="connsiteX0" fmla="*/ 223086 w 234897"/>
                <a:gd name="connsiteY0" fmla="*/ 14964 h 87044"/>
                <a:gd name="connsiteX1" fmla="*/ 235096 w 234897"/>
                <a:gd name="connsiteY1" fmla="*/ 7524 h 87044"/>
                <a:gd name="connsiteX2" fmla="*/ 223439 w 234897"/>
                <a:gd name="connsiteY2" fmla="*/ 85 h 87044"/>
                <a:gd name="connsiteX3" fmla="*/ 11855 w 234897"/>
                <a:gd name="connsiteY3" fmla="*/ 85 h 87044"/>
                <a:gd name="connsiteX4" fmla="*/ 198 w 234897"/>
                <a:gd name="connsiteY4" fmla="*/ 7524 h 87044"/>
                <a:gd name="connsiteX5" fmla="*/ 12208 w 234897"/>
                <a:gd name="connsiteY5" fmla="*/ 14964 h 87044"/>
                <a:gd name="connsiteX6" fmla="*/ 223086 w 234897"/>
                <a:gd name="connsiteY6" fmla="*/ 14964 h 87044"/>
                <a:gd name="connsiteX7" fmla="*/ 223439 w 234897"/>
                <a:gd name="connsiteY7" fmla="*/ 87129 h 87044"/>
                <a:gd name="connsiteX8" fmla="*/ 235096 w 234897"/>
                <a:gd name="connsiteY8" fmla="*/ 79689 h 87044"/>
                <a:gd name="connsiteX9" fmla="*/ 223086 w 234897"/>
                <a:gd name="connsiteY9" fmla="*/ 72250 h 87044"/>
                <a:gd name="connsiteX10" fmla="*/ 12208 w 234897"/>
                <a:gd name="connsiteY10" fmla="*/ 72250 h 87044"/>
                <a:gd name="connsiteX11" fmla="*/ 198 w 234897"/>
                <a:gd name="connsiteY11" fmla="*/ 79689 h 87044"/>
                <a:gd name="connsiteX12" fmla="*/ 11855 w 234897"/>
                <a:gd name="connsiteY12" fmla="*/ 87129 h 87044"/>
                <a:gd name="connsiteX13" fmla="*/ 223439 w 234897"/>
                <a:gd name="connsiteY13" fmla="*/ 87129 h 87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897" h="87044">
                  <a:moveTo>
                    <a:pt x="223086" y="14964"/>
                  </a:moveTo>
                  <a:cubicBezTo>
                    <a:pt x="228384" y="14964"/>
                    <a:pt x="235096" y="14964"/>
                    <a:pt x="235096" y="7524"/>
                  </a:cubicBezTo>
                  <a:cubicBezTo>
                    <a:pt x="235096" y="85"/>
                    <a:pt x="228384" y="85"/>
                    <a:pt x="223439" y="85"/>
                  </a:cubicBezTo>
                  <a:lnTo>
                    <a:pt x="11855" y="85"/>
                  </a:lnTo>
                  <a:cubicBezTo>
                    <a:pt x="6910" y="85"/>
                    <a:pt x="198" y="85"/>
                    <a:pt x="198" y="7524"/>
                  </a:cubicBezTo>
                  <a:cubicBezTo>
                    <a:pt x="198" y="14964"/>
                    <a:pt x="6910" y="14964"/>
                    <a:pt x="12208" y="14964"/>
                  </a:cubicBezTo>
                  <a:lnTo>
                    <a:pt x="223086" y="14964"/>
                  </a:lnTo>
                  <a:close/>
                  <a:moveTo>
                    <a:pt x="223439" y="87129"/>
                  </a:moveTo>
                  <a:cubicBezTo>
                    <a:pt x="228384" y="87129"/>
                    <a:pt x="235096" y="87129"/>
                    <a:pt x="235096" y="79689"/>
                  </a:cubicBezTo>
                  <a:cubicBezTo>
                    <a:pt x="235096" y="72250"/>
                    <a:pt x="228384" y="72250"/>
                    <a:pt x="223086" y="72250"/>
                  </a:cubicBezTo>
                  <a:lnTo>
                    <a:pt x="12208" y="72250"/>
                  </a:lnTo>
                  <a:cubicBezTo>
                    <a:pt x="6910" y="72250"/>
                    <a:pt x="198" y="72250"/>
                    <a:pt x="198" y="79689"/>
                  </a:cubicBezTo>
                  <a:cubicBezTo>
                    <a:pt x="198" y="87129"/>
                    <a:pt x="6910" y="87129"/>
                    <a:pt x="11855" y="87129"/>
                  </a:cubicBezTo>
                  <a:lnTo>
                    <a:pt x="223439" y="87129"/>
                  </a:ln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3" name="Freeform: Shape 82">
              <a:extLst>
                <a:ext uri="{FF2B5EF4-FFF2-40B4-BE49-F238E27FC236}">
                  <a16:creationId xmlns:a16="http://schemas.microsoft.com/office/drawing/2014/main" id="{E2000127-A341-2B66-7147-6449D2D6404E}"/>
                </a:ext>
              </a:extLst>
            </p:cNvPr>
            <p:cNvSpPr/>
            <p:nvPr/>
          </p:nvSpPr>
          <p:spPr>
            <a:xfrm>
              <a:off x="15277341" y="5873394"/>
              <a:ext cx="402681" cy="258157"/>
            </a:xfrm>
            <a:custGeom>
              <a:avLst/>
              <a:gdLst>
                <a:gd name="connsiteX0" fmla="*/ 369334 w 402681"/>
                <a:gd name="connsiteY0" fmla="*/ 26496 h 258157"/>
                <a:gd name="connsiteX1" fmla="*/ 382756 w 402681"/>
                <a:gd name="connsiteY1" fmla="*/ 18312 h 258157"/>
                <a:gd name="connsiteX2" fmla="*/ 402890 w 402681"/>
                <a:gd name="connsiteY2" fmla="*/ 17568 h 258157"/>
                <a:gd name="connsiteX3" fmla="*/ 402890 w 402681"/>
                <a:gd name="connsiteY3" fmla="*/ 85 h 258157"/>
                <a:gd name="connsiteX4" fmla="*/ 365095 w 402681"/>
                <a:gd name="connsiteY4" fmla="*/ 1201 h 258157"/>
                <a:gd name="connsiteX5" fmla="*/ 317056 w 402681"/>
                <a:gd name="connsiteY5" fmla="*/ 85 h 258157"/>
                <a:gd name="connsiteX6" fmla="*/ 317056 w 402681"/>
                <a:gd name="connsiteY6" fmla="*/ 17568 h 258157"/>
                <a:gd name="connsiteX7" fmla="*/ 353085 w 402681"/>
                <a:gd name="connsiteY7" fmla="*/ 21660 h 258157"/>
                <a:gd name="connsiteX8" fmla="*/ 292329 w 402681"/>
                <a:gd name="connsiteY8" fmla="*/ 187937 h 258157"/>
                <a:gd name="connsiteX9" fmla="*/ 229808 w 402681"/>
                <a:gd name="connsiteY9" fmla="*/ 17568 h 258157"/>
                <a:gd name="connsiteX10" fmla="*/ 263718 w 402681"/>
                <a:gd name="connsiteY10" fmla="*/ 17568 h 258157"/>
                <a:gd name="connsiteX11" fmla="*/ 263718 w 402681"/>
                <a:gd name="connsiteY11" fmla="*/ 85 h 258157"/>
                <a:gd name="connsiteX12" fmla="*/ 201903 w 402681"/>
                <a:gd name="connsiteY12" fmla="*/ 1201 h 258157"/>
                <a:gd name="connsiteX13" fmla="*/ 147859 w 402681"/>
                <a:gd name="connsiteY13" fmla="*/ 85 h 258157"/>
                <a:gd name="connsiteX14" fmla="*/ 147859 w 402681"/>
                <a:gd name="connsiteY14" fmla="*/ 17568 h 258157"/>
                <a:gd name="connsiteX15" fmla="*/ 178236 w 402681"/>
                <a:gd name="connsiteY15" fmla="*/ 17568 h 258157"/>
                <a:gd name="connsiteX16" fmla="*/ 192719 w 402681"/>
                <a:gd name="connsiteY16" fmla="*/ 56998 h 258157"/>
                <a:gd name="connsiteX17" fmla="*/ 144680 w 402681"/>
                <a:gd name="connsiteY17" fmla="*/ 187937 h 258157"/>
                <a:gd name="connsiteX18" fmla="*/ 82158 w 402681"/>
                <a:gd name="connsiteY18" fmla="*/ 17568 h 258157"/>
                <a:gd name="connsiteX19" fmla="*/ 116068 w 402681"/>
                <a:gd name="connsiteY19" fmla="*/ 17568 h 258157"/>
                <a:gd name="connsiteX20" fmla="*/ 116068 w 402681"/>
                <a:gd name="connsiteY20" fmla="*/ 85 h 258157"/>
                <a:gd name="connsiteX21" fmla="*/ 54253 w 402681"/>
                <a:gd name="connsiteY21" fmla="*/ 1201 h 258157"/>
                <a:gd name="connsiteX22" fmla="*/ 209 w 402681"/>
                <a:gd name="connsiteY22" fmla="*/ 85 h 258157"/>
                <a:gd name="connsiteX23" fmla="*/ 209 w 402681"/>
                <a:gd name="connsiteY23" fmla="*/ 17568 h 258157"/>
                <a:gd name="connsiteX24" fmla="*/ 30586 w 402681"/>
                <a:gd name="connsiteY24" fmla="*/ 17568 h 258157"/>
                <a:gd name="connsiteX25" fmla="*/ 115361 w 402681"/>
                <a:gd name="connsiteY25" fmla="*/ 248571 h 258157"/>
                <a:gd name="connsiteX26" fmla="*/ 127725 w 402681"/>
                <a:gd name="connsiteY26" fmla="*/ 258242 h 258157"/>
                <a:gd name="connsiteX27" fmla="*/ 140088 w 402681"/>
                <a:gd name="connsiteY27" fmla="*/ 248571 h 258157"/>
                <a:gd name="connsiteX28" fmla="*/ 201549 w 402681"/>
                <a:gd name="connsiteY28" fmla="*/ 81177 h 258157"/>
                <a:gd name="connsiteX29" fmla="*/ 263011 w 402681"/>
                <a:gd name="connsiteY29" fmla="*/ 248571 h 258157"/>
                <a:gd name="connsiteX30" fmla="*/ 275374 w 402681"/>
                <a:gd name="connsiteY30" fmla="*/ 258242 h 258157"/>
                <a:gd name="connsiteX31" fmla="*/ 287737 w 402681"/>
                <a:gd name="connsiteY31" fmla="*/ 248571 h 258157"/>
                <a:gd name="connsiteX32" fmla="*/ 369334 w 402681"/>
                <a:gd name="connsiteY32" fmla="*/ 26496 h 25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02681" h="258157">
                  <a:moveTo>
                    <a:pt x="369334" y="26496"/>
                  </a:moveTo>
                  <a:cubicBezTo>
                    <a:pt x="371453" y="20172"/>
                    <a:pt x="371806" y="19428"/>
                    <a:pt x="382756" y="18312"/>
                  </a:cubicBezTo>
                  <a:cubicBezTo>
                    <a:pt x="389821" y="17568"/>
                    <a:pt x="397239" y="17568"/>
                    <a:pt x="402890" y="17568"/>
                  </a:cubicBezTo>
                  <a:lnTo>
                    <a:pt x="402890" y="85"/>
                  </a:lnTo>
                  <a:cubicBezTo>
                    <a:pt x="393353" y="457"/>
                    <a:pt x="380990" y="1201"/>
                    <a:pt x="365095" y="1201"/>
                  </a:cubicBezTo>
                  <a:cubicBezTo>
                    <a:pt x="351672" y="1201"/>
                    <a:pt x="329772" y="1201"/>
                    <a:pt x="317056" y="85"/>
                  </a:cubicBezTo>
                  <a:lnTo>
                    <a:pt x="317056" y="17568"/>
                  </a:lnTo>
                  <a:cubicBezTo>
                    <a:pt x="325886" y="17568"/>
                    <a:pt x="342841" y="17568"/>
                    <a:pt x="353085" y="21660"/>
                  </a:cubicBezTo>
                  <a:lnTo>
                    <a:pt x="292329" y="187937"/>
                  </a:lnTo>
                  <a:lnTo>
                    <a:pt x="229808" y="17568"/>
                  </a:lnTo>
                  <a:lnTo>
                    <a:pt x="263718" y="17568"/>
                  </a:lnTo>
                  <a:lnTo>
                    <a:pt x="263718" y="85"/>
                  </a:lnTo>
                  <a:cubicBezTo>
                    <a:pt x="250295" y="1201"/>
                    <a:pt x="217092" y="1201"/>
                    <a:pt x="201903" y="1201"/>
                  </a:cubicBezTo>
                  <a:cubicBezTo>
                    <a:pt x="188127" y="1201"/>
                    <a:pt x="160222" y="1201"/>
                    <a:pt x="147859" y="85"/>
                  </a:cubicBezTo>
                  <a:lnTo>
                    <a:pt x="147859" y="17568"/>
                  </a:lnTo>
                  <a:lnTo>
                    <a:pt x="178236" y="17568"/>
                  </a:lnTo>
                  <a:lnTo>
                    <a:pt x="192719" y="56998"/>
                  </a:lnTo>
                  <a:lnTo>
                    <a:pt x="144680" y="187937"/>
                  </a:lnTo>
                  <a:lnTo>
                    <a:pt x="82158" y="17568"/>
                  </a:lnTo>
                  <a:lnTo>
                    <a:pt x="116068" y="17568"/>
                  </a:lnTo>
                  <a:lnTo>
                    <a:pt x="116068" y="85"/>
                  </a:lnTo>
                  <a:cubicBezTo>
                    <a:pt x="102645" y="1201"/>
                    <a:pt x="69442" y="1201"/>
                    <a:pt x="54253" y="1201"/>
                  </a:cubicBezTo>
                  <a:cubicBezTo>
                    <a:pt x="40477" y="1201"/>
                    <a:pt x="12572" y="1201"/>
                    <a:pt x="209" y="85"/>
                  </a:cubicBezTo>
                  <a:lnTo>
                    <a:pt x="209" y="17568"/>
                  </a:lnTo>
                  <a:lnTo>
                    <a:pt x="30586" y="17568"/>
                  </a:lnTo>
                  <a:lnTo>
                    <a:pt x="115361" y="248571"/>
                  </a:lnTo>
                  <a:cubicBezTo>
                    <a:pt x="117481" y="254522"/>
                    <a:pt x="118894" y="258242"/>
                    <a:pt x="127725" y="258242"/>
                  </a:cubicBezTo>
                  <a:cubicBezTo>
                    <a:pt x="136555" y="258242"/>
                    <a:pt x="137968" y="254522"/>
                    <a:pt x="140088" y="248571"/>
                  </a:cubicBezTo>
                  <a:lnTo>
                    <a:pt x="201549" y="81177"/>
                  </a:lnTo>
                  <a:lnTo>
                    <a:pt x="263011" y="248571"/>
                  </a:lnTo>
                  <a:cubicBezTo>
                    <a:pt x="265131" y="254522"/>
                    <a:pt x="266544" y="258242"/>
                    <a:pt x="275374" y="258242"/>
                  </a:cubicBezTo>
                  <a:cubicBezTo>
                    <a:pt x="284205" y="258242"/>
                    <a:pt x="285618" y="254522"/>
                    <a:pt x="287737" y="248571"/>
                  </a:cubicBezTo>
                  <a:lnTo>
                    <a:pt x="369334" y="26496"/>
                  </a:ln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4" name="Freeform: Shape 83">
              <a:extLst>
                <a:ext uri="{FF2B5EF4-FFF2-40B4-BE49-F238E27FC236}">
                  <a16:creationId xmlns:a16="http://schemas.microsoft.com/office/drawing/2014/main" id="{BAC22BCF-806C-B4C5-B60C-083DF3CA5648}"/>
                </a:ext>
              </a:extLst>
            </p:cNvPr>
            <p:cNvSpPr/>
            <p:nvPr/>
          </p:nvSpPr>
          <p:spPr>
            <a:xfrm>
              <a:off x="15722889" y="5779694"/>
              <a:ext cx="64287" cy="260129"/>
            </a:xfrm>
            <a:custGeom>
              <a:avLst/>
              <a:gdLst>
                <a:gd name="connsiteX0" fmla="*/ 59563 w 64287"/>
                <a:gd name="connsiteY0" fmla="*/ 81 h 260129"/>
                <a:gd name="connsiteX1" fmla="*/ 221 w 64287"/>
                <a:gd name="connsiteY1" fmla="*/ 130015 h 260129"/>
                <a:gd name="connsiteX2" fmla="*/ 59563 w 64287"/>
                <a:gd name="connsiteY2" fmla="*/ 260210 h 260129"/>
                <a:gd name="connsiteX3" fmla="*/ 64508 w 64287"/>
                <a:gd name="connsiteY3" fmla="*/ 257085 h 260129"/>
                <a:gd name="connsiteX4" fmla="*/ 62036 w 64287"/>
                <a:gd name="connsiteY4" fmla="*/ 253179 h 260129"/>
                <a:gd name="connsiteX5" fmla="*/ 17034 w 64287"/>
                <a:gd name="connsiteY5" fmla="*/ 130275 h 260129"/>
                <a:gd name="connsiteX6" fmla="*/ 62778 w 64287"/>
                <a:gd name="connsiteY6" fmla="*/ 6330 h 260129"/>
                <a:gd name="connsiteX7" fmla="*/ 64508 w 64287"/>
                <a:gd name="connsiteY7" fmla="*/ 3205 h 260129"/>
                <a:gd name="connsiteX8" fmla="*/ 59563 w 64287"/>
                <a:gd name="connsiteY8"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287" h="260129">
                  <a:moveTo>
                    <a:pt x="59563" y="81"/>
                  </a:moveTo>
                  <a:cubicBezTo>
                    <a:pt x="12584" y="34973"/>
                    <a:pt x="221" y="90175"/>
                    <a:pt x="221" y="130015"/>
                  </a:cubicBezTo>
                  <a:cubicBezTo>
                    <a:pt x="221" y="166730"/>
                    <a:pt x="10606" y="223755"/>
                    <a:pt x="59563" y="260210"/>
                  </a:cubicBezTo>
                  <a:cubicBezTo>
                    <a:pt x="61541" y="260210"/>
                    <a:pt x="64508" y="260210"/>
                    <a:pt x="64508" y="257085"/>
                  </a:cubicBezTo>
                  <a:cubicBezTo>
                    <a:pt x="64508" y="255523"/>
                    <a:pt x="63767" y="255002"/>
                    <a:pt x="62036" y="253179"/>
                  </a:cubicBezTo>
                  <a:cubicBezTo>
                    <a:pt x="29150" y="221932"/>
                    <a:pt x="17034" y="177666"/>
                    <a:pt x="17034" y="130275"/>
                  </a:cubicBezTo>
                  <a:cubicBezTo>
                    <a:pt x="17034" y="59970"/>
                    <a:pt x="42502" y="25599"/>
                    <a:pt x="62778" y="6330"/>
                  </a:cubicBezTo>
                  <a:cubicBezTo>
                    <a:pt x="63767" y="5288"/>
                    <a:pt x="64508" y="4507"/>
                    <a:pt x="64508" y="3205"/>
                  </a:cubicBezTo>
                  <a:cubicBezTo>
                    <a:pt x="64508" y="81"/>
                    <a:pt x="61541" y="81"/>
                    <a:pt x="59563" y="81"/>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5" name="Freeform: Shape 84">
              <a:extLst>
                <a:ext uri="{FF2B5EF4-FFF2-40B4-BE49-F238E27FC236}">
                  <a16:creationId xmlns:a16="http://schemas.microsoft.com/office/drawing/2014/main" id="{E62B9EA8-30FE-78ED-5E24-FCA5EC2FD9BF}"/>
                </a:ext>
              </a:extLst>
            </p:cNvPr>
            <p:cNvSpPr/>
            <p:nvPr/>
          </p:nvSpPr>
          <p:spPr>
            <a:xfrm>
              <a:off x="15831790" y="5802087"/>
              <a:ext cx="90002" cy="172898"/>
            </a:xfrm>
            <a:custGeom>
              <a:avLst/>
              <a:gdLst>
                <a:gd name="connsiteX0" fmla="*/ 56105 w 90002"/>
                <a:gd name="connsiteY0" fmla="*/ 7371 h 172898"/>
                <a:gd name="connsiteX1" fmla="*/ 48687 w 90002"/>
                <a:gd name="connsiteY1" fmla="*/ 81 h 172898"/>
                <a:gd name="connsiteX2" fmla="*/ 224 w 90002"/>
                <a:gd name="connsiteY2" fmla="*/ 16745 h 172898"/>
                <a:gd name="connsiteX3" fmla="*/ 224 w 90002"/>
                <a:gd name="connsiteY3" fmla="*/ 26120 h 172898"/>
                <a:gd name="connsiteX4" fmla="*/ 36077 w 90002"/>
                <a:gd name="connsiteY4" fmla="*/ 18829 h 172898"/>
                <a:gd name="connsiteX5" fmla="*/ 36077 w 90002"/>
                <a:gd name="connsiteY5" fmla="*/ 151627 h 172898"/>
                <a:gd name="connsiteX6" fmla="*/ 11351 w 90002"/>
                <a:gd name="connsiteY6" fmla="*/ 163605 h 172898"/>
                <a:gd name="connsiteX7" fmla="*/ 1955 w 90002"/>
                <a:gd name="connsiteY7" fmla="*/ 163605 h 172898"/>
                <a:gd name="connsiteX8" fmla="*/ 1955 w 90002"/>
                <a:gd name="connsiteY8" fmla="*/ 172979 h 172898"/>
                <a:gd name="connsiteX9" fmla="*/ 45967 w 90002"/>
                <a:gd name="connsiteY9" fmla="*/ 171938 h 172898"/>
                <a:gd name="connsiteX10" fmla="*/ 90227 w 90002"/>
                <a:gd name="connsiteY10" fmla="*/ 172979 h 172898"/>
                <a:gd name="connsiteX11" fmla="*/ 90227 w 90002"/>
                <a:gd name="connsiteY11" fmla="*/ 163605 h 172898"/>
                <a:gd name="connsiteX12" fmla="*/ 80831 w 90002"/>
                <a:gd name="connsiteY12" fmla="*/ 163605 h 172898"/>
                <a:gd name="connsiteX13" fmla="*/ 56105 w 90002"/>
                <a:gd name="connsiteY13" fmla="*/ 151627 h 172898"/>
                <a:gd name="connsiteX14" fmla="*/ 56105 w 90002"/>
                <a:gd name="connsiteY14" fmla="*/ 7371 h 172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02" h="172898">
                  <a:moveTo>
                    <a:pt x="56105" y="7371"/>
                  </a:moveTo>
                  <a:cubicBezTo>
                    <a:pt x="56105" y="341"/>
                    <a:pt x="55610" y="81"/>
                    <a:pt x="48687" y="81"/>
                  </a:cubicBezTo>
                  <a:cubicBezTo>
                    <a:pt x="32862" y="16485"/>
                    <a:pt x="10361" y="16745"/>
                    <a:pt x="224" y="16745"/>
                  </a:cubicBezTo>
                  <a:lnTo>
                    <a:pt x="224" y="26120"/>
                  </a:lnTo>
                  <a:cubicBezTo>
                    <a:pt x="6158" y="26120"/>
                    <a:pt x="22477" y="26120"/>
                    <a:pt x="36077" y="18829"/>
                  </a:cubicBezTo>
                  <a:lnTo>
                    <a:pt x="36077" y="151627"/>
                  </a:lnTo>
                  <a:cubicBezTo>
                    <a:pt x="36077" y="160220"/>
                    <a:pt x="36077" y="163605"/>
                    <a:pt x="11351" y="163605"/>
                  </a:cubicBezTo>
                  <a:lnTo>
                    <a:pt x="1955" y="163605"/>
                  </a:lnTo>
                  <a:lnTo>
                    <a:pt x="1955" y="172979"/>
                  </a:lnTo>
                  <a:cubicBezTo>
                    <a:pt x="6405" y="172719"/>
                    <a:pt x="36818" y="171938"/>
                    <a:pt x="45967" y="171938"/>
                  </a:cubicBezTo>
                  <a:cubicBezTo>
                    <a:pt x="53632" y="171938"/>
                    <a:pt x="84787" y="172719"/>
                    <a:pt x="90227" y="172979"/>
                  </a:cubicBezTo>
                  <a:lnTo>
                    <a:pt x="90227" y="163605"/>
                  </a:lnTo>
                  <a:lnTo>
                    <a:pt x="80831" y="163605"/>
                  </a:lnTo>
                  <a:cubicBezTo>
                    <a:pt x="56105" y="163605"/>
                    <a:pt x="56105" y="160220"/>
                    <a:pt x="56105" y="151627"/>
                  </a:cubicBezTo>
                  <a:lnTo>
                    <a:pt x="56105" y="7371"/>
                  </a:ln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6" name="Freeform: Shape 85">
              <a:extLst>
                <a:ext uri="{FF2B5EF4-FFF2-40B4-BE49-F238E27FC236}">
                  <a16:creationId xmlns:a16="http://schemas.microsoft.com/office/drawing/2014/main" id="{28F68098-A1D3-AE22-AA88-EF1149D31DEC}"/>
                </a:ext>
              </a:extLst>
            </p:cNvPr>
            <p:cNvSpPr/>
            <p:nvPr/>
          </p:nvSpPr>
          <p:spPr>
            <a:xfrm>
              <a:off x="15963196" y="5779694"/>
              <a:ext cx="64040" cy="260129"/>
            </a:xfrm>
            <a:custGeom>
              <a:avLst/>
              <a:gdLst>
                <a:gd name="connsiteX0" fmla="*/ 4926 w 64040"/>
                <a:gd name="connsiteY0" fmla="*/ 81 h 260129"/>
                <a:gd name="connsiteX1" fmla="*/ 228 w 64040"/>
                <a:gd name="connsiteY1" fmla="*/ 3205 h 260129"/>
                <a:gd name="connsiteX2" fmla="*/ 2453 w 64040"/>
                <a:gd name="connsiteY2" fmla="*/ 7111 h 260129"/>
                <a:gd name="connsiteX3" fmla="*/ 47455 w 64040"/>
                <a:gd name="connsiteY3" fmla="*/ 130015 h 260129"/>
                <a:gd name="connsiteX4" fmla="*/ 4678 w 64040"/>
                <a:gd name="connsiteY4" fmla="*/ 251096 h 260129"/>
                <a:gd name="connsiteX5" fmla="*/ 228 w 64040"/>
                <a:gd name="connsiteY5" fmla="*/ 257085 h 260129"/>
                <a:gd name="connsiteX6" fmla="*/ 3442 w 64040"/>
                <a:gd name="connsiteY6" fmla="*/ 260210 h 260129"/>
                <a:gd name="connsiteX7" fmla="*/ 46218 w 64040"/>
                <a:gd name="connsiteY7" fmla="*/ 210475 h 260129"/>
                <a:gd name="connsiteX8" fmla="*/ 64268 w 64040"/>
                <a:gd name="connsiteY8" fmla="*/ 130275 h 260129"/>
                <a:gd name="connsiteX9" fmla="*/ 4926 w 64040"/>
                <a:gd name="connsiteY9"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40" h="260129">
                  <a:moveTo>
                    <a:pt x="4926" y="81"/>
                  </a:moveTo>
                  <a:cubicBezTo>
                    <a:pt x="3195" y="81"/>
                    <a:pt x="228" y="81"/>
                    <a:pt x="228" y="3205"/>
                  </a:cubicBezTo>
                  <a:cubicBezTo>
                    <a:pt x="228" y="4507"/>
                    <a:pt x="970" y="5288"/>
                    <a:pt x="2453" y="7111"/>
                  </a:cubicBezTo>
                  <a:cubicBezTo>
                    <a:pt x="23718" y="27682"/>
                    <a:pt x="47455" y="62834"/>
                    <a:pt x="47455" y="130015"/>
                  </a:cubicBezTo>
                  <a:cubicBezTo>
                    <a:pt x="47455" y="184436"/>
                    <a:pt x="31383" y="225578"/>
                    <a:pt x="4678" y="251096"/>
                  </a:cubicBezTo>
                  <a:cubicBezTo>
                    <a:pt x="475" y="255523"/>
                    <a:pt x="228" y="255783"/>
                    <a:pt x="228" y="257085"/>
                  </a:cubicBezTo>
                  <a:cubicBezTo>
                    <a:pt x="228" y="258387"/>
                    <a:pt x="970" y="260210"/>
                    <a:pt x="3442" y="260210"/>
                  </a:cubicBezTo>
                  <a:cubicBezTo>
                    <a:pt x="6409" y="260210"/>
                    <a:pt x="29899" y="243024"/>
                    <a:pt x="46218" y="210475"/>
                  </a:cubicBezTo>
                  <a:cubicBezTo>
                    <a:pt x="57098" y="188863"/>
                    <a:pt x="64268" y="160741"/>
                    <a:pt x="64268" y="130275"/>
                  </a:cubicBezTo>
                  <a:cubicBezTo>
                    <a:pt x="64268" y="93560"/>
                    <a:pt x="53883" y="36535"/>
                    <a:pt x="4926" y="81"/>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7" name="Freeform: Shape 86">
              <a:extLst>
                <a:ext uri="{FF2B5EF4-FFF2-40B4-BE49-F238E27FC236}">
                  <a16:creationId xmlns:a16="http://schemas.microsoft.com/office/drawing/2014/main" id="{3981AB8B-7B9B-C6FB-30D2-EB75389601F7}"/>
                </a:ext>
              </a:extLst>
            </p:cNvPr>
            <p:cNvSpPr/>
            <p:nvPr/>
          </p:nvSpPr>
          <p:spPr>
            <a:xfrm>
              <a:off x="16084990" y="5963414"/>
              <a:ext cx="151888" cy="165161"/>
            </a:xfrm>
            <a:custGeom>
              <a:avLst/>
              <a:gdLst>
                <a:gd name="connsiteX0" fmla="*/ 147528 w 151888"/>
                <a:gd name="connsiteY0" fmla="*/ 16080 h 165161"/>
                <a:gd name="connsiteX1" fmla="*/ 151060 w 151888"/>
                <a:gd name="connsiteY1" fmla="*/ 7896 h 165161"/>
                <a:gd name="connsiteX2" fmla="*/ 139757 w 151888"/>
                <a:gd name="connsiteY2" fmla="*/ 85 h 165161"/>
                <a:gd name="connsiteX3" fmla="*/ 10122 w 151888"/>
                <a:gd name="connsiteY3" fmla="*/ 85 h 165161"/>
                <a:gd name="connsiteX4" fmla="*/ 5883 w 151888"/>
                <a:gd name="connsiteY4" fmla="*/ 65182 h 165161"/>
                <a:gd name="connsiteX5" fmla="*/ 22485 w 151888"/>
                <a:gd name="connsiteY5" fmla="*/ 65182 h 165161"/>
                <a:gd name="connsiteX6" fmla="*/ 71937 w 151888"/>
                <a:gd name="connsiteY6" fmla="*/ 13476 h 165161"/>
                <a:gd name="connsiteX7" fmla="*/ 101961 w 151888"/>
                <a:gd name="connsiteY7" fmla="*/ 13476 h 165161"/>
                <a:gd name="connsiteX8" fmla="*/ 3410 w 151888"/>
                <a:gd name="connsiteY8" fmla="*/ 148879 h 165161"/>
                <a:gd name="connsiteX9" fmla="*/ 231 w 151888"/>
                <a:gd name="connsiteY9" fmla="*/ 157062 h 165161"/>
                <a:gd name="connsiteX10" fmla="*/ 11535 w 151888"/>
                <a:gd name="connsiteY10" fmla="*/ 165246 h 165161"/>
                <a:gd name="connsiteX11" fmla="*/ 145762 w 151888"/>
                <a:gd name="connsiteY11" fmla="*/ 165246 h 165161"/>
                <a:gd name="connsiteX12" fmla="*/ 152120 w 151888"/>
                <a:gd name="connsiteY12" fmla="*/ 90105 h 165161"/>
                <a:gd name="connsiteX13" fmla="*/ 135518 w 151888"/>
                <a:gd name="connsiteY13" fmla="*/ 90105 h 165161"/>
                <a:gd name="connsiteX14" fmla="*/ 80061 w 151888"/>
                <a:gd name="connsiteY14" fmla="*/ 150367 h 165161"/>
                <a:gd name="connsiteX15" fmla="*/ 49684 w 151888"/>
                <a:gd name="connsiteY15" fmla="*/ 150367 h 165161"/>
                <a:gd name="connsiteX16" fmla="*/ 147528 w 151888"/>
                <a:gd name="connsiteY16" fmla="*/ 16080 h 16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888" h="165161">
                  <a:moveTo>
                    <a:pt x="147528" y="16080"/>
                  </a:moveTo>
                  <a:cubicBezTo>
                    <a:pt x="150354" y="11988"/>
                    <a:pt x="151060" y="11244"/>
                    <a:pt x="151060" y="7896"/>
                  </a:cubicBezTo>
                  <a:cubicBezTo>
                    <a:pt x="151060" y="85"/>
                    <a:pt x="146115" y="85"/>
                    <a:pt x="139757" y="85"/>
                  </a:cubicBezTo>
                  <a:lnTo>
                    <a:pt x="10122" y="85"/>
                  </a:lnTo>
                  <a:lnTo>
                    <a:pt x="5883" y="65182"/>
                  </a:lnTo>
                  <a:lnTo>
                    <a:pt x="22485" y="65182"/>
                  </a:lnTo>
                  <a:cubicBezTo>
                    <a:pt x="24604" y="26868"/>
                    <a:pt x="35554" y="13476"/>
                    <a:pt x="71937" y="13476"/>
                  </a:cubicBezTo>
                  <a:lnTo>
                    <a:pt x="101961" y="13476"/>
                  </a:lnTo>
                  <a:lnTo>
                    <a:pt x="3410" y="148879"/>
                  </a:lnTo>
                  <a:cubicBezTo>
                    <a:pt x="231" y="152971"/>
                    <a:pt x="231" y="153714"/>
                    <a:pt x="231" y="157062"/>
                  </a:cubicBezTo>
                  <a:cubicBezTo>
                    <a:pt x="231" y="165246"/>
                    <a:pt x="4823" y="165246"/>
                    <a:pt x="11535" y="165246"/>
                  </a:cubicBezTo>
                  <a:lnTo>
                    <a:pt x="145762" y="165246"/>
                  </a:lnTo>
                  <a:lnTo>
                    <a:pt x="152120" y="90105"/>
                  </a:lnTo>
                  <a:lnTo>
                    <a:pt x="135518" y="90105"/>
                  </a:lnTo>
                  <a:cubicBezTo>
                    <a:pt x="132339" y="127676"/>
                    <a:pt x="126688" y="150367"/>
                    <a:pt x="80061" y="150367"/>
                  </a:cubicBezTo>
                  <a:lnTo>
                    <a:pt x="49684" y="150367"/>
                  </a:lnTo>
                  <a:lnTo>
                    <a:pt x="147528" y="16080"/>
                  </a:ln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8" name="Freeform: Shape 87">
              <a:extLst>
                <a:ext uri="{FF2B5EF4-FFF2-40B4-BE49-F238E27FC236}">
                  <a16:creationId xmlns:a16="http://schemas.microsoft.com/office/drawing/2014/main" id="{678B8CE7-4098-25A3-7035-2B3D18FA1904}"/>
                </a:ext>
              </a:extLst>
            </p:cNvPr>
            <p:cNvSpPr/>
            <p:nvPr/>
          </p:nvSpPr>
          <p:spPr>
            <a:xfrm>
              <a:off x="16282660" y="5779694"/>
              <a:ext cx="64287" cy="260129"/>
            </a:xfrm>
            <a:custGeom>
              <a:avLst/>
              <a:gdLst>
                <a:gd name="connsiteX0" fmla="*/ 59579 w 64287"/>
                <a:gd name="connsiteY0" fmla="*/ 81 h 260129"/>
                <a:gd name="connsiteX1" fmla="*/ 236 w 64287"/>
                <a:gd name="connsiteY1" fmla="*/ 130015 h 260129"/>
                <a:gd name="connsiteX2" fmla="*/ 59579 w 64287"/>
                <a:gd name="connsiteY2" fmla="*/ 260210 h 260129"/>
                <a:gd name="connsiteX3" fmla="*/ 64524 w 64287"/>
                <a:gd name="connsiteY3" fmla="*/ 257085 h 260129"/>
                <a:gd name="connsiteX4" fmla="*/ 62052 w 64287"/>
                <a:gd name="connsiteY4" fmla="*/ 253179 h 260129"/>
                <a:gd name="connsiteX5" fmla="*/ 17050 w 64287"/>
                <a:gd name="connsiteY5" fmla="*/ 130275 h 260129"/>
                <a:gd name="connsiteX6" fmla="*/ 62793 w 64287"/>
                <a:gd name="connsiteY6" fmla="*/ 6330 h 260129"/>
                <a:gd name="connsiteX7" fmla="*/ 64524 w 64287"/>
                <a:gd name="connsiteY7" fmla="*/ 3205 h 260129"/>
                <a:gd name="connsiteX8" fmla="*/ 59579 w 64287"/>
                <a:gd name="connsiteY8"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287" h="260129">
                  <a:moveTo>
                    <a:pt x="59579" y="81"/>
                  </a:moveTo>
                  <a:cubicBezTo>
                    <a:pt x="12599" y="34973"/>
                    <a:pt x="236" y="90175"/>
                    <a:pt x="236" y="130015"/>
                  </a:cubicBezTo>
                  <a:cubicBezTo>
                    <a:pt x="236" y="166730"/>
                    <a:pt x="10621" y="223755"/>
                    <a:pt x="59579" y="260210"/>
                  </a:cubicBezTo>
                  <a:cubicBezTo>
                    <a:pt x="61557" y="260210"/>
                    <a:pt x="64524" y="260210"/>
                    <a:pt x="64524" y="257085"/>
                  </a:cubicBezTo>
                  <a:cubicBezTo>
                    <a:pt x="64524" y="255523"/>
                    <a:pt x="63782" y="255002"/>
                    <a:pt x="62052" y="253179"/>
                  </a:cubicBezTo>
                  <a:cubicBezTo>
                    <a:pt x="29166" y="221932"/>
                    <a:pt x="17050" y="177666"/>
                    <a:pt x="17050" y="130275"/>
                  </a:cubicBezTo>
                  <a:cubicBezTo>
                    <a:pt x="17050" y="59970"/>
                    <a:pt x="42518" y="25599"/>
                    <a:pt x="62793" y="6330"/>
                  </a:cubicBezTo>
                  <a:cubicBezTo>
                    <a:pt x="63782" y="5288"/>
                    <a:pt x="64524" y="4507"/>
                    <a:pt x="64524" y="3205"/>
                  </a:cubicBezTo>
                  <a:cubicBezTo>
                    <a:pt x="64524" y="81"/>
                    <a:pt x="61557" y="81"/>
                    <a:pt x="59579" y="81"/>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9" name="Freeform: Shape 88">
              <a:extLst>
                <a:ext uri="{FF2B5EF4-FFF2-40B4-BE49-F238E27FC236}">
                  <a16:creationId xmlns:a16="http://schemas.microsoft.com/office/drawing/2014/main" id="{D09DEF49-DA4E-960E-A1FC-F1316F69FEE9}"/>
                </a:ext>
              </a:extLst>
            </p:cNvPr>
            <p:cNvSpPr/>
            <p:nvPr/>
          </p:nvSpPr>
          <p:spPr>
            <a:xfrm>
              <a:off x="16391561" y="5802087"/>
              <a:ext cx="90002" cy="172898"/>
            </a:xfrm>
            <a:custGeom>
              <a:avLst/>
              <a:gdLst>
                <a:gd name="connsiteX0" fmla="*/ 56120 w 90002"/>
                <a:gd name="connsiteY0" fmla="*/ 7371 h 172898"/>
                <a:gd name="connsiteX1" fmla="*/ 48703 w 90002"/>
                <a:gd name="connsiteY1" fmla="*/ 81 h 172898"/>
                <a:gd name="connsiteX2" fmla="*/ 240 w 90002"/>
                <a:gd name="connsiteY2" fmla="*/ 16745 h 172898"/>
                <a:gd name="connsiteX3" fmla="*/ 240 w 90002"/>
                <a:gd name="connsiteY3" fmla="*/ 26120 h 172898"/>
                <a:gd name="connsiteX4" fmla="*/ 36092 w 90002"/>
                <a:gd name="connsiteY4" fmla="*/ 18829 h 172898"/>
                <a:gd name="connsiteX5" fmla="*/ 36092 w 90002"/>
                <a:gd name="connsiteY5" fmla="*/ 151627 h 172898"/>
                <a:gd name="connsiteX6" fmla="*/ 11366 w 90002"/>
                <a:gd name="connsiteY6" fmla="*/ 163605 h 172898"/>
                <a:gd name="connsiteX7" fmla="*/ 1970 w 90002"/>
                <a:gd name="connsiteY7" fmla="*/ 163605 h 172898"/>
                <a:gd name="connsiteX8" fmla="*/ 1970 w 90002"/>
                <a:gd name="connsiteY8" fmla="*/ 172979 h 172898"/>
                <a:gd name="connsiteX9" fmla="*/ 45983 w 90002"/>
                <a:gd name="connsiteY9" fmla="*/ 171938 h 172898"/>
                <a:gd name="connsiteX10" fmla="*/ 90242 w 90002"/>
                <a:gd name="connsiteY10" fmla="*/ 172979 h 172898"/>
                <a:gd name="connsiteX11" fmla="*/ 90242 w 90002"/>
                <a:gd name="connsiteY11" fmla="*/ 163605 h 172898"/>
                <a:gd name="connsiteX12" fmla="*/ 80847 w 90002"/>
                <a:gd name="connsiteY12" fmla="*/ 163605 h 172898"/>
                <a:gd name="connsiteX13" fmla="*/ 56120 w 90002"/>
                <a:gd name="connsiteY13" fmla="*/ 151627 h 172898"/>
                <a:gd name="connsiteX14" fmla="*/ 56120 w 90002"/>
                <a:gd name="connsiteY14" fmla="*/ 7371 h 172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02" h="172898">
                  <a:moveTo>
                    <a:pt x="56120" y="7371"/>
                  </a:moveTo>
                  <a:cubicBezTo>
                    <a:pt x="56120" y="341"/>
                    <a:pt x="55626" y="81"/>
                    <a:pt x="48703" y="81"/>
                  </a:cubicBezTo>
                  <a:cubicBezTo>
                    <a:pt x="32878" y="16485"/>
                    <a:pt x="10377" y="16745"/>
                    <a:pt x="240" y="16745"/>
                  </a:cubicBezTo>
                  <a:lnTo>
                    <a:pt x="240" y="26120"/>
                  </a:lnTo>
                  <a:cubicBezTo>
                    <a:pt x="6174" y="26120"/>
                    <a:pt x="22493" y="26120"/>
                    <a:pt x="36092" y="18829"/>
                  </a:cubicBezTo>
                  <a:lnTo>
                    <a:pt x="36092" y="151627"/>
                  </a:lnTo>
                  <a:cubicBezTo>
                    <a:pt x="36092" y="160220"/>
                    <a:pt x="36092" y="163605"/>
                    <a:pt x="11366" y="163605"/>
                  </a:cubicBezTo>
                  <a:lnTo>
                    <a:pt x="1970" y="163605"/>
                  </a:lnTo>
                  <a:lnTo>
                    <a:pt x="1970" y="172979"/>
                  </a:lnTo>
                  <a:cubicBezTo>
                    <a:pt x="6421" y="172719"/>
                    <a:pt x="36834" y="171938"/>
                    <a:pt x="45983" y="171938"/>
                  </a:cubicBezTo>
                  <a:cubicBezTo>
                    <a:pt x="53648" y="171938"/>
                    <a:pt x="84803" y="172719"/>
                    <a:pt x="90242" y="172979"/>
                  </a:cubicBezTo>
                  <a:lnTo>
                    <a:pt x="90242" y="163605"/>
                  </a:lnTo>
                  <a:lnTo>
                    <a:pt x="80847" y="163605"/>
                  </a:lnTo>
                  <a:cubicBezTo>
                    <a:pt x="56120" y="163605"/>
                    <a:pt x="56120" y="160220"/>
                    <a:pt x="56120" y="151627"/>
                  </a:cubicBezTo>
                  <a:lnTo>
                    <a:pt x="56120" y="7371"/>
                  </a:ln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0" name="Freeform: Shape 89">
              <a:extLst>
                <a:ext uri="{FF2B5EF4-FFF2-40B4-BE49-F238E27FC236}">
                  <a16:creationId xmlns:a16="http://schemas.microsoft.com/office/drawing/2014/main" id="{0A3EDF04-C9BE-7ED1-61C1-F5B033AEEC94}"/>
                </a:ext>
              </a:extLst>
            </p:cNvPr>
            <p:cNvSpPr/>
            <p:nvPr/>
          </p:nvSpPr>
          <p:spPr>
            <a:xfrm>
              <a:off x="16522967" y="5779694"/>
              <a:ext cx="64040" cy="260129"/>
            </a:xfrm>
            <a:custGeom>
              <a:avLst/>
              <a:gdLst>
                <a:gd name="connsiteX0" fmla="*/ 4941 w 64040"/>
                <a:gd name="connsiteY0" fmla="*/ 81 h 260129"/>
                <a:gd name="connsiteX1" fmla="*/ 244 w 64040"/>
                <a:gd name="connsiteY1" fmla="*/ 3205 h 260129"/>
                <a:gd name="connsiteX2" fmla="*/ 2469 w 64040"/>
                <a:gd name="connsiteY2" fmla="*/ 7111 h 260129"/>
                <a:gd name="connsiteX3" fmla="*/ 47470 w 64040"/>
                <a:gd name="connsiteY3" fmla="*/ 130015 h 260129"/>
                <a:gd name="connsiteX4" fmla="*/ 4694 w 64040"/>
                <a:gd name="connsiteY4" fmla="*/ 251096 h 260129"/>
                <a:gd name="connsiteX5" fmla="*/ 244 w 64040"/>
                <a:gd name="connsiteY5" fmla="*/ 257085 h 260129"/>
                <a:gd name="connsiteX6" fmla="*/ 3458 w 64040"/>
                <a:gd name="connsiteY6" fmla="*/ 260210 h 260129"/>
                <a:gd name="connsiteX7" fmla="*/ 46234 w 64040"/>
                <a:gd name="connsiteY7" fmla="*/ 210475 h 260129"/>
                <a:gd name="connsiteX8" fmla="*/ 64284 w 64040"/>
                <a:gd name="connsiteY8" fmla="*/ 130275 h 260129"/>
                <a:gd name="connsiteX9" fmla="*/ 4941 w 64040"/>
                <a:gd name="connsiteY9"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40" h="260129">
                  <a:moveTo>
                    <a:pt x="4941" y="81"/>
                  </a:moveTo>
                  <a:cubicBezTo>
                    <a:pt x="3211" y="81"/>
                    <a:pt x="244" y="81"/>
                    <a:pt x="244" y="3205"/>
                  </a:cubicBezTo>
                  <a:cubicBezTo>
                    <a:pt x="244" y="4507"/>
                    <a:pt x="985" y="5288"/>
                    <a:pt x="2469" y="7111"/>
                  </a:cubicBezTo>
                  <a:cubicBezTo>
                    <a:pt x="23733" y="27682"/>
                    <a:pt x="47470" y="62834"/>
                    <a:pt x="47470" y="130015"/>
                  </a:cubicBezTo>
                  <a:cubicBezTo>
                    <a:pt x="47470" y="184436"/>
                    <a:pt x="31398" y="225578"/>
                    <a:pt x="4694" y="251096"/>
                  </a:cubicBezTo>
                  <a:cubicBezTo>
                    <a:pt x="491" y="255523"/>
                    <a:pt x="244" y="255783"/>
                    <a:pt x="244" y="257085"/>
                  </a:cubicBezTo>
                  <a:cubicBezTo>
                    <a:pt x="244" y="258387"/>
                    <a:pt x="985" y="260210"/>
                    <a:pt x="3458" y="260210"/>
                  </a:cubicBezTo>
                  <a:cubicBezTo>
                    <a:pt x="6425" y="260210"/>
                    <a:pt x="29915" y="243024"/>
                    <a:pt x="46234" y="210475"/>
                  </a:cubicBezTo>
                  <a:cubicBezTo>
                    <a:pt x="57113" y="188863"/>
                    <a:pt x="64284" y="160741"/>
                    <a:pt x="64284" y="130275"/>
                  </a:cubicBezTo>
                  <a:cubicBezTo>
                    <a:pt x="64284" y="93560"/>
                    <a:pt x="53899" y="36535"/>
                    <a:pt x="4941" y="81"/>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1" name="Freeform: Shape 90">
              <a:extLst>
                <a:ext uri="{FF2B5EF4-FFF2-40B4-BE49-F238E27FC236}">
                  <a16:creationId xmlns:a16="http://schemas.microsoft.com/office/drawing/2014/main" id="{E6DE4D48-ADFC-BB61-3713-E381E18B26DF}"/>
                </a:ext>
              </a:extLst>
            </p:cNvPr>
            <p:cNvSpPr/>
            <p:nvPr/>
          </p:nvSpPr>
          <p:spPr>
            <a:xfrm>
              <a:off x="16731732" y="5911708"/>
              <a:ext cx="234897" cy="247742"/>
            </a:xfrm>
            <a:custGeom>
              <a:avLst/>
              <a:gdLst>
                <a:gd name="connsiteX0" fmla="*/ 124939 w 234897"/>
                <a:gd name="connsiteY0" fmla="*/ 131395 h 247742"/>
                <a:gd name="connsiteX1" fmla="*/ 223490 w 234897"/>
                <a:gd name="connsiteY1" fmla="*/ 131395 h 247742"/>
                <a:gd name="connsiteX2" fmla="*/ 235147 w 234897"/>
                <a:gd name="connsiteY2" fmla="*/ 123956 h 247742"/>
                <a:gd name="connsiteX3" fmla="*/ 223490 w 234897"/>
                <a:gd name="connsiteY3" fmla="*/ 116516 h 247742"/>
                <a:gd name="connsiteX4" fmla="*/ 124939 w 234897"/>
                <a:gd name="connsiteY4" fmla="*/ 116516 h 247742"/>
                <a:gd name="connsiteX5" fmla="*/ 124939 w 234897"/>
                <a:gd name="connsiteY5" fmla="*/ 12360 h 247742"/>
                <a:gd name="connsiteX6" fmla="*/ 117875 w 234897"/>
                <a:gd name="connsiteY6" fmla="*/ 85 h 247742"/>
                <a:gd name="connsiteX7" fmla="*/ 110810 w 234897"/>
                <a:gd name="connsiteY7" fmla="*/ 12360 h 247742"/>
                <a:gd name="connsiteX8" fmla="*/ 110810 w 234897"/>
                <a:gd name="connsiteY8" fmla="*/ 116516 h 247742"/>
                <a:gd name="connsiteX9" fmla="*/ 11906 w 234897"/>
                <a:gd name="connsiteY9" fmla="*/ 116516 h 247742"/>
                <a:gd name="connsiteX10" fmla="*/ 249 w 234897"/>
                <a:gd name="connsiteY10" fmla="*/ 123956 h 247742"/>
                <a:gd name="connsiteX11" fmla="*/ 11906 w 234897"/>
                <a:gd name="connsiteY11" fmla="*/ 131395 h 247742"/>
                <a:gd name="connsiteX12" fmla="*/ 110810 w 234897"/>
                <a:gd name="connsiteY12" fmla="*/ 131395 h 247742"/>
                <a:gd name="connsiteX13" fmla="*/ 110810 w 234897"/>
                <a:gd name="connsiteY13" fmla="*/ 235551 h 247742"/>
                <a:gd name="connsiteX14" fmla="*/ 117875 w 234897"/>
                <a:gd name="connsiteY14" fmla="*/ 247827 h 247742"/>
                <a:gd name="connsiteX15" fmla="*/ 124939 w 234897"/>
                <a:gd name="connsiteY15" fmla="*/ 235551 h 247742"/>
                <a:gd name="connsiteX16" fmla="*/ 124939 w 234897"/>
                <a:gd name="connsiteY16" fmla="*/ 131395 h 247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4897" h="247742">
                  <a:moveTo>
                    <a:pt x="124939" y="131395"/>
                  </a:moveTo>
                  <a:lnTo>
                    <a:pt x="223490" y="131395"/>
                  </a:lnTo>
                  <a:cubicBezTo>
                    <a:pt x="228436" y="131395"/>
                    <a:pt x="235147" y="131395"/>
                    <a:pt x="235147" y="123956"/>
                  </a:cubicBezTo>
                  <a:cubicBezTo>
                    <a:pt x="235147" y="116516"/>
                    <a:pt x="228436" y="116516"/>
                    <a:pt x="223490" y="116516"/>
                  </a:cubicBezTo>
                  <a:lnTo>
                    <a:pt x="124939" y="116516"/>
                  </a:lnTo>
                  <a:lnTo>
                    <a:pt x="124939" y="12360"/>
                  </a:lnTo>
                  <a:cubicBezTo>
                    <a:pt x="124939" y="7152"/>
                    <a:pt x="124939" y="85"/>
                    <a:pt x="117875" y="85"/>
                  </a:cubicBezTo>
                  <a:cubicBezTo>
                    <a:pt x="110810" y="85"/>
                    <a:pt x="110810" y="7152"/>
                    <a:pt x="110810" y="12360"/>
                  </a:cubicBezTo>
                  <a:lnTo>
                    <a:pt x="110810" y="116516"/>
                  </a:lnTo>
                  <a:lnTo>
                    <a:pt x="11906" y="116516"/>
                  </a:lnTo>
                  <a:cubicBezTo>
                    <a:pt x="6961" y="116516"/>
                    <a:pt x="249" y="116516"/>
                    <a:pt x="249" y="123956"/>
                  </a:cubicBezTo>
                  <a:cubicBezTo>
                    <a:pt x="249" y="131395"/>
                    <a:pt x="6961" y="131395"/>
                    <a:pt x="11906" y="131395"/>
                  </a:cubicBezTo>
                  <a:lnTo>
                    <a:pt x="110810" y="131395"/>
                  </a:lnTo>
                  <a:lnTo>
                    <a:pt x="110810" y="235551"/>
                  </a:lnTo>
                  <a:cubicBezTo>
                    <a:pt x="110810" y="240759"/>
                    <a:pt x="110810" y="247827"/>
                    <a:pt x="117875" y="247827"/>
                  </a:cubicBezTo>
                  <a:cubicBezTo>
                    <a:pt x="124939" y="247827"/>
                    <a:pt x="124939" y="240759"/>
                    <a:pt x="124939" y="235551"/>
                  </a:cubicBezTo>
                  <a:lnTo>
                    <a:pt x="124939" y="131395"/>
                  </a:ln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2" name="Freeform: Shape 91">
              <a:extLst>
                <a:ext uri="{FF2B5EF4-FFF2-40B4-BE49-F238E27FC236}">
                  <a16:creationId xmlns:a16="http://schemas.microsoft.com/office/drawing/2014/main" id="{3186139F-ECD4-C2F3-58D2-E5D0EAF23DD1}"/>
                </a:ext>
              </a:extLst>
            </p:cNvPr>
            <p:cNvSpPr/>
            <p:nvPr/>
          </p:nvSpPr>
          <p:spPr>
            <a:xfrm>
              <a:off x="17078249" y="5870418"/>
              <a:ext cx="198868" cy="260389"/>
            </a:xfrm>
            <a:custGeom>
              <a:avLst/>
              <a:gdLst>
                <a:gd name="connsiteX0" fmla="*/ 62781 w 198868"/>
                <a:gd name="connsiteY0" fmla="*/ 109076 h 260389"/>
                <a:gd name="connsiteX1" fmla="*/ 62781 w 198868"/>
                <a:gd name="connsiteY1" fmla="*/ 85 h 260389"/>
                <a:gd name="connsiteX2" fmla="*/ 259 w 198868"/>
                <a:gd name="connsiteY2" fmla="*/ 3061 h 260389"/>
                <a:gd name="connsiteX3" fmla="*/ 259 w 198868"/>
                <a:gd name="connsiteY3" fmla="*/ 20544 h 260389"/>
                <a:gd name="connsiteX4" fmla="*/ 24632 w 198868"/>
                <a:gd name="connsiteY4" fmla="*/ 35051 h 260389"/>
                <a:gd name="connsiteX5" fmla="*/ 24632 w 198868"/>
                <a:gd name="connsiteY5" fmla="*/ 258242 h 260389"/>
                <a:gd name="connsiteX6" fmla="*/ 41234 w 198868"/>
                <a:gd name="connsiteY6" fmla="*/ 258242 h 260389"/>
                <a:gd name="connsiteX7" fmla="*/ 58542 w 198868"/>
                <a:gd name="connsiteY7" fmla="*/ 237411 h 260389"/>
                <a:gd name="connsiteX8" fmla="*/ 110114 w 198868"/>
                <a:gd name="connsiteY8" fmla="*/ 260474 h 260389"/>
                <a:gd name="connsiteX9" fmla="*/ 199128 w 198868"/>
                <a:gd name="connsiteY9" fmla="*/ 175290 h 260389"/>
                <a:gd name="connsiteX10" fmla="*/ 114706 w 198868"/>
                <a:gd name="connsiteY10" fmla="*/ 90849 h 260389"/>
                <a:gd name="connsiteX11" fmla="*/ 62781 w 198868"/>
                <a:gd name="connsiteY11" fmla="*/ 109076 h 260389"/>
                <a:gd name="connsiteX12" fmla="*/ 64900 w 198868"/>
                <a:gd name="connsiteY12" fmla="*/ 221416 h 260389"/>
                <a:gd name="connsiteX13" fmla="*/ 64900 w 198868"/>
                <a:gd name="connsiteY13" fmla="*/ 128048 h 260389"/>
                <a:gd name="connsiteX14" fmla="*/ 110820 w 198868"/>
                <a:gd name="connsiteY14" fmla="*/ 104240 h 260389"/>
                <a:gd name="connsiteX15" fmla="*/ 153914 w 198868"/>
                <a:gd name="connsiteY15" fmla="*/ 175290 h 260389"/>
                <a:gd name="connsiteX16" fmla="*/ 144730 w 198868"/>
                <a:gd name="connsiteY16" fmla="*/ 227740 h 260389"/>
                <a:gd name="connsiteX17" fmla="*/ 106935 w 198868"/>
                <a:gd name="connsiteY17" fmla="*/ 247083 h 260389"/>
                <a:gd name="connsiteX18" fmla="*/ 64900 w 198868"/>
                <a:gd name="connsiteY18" fmla="*/ 221416 h 26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868" h="260389">
                  <a:moveTo>
                    <a:pt x="62781" y="109076"/>
                  </a:moveTo>
                  <a:lnTo>
                    <a:pt x="62781" y="85"/>
                  </a:lnTo>
                  <a:lnTo>
                    <a:pt x="259" y="3061"/>
                  </a:lnTo>
                  <a:lnTo>
                    <a:pt x="259" y="20544"/>
                  </a:lnTo>
                  <a:cubicBezTo>
                    <a:pt x="22160" y="20544"/>
                    <a:pt x="24632" y="20544"/>
                    <a:pt x="24632" y="35051"/>
                  </a:cubicBezTo>
                  <a:lnTo>
                    <a:pt x="24632" y="258242"/>
                  </a:lnTo>
                  <a:lnTo>
                    <a:pt x="41234" y="258242"/>
                  </a:lnTo>
                  <a:lnTo>
                    <a:pt x="58542" y="237411"/>
                  </a:lnTo>
                  <a:cubicBezTo>
                    <a:pt x="61368" y="240387"/>
                    <a:pt x="78676" y="260474"/>
                    <a:pt x="110114" y="260474"/>
                  </a:cubicBezTo>
                  <a:cubicBezTo>
                    <a:pt x="162745" y="260474"/>
                    <a:pt x="199128" y="226996"/>
                    <a:pt x="199128" y="175290"/>
                  </a:cubicBezTo>
                  <a:cubicBezTo>
                    <a:pt x="199128" y="125816"/>
                    <a:pt x="165924" y="90849"/>
                    <a:pt x="114706" y="90849"/>
                  </a:cubicBezTo>
                  <a:cubicBezTo>
                    <a:pt x="88920" y="90849"/>
                    <a:pt x="71258" y="101637"/>
                    <a:pt x="62781" y="109076"/>
                  </a:cubicBezTo>
                  <a:close/>
                  <a:moveTo>
                    <a:pt x="64900" y="221416"/>
                  </a:moveTo>
                  <a:lnTo>
                    <a:pt x="64900" y="128048"/>
                  </a:lnTo>
                  <a:cubicBezTo>
                    <a:pt x="74438" y="115028"/>
                    <a:pt x="91393" y="104240"/>
                    <a:pt x="110820" y="104240"/>
                  </a:cubicBezTo>
                  <a:cubicBezTo>
                    <a:pt x="153914" y="104240"/>
                    <a:pt x="153914" y="149251"/>
                    <a:pt x="153914" y="175290"/>
                  </a:cubicBezTo>
                  <a:cubicBezTo>
                    <a:pt x="153914" y="192773"/>
                    <a:pt x="153914" y="213232"/>
                    <a:pt x="144730" y="227740"/>
                  </a:cubicBezTo>
                  <a:cubicBezTo>
                    <a:pt x="134487" y="242991"/>
                    <a:pt x="118238" y="247083"/>
                    <a:pt x="106935" y="247083"/>
                  </a:cubicBezTo>
                  <a:cubicBezTo>
                    <a:pt x="82209" y="247083"/>
                    <a:pt x="68433" y="226996"/>
                    <a:pt x="64900" y="221416"/>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3" name="Freeform: Shape 92">
              <a:extLst>
                <a:ext uri="{FF2B5EF4-FFF2-40B4-BE49-F238E27FC236}">
                  <a16:creationId xmlns:a16="http://schemas.microsoft.com/office/drawing/2014/main" id="{524984F0-81F3-6DF6-A72F-FE504CFAE4A2}"/>
                </a:ext>
              </a:extLst>
            </p:cNvPr>
            <p:cNvSpPr/>
            <p:nvPr/>
          </p:nvSpPr>
          <p:spPr>
            <a:xfrm>
              <a:off x="17319288" y="5779694"/>
              <a:ext cx="64287" cy="260129"/>
            </a:xfrm>
            <a:custGeom>
              <a:avLst/>
              <a:gdLst>
                <a:gd name="connsiteX0" fmla="*/ 59608 w 64287"/>
                <a:gd name="connsiteY0" fmla="*/ 81 h 260129"/>
                <a:gd name="connsiteX1" fmla="*/ 266 w 64287"/>
                <a:gd name="connsiteY1" fmla="*/ 130015 h 260129"/>
                <a:gd name="connsiteX2" fmla="*/ 59608 w 64287"/>
                <a:gd name="connsiteY2" fmla="*/ 260210 h 260129"/>
                <a:gd name="connsiteX3" fmla="*/ 64553 w 64287"/>
                <a:gd name="connsiteY3" fmla="*/ 257085 h 260129"/>
                <a:gd name="connsiteX4" fmla="*/ 62081 w 64287"/>
                <a:gd name="connsiteY4" fmla="*/ 253179 h 260129"/>
                <a:gd name="connsiteX5" fmla="*/ 17079 w 64287"/>
                <a:gd name="connsiteY5" fmla="*/ 130275 h 260129"/>
                <a:gd name="connsiteX6" fmla="*/ 62823 w 64287"/>
                <a:gd name="connsiteY6" fmla="*/ 6330 h 260129"/>
                <a:gd name="connsiteX7" fmla="*/ 64553 w 64287"/>
                <a:gd name="connsiteY7" fmla="*/ 3205 h 260129"/>
                <a:gd name="connsiteX8" fmla="*/ 59608 w 64287"/>
                <a:gd name="connsiteY8"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287" h="260129">
                  <a:moveTo>
                    <a:pt x="59608" y="81"/>
                  </a:moveTo>
                  <a:cubicBezTo>
                    <a:pt x="12629" y="34973"/>
                    <a:pt x="266" y="90175"/>
                    <a:pt x="266" y="130015"/>
                  </a:cubicBezTo>
                  <a:cubicBezTo>
                    <a:pt x="266" y="166730"/>
                    <a:pt x="10651" y="223755"/>
                    <a:pt x="59608" y="260210"/>
                  </a:cubicBezTo>
                  <a:cubicBezTo>
                    <a:pt x="61586" y="260210"/>
                    <a:pt x="64553" y="260210"/>
                    <a:pt x="64553" y="257085"/>
                  </a:cubicBezTo>
                  <a:cubicBezTo>
                    <a:pt x="64553" y="255523"/>
                    <a:pt x="63812" y="255002"/>
                    <a:pt x="62081" y="253179"/>
                  </a:cubicBezTo>
                  <a:cubicBezTo>
                    <a:pt x="29195" y="221932"/>
                    <a:pt x="17079" y="177666"/>
                    <a:pt x="17079" y="130275"/>
                  </a:cubicBezTo>
                  <a:cubicBezTo>
                    <a:pt x="17079" y="59970"/>
                    <a:pt x="42547" y="25599"/>
                    <a:pt x="62823" y="6330"/>
                  </a:cubicBezTo>
                  <a:cubicBezTo>
                    <a:pt x="63812" y="5288"/>
                    <a:pt x="64553" y="4507"/>
                    <a:pt x="64553" y="3205"/>
                  </a:cubicBezTo>
                  <a:cubicBezTo>
                    <a:pt x="64553" y="81"/>
                    <a:pt x="61586" y="81"/>
                    <a:pt x="59608" y="81"/>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4" name="Freeform: Shape 93">
              <a:extLst>
                <a:ext uri="{FF2B5EF4-FFF2-40B4-BE49-F238E27FC236}">
                  <a16:creationId xmlns:a16="http://schemas.microsoft.com/office/drawing/2014/main" id="{1B81B608-D8DA-517B-70C3-B19194293085}"/>
                </a:ext>
              </a:extLst>
            </p:cNvPr>
            <p:cNvSpPr/>
            <p:nvPr/>
          </p:nvSpPr>
          <p:spPr>
            <a:xfrm>
              <a:off x="17428189" y="5802087"/>
              <a:ext cx="90002" cy="172898"/>
            </a:xfrm>
            <a:custGeom>
              <a:avLst/>
              <a:gdLst>
                <a:gd name="connsiteX0" fmla="*/ 56150 w 90002"/>
                <a:gd name="connsiteY0" fmla="*/ 7371 h 172898"/>
                <a:gd name="connsiteX1" fmla="*/ 48732 w 90002"/>
                <a:gd name="connsiteY1" fmla="*/ 81 h 172898"/>
                <a:gd name="connsiteX2" fmla="*/ 269 w 90002"/>
                <a:gd name="connsiteY2" fmla="*/ 16745 h 172898"/>
                <a:gd name="connsiteX3" fmla="*/ 269 w 90002"/>
                <a:gd name="connsiteY3" fmla="*/ 26120 h 172898"/>
                <a:gd name="connsiteX4" fmla="*/ 36122 w 90002"/>
                <a:gd name="connsiteY4" fmla="*/ 18829 h 172898"/>
                <a:gd name="connsiteX5" fmla="*/ 36122 w 90002"/>
                <a:gd name="connsiteY5" fmla="*/ 151627 h 172898"/>
                <a:gd name="connsiteX6" fmla="*/ 11396 w 90002"/>
                <a:gd name="connsiteY6" fmla="*/ 163605 h 172898"/>
                <a:gd name="connsiteX7" fmla="*/ 2000 w 90002"/>
                <a:gd name="connsiteY7" fmla="*/ 163605 h 172898"/>
                <a:gd name="connsiteX8" fmla="*/ 2000 w 90002"/>
                <a:gd name="connsiteY8" fmla="*/ 172979 h 172898"/>
                <a:gd name="connsiteX9" fmla="*/ 46012 w 90002"/>
                <a:gd name="connsiteY9" fmla="*/ 171938 h 172898"/>
                <a:gd name="connsiteX10" fmla="*/ 90272 w 90002"/>
                <a:gd name="connsiteY10" fmla="*/ 172979 h 172898"/>
                <a:gd name="connsiteX11" fmla="*/ 90272 w 90002"/>
                <a:gd name="connsiteY11" fmla="*/ 163605 h 172898"/>
                <a:gd name="connsiteX12" fmla="*/ 80876 w 90002"/>
                <a:gd name="connsiteY12" fmla="*/ 163605 h 172898"/>
                <a:gd name="connsiteX13" fmla="*/ 56150 w 90002"/>
                <a:gd name="connsiteY13" fmla="*/ 151627 h 172898"/>
                <a:gd name="connsiteX14" fmla="*/ 56150 w 90002"/>
                <a:gd name="connsiteY14" fmla="*/ 7371 h 172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002" h="172898">
                  <a:moveTo>
                    <a:pt x="56150" y="7371"/>
                  </a:moveTo>
                  <a:cubicBezTo>
                    <a:pt x="56150" y="341"/>
                    <a:pt x="55655" y="81"/>
                    <a:pt x="48732" y="81"/>
                  </a:cubicBezTo>
                  <a:cubicBezTo>
                    <a:pt x="32907" y="16485"/>
                    <a:pt x="10407" y="16745"/>
                    <a:pt x="269" y="16745"/>
                  </a:cubicBezTo>
                  <a:lnTo>
                    <a:pt x="269" y="26120"/>
                  </a:lnTo>
                  <a:cubicBezTo>
                    <a:pt x="6203" y="26120"/>
                    <a:pt x="22522" y="26120"/>
                    <a:pt x="36122" y="18829"/>
                  </a:cubicBezTo>
                  <a:lnTo>
                    <a:pt x="36122" y="151627"/>
                  </a:lnTo>
                  <a:cubicBezTo>
                    <a:pt x="36122" y="160220"/>
                    <a:pt x="36122" y="163605"/>
                    <a:pt x="11396" y="163605"/>
                  </a:cubicBezTo>
                  <a:lnTo>
                    <a:pt x="2000" y="163605"/>
                  </a:lnTo>
                  <a:lnTo>
                    <a:pt x="2000" y="172979"/>
                  </a:lnTo>
                  <a:cubicBezTo>
                    <a:pt x="6450" y="172719"/>
                    <a:pt x="36863" y="171938"/>
                    <a:pt x="46012" y="171938"/>
                  </a:cubicBezTo>
                  <a:cubicBezTo>
                    <a:pt x="53677" y="171938"/>
                    <a:pt x="84832" y="172719"/>
                    <a:pt x="90272" y="172979"/>
                  </a:cubicBezTo>
                  <a:lnTo>
                    <a:pt x="90272" y="163605"/>
                  </a:lnTo>
                  <a:lnTo>
                    <a:pt x="80876" y="163605"/>
                  </a:lnTo>
                  <a:cubicBezTo>
                    <a:pt x="56150" y="163605"/>
                    <a:pt x="56150" y="160220"/>
                    <a:pt x="56150" y="151627"/>
                  </a:cubicBezTo>
                  <a:lnTo>
                    <a:pt x="56150" y="7371"/>
                  </a:ln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95" name="Freeform: Shape 94">
              <a:extLst>
                <a:ext uri="{FF2B5EF4-FFF2-40B4-BE49-F238E27FC236}">
                  <a16:creationId xmlns:a16="http://schemas.microsoft.com/office/drawing/2014/main" id="{6CCD9181-A459-02F2-1219-0146515944F4}"/>
                </a:ext>
              </a:extLst>
            </p:cNvPr>
            <p:cNvSpPr/>
            <p:nvPr/>
          </p:nvSpPr>
          <p:spPr>
            <a:xfrm>
              <a:off x="17559596" y="5779694"/>
              <a:ext cx="64040" cy="260129"/>
            </a:xfrm>
            <a:custGeom>
              <a:avLst/>
              <a:gdLst>
                <a:gd name="connsiteX0" fmla="*/ 4971 w 64040"/>
                <a:gd name="connsiteY0" fmla="*/ 81 h 260129"/>
                <a:gd name="connsiteX1" fmla="*/ 273 w 64040"/>
                <a:gd name="connsiteY1" fmla="*/ 3205 h 260129"/>
                <a:gd name="connsiteX2" fmla="*/ 2498 w 64040"/>
                <a:gd name="connsiteY2" fmla="*/ 7111 h 260129"/>
                <a:gd name="connsiteX3" fmla="*/ 47500 w 64040"/>
                <a:gd name="connsiteY3" fmla="*/ 130015 h 260129"/>
                <a:gd name="connsiteX4" fmla="*/ 4723 w 64040"/>
                <a:gd name="connsiteY4" fmla="*/ 251096 h 260129"/>
                <a:gd name="connsiteX5" fmla="*/ 273 w 64040"/>
                <a:gd name="connsiteY5" fmla="*/ 257085 h 260129"/>
                <a:gd name="connsiteX6" fmla="*/ 3487 w 64040"/>
                <a:gd name="connsiteY6" fmla="*/ 260210 h 260129"/>
                <a:gd name="connsiteX7" fmla="*/ 46263 w 64040"/>
                <a:gd name="connsiteY7" fmla="*/ 210475 h 260129"/>
                <a:gd name="connsiteX8" fmla="*/ 64313 w 64040"/>
                <a:gd name="connsiteY8" fmla="*/ 130275 h 260129"/>
                <a:gd name="connsiteX9" fmla="*/ 4971 w 64040"/>
                <a:gd name="connsiteY9" fmla="*/ 81 h 260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4040" h="260129">
                  <a:moveTo>
                    <a:pt x="4971" y="81"/>
                  </a:moveTo>
                  <a:cubicBezTo>
                    <a:pt x="3240" y="81"/>
                    <a:pt x="273" y="81"/>
                    <a:pt x="273" y="3205"/>
                  </a:cubicBezTo>
                  <a:cubicBezTo>
                    <a:pt x="273" y="4507"/>
                    <a:pt x="1015" y="5288"/>
                    <a:pt x="2498" y="7111"/>
                  </a:cubicBezTo>
                  <a:cubicBezTo>
                    <a:pt x="23763" y="27682"/>
                    <a:pt x="47500" y="62834"/>
                    <a:pt x="47500" y="130015"/>
                  </a:cubicBezTo>
                  <a:cubicBezTo>
                    <a:pt x="47500" y="184436"/>
                    <a:pt x="31428" y="225578"/>
                    <a:pt x="4723" y="251096"/>
                  </a:cubicBezTo>
                  <a:cubicBezTo>
                    <a:pt x="520" y="255523"/>
                    <a:pt x="273" y="255783"/>
                    <a:pt x="273" y="257085"/>
                  </a:cubicBezTo>
                  <a:cubicBezTo>
                    <a:pt x="273" y="258387"/>
                    <a:pt x="1015" y="260210"/>
                    <a:pt x="3487" y="260210"/>
                  </a:cubicBezTo>
                  <a:cubicBezTo>
                    <a:pt x="6454" y="260210"/>
                    <a:pt x="29944" y="243024"/>
                    <a:pt x="46263" y="210475"/>
                  </a:cubicBezTo>
                  <a:cubicBezTo>
                    <a:pt x="57143" y="188863"/>
                    <a:pt x="64313" y="160741"/>
                    <a:pt x="64313" y="130275"/>
                  </a:cubicBezTo>
                  <a:cubicBezTo>
                    <a:pt x="64313" y="93560"/>
                    <a:pt x="53928" y="36535"/>
                    <a:pt x="4971" y="81"/>
                  </a:cubicBezTo>
                  <a:close/>
                </a:path>
              </a:pathLst>
            </a:custGeom>
            <a:solidFill>
              <a:srgbClr val="000000"/>
            </a:solidFill>
            <a:ln w="35411"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grpSp>
        <p:nvGrpSpPr>
          <p:cNvPr id="63" name="Group 62" descr="\documentclass{article}&#10;\usepackage{amsmath,amssymb}&#10;\pagestyle{empty}&#10;\begin{document}&#10;&#10;\newcommand{\score}{\textrm{score}}&#10;\newcommand{\classify}{\textrm{classify}}&#10;\newcommand{\bx}{\mathbf{x}}&#10;&#10;\begin{align*}&#10;\mathbf{x} = \frac1k \sum_{i=1}^k \text{emb}(w_k)&#10;\end{align*}&#10;&#10;&#10;\end{document}" title="IguanaTex Vector Display">
            <a:extLst>
              <a:ext uri="{FF2B5EF4-FFF2-40B4-BE49-F238E27FC236}">
                <a16:creationId xmlns:a16="http://schemas.microsoft.com/office/drawing/2014/main" id="{86B83C61-D03C-DA52-6C91-06B1BE4B8498}"/>
              </a:ext>
            </a:extLst>
          </p:cNvPr>
          <p:cNvGrpSpPr>
            <a:grpSpLocks noChangeAspect="1"/>
          </p:cNvGrpSpPr>
          <p:nvPr/>
        </p:nvGrpSpPr>
        <p:grpSpPr>
          <a:xfrm>
            <a:off x="7316092" y="3607421"/>
            <a:ext cx="2880307" cy="1044344"/>
            <a:chOff x="9343752" y="5220051"/>
            <a:chExt cx="2880307" cy="1044344"/>
          </a:xfrm>
        </p:grpSpPr>
        <p:sp>
          <p:nvSpPr>
            <p:cNvPr id="64" name="Freeform: Shape 63">
              <a:extLst>
                <a:ext uri="{FF2B5EF4-FFF2-40B4-BE49-F238E27FC236}">
                  <a16:creationId xmlns:a16="http://schemas.microsoft.com/office/drawing/2014/main" id="{E2200DD1-4FDE-C1DB-C57A-6A7C611F29FB}"/>
                </a:ext>
              </a:extLst>
            </p:cNvPr>
            <p:cNvSpPr/>
            <p:nvPr/>
          </p:nvSpPr>
          <p:spPr>
            <a:xfrm>
              <a:off x="9343752" y="5681646"/>
              <a:ext cx="198253" cy="158652"/>
            </a:xfrm>
            <a:custGeom>
              <a:avLst/>
              <a:gdLst>
                <a:gd name="connsiteX0" fmla="*/ 114285 w 198253"/>
                <a:gd name="connsiteY0" fmla="*/ 70842 h 158652"/>
                <a:gd name="connsiteX1" fmla="*/ 155485 w 198253"/>
                <a:gd name="connsiteY1" fmla="*/ 24390 h 158652"/>
                <a:gd name="connsiteX2" fmla="*/ 191403 w 198253"/>
                <a:gd name="connsiteY2" fmla="*/ 16886 h 158652"/>
                <a:gd name="connsiteX3" fmla="*/ 191403 w 198253"/>
                <a:gd name="connsiteY3" fmla="*/ 92 h 158652"/>
                <a:gd name="connsiteX4" fmla="*/ 159006 w 198253"/>
                <a:gd name="connsiteY4" fmla="*/ 1164 h 158652"/>
                <a:gd name="connsiteX5" fmla="*/ 122736 w 198253"/>
                <a:gd name="connsiteY5" fmla="*/ 92 h 158652"/>
                <a:gd name="connsiteX6" fmla="*/ 122736 w 198253"/>
                <a:gd name="connsiteY6" fmla="*/ 16886 h 158652"/>
                <a:gd name="connsiteX7" fmla="*/ 136117 w 198253"/>
                <a:gd name="connsiteY7" fmla="*/ 20102 h 158652"/>
                <a:gd name="connsiteX8" fmla="*/ 133300 w 198253"/>
                <a:gd name="connsiteY8" fmla="*/ 24390 h 158652"/>
                <a:gd name="connsiteX9" fmla="*/ 103721 w 198253"/>
                <a:gd name="connsiteY9" fmla="*/ 57979 h 158652"/>
                <a:gd name="connsiteX10" fmla="*/ 69211 w 198253"/>
                <a:gd name="connsiteY10" fmla="*/ 16886 h 158652"/>
                <a:gd name="connsiteX11" fmla="*/ 83297 w 198253"/>
                <a:gd name="connsiteY11" fmla="*/ 16886 h 158652"/>
                <a:gd name="connsiteX12" fmla="*/ 83297 w 198253"/>
                <a:gd name="connsiteY12" fmla="*/ 92 h 158652"/>
                <a:gd name="connsiteX13" fmla="*/ 40688 w 198253"/>
                <a:gd name="connsiteY13" fmla="*/ 1164 h 158652"/>
                <a:gd name="connsiteX14" fmla="*/ 1953 w 198253"/>
                <a:gd name="connsiteY14" fmla="*/ 92 h 158652"/>
                <a:gd name="connsiteX15" fmla="*/ 1953 w 198253"/>
                <a:gd name="connsiteY15" fmla="*/ 16886 h 158652"/>
                <a:gd name="connsiteX16" fmla="*/ 26955 w 198253"/>
                <a:gd name="connsiteY16" fmla="*/ 16886 h 158652"/>
                <a:gd name="connsiteX17" fmla="*/ 81888 w 198253"/>
                <a:gd name="connsiteY17" fmla="*/ 82634 h 158652"/>
                <a:gd name="connsiteX18" fmla="*/ 35758 w 198253"/>
                <a:gd name="connsiteY18" fmla="*/ 135161 h 158652"/>
                <a:gd name="connsiteX19" fmla="*/ 192 w 198253"/>
                <a:gd name="connsiteY19" fmla="*/ 141950 h 158652"/>
                <a:gd name="connsiteX20" fmla="*/ 192 w 198253"/>
                <a:gd name="connsiteY20" fmla="*/ 158745 h 158652"/>
                <a:gd name="connsiteX21" fmla="*/ 32589 w 198253"/>
                <a:gd name="connsiteY21" fmla="*/ 157673 h 158652"/>
                <a:gd name="connsiteX22" fmla="*/ 68859 w 198253"/>
                <a:gd name="connsiteY22" fmla="*/ 158745 h 158652"/>
                <a:gd name="connsiteX23" fmla="*/ 68859 w 198253"/>
                <a:gd name="connsiteY23" fmla="*/ 141950 h 158652"/>
                <a:gd name="connsiteX24" fmla="*/ 55830 w 198253"/>
                <a:gd name="connsiteY24" fmla="*/ 138020 h 158652"/>
                <a:gd name="connsiteX25" fmla="*/ 58295 w 198253"/>
                <a:gd name="connsiteY25" fmla="*/ 134446 h 158652"/>
                <a:gd name="connsiteX26" fmla="*/ 92452 w 198253"/>
                <a:gd name="connsiteY26" fmla="*/ 95498 h 158652"/>
                <a:gd name="connsiteX27" fmla="*/ 131187 w 198253"/>
                <a:gd name="connsiteY27" fmla="*/ 141950 h 158652"/>
                <a:gd name="connsiteX28" fmla="*/ 117454 w 198253"/>
                <a:gd name="connsiteY28" fmla="*/ 141950 h 158652"/>
                <a:gd name="connsiteX29" fmla="*/ 117454 w 198253"/>
                <a:gd name="connsiteY29" fmla="*/ 158745 h 158652"/>
                <a:gd name="connsiteX30" fmla="*/ 159710 w 198253"/>
                <a:gd name="connsiteY30" fmla="*/ 157673 h 158652"/>
                <a:gd name="connsiteX31" fmla="*/ 198446 w 198253"/>
                <a:gd name="connsiteY31" fmla="*/ 158745 h 158652"/>
                <a:gd name="connsiteX32" fmla="*/ 198446 w 198253"/>
                <a:gd name="connsiteY32" fmla="*/ 141950 h 158652"/>
                <a:gd name="connsiteX33" fmla="*/ 173444 w 198253"/>
                <a:gd name="connsiteY33" fmla="*/ 141950 h 158652"/>
                <a:gd name="connsiteX34" fmla="*/ 114285 w 198253"/>
                <a:gd name="connsiteY34" fmla="*/ 70842 h 158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8253" h="158652">
                  <a:moveTo>
                    <a:pt x="114285" y="70842"/>
                  </a:moveTo>
                  <a:lnTo>
                    <a:pt x="155485" y="24390"/>
                  </a:lnTo>
                  <a:cubicBezTo>
                    <a:pt x="160063" y="19388"/>
                    <a:pt x="162175" y="16886"/>
                    <a:pt x="191403" y="16886"/>
                  </a:cubicBezTo>
                  <a:lnTo>
                    <a:pt x="191403" y="92"/>
                  </a:lnTo>
                  <a:cubicBezTo>
                    <a:pt x="179078" y="807"/>
                    <a:pt x="160767" y="1164"/>
                    <a:pt x="159006" y="1164"/>
                  </a:cubicBezTo>
                  <a:cubicBezTo>
                    <a:pt x="150203" y="1164"/>
                    <a:pt x="132596" y="449"/>
                    <a:pt x="122736" y="92"/>
                  </a:cubicBezTo>
                  <a:lnTo>
                    <a:pt x="122736" y="16886"/>
                  </a:lnTo>
                  <a:cubicBezTo>
                    <a:pt x="127666" y="16886"/>
                    <a:pt x="131892" y="17601"/>
                    <a:pt x="136117" y="20102"/>
                  </a:cubicBezTo>
                  <a:cubicBezTo>
                    <a:pt x="134709" y="22246"/>
                    <a:pt x="134709" y="22961"/>
                    <a:pt x="133300" y="24390"/>
                  </a:cubicBezTo>
                  <a:lnTo>
                    <a:pt x="103721" y="57979"/>
                  </a:lnTo>
                  <a:lnTo>
                    <a:pt x="69211" y="16886"/>
                  </a:lnTo>
                  <a:lnTo>
                    <a:pt x="83297" y="16886"/>
                  </a:lnTo>
                  <a:lnTo>
                    <a:pt x="83297" y="92"/>
                  </a:lnTo>
                  <a:cubicBezTo>
                    <a:pt x="74141" y="449"/>
                    <a:pt x="51956" y="1164"/>
                    <a:pt x="40688" y="1164"/>
                  </a:cubicBezTo>
                  <a:cubicBezTo>
                    <a:pt x="29420" y="1164"/>
                    <a:pt x="13573" y="449"/>
                    <a:pt x="1953" y="92"/>
                  </a:cubicBezTo>
                  <a:lnTo>
                    <a:pt x="1953" y="16886"/>
                  </a:lnTo>
                  <a:lnTo>
                    <a:pt x="26955" y="16886"/>
                  </a:lnTo>
                  <a:lnTo>
                    <a:pt x="81888" y="82634"/>
                  </a:lnTo>
                  <a:lnTo>
                    <a:pt x="35758" y="135161"/>
                  </a:lnTo>
                  <a:cubicBezTo>
                    <a:pt x="29772" y="141950"/>
                    <a:pt x="17095" y="141950"/>
                    <a:pt x="192" y="141950"/>
                  </a:cubicBezTo>
                  <a:lnTo>
                    <a:pt x="192" y="158745"/>
                  </a:lnTo>
                  <a:cubicBezTo>
                    <a:pt x="12517" y="158030"/>
                    <a:pt x="30828" y="157673"/>
                    <a:pt x="32589" y="157673"/>
                  </a:cubicBezTo>
                  <a:cubicBezTo>
                    <a:pt x="41392" y="157673"/>
                    <a:pt x="61816" y="158387"/>
                    <a:pt x="68859" y="158745"/>
                  </a:cubicBezTo>
                  <a:lnTo>
                    <a:pt x="68859" y="141950"/>
                  </a:lnTo>
                  <a:cubicBezTo>
                    <a:pt x="62521" y="141950"/>
                    <a:pt x="55830" y="140164"/>
                    <a:pt x="55830" y="138020"/>
                  </a:cubicBezTo>
                  <a:cubicBezTo>
                    <a:pt x="55830" y="137662"/>
                    <a:pt x="55830" y="137305"/>
                    <a:pt x="58295" y="134446"/>
                  </a:cubicBezTo>
                  <a:lnTo>
                    <a:pt x="92452" y="95498"/>
                  </a:lnTo>
                  <a:lnTo>
                    <a:pt x="131187" y="141950"/>
                  </a:lnTo>
                  <a:lnTo>
                    <a:pt x="117454" y="141950"/>
                  </a:lnTo>
                  <a:lnTo>
                    <a:pt x="117454" y="158745"/>
                  </a:lnTo>
                  <a:cubicBezTo>
                    <a:pt x="126610" y="158387"/>
                    <a:pt x="148090" y="157673"/>
                    <a:pt x="159710" y="157673"/>
                  </a:cubicBezTo>
                  <a:cubicBezTo>
                    <a:pt x="170979" y="157673"/>
                    <a:pt x="186825" y="158387"/>
                    <a:pt x="198446" y="158745"/>
                  </a:cubicBezTo>
                  <a:lnTo>
                    <a:pt x="198446" y="141950"/>
                  </a:lnTo>
                  <a:lnTo>
                    <a:pt x="173444" y="141950"/>
                  </a:lnTo>
                  <a:lnTo>
                    <a:pt x="114285" y="70842"/>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5" name="Freeform: Shape 64">
              <a:extLst>
                <a:ext uri="{FF2B5EF4-FFF2-40B4-BE49-F238E27FC236}">
                  <a16:creationId xmlns:a16="http://schemas.microsoft.com/office/drawing/2014/main" id="{7B628DB4-36E5-B66A-F3A1-98CDD63E590D}"/>
                </a:ext>
              </a:extLst>
            </p:cNvPr>
            <p:cNvSpPr/>
            <p:nvPr/>
          </p:nvSpPr>
          <p:spPr>
            <a:xfrm>
              <a:off x="9667265" y="5709160"/>
              <a:ext cx="234171" cy="83614"/>
            </a:xfrm>
            <a:custGeom>
              <a:avLst/>
              <a:gdLst>
                <a:gd name="connsiteX0" fmla="*/ 222400 w 234171"/>
                <a:gd name="connsiteY0" fmla="*/ 14385 h 83614"/>
                <a:gd name="connsiteX1" fmla="*/ 234372 w 234171"/>
                <a:gd name="connsiteY1" fmla="*/ 7239 h 83614"/>
                <a:gd name="connsiteX2" fmla="*/ 222752 w 234171"/>
                <a:gd name="connsiteY2" fmla="*/ 92 h 83614"/>
                <a:gd name="connsiteX3" fmla="*/ 11822 w 234171"/>
                <a:gd name="connsiteY3" fmla="*/ 92 h 83614"/>
                <a:gd name="connsiteX4" fmla="*/ 201 w 234171"/>
                <a:gd name="connsiteY4" fmla="*/ 7239 h 83614"/>
                <a:gd name="connsiteX5" fmla="*/ 12174 w 234171"/>
                <a:gd name="connsiteY5" fmla="*/ 14385 h 83614"/>
                <a:gd name="connsiteX6" fmla="*/ 222400 w 234171"/>
                <a:gd name="connsiteY6" fmla="*/ 14385 h 83614"/>
                <a:gd name="connsiteX7" fmla="*/ 222752 w 234171"/>
                <a:gd name="connsiteY7" fmla="*/ 83706 h 83614"/>
                <a:gd name="connsiteX8" fmla="*/ 234372 w 234171"/>
                <a:gd name="connsiteY8" fmla="*/ 76560 h 83614"/>
                <a:gd name="connsiteX9" fmla="*/ 222400 w 234171"/>
                <a:gd name="connsiteY9" fmla="*/ 69413 h 83614"/>
                <a:gd name="connsiteX10" fmla="*/ 12174 w 234171"/>
                <a:gd name="connsiteY10" fmla="*/ 69413 h 83614"/>
                <a:gd name="connsiteX11" fmla="*/ 201 w 234171"/>
                <a:gd name="connsiteY11" fmla="*/ 76560 h 83614"/>
                <a:gd name="connsiteX12" fmla="*/ 11822 w 234171"/>
                <a:gd name="connsiteY12" fmla="*/ 83706 h 83614"/>
                <a:gd name="connsiteX13" fmla="*/ 222752 w 234171"/>
                <a:gd name="connsiteY13" fmla="*/ 83706 h 83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4171" h="83614">
                  <a:moveTo>
                    <a:pt x="222400" y="14385"/>
                  </a:moveTo>
                  <a:cubicBezTo>
                    <a:pt x="227682" y="14385"/>
                    <a:pt x="234372" y="14385"/>
                    <a:pt x="234372" y="7239"/>
                  </a:cubicBezTo>
                  <a:cubicBezTo>
                    <a:pt x="234372" y="92"/>
                    <a:pt x="227682" y="92"/>
                    <a:pt x="222752" y="92"/>
                  </a:cubicBezTo>
                  <a:lnTo>
                    <a:pt x="11822" y="92"/>
                  </a:lnTo>
                  <a:cubicBezTo>
                    <a:pt x="6892" y="92"/>
                    <a:pt x="201" y="92"/>
                    <a:pt x="201" y="7239"/>
                  </a:cubicBezTo>
                  <a:cubicBezTo>
                    <a:pt x="201" y="14385"/>
                    <a:pt x="6892" y="14385"/>
                    <a:pt x="12174" y="14385"/>
                  </a:cubicBezTo>
                  <a:lnTo>
                    <a:pt x="222400" y="14385"/>
                  </a:lnTo>
                  <a:close/>
                  <a:moveTo>
                    <a:pt x="222752" y="83706"/>
                  </a:moveTo>
                  <a:cubicBezTo>
                    <a:pt x="227682" y="83706"/>
                    <a:pt x="234372" y="83706"/>
                    <a:pt x="234372" y="76560"/>
                  </a:cubicBezTo>
                  <a:cubicBezTo>
                    <a:pt x="234372" y="69413"/>
                    <a:pt x="227682" y="69413"/>
                    <a:pt x="222400" y="69413"/>
                  </a:cubicBezTo>
                  <a:lnTo>
                    <a:pt x="12174" y="69413"/>
                  </a:lnTo>
                  <a:cubicBezTo>
                    <a:pt x="6892" y="69413"/>
                    <a:pt x="201" y="69413"/>
                    <a:pt x="201" y="76560"/>
                  </a:cubicBezTo>
                  <a:cubicBezTo>
                    <a:pt x="201" y="83706"/>
                    <a:pt x="6892" y="83706"/>
                    <a:pt x="11822" y="83706"/>
                  </a:cubicBezTo>
                  <a:lnTo>
                    <a:pt x="222752" y="83706"/>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6" name="Freeform: Shape 65">
              <a:extLst>
                <a:ext uri="{FF2B5EF4-FFF2-40B4-BE49-F238E27FC236}">
                  <a16:creationId xmlns:a16="http://schemas.microsoft.com/office/drawing/2014/main" id="{36E4F879-0F87-C628-B29B-F11394DEA5A3}"/>
                </a:ext>
              </a:extLst>
            </p:cNvPr>
            <p:cNvSpPr/>
            <p:nvPr/>
          </p:nvSpPr>
          <p:spPr>
            <a:xfrm>
              <a:off x="10102011" y="5360586"/>
              <a:ext cx="116205" cy="237978"/>
            </a:xfrm>
            <a:custGeom>
              <a:avLst/>
              <a:gdLst>
                <a:gd name="connsiteX0" fmla="*/ 72401 w 116205"/>
                <a:gd name="connsiteY0" fmla="*/ 9376 h 237978"/>
                <a:gd name="connsiteX1" fmla="*/ 64302 w 116205"/>
                <a:gd name="connsiteY1" fmla="*/ 85 h 237978"/>
                <a:gd name="connsiteX2" fmla="*/ 213 w 116205"/>
                <a:gd name="connsiteY2" fmla="*/ 22954 h 237978"/>
                <a:gd name="connsiteX3" fmla="*/ 213 w 116205"/>
                <a:gd name="connsiteY3" fmla="*/ 34031 h 237978"/>
                <a:gd name="connsiteX4" fmla="*/ 46343 w 116205"/>
                <a:gd name="connsiteY4" fmla="*/ 24741 h 237978"/>
                <a:gd name="connsiteX5" fmla="*/ 46343 w 116205"/>
                <a:gd name="connsiteY5" fmla="*/ 209835 h 237978"/>
                <a:gd name="connsiteX6" fmla="*/ 13594 w 116205"/>
                <a:gd name="connsiteY6" fmla="*/ 226987 h 237978"/>
                <a:gd name="connsiteX7" fmla="*/ 2326 w 116205"/>
                <a:gd name="connsiteY7" fmla="*/ 226987 h 237978"/>
                <a:gd name="connsiteX8" fmla="*/ 2326 w 116205"/>
                <a:gd name="connsiteY8" fmla="*/ 238064 h 237978"/>
                <a:gd name="connsiteX9" fmla="*/ 59372 w 116205"/>
                <a:gd name="connsiteY9" fmla="*/ 236992 h 237978"/>
                <a:gd name="connsiteX10" fmla="*/ 116418 w 116205"/>
                <a:gd name="connsiteY10" fmla="*/ 238064 h 237978"/>
                <a:gd name="connsiteX11" fmla="*/ 116418 w 116205"/>
                <a:gd name="connsiteY11" fmla="*/ 226987 h 237978"/>
                <a:gd name="connsiteX12" fmla="*/ 105150 w 116205"/>
                <a:gd name="connsiteY12" fmla="*/ 226987 h 237978"/>
                <a:gd name="connsiteX13" fmla="*/ 72401 w 116205"/>
                <a:gd name="connsiteY13" fmla="*/ 209835 h 237978"/>
                <a:gd name="connsiteX14" fmla="*/ 72401 w 116205"/>
                <a:gd name="connsiteY14" fmla="*/ 9376 h 237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16205" h="237978">
                  <a:moveTo>
                    <a:pt x="72401" y="9376"/>
                  </a:moveTo>
                  <a:cubicBezTo>
                    <a:pt x="72401" y="800"/>
                    <a:pt x="72401" y="85"/>
                    <a:pt x="64302" y="85"/>
                  </a:cubicBezTo>
                  <a:cubicBezTo>
                    <a:pt x="42470" y="22954"/>
                    <a:pt x="11481" y="22954"/>
                    <a:pt x="213" y="22954"/>
                  </a:cubicBezTo>
                  <a:lnTo>
                    <a:pt x="213" y="34031"/>
                  </a:lnTo>
                  <a:cubicBezTo>
                    <a:pt x="7256" y="34031"/>
                    <a:pt x="28032" y="34031"/>
                    <a:pt x="46343" y="24741"/>
                  </a:cubicBezTo>
                  <a:lnTo>
                    <a:pt x="46343" y="209835"/>
                  </a:lnTo>
                  <a:cubicBezTo>
                    <a:pt x="46343" y="222699"/>
                    <a:pt x="45287" y="226987"/>
                    <a:pt x="13594" y="226987"/>
                  </a:cubicBezTo>
                  <a:lnTo>
                    <a:pt x="2326" y="226987"/>
                  </a:lnTo>
                  <a:lnTo>
                    <a:pt x="2326" y="238064"/>
                  </a:lnTo>
                  <a:cubicBezTo>
                    <a:pt x="14651" y="236992"/>
                    <a:pt x="45287" y="236992"/>
                    <a:pt x="59372" y="236992"/>
                  </a:cubicBezTo>
                  <a:cubicBezTo>
                    <a:pt x="73458" y="236992"/>
                    <a:pt x="104094" y="236992"/>
                    <a:pt x="116418" y="238064"/>
                  </a:cubicBezTo>
                  <a:lnTo>
                    <a:pt x="116418" y="226987"/>
                  </a:lnTo>
                  <a:lnTo>
                    <a:pt x="105150" y="226987"/>
                  </a:lnTo>
                  <a:cubicBezTo>
                    <a:pt x="73458" y="226987"/>
                    <a:pt x="72401" y="223056"/>
                    <a:pt x="72401" y="209835"/>
                  </a:cubicBezTo>
                  <a:lnTo>
                    <a:pt x="72401" y="9376"/>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7" name="Freeform: Shape 66">
              <a:extLst>
                <a:ext uri="{FF2B5EF4-FFF2-40B4-BE49-F238E27FC236}">
                  <a16:creationId xmlns:a16="http://schemas.microsoft.com/office/drawing/2014/main" id="{45A63FE4-69B5-42CA-03C5-13069BCDEC16}"/>
                </a:ext>
              </a:extLst>
            </p:cNvPr>
            <p:cNvSpPr/>
            <p:nvPr/>
          </p:nvSpPr>
          <p:spPr>
            <a:xfrm>
              <a:off x="10061500" y="5743820"/>
              <a:ext cx="194409" cy="14292"/>
            </a:xfrm>
            <a:custGeom>
              <a:avLst/>
              <a:gdLst>
                <a:gd name="connsiteX0" fmla="*/ 0 w 194409"/>
                <a:gd name="connsiteY0" fmla="*/ 0 h 14292"/>
                <a:gd name="connsiteX1" fmla="*/ 194409 w 194409"/>
                <a:gd name="connsiteY1" fmla="*/ 0 h 14292"/>
                <a:gd name="connsiteX2" fmla="*/ 194409 w 194409"/>
                <a:gd name="connsiteY2" fmla="*/ 14292 h 14292"/>
                <a:gd name="connsiteX3" fmla="*/ 0 w 194409"/>
                <a:gd name="connsiteY3" fmla="*/ 14292 h 14292"/>
              </a:gdLst>
              <a:ahLst/>
              <a:cxnLst>
                <a:cxn ang="0">
                  <a:pos x="connsiteX0" y="connsiteY0"/>
                </a:cxn>
                <a:cxn ang="0">
                  <a:pos x="connsiteX1" y="connsiteY1"/>
                </a:cxn>
                <a:cxn ang="0">
                  <a:pos x="connsiteX2" y="connsiteY2"/>
                </a:cxn>
                <a:cxn ang="0">
                  <a:pos x="connsiteX3" y="connsiteY3"/>
                </a:cxn>
              </a:cxnLst>
              <a:rect l="l" t="t" r="r" b="b"/>
              <a:pathLst>
                <a:path w="194409" h="14292">
                  <a:moveTo>
                    <a:pt x="0" y="0"/>
                  </a:moveTo>
                  <a:lnTo>
                    <a:pt x="194409" y="0"/>
                  </a:lnTo>
                  <a:lnTo>
                    <a:pt x="194409" y="14292"/>
                  </a:lnTo>
                  <a:lnTo>
                    <a:pt x="0" y="14292"/>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8" name="Freeform: Shape 67">
              <a:extLst>
                <a:ext uri="{FF2B5EF4-FFF2-40B4-BE49-F238E27FC236}">
                  <a16:creationId xmlns:a16="http://schemas.microsoft.com/office/drawing/2014/main" id="{63E03E2F-D32A-8C3F-D8E1-DFADB7A18829}"/>
                </a:ext>
              </a:extLst>
            </p:cNvPr>
            <p:cNvSpPr/>
            <p:nvPr/>
          </p:nvSpPr>
          <p:spPr>
            <a:xfrm>
              <a:off x="10080868" y="5837422"/>
              <a:ext cx="159518" cy="251914"/>
            </a:xfrm>
            <a:custGeom>
              <a:avLst/>
              <a:gdLst>
                <a:gd name="connsiteX0" fmla="*/ 81909 w 159518"/>
                <a:gd name="connsiteY0" fmla="*/ 4029 h 251914"/>
                <a:gd name="connsiteX1" fmla="*/ 77331 w 159518"/>
                <a:gd name="connsiteY1" fmla="*/ 99 h 251914"/>
                <a:gd name="connsiteX2" fmla="*/ 34370 w 159518"/>
                <a:gd name="connsiteY2" fmla="*/ 3672 h 251914"/>
                <a:gd name="connsiteX3" fmla="*/ 27680 w 159518"/>
                <a:gd name="connsiteY3" fmla="*/ 10819 h 251914"/>
                <a:gd name="connsiteX4" fmla="*/ 36131 w 159518"/>
                <a:gd name="connsiteY4" fmla="*/ 15107 h 251914"/>
                <a:gd name="connsiteX5" fmla="*/ 53738 w 159518"/>
                <a:gd name="connsiteY5" fmla="*/ 21181 h 251914"/>
                <a:gd name="connsiteX6" fmla="*/ 52681 w 159518"/>
                <a:gd name="connsiteY6" fmla="*/ 28328 h 251914"/>
                <a:gd name="connsiteX7" fmla="*/ 1621 w 159518"/>
                <a:gd name="connsiteY7" fmla="*/ 234147 h 251914"/>
                <a:gd name="connsiteX8" fmla="*/ 213 w 159518"/>
                <a:gd name="connsiteY8" fmla="*/ 242008 h 251914"/>
                <a:gd name="connsiteX9" fmla="*/ 10425 w 159518"/>
                <a:gd name="connsiteY9" fmla="*/ 252013 h 251914"/>
                <a:gd name="connsiteX10" fmla="*/ 22397 w 159518"/>
                <a:gd name="connsiteY10" fmla="*/ 244510 h 251914"/>
                <a:gd name="connsiteX11" fmla="*/ 42117 w 159518"/>
                <a:gd name="connsiteY11" fmla="*/ 166255 h 251914"/>
                <a:gd name="connsiteX12" fmla="*/ 82965 w 159518"/>
                <a:gd name="connsiteY12" fmla="*/ 196628 h 251914"/>
                <a:gd name="connsiteX13" fmla="*/ 81909 w 159518"/>
                <a:gd name="connsiteY13" fmla="*/ 204132 h 251914"/>
                <a:gd name="connsiteX14" fmla="*/ 80500 w 159518"/>
                <a:gd name="connsiteY14" fmla="*/ 216638 h 251914"/>
                <a:gd name="connsiteX15" fmla="*/ 112897 w 159518"/>
                <a:gd name="connsiteY15" fmla="*/ 252013 h 251914"/>
                <a:gd name="connsiteX16" fmla="*/ 140716 w 159518"/>
                <a:gd name="connsiteY16" fmla="*/ 233075 h 251914"/>
                <a:gd name="connsiteX17" fmla="*/ 153393 w 159518"/>
                <a:gd name="connsiteY17" fmla="*/ 196985 h 251914"/>
                <a:gd name="connsiteX18" fmla="*/ 149167 w 159518"/>
                <a:gd name="connsiteY18" fmla="*/ 193412 h 251914"/>
                <a:gd name="connsiteX19" fmla="*/ 144237 w 159518"/>
                <a:gd name="connsiteY19" fmla="*/ 199844 h 251914"/>
                <a:gd name="connsiteX20" fmla="*/ 113601 w 159518"/>
                <a:gd name="connsiteY20" fmla="*/ 244152 h 251914"/>
                <a:gd name="connsiteX21" fmla="*/ 102333 w 159518"/>
                <a:gd name="connsiteY21" fmla="*/ 227358 h 251914"/>
                <a:gd name="connsiteX22" fmla="*/ 105150 w 159518"/>
                <a:gd name="connsiteY22" fmla="*/ 207348 h 251914"/>
                <a:gd name="connsiteX23" fmla="*/ 106558 w 159518"/>
                <a:gd name="connsiteY23" fmla="*/ 196271 h 251914"/>
                <a:gd name="connsiteX24" fmla="*/ 54442 w 159518"/>
                <a:gd name="connsiteY24" fmla="*/ 158751 h 251914"/>
                <a:gd name="connsiteX25" fmla="*/ 84726 w 159518"/>
                <a:gd name="connsiteY25" fmla="*/ 132309 h 251914"/>
                <a:gd name="connsiteX26" fmla="*/ 135081 w 159518"/>
                <a:gd name="connsiteY26" fmla="*/ 98006 h 251914"/>
                <a:gd name="connsiteX27" fmla="*/ 138251 w 159518"/>
                <a:gd name="connsiteY27" fmla="*/ 98363 h 251914"/>
                <a:gd name="connsiteX28" fmla="*/ 145646 w 159518"/>
                <a:gd name="connsiteY28" fmla="*/ 101222 h 251914"/>
                <a:gd name="connsiteX29" fmla="*/ 147054 w 159518"/>
                <a:gd name="connsiteY29" fmla="*/ 102651 h 251914"/>
                <a:gd name="connsiteX30" fmla="*/ 126982 w 159518"/>
                <a:gd name="connsiteY30" fmla="*/ 121947 h 251914"/>
                <a:gd name="connsiteX31" fmla="*/ 140363 w 159518"/>
                <a:gd name="connsiteY31" fmla="*/ 134453 h 251914"/>
                <a:gd name="connsiteX32" fmla="*/ 159731 w 159518"/>
                <a:gd name="connsiteY32" fmla="*/ 112656 h 251914"/>
                <a:gd name="connsiteX33" fmla="*/ 135786 w 159518"/>
                <a:gd name="connsiteY33" fmla="*/ 90145 h 251914"/>
                <a:gd name="connsiteX34" fmla="*/ 84374 w 159518"/>
                <a:gd name="connsiteY34" fmla="*/ 121590 h 251914"/>
                <a:gd name="connsiteX35" fmla="*/ 45286 w 159518"/>
                <a:gd name="connsiteY35" fmla="*/ 154821 h 251914"/>
                <a:gd name="connsiteX36" fmla="*/ 81909 w 159518"/>
                <a:gd name="connsiteY36" fmla="*/ 4029 h 25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59518" h="251914">
                  <a:moveTo>
                    <a:pt x="81909" y="4029"/>
                  </a:moveTo>
                  <a:cubicBezTo>
                    <a:pt x="81909" y="3672"/>
                    <a:pt x="81909" y="99"/>
                    <a:pt x="77331" y="99"/>
                  </a:cubicBezTo>
                  <a:cubicBezTo>
                    <a:pt x="69232" y="99"/>
                    <a:pt x="43526" y="2957"/>
                    <a:pt x="34370" y="3672"/>
                  </a:cubicBezTo>
                  <a:cubicBezTo>
                    <a:pt x="31553" y="4029"/>
                    <a:pt x="27680" y="4387"/>
                    <a:pt x="27680" y="10819"/>
                  </a:cubicBezTo>
                  <a:cubicBezTo>
                    <a:pt x="27680" y="15107"/>
                    <a:pt x="30849" y="15107"/>
                    <a:pt x="36131" y="15107"/>
                  </a:cubicBezTo>
                  <a:cubicBezTo>
                    <a:pt x="53033" y="15107"/>
                    <a:pt x="53738" y="17608"/>
                    <a:pt x="53738" y="21181"/>
                  </a:cubicBezTo>
                  <a:lnTo>
                    <a:pt x="52681" y="28328"/>
                  </a:lnTo>
                  <a:lnTo>
                    <a:pt x="1621" y="234147"/>
                  </a:lnTo>
                  <a:cubicBezTo>
                    <a:pt x="213" y="239150"/>
                    <a:pt x="213" y="239864"/>
                    <a:pt x="213" y="242008"/>
                  </a:cubicBezTo>
                  <a:cubicBezTo>
                    <a:pt x="213" y="250227"/>
                    <a:pt x="7256" y="252013"/>
                    <a:pt x="10425" y="252013"/>
                  </a:cubicBezTo>
                  <a:cubicBezTo>
                    <a:pt x="15003" y="252013"/>
                    <a:pt x="20285" y="248797"/>
                    <a:pt x="22397" y="244510"/>
                  </a:cubicBezTo>
                  <a:cubicBezTo>
                    <a:pt x="24158" y="241294"/>
                    <a:pt x="40004" y="175188"/>
                    <a:pt x="42117" y="166255"/>
                  </a:cubicBezTo>
                  <a:cubicBezTo>
                    <a:pt x="54090" y="167327"/>
                    <a:pt x="82965" y="173044"/>
                    <a:pt x="82965" y="196628"/>
                  </a:cubicBezTo>
                  <a:cubicBezTo>
                    <a:pt x="82965" y="199129"/>
                    <a:pt x="82965" y="200558"/>
                    <a:pt x="81909" y="204132"/>
                  </a:cubicBezTo>
                  <a:cubicBezTo>
                    <a:pt x="81204" y="208420"/>
                    <a:pt x="80500" y="212708"/>
                    <a:pt x="80500" y="216638"/>
                  </a:cubicBezTo>
                  <a:cubicBezTo>
                    <a:pt x="80500" y="237720"/>
                    <a:pt x="94586" y="252013"/>
                    <a:pt x="112897" y="252013"/>
                  </a:cubicBezTo>
                  <a:cubicBezTo>
                    <a:pt x="123461" y="252013"/>
                    <a:pt x="132969" y="246296"/>
                    <a:pt x="140716" y="233075"/>
                  </a:cubicBezTo>
                  <a:cubicBezTo>
                    <a:pt x="149519" y="217353"/>
                    <a:pt x="153393" y="197700"/>
                    <a:pt x="153393" y="196985"/>
                  </a:cubicBezTo>
                  <a:cubicBezTo>
                    <a:pt x="153393" y="193412"/>
                    <a:pt x="150223" y="193412"/>
                    <a:pt x="149167" y="193412"/>
                  </a:cubicBezTo>
                  <a:cubicBezTo>
                    <a:pt x="145646" y="193412"/>
                    <a:pt x="145293" y="194841"/>
                    <a:pt x="144237" y="199844"/>
                  </a:cubicBezTo>
                  <a:cubicBezTo>
                    <a:pt x="137194" y="225929"/>
                    <a:pt x="129095" y="244152"/>
                    <a:pt x="113601" y="244152"/>
                  </a:cubicBezTo>
                  <a:cubicBezTo>
                    <a:pt x="106910" y="244152"/>
                    <a:pt x="102333" y="240222"/>
                    <a:pt x="102333" y="227358"/>
                  </a:cubicBezTo>
                  <a:cubicBezTo>
                    <a:pt x="102333" y="221283"/>
                    <a:pt x="103741" y="213065"/>
                    <a:pt x="105150" y="207348"/>
                  </a:cubicBezTo>
                  <a:cubicBezTo>
                    <a:pt x="106558" y="201273"/>
                    <a:pt x="106558" y="199844"/>
                    <a:pt x="106558" y="196271"/>
                  </a:cubicBezTo>
                  <a:cubicBezTo>
                    <a:pt x="106558" y="173044"/>
                    <a:pt x="84374" y="162682"/>
                    <a:pt x="54442" y="158751"/>
                  </a:cubicBezTo>
                  <a:cubicBezTo>
                    <a:pt x="65358" y="152320"/>
                    <a:pt x="76627" y="140885"/>
                    <a:pt x="84726" y="132309"/>
                  </a:cubicBezTo>
                  <a:cubicBezTo>
                    <a:pt x="101628" y="113371"/>
                    <a:pt x="117827" y="98006"/>
                    <a:pt x="135081" y="98006"/>
                  </a:cubicBezTo>
                  <a:cubicBezTo>
                    <a:pt x="137194" y="98006"/>
                    <a:pt x="137546" y="98006"/>
                    <a:pt x="138251" y="98363"/>
                  </a:cubicBezTo>
                  <a:cubicBezTo>
                    <a:pt x="142476" y="99078"/>
                    <a:pt x="142828" y="99078"/>
                    <a:pt x="145646" y="101222"/>
                  </a:cubicBezTo>
                  <a:cubicBezTo>
                    <a:pt x="146350" y="101579"/>
                    <a:pt x="146350" y="101937"/>
                    <a:pt x="147054" y="102651"/>
                  </a:cubicBezTo>
                  <a:cubicBezTo>
                    <a:pt x="130151" y="103723"/>
                    <a:pt x="126982" y="117659"/>
                    <a:pt x="126982" y="121947"/>
                  </a:cubicBezTo>
                  <a:cubicBezTo>
                    <a:pt x="126982" y="127664"/>
                    <a:pt x="130856" y="134453"/>
                    <a:pt x="140363" y="134453"/>
                  </a:cubicBezTo>
                  <a:cubicBezTo>
                    <a:pt x="149519" y="134453"/>
                    <a:pt x="159731" y="126592"/>
                    <a:pt x="159731" y="112656"/>
                  </a:cubicBezTo>
                  <a:cubicBezTo>
                    <a:pt x="159731" y="101937"/>
                    <a:pt x="151632" y="90145"/>
                    <a:pt x="135786" y="90145"/>
                  </a:cubicBezTo>
                  <a:cubicBezTo>
                    <a:pt x="125926" y="90145"/>
                    <a:pt x="109728" y="93003"/>
                    <a:pt x="84374" y="121590"/>
                  </a:cubicBezTo>
                  <a:cubicBezTo>
                    <a:pt x="72401" y="135168"/>
                    <a:pt x="58668" y="149461"/>
                    <a:pt x="45286" y="154821"/>
                  </a:cubicBezTo>
                  <a:lnTo>
                    <a:pt x="81909" y="4029"/>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69" name="Freeform: Shape 68">
              <a:extLst>
                <a:ext uri="{FF2B5EF4-FFF2-40B4-BE49-F238E27FC236}">
                  <a16:creationId xmlns:a16="http://schemas.microsoft.com/office/drawing/2014/main" id="{95103081-60E2-95B2-E9C9-F2637C161312}"/>
                </a:ext>
              </a:extLst>
            </p:cNvPr>
            <p:cNvSpPr/>
            <p:nvPr/>
          </p:nvSpPr>
          <p:spPr>
            <a:xfrm>
              <a:off x="10551838" y="5220051"/>
              <a:ext cx="121276" cy="176090"/>
            </a:xfrm>
            <a:custGeom>
              <a:avLst/>
              <a:gdLst>
                <a:gd name="connsiteX0" fmla="*/ 58892 w 121276"/>
                <a:gd name="connsiteY0" fmla="*/ 7583 h 176090"/>
                <a:gd name="connsiteX1" fmla="*/ 59878 w 121276"/>
                <a:gd name="connsiteY1" fmla="*/ 3581 h 176090"/>
                <a:gd name="connsiteX2" fmla="*/ 55934 w 121276"/>
                <a:gd name="connsiteY2" fmla="*/ 80 h 176090"/>
                <a:gd name="connsiteX3" fmla="*/ 24383 w 121276"/>
                <a:gd name="connsiteY3" fmla="*/ 2581 h 176090"/>
                <a:gd name="connsiteX4" fmla="*/ 18960 w 121276"/>
                <a:gd name="connsiteY4" fmla="*/ 8334 h 176090"/>
                <a:gd name="connsiteX5" fmla="*/ 25369 w 121276"/>
                <a:gd name="connsiteY5" fmla="*/ 11836 h 176090"/>
                <a:gd name="connsiteX6" fmla="*/ 37201 w 121276"/>
                <a:gd name="connsiteY6" fmla="*/ 15587 h 176090"/>
                <a:gd name="connsiteX7" fmla="*/ 36215 w 121276"/>
                <a:gd name="connsiteY7" fmla="*/ 21090 h 176090"/>
                <a:gd name="connsiteX8" fmla="*/ 1459 w 121276"/>
                <a:gd name="connsiteY8" fmla="*/ 162663 h 176090"/>
                <a:gd name="connsiteX9" fmla="*/ 226 w 121276"/>
                <a:gd name="connsiteY9" fmla="*/ 168166 h 176090"/>
                <a:gd name="connsiteX10" fmla="*/ 8607 w 121276"/>
                <a:gd name="connsiteY10" fmla="*/ 176170 h 176090"/>
                <a:gd name="connsiteX11" fmla="*/ 19946 w 121276"/>
                <a:gd name="connsiteY11" fmla="*/ 165664 h 176090"/>
                <a:gd name="connsiteX12" fmla="*/ 32024 w 121276"/>
                <a:gd name="connsiteY12" fmla="*/ 117139 h 176090"/>
                <a:gd name="connsiteX13" fmla="*/ 63576 w 121276"/>
                <a:gd name="connsiteY13" fmla="*/ 137650 h 176090"/>
                <a:gd name="connsiteX14" fmla="*/ 63083 w 121276"/>
                <a:gd name="connsiteY14" fmla="*/ 142652 h 176090"/>
                <a:gd name="connsiteX15" fmla="*/ 62097 w 121276"/>
                <a:gd name="connsiteY15" fmla="*/ 150406 h 176090"/>
                <a:gd name="connsiteX16" fmla="*/ 88225 w 121276"/>
                <a:gd name="connsiteY16" fmla="*/ 176170 h 176090"/>
                <a:gd name="connsiteX17" fmla="*/ 119530 w 121276"/>
                <a:gd name="connsiteY17" fmla="*/ 137900 h 176090"/>
                <a:gd name="connsiteX18" fmla="*/ 115586 w 121276"/>
                <a:gd name="connsiteY18" fmla="*/ 134648 h 176090"/>
                <a:gd name="connsiteX19" fmla="*/ 110656 w 121276"/>
                <a:gd name="connsiteY19" fmla="*/ 140651 h 176090"/>
                <a:gd name="connsiteX20" fmla="*/ 88965 w 121276"/>
                <a:gd name="connsiteY20" fmla="*/ 169166 h 176090"/>
                <a:gd name="connsiteX21" fmla="*/ 80337 w 121276"/>
                <a:gd name="connsiteY21" fmla="*/ 156159 h 176090"/>
                <a:gd name="connsiteX22" fmla="*/ 81816 w 121276"/>
                <a:gd name="connsiteY22" fmla="*/ 144904 h 176090"/>
                <a:gd name="connsiteX23" fmla="*/ 83049 w 121276"/>
                <a:gd name="connsiteY23" fmla="*/ 137150 h 176090"/>
                <a:gd name="connsiteX24" fmla="*/ 43116 w 121276"/>
                <a:gd name="connsiteY24" fmla="*/ 110636 h 176090"/>
                <a:gd name="connsiteX25" fmla="*/ 63576 w 121276"/>
                <a:gd name="connsiteY25" fmla="*/ 94128 h 176090"/>
                <a:gd name="connsiteX26" fmla="*/ 102276 w 121276"/>
                <a:gd name="connsiteY26" fmla="*/ 70366 h 176090"/>
                <a:gd name="connsiteX27" fmla="*/ 110410 w 121276"/>
                <a:gd name="connsiteY27" fmla="*/ 73617 h 176090"/>
                <a:gd name="connsiteX28" fmla="*/ 97592 w 121276"/>
                <a:gd name="connsiteY28" fmla="*/ 87624 h 176090"/>
                <a:gd name="connsiteX29" fmla="*/ 107452 w 121276"/>
                <a:gd name="connsiteY29" fmla="*/ 96879 h 176090"/>
                <a:gd name="connsiteX30" fmla="*/ 121502 w 121276"/>
                <a:gd name="connsiteY30" fmla="*/ 80871 h 176090"/>
                <a:gd name="connsiteX31" fmla="*/ 102522 w 121276"/>
                <a:gd name="connsiteY31" fmla="*/ 63362 h 176090"/>
                <a:gd name="connsiteX32" fmla="*/ 63083 w 121276"/>
                <a:gd name="connsiteY32" fmla="*/ 85373 h 176090"/>
                <a:gd name="connsiteX33" fmla="*/ 34489 w 121276"/>
                <a:gd name="connsiteY33" fmla="*/ 107384 h 176090"/>
                <a:gd name="connsiteX34" fmla="*/ 58892 w 121276"/>
                <a:gd name="connsiteY34" fmla="*/ 7583 h 176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276" h="176090">
                  <a:moveTo>
                    <a:pt x="58892" y="7583"/>
                  </a:moveTo>
                  <a:cubicBezTo>
                    <a:pt x="59139" y="7083"/>
                    <a:pt x="59878" y="3831"/>
                    <a:pt x="59878" y="3581"/>
                  </a:cubicBezTo>
                  <a:cubicBezTo>
                    <a:pt x="59878" y="2331"/>
                    <a:pt x="58892" y="80"/>
                    <a:pt x="55934" y="80"/>
                  </a:cubicBezTo>
                  <a:cubicBezTo>
                    <a:pt x="51004" y="80"/>
                    <a:pt x="30545" y="2081"/>
                    <a:pt x="24383" y="2581"/>
                  </a:cubicBezTo>
                  <a:cubicBezTo>
                    <a:pt x="22411" y="2831"/>
                    <a:pt x="18960" y="3081"/>
                    <a:pt x="18960" y="8334"/>
                  </a:cubicBezTo>
                  <a:cubicBezTo>
                    <a:pt x="18960" y="11836"/>
                    <a:pt x="22411" y="11836"/>
                    <a:pt x="25369" y="11836"/>
                  </a:cubicBezTo>
                  <a:cubicBezTo>
                    <a:pt x="37201" y="11836"/>
                    <a:pt x="37201" y="13586"/>
                    <a:pt x="37201" y="15587"/>
                  </a:cubicBezTo>
                  <a:cubicBezTo>
                    <a:pt x="37201" y="17338"/>
                    <a:pt x="36708" y="18839"/>
                    <a:pt x="36215" y="21090"/>
                  </a:cubicBezTo>
                  <a:lnTo>
                    <a:pt x="1459" y="162663"/>
                  </a:lnTo>
                  <a:cubicBezTo>
                    <a:pt x="226" y="167165"/>
                    <a:pt x="226" y="167665"/>
                    <a:pt x="226" y="168166"/>
                  </a:cubicBezTo>
                  <a:cubicBezTo>
                    <a:pt x="226" y="171917"/>
                    <a:pt x="3184" y="176170"/>
                    <a:pt x="8607" y="176170"/>
                  </a:cubicBezTo>
                  <a:cubicBezTo>
                    <a:pt x="15262" y="176170"/>
                    <a:pt x="18467" y="171167"/>
                    <a:pt x="19946" y="165664"/>
                  </a:cubicBezTo>
                  <a:cubicBezTo>
                    <a:pt x="20439" y="164664"/>
                    <a:pt x="31038" y="120641"/>
                    <a:pt x="32024" y="117139"/>
                  </a:cubicBezTo>
                  <a:cubicBezTo>
                    <a:pt x="49525" y="118890"/>
                    <a:pt x="63576" y="124643"/>
                    <a:pt x="63576" y="137650"/>
                  </a:cubicBezTo>
                  <a:cubicBezTo>
                    <a:pt x="63576" y="138901"/>
                    <a:pt x="63576" y="140151"/>
                    <a:pt x="63083" y="142652"/>
                  </a:cubicBezTo>
                  <a:cubicBezTo>
                    <a:pt x="62097" y="146404"/>
                    <a:pt x="62097" y="147655"/>
                    <a:pt x="62097" y="150406"/>
                  </a:cubicBezTo>
                  <a:cubicBezTo>
                    <a:pt x="62097" y="168166"/>
                    <a:pt x="76393" y="176170"/>
                    <a:pt x="88225" y="176170"/>
                  </a:cubicBezTo>
                  <a:cubicBezTo>
                    <a:pt x="112135" y="176170"/>
                    <a:pt x="119530" y="138150"/>
                    <a:pt x="119530" y="137900"/>
                  </a:cubicBezTo>
                  <a:cubicBezTo>
                    <a:pt x="119530" y="134648"/>
                    <a:pt x="116326" y="134648"/>
                    <a:pt x="115586" y="134648"/>
                  </a:cubicBezTo>
                  <a:cubicBezTo>
                    <a:pt x="112135" y="134648"/>
                    <a:pt x="111889" y="135899"/>
                    <a:pt x="110656" y="140651"/>
                  </a:cubicBezTo>
                  <a:cubicBezTo>
                    <a:pt x="107698" y="151407"/>
                    <a:pt x="101043" y="169166"/>
                    <a:pt x="88965" y="169166"/>
                  </a:cubicBezTo>
                  <a:cubicBezTo>
                    <a:pt x="82309" y="169166"/>
                    <a:pt x="80337" y="162913"/>
                    <a:pt x="80337" y="156159"/>
                  </a:cubicBezTo>
                  <a:cubicBezTo>
                    <a:pt x="80337" y="151907"/>
                    <a:pt x="80337" y="151407"/>
                    <a:pt x="81816" y="144904"/>
                  </a:cubicBezTo>
                  <a:cubicBezTo>
                    <a:pt x="82063" y="144153"/>
                    <a:pt x="83049" y="139901"/>
                    <a:pt x="83049" y="137150"/>
                  </a:cubicBezTo>
                  <a:cubicBezTo>
                    <a:pt x="83049" y="114888"/>
                    <a:pt x="53469" y="111386"/>
                    <a:pt x="43116" y="110636"/>
                  </a:cubicBezTo>
                  <a:cubicBezTo>
                    <a:pt x="50265" y="106134"/>
                    <a:pt x="59385" y="97880"/>
                    <a:pt x="63576" y="94128"/>
                  </a:cubicBezTo>
                  <a:cubicBezTo>
                    <a:pt x="76147" y="82122"/>
                    <a:pt x="88472" y="70366"/>
                    <a:pt x="102276" y="70366"/>
                  </a:cubicBezTo>
                  <a:cubicBezTo>
                    <a:pt x="105233" y="70366"/>
                    <a:pt x="108438" y="71116"/>
                    <a:pt x="110410" y="73617"/>
                  </a:cubicBezTo>
                  <a:cubicBezTo>
                    <a:pt x="99811" y="75368"/>
                    <a:pt x="97592" y="83872"/>
                    <a:pt x="97592" y="87624"/>
                  </a:cubicBezTo>
                  <a:cubicBezTo>
                    <a:pt x="97592" y="93127"/>
                    <a:pt x="101783" y="96879"/>
                    <a:pt x="107452" y="96879"/>
                  </a:cubicBezTo>
                  <a:cubicBezTo>
                    <a:pt x="114107" y="96879"/>
                    <a:pt x="121502" y="91376"/>
                    <a:pt x="121502" y="80871"/>
                  </a:cubicBezTo>
                  <a:cubicBezTo>
                    <a:pt x="121502" y="72617"/>
                    <a:pt x="115586" y="63362"/>
                    <a:pt x="102522" y="63362"/>
                  </a:cubicBezTo>
                  <a:cubicBezTo>
                    <a:pt x="88472" y="63362"/>
                    <a:pt x="75654" y="73617"/>
                    <a:pt x="63083" y="85373"/>
                  </a:cubicBezTo>
                  <a:cubicBezTo>
                    <a:pt x="52730" y="95378"/>
                    <a:pt x="44595" y="103132"/>
                    <a:pt x="34489" y="107384"/>
                  </a:cubicBezTo>
                  <a:lnTo>
                    <a:pt x="58892" y="7583"/>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0" name="Freeform: Shape 69">
              <a:extLst>
                <a:ext uri="{FF2B5EF4-FFF2-40B4-BE49-F238E27FC236}">
                  <a16:creationId xmlns:a16="http://schemas.microsoft.com/office/drawing/2014/main" id="{13A8B0AB-7058-3098-E8C0-0649B1476545}"/>
                </a:ext>
              </a:extLst>
            </p:cNvPr>
            <p:cNvSpPr/>
            <p:nvPr/>
          </p:nvSpPr>
          <p:spPr>
            <a:xfrm>
              <a:off x="10376574" y="5500837"/>
              <a:ext cx="468694" cy="500255"/>
            </a:xfrm>
            <a:custGeom>
              <a:avLst/>
              <a:gdLst>
                <a:gd name="connsiteX0" fmla="*/ 426307 w 468694"/>
                <a:gd name="connsiteY0" fmla="*/ 500338 h 500255"/>
                <a:gd name="connsiteX1" fmla="*/ 468916 w 468694"/>
                <a:gd name="connsiteY1" fmla="*/ 385994 h 500255"/>
                <a:gd name="connsiteX2" fmla="*/ 460112 w 468694"/>
                <a:gd name="connsiteY2" fmla="*/ 385994 h 500255"/>
                <a:gd name="connsiteX3" fmla="*/ 368557 w 468694"/>
                <a:gd name="connsiteY3" fmla="*/ 458174 h 500255"/>
                <a:gd name="connsiteX4" fmla="*/ 259042 w 468694"/>
                <a:gd name="connsiteY4" fmla="*/ 469251 h 500255"/>
                <a:gd name="connsiteX5" fmla="*/ 46703 w 468694"/>
                <a:gd name="connsiteY5" fmla="*/ 469251 h 500255"/>
                <a:gd name="connsiteX6" fmla="*/ 225941 w 468694"/>
                <a:gd name="connsiteY6" fmla="*/ 255928 h 500255"/>
                <a:gd name="connsiteX7" fmla="*/ 229110 w 468694"/>
                <a:gd name="connsiteY7" fmla="*/ 250210 h 500255"/>
                <a:gd name="connsiteX8" fmla="*/ 226645 w 468694"/>
                <a:gd name="connsiteY8" fmla="*/ 244851 h 500255"/>
                <a:gd name="connsiteX9" fmla="*/ 62549 w 468694"/>
                <a:gd name="connsiteY9" fmla="*/ 17234 h 500255"/>
                <a:gd name="connsiteX10" fmla="*/ 255521 w 468694"/>
                <a:gd name="connsiteY10" fmla="*/ 17234 h 500255"/>
                <a:gd name="connsiteX11" fmla="*/ 337921 w 468694"/>
                <a:gd name="connsiteY11" fmla="*/ 22951 h 500255"/>
                <a:gd name="connsiteX12" fmla="*/ 415391 w 468694"/>
                <a:gd name="connsiteY12" fmla="*/ 49751 h 500255"/>
                <a:gd name="connsiteX13" fmla="*/ 460112 w 468694"/>
                <a:gd name="connsiteY13" fmla="*/ 100491 h 500255"/>
                <a:gd name="connsiteX14" fmla="*/ 468916 w 468694"/>
                <a:gd name="connsiteY14" fmla="*/ 100491 h 500255"/>
                <a:gd name="connsiteX15" fmla="*/ 426307 w 468694"/>
                <a:gd name="connsiteY15" fmla="*/ 83 h 500255"/>
                <a:gd name="connsiteX16" fmla="*/ 10081 w 468694"/>
                <a:gd name="connsiteY16" fmla="*/ 83 h 500255"/>
                <a:gd name="connsiteX17" fmla="*/ 573 w 468694"/>
                <a:gd name="connsiteY17" fmla="*/ 2584 h 500255"/>
                <a:gd name="connsiteX18" fmla="*/ 221 w 468694"/>
                <a:gd name="connsiteY18" fmla="*/ 14376 h 500255"/>
                <a:gd name="connsiteX19" fmla="*/ 186502 w 468694"/>
                <a:gd name="connsiteY19" fmla="*/ 273079 h 500255"/>
                <a:gd name="connsiteX20" fmla="*/ 4095 w 468694"/>
                <a:gd name="connsiteY20" fmla="*/ 489976 h 500255"/>
                <a:gd name="connsiteX21" fmla="*/ 573 w 468694"/>
                <a:gd name="connsiteY21" fmla="*/ 496408 h 500255"/>
                <a:gd name="connsiteX22" fmla="*/ 10081 w 468694"/>
                <a:gd name="connsiteY22" fmla="*/ 500338 h 500255"/>
                <a:gd name="connsiteX23" fmla="*/ 426307 w 468694"/>
                <a:gd name="connsiteY23" fmla="*/ 500338 h 50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68694" h="500255">
                  <a:moveTo>
                    <a:pt x="426307" y="500338"/>
                  </a:moveTo>
                  <a:lnTo>
                    <a:pt x="468916" y="385994"/>
                  </a:lnTo>
                  <a:lnTo>
                    <a:pt x="460112" y="385994"/>
                  </a:lnTo>
                  <a:cubicBezTo>
                    <a:pt x="446379" y="423156"/>
                    <a:pt x="409053" y="447454"/>
                    <a:pt x="368557" y="458174"/>
                  </a:cubicBezTo>
                  <a:cubicBezTo>
                    <a:pt x="361162" y="459961"/>
                    <a:pt x="326652" y="469251"/>
                    <a:pt x="259042" y="469251"/>
                  </a:cubicBezTo>
                  <a:lnTo>
                    <a:pt x="46703" y="469251"/>
                  </a:lnTo>
                  <a:lnTo>
                    <a:pt x="225941" y="255928"/>
                  </a:lnTo>
                  <a:cubicBezTo>
                    <a:pt x="228406" y="253069"/>
                    <a:pt x="229110" y="251997"/>
                    <a:pt x="229110" y="250210"/>
                  </a:cubicBezTo>
                  <a:cubicBezTo>
                    <a:pt x="229110" y="249496"/>
                    <a:pt x="229110" y="248424"/>
                    <a:pt x="226645" y="244851"/>
                  </a:cubicBezTo>
                  <a:lnTo>
                    <a:pt x="62549" y="17234"/>
                  </a:lnTo>
                  <a:lnTo>
                    <a:pt x="255521" y="17234"/>
                  </a:lnTo>
                  <a:cubicBezTo>
                    <a:pt x="302707" y="17234"/>
                    <a:pt x="334752" y="22237"/>
                    <a:pt x="337921" y="22951"/>
                  </a:cubicBezTo>
                  <a:cubicBezTo>
                    <a:pt x="356936" y="25810"/>
                    <a:pt x="387572" y="31885"/>
                    <a:pt x="415391" y="49751"/>
                  </a:cubicBezTo>
                  <a:cubicBezTo>
                    <a:pt x="424195" y="55468"/>
                    <a:pt x="448140" y="71548"/>
                    <a:pt x="460112" y="100491"/>
                  </a:cubicBezTo>
                  <a:lnTo>
                    <a:pt x="468916" y="100491"/>
                  </a:lnTo>
                  <a:lnTo>
                    <a:pt x="426307" y="83"/>
                  </a:lnTo>
                  <a:lnTo>
                    <a:pt x="10081" y="83"/>
                  </a:lnTo>
                  <a:cubicBezTo>
                    <a:pt x="1982" y="83"/>
                    <a:pt x="1630" y="440"/>
                    <a:pt x="573" y="2584"/>
                  </a:cubicBezTo>
                  <a:cubicBezTo>
                    <a:pt x="221" y="3656"/>
                    <a:pt x="221" y="10445"/>
                    <a:pt x="221" y="14376"/>
                  </a:cubicBezTo>
                  <a:lnTo>
                    <a:pt x="186502" y="273079"/>
                  </a:lnTo>
                  <a:lnTo>
                    <a:pt x="4095" y="489976"/>
                  </a:lnTo>
                  <a:cubicBezTo>
                    <a:pt x="573" y="494264"/>
                    <a:pt x="573" y="496050"/>
                    <a:pt x="573" y="496408"/>
                  </a:cubicBezTo>
                  <a:cubicBezTo>
                    <a:pt x="573" y="500338"/>
                    <a:pt x="3743" y="500338"/>
                    <a:pt x="10081" y="500338"/>
                  </a:cubicBezTo>
                  <a:lnTo>
                    <a:pt x="426307" y="500338"/>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1" name="Freeform: Shape 70">
              <a:extLst>
                <a:ext uri="{FF2B5EF4-FFF2-40B4-BE49-F238E27FC236}">
                  <a16:creationId xmlns:a16="http://schemas.microsoft.com/office/drawing/2014/main" id="{476DF431-0757-BBD3-6E69-60099B4BBAAD}"/>
                </a:ext>
              </a:extLst>
            </p:cNvPr>
            <p:cNvSpPr/>
            <p:nvPr/>
          </p:nvSpPr>
          <p:spPr>
            <a:xfrm>
              <a:off x="10394676" y="6096059"/>
              <a:ext cx="74688" cy="168336"/>
            </a:xfrm>
            <a:custGeom>
              <a:avLst/>
              <a:gdLst>
                <a:gd name="connsiteX0" fmla="*/ 68501 w 74688"/>
                <a:gd name="connsiteY0" fmla="*/ 9609 h 168336"/>
                <a:gd name="connsiteX1" fmla="*/ 58641 w 74688"/>
                <a:gd name="connsiteY1" fmla="*/ 104 h 168336"/>
                <a:gd name="connsiteX2" fmla="*/ 44838 w 74688"/>
                <a:gd name="connsiteY2" fmla="*/ 13861 h 168336"/>
                <a:gd name="connsiteX3" fmla="*/ 54698 w 74688"/>
                <a:gd name="connsiteY3" fmla="*/ 23366 h 168336"/>
                <a:gd name="connsiteX4" fmla="*/ 68501 w 74688"/>
                <a:gd name="connsiteY4" fmla="*/ 9609 h 168336"/>
                <a:gd name="connsiteX5" fmla="*/ 18216 w 74688"/>
                <a:gd name="connsiteY5" fmla="*/ 136674 h 168336"/>
                <a:gd name="connsiteX6" fmla="*/ 15998 w 74688"/>
                <a:gd name="connsiteY6" fmla="*/ 147179 h 168336"/>
                <a:gd name="connsiteX7" fmla="*/ 39415 w 74688"/>
                <a:gd name="connsiteY7" fmla="*/ 168440 h 168336"/>
                <a:gd name="connsiteX8" fmla="*/ 74910 w 74688"/>
                <a:gd name="connsiteY8" fmla="*/ 130170 h 168336"/>
                <a:gd name="connsiteX9" fmla="*/ 70966 w 74688"/>
                <a:gd name="connsiteY9" fmla="*/ 126919 h 168336"/>
                <a:gd name="connsiteX10" fmla="*/ 66283 w 74688"/>
                <a:gd name="connsiteY10" fmla="*/ 131171 h 168336"/>
                <a:gd name="connsiteX11" fmla="*/ 40154 w 74688"/>
                <a:gd name="connsiteY11" fmla="*/ 161436 h 168336"/>
                <a:gd name="connsiteX12" fmla="*/ 33992 w 74688"/>
                <a:gd name="connsiteY12" fmla="*/ 152682 h 168336"/>
                <a:gd name="connsiteX13" fmla="*/ 37936 w 74688"/>
                <a:gd name="connsiteY13" fmla="*/ 136674 h 168336"/>
                <a:gd name="connsiteX14" fmla="*/ 45824 w 74688"/>
                <a:gd name="connsiteY14" fmla="*/ 116663 h 168336"/>
                <a:gd name="connsiteX15" fmla="*/ 57902 w 74688"/>
                <a:gd name="connsiteY15" fmla="*/ 84897 h 168336"/>
                <a:gd name="connsiteX16" fmla="*/ 59381 w 74688"/>
                <a:gd name="connsiteY16" fmla="*/ 76893 h 168336"/>
                <a:gd name="connsiteX17" fmla="*/ 35964 w 74688"/>
                <a:gd name="connsiteY17" fmla="*/ 55632 h 168336"/>
                <a:gd name="connsiteX18" fmla="*/ 222 w 74688"/>
                <a:gd name="connsiteY18" fmla="*/ 93902 h 168336"/>
                <a:gd name="connsiteX19" fmla="*/ 4412 w 74688"/>
                <a:gd name="connsiteY19" fmla="*/ 97153 h 168336"/>
                <a:gd name="connsiteX20" fmla="*/ 8849 w 74688"/>
                <a:gd name="connsiteY20" fmla="*/ 93151 h 168336"/>
                <a:gd name="connsiteX21" fmla="*/ 35224 w 74688"/>
                <a:gd name="connsiteY21" fmla="*/ 62636 h 168336"/>
                <a:gd name="connsiteX22" fmla="*/ 41387 w 74688"/>
                <a:gd name="connsiteY22" fmla="*/ 71390 h 168336"/>
                <a:gd name="connsiteX23" fmla="*/ 33745 w 74688"/>
                <a:gd name="connsiteY23" fmla="*/ 96403 h 168336"/>
                <a:gd name="connsiteX24" fmla="*/ 18216 w 74688"/>
                <a:gd name="connsiteY24" fmla="*/ 136674 h 16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4688" h="168336">
                  <a:moveTo>
                    <a:pt x="68501" y="9609"/>
                  </a:moveTo>
                  <a:cubicBezTo>
                    <a:pt x="68501" y="5607"/>
                    <a:pt x="65543" y="104"/>
                    <a:pt x="58641" y="104"/>
                  </a:cubicBezTo>
                  <a:cubicBezTo>
                    <a:pt x="51986" y="104"/>
                    <a:pt x="44838" y="6607"/>
                    <a:pt x="44838" y="13861"/>
                  </a:cubicBezTo>
                  <a:cubicBezTo>
                    <a:pt x="44838" y="18113"/>
                    <a:pt x="48042" y="23366"/>
                    <a:pt x="54698" y="23366"/>
                  </a:cubicBezTo>
                  <a:cubicBezTo>
                    <a:pt x="61846" y="23366"/>
                    <a:pt x="68501" y="16362"/>
                    <a:pt x="68501" y="9609"/>
                  </a:cubicBezTo>
                  <a:close/>
                  <a:moveTo>
                    <a:pt x="18216" y="136674"/>
                  </a:moveTo>
                  <a:cubicBezTo>
                    <a:pt x="17230" y="139925"/>
                    <a:pt x="15998" y="142927"/>
                    <a:pt x="15998" y="147179"/>
                  </a:cubicBezTo>
                  <a:cubicBezTo>
                    <a:pt x="15998" y="158935"/>
                    <a:pt x="25857" y="168440"/>
                    <a:pt x="39415" y="168440"/>
                  </a:cubicBezTo>
                  <a:cubicBezTo>
                    <a:pt x="64064" y="168440"/>
                    <a:pt x="74910" y="133922"/>
                    <a:pt x="74910" y="130170"/>
                  </a:cubicBezTo>
                  <a:cubicBezTo>
                    <a:pt x="74910" y="126919"/>
                    <a:pt x="71706" y="126919"/>
                    <a:pt x="70966" y="126919"/>
                  </a:cubicBezTo>
                  <a:cubicBezTo>
                    <a:pt x="67515" y="126919"/>
                    <a:pt x="67269" y="128419"/>
                    <a:pt x="66283" y="131171"/>
                  </a:cubicBezTo>
                  <a:cubicBezTo>
                    <a:pt x="60613" y="151181"/>
                    <a:pt x="49768" y="161436"/>
                    <a:pt x="40154" y="161436"/>
                  </a:cubicBezTo>
                  <a:cubicBezTo>
                    <a:pt x="35224" y="161436"/>
                    <a:pt x="33992" y="158185"/>
                    <a:pt x="33992" y="152682"/>
                  </a:cubicBezTo>
                  <a:cubicBezTo>
                    <a:pt x="33992" y="146929"/>
                    <a:pt x="35717" y="142176"/>
                    <a:pt x="37936" y="136674"/>
                  </a:cubicBezTo>
                  <a:cubicBezTo>
                    <a:pt x="40401" y="129920"/>
                    <a:pt x="43112" y="123167"/>
                    <a:pt x="45824" y="116663"/>
                  </a:cubicBezTo>
                  <a:cubicBezTo>
                    <a:pt x="48042" y="110660"/>
                    <a:pt x="56916" y="87899"/>
                    <a:pt x="57902" y="84897"/>
                  </a:cubicBezTo>
                  <a:cubicBezTo>
                    <a:pt x="58641" y="82396"/>
                    <a:pt x="59381" y="79394"/>
                    <a:pt x="59381" y="76893"/>
                  </a:cubicBezTo>
                  <a:cubicBezTo>
                    <a:pt x="59381" y="65137"/>
                    <a:pt x="49521" y="55632"/>
                    <a:pt x="35964" y="55632"/>
                  </a:cubicBezTo>
                  <a:cubicBezTo>
                    <a:pt x="11561" y="55632"/>
                    <a:pt x="222" y="89650"/>
                    <a:pt x="222" y="93902"/>
                  </a:cubicBezTo>
                  <a:cubicBezTo>
                    <a:pt x="222" y="97153"/>
                    <a:pt x="3673" y="97153"/>
                    <a:pt x="4412" y="97153"/>
                  </a:cubicBezTo>
                  <a:cubicBezTo>
                    <a:pt x="7863" y="97153"/>
                    <a:pt x="8110" y="95903"/>
                    <a:pt x="8849" y="93151"/>
                  </a:cubicBezTo>
                  <a:cubicBezTo>
                    <a:pt x="15258" y="71640"/>
                    <a:pt x="26104" y="62636"/>
                    <a:pt x="35224" y="62636"/>
                  </a:cubicBezTo>
                  <a:cubicBezTo>
                    <a:pt x="39168" y="62636"/>
                    <a:pt x="41387" y="64637"/>
                    <a:pt x="41387" y="71390"/>
                  </a:cubicBezTo>
                  <a:cubicBezTo>
                    <a:pt x="41387" y="77143"/>
                    <a:pt x="39908" y="80895"/>
                    <a:pt x="33745" y="96403"/>
                  </a:cubicBezTo>
                  <a:lnTo>
                    <a:pt x="18216" y="136674"/>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2" name="Freeform: Shape 71">
              <a:extLst>
                <a:ext uri="{FF2B5EF4-FFF2-40B4-BE49-F238E27FC236}">
                  <a16:creationId xmlns:a16="http://schemas.microsoft.com/office/drawing/2014/main" id="{A4171DCD-8105-EA4A-DD9C-F3F8EB0A93D1}"/>
                </a:ext>
              </a:extLst>
            </p:cNvPr>
            <p:cNvSpPr/>
            <p:nvPr/>
          </p:nvSpPr>
          <p:spPr>
            <a:xfrm>
              <a:off x="10499976" y="6165595"/>
              <a:ext cx="181421" cy="67284"/>
            </a:xfrm>
            <a:custGeom>
              <a:avLst/>
              <a:gdLst>
                <a:gd name="connsiteX0" fmla="*/ 172279 w 181421"/>
                <a:gd name="connsiteY0" fmla="*/ 12360 h 67284"/>
                <a:gd name="connsiteX1" fmla="*/ 181646 w 181421"/>
                <a:gd name="connsiteY1" fmla="*/ 6107 h 67284"/>
                <a:gd name="connsiteX2" fmla="*/ 172526 w 181421"/>
                <a:gd name="connsiteY2" fmla="*/ 104 h 67284"/>
                <a:gd name="connsiteX3" fmla="*/ 9345 w 181421"/>
                <a:gd name="connsiteY3" fmla="*/ 104 h 67284"/>
                <a:gd name="connsiteX4" fmla="*/ 225 w 181421"/>
                <a:gd name="connsiteY4" fmla="*/ 6107 h 67284"/>
                <a:gd name="connsiteX5" fmla="*/ 9592 w 181421"/>
                <a:gd name="connsiteY5" fmla="*/ 12360 h 67284"/>
                <a:gd name="connsiteX6" fmla="*/ 172279 w 181421"/>
                <a:gd name="connsiteY6" fmla="*/ 12360 h 67284"/>
                <a:gd name="connsiteX7" fmla="*/ 172526 w 181421"/>
                <a:gd name="connsiteY7" fmla="*/ 67388 h 67284"/>
                <a:gd name="connsiteX8" fmla="*/ 181646 w 181421"/>
                <a:gd name="connsiteY8" fmla="*/ 61385 h 67284"/>
                <a:gd name="connsiteX9" fmla="*/ 172279 w 181421"/>
                <a:gd name="connsiteY9" fmla="*/ 55132 h 67284"/>
                <a:gd name="connsiteX10" fmla="*/ 9592 w 181421"/>
                <a:gd name="connsiteY10" fmla="*/ 55132 h 67284"/>
                <a:gd name="connsiteX11" fmla="*/ 225 w 181421"/>
                <a:gd name="connsiteY11" fmla="*/ 61385 h 67284"/>
                <a:gd name="connsiteX12" fmla="*/ 9345 w 181421"/>
                <a:gd name="connsiteY12" fmla="*/ 67388 h 67284"/>
                <a:gd name="connsiteX13" fmla="*/ 172526 w 181421"/>
                <a:gd name="connsiteY13" fmla="*/ 67388 h 67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1421" h="67284">
                  <a:moveTo>
                    <a:pt x="172279" y="12360"/>
                  </a:moveTo>
                  <a:cubicBezTo>
                    <a:pt x="175976" y="12360"/>
                    <a:pt x="181646" y="12360"/>
                    <a:pt x="181646" y="6107"/>
                  </a:cubicBezTo>
                  <a:cubicBezTo>
                    <a:pt x="181646" y="104"/>
                    <a:pt x="175730" y="104"/>
                    <a:pt x="172526" y="104"/>
                  </a:cubicBezTo>
                  <a:lnTo>
                    <a:pt x="9345" y="104"/>
                  </a:lnTo>
                  <a:cubicBezTo>
                    <a:pt x="6141" y="104"/>
                    <a:pt x="225" y="104"/>
                    <a:pt x="225" y="6107"/>
                  </a:cubicBezTo>
                  <a:cubicBezTo>
                    <a:pt x="225" y="12360"/>
                    <a:pt x="5894" y="12360"/>
                    <a:pt x="9592" y="12360"/>
                  </a:cubicBezTo>
                  <a:lnTo>
                    <a:pt x="172279" y="12360"/>
                  </a:lnTo>
                  <a:close/>
                  <a:moveTo>
                    <a:pt x="172526" y="67388"/>
                  </a:moveTo>
                  <a:cubicBezTo>
                    <a:pt x="175730" y="67388"/>
                    <a:pt x="181646" y="67388"/>
                    <a:pt x="181646" y="61385"/>
                  </a:cubicBezTo>
                  <a:cubicBezTo>
                    <a:pt x="181646" y="55132"/>
                    <a:pt x="175976" y="55132"/>
                    <a:pt x="172279" y="55132"/>
                  </a:cubicBezTo>
                  <a:lnTo>
                    <a:pt x="9592" y="55132"/>
                  </a:lnTo>
                  <a:cubicBezTo>
                    <a:pt x="5894" y="55132"/>
                    <a:pt x="225" y="55132"/>
                    <a:pt x="225" y="61385"/>
                  </a:cubicBezTo>
                  <a:cubicBezTo>
                    <a:pt x="225" y="67388"/>
                    <a:pt x="6141" y="67388"/>
                    <a:pt x="9345" y="67388"/>
                  </a:cubicBezTo>
                  <a:lnTo>
                    <a:pt x="172526" y="67388"/>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3" name="Freeform: Shape 72">
              <a:extLst>
                <a:ext uri="{FF2B5EF4-FFF2-40B4-BE49-F238E27FC236}">
                  <a16:creationId xmlns:a16="http://schemas.microsoft.com/office/drawing/2014/main" id="{B006AB13-361B-B813-DA76-EAAC83E9DC89}"/>
                </a:ext>
              </a:extLst>
            </p:cNvPr>
            <p:cNvSpPr/>
            <p:nvPr/>
          </p:nvSpPr>
          <p:spPr>
            <a:xfrm>
              <a:off x="10725763" y="6095809"/>
              <a:ext cx="89724" cy="166084"/>
            </a:xfrm>
            <a:custGeom>
              <a:avLst/>
              <a:gdLst>
                <a:gd name="connsiteX0" fmla="*/ 55939 w 89724"/>
                <a:gd name="connsiteY0" fmla="*/ 7107 h 166084"/>
                <a:gd name="connsiteX1" fmla="*/ 48544 w 89724"/>
                <a:gd name="connsiteY1" fmla="*/ 104 h 166084"/>
                <a:gd name="connsiteX2" fmla="*/ 231 w 89724"/>
                <a:gd name="connsiteY2" fmla="*/ 16112 h 166084"/>
                <a:gd name="connsiteX3" fmla="*/ 231 w 89724"/>
                <a:gd name="connsiteY3" fmla="*/ 25117 h 166084"/>
                <a:gd name="connsiteX4" fmla="*/ 35973 w 89724"/>
                <a:gd name="connsiteY4" fmla="*/ 18113 h 166084"/>
                <a:gd name="connsiteX5" fmla="*/ 35973 w 89724"/>
                <a:gd name="connsiteY5" fmla="*/ 145678 h 166084"/>
                <a:gd name="connsiteX6" fmla="*/ 11323 w 89724"/>
                <a:gd name="connsiteY6" fmla="*/ 157184 h 166084"/>
                <a:gd name="connsiteX7" fmla="*/ 1956 w 89724"/>
                <a:gd name="connsiteY7" fmla="*/ 157184 h 166084"/>
                <a:gd name="connsiteX8" fmla="*/ 1956 w 89724"/>
                <a:gd name="connsiteY8" fmla="*/ 166189 h 166084"/>
                <a:gd name="connsiteX9" fmla="*/ 45833 w 89724"/>
                <a:gd name="connsiteY9" fmla="*/ 165188 h 166084"/>
                <a:gd name="connsiteX10" fmla="*/ 89955 w 89724"/>
                <a:gd name="connsiteY10" fmla="*/ 166189 h 166084"/>
                <a:gd name="connsiteX11" fmla="*/ 89955 w 89724"/>
                <a:gd name="connsiteY11" fmla="*/ 157184 h 166084"/>
                <a:gd name="connsiteX12" fmla="*/ 80589 w 89724"/>
                <a:gd name="connsiteY12" fmla="*/ 157184 h 166084"/>
                <a:gd name="connsiteX13" fmla="*/ 55939 w 89724"/>
                <a:gd name="connsiteY13" fmla="*/ 145678 h 166084"/>
                <a:gd name="connsiteX14" fmla="*/ 55939 w 89724"/>
                <a:gd name="connsiteY14" fmla="*/ 7107 h 1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9724" h="166084">
                  <a:moveTo>
                    <a:pt x="55939" y="7107"/>
                  </a:moveTo>
                  <a:cubicBezTo>
                    <a:pt x="55939" y="354"/>
                    <a:pt x="55446" y="104"/>
                    <a:pt x="48544" y="104"/>
                  </a:cubicBezTo>
                  <a:cubicBezTo>
                    <a:pt x="32768" y="15862"/>
                    <a:pt x="10337" y="16112"/>
                    <a:pt x="231" y="16112"/>
                  </a:cubicBezTo>
                  <a:lnTo>
                    <a:pt x="231" y="25117"/>
                  </a:lnTo>
                  <a:cubicBezTo>
                    <a:pt x="6147" y="25117"/>
                    <a:pt x="22416" y="25117"/>
                    <a:pt x="35973" y="18113"/>
                  </a:cubicBezTo>
                  <a:lnTo>
                    <a:pt x="35973" y="145678"/>
                  </a:lnTo>
                  <a:cubicBezTo>
                    <a:pt x="35973" y="153932"/>
                    <a:pt x="35973" y="157184"/>
                    <a:pt x="11323" y="157184"/>
                  </a:cubicBezTo>
                  <a:lnTo>
                    <a:pt x="1956" y="157184"/>
                  </a:lnTo>
                  <a:lnTo>
                    <a:pt x="1956" y="166189"/>
                  </a:lnTo>
                  <a:cubicBezTo>
                    <a:pt x="6393" y="165939"/>
                    <a:pt x="36712" y="165188"/>
                    <a:pt x="45833" y="165188"/>
                  </a:cubicBezTo>
                  <a:cubicBezTo>
                    <a:pt x="53474" y="165188"/>
                    <a:pt x="84533" y="165939"/>
                    <a:pt x="89955" y="166189"/>
                  </a:cubicBezTo>
                  <a:lnTo>
                    <a:pt x="89955" y="157184"/>
                  </a:lnTo>
                  <a:lnTo>
                    <a:pt x="80589" y="157184"/>
                  </a:lnTo>
                  <a:cubicBezTo>
                    <a:pt x="55939" y="157184"/>
                    <a:pt x="55939" y="153932"/>
                    <a:pt x="55939" y="145678"/>
                  </a:cubicBezTo>
                  <a:lnTo>
                    <a:pt x="55939" y="7107"/>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4" name="Freeform: Shape 73">
              <a:extLst>
                <a:ext uri="{FF2B5EF4-FFF2-40B4-BE49-F238E27FC236}">
                  <a16:creationId xmlns:a16="http://schemas.microsoft.com/office/drawing/2014/main" id="{A59458C4-5AD3-8D09-A2E0-3785256FFF25}"/>
                </a:ext>
              </a:extLst>
            </p:cNvPr>
            <p:cNvSpPr/>
            <p:nvPr/>
          </p:nvSpPr>
          <p:spPr>
            <a:xfrm>
              <a:off x="10934046" y="5680216"/>
              <a:ext cx="136277" cy="164012"/>
            </a:xfrm>
            <a:custGeom>
              <a:avLst/>
              <a:gdLst>
                <a:gd name="connsiteX0" fmla="*/ 29817 w 136277"/>
                <a:gd name="connsiteY0" fmla="*/ 70128 h 164012"/>
                <a:gd name="connsiteX1" fmla="*/ 73482 w 136277"/>
                <a:gd name="connsiteY1" fmla="*/ 7953 h 164012"/>
                <a:gd name="connsiteX2" fmla="*/ 113273 w 136277"/>
                <a:gd name="connsiteY2" fmla="*/ 70128 h 164012"/>
                <a:gd name="connsiteX3" fmla="*/ 29817 w 136277"/>
                <a:gd name="connsiteY3" fmla="*/ 70128 h 164012"/>
                <a:gd name="connsiteX4" fmla="*/ 29465 w 136277"/>
                <a:gd name="connsiteY4" fmla="*/ 77632 h 164012"/>
                <a:gd name="connsiteX5" fmla="*/ 127711 w 136277"/>
                <a:gd name="connsiteY5" fmla="*/ 77632 h 164012"/>
                <a:gd name="connsiteX6" fmla="*/ 136514 w 136277"/>
                <a:gd name="connsiteY6" fmla="*/ 70128 h 164012"/>
                <a:gd name="connsiteX7" fmla="*/ 73482 w 136277"/>
                <a:gd name="connsiteY7" fmla="*/ 92 h 164012"/>
                <a:gd name="connsiteX8" fmla="*/ 237 w 136277"/>
                <a:gd name="connsiteY8" fmla="*/ 81562 h 164012"/>
                <a:gd name="connsiteX9" fmla="*/ 77707 w 136277"/>
                <a:gd name="connsiteY9" fmla="*/ 164104 h 164012"/>
                <a:gd name="connsiteX10" fmla="*/ 136514 w 136277"/>
                <a:gd name="connsiteY10" fmla="*/ 117652 h 164012"/>
                <a:gd name="connsiteX11" fmla="*/ 131937 w 136277"/>
                <a:gd name="connsiteY11" fmla="*/ 113364 h 164012"/>
                <a:gd name="connsiteX12" fmla="*/ 127359 w 136277"/>
                <a:gd name="connsiteY12" fmla="*/ 118367 h 164012"/>
                <a:gd name="connsiteX13" fmla="*/ 79820 w 136277"/>
                <a:gd name="connsiteY13" fmla="*/ 155171 h 164012"/>
                <a:gd name="connsiteX14" fmla="*/ 40029 w 136277"/>
                <a:gd name="connsiteY14" fmla="*/ 131231 h 164012"/>
                <a:gd name="connsiteX15" fmla="*/ 29465 w 136277"/>
                <a:gd name="connsiteY15" fmla="*/ 77632 h 164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6277" h="164012">
                  <a:moveTo>
                    <a:pt x="29817" y="70128"/>
                  </a:moveTo>
                  <a:cubicBezTo>
                    <a:pt x="31930" y="16886"/>
                    <a:pt x="61509" y="7953"/>
                    <a:pt x="73482" y="7953"/>
                  </a:cubicBezTo>
                  <a:cubicBezTo>
                    <a:pt x="109752" y="7953"/>
                    <a:pt x="113273" y="56192"/>
                    <a:pt x="113273" y="70128"/>
                  </a:cubicBezTo>
                  <a:lnTo>
                    <a:pt x="29817" y="70128"/>
                  </a:lnTo>
                  <a:close/>
                  <a:moveTo>
                    <a:pt x="29465" y="77632"/>
                  </a:moveTo>
                  <a:lnTo>
                    <a:pt x="127711" y="77632"/>
                  </a:lnTo>
                  <a:cubicBezTo>
                    <a:pt x="135458" y="77632"/>
                    <a:pt x="136514" y="77632"/>
                    <a:pt x="136514" y="70128"/>
                  </a:cubicBezTo>
                  <a:cubicBezTo>
                    <a:pt x="136514" y="34753"/>
                    <a:pt x="117499" y="92"/>
                    <a:pt x="73482" y="92"/>
                  </a:cubicBezTo>
                  <a:cubicBezTo>
                    <a:pt x="32634" y="92"/>
                    <a:pt x="237" y="36897"/>
                    <a:pt x="237" y="81562"/>
                  </a:cubicBezTo>
                  <a:cubicBezTo>
                    <a:pt x="237" y="129444"/>
                    <a:pt x="37212" y="164104"/>
                    <a:pt x="77707" y="164104"/>
                  </a:cubicBezTo>
                  <a:cubicBezTo>
                    <a:pt x="120668" y="164104"/>
                    <a:pt x="136514" y="124441"/>
                    <a:pt x="136514" y="117652"/>
                  </a:cubicBezTo>
                  <a:cubicBezTo>
                    <a:pt x="136514" y="114079"/>
                    <a:pt x="133697" y="113364"/>
                    <a:pt x="131937" y="113364"/>
                  </a:cubicBezTo>
                  <a:cubicBezTo>
                    <a:pt x="128767" y="113364"/>
                    <a:pt x="128063" y="115508"/>
                    <a:pt x="127359" y="118367"/>
                  </a:cubicBezTo>
                  <a:cubicBezTo>
                    <a:pt x="115034" y="155171"/>
                    <a:pt x="83342" y="155171"/>
                    <a:pt x="79820" y="155171"/>
                  </a:cubicBezTo>
                  <a:cubicBezTo>
                    <a:pt x="62213" y="155171"/>
                    <a:pt x="48128" y="144452"/>
                    <a:pt x="40029" y="131231"/>
                  </a:cubicBezTo>
                  <a:cubicBezTo>
                    <a:pt x="29465" y="114079"/>
                    <a:pt x="29465" y="90495"/>
                    <a:pt x="29465" y="77632"/>
                  </a:cubicBez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5" name="Freeform: Shape 74">
              <a:extLst>
                <a:ext uri="{FF2B5EF4-FFF2-40B4-BE49-F238E27FC236}">
                  <a16:creationId xmlns:a16="http://schemas.microsoft.com/office/drawing/2014/main" id="{8BFFF179-1A99-58A4-2D44-819D443CBFC8}"/>
                </a:ext>
              </a:extLst>
            </p:cNvPr>
            <p:cNvSpPr/>
            <p:nvPr/>
          </p:nvSpPr>
          <p:spPr>
            <a:xfrm>
              <a:off x="11091961" y="5682360"/>
              <a:ext cx="275019" cy="157937"/>
            </a:xfrm>
            <a:custGeom>
              <a:avLst/>
              <a:gdLst>
                <a:gd name="connsiteX0" fmla="*/ 27708 w 275019"/>
                <a:gd name="connsiteY0" fmla="*/ 35110 h 157937"/>
                <a:gd name="connsiteX1" fmla="*/ 27708 w 275019"/>
                <a:gd name="connsiteY1" fmla="*/ 130873 h 157937"/>
                <a:gd name="connsiteX2" fmla="*/ 242 w 275019"/>
                <a:gd name="connsiteY2" fmla="*/ 146953 h 157937"/>
                <a:gd name="connsiteX3" fmla="*/ 242 w 275019"/>
                <a:gd name="connsiteY3" fmla="*/ 158030 h 157937"/>
                <a:gd name="connsiteX4" fmla="*/ 40033 w 275019"/>
                <a:gd name="connsiteY4" fmla="*/ 156958 h 157937"/>
                <a:gd name="connsiteX5" fmla="*/ 79473 w 275019"/>
                <a:gd name="connsiteY5" fmla="*/ 158030 h 157937"/>
                <a:gd name="connsiteX6" fmla="*/ 79473 w 275019"/>
                <a:gd name="connsiteY6" fmla="*/ 146953 h 157937"/>
                <a:gd name="connsiteX7" fmla="*/ 52006 w 275019"/>
                <a:gd name="connsiteY7" fmla="*/ 130873 h 157937"/>
                <a:gd name="connsiteX8" fmla="*/ 52006 w 275019"/>
                <a:gd name="connsiteY8" fmla="*/ 65125 h 157937"/>
                <a:gd name="connsiteX9" fmla="*/ 99544 w 275019"/>
                <a:gd name="connsiteY9" fmla="*/ 7953 h 157937"/>
                <a:gd name="connsiteX10" fmla="*/ 125603 w 275019"/>
                <a:gd name="connsiteY10" fmla="*/ 47616 h 157937"/>
                <a:gd name="connsiteX11" fmla="*/ 125603 w 275019"/>
                <a:gd name="connsiteY11" fmla="*/ 130873 h 157937"/>
                <a:gd name="connsiteX12" fmla="*/ 98136 w 275019"/>
                <a:gd name="connsiteY12" fmla="*/ 146953 h 157937"/>
                <a:gd name="connsiteX13" fmla="*/ 98136 w 275019"/>
                <a:gd name="connsiteY13" fmla="*/ 158030 h 157937"/>
                <a:gd name="connsiteX14" fmla="*/ 137927 w 275019"/>
                <a:gd name="connsiteY14" fmla="*/ 156958 h 157937"/>
                <a:gd name="connsiteX15" fmla="*/ 177367 w 275019"/>
                <a:gd name="connsiteY15" fmla="*/ 158030 h 157937"/>
                <a:gd name="connsiteX16" fmla="*/ 177367 w 275019"/>
                <a:gd name="connsiteY16" fmla="*/ 146953 h 157937"/>
                <a:gd name="connsiteX17" fmla="*/ 149900 w 275019"/>
                <a:gd name="connsiteY17" fmla="*/ 130873 h 157937"/>
                <a:gd name="connsiteX18" fmla="*/ 149900 w 275019"/>
                <a:gd name="connsiteY18" fmla="*/ 65125 h 157937"/>
                <a:gd name="connsiteX19" fmla="*/ 197439 w 275019"/>
                <a:gd name="connsiteY19" fmla="*/ 7953 h 157937"/>
                <a:gd name="connsiteX20" fmla="*/ 223497 w 275019"/>
                <a:gd name="connsiteY20" fmla="*/ 47616 h 157937"/>
                <a:gd name="connsiteX21" fmla="*/ 223497 w 275019"/>
                <a:gd name="connsiteY21" fmla="*/ 130873 h 157937"/>
                <a:gd name="connsiteX22" fmla="*/ 196030 w 275019"/>
                <a:gd name="connsiteY22" fmla="*/ 146953 h 157937"/>
                <a:gd name="connsiteX23" fmla="*/ 196030 w 275019"/>
                <a:gd name="connsiteY23" fmla="*/ 158030 h 157937"/>
                <a:gd name="connsiteX24" fmla="*/ 235822 w 275019"/>
                <a:gd name="connsiteY24" fmla="*/ 156958 h 157937"/>
                <a:gd name="connsiteX25" fmla="*/ 275261 w 275019"/>
                <a:gd name="connsiteY25" fmla="*/ 158030 h 157937"/>
                <a:gd name="connsiteX26" fmla="*/ 275261 w 275019"/>
                <a:gd name="connsiteY26" fmla="*/ 146953 h 157937"/>
                <a:gd name="connsiteX27" fmla="*/ 247794 w 275019"/>
                <a:gd name="connsiteY27" fmla="*/ 136233 h 157937"/>
                <a:gd name="connsiteX28" fmla="*/ 247794 w 275019"/>
                <a:gd name="connsiteY28" fmla="*/ 67984 h 157937"/>
                <a:gd name="connsiteX29" fmla="*/ 236878 w 275019"/>
                <a:gd name="connsiteY29" fmla="*/ 13313 h 157937"/>
                <a:gd name="connsiteX30" fmla="*/ 199903 w 275019"/>
                <a:gd name="connsiteY30" fmla="*/ 92 h 157937"/>
                <a:gd name="connsiteX31" fmla="*/ 148844 w 275019"/>
                <a:gd name="connsiteY31" fmla="*/ 35110 h 157937"/>
                <a:gd name="connsiteX32" fmla="*/ 102009 w 275019"/>
                <a:gd name="connsiteY32" fmla="*/ 92 h 157937"/>
                <a:gd name="connsiteX33" fmla="*/ 49893 w 275019"/>
                <a:gd name="connsiteY33" fmla="*/ 37611 h 157937"/>
                <a:gd name="connsiteX34" fmla="*/ 49893 w 275019"/>
                <a:gd name="connsiteY34" fmla="*/ 92 h 157937"/>
                <a:gd name="connsiteX35" fmla="*/ 242 w 275019"/>
                <a:gd name="connsiteY35" fmla="*/ 4023 h 157937"/>
                <a:gd name="connsiteX36" fmla="*/ 242 w 275019"/>
                <a:gd name="connsiteY36" fmla="*/ 15100 h 157937"/>
                <a:gd name="connsiteX37" fmla="*/ 27708 w 275019"/>
                <a:gd name="connsiteY37" fmla="*/ 35110 h 157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75019" h="157937">
                  <a:moveTo>
                    <a:pt x="27708" y="35110"/>
                  </a:moveTo>
                  <a:lnTo>
                    <a:pt x="27708" y="130873"/>
                  </a:lnTo>
                  <a:cubicBezTo>
                    <a:pt x="27708" y="146953"/>
                    <a:pt x="23835" y="146953"/>
                    <a:pt x="242" y="146953"/>
                  </a:cubicBezTo>
                  <a:lnTo>
                    <a:pt x="242" y="158030"/>
                  </a:lnTo>
                  <a:cubicBezTo>
                    <a:pt x="12566" y="157673"/>
                    <a:pt x="30525" y="156958"/>
                    <a:pt x="40033" y="156958"/>
                  </a:cubicBezTo>
                  <a:cubicBezTo>
                    <a:pt x="49189" y="156958"/>
                    <a:pt x="67500" y="157673"/>
                    <a:pt x="79473" y="158030"/>
                  </a:cubicBezTo>
                  <a:lnTo>
                    <a:pt x="79473" y="146953"/>
                  </a:lnTo>
                  <a:cubicBezTo>
                    <a:pt x="55879" y="146953"/>
                    <a:pt x="52006" y="146953"/>
                    <a:pt x="52006" y="130873"/>
                  </a:cubicBezTo>
                  <a:lnTo>
                    <a:pt x="52006" y="65125"/>
                  </a:lnTo>
                  <a:cubicBezTo>
                    <a:pt x="52006" y="27963"/>
                    <a:pt x="77008" y="7953"/>
                    <a:pt x="99544" y="7953"/>
                  </a:cubicBezTo>
                  <a:cubicBezTo>
                    <a:pt x="121729" y="7953"/>
                    <a:pt x="125603" y="27249"/>
                    <a:pt x="125603" y="47616"/>
                  </a:cubicBezTo>
                  <a:lnTo>
                    <a:pt x="125603" y="130873"/>
                  </a:lnTo>
                  <a:cubicBezTo>
                    <a:pt x="125603" y="146953"/>
                    <a:pt x="121729" y="146953"/>
                    <a:pt x="98136" y="146953"/>
                  </a:cubicBezTo>
                  <a:lnTo>
                    <a:pt x="98136" y="158030"/>
                  </a:lnTo>
                  <a:cubicBezTo>
                    <a:pt x="110461" y="157673"/>
                    <a:pt x="128420" y="156958"/>
                    <a:pt x="137927" y="156958"/>
                  </a:cubicBezTo>
                  <a:cubicBezTo>
                    <a:pt x="147083" y="156958"/>
                    <a:pt x="165394" y="157673"/>
                    <a:pt x="177367" y="158030"/>
                  </a:cubicBezTo>
                  <a:lnTo>
                    <a:pt x="177367" y="146953"/>
                  </a:lnTo>
                  <a:cubicBezTo>
                    <a:pt x="153774" y="146953"/>
                    <a:pt x="149900" y="146953"/>
                    <a:pt x="149900" y="130873"/>
                  </a:cubicBezTo>
                  <a:lnTo>
                    <a:pt x="149900" y="65125"/>
                  </a:lnTo>
                  <a:cubicBezTo>
                    <a:pt x="149900" y="27963"/>
                    <a:pt x="174902" y="7953"/>
                    <a:pt x="197439" y="7953"/>
                  </a:cubicBezTo>
                  <a:cubicBezTo>
                    <a:pt x="219623" y="7953"/>
                    <a:pt x="223497" y="27249"/>
                    <a:pt x="223497" y="47616"/>
                  </a:cubicBezTo>
                  <a:lnTo>
                    <a:pt x="223497" y="130873"/>
                  </a:lnTo>
                  <a:cubicBezTo>
                    <a:pt x="223497" y="146953"/>
                    <a:pt x="219623" y="146953"/>
                    <a:pt x="196030" y="146953"/>
                  </a:cubicBezTo>
                  <a:lnTo>
                    <a:pt x="196030" y="158030"/>
                  </a:lnTo>
                  <a:cubicBezTo>
                    <a:pt x="208355" y="157673"/>
                    <a:pt x="226314" y="156958"/>
                    <a:pt x="235822" y="156958"/>
                  </a:cubicBezTo>
                  <a:cubicBezTo>
                    <a:pt x="244977" y="156958"/>
                    <a:pt x="263288" y="157673"/>
                    <a:pt x="275261" y="158030"/>
                  </a:cubicBezTo>
                  <a:lnTo>
                    <a:pt x="275261" y="146953"/>
                  </a:lnTo>
                  <a:cubicBezTo>
                    <a:pt x="256950" y="146953"/>
                    <a:pt x="248146" y="146953"/>
                    <a:pt x="247794" y="136233"/>
                  </a:cubicBezTo>
                  <a:lnTo>
                    <a:pt x="247794" y="67984"/>
                  </a:lnTo>
                  <a:cubicBezTo>
                    <a:pt x="247794" y="37254"/>
                    <a:pt x="247794" y="26177"/>
                    <a:pt x="236878" y="13313"/>
                  </a:cubicBezTo>
                  <a:cubicBezTo>
                    <a:pt x="231948" y="7239"/>
                    <a:pt x="220327" y="92"/>
                    <a:pt x="199903" y="92"/>
                  </a:cubicBezTo>
                  <a:cubicBezTo>
                    <a:pt x="170324" y="92"/>
                    <a:pt x="154830" y="21532"/>
                    <a:pt x="148844" y="35110"/>
                  </a:cubicBezTo>
                  <a:cubicBezTo>
                    <a:pt x="143914" y="4023"/>
                    <a:pt x="117856" y="92"/>
                    <a:pt x="102009" y="92"/>
                  </a:cubicBezTo>
                  <a:cubicBezTo>
                    <a:pt x="76303" y="92"/>
                    <a:pt x="59753" y="15457"/>
                    <a:pt x="49893" y="37611"/>
                  </a:cubicBezTo>
                  <a:lnTo>
                    <a:pt x="49893" y="92"/>
                  </a:lnTo>
                  <a:lnTo>
                    <a:pt x="242" y="4023"/>
                  </a:lnTo>
                  <a:lnTo>
                    <a:pt x="242" y="15100"/>
                  </a:lnTo>
                  <a:cubicBezTo>
                    <a:pt x="24891" y="15100"/>
                    <a:pt x="27708" y="17601"/>
                    <a:pt x="27708" y="35110"/>
                  </a:cubicBez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6" name="Freeform: Shape 75">
              <a:extLst>
                <a:ext uri="{FF2B5EF4-FFF2-40B4-BE49-F238E27FC236}">
                  <a16:creationId xmlns:a16="http://schemas.microsoft.com/office/drawing/2014/main" id="{7616BBD0-D444-723F-5FE4-3C6B9D8D6CFE}"/>
                </a:ext>
              </a:extLst>
            </p:cNvPr>
            <p:cNvSpPr/>
            <p:nvPr/>
          </p:nvSpPr>
          <p:spPr>
            <a:xfrm>
              <a:off x="11374219" y="5592314"/>
              <a:ext cx="173603" cy="251914"/>
            </a:xfrm>
            <a:custGeom>
              <a:avLst/>
              <a:gdLst>
                <a:gd name="connsiteX0" fmla="*/ 50957 w 173603"/>
                <a:gd name="connsiteY0" fmla="*/ 113364 h 251914"/>
                <a:gd name="connsiteX1" fmla="*/ 50957 w 173603"/>
                <a:gd name="connsiteY1" fmla="*/ 92 h 251914"/>
                <a:gd name="connsiteX2" fmla="*/ 250 w 173603"/>
                <a:gd name="connsiteY2" fmla="*/ 4023 h 251914"/>
                <a:gd name="connsiteX3" fmla="*/ 250 w 173603"/>
                <a:gd name="connsiteY3" fmla="*/ 15100 h 251914"/>
                <a:gd name="connsiteX4" fmla="*/ 27716 w 173603"/>
                <a:gd name="connsiteY4" fmla="*/ 35110 h 251914"/>
                <a:gd name="connsiteX5" fmla="*/ 27716 w 173603"/>
                <a:gd name="connsiteY5" fmla="*/ 248076 h 251914"/>
                <a:gd name="connsiteX6" fmla="*/ 36520 w 173603"/>
                <a:gd name="connsiteY6" fmla="*/ 248076 h 251914"/>
                <a:gd name="connsiteX7" fmla="*/ 49197 w 173603"/>
                <a:gd name="connsiteY7" fmla="*/ 225922 h 251914"/>
                <a:gd name="connsiteX8" fmla="*/ 95327 w 173603"/>
                <a:gd name="connsiteY8" fmla="*/ 252007 h 251914"/>
                <a:gd name="connsiteX9" fmla="*/ 173853 w 173603"/>
                <a:gd name="connsiteY9" fmla="*/ 170894 h 251914"/>
                <a:gd name="connsiteX10" fmla="*/ 99200 w 173603"/>
                <a:gd name="connsiteY10" fmla="*/ 90138 h 251914"/>
                <a:gd name="connsiteX11" fmla="*/ 50957 w 173603"/>
                <a:gd name="connsiteY11" fmla="*/ 113364 h 251914"/>
                <a:gd name="connsiteX12" fmla="*/ 52014 w 173603"/>
                <a:gd name="connsiteY12" fmla="*/ 207341 h 251914"/>
                <a:gd name="connsiteX13" fmla="*/ 52014 w 173603"/>
                <a:gd name="connsiteY13" fmla="*/ 133732 h 251914"/>
                <a:gd name="connsiteX14" fmla="*/ 55887 w 173603"/>
                <a:gd name="connsiteY14" fmla="*/ 120868 h 251914"/>
                <a:gd name="connsiteX15" fmla="*/ 97440 w 173603"/>
                <a:gd name="connsiteY15" fmla="*/ 97999 h 251914"/>
                <a:gd name="connsiteX16" fmla="*/ 134414 w 173603"/>
                <a:gd name="connsiteY16" fmla="*/ 120868 h 251914"/>
                <a:gd name="connsiteX17" fmla="*/ 144626 w 173603"/>
                <a:gd name="connsiteY17" fmla="*/ 170536 h 251914"/>
                <a:gd name="connsiteX18" fmla="*/ 133710 w 173603"/>
                <a:gd name="connsiteY18" fmla="*/ 221277 h 251914"/>
                <a:gd name="connsiteX19" fmla="*/ 93918 w 173603"/>
                <a:gd name="connsiteY19" fmla="*/ 244145 h 251914"/>
                <a:gd name="connsiteX20" fmla="*/ 56944 w 173603"/>
                <a:gd name="connsiteY20" fmla="*/ 222349 h 251914"/>
                <a:gd name="connsiteX21" fmla="*/ 52014 w 173603"/>
                <a:gd name="connsiteY21" fmla="*/ 207341 h 251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3603" h="251914">
                  <a:moveTo>
                    <a:pt x="50957" y="113364"/>
                  </a:moveTo>
                  <a:lnTo>
                    <a:pt x="50957" y="92"/>
                  </a:lnTo>
                  <a:lnTo>
                    <a:pt x="250" y="4023"/>
                  </a:lnTo>
                  <a:lnTo>
                    <a:pt x="250" y="15100"/>
                  </a:lnTo>
                  <a:cubicBezTo>
                    <a:pt x="24899" y="15100"/>
                    <a:pt x="27716" y="17601"/>
                    <a:pt x="27716" y="35110"/>
                  </a:cubicBezTo>
                  <a:lnTo>
                    <a:pt x="27716" y="248076"/>
                  </a:lnTo>
                  <a:lnTo>
                    <a:pt x="36520" y="248076"/>
                  </a:lnTo>
                  <a:cubicBezTo>
                    <a:pt x="36872" y="247719"/>
                    <a:pt x="39689" y="242716"/>
                    <a:pt x="49197" y="225922"/>
                  </a:cubicBezTo>
                  <a:cubicBezTo>
                    <a:pt x="54479" y="234140"/>
                    <a:pt x="69269" y="252007"/>
                    <a:pt x="95327" y="252007"/>
                  </a:cubicBezTo>
                  <a:cubicBezTo>
                    <a:pt x="137231" y="252007"/>
                    <a:pt x="173853" y="216989"/>
                    <a:pt x="173853" y="170894"/>
                  </a:cubicBezTo>
                  <a:cubicBezTo>
                    <a:pt x="173853" y="125513"/>
                    <a:pt x="139344" y="90138"/>
                    <a:pt x="99200" y="90138"/>
                  </a:cubicBezTo>
                  <a:cubicBezTo>
                    <a:pt x="71734" y="90138"/>
                    <a:pt x="56592" y="106932"/>
                    <a:pt x="50957" y="113364"/>
                  </a:cubicBezTo>
                  <a:close/>
                  <a:moveTo>
                    <a:pt x="52014" y="207341"/>
                  </a:moveTo>
                  <a:lnTo>
                    <a:pt x="52014" y="133732"/>
                  </a:lnTo>
                  <a:cubicBezTo>
                    <a:pt x="52014" y="126943"/>
                    <a:pt x="52014" y="126585"/>
                    <a:pt x="55887" y="120868"/>
                  </a:cubicBezTo>
                  <a:cubicBezTo>
                    <a:pt x="69621" y="100858"/>
                    <a:pt x="88988" y="97999"/>
                    <a:pt x="97440" y="97999"/>
                  </a:cubicBezTo>
                  <a:cubicBezTo>
                    <a:pt x="113286" y="97999"/>
                    <a:pt x="125963" y="107290"/>
                    <a:pt x="134414" y="120868"/>
                  </a:cubicBezTo>
                  <a:cubicBezTo>
                    <a:pt x="143570" y="135518"/>
                    <a:pt x="144626" y="155886"/>
                    <a:pt x="144626" y="170536"/>
                  </a:cubicBezTo>
                  <a:cubicBezTo>
                    <a:pt x="144626" y="183757"/>
                    <a:pt x="143922" y="205197"/>
                    <a:pt x="133710" y="221277"/>
                  </a:cubicBezTo>
                  <a:cubicBezTo>
                    <a:pt x="126315" y="232354"/>
                    <a:pt x="112934" y="244145"/>
                    <a:pt x="93918" y="244145"/>
                  </a:cubicBezTo>
                  <a:cubicBezTo>
                    <a:pt x="78072" y="244145"/>
                    <a:pt x="65395" y="235570"/>
                    <a:pt x="56944" y="222349"/>
                  </a:cubicBezTo>
                  <a:cubicBezTo>
                    <a:pt x="52014" y="214845"/>
                    <a:pt x="52014" y="213773"/>
                    <a:pt x="52014" y="207341"/>
                  </a:cubicBez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7" name="Freeform: Shape 76">
              <a:extLst>
                <a:ext uri="{FF2B5EF4-FFF2-40B4-BE49-F238E27FC236}">
                  <a16:creationId xmlns:a16="http://schemas.microsoft.com/office/drawing/2014/main" id="{E89D82FA-CAF7-975D-C549-97F345F89DCB}"/>
                </a:ext>
              </a:extLst>
            </p:cNvPr>
            <p:cNvSpPr/>
            <p:nvPr/>
          </p:nvSpPr>
          <p:spPr>
            <a:xfrm>
              <a:off x="11594852" y="5572304"/>
              <a:ext cx="81695" cy="357325"/>
            </a:xfrm>
            <a:custGeom>
              <a:avLst/>
              <a:gdLst>
                <a:gd name="connsiteX0" fmla="*/ 81951 w 81695"/>
                <a:gd name="connsiteY0" fmla="*/ 353844 h 357325"/>
                <a:gd name="connsiteX1" fmla="*/ 75965 w 81695"/>
                <a:gd name="connsiteY1" fmla="*/ 345983 h 357325"/>
                <a:gd name="connsiteX2" fmla="*/ 20679 w 81695"/>
                <a:gd name="connsiteY2" fmla="*/ 178755 h 357325"/>
                <a:gd name="connsiteX3" fmla="*/ 77373 w 81695"/>
                <a:gd name="connsiteY3" fmla="*/ 9740 h 357325"/>
                <a:gd name="connsiteX4" fmla="*/ 81951 w 81695"/>
                <a:gd name="connsiteY4" fmla="*/ 3665 h 357325"/>
                <a:gd name="connsiteX5" fmla="*/ 78430 w 81695"/>
                <a:gd name="connsiteY5" fmla="*/ 92 h 357325"/>
                <a:gd name="connsiteX6" fmla="*/ 22440 w 81695"/>
                <a:gd name="connsiteY6" fmla="*/ 69771 h 357325"/>
                <a:gd name="connsiteX7" fmla="*/ 255 w 81695"/>
                <a:gd name="connsiteY7" fmla="*/ 178755 h 357325"/>
                <a:gd name="connsiteX8" fmla="*/ 23496 w 81695"/>
                <a:gd name="connsiteY8" fmla="*/ 290240 h 357325"/>
                <a:gd name="connsiteX9" fmla="*/ 78430 w 81695"/>
                <a:gd name="connsiteY9" fmla="*/ 357418 h 357325"/>
                <a:gd name="connsiteX10" fmla="*/ 81951 w 81695"/>
                <a:gd name="connsiteY10" fmla="*/ 353844 h 35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695" h="357325">
                  <a:moveTo>
                    <a:pt x="81951" y="353844"/>
                  </a:moveTo>
                  <a:cubicBezTo>
                    <a:pt x="81951" y="352772"/>
                    <a:pt x="81951" y="352058"/>
                    <a:pt x="75965" y="345983"/>
                  </a:cubicBezTo>
                  <a:cubicBezTo>
                    <a:pt x="31948" y="300960"/>
                    <a:pt x="20679" y="233426"/>
                    <a:pt x="20679" y="178755"/>
                  </a:cubicBezTo>
                  <a:cubicBezTo>
                    <a:pt x="20679" y="116580"/>
                    <a:pt x="34060" y="54406"/>
                    <a:pt x="77373" y="9740"/>
                  </a:cubicBezTo>
                  <a:cubicBezTo>
                    <a:pt x="81951" y="5452"/>
                    <a:pt x="81951" y="4737"/>
                    <a:pt x="81951" y="3665"/>
                  </a:cubicBezTo>
                  <a:cubicBezTo>
                    <a:pt x="81951" y="1164"/>
                    <a:pt x="80543" y="92"/>
                    <a:pt x="78430" y="92"/>
                  </a:cubicBezTo>
                  <a:cubicBezTo>
                    <a:pt x="74908" y="92"/>
                    <a:pt x="43216" y="24390"/>
                    <a:pt x="22440" y="69771"/>
                  </a:cubicBezTo>
                  <a:cubicBezTo>
                    <a:pt x="4481" y="109076"/>
                    <a:pt x="255" y="148739"/>
                    <a:pt x="255" y="178755"/>
                  </a:cubicBezTo>
                  <a:cubicBezTo>
                    <a:pt x="255" y="206626"/>
                    <a:pt x="4129" y="249863"/>
                    <a:pt x="23496" y="290240"/>
                  </a:cubicBezTo>
                  <a:cubicBezTo>
                    <a:pt x="44625" y="334191"/>
                    <a:pt x="74908" y="357418"/>
                    <a:pt x="78430" y="357418"/>
                  </a:cubicBezTo>
                  <a:cubicBezTo>
                    <a:pt x="80543" y="357418"/>
                    <a:pt x="81951" y="356346"/>
                    <a:pt x="81951" y="353844"/>
                  </a:cubicBez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8" name="Freeform: Shape 77">
              <a:extLst>
                <a:ext uri="{FF2B5EF4-FFF2-40B4-BE49-F238E27FC236}">
                  <a16:creationId xmlns:a16="http://schemas.microsoft.com/office/drawing/2014/main" id="{18C789AD-5C8A-4A62-ED5D-510D10F94787}"/>
                </a:ext>
              </a:extLst>
            </p:cNvPr>
            <p:cNvSpPr/>
            <p:nvPr/>
          </p:nvSpPr>
          <p:spPr>
            <a:xfrm>
              <a:off x="11707146" y="5682360"/>
              <a:ext cx="233114" cy="161868"/>
            </a:xfrm>
            <a:custGeom>
              <a:avLst/>
              <a:gdLst>
                <a:gd name="connsiteX0" fmla="*/ 152735 w 233114"/>
                <a:gd name="connsiteY0" fmla="*/ 36897 h 161868"/>
                <a:gd name="connsiteX1" fmla="*/ 158017 w 233114"/>
                <a:gd name="connsiteY1" fmla="*/ 13670 h 161868"/>
                <a:gd name="connsiteX2" fmla="*/ 147805 w 233114"/>
                <a:gd name="connsiteY2" fmla="*/ 4023 h 161868"/>
                <a:gd name="connsiteX3" fmla="*/ 134776 w 233114"/>
                <a:gd name="connsiteY3" fmla="*/ 14028 h 161868"/>
                <a:gd name="connsiteX4" fmla="*/ 114704 w 233114"/>
                <a:gd name="connsiteY4" fmla="*/ 94069 h 161868"/>
                <a:gd name="connsiteX5" fmla="*/ 111534 w 233114"/>
                <a:gd name="connsiteY5" fmla="*/ 117652 h 161868"/>
                <a:gd name="connsiteX6" fmla="*/ 111887 w 233114"/>
                <a:gd name="connsiteY6" fmla="*/ 124084 h 161868"/>
                <a:gd name="connsiteX7" fmla="*/ 79490 w 233114"/>
                <a:gd name="connsiteY7" fmla="*/ 154099 h 161868"/>
                <a:gd name="connsiteX8" fmla="*/ 51319 w 233114"/>
                <a:gd name="connsiteY8" fmla="*/ 121583 h 161868"/>
                <a:gd name="connsiteX9" fmla="*/ 69630 w 233114"/>
                <a:gd name="connsiteY9" fmla="*/ 52262 h 161868"/>
                <a:gd name="connsiteX10" fmla="*/ 75616 w 233114"/>
                <a:gd name="connsiteY10" fmla="*/ 29393 h 161868"/>
                <a:gd name="connsiteX11" fmla="*/ 46741 w 233114"/>
                <a:gd name="connsiteY11" fmla="*/ 92 h 161868"/>
                <a:gd name="connsiteX12" fmla="*/ 259 w 233114"/>
                <a:gd name="connsiteY12" fmla="*/ 55120 h 161868"/>
                <a:gd name="connsiteX13" fmla="*/ 4485 w 233114"/>
                <a:gd name="connsiteY13" fmla="*/ 58693 h 161868"/>
                <a:gd name="connsiteX14" fmla="*/ 10119 w 233114"/>
                <a:gd name="connsiteY14" fmla="*/ 52262 h 161868"/>
                <a:gd name="connsiteX15" fmla="*/ 45685 w 233114"/>
                <a:gd name="connsiteY15" fmla="*/ 7953 h 161868"/>
                <a:gd name="connsiteX16" fmla="*/ 54488 w 233114"/>
                <a:gd name="connsiteY16" fmla="*/ 19745 h 161868"/>
                <a:gd name="connsiteX17" fmla="*/ 48150 w 233114"/>
                <a:gd name="connsiteY17" fmla="*/ 44758 h 161868"/>
                <a:gd name="connsiteX18" fmla="*/ 28430 w 233114"/>
                <a:gd name="connsiteY18" fmla="*/ 116937 h 161868"/>
                <a:gd name="connsiteX19" fmla="*/ 78434 w 233114"/>
                <a:gd name="connsiteY19" fmla="*/ 161961 h 161868"/>
                <a:gd name="connsiteX20" fmla="*/ 115056 w 233114"/>
                <a:gd name="connsiteY20" fmla="*/ 136948 h 161868"/>
                <a:gd name="connsiteX21" fmla="*/ 159073 w 233114"/>
                <a:gd name="connsiteY21" fmla="*/ 161961 h 161868"/>
                <a:gd name="connsiteX22" fmla="*/ 210133 w 233114"/>
                <a:gd name="connsiteY22" fmla="*/ 118009 h 161868"/>
                <a:gd name="connsiteX23" fmla="*/ 233374 w 233114"/>
                <a:gd name="connsiteY23" fmla="*/ 25105 h 161868"/>
                <a:gd name="connsiteX24" fmla="*/ 217880 w 233114"/>
                <a:gd name="connsiteY24" fmla="*/ 92 h 161868"/>
                <a:gd name="connsiteX25" fmla="*/ 200273 w 233114"/>
                <a:gd name="connsiteY25" fmla="*/ 17244 h 161868"/>
                <a:gd name="connsiteX26" fmla="*/ 205555 w 233114"/>
                <a:gd name="connsiteY26" fmla="*/ 26891 h 161868"/>
                <a:gd name="connsiteX27" fmla="*/ 218232 w 233114"/>
                <a:gd name="connsiteY27" fmla="*/ 57264 h 161868"/>
                <a:gd name="connsiteX28" fmla="*/ 198865 w 233114"/>
                <a:gd name="connsiteY28" fmla="*/ 122655 h 161868"/>
                <a:gd name="connsiteX29" fmla="*/ 160129 w 233114"/>
                <a:gd name="connsiteY29" fmla="*/ 154099 h 161868"/>
                <a:gd name="connsiteX30" fmla="*/ 134071 w 233114"/>
                <a:gd name="connsiteY30" fmla="*/ 123012 h 161868"/>
                <a:gd name="connsiteX31" fmla="*/ 137945 w 233114"/>
                <a:gd name="connsiteY31" fmla="*/ 96927 h 161868"/>
                <a:gd name="connsiteX32" fmla="*/ 152735 w 233114"/>
                <a:gd name="connsiteY32" fmla="*/ 36897 h 16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3114" h="161868">
                  <a:moveTo>
                    <a:pt x="152735" y="36897"/>
                  </a:moveTo>
                  <a:cubicBezTo>
                    <a:pt x="154495" y="29035"/>
                    <a:pt x="158017" y="15814"/>
                    <a:pt x="158017" y="13670"/>
                  </a:cubicBezTo>
                  <a:cubicBezTo>
                    <a:pt x="158017" y="7239"/>
                    <a:pt x="153087" y="4023"/>
                    <a:pt x="147805" y="4023"/>
                  </a:cubicBezTo>
                  <a:cubicBezTo>
                    <a:pt x="143579" y="4023"/>
                    <a:pt x="137240" y="6881"/>
                    <a:pt x="134776" y="14028"/>
                  </a:cubicBezTo>
                  <a:cubicBezTo>
                    <a:pt x="133719" y="16529"/>
                    <a:pt x="117169" y="84778"/>
                    <a:pt x="114704" y="94069"/>
                  </a:cubicBezTo>
                  <a:cubicBezTo>
                    <a:pt x="112239" y="104788"/>
                    <a:pt x="111534" y="111220"/>
                    <a:pt x="111534" y="117652"/>
                  </a:cubicBezTo>
                  <a:cubicBezTo>
                    <a:pt x="111534" y="121583"/>
                    <a:pt x="111534" y="122297"/>
                    <a:pt x="111887" y="124084"/>
                  </a:cubicBezTo>
                  <a:cubicBezTo>
                    <a:pt x="103787" y="143022"/>
                    <a:pt x="93223" y="154099"/>
                    <a:pt x="79490" y="154099"/>
                  </a:cubicBezTo>
                  <a:cubicBezTo>
                    <a:pt x="51319" y="154099"/>
                    <a:pt x="51319" y="127657"/>
                    <a:pt x="51319" y="121583"/>
                  </a:cubicBezTo>
                  <a:cubicBezTo>
                    <a:pt x="51319" y="110148"/>
                    <a:pt x="53080" y="96213"/>
                    <a:pt x="69630" y="52262"/>
                  </a:cubicBezTo>
                  <a:cubicBezTo>
                    <a:pt x="73504" y="41542"/>
                    <a:pt x="75616" y="36539"/>
                    <a:pt x="75616" y="29393"/>
                  </a:cubicBezTo>
                  <a:cubicBezTo>
                    <a:pt x="75616" y="13313"/>
                    <a:pt x="63996" y="92"/>
                    <a:pt x="46741" y="92"/>
                  </a:cubicBezTo>
                  <a:cubicBezTo>
                    <a:pt x="13288" y="92"/>
                    <a:pt x="259" y="51904"/>
                    <a:pt x="259" y="55120"/>
                  </a:cubicBezTo>
                  <a:cubicBezTo>
                    <a:pt x="259" y="58693"/>
                    <a:pt x="3780" y="58693"/>
                    <a:pt x="4485" y="58693"/>
                  </a:cubicBezTo>
                  <a:cubicBezTo>
                    <a:pt x="8006" y="58693"/>
                    <a:pt x="8358" y="57979"/>
                    <a:pt x="10119" y="52262"/>
                  </a:cubicBezTo>
                  <a:cubicBezTo>
                    <a:pt x="19627" y="19030"/>
                    <a:pt x="33360" y="7953"/>
                    <a:pt x="45685" y="7953"/>
                  </a:cubicBezTo>
                  <a:cubicBezTo>
                    <a:pt x="48854" y="7953"/>
                    <a:pt x="54488" y="8311"/>
                    <a:pt x="54488" y="19745"/>
                  </a:cubicBezTo>
                  <a:cubicBezTo>
                    <a:pt x="54488" y="28678"/>
                    <a:pt x="50615" y="38683"/>
                    <a:pt x="48150" y="44758"/>
                  </a:cubicBezTo>
                  <a:cubicBezTo>
                    <a:pt x="32656" y="86922"/>
                    <a:pt x="28430" y="103359"/>
                    <a:pt x="28430" y="116937"/>
                  </a:cubicBezTo>
                  <a:cubicBezTo>
                    <a:pt x="28430" y="149454"/>
                    <a:pt x="52023" y="161961"/>
                    <a:pt x="78434" y="161961"/>
                  </a:cubicBezTo>
                  <a:cubicBezTo>
                    <a:pt x="84420" y="161961"/>
                    <a:pt x="100970" y="161961"/>
                    <a:pt x="115056" y="136948"/>
                  </a:cubicBezTo>
                  <a:cubicBezTo>
                    <a:pt x="124211" y="159817"/>
                    <a:pt x="148509" y="161961"/>
                    <a:pt x="159073" y="161961"/>
                  </a:cubicBezTo>
                  <a:cubicBezTo>
                    <a:pt x="185483" y="161961"/>
                    <a:pt x="200977" y="139449"/>
                    <a:pt x="210133" y="118009"/>
                  </a:cubicBezTo>
                  <a:cubicBezTo>
                    <a:pt x="222106" y="90138"/>
                    <a:pt x="233374" y="42256"/>
                    <a:pt x="233374" y="25105"/>
                  </a:cubicBezTo>
                  <a:cubicBezTo>
                    <a:pt x="233374" y="5452"/>
                    <a:pt x="223866" y="92"/>
                    <a:pt x="217880" y="92"/>
                  </a:cubicBezTo>
                  <a:cubicBezTo>
                    <a:pt x="209076" y="92"/>
                    <a:pt x="200273" y="9383"/>
                    <a:pt x="200273" y="17244"/>
                  </a:cubicBezTo>
                  <a:cubicBezTo>
                    <a:pt x="200273" y="21889"/>
                    <a:pt x="202386" y="24033"/>
                    <a:pt x="205555" y="26891"/>
                  </a:cubicBezTo>
                  <a:cubicBezTo>
                    <a:pt x="209429" y="30822"/>
                    <a:pt x="218232" y="40112"/>
                    <a:pt x="218232" y="57264"/>
                  </a:cubicBezTo>
                  <a:cubicBezTo>
                    <a:pt x="218232" y="69413"/>
                    <a:pt x="208020" y="104431"/>
                    <a:pt x="198865" y="122655"/>
                  </a:cubicBezTo>
                  <a:cubicBezTo>
                    <a:pt x="189709" y="141593"/>
                    <a:pt x="177384" y="154099"/>
                    <a:pt x="160129" y="154099"/>
                  </a:cubicBezTo>
                  <a:cubicBezTo>
                    <a:pt x="143579" y="154099"/>
                    <a:pt x="134071" y="143380"/>
                    <a:pt x="134071" y="123012"/>
                  </a:cubicBezTo>
                  <a:cubicBezTo>
                    <a:pt x="134071" y="113007"/>
                    <a:pt x="136536" y="101930"/>
                    <a:pt x="137945" y="96927"/>
                  </a:cubicBezTo>
                  <a:lnTo>
                    <a:pt x="152735" y="36897"/>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79" name="Freeform: Shape 78">
              <a:extLst>
                <a:ext uri="{FF2B5EF4-FFF2-40B4-BE49-F238E27FC236}">
                  <a16:creationId xmlns:a16="http://schemas.microsoft.com/office/drawing/2014/main" id="{2346106B-9EB4-AD38-8295-2B4B2B562594}"/>
                </a:ext>
              </a:extLst>
            </p:cNvPr>
            <p:cNvSpPr/>
            <p:nvPr/>
          </p:nvSpPr>
          <p:spPr>
            <a:xfrm>
              <a:off x="11967522" y="5720308"/>
              <a:ext cx="121276" cy="176090"/>
            </a:xfrm>
            <a:custGeom>
              <a:avLst/>
              <a:gdLst>
                <a:gd name="connsiteX0" fmla="*/ 58932 w 121276"/>
                <a:gd name="connsiteY0" fmla="*/ 7597 h 176090"/>
                <a:gd name="connsiteX1" fmla="*/ 59918 w 121276"/>
                <a:gd name="connsiteY1" fmla="*/ 3595 h 176090"/>
                <a:gd name="connsiteX2" fmla="*/ 55974 w 121276"/>
                <a:gd name="connsiteY2" fmla="*/ 94 h 176090"/>
                <a:gd name="connsiteX3" fmla="*/ 24423 w 121276"/>
                <a:gd name="connsiteY3" fmla="*/ 2595 h 176090"/>
                <a:gd name="connsiteX4" fmla="*/ 19000 w 121276"/>
                <a:gd name="connsiteY4" fmla="*/ 8348 h 176090"/>
                <a:gd name="connsiteX5" fmla="*/ 25409 w 121276"/>
                <a:gd name="connsiteY5" fmla="*/ 11850 h 176090"/>
                <a:gd name="connsiteX6" fmla="*/ 37241 w 121276"/>
                <a:gd name="connsiteY6" fmla="*/ 15601 h 176090"/>
                <a:gd name="connsiteX7" fmla="*/ 36255 w 121276"/>
                <a:gd name="connsiteY7" fmla="*/ 21104 h 176090"/>
                <a:gd name="connsiteX8" fmla="*/ 1499 w 121276"/>
                <a:gd name="connsiteY8" fmla="*/ 162677 h 176090"/>
                <a:gd name="connsiteX9" fmla="*/ 266 w 121276"/>
                <a:gd name="connsiteY9" fmla="*/ 168179 h 176090"/>
                <a:gd name="connsiteX10" fmla="*/ 8647 w 121276"/>
                <a:gd name="connsiteY10" fmla="*/ 176184 h 176090"/>
                <a:gd name="connsiteX11" fmla="*/ 19986 w 121276"/>
                <a:gd name="connsiteY11" fmla="*/ 165678 h 176090"/>
                <a:gd name="connsiteX12" fmla="*/ 32064 w 121276"/>
                <a:gd name="connsiteY12" fmla="*/ 117153 h 176090"/>
                <a:gd name="connsiteX13" fmla="*/ 63616 w 121276"/>
                <a:gd name="connsiteY13" fmla="*/ 137664 h 176090"/>
                <a:gd name="connsiteX14" fmla="*/ 63123 w 121276"/>
                <a:gd name="connsiteY14" fmla="*/ 142666 h 176090"/>
                <a:gd name="connsiteX15" fmla="*/ 62137 w 121276"/>
                <a:gd name="connsiteY15" fmla="*/ 150420 h 176090"/>
                <a:gd name="connsiteX16" fmla="*/ 88265 w 121276"/>
                <a:gd name="connsiteY16" fmla="*/ 176184 h 176090"/>
                <a:gd name="connsiteX17" fmla="*/ 119570 w 121276"/>
                <a:gd name="connsiteY17" fmla="*/ 137914 h 176090"/>
                <a:gd name="connsiteX18" fmla="*/ 115626 w 121276"/>
                <a:gd name="connsiteY18" fmla="*/ 134662 h 176090"/>
                <a:gd name="connsiteX19" fmla="*/ 110696 w 121276"/>
                <a:gd name="connsiteY19" fmla="*/ 140665 h 176090"/>
                <a:gd name="connsiteX20" fmla="*/ 89005 w 121276"/>
                <a:gd name="connsiteY20" fmla="*/ 169180 h 176090"/>
                <a:gd name="connsiteX21" fmla="*/ 80377 w 121276"/>
                <a:gd name="connsiteY21" fmla="*/ 156173 h 176090"/>
                <a:gd name="connsiteX22" fmla="*/ 81856 w 121276"/>
                <a:gd name="connsiteY22" fmla="*/ 144918 h 176090"/>
                <a:gd name="connsiteX23" fmla="*/ 83089 w 121276"/>
                <a:gd name="connsiteY23" fmla="*/ 137164 h 176090"/>
                <a:gd name="connsiteX24" fmla="*/ 43157 w 121276"/>
                <a:gd name="connsiteY24" fmla="*/ 110650 h 176090"/>
                <a:gd name="connsiteX25" fmla="*/ 63616 w 121276"/>
                <a:gd name="connsiteY25" fmla="*/ 94142 h 176090"/>
                <a:gd name="connsiteX26" fmla="*/ 102316 w 121276"/>
                <a:gd name="connsiteY26" fmla="*/ 70379 h 176090"/>
                <a:gd name="connsiteX27" fmla="*/ 110450 w 121276"/>
                <a:gd name="connsiteY27" fmla="*/ 73631 h 176090"/>
                <a:gd name="connsiteX28" fmla="*/ 97632 w 121276"/>
                <a:gd name="connsiteY28" fmla="*/ 87638 h 176090"/>
                <a:gd name="connsiteX29" fmla="*/ 107492 w 121276"/>
                <a:gd name="connsiteY29" fmla="*/ 96893 h 176090"/>
                <a:gd name="connsiteX30" fmla="*/ 121542 w 121276"/>
                <a:gd name="connsiteY30" fmla="*/ 80885 h 176090"/>
                <a:gd name="connsiteX31" fmla="*/ 102562 w 121276"/>
                <a:gd name="connsiteY31" fmla="*/ 63376 h 176090"/>
                <a:gd name="connsiteX32" fmla="*/ 63123 w 121276"/>
                <a:gd name="connsiteY32" fmla="*/ 85387 h 176090"/>
                <a:gd name="connsiteX33" fmla="*/ 34529 w 121276"/>
                <a:gd name="connsiteY33" fmla="*/ 107398 h 176090"/>
                <a:gd name="connsiteX34" fmla="*/ 58932 w 121276"/>
                <a:gd name="connsiteY34" fmla="*/ 7597 h 176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21276" h="176090">
                  <a:moveTo>
                    <a:pt x="58932" y="7597"/>
                  </a:moveTo>
                  <a:cubicBezTo>
                    <a:pt x="59179" y="7097"/>
                    <a:pt x="59918" y="3845"/>
                    <a:pt x="59918" y="3595"/>
                  </a:cubicBezTo>
                  <a:cubicBezTo>
                    <a:pt x="59918" y="2345"/>
                    <a:pt x="58932" y="94"/>
                    <a:pt x="55974" y="94"/>
                  </a:cubicBezTo>
                  <a:cubicBezTo>
                    <a:pt x="51044" y="94"/>
                    <a:pt x="30585" y="2095"/>
                    <a:pt x="24423" y="2595"/>
                  </a:cubicBezTo>
                  <a:cubicBezTo>
                    <a:pt x="22451" y="2845"/>
                    <a:pt x="19000" y="3095"/>
                    <a:pt x="19000" y="8348"/>
                  </a:cubicBezTo>
                  <a:cubicBezTo>
                    <a:pt x="19000" y="11850"/>
                    <a:pt x="22451" y="11850"/>
                    <a:pt x="25409" y="11850"/>
                  </a:cubicBezTo>
                  <a:cubicBezTo>
                    <a:pt x="37241" y="11850"/>
                    <a:pt x="37241" y="13600"/>
                    <a:pt x="37241" y="15601"/>
                  </a:cubicBezTo>
                  <a:cubicBezTo>
                    <a:pt x="37241" y="17352"/>
                    <a:pt x="36748" y="18853"/>
                    <a:pt x="36255" y="21104"/>
                  </a:cubicBezTo>
                  <a:lnTo>
                    <a:pt x="1499" y="162677"/>
                  </a:lnTo>
                  <a:cubicBezTo>
                    <a:pt x="266" y="167179"/>
                    <a:pt x="266" y="167679"/>
                    <a:pt x="266" y="168179"/>
                  </a:cubicBezTo>
                  <a:cubicBezTo>
                    <a:pt x="266" y="171931"/>
                    <a:pt x="3224" y="176184"/>
                    <a:pt x="8647" y="176184"/>
                  </a:cubicBezTo>
                  <a:cubicBezTo>
                    <a:pt x="15302" y="176184"/>
                    <a:pt x="18507" y="171181"/>
                    <a:pt x="19986" y="165678"/>
                  </a:cubicBezTo>
                  <a:cubicBezTo>
                    <a:pt x="20479" y="164678"/>
                    <a:pt x="31078" y="120655"/>
                    <a:pt x="32064" y="117153"/>
                  </a:cubicBezTo>
                  <a:cubicBezTo>
                    <a:pt x="49565" y="118904"/>
                    <a:pt x="63616" y="124657"/>
                    <a:pt x="63616" y="137664"/>
                  </a:cubicBezTo>
                  <a:cubicBezTo>
                    <a:pt x="63616" y="138915"/>
                    <a:pt x="63616" y="140165"/>
                    <a:pt x="63123" y="142666"/>
                  </a:cubicBezTo>
                  <a:cubicBezTo>
                    <a:pt x="62137" y="146418"/>
                    <a:pt x="62137" y="147669"/>
                    <a:pt x="62137" y="150420"/>
                  </a:cubicBezTo>
                  <a:cubicBezTo>
                    <a:pt x="62137" y="168179"/>
                    <a:pt x="76434" y="176184"/>
                    <a:pt x="88265" y="176184"/>
                  </a:cubicBezTo>
                  <a:cubicBezTo>
                    <a:pt x="112175" y="176184"/>
                    <a:pt x="119570" y="138164"/>
                    <a:pt x="119570" y="137914"/>
                  </a:cubicBezTo>
                  <a:cubicBezTo>
                    <a:pt x="119570" y="134662"/>
                    <a:pt x="116366" y="134662"/>
                    <a:pt x="115626" y="134662"/>
                  </a:cubicBezTo>
                  <a:cubicBezTo>
                    <a:pt x="112175" y="134662"/>
                    <a:pt x="111929" y="135913"/>
                    <a:pt x="110696" y="140665"/>
                  </a:cubicBezTo>
                  <a:cubicBezTo>
                    <a:pt x="107738" y="151421"/>
                    <a:pt x="101083" y="169180"/>
                    <a:pt x="89005" y="169180"/>
                  </a:cubicBezTo>
                  <a:cubicBezTo>
                    <a:pt x="82349" y="169180"/>
                    <a:pt x="80377" y="162927"/>
                    <a:pt x="80377" y="156173"/>
                  </a:cubicBezTo>
                  <a:cubicBezTo>
                    <a:pt x="80377" y="151921"/>
                    <a:pt x="80377" y="151421"/>
                    <a:pt x="81856" y="144918"/>
                  </a:cubicBezTo>
                  <a:cubicBezTo>
                    <a:pt x="82103" y="144167"/>
                    <a:pt x="83089" y="139915"/>
                    <a:pt x="83089" y="137164"/>
                  </a:cubicBezTo>
                  <a:cubicBezTo>
                    <a:pt x="83089" y="114902"/>
                    <a:pt x="53509" y="111400"/>
                    <a:pt x="43157" y="110650"/>
                  </a:cubicBezTo>
                  <a:cubicBezTo>
                    <a:pt x="50305" y="106148"/>
                    <a:pt x="59425" y="97894"/>
                    <a:pt x="63616" y="94142"/>
                  </a:cubicBezTo>
                  <a:cubicBezTo>
                    <a:pt x="76187" y="82135"/>
                    <a:pt x="88512" y="70379"/>
                    <a:pt x="102316" y="70379"/>
                  </a:cubicBezTo>
                  <a:cubicBezTo>
                    <a:pt x="105274" y="70379"/>
                    <a:pt x="108478" y="71130"/>
                    <a:pt x="110450" y="73631"/>
                  </a:cubicBezTo>
                  <a:cubicBezTo>
                    <a:pt x="99851" y="75382"/>
                    <a:pt x="97632" y="83886"/>
                    <a:pt x="97632" y="87638"/>
                  </a:cubicBezTo>
                  <a:cubicBezTo>
                    <a:pt x="97632" y="93141"/>
                    <a:pt x="101823" y="96893"/>
                    <a:pt x="107492" y="96893"/>
                  </a:cubicBezTo>
                  <a:cubicBezTo>
                    <a:pt x="114147" y="96893"/>
                    <a:pt x="121542" y="91390"/>
                    <a:pt x="121542" y="80885"/>
                  </a:cubicBezTo>
                  <a:cubicBezTo>
                    <a:pt x="121542" y="72631"/>
                    <a:pt x="115626" y="63376"/>
                    <a:pt x="102562" y="63376"/>
                  </a:cubicBezTo>
                  <a:cubicBezTo>
                    <a:pt x="88512" y="63376"/>
                    <a:pt x="75694" y="73631"/>
                    <a:pt x="63123" y="85387"/>
                  </a:cubicBezTo>
                  <a:cubicBezTo>
                    <a:pt x="52770" y="95392"/>
                    <a:pt x="44635" y="103146"/>
                    <a:pt x="34529" y="107398"/>
                  </a:cubicBezTo>
                  <a:lnTo>
                    <a:pt x="58932" y="7597"/>
                  </a:ln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80" name="Freeform: Shape 79">
              <a:extLst>
                <a:ext uri="{FF2B5EF4-FFF2-40B4-BE49-F238E27FC236}">
                  <a16:creationId xmlns:a16="http://schemas.microsoft.com/office/drawing/2014/main" id="{C75F8B93-F29B-F433-0BED-1D3FAAF040A3}"/>
                </a:ext>
              </a:extLst>
            </p:cNvPr>
            <p:cNvSpPr/>
            <p:nvPr/>
          </p:nvSpPr>
          <p:spPr>
            <a:xfrm>
              <a:off x="12142364" y="5572304"/>
              <a:ext cx="81695" cy="357325"/>
            </a:xfrm>
            <a:custGeom>
              <a:avLst/>
              <a:gdLst>
                <a:gd name="connsiteX0" fmla="*/ 81967 w 81695"/>
                <a:gd name="connsiteY0" fmla="*/ 178755 h 357325"/>
                <a:gd name="connsiteX1" fmla="*/ 58726 w 81695"/>
                <a:gd name="connsiteY1" fmla="*/ 67269 h 357325"/>
                <a:gd name="connsiteX2" fmla="*/ 3792 w 81695"/>
                <a:gd name="connsiteY2" fmla="*/ 92 h 357325"/>
                <a:gd name="connsiteX3" fmla="*/ 271 w 81695"/>
                <a:gd name="connsiteY3" fmla="*/ 3665 h 357325"/>
                <a:gd name="connsiteX4" fmla="*/ 6962 w 81695"/>
                <a:gd name="connsiteY4" fmla="*/ 11884 h 357325"/>
                <a:gd name="connsiteX5" fmla="*/ 61543 w 81695"/>
                <a:gd name="connsiteY5" fmla="*/ 178755 h 357325"/>
                <a:gd name="connsiteX6" fmla="*/ 4849 w 81695"/>
                <a:gd name="connsiteY6" fmla="*/ 347770 h 357325"/>
                <a:gd name="connsiteX7" fmla="*/ 271 w 81695"/>
                <a:gd name="connsiteY7" fmla="*/ 353844 h 357325"/>
                <a:gd name="connsiteX8" fmla="*/ 3792 w 81695"/>
                <a:gd name="connsiteY8" fmla="*/ 357418 h 357325"/>
                <a:gd name="connsiteX9" fmla="*/ 59782 w 81695"/>
                <a:gd name="connsiteY9" fmla="*/ 287739 h 357325"/>
                <a:gd name="connsiteX10" fmla="*/ 81967 w 81695"/>
                <a:gd name="connsiteY10" fmla="*/ 178755 h 357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695" h="357325">
                  <a:moveTo>
                    <a:pt x="81967" y="178755"/>
                  </a:moveTo>
                  <a:cubicBezTo>
                    <a:pt x="81967" y="150883"/>
                    <a:pt x="78093" y="107647"/>
                    <a:pt x="58726" y="67269"/>
                  </a:cubicBezTo>
                  <a:cubicBezTo>
                    <a:pt x="37598" y="23318"/>
                    <a:pt x="7314" y="92"/>
                    <a:pt x="3792" y="92"/>
                  </a:cubicBezTo>
                  <a:cubicBezTo>
                    <a:pt x="1680" y="92"/>
                    <a:pt x="271" y="1521"/>
                    <a:pt x="271" y="3665"/>
                  </a:cubicBezTo>
                  <a:cubicBezTo>
                    <a:pt x="271" y="4737"/>
                    <a:pt x="271" y="5452"/>
                    <a:pt x="6962" y="11884"/>
                  </a:cubicBezTo>
                  <a:cubicBezTo>
                    <a:pt x="41471" y="47259"/>
                    <a:pt x="61543" y="104074"/>
                    <a:pt x="61543" y="178755"/>
                  </a:cubicBezTo>
                  <a:cubicBezTo>
                    <a:pt x="61543" y="239857"/>
                    <a:pt x="48514" y="302747"/>
                    <a:pt x="4849" y="347770"/>
                  </a:cubicBezTo>
                  <a:cubicBezTo>
                    <a:pt x="271" y="352058"/>
                    <a:pt x="271" y="352772"/>
                    <a:pt x="271" y="353844"/>
                  </a:cubicBezTo>
                  <a:cubicBezTo>
                    <a:pt x="271" y="355988"/>
                    <a:pt x="1680" y="357418"/>
                    <a:pt x="3792" y="357418"/>
                  </a:cubicBezTo>
                  <a:cubicBezTo>
                    <a:pt x="7314" y="357418"/>
                    <a:pt x="39006" y="333119"/>
                    <a:pt x="59782" y="287739"/>
                  </a:cubicBezTo>
                  <a:cubicBezTo>
                    <a:pt x="77741" y="248433"/>
                    <a:pt x="81967" y="208770"/>
                    <a:pt x="81967" y="178755"/>
                  </a:cubicBezTo>
                  <a:close/>
                </a:path>
              </a:pathLst>
            </a:custGeom>
            <a:solidFill>
              <a:srgbClr val="000000"/>
            </a:solidFill>
            <a:ln w="35346"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grpSp>
    </p:spTree>
    <p:extLst>
      <p:ext uri="{BB962C8B-B14F-4D97-AF65-F5344CB8AC3E}">
        <p14:creationId xmlns:p14="http://schemas.microsoft.com/office/powerpoint/2010/main" val="40354551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D029D-F141-038C-72AF-4FACCD7F598D}"/>
              </a:ext>
            </a:extLst>
          </p:cNvPr>
          <p:cNvSpPr>
            <a:spLocks noGrp="1"/>
          </p:cNvSpPr>
          <p:nvPr>
            <p:ph type="title"/>
          </p:nvPr>
        </p:nvSpPr>
        <p:spPr/>
        <p:txBody>
          <a:bodyPr/>
          <a:lstStyle/>
          <a:p>
            <a:r>
              <a:rPr lang="en-CA"/>
              <a:t>Next</a:t>
            </a:r>
          </a:p>
        </p:txBody>
      </p:sp>
      <p:sp>
        <p:nvSpPr>
          <p:cNvPr id="3" name="Content Placeholder 2">
            <a:extLst>
              <a:ext uri="{FF2B5EF4-FFF2-40B4-BE49-F238E27FC236}">
                <a16:creationId xmlns:a16="http://schemas.microsoft.com/office/drawing/2014/main" id="{B9DD01CE-A73B-8F0C-9DB5-0C9562549703}"/>
              </a:ext>
            </a:extLst>
          </p:cNvPr>
          <p:cNvSpPr>
            <a:spLocks noGrp="1"/>
          </p:cNvSpPr>
          <p:nvPr>
            <p:ph idx="1"/>
          </p:nvPr>
        </p:nvSpPr>
        <p:spPr/>
        <p:txBody>
          <a:bodyPr/>
          <a:lstStyle/>
          <a:p>
            <a:pPr marL="0" indent="0">
              <a:buNone/>
            </a:pPr>
            <a:r>
              <a:rPr lang="en-CA" dirty="0"/>
              <a:t>Common neural network architectures for NLP (for more powerful models).</a:t>
            </a:r>
          </a:p>
        </p:txBody>
      </p:sp>
      <p:sp>
        <p:nvSpPr>
          <p:cNvPr id="4" name="Slide Number Placeholder 3">
            <a:extLst>
              <a:ext uri="{FF2B5EF4-FFF2-40B4-BE49-F238E27FC236}">
                <a16:creationId xmlns:a16="http://schemas.microsoft.com/office/drawing/2014/main" id="{6DB5895B-590D-E1A9-45C7-1D94BF32B9F1}"/>
              </a:ext>
            </a:extLst>
          </p:cNvPr>
          <p:cNvSpPr>
            <a:spLocks noGrp="1"/>
          </p:cNvSpPr>
          <p:nvPr>
            <p:ph type="sldNum" sz="quarter" idx="12"/>
          </p:nvPr>
        </p:nvSpPr>
        <p:spPr/>
        <p:txBody>
          <a:bodyPr/>
          <a:lstStyle/>
          <a:p>
            <a:fld id="{A36FF760-4833-4FC2-9C74-46CD274694B2}" type="slidenum">
              <a:rPr lang="en-CA" smtClean="0"/>
              <a:pPr/>
              <a:t>36</a:t>
            </a:fld>
            <a:endParaRPr lang="en-CA"/>
          </a:p>
        </p:txBody>
      </p:sp>
    </p:spTree>
    <p:extLst>
      <p:ext uri="{BB962C8B-B14F-4D97-AF65-F5344CB8AC3E}">
        <p14:creationId xmlns:p14="http://schemas.microsoft.com/office/powerpoint/2010/main" val="30578437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9651332-9ADF-0AE5-5B9D-9F0920D0AB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0DF64-D705-6DAC-290E-A4EC7C03C6F1}"/>
              </a:ext>
            </a:extLst>
          </p:cNvPr>
          <p:cNvSpPr>
            <a:spLocks noGrp="1"/>
          </p:cNvSpPr>
          <p:nvPr>
            <p:ph type="title"/>
          </p:nvPr>
        </p:nvSpPr>
        <p:spPr/>
        <p:txBody>
          <a:bodyPr/>
          <a:lstStyle/>
          <a:p>
            <a:r>
              <a:rPr lang="en-CA" dirty="0"/>
              <a:t>Modeling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26D994B-FEAA-619F-EA20-116AF18177B1}"/>
                  </a:ext>
                </a:extLst>
              </p:cNvPr>
              <p:cNvSpPr>
                <a:spLocks noGrp="1"/>
              </p:cNvSpPr>
              <p:nvPr>
                <p:ph idx="1"/>
              </p:nvPr>
            </p:nvSpPr>
            <p:spPr/>
            <p:txBody>
              <a:bodyPr>
                <a:normAutofit/>
              </a:bodyPr>
              <a:lstStyle/>
              <a:p>
                <a:pPr marL="0" indent="0">
                  <a:buNone/>
                </a:pPr>
                <a:endParaRPr lang="en-CA" sz="4400" dirty="0"/>
              </a:p>
              <a:p>
                <a:pPr marL="0" indent="0">
                  <a:buNone/>
                </a:pPr>
                <a:endParaRPr lang="en-CA" sz="4400" dirty="0"/>
              </a:p>
              <a:p>
                <a:pPr marL="0" indent="0">
                  <a:buNone/>
                </a:pPr>
                <a14:m>
                  <m:oMathPara xmlns:m="http://schemas.openxmlformats.org/officeDocument/2006/math">
                    <m:oMathParaPr>
                      <m:jc m:val="centerGroup"/>
                    </m:oMathParaPr>
                    <m:oMath xmlns:m="http://schemas.openxmlformats.org/officeDocument/2006/math">
                      <m:r>
                        <m:rPr>
                          <m:sty m:val="p"/>
                        </m:rPr>
                        <a:rPr lang="en-CA" sz="4400">
                          <a:latin typeface="Cambria Math" panose="02040503050406030204" pitchFamily="18" charset="0"/>
                        </a:rPr>
                        <m:t>classify</m:t>
                      </m:r>
                      <m:d>
                        <m:dPr>
                          <m:ctrlPr>
                            <a:rPr lang="en-CA" sz="4400" i="1">
                              <a:latin typeface="Cambria Math" panose="02040503050406030204" pitchFamily="18" charset="0"/>
                            </a:rPr>
                          </m:ctrlPr>
                        </m:dPr>
                        <m:e>
                          <m:r>
                            <a:rPr lang="en-CA" sz="4400" i="1">
                              <a:latin typeface="Cambria Math" panose="02040503050406030204" pitchFamily="18" charset="0"/>
                            </a:rPr>
                            <m:t>𝑠</m:t>
                          </m:r>
                        </m:e>
                      </m:d>
                      <m:r>
                        <a:rPr lang="en-CA" sz="4400">
                          <a:latin typeface="Cambria Math" panose="02040503050406030204" pitchFamily="18" charset="0"/>
                        </a:rPr>
                        <m:t>=</m:t>
                      </m:r>
                      <m:r>
                        <m:rPr>
                          <m:sty m:val="p"/>
                        </m:rPr>
                        <a:rPr lang="en-CA" sz="4400">
                          <a:latin typeface="Cambria Math" panose="02040503050406030204" pitchFamily="18" charset="0"/>
                        </a:rPr>
                        <m:t>arg</m:t>
                      </m:r>
                      <m:limLow>
                        <m:limLowPr>
                          <m:ctrlPr>
                            <a:rPr lang="en-CA" sz="4400" i="1">
                              <a:latin typeface="Cambria Math" panose="02040503050406030204" pitchFamily="18" charset="0"/>
                            </a:rPr>
                          </m:ctrlPr>
                        </m:limLowPr>
                        <m:e>
                          <m:r>
                            <m:rPr>
                              <m:sty m:val="p"/>
                            </m:rPr>
                            <a:rPr lang="en-CA" sz="4400">
                              <a:latin typeface="Cambria Math" panose="02040503050406030204" pitchFamily="18" charset="0"/>
                            </a:rPr>
                            <m:t>max</m:t>
                          </m:r>
                        </m:e>
                        <m:lim>
                          <m:r>
                            <m:rPr>
                              <m:sty m:val="p"/>
                            </m:rPr>
                            <a:rPr lang="en-CA" sz="4400">
                              <a:latin typeface="Cambria Math" panose="02040503050406030204" pitchFamily="18" charset="0"/>
                            </a:rPr>
                            <m:t>y</m:t>
                          </m:r>
                        </m:lim>
                      </m:limLow>
                      <m:r>
                        <a:rPr lang="en-CA" sz="4400">
                          <a:latin typeface="Cambria Math" panose="02040503050406030204" pitchFamily="18" charset="0"/>
                        </a:rPr>
                        <m:t>  </m:t>
                      </m:r>
                      <m:r>
                        <m:rPr>
                          <m:sty m:val="p"/>
                        </m:rPr>
                        <a:rPr lang="en-CA" sz="4400">
                          <a:latin typeface="Cambria Math" panose="02040503050406030204" pitchFamily="18" charset="0"/>
                        </a:rPr>
                        <m:t>score</m:t>
                      </m:r>
                      <m:r>
                        <a:rPr lang="en-CA" sz="4400">
                          <a:latin typeface="Cambria Math" panose="02040503050406030204" pitchFamily="18" charset="0"/>
                        </a:rPr>
                        <m:t>(</m:t>
                      </m:r>
                      <m:r>
                        <m:rPr>
                          <m:sty m:val="p"/>
                        </m:rPr>
                        <a:rPr lang="en-CA" sz="4400">
                          <a:latin typeface="Cambria Math" panose="02040503050406030204" pitchFamily="18" charset="0"/>
                        </a:rPr>
                        <m:t>s</m:t>
                      </m:r>
                      <m:r>
                        <a:rPr lang="en-CA" sz="4400">
                          <a:latin typeface="Cambria Math" panose="02040503050406030204" pitchFamily="18" charset="0"/>
                        </a:rPr>
                        <m:t>, </m:t>
                      </m:r>
                      <m:r>
                        <m:rPr>
                          <m:sty m:val="p"/>
                        </m:rPr>
                        <a:rPr lang="en-CA" sz="4400">
                          <a:latin typeface="Cambria Math" panose="02040503050406030204" pitchFamily="18" charset="0"/>
                        </a:rPr>
                        <m:t>y</m:t>
                      </m:r>
                      <m:r>
                        <a:rPr lang="en-CA" sz="4400">
                          <a:latin typeface="Cambria Math" panose="02040503050406030204" pitchFamily="18" charset="0"/>
                        </a:rPr>
                        <m:t>;</m:t>
                      </m:r>
                      <m:r>
                        <m:rPr>
                          <m:sty m:val="p"/>
                        </m:rPr>
                        <a:rPr lang="en-CA" sz="4400">
                          <a:latin typeface="Cambria Math" panose="02040503050406030204" pitchFamily="18" charset="0"/>
                        </a:rPr>
                        <m:t>Θ</m:t>
                      </m:r>
                      <m:r>
                        <a:rPr lang="en-CA" sz="4400" i="1">
                          <a:latin typeface="Cambria Math" panose="02040503050406030204" pitchFamily="18" charset="0"/>
                        </a:rPr>
                        <m:t>)</m:t>
                      </m:r>
                      <m:r>
                        <a:rPr lang="en-CA" sz="4400">
                          <a:latin typeface="Cambria Math" panose="02040503050406030204" pitchFamily="18" charset="0"/>
                        </a:rPr>
                        <m:t> </m:t>
                      </m:r>
                    </m:oMath>
                  </m:oMathPara>
                </a14:m>
                <a:endParaRPr lang="en-US" sz="4400" dirty="0"/>
              </a:p>
              <a:p>
                <a:pPr marL="0" indent="0">
                  <a:buNone/>
                </a:pPr>
                <a:endParaRPr lang="en-CA" sz="4400" dirty="0"/>
              </a:p>
            </p:txBody>
          </p:sp>
        </mc:Choice>
        <mc:Fallback>
          <p:sp>
            <p:nvSpPr>
              <p:cNvPr id="3" name="Content Placeholder 2">
                <a:extLst>
                  <a:ext uri="{FF2B5EF4-FFF2-40B4-BE49-F238E27FC236}">
                    <a16:creationId xmlns:a16="http://schemas.microsoft.com/office/drawing/2014/main" id="{F26D994B-FEAA-619F-EA20-116AF18177B1}"/>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6A75E42B-F524-D198-65D5-EA126F3D0EEB}"/>
              </a:ext>
            </a:extLst>
          </p:cNvPr>
          <p:cNvSpPr>
            <a:spLocks noGrp="1"/>
          </p:cNvSpPr>
          <p:nvPr>
            <p:ph type="sldNum" sz="quarter" idx="12"/>
          </p:nvPr>
        </p:nvSpPr>
        <p:spPr/>
        <p:txBody>
          <a:bodyPr/>
          <a:lstStyle/>
          <a:p>
            <a:fld id="{A36FF760-4833-4FC2-9C74-46CD274694B2}" type="slidenum">
              <a:rPr lang="en-CA" smtClean="0"/>
              <a:pPr/>
              <a:t>37</a:t>
            </a:fld>
            <a:endParaRPr lang="en-CA"/>
          </a:p>
        </p:txBody>
      </p:sp>
      <mc:AlternateContent xmlns:mc="http://schemas.openxmlformats.org/markup-compatibility/2006">
        <mc:Choice xmlns:a14="http://schemas.microsoft.com/office/drawing/2010/main" Requires="a14">
          <p:sp>
            <p:nvSpPr>
              <p:cNvPr id="5" name="Speech Bubble: Rectangle with Corners Rounded 4">
                <a:extLst>
                  <a:ext uri="{FF2B5EF4-FFF2-40B4-BE49-F238E27FC236}">
                    <a16:creationId xmlns:a16="http://schemas.microsoft.com/office/drawing/2014/main" id="{951B815C-6CC6-5296-727A-D269BBCDA4CE}"/>
                  </a:ext>
                </a:extLst>
              </p:cNvPr>
              <p:cNvSpPr/>
              <p:nvPr/>
            </p:nvSpPr>
            <p:spPr>
              <a:xfrm>
                <a:off x="6017578" y="1914698"/>
                <a:ext cx="4976136" cy="652462"/>
              </a:xfrm>
              <a:prstGeom prst="wedgeRoundRectCallout">
                <a:avLst>
                  <a:gd name="adj1" fmla="val -16477"/>
                  <a:gd name="adj2" fmla="val 1258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Modeling: define </a:t>
                </a:r>
                <a14:m>
                  <m:oMath xmlns:m="http://schemas.openxmlformats.org/officeDocument/2006/math">
                    <m:r>
                      <m:rPr>
                        <m:sty m:val="p"/>
                      </m:rPr>
                      <a:rPr lang="en-CA" sz="2400" b="0" i="0" smtClean="0">
                        <a:latin typeface="Cambria Math" panose="02040503050406030204" pitchFamily="18" charset="0"/>
                      </a:rPr>
                      <m:t>score</m:t>
                    </m:r>
                  </m:oMath>
                </a14:m>
                <a:r>
                  <a:rPr lang="en-CA" sz="2400" dirty="0">
                    <a:latin typeface="Nunito" pitchFamily="2" charset="0"/>
                  </a:rPr>
                  <a:t> function</a:t>
                </a:r>
              </a:p>
            </p:txBody>
          </p:sp>
        </mc:Choice>
        <mc:Fallback>
          <p:sp>
            <p:nvSpPr>
              <p:cNvPr id="5" name="Speech Bubble: Rectangle with Corners Rounded 4">
                <a:extLst>
                  <a:ext uri="{FF2B5EF4-FFF2-40B4-BE49-F238E27FC236}">
                    <a16:creationId xmlns:a16="http://schemas.microsoft.com/office/drawing/2014/main" id="{951B815C-6CC6-5296-727A-D269BBCDA4CE}"/>
                  </a:ext>
                </a:extLst>
              </p:cNvPr>
              <p:cNvSpPr>
                <a:spLocks noRot="1" noChangeAspect="1" noMove="1" noResize="1" noEditPoints="1" noAdjustHandles="1" noChangeArrowheads="1" noChangeShapeType="1" noTextEdit="1"/>
              </p:cNvSpPr>
              <p:nvPr/>
            </p:nvSpPr>
            <p:spPr>
              <a:xfrm>
                <a:off x="6017578" y="1914698"/>
                <a:ext cx="4976136" cy="652462"/>
              </a:xfrm>
              <a:prstGeom prst="wedgeRoundRectCallout">
                <a:avLst>
                  <a:gd name="adj1" fmla="val -16477"/>
                  <a:gd name="adj2" fmla="val 125871"/>
                  <a:gd name="adj3" fmla="val 16667"/>
                </a:avLst>
              </a:prstGeom>
              <a:blipFill>
                <a:blip r:embed="rId3"/>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20515071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ED0F3F0-AE87-BADC-2543-FBB720DFD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094E1F-1B8C-D648-957A-09EE295EFE9C}"/>
              </a:ext>
            </a:extLst>
          </p:cNvPr>
          <p:cNvSpPr>
            <a:spLocks noGrp="1"/>
          </p:cNvSpPr>
          <p:nvPr>
            <p:ph type="title"/>
          </p:nvPr>
        </p:nvSpPr>
        <p:spPr/>
        <p:txBody>
          <a:bodyPr/>
          <a:lstStyle/>
          <a:p>
            <a:r>
              <a:rPr lang="en-CA" dirty="0"/>
              <a:t>Learning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1A5BD2F-80B1-593A-4541-AD05E69A0BEE}"/>
                  </a:ext>
                </a:extLst>
              </p:cNvPr>
              <p:cNvSpPr>
                <a:spLocks noGrp="1"/>
              </p:cNvSpPr>
              <p:nvPr>
                <p:ph idx="1"/>
              </p:nvPr>
            </p:nvSpPr>
            <p:spPr/>
            <p:txBody>
              <a:bodyPr>
                <a:normAutofit/>
              </a:bodyPr>
              <a:lstStyle/>
              <a:p>
                <a:pPr marL="0" indent="0">
                  <a:buNone/>
                </a:pPr>
                <a:endParaRPr lang="en-CA" sz="4400" dirty="0"/>
              </a:p>
              <a:p>
                <a:pPr marL="0" indent="0">
                  <a:buNone/>
                </a:pPr>
                <a:endParaRPr lang="en-CA" sz="4400" dirty="0"/>
              </a:p>
              <a:p>
                <a:pPr marL="0" indent="0">
                  <a:buNone/>
                </a:pPr>
                <a14:m>
                  <m:oMathPara xmlns:m="http://schemas.openxmlformats.org/officeDocument/2006/math">
                    <m:oMathParaPr>
                      <m:jc m:val="centerGroup"/>
                    </m:oMathParaPr>
                    <m:oMath xmlns:m="http://schemas.openxmlformats.org/officeDocument/2006/math">
                      <m:r>
                        <m:rPr>
                          <m:sty m:val="p"/>
                        </m:rPr>
                        <a:rPr lang="en-CA" sz="4400">
                          <a:latin typeface="Cambria Math" panose="02040503050406030204" pitchFamily="18" charset="0"/>
                        </a:rPr>
                        <m:t>classify</m:t>
                      </m:r>
                      <m:d>
                        <m:dPr>
                          <m:ctrlPr>
                            <a:rPr lang="en-CA" sz="4400" i="1">
                              <a:latin typeface="Cambria Math" panose="02040503050406030204" pitchFamily="18" charset="0"/>
                            </a:rPr>
                          </m:ctrlPr>
                        </m:dPr>
                        <m:e>
                          <m:r>
                            <a:rPr lang="en-CA" sz="4400" i="1">
                              <a:latin typeface="Cambria Math" panose="02040503050406030204" pitchFamily="18" charset="0"/>
                            </a:rPr>
                            <m:t>𝑠</m:t>
                          </m:r>
                        </m:e>
                      </m:d>
                      <m:r>
                        <a:rPr lang="en-CA" sz="4400">
                          <a:latin typeface="Cambria Math" panose="02040503050406030204" pitchFamily="18" charset="0"/>
                        </a:rPr>
                        <m:t>=</m:t>
                      </m:r>
                      <m:r>
                        <m:rPr>
                          <m:sty m:val="p"/>
                        </m:rPr>
                        <a:rPr lang="en-CA" sz="4400">
                          <a:latin typeface="Cambria Math" panose="02040503050406030204" pitchFamily="18" charset="0"/>
                        </a:rPr>
                        <m:t>arg</m:t>
                      </m:r>
                      <m:limLow>
                        <m:limLowPr>
                          <m:ctrlPr>
                            <a:rPr lang="en-CA" sz="4400" i="1">
                              <a:latin typeface="Cambria Math" panose="02040503050406030204" pitchFamily="18" charset="0"/>
                            </a:rPr>
                          </m:ctrlPr>
                        </m:limLowPr>
                        <m:e>
                          <m:r>
                            <m:rPr>
                              <m:sty m:val="p"/>
                            </m:rPr>
                            <a:rPr lang="en-CA" sz="4400">
                              <a:latin typeface="Cambria Math" panose="02040503050406030204" pitchFamily="18" charset="0"/>
                            </a:rPr>
                            <m:t>max</m:t>
                          </m:r>
                        </m:e>
                        <m:lim>
                          <m:r>
                            <m:rPr>
                              <m:sty m:val="p"/>
                            </m:rPr>
                            <a:rPr lang="en-CA" sz="4400">
                              <a:latin typeface="Cambria Math" panose="02040503050406030204" pitchFamily="18" charset="0"/>
                            </a:rPr>
                            <m:t>y</m:t>
                          </m:r>
                        </m:lim>
                      </m:limLow>
                      <m:r>
                        <a:rPr lang="en-CA" sz="4400">
                          <a:latin typeface="Cambria Math" panose="02040503050406030204" pitchFamily="18" charset="0"/>
                        </a:rPr>
                        <m:t>  </m:t>
                      </m:r>
                      <m:r>
                        <m:rPr>
                          <m:sty m:val="p"/>
                        </m:rPr>
                        <a:rPr lang="en-CA" sz="4400">
                          <a:latin typeface="Cambria Math" panose="02040503050406030204" pitchFamily="18" charset="0"/>
                        </a:rPr>
                        <m:t>score</m:t>
                      </m:r>
                      <m:r>
                        <a:rPr lang="en-CA" sz="4400">
                          <a:latin typeface="Cambria Math" panose="02040503050406030204" pitchFamily="18" charset="0"/>
                        </a:rPr>
                        <m:t>(</m:t>
                      </m:r>
                      <m:r>
                        <m:rPr>
                          <m:sty m:val="p"/>
                        </m:rPr>
                        <a:rPr lang="en-CA" sz="4400">
                          <a:latin typeface="Cambria Math" panose="02040503050406030204" pitchFamily="18" charset="0"/>
                        </a:rPr>
                        <m:t>s</m:t>
                      </m:r>
                      <m:r>
                        <a:rPr lang="en-CA" sz="4400">
                          <a:latin typeface="Cambria Math" panose="02040503050406030204" pitchFamily="18" charset="0"/>
                        </a:rPr>
                        <m:t>, </m:t>
                      </m:r>
                      <m:r>
                        <m:rPr>
                          <m:sty m:val="p"/>
                        </m:rPr>
                        <a:rPr lang="en-CA" sz="4400">
                          <a:latin typeface="Cambria Math" panose="02040503050406030204" pitchFamily="18" charset="0"/>
                        </a:rPr>
                        <m:t>y</m:t>
                      </m:r>
                      <m:r>
                        <a:rPr lang="en-CA" sz="4400">
                          <a:latin typeface="Cambria Math" panose="02040503050406030204" pitchFamily="18" charset="0"/>
                        </a:rPr>
                        <m:t>;</m:t>
                      </m:r>
                      <m:r>
                        <m:rPr>
                          <m:sty m:val="p"/>
                        </m:rPr>
                        <a:rPr lang="en-CA" sz="4400">
                          <a:latin typeface="Cambria Math" panose="02040503050406030204" pitchFamily="18" charset="0"/>
                        </a:rPr>
                        <m:t>Θ</m:t>
                      </m:r>
                      <m:r>
                        <a:rPr lang="en-CA" sz="4400" i="1">
                          <a:latin typeface="Cambria Math" panose="02040503050406030204" pitchFamily="18" charset="0"/>
                        </a:rPr>
                        <m:t>)</m:t>
                      </m:r>
                      <m:r>
                        <a:rPr lang="en-CA" sz="4400">
                          <a:latin typeface="Cambria Math" panose="02040503050406030204" pitchFamily="18" charset="0"/>
                        </a:rPr>
                        <m:t> </m:t>
                      </m:r>
                    </m:oMath>
                  </m:oMathPara>
                </a14:m>
                <a:endParaRPr lang="en-US" sz="4400" dirty="0"/>
              </a:p>
              <a:p>
                <a:pPr marL="0" indent="0">
                  <a:buNone/>
                </a:pPr>
                <a:endParaRPr lang="en-CA" sz="4400" dirty="0"/>
              </a:p>
            </p:txBody>
          </p:sp>
        </mc:Choice>
        <mc:Fallback>
          <p:sp>
            <p:nvSpPr>
              <p:cNvPr id="3" name="Content Placeholder 2">
                <a:extLst>
                  <a:ext uri="{FF2B5EF4-FFF2-40B4-BE49-F238E27FC236}">
                    <a16:creationId xmlns:a16="http://schemas.microsoft.com/office/drawing/2014/main" id="{D1A5BD2F-80B1-593A-4541-AD05E69A0BEE}"/>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6BD10EE6-478B-45F7-4B5D-26DE57861CF4}"/>
              </a:ext>
            </a:extLst>
          </p:cNvPr>
          <p:cNvSpPr>
            <a:spLocks noGrp="1"/>
          </p:cNvSpPr>
          <p:nvPr>
            <p:ph type="sldNum" sz="quarter" idx="12"/>
          </p:nvPr>
        </p:nvSpPr>
        <p:spPr/>
        <p:txBody>
          <a:bodyPr/>
          <a:lstStyle/>
          <a:p>
            <a:fld id="{A36FF760-4833-4FC2-9C74-46CD274694B2}" type="slidenum">
              <a:rPr lang="en-CA" smtClean="0"/>
              <a:pPr/>
              <a:t>38</a:t>
            </a:fld>
            <a:endParaRPr lang="en-CA"/>
          </a:p>
        </p:txBody>
      </p:sp>
      <p:sp>
        <p:nvSpPr>
          <p:cNvPr id="7" name="Speech Bubble: Rectangle with Corners Rounded 6">
            <a:extLst>
              <a:ext uri="{FF2B5EF4-FFF2-40B4-BE49-F238E27FC236}">
                <a16:creationId xmlns:a16="http://schemas.microsoft.com/office/drawing/2014/main" id="{B94E0E5E-76E6-99A0-5324-AD6BC97CECC0}"/>
              </a:ext>
            </a:extLst>
          </p:cNvPr>
          <p:cNvSpPr/>
          <p:nvPr/>
        </p:nvSpPr>
        <p:spPr>
          <a:xfrm>
            <a:off x="5920409" y="4290840"/>
            <a:ext cx="4299862" cy="652462"/>
          </a:xfrm>
          <a:prstGeom prst="wedgeRoundRectCallout">
            <a:avLst>
              <a:gd name="adj1" fmla="val 39408"/>
              <a:gd name="adj2" fmla="val -128322"/>
              <a:gd name="adj3" fmla="val 16667"/>
            </a:avLst>
          </a:prstGeom>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Learning: choose parameter</a:t>
            </a:r>
            <a:endParaRPr lang="en-CA" sz="2400" b="1" dirty="0">
              <a:latin typeface="Nunito" pitchFamily="2" charset="0"/>
            </a:endParaRPr>
          </a:p>
        </p:txBody>
      </p:sp>
    </p:spTree>
    <p:extLst>
      <p:ext uri="{BB962C8B-B14F-4D97-AF65-F5344CB8AC3E}">
        <p14:creationId xmlns:p14="http://schemas.microsoft.com/office/powerpoint/2010/main" val="11886676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DCC5176-C624-713D-0CB0-F4FA2FDB3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19C51-0D8B-E2E6-2D26-947942AE522C}"/>
              </a:ext>
            </a:extLst>
          </p:cNvPr>
          <p:cNvSpPr>
            <a:spLocks noGrp="1"/>
          </p:cNvSpPr>
          <p:nvPr>
            <p:ph type="title"/>
          </p:nvPr>
        </p:nvSpPr>
        <p:spPr/>
        <p:txBody>
          <a:bodyPr/>
          <a:lstStyle/>
          <a:p>
            <a:r>
              <a:rPr lang="en-CA" dirty="0"/>
              <a:t>Modeling, Learning, and Inference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8EC637D-A99D-D71A-4B71-5AD2C8C20478}"/>
                  </a:ext>
                </a:extLst>
              </p:cNvPr>
              <p:cNvSpPr>
                <a:spLocks noGrp="1"/>
              </p:cNvSpPr>
              <p:nvPr>
                <p:ph idx="1"/>
              </p:nvPr>
            </p:nvSpPr>
            <p:spPr/>
            <p:txBody>
              <a:bodyPr>
                <a:normAutofit/>
              </a:bodyPr>
              <a:lstStyle/>
              <a:p>
                <a:pPr marL="0" indent="0">
                  <a:buNone/>
                </a:pPr>
                <a:endParaRPr lang="en-CA" sz="4400" dirty="0"/>
              </a:p>
              <a:p>
                <a:pPr marL="0" indent="0">
                  <a:buNone/>
                </a:pPr>
                <a:endParaRPr lang="en-CA" sz="4400" dirty="0"/>
              </a:p>
              <a:p>
                <a:pPr marL="0" indent="0">
                  <a:buNone/>
                </a:pPr>
                <a14:m>
                  <m:oMathPara xmlns:m="http://schemas.openxmlformats.org/officeDocument/2006/math">
                    <m:oMathParaPr>
                      <m:jc m:val="centerGroup"/>
                    </m:oMathParaPr>
                    <m:oMath xmlns:m="http://schemas.openxmlformats.org/officeDocument/2006/math">
                      <m:r>
                        <m:rPr>
                          <m:sty m:val="p"/>
                        </m:rPr>
                        <a:rPr lang="en-CA" sz="4400">
                          <a:latin typeface="Cambria Math" panose="02040503050406030204" pitchFamily="18" charset="0"/>
                        </a:rPr>
                        <m:t>classify</m:t>
                      </m:r>
                      <m:d>
                        <m:dPr>
                          <m:ctrlPr>
                            <a:rPr lang="en-CA" sz="4400" i="1">
                              <a:latin typeface="Cambria Math" panose="02040503050406030204" pitchFamily="18" charset="0"/>
                            </a:rPr>
                          </m:ctrlPr>
                        </m:dPr>
                        <m:e>
                          <m:r>
                            <a:rPr lang="en-CA" sz="4400" i="1">
                              <a:latin typeface="Cambria Math" panose="02040503050406030204" pitchFamily="18" charset="0"/>
                            </a:rPr>
                            <m:t>𝑠</m:t>
                          </m:r>
                        </m:e>
                      </m:d>
                      <m:r>
                        <a:rPr lang="en-CA" sz="4400">
                          <a:latin typeface="Cambria Math" panose="02040503050406030204" pitchFamily="18" charset="0"/>
                        </a:rPr>
                        <m:t>=</m:t>
                      </m:r>
                      <m:r>
                        <m:rPr>
                          <m:sty m:val="p"/>
                        </m:rPr>
                        <a:rPr lang="en-CA" sz="4400">
                          <a:latin typeface="Cambria Math" panose="02040503050406030204" pitchFamily="18" charset="0"/>
                        </a:rPr>
                        <m:t>arg</m:t>
                      </m:r>
                      <m:limLow>
                        <m:limLowPr>
                          <m:ctrlPr>
                            <a:rPr lang="en-CA" sz="4400" i="1">
                              <a:latin typeface="Cambria Math" panose="02040503050406030204" pitchFamily="18" charset="0"/>
                            </a:rPr>
                          </m:ctrlPr>
                        </m:limLowPr>
                        <m:e>
                          <m:r>
                            <m:rPr>
                              <m:sty m:val="p"/>
                            </m:rPr>
                            <a:rPr lang="en-CA" sz="4400">
                              <a:latin typeface="Cambria Math" panose="02040503050406030204" pitchFamily="18" charset="0"/>
                            </a:rPr>
                            <m:t>max</m:t>
                          </m:r>
                        </m:e>
                        <m:lim>
                          <m:r>
                            <m:rPr>
                              <m:sty m:val="p"/>
                            </m:rPr>
                            <a:rPr lang="en-CA" sz="4400">
                              <a:latin typeface="Cambria Math" panose="02040503050406030204" pitchFamily="18" charset="0"/>
                            </a:rPr>
                            <m:t>y</m:t>
                          </m:r>
                        </m:lim>
                      </m:limLow>
                      <m:r>
                        <a:rPr lang="en-CA" sz="4400">
                          <a:latin typeface="Cambria Math" panose="02040503050406030204" pitchFamily="18" charset="0"/>
                        </a:rPr>
                        <m:t>  </m:t>
                      </m:r>
                      <m:r>
                        <m:rPr>
                          <m:sty m:val="p"/>
                        </m:rPr>
                        <a:rPr lang="en-CA" sz="4400">
                          <a:latin typeface="Cambria Math" panose="02040503050406030204" pitchFamily="18" charset="0"/>
                        </a:rPr>
                        <m:t>score</m:t>
                      </m:r>
                      <m:r>
                        <a:rPr lang="en-CA" sz="4400">
                          <a:latin typeface="Cambria Math" panose="02040503050406030204" pitchFamily="18" charset="0"/>
                        </a:rPr>
                        <m:t>(</m:t>
                      </m:r>
                      <m:r>
                        <m:rPr>
                          <m:sty m:val="p"/>
                        </m:rPr>
                        <a:rPr lang="en-CA" sz="4400">
                          <a:latin typeface="Cambria Math" panose="02040503050406030204" pitchFamily="18" charset="0"/>
                        </a:rPr>
                        <m:t>s</m:t>
                      </m:r>
                      <m:r>
                        <a:rPr lang="en-CA" sz="4400">
                          <a:latin typeface="Cambria Math" panose="02040503050406030204" pitchFamily="18" charset="0"/>
                        </a:rPr>
                        <m:t>, </m:t>
                      </m:r>
                      <m:r>
                        <m:rPr>
                          <m:sty m:val="p"/>
                        </m:rPr>
                        <a:rPr lang="en-CA" sz="4400">
                          <a:latin typeface="Cambria Math" panose="02040503050406030204" pitchFamily="18" charset="0"/>
                        </a:rPr>
                        <m:t>y</m:t>
                      </m:r>
                      <m:r>
                        <a:rPr lang="en-CA" sz="4400">
                          <a:latin typeface="Cambria Math" panose="02040503050406030204" pitchFamily="18" charset="0"/>
                        </a:rPr>
                        <m:t>;</m:t>
                      </m:r>
                      <m:r>
                        <m:rPr>
                          <m:sty m:val="p"/>
                        </m:rPr>
                        <a:rPr lang="en-CA" sz="4400">
                          <a:latin typeface="Cambria Math" panose="02040503050406030204" pitchFamily="18" charset="0"/>
                        </a:rPr>
                        <m:t>Θ</m:t>
                      </m:r>
                      <m:r>
                        <a:rPr lang="en-CA" sz="4400" i="1">
                          <a:latin typeface="Cambria Math" panose="02040503050406030204" pitchFamily="18" charset="0"/>
                        </a:rPr>
                        <m:t>)</m:t>
                      </m:r>
                      <m:r>
                        <a:rPr lang="en-CA" sz="4400">
                          <a:latin typeface="Cambria Math" panose="02040503050406030204" pitchFamily="18" charset="0"/>
                        </a:rPr>
                        <m:t> </m:t>
                      </m:r>
                    </m:oMath>
                  </m:oMathPara>
                </a14:m>
                <a:endParaRPr lang="en-US" sz="4400" dirty="0"/>
              </a:p>
              <a:p>
                <a:pPr marL="0" indent="0">
                  <a:buNone/>
                </a:pPr>
                <a:endParaRPr lang="en-CA" sz="4400" dirty="0"/>
              </a:p>
            </p:txBody>
          </p:sp>
        </mc:Choice>
        <mc:Fallback>
          <p:sp>
            <p:nvSpPr>
              <p:cNvPr id="3" name="Content Placeholder 2">
                <a:extLst>
                  <a:ext uri="{FF2B5EF4-FFF2-40B4-BE49-F238E27FC236}">
                    <a16:creationId xmlns:a16="http://schemas.microsoft.com/office/drawing/2014/main" id="{C8EC637D-A99D-D71A-4B71-5AD2C8C2047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CA">
                    <a:noFill/>
                  </a:rPr>
                  <a:t> </a:t>
                </a:r>
              </a:p>
            </p:txBody>
          </p:sp>
        </mc:Fallback>
      </mc:AlternateContent>
      <p:sp>
        <p:nvSpPr>
          <p:cNvPr id="4" name="Slide Number Placeholder 3">
            <a:extLst>
              <a:ext uri="{FF2B5EF4-FFF2-40B4-BE49-F238E27FC236}">
                <a16:creationId xmlns:a16="http://schemas.microsoft.com/office/drawing/2014/main" id="{F9F8A68E-1310-74DD-921E-0C8702CC991A}"/>
              </a:ext>
            </a:extLst>
          </p:cNvPr>
          <p:cNvSpPr>
            <a:spLocks noGrp="1"/>
          </p:cNvSpPr>
          <p:nvPr>
            <p:ph type="sldNum" sz="quarter" idx="12"/>
          </p:nvPr>
        </p:nvSpPr>
        <p:spPr/>
        <p:txBody>
          <a:bodyPr/>
          <a:lstStyle/>
          <a:p>
            <a:fld id="{A36FF760-4833-4FC2-9C74-46CD274694B2}" type="slidenum">
              <a:rPr lang="en-CA" smtClean="0"/>
              <a:pPr/>
              <a:t>39</a:t>
            </a:fld>
            <a:endParaRPr lang="en-CA"/>
          </a:p>
        </p:txBody>
      </p:sp>
      <mc:AlternateContent xmlns:mc="http://schemas.openxmlformats.org/markup-compatibility/2006">
        <mc:Choice xmlns:a14="http://schemas.microsoft.com/office/drawing/2010/main" Requires="a14">
          <p:sp>
            <p:nvSpPr>
              <p:cNvPr id="6" name="Speech Bubble: Rectangle with Corners Rounded 5">
                <a:extLst>
                  <a:ext uri="{FF2B5EF4-FFF2-40B4-BE49-F238E27FC236}">
                    <a16:creationId xmlns:a16="http://schemas.microsoft.com/office/drawing/2014/main" id="{F31CDCC2-6F88-E77A-BF06-32841C471887}"/>
                  </a:ext>
                </a:extLst>
              </p:cNvPr>
              <p:cNvSpPr/>
              <p:nvPr/>
            </p:nvSpPr>
            <p:spPr>
              <a:xfrm>
                <a:off x="1198286" y="1941680"/>
                <a:ext cx="4299862" cy="652462"/>
              </a:xfrm>
              <a:prstGeom prst="wedgeRoundRectCallout">
                <a:avLst>
                  <a:gd name="adj1" fmla="val 58528"/>
                  <a:gd name="adj2" fmla="val 125606"/>
                  <a:gd name="adj3" fmla="val 16667"/>
                </a:avLst>
              </a:prstGeom>
            </p:spPr>
            <p:style>
              <a:lnRef idx="2">
                <a:schemeClr val="accent4"/>
              </a:lnRef>
              <a:fillRef idx="1">
                <a:schemeClr val="lt1"/>
              </a:fillRef>
              <a:effectRef idx="0">
                <a:schemeClr val="accent4"/>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CA" sz="2400" dirty="0">
                    <a:latin typeface="Nunito" pitchFamily="2" charset="0"/>
                  </a:rPr>
                  <a:t>Inference: solve </a:t>
                </a:r>
                <a14:m>
                  <m:oMath xmlns:m="http://schemas.openxmlformats.org/officeDocument/2006/math">
                    <m:func>
                      <m:funcPr>
                        <m:ctrlPr>
                          <a:rPr lang="en-CA" sz="2400" b="0" i="1" smtClean="0">
                            <a:latin typeface="Cambria Math" panose="02040503050406030204" pitchFamily="18" charset="0"/>
                          </a:rPr>
                        </m:ctrlPr>
                      </m:funcPr>
                      <m:fName>
                        <m:r>
                          <m:rPr>
                            <m:sty m:val="p"/>
                          </m:rPr>
                          <a:rPr lang="en-CA" sz="2400" b="0" i="0" smtClean="0">
                            <a:latin typeface="Cambria Math" panose="02040503050406030204" pitchFamily="18" charset="0"/>
                          </a:rPr>
                          <m:t>arg</m:t>
                        </m:r>
                      </m:fName>
                      <m:e>
                        <m:r>
                          <m:rPr>
                            <m:sty m:val="p"/>
                          </m:rPr>
                          <a:rPr lang="en-CA" sz="2400" b="0" i="0" smtClean="0">
                            <a:latin typeface="Cambria Math" panose="02040503050406030204" pitchFamily="18" charset="0"/>
                          </a:rPr>
                          <m:t>max</m:t>
                        </m:r>
                      </m:e>
                    </m:func>
                  </m:oMath>
                </a14:m>
                <a:endParaRPr lang="en-CA" sz="2400" dirty="0">
                  <a:latin typeface="Nunito" pitchFamily="2" charset="0"/>
                </a:endParaRPr>
              </a:p>
            </p:txBody>
          </p:sp>
        </mc:Choice>
        <mc:Fallback>
          <p:sp>
            <p:nvSpPr>
              <p:cNvPr id="6" name="Speech Bubble: Rectangle with Corners Rounded 5">
                <a:extLst>
                  <a:ext uri="{FF2B5EF4-FFF2-40B4-BE49-F238E27FC236}">
                    <a16:creationId xmlns:a16="http://schemas.microsoft.com/office/drawing/2014/main" id="{F31CDCC2-6F88-E77A-BF06-32841C471887}"/>
                  </a:ext>
                </a:extLst>
              </p:cNvPr>
              <p:cNvSpPr>
                <a:spLocks noRot="1" noChangeAspect="1" noMove="1" noResize="1" noEditPoints="1" noAdjustHandles="1" noChangeArrowheads="1" noChangeShapeType="1" noTextEdit="1"/>
              </p:cNvSpPr>
              <p:nvPr/>
            </p:nvSpPr>
            <p:spPr>
              <a:xfrm>
                <a:off x="1198286" y="1941680"/>
                <a:ext cx="4299862" cy="652462"/>
              </a:xfrm>
              <a:prstGeom prst="wedgeRoundRectCallout">
                <a:avLst>
                  <a:gd name="adj1" fmla="val 58528"/>
                  <a:gd name="adj2" fmla="val 125606"/>
                  <a:gd name="adj3" fmla="val 16667"/>
                </a:avLst>
              </a:prstGeom>
              <a:blipFill>
                <a:blip r:embed="rId3"/>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1821358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a9ee03e0-b78c-4998-8bf4-79b266b85105}" enabled="1" method="Standard" siteId="{723a5a87-f39a-4a22-9247-3fc240c01396}" removed="0"/>
</clbl:labelList>
</file>

<file path=docProps/app.xml><?xml version="1.0" encoding="utf-8"?>
<Properties xmlns="http://schemas.openxmlformats.org/officeDocument/2006/extended-properties" xmlns:vt="http://schemas.openxmlformats.org/officeDocument/2006/docPropsVTypes">
  <TotalTime>18427</TotalTime>
  <Words>1584</Words>
  <Application>Microsoft Office PowerPoint</Application>
  <PresentationFormat>Widescreen</PresentationFormat>
  <Paragraphs>359</Paragraphs>
  <Slides>39</Slides>
  <Notes>6</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Arial</vt:lpstr>
      <vt:lpstr>Cambria Math</vt:lpstr>
      <vt:lpstr>Nunito</vt:lpstr>
      <vt:lpstr>Times New Roman</vt:lpstr>
      <vt:lpstr>Office Theme</vt:lpstr>
      <vt:lpstr>CS 489/698: Introduction to Natural Language Processing  Lecture 4: Classification</vt:lpstr>
      <vt:lpstr>Classification</vt:lpstr>
      <vt:lpstr>Outline of Today’s Lecture</vt:lpstr>
      <vt:lpstr>Rule-Based Classifier</vt:lpstr>
      <vt:lpstr>Statistical Classifiers</vt:lpstr>
      <vt:lpstr>Statistical Classifiers: General Formulation</vt:lpstr>
      <vt:lpstr>Modeling, Learning, and Inference</vt:lpstr>
      <vt:lpstr>Naïve Bayes: Modeling</vt:lpstr>
      <vt:lpstr>Naïve Bayes: Learning</vt:lpstr>
      <vt:lpstr>“Bag-of-words” Features</vt:lpstr>
      <vt:lpstr>Naïve Bayes: Inference</vt:lpstr>
      <vt:lpstr>Naïve Bayes: Example</vt:lpstr>
      <vt:lpstr>Recap: Logistic Function</vt:lpstr>
      <vt:lpstr>Logistic Regression: Modeling</vt:lpstr>
      <vt:lpstr>Logistic Regression: Learning</vt:lpstr>
      <vt:lpstr>Logistic Regression: Inference</vt:lpstr>
      <vt:lpstr>Generative vs. Discriminative Model for Classification</vt:lpstr>
      <vt:lpstr>Neural-Network Classifier</vt:lpstr>
      <vt:lpstr>Neural Implementation of Scoring Function</vt:lpstr>
      <vt:lpstr>Common Neural Network Notations</vt:lpstr>
      <vt:lpstr>Perceptron</vt:lpstr>
      <vt:lpstr>Perceptron: Learning</vt:lpstr>
      <vt:lpstr>Perceptron: Learning</vt:lpstr>
      <vt:lpstr>Perceptron: Learning</vt:lpstr>
      <vt:lpstr>Neural Layer: Generalized Perceptron</vt:lpstr>
      <vt:lpstr>Stacking Neural Layers</vt:lpstr>
      <vt:lpstr>Nonlinearities (activation function)</vt:lpstr>
      <vt:lpstr>Nonlinearities: tanh</vt:lpstr>
      <vt:lpstr>Nonlinearities: sigmoid</vt:lpstr>
      <vt:lpstr>Sigmoid and tanh</vt:lpstr>
      <vt:lpstr>Nonlinearity: Rectified Linear Unit (ReLU)</vt:lpstr>
      <vt:lpstr>Sentiment Classification with Neural Network</vt:lpstr>
      <vt:lpstr>Neural Network: Training</vt:lpstr>
      <vt:lpstr>Backpropagation </vt:lpstr>
      <vt:lpstr>Visualization of an Average Word Vector Classifier</vt:lpstr>
      <vt:lpstr>Next</vt:lpstr>
      <vt:lpstr>Modeling</vt:lpstr>
      <vt:lpstr>Learning </vt:lpstr>
      <vt:lpstr>Modeling, Learning, and Inference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Freda Shi</dc:creator>
  <cp:lastModifiedBy>Freda Shi</cp:lastModifiedBy>
  <cp:revision>1</cp:revision>
  <dcterms:created xsi:type="dcterms:W3CDTF">2025-07-25T21:38:11Z</dcterms:created>
  <dcterms:modified xsi:type="dcterms:W3CDTF">2026-01-14T07:33:05Z</dcterms:modified>
</cp:coreProperties>
</file>