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81" r:id="rId4"/>
    <p:sldId id="258" r:id="rId5"/>
    <p:sldId id="262" r:id="rId6"/>
    <p:sldId id="263" r:id="rId7"/>
    <p:sldId id="261" r:id="rId8"/>
    <p:sldId id="265" r:id="rId9"/>
    <p:sldId id="272" r:id="rId10"/>
    <p:sldId id="273" r:id="rId11"/>
    <p:sldId id="264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60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CBEC9B-BF07-47F8-BD18-E2A90EE43098}">
          <p14:sldIdLst>
            <p14:sldId id="256"/>
            <p14:sldId id="257"/>
            <p14:sldId id="281"/>
            <p14:sldId id="258"/>
            <p14:sldId id="262"/>
            <p14:sldId id="263"/>
            <p14:sldId id="261"/>
            <p14:sldId id="265"/>
            <p14:sldId id="272"/>
            <p14:sldId id="273"/>
            <p14:sldId id="264"/>
            <p14:sldId id="274"/>
            <p14:sldId id="275"/>
            <p14:sldId id="276"/>
            <p14:sldId id="277"/>
            <p14:sldId id="278"/>
            <p14:sldId id="279"/>
            <p14:sldId id="280"/>
            <p14:sldId id="260"/>
          </p14:sldIdLst>
        </p14:section>
        <p14:section name="next" id="{8509D117-9FDD-4962-BDF9-EDBA81550B5D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EDAA93-CCF2-59E0-757F-EC741AC82C89}" name="Freda Shi" initials="FS" userId="e68c2e0bbb2f643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505FF"/>
    <a:srgbClr val="980000"/>
    <a:srgbClr val="E6935D"/>
    <a:srgbClr val="E7EAED"/>
    <a:srgbClr val="CCE2F2"/>
    <a:srgbClr val="7A9E68"/>
    <a:srgbClr val="B78E73"/>
    <a:srgbClr val="64523F"/>
    <a:srgbClr val="3F5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048CD6-EA43-473E-9666-5EF89EDDB48C}" v="4411" dt="2026-01-28T15:28:54.664"/>
    <p1510:client id="{C5B93F9E-8D6E-427C-976E-1007328EEC71}" v="92" dt="2026-01-27T22:26:15.1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93" autoAdjust="0"/>
    <p:restoredTop sz="78166" autoAdjust="0"/>
  </p:normalViewPr>
  <p:slideViewPr>
    <p:cSldViewPr snapToGrid="0">
      <p:cViewPr varScale="1">
        <p:scale>
          <a:sx n="129" d="100"/>
          <a:sy n="129" d="100"/>
        </p:scale>
        <p:origin x="3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5" d="100"/>
          <a:sy n="125" d="100"/>
        </p:scale>
        <p:origin x="493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a Shi" userId="e3bafef1-15f2-4eeb-acbe-fa674bab7991" providerId="ADAL" clId="{9555FC65-5A8C-4EE8-9D5B-8283D7A0923C}"/>
    <pc:docChg chg="undo redo custSel addSld delSld modSld sldOrd modMainMaster addSection delSection modSection">
      <pc:chgData name="Freda Shi" userId="e3bafef1-15f2-4eeb-acbe-fa674bab7991" providerId="ADAL" clId="{9555FC65-5A8C-4EE8-9D5B-8283D7A0923C}" dt="2026-01-28T15:30:35.757" v="48680" actId="47"/>
      <pc:docMkLst>
        <pc:docMk/>
      </pc:docMkLst>
      <pc:sldChg chg="delSp modSp mod">
        <pc:chgData name="Freda Shi" userId="e3bafef1-15f2-4eeb-acbe-fa674bab7991" providerId="ADAL" clId="{9555FC65-5A8C-4EE8-9D5B-8283D7A0923C}" dt="2026-01-28T15:22:29.787" v="47998" actId="20577"/>
        <pc:sldMkLst>
          <pc:docMk/>
          <pc:sldMk cId="228913878" sldId="256"/>
        </pc:sldMkLst>
        <pc:spChg chg="mod">
          <ac:chgData name="Freda Shi" userId="e3bafef1-15f2-4eeb-acbe-fa674bab7991" providerId="ADAL" clId="{9555FC65-5A8C-4EE8-9D5B-8283D7A0923C}" dt="2026-01-28T15:22:29.787" v="47998" actId="20577"/>
          <ac:spMkLst>
            <pc:docMk/>
            <pc:sldMk cId="228913878" sldId="256"/>
            <ac:spMk id="4" creationId="{DA47CF05-BE52-90FA-5147-DA56FCE560BA}"/>
          </ac:spMkLst>
        </pc:spChg>
        <pc:spChg chg="mod">
          <ac:chgData name="Freda Shi" userId="e3bafef1-15f2-4eeb-acbe-fa674bab7991" providerId="ADAL" clId="{9555FC65-5A8C-4EE8-9D5B-8283D7A0923C}" dt="2026-01-24T07:45:28.459" v="40204" actId="5793"/>
          <ac:spMkLst>
            <pc:docMk/>
            <pc:sldMk cId="228913878" sldId="256"/>
            <ac:spMk id="9" creationId="{28B5EE4A-907F-5295-FED3-0CC20CF8B67E}"/>
          </ac:spMkLst>
        </pc:spChg>
      </pc:sldChg>
      <pc:sldChg chg="modSp new mod modAnim">
        <pc:chgData name="Freda Shi" userId="e3bafef1-15f2-4eeb-acbe-fa674bab7991" providerId="ADAL" clId="{9555FC65-5A8C-4EE8-9D5B-8283D7A0923C}" dt="2026-01-25T17:15:30.296" v="41041" actId="20577"/>
        <pc:sldMkLst>
          <pc:docMk/>
          <pc:sldMk cId="2451393201" sldId="257"/>
        </pc:sldMkLst>
        <pc:spChg chg="mod">
          <ac:chgData name="Freda Shi" userId="e3bafef1-15f2-4eeb-acbe-fa674bab7991" providerId="ADAL" clId="{9555FC65-5A8C-4EE8-9D5B-8283D7A0923C}" dt="2026-01-24T07:45:48.809" v="40243" actId="313"/>
          <ac:spMkLst>
            <pc:docMk/>
            <pc:sldMk cId="2451393201" sldId="257"/>
            <ac:spMk id="2" creationId="{8A7CE0C3-1A06-7647-5A9B-85E5E9C29A01}"/>
          </ac:spMkLst>
        </pc:spChg>
        <pc:spChg chg="mod">
          <ac:chgData name="Freda Shi" userId="e3bafef1-15f2-4eeb-acbe-fa674bab7991" providerId="ADAL" clId="{9555FC65-5A8C-4EE8-9D5B-8283D7A0923C}" dt="2026-01-25T17:15:30.296" v="41041" actId="20577"/>
          <ac:spMkLst>
            <pc:docMk/>
            <pc:sldMk cId="2451393201" sldId="257"/>
            <ac:spMk id="3" creationId="{2CBA080E-F02B-7F72-2742-D701D040202F}"/>
          </ac:spMkLst>
        </pc:spChg>
      </pc:sldChg>
      <pc:sldChg chg="modSp new mod ord">
        <pc:chgData name="Freda Shi" userId="e3bafef1-15f2-4eeb-acbe-fa674bab7991" providerId="ADAL" clId="{9555FC65-5A8C-4EE8-9D5B-8283D7A0923C}" dt="2026-01-28T05:33:32.397" v="44797" actId="20577"/>
        <pc:sldMkLst>
          <pc:docMk/>
          <pc:sldMk cId="1605273323" sldId="258"/>
        </pc:sldMkLst>
        <pc:spChg chg="mod">
          <ac:chgData name="Freda Shi" userId="e3bafef1-15f2-4eeb-acbe-fa674bab7991" providerId="ADAL" clId="{9555FC65-5A8C-4EE8-9D5B-8283D7A0923C}" dt="2026-01-28T05:33:32.397" v="44797" actId="20577"/>
          <ac:spMkLst>
            <pc:docMk/>
            <pc:sldMk cId="1605273323" sldId="258"/>
            <ac:spMk id="2" creationId="{6378F86A-7F5C-B572-2836-52465C025A48}"/>
          </ac:spMkLst>
        </pc:spChg>
        <pc:spChg chg="mod">
          <ac:chgData name="Freda Shi" userId="e3bafef1-15f2-4eeb-acbe-fa674bab7991" providerId="ADAL" clId="{9555FC65-5A8C-4EE8-9D5B-8283D7A0923C}" dt="2026-01-28T05:16:56.851" v="43642" actId="20577"/>
          <ac:spMkLst>
            <pc:docMk/>
            <pc:sldMk cId="1605273323" sldId="258"/>
            <ac:spMk id="3" creationId="{640B6FCA-FB35-B10A-3BDA-10A39DB920EA}"/>
          </ac:spMkLst>
        </pc:spChg>
      </pc:sldChg>
      <pc:sldChg chg="modSp mod">
        <pc:chgData name="Freda Shi" userId="e3bafef1-15f2-4eeb-acbe-fa674bab7991" providerId="ADAL" clId="{9555FC65-5A8C-4EE8-9D5B-8283D7A0923C}" dt="2026-01-28T05:45:57.165" v="45780" actId="20577"/>
        <pc:sldMkLst>
          <pc:docMk/>
          <pc:sldMk cId="1896540082" sldId="259"/>
        </pc:sldMkLst>
        <pc:spChg chg="mod">
          <ac:chgData name="Freda Shi" userId="e3bafef1-15f2-4eeb-acbe-fa674bab7991" providerId="ADAL" clId="{9555FC65-5A8C-4EE8-9D5B-8283D7A0923C}" dt="2026-01-28T05:45:14.420" v="45692" actId="20577"/>
          <ac:spMkLst>
            <pc:docMk/>
            <pc:sldMk cId="1896540082" sldId="259"/>
            <ac:spMk id="2" creationId="{E2C7B07E-A3D1-3C2B-B017-E96EB120E8C8}"/>
          </ac:spMkLst>
        </pc:spChg>
        <pc:spChg chg="mod">
          <ac:chgData name="Freda Shi" userId="e3bafef1-15f2-4eeb-acbe-fa674bab7991" providerId="ADAL" clId="{9555FC65-5A8C-4EE8-9D5B-8283D7A0923C}" dt="2026-01-28T05:45:57.165" v="45780" actId="20577"/>
          <ac:spMkLst>
            <pc:docMk/>
            <pc:sldMk cId="1896540082" sldId="259"/>
            <ac:spMk id="3" creationId="{B3BF30C2-A671-A559-D900-4A640E03FB09}"/>
          </ac:spMkLst>
        </pc:spChg>
      </pc:sldChg>
      <pc:sldChg chg="addSp delSp modSp mod modAnim">
        <pc:chgData name="Freda Shi" userId="e3bafef1-15f2-4eeb-acbe-fa674bab7991" providerId="ADAL" clId="{9555FC65-5A8C-4EE8-9D5B-8283D7A0923C}" dt="2026-01-28T04:35:39.370" v="41994" actId="404"/>
        <pc:sldMkLst>
          <pc:docMk/>
          <pc:sldMk cId="2592467692" sldId="261"/>
        </pc:sldMkLst>
        <pc:spChg chg="mod">
          <ac:chgData name="Freda Shi" userId="e3bafef1-15f2-4eeb-acbe-fa674bab7991" providerId="ADAL" clId="{9555FC65-5A8C-4EE8-9D5B-8283D7A0923C}" dt="2026-01-28T04:29:06.784" v="41797" actId="20577"/>
          <ac:spMkLst>
            <pc:docMk/>
            <pc:sldMk cId="2592467692" sldId="261"/>
            <ac:spMk id="2" creationId="{72DA83F9-0256-817C-A1F9-3C30AB1ED38B}"/>
          </ac:spMkLst>
        </pc:spChg>
        <pc:spChg chg="mod">
          <ac:chgData name="Freda Shi" userId="e3bafef1-15f2-4eeb-acbe-fa674bab7991" providerId="ADAL" clId="{9555FC65-5A8C-4EE8-9D5B-8283D7A0923C}" dt="2026-01-28T04:35:39.370" v="41994" actId="404"/>
          <ac:spMkLst>
            <pc:docMk/>
            <pc:sldMk cId="2592467692" sldId="261"/>
            <ac:spMk id="3" creationId="{512A29E0-2E82-F1A6-11D2-AAB618441EDD}"/>
          </ac:spMkLst>
        </pc:spChg>
        <pc:grpChg chg="del">
          <ac:chgData name="Freda Shi" userId="e3bafef1-15f2-4eeb-acbe-fa674bab7991" providerId="ADAL" clId="{9555FC65-5A8C-4EE8-9D5B-8283D7A0923C}" dt="2026-01-28T04:35:07.272" v="41950" actId="478"/>
          <ac:grpSpMkLst>
            <pc:docMk/>
            <pc:sldMk cId="2592467692" sldId="261"/>
            <ac:grpSpMk id="60" creationId="{897E8FD0-82C5-398B-9CF2-3237B03D653F}"/>
          </ac:grpSpMkLst>
        </pc:grpChg>
        <pc:grpChg chg="mod">
          <ac:chgData name="Freda Shi" userId="e3bafef1-15f2-4eeb-acbe-fa674bab7991" providerId="ADAL" clId="{9555FC65-5A8C-4EE8-9D5B-8283D7A0923C}" dt="2026-01-28T04:35:31.207" v="41986" actId="1036"/>
          <ac:grpSpMkLst>
            <pc:docMk/>
            <pc:sldMk cId="2592467692" sldId="261"/>
            <ac:grpSpMk id="66" creationId="{CE874EA5-FEA1-8922-5C01-2D881D2CC359}"/>
          </ac:grpSpMkLst>
        </pc:grpChg>
        <pc:picChg chg="add mod">
          <ac:chgData name="Freda Shi" userId="e3bafef1-15f2-4eeb-acbe-fa674bab7991" providerId="ADAL" clId="{9555FC65-5A8C-4EE8-9D5B-8283D7A0923C}" dt="2026-01-28T04:31:27.602" v="41861" actId="1035"/>
          <ac:picMkLst>
            <pc:docMk/>
            <pc:sldMk cId="2592467692" sldId="261"/>
            <ac:picMk id="5" creationId="{71CAF5F4-72DE-F632-18D0-F8680EAF44BA}"/>
          </ac:picMkLst>
        </pc:picChg>
        <pc:picChg chg="mod">
          <ac:chgData name="Freda Shi" userId="e3bafef1-15f2-4eeb-acbe-fa674bab7991" providerId="ADAL" clId="{9555FC65-5A8C-4EE8-9D5B-8283D7A0923C}" dt="2026-01-28T04:35:24.363" v="41954" actId="14100"/>
          <ac:picMkLst>
            <pc:docMk/>
            <pc:sldMk cId="2592467692" sldId="261"/>
            <ac:picMk id="7" creationId="{BDA3F4D2-7501-C946-BCF7-27D802594B7D}"/>
          </ac:picMkLst>
        </pc:picChg>
      </pc:sldChg>
      <pc:sldChg chg="addSp modSp new mod modAnim">
        <pc:chgData name="Freda Shi" userId="e3bafef1-15f2-4eeb-acbe-fa674bab7991" providerId="ADAL" clId="{9555FC65-5A8C-4EE8-9D5B-8283D7A0923C}" dt="2026-01-28T03:47:45.568" v="41747"/>
        <pc:sldMkLst>
          <pc:docMk/>
          <pc:sldMk cId="219126305" sldId="262"/>
        </pc:sldMkLst>
        <pc:spChg chg="mod">
          <ac:chgData name="Freda Shi" userId="e3bafef1-15f2-4eeb-acbe-fa674bab7991" providerId="ADAL" clId="{9555FC65-5A8C-4EE8-9D5B-8283D7A0923C}" dt="2026-01-28T03:42:02.115" v="41231" actId="20577"/>
          <ac:spMkLst>
            <pc:docMk/>
            <pc:sldMk cId="219126305" sldId="262"/>
            <ac:spMk id="2" creationId="{63F78770-1D81-A592-C608-B81A3EA24A05}"/>
          </ac:spMkLst>
        </pc:spChg>
        <pc:spChg chg="mod">
          <ac:chgData name="Freda Shi" userId="e3bafef1-15f2-4eeb-acbe-fa674bab7991" providerId="ADAL" clId="{9555FC65-5A8C-4EE8-9D5B-8283D7A0923C}" dt="2026-01-28T03:43:51.627" v="41326" actId="20577"/>
          <ac:spMkLst>
            <pc:docMk/>
            <pc:sldMk cId="219126305" sldId="262"/>
            <ac:spMk id="3" creationId="{B944E2F8-3BC2-81BF-31E5-B6FF02C9EDA7}"/>
          </ac:spMkLst>
        </pc:spChg>
        <pc:spChg chg="add mod">
          <ac:chgData name="Freda Shi" userId="e3bafef1-15f2-4eeb-acbe-fa674bab7991" providerId="ADAL" clId="{9555FC65-5A8C-4EE8-9D5B-8283D7A0923C}" dt="2026-01-28T03:44:43.166" v="41387" actId="14100"/>
          <ac:spMkLst>
            <pc:docMk/>
            <pc:sldMk cId="219126305" sldId="262"/>
            <ac:spMk id="6" creationId="{54EA5853-A923-AD43-50D5-3BD73261CA84}"/>
          </ac:spMkLst>
        </pc:spChg>
      </pc:sldChg>
      <pc:sldChg chg="addSp delSp modSp new mod">
        <pc:chgData name="Freda Shi" userId="e3bafef1-15f2-4eeb-acbe-fa674bab7991" providerId="ADAL" clId="{9555FC65-5A8C-4EE8-9D5B-8283D7A0923C}" dt="2026-01-28T04:26:41.873" v="41772" actId="1076"/>
        <pc:sldMkLst>
          <pc:docMk/>
          <pc:sldMk cId="3835959376" sldId="263"/>
        </pc:sldMkLst>
        <pc:spChg chg="mod">
          <ac:chgData name="Freda Shi" userId="e3bafef1-15f2-4eeb-acbe-fa674bab7991" providerId="ADAL" clId="{9555FC65-5A8C-4EE8-9D5B-8283D7A0923C}" dt="2026-01-28T04:26:06.382" v="41765" actId="20577"/>
          <ac:spMkLst>
            <pc:docMk/>
            <pc:sldMk cId="3835959376" sldId="263"/>
            <ac:spMk id="2" creationId="{A2194F5C-C56F-1E82-308F-FF132E93537B}"/>
          </ac:spMkLst>
        </pc:spChg>
        <pc:spChg chg="del">
          <ac:chgData name="Freda Shi" userId="e3bafef1-15f2-4eeb-acbe-fa674bab7991" providerId="ADAL" clId="{9555FC65-5A8C-4EE8-9D5B-8283D7A0923C}" dt="2026-01-28T04:26:14.383" v="41766" actId="478"/>
          <ac:spMkLst>
            <pc:docMk/>
            <pc:sldMk cId="3835959376" sldId="263"/>
            <ac:spMk id="3" creationId="{2922275B-019C-741D-0D13-CAB3E3E67981}"/>
          </ac:spMkLst>
        </pc:spChg>
        <pc:spChg chg="add mod">
          <ac:chgData name="Freda Shi" userId="e3bafef1-15f2-4eeb-acbe-fa674bab7991" providerId="ADAL" clId="{9555FC65-5A8C-4EE8-9D5B-8283D7A0923C}" dt="2026-01-28T04:26:32.634" v="41770" actId="1076"/>
          <ac:spMkLst>
            <pc:docMk/>
            <pc:sldMk cId="3835959376" sldId="263"/>
            <ac:spMk id="5" creationId="{1D1F1F35-EBE3-3005-9919-DBF89B015AB8}"/>
          </ac:spMkLst>
        </pc:spChg>
        <pc:picChg chg="add mod">
          <ac:chgData name="Freda Shi" userId="e3bafef1-15f2-4eeb-acbe-fa674bab7991" providerId="ADAL" clId="{9555FC65-5A8C-4EE8-9D5B-8283D7A0923C}" dt="2026-01-28T04:26:14.691" v="41767"/>
          <ac:picMkLst>
            <pc:docMk/>
            <pc:sldMk cId="3835959376" sldId="263"/>
            <ac:picMk id="6" creationId="{74A02A45-4C71-78E2-DCFB-5991FADEFE89}"/>
          </ac:picMkLst>
        </pc:picChg>
        <pc:picChg chg="add mod">
          <ac:chgData name="Freda Shi" userId="e3bafef1-15f2-4eeb-acbe-fa674bab7991" providerId="ADAL" clId="{9555FC65-5A8C-4EE8-9D5B-8283D7A0923C}" dt="2026-01-28T04:26:14.691" v="41767"/>
          <ac:picMkLst>
            <pc:docMk/>
            <pc:sldMk cId="3835959376" sldId="263"/>
            <ac:picMk id="7" creationId="{0FB8A276-B0B5-3F00-DB4F-B393D23DE6EE}"/>
          </ac:picMkLst>
        </pc:picChg>
        <pc:picChg chg="add mod">
          <ac:chgData name="Freda Shi" userId="e3bafef1-15f2-4eeb-acbe-fa674bab7991" providerId="ADAL" clId="{9555FC65-5A8C-4EE8-9D5B-8283D7A0923C}" dt="2026-01-28T04:26:41.873" v="41772" actId="1076"/>
          <ac:picMkLst>
            <pc:docMk/>
            <pc:sldMk cId="3835959376" sldId="263"/>
            <ac:picMk id="8" creationId="{AD54AE40-042F-DB77-140D-A26398581952}"/>
          </ac:picMkLst>
        </pc:picChg>
      </pc:sldChg>
      <pc:sldChg chg="delSp modSp add mod ord modAnim">
        <pc:chgData name="Freda Shi" userId="e3bafef1-15f2-4eeb-acbe-fa674bab7991" providerId="ADAL" clId="{9555FC65-5A8C-4EE8-9D5B-8283D7A0923C}" dt="2026-01-28T04:49:50.365" v="42319"/>
        <pc:sldMkLst>
          <pc:docMk/>
          <pc:sldMk cId="2017527296" sldId="264"/>
        </pc:sldMkLst>
        <pc:spChg chg="mod">
          <ac:chgData name="Freda Shi" userId="e3bafef1-15f2-4eeb-acbe-fa674bab7991" providerId="ADAL" clId="{9555FC65-5A8C-4EE8-9D5B-8283D7A0923C}" dt="2026-01-28T04:44:56.289" v="42195" actId="20577"/>
          <ac:spMkLst>
            <pc:docMk/>
            <pc:sldMk cId="2017527296" sldId="264"/>
            <ac:spMk id="3" creationId="{8409ECE0-8BB4-2A4E-DB17-9DE5ECB8E715}"/>
          </ac:spMkLst>
        </pc:spChg>
        <pc:grpChg chg="del">
          <ac:chgData name="Freda Shi" userId="e3bafef1-15f2-4eeb-acbe-fa674bab7991" providerId="ADAL" clId="{9555FC65-5A8C-4EE8-9D5B-8283D7A0923C}" dt="2026-01-28T04:29:16.512" v="41800" actId="478"/>
          <ac:grpSpMkLst>
            <pc:docMk/>
            <pc:sldMk cId="2017527296" sldId="264"/>
            <ac:grpSpMk id="60" creationId="{9426BC0B-CD5D-852D-593A-18CABCCFA371}"/>
          </ac:grpSpMkLst>
        </pc:grpChg>
      </pc:sldChg>
      <pc:sldChg chg="addSp delSp modSp add mod delAnim">
        <pc:chgData name="Freda Shi" userId="e3bafef1-15f2-4eeb-acbe-fa674bab7991" providerId="ADAL" clId="{9555FC65-5A8C-4EE8-9D5B-8283D7A0923C}" dt="2026-01-28T04:36:10.322" v="42004" actId="478"/>
        <pc:sldMkLst>
          <pc:docMk/>
          <pc:sldMk cId="3522548666" sldId="265"/>
        </pc:sldMkLst>
        <pc:spChg chg="mod">
          <ac:chgData name="Freda Shi" userId="e3bafef1-15f2-4eeb-acbe-fa674bab7991" providerId="ADAL" clId="{9555FC65-5A8C-4EE8-9D5B-8283D7A0923C}" dt="2026-01-28T04:34:04.987" v="41925" actId="20577"/>
          <ac:spMkLst>
            <pc:docMk/>
            <pc:sldMk cId="3522548666" sldId="265"/>
            <ac:spMk id="3" creationId="{0A50AE75-2592-22E0-5C0D-405E5D1774F7}"/>
          </ac:spMkLst>
        </pc:spChg>
        <pc:spChg chg="mod">
          <ac:chgData name="Freda Shi" userId="e3bafef1-15f2-4eeb-acbe-fa674bab7991" providerId="ADAL" clId="{9555FC65-5A8C-4EE8-9D5B-8283D7A0923C}" dt="2026-01-28T04:35:56.450" v="41996"/>
          <ac:spMkLst>
            <pc:docMk/>
            <pc:sldMk cId="3522548666" sldId="265"/>
            <ac:spMk id="68" creationId="{9C5B046E-9090-5496-DD38-30AF183F076D}"/>
          </ac:spMkLst>
        </pc:spChg>
        <pc:spChg chg="mod">
          <ac:chgData name="Freda Shi" userId="e3bafef1-15f2-4eeb-acbe-fa674bab7991" providerId="ADAL" clId="{9555FC65-5A8C-4EE8-9D5B-8283D7A0923C}" dt="2026-01-28T04:35:56.450" v="41996"/>
          <ac:spMkLst>
            <pc:docMk/>
            <pc:sldMk cId="3522548666" sldId="265"/>
            <ac:spMk id="69" creationId="{224D59BE-B7BA-CC8E-64D9-54AE21402CB2}"/>
          </ac:spMkLst>
        </pc:spChg>
        <pc:spChg chg="mod">
          <ac:chgData name="Freda Shi" userId="e3bafef1-15f2-4eeb-acbe-fa674bab7991" providerId="ADAL" clId="{9555FC65-5A8C-4EE8-9D5B-8283D7A0923C}" dt="2026-01-28T04:35:56.450" v="41996"/>
          <ac:spMkLst>
            <pc:docMk/>
            <pc:sldMk cId="3522548666" sldId="265"/>
            <ac:spMk id="70" creationId="{2FDC9BE1-0472-6D04-18FA-E6D508122990}"/>
          </ac:spMkLst>
        </pc:spChg>
        <pc:spChg chg="mod">
          <ac:chgData name="Freda Shi" userId="e3bafef1-15f2-4eeb-acbe-fa674bab7991" providerId="ADAL" clId="{9555FC65-5A8C-4EE8-9D5B-8283D7A0923C}" dt="2026-01-28T04:35:56.450" v="41996"/>
          <ac:spMkLst>
            <pc:docMk/>
            <pc:sldMk cId="3522548666" sldId="265"/>
            <ac:spMk id="71" creationId="{7AA82352-43B7-FA43-BA05-46CA08A1A325}"/>
          </ac:spMkLst>
        </pc:spChg>
        <pc:grpChg chg="add del mod">
          <ac:chgData name="Freda Shi" userId="e3bafef1-15f2-4eeb-acbe-fa674bab7991" providerId="ADAL" clId="{9555FC65-5A8C-4EE8-9D5B-8283D7A0923C}" dt="2026-01-28T04:36:10.322" v="42004" actId="478"/>
          <ac:grpSpMkLst>
            <pc:docMk/>
            <pc:sldMk cId="3522548666" sldId="265"/>
            <ac:grpSpMk id="60" creationId="{56D9D89B-F126-2264-19BD-D0DC2D313309}"/>
          </ac:grpSpMkLst>
        </pc:grpChg>
        <pc:grpChg chg="add mod">
          <ac:chgData name="Freda Shi" userId="e3bafef1-15f2-4eeb-acbe-fa674bab7991" providerId="ADAL" clId="{9555FC65-5A8C-4EE8-9D5B-8283D7A0923C}" dt="2026-01-28T04:35:56.450" v="41996"/>
          <ac:grpSpMkLst>
            <pc:docMk/>
            <pc:sldMk cId="3522548666" sldId="265"/>
            <ac:grpSpMk id="67" creationId="{AF29882C-B830-A7B5-088A-4CD9D28B9FCB}"/>
          </ac:grpSpMkLst>
        </pc:grpChg>
        <pc:picChg chg="del">
          <ac:chgData name="Freda Shi" userId="e3bafef1-15f2-4eeb-acbe-fa674bab7991" providerId="ADAL" clId="{9555FC65-5A8C-4EE8-9D5B-8283D7A0923C}" dt="2026-01-28T04:33:50.776" v="41865" actId="478"/>
          <ac:picMkLst>
            <pc:docMk/>
            <pc:sldMk cId="3522548666" sldId="265"/>
            <ac:picMk id="5" creationId="{B84F520E-A4FB-9BC5-6CAC-F8CCE9E04D2E}"/>
          </ac:picMkLst>
        </pc:picChg>
        <pc:picChg chg="add mod">
          <ac:chgData name="Freda Shi" userId="e3bafef1-15f2-4eeb-acbe-fa674bab7991" providerId="ADAL" clId="{9555FC65-5A8C-4EE8-9D5B-8283D7A0923C}" dt="2026-01-28T04:34:09.499" v="41949" actId="1035"/>
          <ac:picMkLst>
            <pc:docMk/>
            <pc:sldMk cId="3522548666" sldId="265"/>
            <ac:picMk id="6" creationId="{B6BA9BE6-2872-541A-D282-5C93A146B0A1}"/>
          </ac:picMkLst>
        </pc:picChg>
        <pc:picChg chg="add mod">
          <ac:chgData name="Freda Shi" userId="e3bafef1-15f2-4eeb-acbe-fa674bab7991" providerId="ADAL" clId="{9555FC65-5A8C-4EE8-9D5B-8283D7A0923C}" dt="2026-01-28T04:34:09.499" v="41949" actId="1035"/>
          <ac:picMkLst>
            <pc:docMk/>
            <pc:sldMk cId="3522548666" sldId="265"/>
            <ac:picMk id="7" creationId="{F82901B8-F1B7-30EE-ADD6-427B8FCA2D16}"/>
          </ac:picMkLst>
        </pc:picChg>
        <pc:picChg chg="add mod">
          <ac:chgData name="Freda Shi" userId="e3bafef1-15f2-4eeb-acbe-fa674bab7991" providerId="ADAL" clId="{9555FC65-5A8C-4EE8-9D5B-8283D7A0923C}" dt="2026-01-28T04:34:09.499" v="41949" actId="1035"/>
          <ac:picMkLst>
            <pc:docMk/>
            <pc:sldMk cId="3522548666" sldId="265"/>
            <ac:picMk id="61" creationId="{6AFFA33B-61CF-7902-369A-76772ECE9D4E}"/>
          </ac:picMkLst>
        </pc:picChg>
        <pc:picChg chg="add mod">
          <ac:chgData name="Freda Shi" userId="e3bafef1-15f2-4eeb-acbe-fa674bab7991" providerId="ADAL" clId="{9555FC65-5A8C-4EE8-9D5B-8283D7A0923C}" dt="2026-01-28T04:34:09.499" v="41949" actId="1035"/>
          <ac:picMkLst>
            <pc:docMk/>
            <pc:sldMk cId="3522548666" sldId="265"/>
            <ac:picMk id="62" creationId="{A6E6AD4E-0402-B521-309D-0B1CAD49C53C}"/>
          </ac:picMkLst>
        </pc:picChg>
        <pc:picChg chg="add mod">
          <ac:chgData name="Freda Shi" userId="e3bafef1-15f2-4eeb-acbe-fa674bab7991" providerId="ADAL" clId="{9555FC65-5A8C-4EE8-9D5B-8283D7A0923C}" dt="2026-01-28T04:34:09.499" v="41949" actId="1035"/>
          <ac:picMkLst>
            <pc:docMk/>
            <pc:sldMk cId="3522548666" sldId="265"/>
            <ac:picMk id="63" creationId="{F8081C3A-4947-5A05-9107-762C8B6EC2E4}"/>
          </ac:picMkLst>
        </pc:picChg>
        <pc:picChg chg="add mod">
          <ac:chgData name="Freda Shi" userId="e3bafef1-15f2-4eeb-acbe-fa674bab7991" providerId="ADAL" clId="{9555FC65-5A8C-4EE8-9D5B-8283D7A0923C}" dt="2026-01-28T04:34:09.499" v="41949" actId="1035"/>
          <ac:picMkLst>
            <pc:docMk/>
            <pc:sldMk cId="3522548666" sldId="265"/>
            <ac:picMk id="64" creationId="{DA7AA31C-92A3-A1BA-E70B-DA7EA9B0B5E2}"/>
          </ac:picMkLst>
        </pc:picChg>
        <pc:picChg chg="add mod">
          <ac:chgData name="Freda Shi" userId="e3bafef1-15f2-4eeb-acbe-fa674bab7991" providerId="ADAL" clId="{9555FC65-5A8C-4EE8-9D5B-8283D7A0923C}" dt="2026-01-28T04:34:09.499" v="41949" actId="1035"/>
          <ac:picMkLst>
            <pc:docMk/>
            <pc:sldMk cId="3522548666" sldId="265"/>
            <ac:picMk id="65" creationId="{55C40AC5-9B81-DC5B-3660-570FB55C700D}"/>
          </ac:picMkLst>
        </pc:picChg>
        <pc:picChg chg="add mod">
          <ac:chgData name="Freda Shi" userId="e3bafef1-15f2-4eeb-acbe-fa674bab7991" providerId="ADAL" clId="{9555FC65-5A8C-4EE8-9D5B-8283D7A0923C}" dt="2026-01-28T04:34:09.499" v="41949" actId="1035"/>
          <ac:picMkLst>
            <pc:docMk/>
            <pc:sldMk cId="3522548666" sldId="265"/>
            <ac:picMk id="66" creationId="{625456ED-855B-FE71-02C9-EEC812BADF41}"/>
          </ac:picMkLst>
        </pc:picChg>
      </pc:sldChg>
      <pc:sldChg chg="add del">
        <pc:chgData name="Freda Shi" userId="e3bafef1-15f2-4eeb-acbe-fa674bab7991" providerId="ADAL" clId="{9555FC65-5A8C-4EE8-9D5B-8283D7A0923C}" dt="2026-01-28T04:36:04.145" v="42001"/>
        <pc:sldMkLst>
          <pc:docMk/>
          <pc:sldMk cId="906079448" sldId="266"/>
        </pc:sldMkLst>
      </pc:sldChg>
      <pc:sldChg chg="add del mod ord modShow">
        <pc:chgData name="Freda Shi" userId="e3bafef1-15f2-4eeb-acbe-fa674bab7991" providerId="ADAL" clId="{9555FC65-5A8C-4EE8-9D5B-8283D7A0923C}" dt="2026-01-28T15:30:35.757" v="48680" actId="47"/>
        <pc:sldMkLst>
          <pc:docMk/>
          <pc:sldMk cId="2018327504" sldId="266"/>
        </pc:sldMkLst>
      </pc:sldChg>
      <pc:sldChg chg="add del">
        <pc:chgData name="Freda Shi" userId="e3bafef1-15f2-4eeb-acbe-fa674bab7991" providerId="ADAL" clId="{9555FC65-5A8C-4EE8-9D5B-8283D7A0923C}" dt="2026-01-28T04:36:03.821" v="42000"/>
        <pc:sldMkLst>
          <pc:docMk/>
          <pc:sldMk cId="1474368017" sldId="267"/>
        </pc:sldMkLst>
      </pc:sldChg>
      <pc:sldChg chg="addSp delSp modSp add mod modAnim modNotesTx">
        <pc:chgData name="Freda Shi" userId="e3bafef1-15f2-4eeb-acbe-fa674bab7991" providerId="ADAL" clId="{9555FC65-5A8C-4EE8-9D5B-8283D7A0923C}" dt="2026-01-28T04:48:25.996" v="42273" actId="1076"/>
        <pc:sldMkLst>
          <pc:docMk/>
          <pc:sldMk cId="0" sldId="272"/>
        </pc:sldMkLst>
        <pc:spChg chg="add mod">
          <ac:chgData name="Freda Shi" userId="e3bafef1-15f2-4eeb-acbe-fa674bab7991" providerId="ADAL" clId="{9555FC65-5A8C-4EE8-9D5B-8283D7A0923C}" dt="2026-01-28T04:48:25.996" v="42273" actId="1076"/>
          <ac:spMkLst>
            <pc:docMk/>
            <pc:sldMk cId="0" sldId="272"/>
            <ac:spMk id="2" creationId="{0454E90A-5BB9-50E9-EC77-C3B3DE520161}"/>
          </ac:spMkLst>
        </pc:spChg>
        <pc:spChg chg="mod">
          <ac:chgData name="Freda Shi" userId="e3bafef1-15f2-4eeb-acbe-fa674bab7991" providerId="ADAL" clId="{9555FC65-5A8C-4EE8-9D5B-8283D7A0923C}" dt="2026-01-28T04:46:07.519" v="42199" actId="27636"/>
          <ac:spMkLst>
            <pc:docMk/>
            <pc:sldMk cId="0" sldId="272"/>
            <ac:spMk id="263" creationId="{00000000-0000-0000-0000-000000000000}"/>
          </ac:spMkLst>
        </pc:spChg>
        <pc:picChg chg="del">
          <ac:chgData name="Freda Shi" userId="e3bafef1-15f2-4eeb-acbe-fa674bab7991" providerId="ADAL" clId="{9555FC65-5A8C-4EE8-9D5B-8283D7A0923C}" dt="2026-01-28T04:47:33.843" v="42203" actId="478"/>
          <ac:picMkLst>
            <pc:docMk/>
            <pc:sldMk cId="0" sldId="272"/>
            <ac:picMk id="264" creationId="{00000000-0000-0000-0000-000000000000}"/>
          </ac:picMkLst>
        </pc:picChg>
        <pc:picChg chg="del">
          <ac:chgData name="Freda Shi" userId="e3bafef1-15f2-4eeb-acbe-fa674bab7991" providerId="ADAL" clId="{9555FC65-5A8C-4EE8-9D5B-8283D7A0923C}" dt="2026-01-28T04:47:34.249" v="42204" actId="478"/>
          <ac:picMkLst>
            <pc:docMk/>
            <pc:sldMk cId="0" sldId="272"/>
            <ac:picMk id="265" creationId="{00000000-0000-0000-0000-000000000000}"/>
          </ac:picMkLst>
        </pc:picChg>
        <pc:picChg chg="add mod">
          <ac:chgData name="Freda Shi" userId="e3bafef1-15f2-4eeb-acbe-fa674bab7991" providerId="ADAL" clId="{9555FC65-5A8C-4EE8-9D5B-8283D7A0923C}" dt="2026-01-28T04:47:45.706" v="42208" actId="1076"/>
          <ac:picMkLst>
            <pc:docMk/>
            <pc:sldMk cId="0" sldId="272"/>
            <ac:picMk id="1026" creationId="{7901825D-F360-7261-F75B-B11F5436F4D9}"/>
          </ac:picMkLst>
        </pc:picChg>
      </pc:sldChg>
      <pc:sldChg chg="addSp delSp modSp new mod ord">
        <pc:chgData name="Freda Shi" userId="e3bafef1-15f2-4eeb-acbe-fa674bab7991" providerId="ADAL" clId="{9555FC65-5A8C-4EE8-9D5B-8283D7A0923C}" dt="2026-01-28T04:49:48.127" v="42317"/>
        <pc:sldMkLst>
          <pc:docMk/>
          <pc:sldMk cId="2108603309" sldId="273"/>
        </pc:sldMkLst>
        <pc:spChg chg="mod">
          <ac:chgData name="Freda Shi" userId="e3bafef1-15f2-4eeb-acbe-fa674bab7991" providerId="ADAL" clId="{9555FC65-5A8C-4EE8-9D5B-8283D7A0923C}" dt="2026-01-28T04:48:56.364" v="42310" actId="5793"/>
          <ac:spMkLst>
            <pc:docMk/>
            <pc:sldMk cId="2108603309" sldId="273"/>
            <ac:spMk id="2" creationId="{07CED51F-58B1-1915-80CE-77841DEC186B}"/>
          </ac:spMkLst>
        </pc:spChg>
        <pc:spChg chg="del">
          <ac:chgData name="Freda Shi" userId="e3bafef1-15f2-4eeb-acbe-fa674bab7991" providerId="ADAL" clId="{9555FC65-5A8C-4EE8-9D5B-8283D7A0923C}" dt="2026-01-28T04:49:03.956" v="42311" actId="478"/>
          <ac:spMkLst>
            <pc:docMk/>
            <pc:sldMk cId="2108603309" sldId="273"/>
            <ac:spMk id="3" creationId="{ACC87012-4463-8135-AC9C-B3A7DE357702}"/>
          </ac:spMkLst>
        </pc:spChg>
        <pc:picChg chg="add mod">
          <ac:chgData name="Freda Shi" userId="e3bafef1-15f2-4eeb-acbe-fa674bab7991" providerId="ADAL" clId="{9555FC65-5A8C-4EE8-9D5B-8283D7A0923C}" dt="2026-01-28T04:49:12.282" v="42313" actId="1076"/>
          <ac:picMkLst>
            <pc:docMk/>
            <pc:sldMk cId="2108603309" sldId="273"/>
            <ac:picMk id="5" creationId="{8716C833-3005-8DFB-4B62-98EAA0413D32}"/>
          </ac:picMkLst>
        </pc:picChg>
        <pc:picChg chg="add mod">
          <ac:chgData name="Freda Shi" userId="e3bafef1-15f2-4eeb-acbe-fa674bab7991" providerId="ADAL" clId="{9555FC65-5A8C-4EE8-9D5B-8283D7A0923C}" dt="2026-01-28T04:49:23.679" v="42315" actId="1076"/>
          <ac:picMkLst>
            <pc:docMk/>
            <pc:sldMk cId="2108603309" sldId="273"/>
            <ac:picMk id="6" creationId="{D1E1B1DA-C503-41A4-3AD2-1D34BEBBB201}"/>
          </ac:picMkLst>
        </pc:picChg>
      </pc:sldChg>
      <pc:sldChg chg="addSp delSp modSp new mod addAnim delAnim modAnim">
        <pc:chgData name="Freda Shi" userId="e3bafef1-15f2-4eeb-acbe-fa674bab7991" providerId="ADAL" clId="{9555FC65-5A8C-4EE8-9D5B-8283D7A0923C}" dt="2026-01-28T05:04:14.588" v="43042" actId="207"/>
        <pc:sldMkLst>
          <pc:docMk/>
          <pc:sldMk cId="4254950933" sldId="274"/>
        </pc:sldMkLst>
        <pc:spChg chg="mod">
          <ac:chgData name="Freda Shi" userId="e3bafef1-15f2-4eeb-acbe-fa674bab7991" providerId="ADAL" clId="{9555FC65-5A8C-4EE8-9D5B-8283D7A0923C}" dt="2026-01-28T04:50:45.994" v="42337" actId="20577"/>
          <ac:spMkLst>
            <pc:docMk/>
            <pc:sldMk cId="4254950933" sldId="274"/>
            <ac:spMk id="2" creationId="{A61F2D56-30DC-5A99-4E0F-A7BF425035EA}"/>
          </ac:spMkLst>
        </pc:spChg>
        <pc:spChg chg="mod">
          <ac:chgData name="Freda Shi" userId="e3bafef1-15f2-4eeb-acbe-fa674bab7991" providerId="ADAL" clId="{9555FC65-5A8C-4EE8-9D5B-8283D7A0923C}" dt="2026-01-28T05:04:14.588" v="43042" actId="207"/>
          <ac:spMkLst>
            <pc:docMk/>
            <pc:sldMk cId="4254950933" sldId="274"/>
            <ac:spMk id="3" creationId="{0DA3878C-E8B1-A557-D516-BDEB6055833F}"/>
          </ac:spMkLst>
        </pc:spChg>
        <pc:spChg chg="del topLvl">
          <ac:chgData name="Freda Shi" userId="e3bafef1-15f2-4eeb-acbe-fa674bab7991" providerId="ADAL" clId="{9555FC65-5A8C-4EE8-9D5B-8283D7A0923C}" dt="2026-01-28T04:59:32.035" v="42615" actId="478"/>
          <ac:spMkLst>
            <pc:docMk/>
            <pc:sldMk cId="4254950933" sldId="274"/>
            <ac:spMk id="7" creationId="{EA6E27CD-A604-A0C4-F263-612BD8F63C19}"/>
          </ac:spMkLst>
        </pc:spChg>
        <pc:spChg chg="del topLvl">
          <ac:chgData name="Freda Shi" userId="e3bafef1-15f2-4eeb-acbe-fa674bab7991" providerId="ADAL" clId="{9555FC65-5A8C-4EE8-9D5B-8283D7A0923C}" dt="2026-01-28T04:59:32.024" v="42591" actId="478"/>
          <ac:spMkLst>
            <pc:docMk/>
            <pc:sldMk cId="4254950933" sldId="274"/>
            <ac:spMk id="8" creationId="{0409A507-A9A6-C50E-92FD-9C9FD779273C}"/>
          </ac:spMkLst>
        </pc:spChg>
        <pc:spChg chg="del mod">
          <ac:chgData name="Freda Shi" userId="e3bafef1-15f2-4eeb-acbe-fa674bab7991" providerId="ADAL" clId="{9555FC65-5A8C-4EE8-9D5B-8283D7A0923C}" dt="2026-01-28T04:59:32.021" v="42590" actId="478"/>
          <ac:spMkLst>
            <pc:docMk/>
            <pc:sldMk cId="4254950933" sldId="274"/>
            <ac:spMk id="9" creationId="{302E9BAD-22C4-0A85-7EFE-A9AC94076E9F}"/>
          </ac:spMkLst>
        </pc:spChg>
        <pc:spChg chg="del">
          <ac:chgData name="Freda Shi" userId="e3bafef1-15f2-4eeb-acbe-fa674bab7991" providerId="ADAL" clId="{9555FC65-5A8C-4EE8-9D5B-8283D7A0923C}" dt="2026-01-28T04:59:32.021" v="42589" actId="478"/>
          <ac:spMkLst>
            <pc:docMk/>
            <pc:sldMk cId="4254950933" sldId="274"/>
            <ac:spMk id="10" creationId="{4FD87C56-1909-23A3-F7CC-3B8B5B087E93}"/>
          </ac:spMkLst>
        </pc:spChg>
        <pc:spChg chg="del">
          <ac:chgData name="Freda Shi" userId="e3bafef1-15f2-4eeb-acbe-fa674bab7991" providerId="ADAL" clId="{9555FC65-5A8C-4EE8-9D5B-8283D7A0923C}" dt="2026-01-28T04:59:32.021" v="42588" actId="478"/>
          <ac:spMkLst>
            <pc:docMk/>
            <pc:sldMk cId="4254950933" sldId="274"/>
            <ac:spMk id="11" creationId="{4A411DB8-3714-169D-A435-51B2AA0FBA65}"/>
          </ac:spMkLst>
        </pc:spChg>
        <pc:spChg chg="del">
          <ac:chgData name="Freda Shi" userId="e3bafef1-15f2-4eeb-acbe-fa674bab7991" providerId="ADAL" clId="{9555FC65-5A8C-4EE8-9D5B-8283D7A0923C}" dt="2026-01-28T04:59:32.020" v="42587" actId="478"/>
          <ac:spMkLst>
            <pc:docMk/>
            <pc:sldMk cId="4254950933" sldId="274"/>
            <ac:spMk id="12" creationId="{FC930617-0F8E-32F0-914F-518F27F3861B}"/>
          </ac:spMkLst>
        </pc:spChg>
        <pc:spChg chg="del">
          <ac:chgData name="Freda Shi" userId="e3bafef1-15f2-4eeb-acbe-fa674bab7991" providerId="ADAL" clId="{9555FC65-5A8C-4EE8-9D5B-8283D7A0923C}" dt="2026-01-28T04:59:32.019" v="42586" actId="478"/>
          <ac:spMkLst>
            <pc:docMk/>
            <pc:sldMk cId="4254950933" sldId="274"/>
            <ac:spMk id="13" creationId="{B59C2579-D699-D231-25F9-7D911CD0C9F8}"/>
          </ac:spMkLst>
        </pc:spChg>
        <pc:spChg chg="del">
          <ac:chgData name="Freda Shi" userId="e3bafef1-15f2-4eeb-acbe-fa674bab7991" providerId="ADAL" clId="{9555FC65-5A8C-4EE8-9D5B-8283D7A0923C}" dt="2026-01-28T04:59:32.018" v="42585" actId="478"/>
          <ac:spMkLst>
            <pc:docMk/>
            <pc:sldMk cId="4254950933" sldId="274"/>
            <ac:spMk id="14" creationId="{53F08D1F-93B4-3795-194C-BBE577391C79}"/>
          </ac:spMkLst>
        </pc:spChg>
        <pc:spChg chg="del">
          <ac:chgData name="Freda Shi" userId="e3bafef1-15f2-4eeb-acbe-fa674bab7991" providerId="ADAL" clId="{9555FC65-5A8C-4EE8-9D5B-8283D7A0923C}" dt="2026-01-28T04:59:32.018" v="42584" actId="478"/>
          <ac:spMkLst>
            <pc:docMk/>
            <pc:sldMk cId="4254950933" sldId="274"/>
            <ac:spMk id="15" creationId="{C034AF74-1FB0-F48F-28B8-9E6E88263618}"/>
          </ac:spMkLst>
        </pc:spChg>
        <pc:spChg chg="del">
          <ac:chgData name="Freda Shi" userId="e3bafef1-15f2-4eeb-acbe-fa674bab7991" providerId="ADAL" clId="{9555FC65-5A8C-4EE8-9D5B-8283D7A0923C}" dt="2026-01-28T04:59:32.017" v="42583" actId="478"/>
          <ac:spMkLst>
            <pc:docMk/>
            <pc:sldMk cId="4254950933" sldId="274"/>
            <ac:spMk id="16" creationId="{59E37808-B5CA-BCDE-064D-7A8E07CB2A4D}"/>
          </ac:spMkLst>
        </pc:spChg>
        <pc:spChg chg="del mod">
          <ac:chgData name="Freda Shi" userId="e3bafef1-15f2-4eeb-acbe-fa674bab7991" providerId="ADAL" clId="{9555FC65-5A8C-4EE8-9D5B-8283D7A0923C}" dt="2026-01-28T04:59:32.016" v="42582" actId="478"/>
          <ac:spMkLst>
            <pc:docMk/>
            <pc:sldMk cId="4254950933" sldId="274"/>
            <ac:spMk id="17" creationId="{D86BD6AE-A68E-2E26-200A-DE88F43F3277}"/>
          </ac:spMkLst>
        </pc:spChg>
        <pc:spChg chg="del">
          <ac:chgData name="Freda Shi" userId="e3bafef1-15f2-4eeb-acbe-fa674bab7991" providerId="ADAL" clId="{9555FC65-5A8C-4EE8-9D5B-8283D7A0923C}" dt="2026-01-28T04:59:32.015" v="42581" actId="478"/>
          <ac:spMkLst>
            <pc:docMk/>
            <pc:sldMk cId="4254950933" sldId="274"/>
            <ac:spMk id="18" creationId="{9675D2D1-AD40-F3F9-1397-F6F890178383}"/>
          </ac:spMkLst>
        </pc:spChg>
        <pc:spChg chg="del mod">
          <ac:chgData name="Freda Shi" userId="e3bafef1-15f2-4eeb-acbe-fa674bab7991" providerId="ADAL" clId="{9555FC65-5A8C-4EE8-9D5B-8283D7A0923C}" dt="2026-01-28T04:59:32.014" v="42580" actId="478"/>
          <ac:spMkLst>
            <pc:docMk/>
            <pc:sldMk cId="4254950933" sldId="274"/>
            <ac:spMk id="19" creationId="{4402C765-3EB7-224B-34E5-7471A580723B}"/>
          </ac:spMkLst>
        </pc:spChg>
        <pc:spChg chg="del">
          <ac:chgData name="Freda Shi" userId="e3bafef1-15f2-4eeb-acbe-fa674bab7991" providerId="ADAL" clId="{9555FC65-5A8C-4EE8-9D5B-8283D7A0923C}" dt="2026-01-28T04:59:32.014" v="42579" actId="478"/>
          <ac:spMkLst>
            <pc:docMk/>
            <pc:sldMk cId="4254950933" sldId="274"/>
            <ac:spMk id="20" creationId="{ACAC7456-01DE-4E02-9282-AACB590F19DF}"/>
          </ac:spMkLst>
        </pc:spChg>
        <pc:spChg chg="del">
          <ac:chgData name="Freda Shi" userId="e3bafef1-15f2-4eeb-acbe-fa674bab7991" providerId="ADAL" clId="{9555FC65-5A8C-4EE8-9D5B-8283D7A0923C}" dt="2026-01-28T04:59:32.013" v="42578" actId="478"/>
          <ac:spMkLst>
            <pc:docMk/>
            <pc:sldMk cId="4254950933" sldId="274"/>
            <ac:spMk id="21" creationId="{B4D23554-B9E4-AB13-9E68-BD76433BA3BB}"/>
          </ac:spMkLst>
        </pc:spChg>
        <pc:spChg chg="del">
          <ac:chgData name="Freda Shi" userId="e3bafef1-15f2-4eeb-acbe-fa674bab7991" providerId="ADAL" clId="{9555FC65-5A8C-4EE8-9D5B-8283D7A0923C}" dt="2026-01-28T04:59:32.012" v="42577" actId="478"/>
          <ac:spMkLst>
            <pc:docMk/>
            <pc:sldMk cId="4254950933" sldId="274"/>
            <ac:spMk id="22" creationId="{0E0579C1-213D-F474-2132-3629392D4C46}"/>
          </ac:spMkLst>
        </pc:spChg>
        <pc:spChg chg="del">
          <ac:chgData name="Freda Shi" userId="e3bafef1-15f2-4eeb-acbe-fa674bab7991" providerId="ADAL" clId="{9555FC65-5A8C-4EE8-9D5B-8283D7A0923C}" dt="2026-01-28T04:59:32.012" v="42576" actId="478"/>
          <ac:spMkLst>
            <pc:docMk/>
            <pc:sldMk cId="4254950933" sldId="274"/>
            <ac:spMk id="23" creationId="{38066643-A523-3444-3C29-45B57ACF05A5}"/>
          </ac:spMkLst>
        </pc:spChg>
        <pc:spChg chg="del">
          <ac:chgData name="Freda Shi" userId="e3bafef1-15f2-4eeb-acbe-fa674bab7991" providerId="ADAL" clId="{9555FC65-5A8C-4EE8-9D5B-8283D7A0923C}" dt="2026-01-28T04:59:32.011" v="42575" actId="478"/>
          <ac:spMkLst>
            <pc:docMk/>
            <pc:sldMk cId="4254950933" sldId="274"/>
            <ac:spMk id="24" creationId="{41D984A7-D4FD-1975-B4B4-63B813A61204}"/>
          </ac:spMkLst>
        </pc:spChg>
        <pc:spChg chg="del">
          <ac:chgData name="Freda Shi" userId="e3bafef1-15f2-4eeb-acbe-fa674bab7991" providerId="ADAL" clId="{9555FC65-5A8C-4EE8-9D5B-8283D7A0923C}" dt="2026-01-28T04:59:32.009" v="42574" actId="478"/>
          <ac:spMkLst>
            <pc:docMk/>
            <pc:sldMk cId="4254950933" sldId="274"/>
            <ac:spMk id="25" creationId="{38DFB8B6-0086-5E7E-6DD3-44BD728E9724}"/>
          </ac:spMkLst>
        </pc:spChg>
        <pc:spChg chg="del">
          <ac:chgData name="Freda Shi" userId="e3bafef1-15f2-4eeb-acbe-fa674bab7991" providerId="ADAL" clId="{9555FC65-5A8C-4EE8-9D5B-8283D7A0923C}" dt="2026-01-28T04:59:32.009" v="42573" actId="478"/>
          <ac:spMkLst>
            <pc:docMk/>
            <pc:sldMk cId="4254950933" sldId="274"/>
            <ac:spMk id="26" creationId="{6DAB2CED-84AE-D66C-AB08-351EF3EA20F3}"/>
          </ac:spMkLst>
        </pc:spChg>
        <pc:spChg chg="del mod">
          <ac:chgData name="Freda Shi" userId="e3bafef1-15f2-4eeb-acbe-fa674bab7991" providerId="ADAL" clId="{9555FC65-5A8C-4EE8-9D5B-8283D7A0923C}" dt="2026-01-28T04:59:32.008" v="42572" actId="478"/>
          <ac:spMkLst>
            <pc:docMk/>
            <pc:sldMk cId="4254950933" sldId="274"/>
            <ac:spMk id="27" creationId="{4992AFFF-6EC5-FFB8-0BF1-C05F8CB9A779}"/>
          </ac:spMkLst>
        </pc:spChg>
        <pc:spChg chg="del">
          <ac:chgData name="Freda Shi" userId="e3bafef1-15f2-4eeb-acbe-fa674bab7991" providerId="ADAL" clId="{9555FC65-5A8C-4EE8-9D5B-8283D7A0923C}" dt="2026-01-28T04:59:32.008" v="42571" actId="478"/>
          <ac:spMkLst>
            <pc:docMk/>
            <pc:sldMk cId="4254950933" sldId="274"/>
            <ac:spMk id="28" creationId="{9D285C8F-F5B6-D57E-23CC-7E330A45035B}"/>
          </ac:spMkLst>
        </pc:spChg>
        <pc:spChg chg="del">
          <ac:chgData name="Freda Shi" userId="e3bafef1-15f2-4eeb-acbe-fa674bab7991" providerId="ADAL" clId="{9555FC65-5A8C-4EE8-9D5B-8283D7A0923C}" dt="2026-01-28T04:59:32.006" v="42570" actId="478"/>
          <ac:spMkLst>
            <pc:docMk/>
            <pc:sldMk cId="4254950933" sldId="274"/>
            <ac:spMk id="29" creationId="{4C44D016-34D8-079F-5602-4DFAA9FF2EF3}"/>
          </ac:spMkLst>
        </pc:spChg>
        <pc:spChg chg="del">
          <ac:chgData name="Freda Shi" userId="e3bafef1-15f2-4eeb-acbe-fa674bab7991" providerId="ADAL" clId="{9555FC65-5A8C-4EE8-9D5B-8283D7A0923C}" dt="2026-01-28T04:59:32.006" v="42569" actId="478"/>
          <ac:spMkLst>
            <pc:docMk/>
            <pc:sldMk cId="4254950933" sldId="274"/>
            <ac:spMk id="30" creationId="{53A014EF-91DE-C8F8-7611-4F82A88E9069}"/>
          </ac:spMkLst>
        </pc:spChg>
        <pc:spChg chg="del mod">
          <ac:chgData name="Freda Shi" userId="e3bafef1-15f2-4eeb-acbe-fa674bab7991" providerId="ADAL" clId="{9555FC65-5A8C-4EE8-9D5B-8283D7A0923C}" dt="2026-01-28T04:59:32.005" v="42568" actId="478"/>
          <ac:spMkLst>
            <pc:docMk/>
            <pc:sldMk cId="4254950933" sldId="274"/>
            <ac:spMk id="31" creationId="{93C777DC-E561-A145-9D01-95079AF97C82}"/>
          </ac:spMkLst>
        </pc:spChg>
        <pc:spChg chg="del">
          <ac:chgData name="Freda Shi" userId="e3bafef1-15f2-4eeb-acbe-fa674bab7991" providerId="ADAL" clId="{9555FC65-5A8C-4EE8-9D5B-8283D7A0923C}" dt="2026-01-28T04:59:32.004" v="42567" actId="478"/>
          <ac:spMkLst>
            <pc:docMk/>
            <pc:sldMk cId="4254950933" sldId="274"/>
            <ac:spMk id="32" creationId="{33C3794B-843B-E942-FF72-184502F0C5D1}"/>
          </ac:spMkLst>
        </pc:spChg>
        <pc:spChg chg="del">
          <ac:chgData name="Freda Shi" userId="e3bafef1-15f2-4eeb-acbe-fa674bab7991" providerId="ADAL" clId="{9555FC65-5A8C-4EE8-9D5B-8283D7A0923C}" dt="2026-01-28T04:59:32.003" v="42566" actId="478"/>
          <ac:spMkLst>
            <pc:docMk/>
            <pc:sldMk cId="4254950933" sldId="274"/>
            <ac:spMk id="33" creationId="{8251A24C-5F1E-B4F9-8246-7729220F3C82}"/>
          </ac:spMkLst>
        </pc:spChg>
        <pc:spChg chg="del">
          <ac:chgData name="Freda Shi" userId="e3bafef1-15f2-4eeb-acbe-fa674bab7991" providerId="ADAL" clId="{9555FC65-5A8C-4EE8-9D5B-8283D7A0923C}" dt="2026-01-28T04:59:32.003" v="42565" actId="478"/>
          <ac:spMkLst>
            <pc:docMk/>
            <pc:sldMk cId="4254950933" sldId="274"/>
            <ac:spMk id="34" creationId="{53F91A62-8FB2-C61F-CD6A-6334C5FF3185}"/>
          </ac:spMkLst>
        </pc:spChg>
        <pc:spChg chg="del">
          <ac:chgData name="Freda Shi" userId="e3bafef1-15f2-4eeb-acbe-fa674bab7991" providerId="ADAL" clId="{9555FC65-5A8C-4EE8-9D5B-8283D7A0923C}" dt="2026-01-28T04:59:32.002" v="42564" actId="478"/>
          <ac:spMkLst>
            <pc:docMk/>
            <pc:sldMk cId="4254950933" sldId="274"/>
            <ac:spMk id="35" creationId="{853B1430-14EC-EB51-0B2A-506E5D5757EE}"/>
          </ac:spMkLst>
        </pc:spChg>
        <pc:spChg chg="del">
          <ac:chgData name="Freda Shi" userId="e3bafef1-15f2-4eeb-acbe-fa674bab7991" providerId="ADAL" clId="{9555FC65-5A8C-4EE8-9D5B-8283D7A0923C}" dt="2026-01-28T04:59:32.001" v="42563" actId="478"/>
          <ac:spMkLst>
            <pc:docMk/>
            <pc:sldMk cId="4254950933" sldId="274"/>
            <ac:spMk id="36" creationId="{9ACA04C3-51DF-BC60-CE30-E4FC8B746973}"/>
          </ac:spMkLst>
        </pc:spChg>
        <pc:spChg chg="del">
          <ac:chgData name="Freda Shi" userId="e3bafef1-15f2-4eeb-acbe-fa674bab7991" providerId="ADAL" clId="{9555FC65-5A8C-4EE8-9D5B-8283D7A0923C}" dt="2026-01-28T04:59:32.001" v="42562" actId="478"/>
          <ac:spMkLst>
            <pc:docMk/>
            <pc:sldMk cId="4254950933" sldId="274"/>
            <ac:spMk id="37" creationId="{4858CC8E-F47C-5642-68D0-78840A3BE756}"/>
          </ac:spMkLst>
        </pc:spChg>
        <pc:spChg chg="del">
          <ac:chgData name="Freda Shi" userId="e3bafef1-15f2-4eeb-acbe-fa674bab7991" providerId="ADAL" clId="{9555FC65-5A8C-4EE8-9D5B-8283D7A0923C}" dt="2026-01-28T04:59:32" v="42561" actId="478"/>
          <ac:spMkLst>
            <pc:docMk/>
            <pc:sldMk cId="4254950933" sldId="274"/>
            <ac:spMk id="38" creationId="{3433AEE2-999D-1E01-3BE2-56F078D30EEE}"/>
          </ac:spMkLst>
        </pc:spChg>
        <pc:spChg chg="del mod">
          <ac:chgData name="Freda Shi" userId="e3bafef1-15f2-4eeb-acbe-fa674bab7991" providerId="ADAL" clId="{9555FC65-5A8C-4EE8-9D5B-8283D7A0923C}" dt="2026-01-28T04:59:31.999" v="42560" actId="478"/>
          <ac:spMkLst>
            <pc:docMk/>
            <pc:sldMk cId="4254950933" sldId="274"/>
            <ac:spMk id="39" creationId="{98A550F1-2B43-C4F3-0ACF-BD6D40D94D88}"/>
          </ac:spMkLst>
        </pc:spChg>
        <pc:spChg chg="del">
          <ac:chgData name="Freda Shi" userId="e3bafef1-15f2-4eeb-acbe-fa674bab7991" providerId="ADAL" clId="{9555FC65-5A8C-4EE8-9D5B-8283D7A0923C}" dt="2026-01-28T04:59:31.998" v="42559" actId="478"/>
          <ac:spMkLst>
            <pc:docMk/>
            <pc:sldMk cId="4254950933" sldId="274"/>
            <ac:spMk id="40" creationId="{3E67A795-8DA0-69B9-F280-F352653205C8}"/>
          </ac:spMkLst>
        </pc:spChg>
        <pc:spChg chg="del">
          <ac:chgData name="Freda Shi" userId="e3bafef1-15f2-4eeb-acbe-fa674bab7991" providerId="ADAL" clId="{9555FC65-5A8C-4EE8-9D5B-8283D7A0923C}" dt="2026-01-28T04:59:31.997" v="42558" actId="478"/>
          <ac:spMkLst>
            <pc:docMk/>
            <pc:sldMk cId="4254950933" sldId="274"/>
            <ac:spMk id="41" creationId="{819255B1-E72C-99BA-C2A0-3FB406816A5F}"/>
          </ac:spMkLst>
        </pc:spChg>
        <pc:spChg chg="del">
          <ac:chgData name="Freda Shi" userId="e3bafef1-15f2-4eeb-acbe-fa674bab7991" providerId="ADAL" clId="{9555FC65-5A8C-4EE8-9D5B-8283D7A0923C}" dt="2026-01-28T04:59:31.997" v="42557" actId="478"/>
          <ac:spMkLst>
            <pc:docMk/>
            <pc:sldMk cId="4254950933" sldId="274"/>
            <ac:spMk id="42" creationId="{F0B828D3-7EB1-43AE-8E88-E7F1732C3627}"/>
          </ac:spMkLst>
        </pc:spChg>
        <pc:spChg chg="del">
          <ac:chgData name="Freda Shi" userId="e3bafef1-15f2-4eeb-acbe-fa674bab7991" providerId="ADAL" clId="{9555FC65-5A8C-4EE8-9D5B-8283D7A0923C}" dt="2026-01-28T04:59:31.996" v="42556" actId="478"/>
          <ac:spMkLst>
            <pc:docMk/>
            <pc:sldMk cId="4254950933" sldId="274"/>
            <ac:spMk id="43" creationId="{1BD41F02-7DFC-DEE3-441E-0D29B8732CD1}"/>
          </ac:spMkLst>
        </pc:spChg>
        <pc:spChg chg="del">
          <ac:chgData name="Freda Shi" userId="e3bafef1-15f2-4eeb-acbe-fa674bab7991" providerId="ADAL" clId="{9555FC65-5A8C-4EE8-9D5B-8283D7A0923C}" dt="2026-01-28T04:59:31.995" v="42555" actId="478"/>
          <ac:spMkLst>
            <pc:docMk/>
            <pc:sldMk cId="4254950933" sldId="274"/>
            <ac:spMk id="44" creationId="{B41D0022-533E-7F34-1936-7EF6C1CD7C38}"/>
          </ac:spMkLst>
        </pc:spChg>
        <pc:spChg chg="del">
          <ac:chgData name="Freda Shi" userId="e3bafef1-15f2-4eeb-acbe-fa674bab7991" providerId="ADAL" clId="{9555FC65-5A8C-4EE8-9D5B-8283D7A0923C}" dt="2026-01-28T04:59:31.994" v="42554" actId="478"/>
          <ac:spMkLst>
            <pc:docMk/>
            <pc:sldMk cId="4254950933" sldId="274"/>
            <ac:spMk id="45" creationId="{10BF0E68-20BB-E86E-80F3-809F099336FD}"/>
          </ac:spMkLst>
        </pc:spChg>
        <pc:spChg chg="del">
          <ac:chgData name="Freda Shi" userId="e3bafef1-15f2-4eeb-acbe-fa674bab7991" providerId="ADAL" clId="{9555FC65-5A8C-4EE8-9D5B-8283D7A0923C}" dt="2026-01-28T04:59:31.993" v="42553" actId="478"/>
          <ac:spMkLst>
            <pc:docMk/>
            <pc:sldMk cId="4254950933" sldId="274"/>
            <ac:spMk id="46" creationId="{0872A0E2-C6B0-6EA8-42AC-EA7A3810715D}"/>
          </ac:spMkLst>
        </pc:spChg>
        <pc:spChg chg="del mod">
          <ac:chgData name="Freda Shi" userId="e3bafef1-15f2-4eeb-acbe-fa674bab7991" providerId="ADAL" clId="{9555FC65-5A8C-4EE8-9D5B-8283D7A0923C}" dt="2026-01-28T04:59:31.992" v="42552" actId="478"/>
          <ac:spMkLst>
            <pc:docMk/>
            <pc:sldMk cId="4254950933" sldId="274"/>
            <ac:spMk id="47" creationId="{441E8D39-78B4-3427-6597-8D578B70D1D5}"/>
          </ac:spMkLst>
        </pc:spChg>
        <pc:spChg chg="del">
          <ac:chgData name="Freda Shi" userId="e3bafef1-15f2-4eeb-acbe-fa674bab7991" providerId="ADAL" clId="{9555FC65-5A8C-4EE8-9D5B-8283D7A0923C}" dt="2026-01-28T04:59:31.991" v="42551" actId="478"/>
          <ac:spMkLst>
            <pc:docMk/>
            <pc:sldMk cId="4254950933" sldId="274"/>
            <ac:spMk id="48" creationId="{01BEDCA6-6CA5-CB8A-B0CB-A7642DC8ECEC}"/>
          </ac:spMkLst>
        </pc:spChg>
        <pc:spChg chg="del">
          <ac:chgData name="Freda Shi" userId="e3bafef1-15f2-4eeb-acbe-fa674bab7991" providerId="ADAL" clId="{9555FC65-5A8C-4EE8-9D5B-8283D7A0923C}" dt="2026-01-28T04:59:31.991" v="42550" actId="478"/>
          <ac:spMkLst>
            <pc:docMk/>
            <pc:sldMk cId="4254950933" sldId="274"/>
            <ac:spMk id="49" creationId="{3D2A098B-A23B-1D01-01F7-BBCBA3EF4181}"/>
          </ac:spMkLst>
        </pc:spChg>
        <pc:spChg chg="del mod">
          <ac:chgData name="Freda Shi" userId="e3bafef1-15f2-4eeb-acbe-fa674bab7991" providerId="ADAL" clId="{9555FC65-5A8C-4EE8-9D5B-8283D7A0923C}" dt="2026-01-28T04:59:31.989" v="42549" actId="478"/>
          <ac:spMkLst>
            <pc:docMk/>
            <pc:sldMk cId="4254950933" sldId="274"/>
            <ac:spMk id="50" creationId="{1DAC2D17-8C40-5CB9-6453-74870FFD17D9}"/>
          </ac:spMkLst>
        </pc:spChg>
        <pc:spChg chg="del">
          <ac:chgData name="Freda Shi" userId="e3bafef1-15f2-4eeb-acbe-fa674bab7991" providerId="ADAL" clId="{9555FC65-5A8C-4EE8-9D5B-8283D7A0923C}" dt="2026-01-28T04:59:31.988" v="42548" actId="478"/>
          <ac:spMkLst>
            <pc:docMk/>
            <pc:sldMk cId="4254950933" sldId="274"/>
            <ac:spMk id="51" creationId="{37BC2D7B-04E3-C575-A653-475AFD1F974D}"/>
          </ac:spMkLst>
        </pc:spChg>
        <pc:spChg chg="del">
          <ac:chgData name="Freda Shi" userId="e3bafef1-15f2-4eeb-acbe-fa674bab7991" providerId="ADAL" clId="{9555FC65-5A8C-4EE8-9D5B-8283D7A0923C}" dt="2026-01-28T04:59:31.987" v="42547" actId="478"/>
          <ac:spMkLst>
            <pc:docMk/>
            <pc:sldMk cId="4254950933" sldId="274"/>
            <ac:spMk id="52" creationId="{2245218A-060D-F311-64D2-BFA6B5AE52D5}"/>
          </ac:spMkLst>
        </pc:spChg>
        <pc:spChg chg="del">
          <ac:chgData name="Freda Shi" userId="e3bafef1-15f2-4eeb-acbe-fa674bab7991" providerId="ADAL" clId="{9555FC65-5A8C-4EE8-9D5B-8283D7A0923C}" dt="2026-01-28T04:59:31.986" v="42546" actId="478"/>
          <ac:spMkLst>
            <pc:docMk/>
            <pc:sldMk cId="4254950933" sldId="274"/>
            <ac:spMk id="53" creationId="{5FD27E8F-4C93-6A1A-4621-8CC860ACBCC2}"/>
          </ac:spMkLst>
        </pc:spChg>
        <pc:spChg chg="del">
          <ac:chgData name="Freda Shi" userId="e3bafef1-15f2-4eeb-acbe-fa674bab7991" providerId="ADAL" clId="{9555FC65-5A8C-4EE8-9D5B-8283D7A0923C}" dt="2026-01-28T04:59:31.985" v="42545" actId="478"/>
          <ac:spMkLst>
            <pc:docMk/>
            <pc:sldMk cId="4254950933" sldId="274"/>
            <ac:spMk id="54" creationId="{05C6E1E6-E417-5E23-0674-78498AC8497F}"/>
          </ac:spMkLst>
        </pc:spChg>
        <pc:spChg chg="del mod">
          <ac:chgData name="Freda Shi" userId="e3bafef1-15f2-4eeb-acbe-fa674bab7991" providerId="ADAL" clId="{9555FC65-5A8C-4EE8-9D5B-8283D7A0923C}" dt="2026-01-28T04:59:31.984" v="42544" actId="478"/>
          <ac:spMkLst>
            <pc:docMk/>
            <pc:sldMk cId="4254950933" sldId="274"/>
            <ac:spMk id="55" creationId="{0A478019-BBB5-35CD-5950-060909F06F1C}"/>
          </ac:spMkLst>
        </pc:spChg>
        <pc:spChg chg="del">
          <ac:chgData name="Freda Shi" userId="e3bafef1-15f2-4eeb-acbe-fa674bab7991" providerId="ADAL" clId="{9555FC65-5A8C-4EE8-9D5B-8283D7A0923C}" dt="2026-01-28T04:59:31.983" v="42543" actId="478"/>
          <ac:spMkLst>
            <pc:docMk/>
            <pc:sldMk cId="4254950933" sldId="274"/>
            <ac:spMk id="56" creationId="{29136E7C-B9F1-1CE7-6496-17DB7A3A444B}"/>
          </ac:spMkLst>
        </pc:spChg>
        <pc:spChg chg="del mod">
          <ac:chgData name="Freda Shi" userId="e3bafef1-15f2-4eeb-acbe-fa674bab7991" providerId="ADAL" clId="{9555FC65-5A8C-4EE8-9D5B-8283D7A0923C}" dt="2026-01-28T04:59:31.982" v="42542" actId="478"/>
          <ac:spMkLst>
            <pc:docMk/>
            <pc:sldMk cId="4254950933" sldId="274"/>
            <ac:spMk id="57" creationId="{355D26E4-184D-5BB7-D69C-733E459EC9C3}"/>
          </ac:spMkLst>
        </pc:spChg>
        <pc:spChg chg="del">
          <ac:chgData name="Freda Shi" userId="e3bafef1-15f2-4eeb-acbe-fa674bab7991" providerId="ADAL" clId="{9555FC65-5A8C-4EE8-9D5B-8283D7A0923C}" dt="2026-01-28T04:59:31.981" v="42541" actId="478"/>
          <ac:spMkLst>
            <pc:docMk/>
            <pc:sldMk cId="4254950933" sldId="274"/>
            <ac:spMk id="58" creationId="{F6C13375-D9D3-FAB7-A976-9A1A9B14B89C}"/>
          </ac:spMkLst>
        </pc:spChg>
        <pc:spChg chg="mod">
          <ac:chgData name="Freda Shi" userId="e3bafef1-15f2-4eeb-acbe-fa674bab7991" providerId="ADAL" clId="{9555FC65-5A8C-4EE8-9D5B-8283D7A0923C}" dt="2026-01-28T04:59:32.025" v="42592" actId="108"/>
          <ac:spMkLst>
            <pc:docMk/>
            <pc:sldMk cId="4254950933" sldId="274"/>
            <ac:spMk id="62" creationId="{29EE502C-8E49-B6CE-E186-0F70D9E4AE14}"/>
          </ac:spMkLst>
        </pc:spChg>
        <pc:spChg chg="mod">
          <ac:chgData name="Freda Shi" userId="e3bafef1-15f2-4eeb-acbe-fa674bab7991" providerId="ADAL" clId="{9555FC65-5A8C-4EE8-9D5B-8283D7A0923C}" dt="2026-01-28T04:59:32.026" v="42593" actId="108"/>
          <ac:spMkLst>
            <pc:docMk/>
            <pc:sldMk cId="4254950933" sldId="274"/>
            <ac:spMk id="63" creationId="{B00159A6-026A-688E-BAF9-32662650AF9B}"/>
          </ac:spMkLst>
        </pc:spChg>
        <pc:spChg chg="mod">
          <ac:chgData name="Freda Shi" userId="e3bafef1-15f2-4eeb-acbe-fa674bab7991" providerId="ADAL" clId="{9555FC65-5A8C-4EE8-9D5B-8283D7A0923C}" dt="2026-01-28T04:59:32.027" v="42594" actId="108"/>
          <ac:spMkLst>
            <pc:docMk/>
            <pc:sldMk cId="4254950933" sldId="274"/>
            <ac:spMk id="64" creationId="{363A8E45-8BDC-1828-30D7-4B95666EE457}"/>
          </ac:spMkLst>
        </pc:spChg>
        <pc:spChg chg="mod">
          <ac:chgData name="Freda Shi" userId="e3bafef1-15f2-4eeb-acbe-fa674bab7991" providerId="ADAL" clId="{9555FC65-5A8C-4EE8-9D5B-8283D7A0923C}" dt="2026-01-28T04:59:32.027" v="42595" actId="108"/>
          <ac:spMkLst>
            <pc:docMk/>
            <pc:sldMk cId="4254950933" sldId="274"/>
            <ac:spMk id="65" creationId="{6107D8DF-06EA-48BF-217B-DAA7A9CDBA9A}"/>
          </ac:spMkLst>
        </pc:spChg>
        <pc:spChg chg="mod">
          <ac:chgData name="Freda Shi" userId="e3bafef1-15f2-4eeb-acbe-fa674bab7991" providerId="ADAL" clId="{9555FC65-5A8C-4EE8-9D5B-8283D7A0923C}" dt="2026-01-28T04:59:32.028" v="42596" actId="108"/>
          <ac:spMkLst>
            <pc:docMk/>
            <pc:sldMk cId="4254950933" sldId="274"/>
            <ac:spMk id="66" creationId="{C635B7C2-5C27-67C1-E559-796E3563A476}"/>
          </ac:spMkLst>
        </pc:spChg>
        <pc:spChg chg="mod">
          <ac:chgData name="Freda Shi" userId="e3bafef1-15f2-4eeb-acbe-fa674bab7991" providerId="ADAL" clId="{9555FC65-5A8C-4EE8-9D5B-8283D7A0923C}" dt="2026-01-28T04:59:32.028" v="42597" actId="108"/>
          <ac:spMkLst>
            <pc:docMk/>
            <pc:sldMk cId="4254950933" sldId="274"/>
            <ac:spMk id="67" creationId="{F4F31355-9B72-4C4E-11E7-6E263D936AE0}"/>
          </ac:spMkLst>
        </pc:spChg>
        <pc:spChg chg="mod">
          <ac:chgData name="Freda Shi" userId="e3bafef1-15f2-4eeb-acbe-fa674bab7991" providerId="ADAL" clId="{9555FC65-5A8C-4EE8-9D5B-8283D7A0923C}" dt="2026-01-28T04:59:32.029" v="42598" actId="108"/>
          <ac:spMkLst>
            <pc:docMk/>
            <pc:sldMk cId="4254950933" sldId="274"/>
            <ac:spMk id="68" creationId="{AD23F8E1-0BF6-4A60-A724-C25C8DD5BD5E}"/>
          </ac:spMkLst>
        </pc:spChg>
        <pc:spChg chg="mod">
          <ac:chgData name="Freda Shi" userId="e3bafef1-15f2-4eeb-acbe-fa674bab7991" providerId="ADAL" clId="{9555FC65-5A8C-4EE8-9D5B-8283D7A0923C}" dt="2026-01-28T04:59:32.029" v="42599" actId="108"/>
          <ac:spMkLst>
            <pc:docMk/>
            <pc:sldMk cId="4254950933" sldId="274"/>
            <ac:spMk id="69" creationId="{65966DDA-8335-085A-C472-93706A4D278C}"/>
          </ac:spMkLst>
        </pc:spChg>
        <pc:spChg chg="mod">
          <ac:chgData name="Freda Shi" userId="e3bafef1-15f2-4eeb-acbe-fa674bab7991" providerId="ADAL" clId="{9555FC65-5A8C-4EE8-9D5B-8283D7A0923C}" dt="2026-01-28T04:59:32.029" v="42600" actId="108"/>
          <ac:spMkLst>
            <pc:docMk/>
            <pc:sldMk cId="4254950933" sldId="274"/>
            <ac:spMk id="70" creationId="{024F4360-403D-8680-205D-DFA9C618525E}"/>
          </ac:spMkLst>
        </pc:spChg>
        <pc:spChg chg="mod">
          <ac:chgData name="Freda Shi" userId="e3bafef1-15f2-4eeb-acbe-fa674bab7991" providerId="ADAL" clId="{9555FC65-5A8C-4EE8-9D5B-8283D7A0923C}" dt="2026-01-28T04:59:32.030" v="42601" actId="108"/>
          <ac:spMkLst>
            <pc:docMk/>
            <pc:sldMk cId="4254950933" sldId="274"/>
            <ac:spMk id="71" creationId="{E1DF8D04-FED1-39C9-8B0B-42CE0D7909C1}"/>
          </ac:spMkLst>
        </pc:spChg>
        <pc:spChg chg="mod">
          <ac:chgData name="Freda Shi" userId="e3bafef1-15f2-4eeb-acbe-fa674bab7991" providerId="ADAL" clId="{9555FC65-5A8C-4EE8-9D5B-8283D7A0923C}" dt="2026-01-28T04:59:32.030" v="42602" actId="108"/>
          <ac:spMkLst>
            <pc:docMk/>
            <pc:sldMk cId="4254950933" sldId="274"/>
            <ac:spMk id="72" creationId="{AD5A0A07-DF70-9841-7359-8B7D42211491}"/>
          </ac:spMkLst>
        </pc:spChg>
        <pc:spChg chg="mod">
          <ac:chgData name="Freda Shi" userId="e3bafef1-15f2-4eeb-acbe-fa674bab7991" providerId="ADAL" clId="{9555FC65-5A8C-4EE8-9D5B-8283D7A0923C}" dt="2026-01-28T04:59:32.031" v="42603" actId="108"/>
          <ac:spMkLst>
            <pc:docMk/>
            <pc:sldMk cId="4254950933" sldId="274"/>
            <ac:spMk id="73" creationId="{BD1D1BFA-BC37-86FF-8FF4-BCC75514E09C}"/>
          </ac:spMkLst>
        </pc:spChg>
        <pc:spChg chg="mod">
          <ac:chgData name="Freda Shi" userId="e3bafef1-15f2-4eeb-acbe-fa674bab7991" providerId="ADAL" clId="{9555FC65-5A8C-4EE8-9D5B-8283D7A0923C}" dt="2026-01-28T04:59:32.031" v="42604" actId="108"/>
          <ac:spMkLst>
            <pc:docMk/>
            <pc:sldMk cId="4254950933" sldId="274"/>
            <ac:spMk id="74" creationId="{EDE895BA-9522-3DE2-00EC-0B6D0E67D35C}"/>
          </ac:spMkLst>
        </pc:spChg>
        <pc:spChg chg="mod">
          <ac:chgData name="Freda Shi" userId="e3bafef1-15f2-4eeb-acbe-fa674bab7991" providerId="ADAL" clId="{9555FC65-5A8C-4EE8-9D5B-8283D7A0923C}" dt="2026-01-28T04:59:32.031" v="42605" actId="108"/>
          <ac:spMkLst>
            <pc:docMk/>
            <pc:sldMk cId="4254950933" sldId="274"/>
            <ac:spMk id="75" creationId="{2E5D4D6D-42E8-8BDF-8401-91934C188EBE}"/>
          </ac:spMkLst>
        </pc:spChg>
        <pc:spChg chg="mod">
          <ac:chgData name="Freda Shi" userId="e3bafef1-15f2-4eeb-acbe-fa674bab7991" providerId="ADAL" clId="{9555FC65-5A8C-4EE8-9D5B-8283D7A0923C}" dt="2026-01-28T04:59:32.031" v="42606" actId="108"/>
          <ac:spMkLst>
            <pc:docMk/>
            <pc:sldMk cId="4254950933" sldId="274"/>
            <ac:spMk id="76" creationId="{696C27B1-5297-C768-6635-C4D710271BB0}"/>
          </ac:spMkLst>
        </pc:spChg>
        <pc:spChg chg="mod">
          <ac:chgData name="Freda Shi" userId="e3bafef1-15f2-4eeb-acbe-fa674bab7991" providerId="ADAL" clId="{9555FC65-5A8C-4EE8-9D5B-8283D7A0923C}" dt="2026-01-28T04:59:32.032" v="42607" actId="108"/>
          <ac:spMkLst>
            <pc:docMk/>
            <pc:sldMk cId="4254950933" sldId="274"/>
            <ac:spMk id="77" creationId="{6E66ACAC-2FCA-E29D-6782-AE7220B4510A}"/>
          </ac:spMkLst>
        </pc:spChg>
        <pc:spChg chg="mod">
          <ac:chgData name="Freda Shi" userId="e3bafef1-15f2-4eeb-acbe-fa674bab7991" providerId="ADAL" clId="{9555FC65-5A8C-4EE8-9D5B-8283D7A0923C}" dt="2026-01-28T04:59:32.032" v="42608" actId="108"/>
          <ac:spMkLst>
            <pc:docMk/>
            <pc:sldMk cId="4254950933" sldId="274"/>
            <ac:spMk id="78" creationId="{2F88C8E0-F42A-D459-4602-4CA138DFA676}"/>
          </ac:spMkLst>
        </pc:spChg>
        <pc:spChg chg="mod">
          <ac:chgData name="Freda Shi" userId="e3bafef1-15f2-4eeb-acbe-fa674bab7991" providerId="ADAL" clId="{9555FC65-5A8C-4EE8-9D5B-8283D7A0923C}" dt="2026-01-28T04:59:32.033" v="42609" actId="108"/>
          <ac:spMkLst>
            <pc:docMk/>
            <pc:sldMk cId="4254950933" sldId="274"/>
            <ac:spMk id="79" creationId="{C9926293-F7F7-8A7C-B1B3-717C7E486F75}"/>
          </ac:spMkLst>
        </pc:spChg>
        <pc:spChg chg="mod">
          <ac:chgData name="Freda Shi" userId="e3bafef1-15f2-4eeb-acbe-fa674bab7991" providerId="ADAL" clId="{9555FC65-5A8C-4EE8-9D5B-8283D7A0923C}" dt="2026-01-28T04:59:32.033" v="42610" actId="108"/>
          <ac:spMkLst>
            <pc:docMk/>
            <pc:sldMk cId="4254950933" sldId="274"/>
            <ac:spMk id="80" creationId="{B2F26A70-6230-26C2-8286-A6816F980841}"/>
          </ac:spMkLst>
        </pc:spChg>
        <pc:spChg chg="mod">
          <ac:chgData name="Freda Shi" userId="e3bafef1-15f2-4eeb-acbe-fa674bab7991" providerId="ADAL" clId="{9555FC65-5A8C-4EE8-9D5B-8283D7A0923C}" dt="2026-01-28T04:59:32.033" v="42611" actId="108"/>
          <ac:spMkLst>
            <pc:docMk/>
            <pc:sldMk cId="4254950933" sldId="274"/>
            <ac:spMk id="81" creationId="{1C4B723A-A018-6977-6D13-EEFE79A6D1D3}"/>
          </ac:spMkLst>
        </pc:spChg>
        <pc:spChg chg="mod">
          <ac:chgData name="Freda Shi" userId="e3bafef1-15f2-4eeb-acbe-fa674bab7991" providerId="ADAL" clId="{9555FC65-5A8C-4EE8-9D5B-8283D7A0923C}" dt="2026-01-28T04:59:32.034" v="42612" actId="108"/>
          <ac:spMkLst>
            <pc:docMk/>
            <pc:sldMk cId="4254950933" sldId="274"/>
            <ac:spMk id="82" creationId="{688D9544-F672-557A-4ACA-80580D4C6B44}"/>
          </ac:spMkLst>
        </pc:spChg>
        <pc:spChg chg="mod">
          <ac:chgData name="Freda Shi" userId="e3bafef1-15f2-4eeb-acbe-fa674bab7991" providerId="ADAL" clId="{9555FC65-5A8C-4EE8-9D5B-8283D7A0923C}" dt="2026-01-28T04:59:32.034" v="42613" actId="108"/>
          <ac:spMkLst>
            <pc:docMk/>
            <pc:sldMk cId="4254950933" sldId="274"/>
            <ac:spMk id="83" creationId="{18CBB9AD-C48E-D68F-9986-2FE3A2D80368}"/>
          </ac:spMkLst>
        </pc:spChg>
        <pc:spChg chg="mod">
          <ac:chgData name="Freda Shi" userId="e3bafef1-15f2-4eeb-acbe-fa674bab7991" providerId="ADAL" clId="{9555FC65-5A8C-4EE8-9D5B-8283D7A0923C}" dt="2026-01-28T04:59:32.035" v="42614" actId="108"/>
          <ac:spMkLst>
            <pc:docMk/>
            <pc:sldMk cId="4254950933" sldId="274"/>
            <ac:spMk id="84" creationId="{4B04F2D8-FDCB-0440-6FD0-F06D97CBFDF2}"/>
          </ac:spMkLst>
        </pc:spChg>
        <pc:grpChg chg="del mod">
          <ac:chgData name="Freda Shi" userId="e3bafef1-15f2-4eeb-acbe-fa674bab7991" providerId="ADAL" clId="{9555FC65-5A8C-4EE8-9D5B-8283D7A0923C}" dt="2026-01-28T04:59:32.024" v="42591" actId="478"/>
          <ac:grpSpMkLst>
            <pc:docMk/>
            <pc:sldMk cId="4254950933" sldId="274"/>
            <ac:grpSpMk id="6" creationId="{699CB7A6-3C01-1FA4-79A8-4C5FF1E1E8B7}"/>
          </ac:grpSpMkLst>
        </pc:grpChg>
        <pc:grpChg chg="mod ord">
          <ac:chgData name="Freda Shi" userId="e3bafef1-15f2-4eeb-acbe-fa674bab7991" providerId="ADAL" clId="{9555FC65-5A8C-4EE8-9D5B-8283D7A0923C}" dt="2026-01-28T04:59:35.225" v="42619" actId="12788"/>
          <ac:grpSpMkLst>
            <pc:docMk/>
            <pc:sldMk cId="4254950933" sldId="274"/>
            <ac:grpSpMk id="85" creationId="{67BAD671-F053-2857-EC39-9E119B34B22F}"/>
          </ac:grpSpMkLst>
        </pc:grpChg>
        <pc:grpChg chg="del">
          <ac:chgData name="Freda Shi" userId="e3bafef1-15f2-4eeb-acbe-fa674bab7991" providerId="ADAL" clId="{9555FC65-5A8C-4EE8-9D5B-8283D7A0923C}" dt="2026-01-28T04:59:32.042" v="42616" actId="478"/>
          <ac:grpSpMkLst>
            <pc:docMk/>
            <pc:sldMk cId="4254950933" sldId="274"/>
            <ac:grpSpMk id="86" creationId="{16001AB7-C36F-C193-9341-97A1222D0CE0}"/>
          </ac:grpSpMkLst>
        </pc:grpChg>
        <pc:grpChg chg="mod">
          <ac:chgData name="Freda Shi" userId="e3bafef1-15f2-4eeb-acbe-fa674bab7991" providerId="ADAL" clId="{9555FC65-5A8C-4EE8-9D5B-8283D7A0923C}" dt="2026-01-28T05:00:48.387" v="42775" actId="1036"/>
          <ac:grpSpMkLst>
            <pc:docMk/>
            <pc:sldMk cId="4254950933" sldId="274"/>
            <ac:grpSpMk id="162" creationId="{6090F42C-666E-F28D-5916-7A3504CC7E06}"/>
          </ac:grpSpMkLst>
        </pc:grpChg>
        <pc:grpChg chg="mod">
          <ac:chgData name="Freda Shi" userId="e3bafef1-15f2-4eeb-acbe-fa674bab7991" providerId="ADAL" clId="{9555FC65-5A8C-4EE8-9D5B-8283D7A0923C}" dt="2026-01-28T05:03:50.497" v="43040" actId="1036"/>
          <ac:grpSpMkLst>
            <pc:docMk/>
            <pc:sldMk cId="4254950933" sldId="274"/>
            <ac:grpSpMk id="195" creationId="{3634F0F3-CE3C-5ABD-16BA-692C61467DC2}"/>
          </ac:grpSpMkLst>
        </pc:grpChg>
        <pc:picChg chg="add del mod">
          <ac:chgData name="Freda Shi" userId="e3bafef1-15f2-4eeb-acbe-fa674bab7991" providerId="ADAL" clId="{9555FC65-5A8C-4EE8-9D5B-8283D7A0923C}" dt="2026-01-28T04:59:01.917" v="42446" actId="478"/>
          <ac:picMkLst>
            <pc:docMk/>
            <pc:sldMk cId="4254950933" sldId="274"/>
            <ac:picMk id="5" creationId="{AC84ACE1-9D46-3957-4646-171EFA7D8845}"/>
          </ac:picMkLst>
        </pc:picChg>
        <pc:picChg chg="mod">
          <ac:chgData name="Freda Shi" userId="e3bafef1-15f2-4eeb-acbe-fa674bab7991" providerId="ADAL" clId="{9555FC65-5A8C-4EE8-9D5B-8283D7A0923C}" dt="2026-01-28T04:59:31.933" v="42535" actId="14100"/>
          <ac:picMkLst>
            <pc:docMk/>
            <pc:sldMk cId="4254950933" sldId="274"/>
            <ac:picMk id="60" creationId="{9A73FB20-A337-2F8B-80F3-74188CB542E4}"/>
          </ac:picMkLst>
        </pc:picChg>
        <pc:picChg chg="mod">
          <ac:chgData name="Freda Shi" userId="e3bafef1-15f2-4eeb-acbe-fa674bab7991" providerId="ADAL" clId="{9555FC65-5A8C-4EE8-9D5B-8283D7A0923C}" dt="2026-01-28T05:00:43.135" v="42752" actId="14100"/>
          <ac:picMkLst>
            <pc:docMk/>
            <pc:sldMk cId="4254950933" sldId="274"/>
            <ac:picMk id="140" creationId="{5E6754E1-5E6E-86B1-AB31-0EFE8E6BF38B}"/>
          </ac:picMkLst>
        </pc:picChg>
        <pc:picChg chg="mod">
          <ac:chgData name="Freda Shi" userId="e3bafef1-15f2-4eeb-acbe-fa674bab7991" providerId="ADAL" clId="{9555FC65-5A8C-4EE8-9D5B-8283D7A0923C}" dt="2026-01-28T05:03:32.041" v="42984" actId="14100"/>
          <ac:picMkLst>
            <pc:docMk/>
            <pc:sldMk cId="4254950933" sldId="274"/>
            <ac:picMk id="164" creationId="{E33D1FE8-AB97-48F1-8DA7-7A1618D36321}"/>
          </ac:picMkLst>
        </pc:picChg>
      </pc:sldChg>
      <pc:sldChg chg="addSp delSp modSp new mod addAnim delAnim modAnim">
        <pc:chgData name="Freda Shi" userId="e3bafef1-15f2-4eeb-acbe-fa674bab7991" providerId="ADAL" clId="{9555FC65-5A8C-4EE8-9D5B-8283D7A0923C}" dt="2026-01-28T05:15:15.083" v="43536"/>
        <pc:sldMkLst>
          <pc:docMk/>
          <pc:sldMk cId="1630047138" sldId="275"/>
        </pc:sldMkLst>
        <pc:spChg chg="mod">
          <ac:chgData name="Freda Shi" userId="e3bafef1-15f2-4eeb-acbe-fa674bab7991" providerId="ADAL" clId="{9555FC65-5A8C-4EE8-9D5B-8283D7A0923C}" dt="2026-01-28T05:05:23.787" v="43070" actId="20577"/>
          <ac:spMkLst>
            <pc:docMk/>
            <pc:sldMk cId="1630047138" sldId="275"/>
            <ac:spMk id="2" creationId="{F28B22C3-BDD1-3B00-B810-7D8752D7A2C5}"/>
          </ac:spMkLst>
        </pc:spChg>
        <pc:spChg chg="mod">
          <ac:chgData name="Freda Shi" userId="e3bafef1-15f2-4eeb-acbe-fa674bab7991" providerId="ADAL" clId="{9555FC65-5A8C-4EE8-9D5B-8283D7A0923C}" dt="2026-01-28T05:15:07.868" v="43535" actId="20577"/>
          <ac:spMkLst>
            <pc:docMk/>
            <pc:sldMk cId="1630047138" sldId="275"/>
            <ac:spMk id="3" creationId="{0E9B8F99-7AB9-DDE8-F586-7601A9578542}"/>
          </ac:spMkLst>
        </pc:spChg>
        <pc:spChg chg="mod">
          <ac:chgData name="Freda Shi" userId="e3bafef1-15f2-4eeb-acbe-fa674bab7991" providerId="ADAL" clId="{9555FC65-5A8C-4EE8-9D5B-8283D7A0923C}" dt="2026-01-28T05:09:02.251" v="43089"/>
          <ac:spMkLst>
            <pc:docMk/>
            <pc:sldMk cId="1630047138" sldId="275"/>
            <ac:spMk id="9" creationId="{E320E8CD-9E46-8B02-4C5A-A649B5D8832A}"/>
          </ac:spMkLst>
        </pc:spChg>
        <pc:spChg chg="mod">
          <ac:chgData name="Freda Shi" userId="e3bafef1-15f2-4eeb-acbe-fa674bab7991" providerId="ADAL" clId="{9555FC65-5A8C-4EE8-9D5B-8283D7A0923C}" dt="2026-01-28T05:09:02.251" v="43089"/>
          <ac:spMkLst>
            <pc:docMk/>
            <pc:sldMk cId="1630047138" sldId="275"/>
            <ac:spMk id="10" creationId="{410B5236-6908-F0BA-AC05-0C15DFA6FAD7}"/>
          </ac:spMkLst>
        </pc:spChg>
        <pc:spChg chg="mod">
          <ac:chgData name="Freda Shi" userId="e3bafef1-15f2-4eeb-acbe-fa674bab7991" providerId="ADAL" clId="{9555FC65-5A8C-4EE8-9D5B-8283D7A0923C}" dt="2026-01-28T05:09:02.251" v="43089"/>
          <ac:spMkLst>
            <pc:docMk/>
            <pc:sldMk cId="1630047138" sldId="275"/>
            <ac:spMk id="14" creationId="{9628A341-90D6-034E-D5B7-9296955B11A1}"/>
          </ac:spMkLst>
        </pc:spChg>
        <pc:spChg chg="mod">
          <ac:chgData name="Freda Shi" userId="e3bafef1-15f2-4eeb-acbe-fa674bab7991" providerId="ADAL" clId="{9555FC65-5A8C-4EE8-9D5B-8283D7A0923C}" dt="2026-01-28T05:09:02.251" v="43089"/>
          <ac:spMkLst>
            <pc:docMk/>
            <pc:sldMk cId="1630047138" sldId="275"/>
            <ac:spMk id="15" creationId="{314BEC9D-E674-B941-CCD7-F68B453697B8}"/>
          </ac:spMkLst>
        </pc:spChg>
        <pc:spChg chg="mod">
          <ac:chgData name="Freda Shi" userId="e3bafef1-15f2-4eeb-acbe-fa674bab7991" providerId="ADAL" clId="{9555FC65-5A8C-4EE8-9D5B-8283D7A0923C}" dt="2026-01-28T05:09:02.251" v="43089"/>
          <ac:spMkLst>
            <pc:docMk/>
            <pc:sldMk cId="1630047138" sldId="275"/>
            <ac:spMk id="16" creationId="{D0BA5B93-17FB-D0A5-5C4D-274E5EABAD83}"/>
          </ac:spMkLst>
        </pc:spChg>
        <pc:spChg chg="mod">
          <ac:chgData name="Freda Shi" userId="e3bafef1-15f2-4eeb-acbe-fa674bab7991" providerId="ADAL" clId="{9555FC65-5A8C-4EE8-9D5B-8283D7A0923C}" dt="2026-01-28T05:09:02.251" v="43089"/>
          <ac:spMkLst>
            <pc:docMk/>
            <pc:sldMk cId="1630047138" sldId="275"/>
            <ac:spMk id="17" creationId="{E616295B-5CBF-B569-53E3-712B1CEC9B0E}"/>
          </ac:spMkLst>
        </pc:spChg>
        <pc:spChg chg="mod">
          <ac:chgData name="Freda Shi" userId="e3bafef1-15f2-4eeb-acbe-fa674bab7991" providerId="ADAL" clId="{9555FC65-5A8C-4EE8-9D5B-8283D7A0923C}" dt="2026-01-28T05:09:02.251" v="43089"/>
          <ac:spMkLst>
            <pc:docMk/>
            <pc:sldMk cId="1630047138" sldId="275"/>
            <ac:spMk id="20" creationId="{24AF115F-1BED-970C-863B-AAA8851D8A68}"/>
          </ac:spMkLst>
        </pc:spChg>
        <pc:spChg chg="mod">
          <ac:chgData name="Freda Shi" userId="e3bafef1-15f2-4eeb-acbe-fa674bab7991" providerId="ADAL" clId="{9555FC65-5A8C-4EE8-9D5B-8283D7A0923C}" dt="2026-01-28T05:09:02.251" v="43089"/>
          <ac:spMkLst>
            <pc:docMk/>
            <pc:sldMk cId="1630047138" sldId="275"/>
            <ac:spMk id="24" creationId="{E1D064AC-BFD3-0ACF-D049-3C2DCBB0AC3E}"/>
          </ac:spMkLst>
        </pc:spChg>
        <pc:spChg chg="mod">
          <ac:chgData name="Freda Shi" userId="e3bafef1-15f2-4eeb-acbe-fa674bab7991" providerId="ADAL" clId="{9555FC65-5A8C-4EE8-9D5B-8283D7A0923C}" dt="2026-01-28T05:09:02.251" v="43089"/>
          <ac:spMkLst>
            <pc:docMk/>
            <pc:sldMk cId="1630047138" sldId="275"/>
            <ac:spMk id="26" creationId="{6E5C2714-49FC-3203-01D1-C43EF737FA0B}"/>
          </ac:spMkLst>
        </pc:spChg>
        <pc:spChg chg="mod">
          <ac:chgData name="Freda Shi" userId="e3bafef1-15f2-4eeb-acbe-fa674bab7991" providerId="ADAL" clId="{9555FC65-5A8C-4EE8-9D5B-8283D7A0923C}" dt="2026-01-28T05:09:02.251" v="43089"/>
          <ac:spMkLst>
            <pc:docMk/>
            <pc:sldMk cId="1630047138" sldId="275"/>
            <ac:spMk id="27" creationId="{06105A03-AA1E-71F6-B19F-0C938A6887D9}"/>
          </ac:spMkLst>
        </pc:spChg>
        <pc:spChg chg="del mod topLvl">
          <ac:chgData name="Freda Shi" userId="e3bafef1-15f2-4eeb-acbe-fa674bab7991" providerId="ADAL" clId="{9555FC65-5A8C-4EE8-9D5B-8283D7A0923C}" dt="2026-01-28T05:11:53.708" v="43333" actId="478"/>
          <ac:spMkLst>
            <pc:docMk/>
            <pc:sldMk cId="1630047138" sldId="275"/>
            <ac:spMk id="30" creationId="{7CA1CF93-F0F3-3E01-565A-67F609C172AF}"/>
          </ac:spMkLst>
        </pc:spChg>
        <pc:spChg chg="del topLvl">
          <ac:chgData name="Freda Shi" userId="e3bafef1-15f2-4eeb-acbe-fa674bab7991" providerId="ADAL" clId="{9555FC65-5A8C-4EE8-9D5B-8283D7A0923C}" dt="2026-01-28T05:11:53.673" v="43264" actId="478"/>
          <ac:spMkLst>
            <pc:docMk/>
            <pc:sldMk cId="1630047138" sldId="275"/>
            <ac:spMk id="31" creationId="{F8038413-5EBE-BFF6-C6A9-40E73BDF8564}"/>
          </ac:spMkLst>
        </pc:spChg>
        <pc:spChg chg="del">
          <ac:chgData name="Freda Shi" userId="e3bafef1-15f2-4eeb-acbe-fa674bab7991" providerId="ADAL" clId="{9555FC65-5A8C-4EE8-9D5B-8283D7A0923C}" dt="2026-01-28T05:11:53.671" v="43263" actId="478"/>
          <ac:spMkLst>
            <pc:docMk/>
            <pc:sldMk cId="1630047138" sldId="275"/>
            <ac:spMk id="32" creationId="{E74797D4-7610-4E51-F77A-B6C3EE3CA385}"/>
          </ac:spMkLst>
        </pc:spChg>
        <pc:spChg chg="del mod">
          <ac:chgData name="Freda Shi" userId="e3bafef1-15f2-4eeb-acbe-fa674bab7991" providerId="ADAL" clId="{9555FC65-5A8C-4EE8-9D5B-8283D7A0923C}" dt="2026-01-28T05:11:53.671" v="43262" actId="478"/>
          <ac:spMkLst>
            <pc:docMk/>
            <pc:sldMk cId="1630047138" sldId="275"/>
            <ac:spMk id="33" creationId="{059E1302-0D52-ABBE-34A5-4BE0CD43EB10}"/>
          </ac:spMkLst>
        </pc:spChg>
        <pc:spChg chg="del">
          <ac:chgData name="Freda Shi" userId="e3bafef1-15f2-4eeb-acbe-fa674bab7991" providerId="ADAL" clId="{9555FC65-5A8C-4EE8-9D5B-8283D7A0923C}" dt="2026-01-28T05:11:53.670" v="43261" actId="478"/>
          <ac:spMkLst>
            <pc:docMk/>
            <pc:sldMk cId="1630047138" sldId="275"/>
            <ac:spMk id="34" creationId="{9200F13E-8C25-369A-DDB4-076A52F1BAB2}"/>
          </ac:spMkLst>
        </pc:spChg>
        <pc:spChg chg="del mod">
          <ac:chgData name="Freda Shi" userId="e3bafef1-15f2-4eeb-acbe-fa674bab7991" providerId="ADAL" clId="{9555FC65-5A8C-4EE8-9D5B-8283D7A0923C}" dt="2026-01-28T05:11:53.669" v="43260" actId="478"/>
          <ac:spMkLst>
            <pc:docMk/>
            <pc:sldMk cId="1630047138" sldId="275"/>
            <ac:spMk id="35" creationId="{0CEAB0B0-1069-999A-8213-F5FB6F4B58FF}"/>
          </ac:spMkLst>
        </pc:spChg>
        <pc:spChg chg="del">
          <ac:chgData name="Freda Shi" userId="e3bafef1-15f2-4eeb-acbe-fa674bab7991" providerId="ADAL" clId="{9555FC65-5A8C-4EE8-9D5B-8283D7A0923C}" dt="2026-01-28T05:11:53.668" v="43259" actId="478"/>
          <ac:spMkLst>
            <pc:docMk/>
            <pc:sldMk cId="1630047138" sldId="275"/>
            <ac:spMk id="36" creationId="{905C832D-F24A-274D-A02C-5E747C12A38C}"/>
          </ac:spMkLst>
        </pc:spChg>
        <pc:spChg chg="del">
          <ac:chgData name="Freda Shi" userId="e3bafef1-15f2-4eeb-acbe-fa674bab7991" providerId="ADAL" clId="{9555FC65-5A8C-4EE8-9D5B-8283D7A0923C}" dt="2026-01-28T05:11:53.667" v="43258" actId="478"/>
          <ac:spMkLst>
            <pc:docMk/>
            <pc:sldMk cId="1630047138" sldId="275"/>
            <ac:spMk id="37" creationId="{22B8F06B-5F6E-41C2-9DDE-AB9834EF5B53}"/>
          </ac:spMkLst>
        </pc:spChg>
        <pc:spChg chg="del">
          <ac:chgData name="Freda Shi" userId="e3bafef1-15f2-4eeb-acbe-fa674bab7991" providerId="ADAL" clId="{9555FC65-5A8C-4EE8-9D5B-8283D7A0923C}" dt="2026-01-28T05:11:53.666" v="43257" actId="478"/>
          <ac:spMkLst>
            <pc:docMk/>
            <pc:sldMk cId="1630047138" sldId="275"/>
            <ac:spMk id="38" creationId="{FBD4E1AE-0444-40F0-5EFD-8F34E6633CD9}"/>
          </ac:spMkLst>
        </pc:spChg>
        <pc:spChg chg="del">
          <ac:chgData name="Freda Shi" userId="e3bafef1-15f2-4eeb-acbe-fa674bab7991" providerId="ADAL" clId="{9555FC65-5A8C-4EE8-9D5B-8283D7A0923C}" dt="2026-01-28T05:11:53.666" v="43256" actId="478"/>
          <ac:spMkLst>
            <pc:docMk/>
            <pc:sldMk cId="1630047138" sldId="275"/>
            <ac:spMk id="39" creationId="{90B89D67-89E6-2BAE-7134-FE52F28F48F4}"/>
          </ac:spMkLst>
        </pc:spChg>
        <pc:spChg chg="del">
          <ac:chgData name="Freda Shi" userId="e3bafef1-15f2-4eeb-acbe-fa674bab7991" providerId="ADAL" clId="{9555FC65-5A8C-4EE8-9D5B-8283D7A0923C}" dt="2026-01-28T05:11:53.665" v="43255" actId="478"/>
          <ac:spMkLst>
            <pc:docMk/>
            <pc:sldMk cId="1630047138" sldId="275"/>
            <ac:spMk id="40" creationId="{26342807-5B21-312F-BEAE-E7CA8405E4E4}"/>
          </ac:spMkLst>
        </pc:spChg>
        <pc:spChg chg="del mod">
          <ac:chgData name="Freda Shi" userId="e3bafef1-15f2-4eeb-acbe-fa674bab7991" providerId="ADAL" clId="{9555FC65-5A8C-4EE8-9D5B-8283D7A0923C}" dt="2026-01-28T05:11:53.664" v="43254" actId="478"/>
          <ac:spMkLst>
            <pc:docMk/>
            <pc:sldMk cId="1630047138" sldId="275"/>
            <ac:spMk id="41" creationId="{D5A4BCEE-3C9E-56D6-657D-636CD02D6E94}"/>
          </ac:spMkLst>
        </pc:spChg>
        <pc:spChg chg="del mod">
          <ac:chgData name="Freda Shi" userId="e3bafef1-15f2-4eeb-acbe-fa674bab7991" providerId="ADAL" clId="{9555FC65-5A8C-4EE8-9D5B-8283D7A0923C}" dt="2026-01-28T05:11:53.663" v="43253" actId="478"/>
          <ac:spMkLst>
            <pc:docMk/>
            <pc:sldMk cId="1630047138" sldId="275"/>
            <ac:spMk id="42" creationId="{F6A9F5A5-3904-EA78-BC8B-E81069754FB1}"/>
          </ac:spMkLst>
        </pc:spChg>
        <pc:spChg chg="del">
          <ac:chgData name="Freda Shi" userId="e3bafef1-15f2-4eeb-acbe-fa674bab7991" providerId="ADAL" clId="{9555FC65-5A8C-4EE8-9D5B-8283D7A0923C}" dt="2026-01-28T05:11:53.662" v="43252" actId="478"/>
          <ac:spMkLst>
            <pc:docMk/>
            <pc:sldMk cId="1630047138" sldId="275"/>
            <ac:spMk id="43" creationId="{7507C91B-DFC8-2762-6996-4CE15F34A4BA}"/>
          </ac:spMkLst>
        </pc:spChg>
        <pc:spChg chg="del mod">
          <ac:chgData name="Freda Shi" userId="e3bafef1-15f2-4eeb-acbe-fa674bab7991" providerId="ADAL" clId="{9555FC65-5A8C-4EE8-9D5B-8283D7A0923C}" dt="2026-01-28T05:11:53.661" v="43251" actId="478"/>
          <ac:spMkLst>
            <pc:docMk/>
            <pc:sldMk cId="1630047138" sldId="275"/>
            <ac:spMk id="44" creationId="{54145A1E-C52D-40EF-9294-5161BD9926D6}"/>
          </ac:spMkLst>
        </pc:spChg>
        <pc:spChg chg="del">
          <ac:chgData name="Freda Shi" userId="e3bafef1-15f2-4eeb-acbe-fa674bab7991" providerId="ADAL" clId="{9555FC65-5A8C-4EE8-9D5B-8283D7A0923C}" dt="2026-01-28T05:11:53.660" v="43250" actId="478"/>
          <ac:spMkLst>
            <pc:docMk/>
            <pc:sldMk cId="1630047138" sldId="275"/>
            <ac:spMk id="45" creationId="{5EC7EABF-0918-B99E-BD96-16C319077BF1}"/>
          </ac:spMkLst>
        </pc:spChg>
        <pc:spChg chg="del">
          <ac:chgData name="Freda Shi" userId="e3bafef1-15f2-4eeb-acbe-fa674bab7991" providerId="ADAL" clId="{9555FC65-5A8C-4EE8-9D5B-8283D7A0923C}" dt="2026-01-28T05:11:53.659" v="43249" actId="478"/>
          <ac:spMkLst>
            <pc:docMk/>
            <pc:sldMk cId="1630047138" sldId="275"/>
            <ac:spMk id="46" creationId="{C3879375-683B-C7DD-2E64-9DCFACE30AC3}"/>
          </ac:spMkLst>
        </pc:spChg>
        <pc:spChg chg="del mod">
          <ac:chgData name="Freda Shi" userId="e3bafef1-15f2-4eeb-acbe-fa674bab7991" providerId="ADAL" clId="{9555FC65-5A8C-4EE8-9D5B-8283D7A0923C}" dt="2026-01-28T05:11:53.658" v="43248" actId="478"/>
          <ac:spMkLst>
            <pc:docMk/>
            <pc:sldMk cId="1630047138" sldId="275"/>
            <ac:spMk id="47" creationId="{D4D4BD4F-F68A-1000-B590-4107CDB58BE9}"/>
          </ac:spMkLst>
        </pc:spChg>
        <pc:spChg chg="del mod">
          <ac:chgData name="Freda Shi" userId="e3bafef1-15f2-4eeb-acbe-fa674bab7991" providerId="ADAL" clId="{9555FC65-5A8C-4EE8-9D5B-8283D7A0923C}" dt="2026-01-28T05:11:53.657" v="43247" actId="478"/>
          <ac:spMkLst>
            <pc:docMk/>
            <pc:sldMk cId="1630047138" sldId="275"/>
            <ac:spMk id="48" creationId="{C607571B-4B07-C592-6746-1ED35DF7BCFC}"/>
          </ac:spMkLst>
        </pc:spChg>
        <pc:spChg chg="del">
          <ac:chgData name="Freda Shi" userId="e3bafef1-15f2-4eeb-acbe-fa674bab7991" providerId="ADAL" clId="{9555FC65-5A8C-4EE8-9D5B-8283D7A0923C}" dt="2026-01-28T05:11:53.656" v="43246" actId="478"/>
          <ac:spMkLst>
            <pc:docMk/>
            <pc:sldMk cId="1630047138" sldId="275"/>
            <ac:spMk id="49" creationId="{DDA2F864-E5DD-57F6-5DC3-54C8FF96D03B}"/>
          </ac:spMkLst>
        </pc:spChg>
        <pc:spChg chg="del mod">
          <ac:chgData name="Freda Shi" userId="e3bafef1-15f2-4eeb-acbe-fa674bab7991" providerId="ADAL" clId="{9555FC65-5A8C-4EE8-9D5B-8283D7A0923C}" dt="2026-01-28T05:11:53.655" v="43245" actId="478"/>
          <ac:spMkLst>
            <pc:docMk/>
            <pc:sldMk cId="1630047138" sldId="275"/>
            <ac:spMk id="50" creationId="{EC4F4CD5-E60C-96E0-0013-6A67C8AEA254}"/>
          </ac:spMkLst>
        </pc:spChg>
        <pc:spChg chg="del">
          <ac:chgData name="Freda Shi" userId="e3bafef1-15f2-4eeb-acbe-fa674bab7991" providerId="ADAL" clId="{9555FC65-5A8C-4EE8-9D5B-8283D7A0923C}" dt="2026-01-28T05:11:53.654" v="43244" actId="478"/>
          <ac:spMkLst>
            <pc:docMk/>
            <pc:sldMk cId="1630047138" sldId="275"/>
            <ac:spMk id="51" creationId="{A5A196FD-80D5-CB7C-03C8-6BC29AC6C2B9}"/>
          </ac:spMkLst>
        </pc:spChg>
        <pc:spChg chg="del mod">
          <ac:chgData name="Freda Shi" userId="e3bafef1-15f2-4eeb-acbe-fa674bab7991" providerId="ADAL" clId="{9555FC65-5A8C-4EE8-9D5B-8283D7A0923C}" dt="2026-01-28T05:11:53.652" v="43243" actId="478"/>
          <ac:spMkLst>
            <pc:docMk/>
            <pc:sldMk cId="1630047138" sldId="275"/>
            <ac:spMk id="52" creationId="{C30D61D3-0964-CEF9-2DCB-5D0AD0AF2017}"/>
          </ac:spMkLst>
        </pc:spChg>
        <pc:spChg chg="mod">
          <ac:chgData name="Freda Shi" userId="e3bafef1-15f2-4eeb-acbe-fa674bab7991" providerId="ADAL" clId="{9555FC65-5A8C-4EE8-9D5B-8283D7A0923C}" dt="2026-01-28T05:11:53.674" v="43265" actId="108"/>
          <ac:spMkLst>
            <pc:docMk/>
            <pc:sldMk cId="1630047138" sldId="275"/>
            <ac:spMk id="56" creationId="{22DAA3EF-EBA2-F516-925B-8FC551C5BE4F}"/>
          </ac:spMkLst>
        </pc:spChg>
        <pc:spChg chg="mod">
          <ac:chgData name="Freda Shi" userId="e3bafef1-15f2-4eeb-acbe-fa674bab7991" providerId="ADAL" clId="{9555FC65-5A8C-4EE8-9D5B-8283D7A0923C}" dt="2026-01-28T05:11:53.675" v="43266" actId="108"/>
          <ac:spMkLst>
            <pc:docMk/>
            <pc:sldMk cId="1630047138" sldId="275"/>
            <ac:spMk id="57" creationId="{FFBB7E64-5A69-92D2-C6A8-BB12F9F150BE}"/>
          </ac:spMkLst>
        </pc:spChg>
        <pc:spChg chg="mod">
          <ac:chgData name="Freda Shi" userId="e3bafef1-15f2-4eeb-acbe-fa674bab7991" providerId="ADAL" clId="{9555FC65-5A8C-4EE8-9D5B-8283D7A0923C}" dt="2026-01-28T05:11:53.675" v="43267" actId="108"/>
          <ac:spMkLst>
            <pc:docMk/>
            <pc:sldMk cId="1630047138" sldId="275"/>
            <ac:spMk id="58" creationId="{CB3C11BD-E218-839A-84B5-813D55738B0B}"/>
          </ac:spMkLst>
        </pc:spChg>
        <pc:spChg chg="mod">
          <ac:chgData name="Freda Shi" userId="e3bafef1-15f2-4eeb-acbe-fa674bab7991" providerId="ADAL" clId="{9555FC65-5A8C-4EE8-9D5B-8283D7A0923C}" dt="2026-01-28T05:11:53.676" v="43268" actId="108"/>
          <ac:spMkLst>
            <pc:docMk/>
            <pc:sldMk cId="1630047138" sldId="275"/>
            <ac:spMk id="59" creationId="{B2E48C60-C134-1AA7-E98B-7D1DE08A08A4}"/>
          </ac:spMkLst>
        </pc:spChg>
        <pc:spChg chg="mod">
          <ac:chgData name="Freda Shi" userId="e3bafef1-15f2-4eeb-acbe-fa674bab7991" providerId="ADAL" clId="{9555FC65-5A8C-4EE8-9D5B-8283D7A0923C}" dt="2026-01-28T05:11:53.676" v="43269" actId="108"/>
          <ac:spMkLst>
            <pc:docMk/>
            <pc:sldMk cId="1630047138" sldId="275"/>
            <ac:spMk id="60" creationId="{068F3501-72D4-18B8-1F6F-6C8750D74DD9}"/>
          </ac:spMkLst>
        </pc:spChg>
        <pc:spChg chg="mod">
          <ac:chgData name="Freda Shi" userId="e3bafef1-15f2-4eeb-acbe-fa674bab7991" providerId="ADAL" clId="{9555FC65-5A8C-4EE8-9D5B-8283D7A0923C}" dt="2026-01-28T05:11:53.677" v="43270" actId="108"/>
          <ac:spMkLst>
            <pc:docMk/>
            <pc:sldMk cId="1630047138" sldId="275"/>
            <ac:spMk id="61" creationId="{EAA02D02-CC39-8FC8-CCD7-67EAC135082A}"/>
          </ac:spMkLst>
        </pc:spChg>
        <pc:spChg chg="mod">
          <ac:chgData name="Freda Shi" userId="e3bafef1-15f2-4eeb-acbe-fa674bab7991" providerId="ADAL" clId="{9555FC65-5A8C-4EE8-9D5B-8283D7A0923C}" dt="2026-01-28T05:11:53.678" v="43271" actId="108"/>
          <ac:spMkLst>
            <pc:docMk/>
            <pc:sldMk cId="1630047138" sldId="275"/>
            <ac:spMk id="62" creationId="{BF32616A-017F-2C4F-DD51-BB877C26B70E}"/>
          </ac:spMkLst>
        </pc:spChg>
        <pc:spChg chg="mod">
          <ac:chgData name="Freda Shi" userId="e3bafef1-15f2-4eeb-acbe-fa674bab7991" providerId="ADAL" clId="{9555FC65-5A8C-4EE8-9D5B-8283D7A0923C}" dt="2026-01-28T05:11:53.678" v="43272" actId="108"/>
          <ac:spMkLst>
            <pc:docMk/>
            <pc:sldMk cId="1630047138" sldId="275"/>
            <ac:spMk id="63" creationId="{F1C1EDA9-B47C-FF70-2A90-641D5C044393}"/>
          </ac:spMkLst>
        </pc:spChg>
        <pc:spChg chg="mod">
          <ac:chgData name="Freda Shi" userId="e3bafef1-15f2-4eeb-acbe-fa674bab7991" providerId="ADAL" clId="{9555FC65-5A8C-4EE8-9D5B-8283D7A0923C}" dt="2026-01-28T05:11:53.679" v="43273" actId="108"/>
          <ac:spMkLst>
            <pc:docMk/>
            <pc:sldMk cId="1630047138" sldId="275"/>
            <ac:spMk id="64" creationId="{1EBD30F9-D116-793A-3330-C661D2F3EB4C}"/>
          </ac:spMkLst>
        </pc:spChg>
        <pc:spChg chg="mod">
          <ac:chgData name="Freda Shi" userId="e3bafef1-15f2-4eeb-acbe-fa674bab7991" providerId="ADAL" clId="{9555FC65-5A8C-4EE8-9D5B-8283D7A0923C}" dt="2026-01-28T05:11:53.679" v="43274" actId="108"/>
          <ac:spMkLst>
            <pc:docMk/>
            <pc:sldMk cId="1630047138" sldId="275"/>
            <ac:spMk id="65" creationId="{8B973517-844A-0E53-EBED-3D3495D33E46}"/>
          </ac:spMkLst>
        </pc:spChg>
        <pc:spChg chg="mod">
          <ac:chgData name="Freda Shi" userId="e3bafef1-15f2-4eeb-acbe-fa674bab7991" providerId="ADAL" clId="{9555FC65-5A8C-4EE8-9D5B-8283D7A0923C}" dt="2026-01-28T05:11:53.680" v="43275" actId="108"/>
          <ac:spMkLst>
            <pc:docMk/>
            <pc:sldMk cId="1630047138" sldId="275"/>
            <ac:spMk id="66" creationId="{23816988-EEB5-3B68-3C46-EBEAE217C192}"/>
          </ac:spMkLst>
        </pc:spChg>
        <pc:spChg chg="mod">
          <ac:chgData name="Freda Shi" userId="e3bafef1-15f2-4eeb-acbe-fa674bab7991" providerId="ADAL" clId="{9555FC65-5A8C-4EE8-9D5B-8283D7A0923C}" dt="2026-01-28T05:11:53.680" v="43276" actId="108"/>
          <ac:spMkLst>
            <pc:docMk/>
            <pc:sldMk cId="1630047138" sldId="275"/>
            <ac:spMk id="67" creationId="{670BC032-D53F-451C-3461-540CABB0B0AA}"/>
          </ac:spMkLst>
        </pc:spChg>
        <pc:spChg chg="mod">
          <ac:chgData name="Freda Shi" userId="e3bafef1-15f2-4eeb-acbe-fa674bab7991" providerId="ADAL" clId="{9555FC65-5A8C-4EE8-9D5B-8283D7A0923C}" dt="2026-01-28T05:11:53.681" v="43277" actId="108"/>
          <ac:spMkLst>
            <pc:docMk/>
            <pc:sldMk cId="1630047138" sldId="275"/>
            <ac:spMk id="68" creationId="{302684FA-A22A-A92B-A1C4-768E046C6E8F}"/>
          </ac:spMkLst>
        </pc:spChg>
        <pc:spChg chg="mod">
          <ac:chgData name="Freda Shi" userId="e3bafef1-15f2-4eeb-acbe-fa674bab7991" providerId="ADAL" clId="{9555FC65-5A8C-4EE8-9D5B-8283D7A0923C}" dt="2026-01-28T05:11:53.681" v="43278" actId="108"/>
          <ac:spMkLst>
            <pc:docMk/>
            <pc:sldMk cId="1630047138" sldId="275"/>
            <ac:spMk id="69" creationId="{7E2B8B7F-15E6-FBC6-925F-A7415BE33A96}"/>
          </ac:spMkLst>
        </pc:spChg>
        <pc:spChg chg="mod">
          <ac:chgData name="Freda Shi" userId="e3bafef1-15f2-4eeb-acbe-fa674bab7991" providerId="ADAL" clId="{9555FC65-5A8C-4EE8-9D5B-8283D7A0923C}" dt="2026-01-28T05:11:53.681" v="43279" actId="108"/>
          <ac:spMkLst>
            <pc:docMk/>
            <pc:sldMk cId="1630047138" sldId="275"/>
            <ac:spMk id="70" creationId="{545E9D31-96E9-CC65-5CBE-79F895EDBE53}"/>
          </ac:spMkLst>
        </pc:spChg>
        <pc:spChg chg="mod">
          <ac:chgData name="Freda Shi" userId="e3bafef1-15f2-4eeb-acbe-fa674bab7991" providerId="ADAL" clId="{9555FC65-5A8C-4EE8-9D5B-8283D7A0923C}" dt="2026-01-28T05:11:53.683" v="43280" actId="108"/>
          <ac:spMkLst>
            <pc:docMk/>
            <pc:sldMk cId="1630047138" sldId="275"/>
            <ac:spMk id="71" creationId="{A1AB664F-1218-E1CC-896C-FCB1271B9B23}"/>
          </ac:spMkLst>
        </pc:spChg>
        <pc:spChg chg="mod">
          <ac:chgData name="Freda Shi" userId="e3bafef1-15f2-4eeb-acbe-fa674bab7991" providerId="ADAL" clId="{9555FC65-5A8C-4EE8-9D5B-8283D7A0923C}" dt="2026-01-28T05:11:53.683" v="43281" actId="108"/>
          <ac:spMkLst>
            <pc:docMk/>
            <pc:sldMk cId="1630047138" sldId="275"/>
            <ac:spMk id="72" creationId="{DB64F710-F916-2F14-D745-2A04466D3F03}"/>
          </ac:spMkLst>
        </pc:spChg>
        <pc:spChg chg="mod">
          <ac:chgData name="Freda Shi" userId="e3bafef1-15f2-4eeb-acbe-fa674bab7991" providerId="ADAL" clId="{9555FC65-5A8C-4EE8-9D5B-8283D7A0923C}" dt="2026-01-28T05:11:53.684" v="43282" actId="108"/>
          <ac:spMkLst>
            <pc:docMk/>
            <pc:sldMk cId="1630047138" sldId="275"/>
            <ac:spMk id="73" creationId="{9CE4142C-2430-5278-BD1D-A96730DD3252}"/>
          </ac:spMkLst>
        </pc:spChg>
        <pc:spChg chg="mod">
          <ac:chgData name="Freda Shi" userId="e3bafef1-15f2-4eeb-acbe-fa674bab7991" providerId="ADAL" clId="{9555FC65-5A8C-4EE8-9D5B-8283D7A0923C}" dt="2026-01-28T05:11:53.684" v="43283" actId="108"/>
          <ac:spMkLst>
            <pc:docMk/>
            <pc:sldMk cId="1630047138" sldId="275"/>
            <ac:spMk id="74" creationId="{3136A917-7A7A-4F5F-6BAA-87E0069960A8}"/>
          </ac:spMkLst>
        </pc:spChg>
        <pc:spChg chg="mod">
          <ac:chgData name="Freda Shi" userId="e3bafef1-15f2-4eeb-acbe-fa674bab7991" providerId="ADAL" clId="{9555FC65-5A8C-4EE8-9D5B-8283D7A0923C}" dt="2026-01-28T05:11:53.685" v="43284" actId="108"/>
          <ac:spMkLst>
            <pc:docMk/>
            <pc:sldMk cId="1630047138" sldId="275"/>
            <ac:spMk id="75" creationId="{9C4E1B4A-21D1-AC15-28B0-A9655A88FC8C}"/>
          </ac:spMkLst>
        </pc:spChg>
        <pc:spChg chg="mod">
          <ac:chgData name="Freda Shi" userId="e3bafef1-15f2-4eeb-acbe-fa674bab7991" providerId="ADAL" clId="{9555FC65-5A8C-4EE8-9D5B-8283D7A0923C}" dt="2026-01-28T05:11:53.685" v="43285" actId="108"/>
          <ac:spMkLst>
            <pc:docMk/>
            <pc:sldMk cId="1630047138" sldId="275"/>
            <ac:spMk id="76" creationId="{BDDCF7FE-A3D1-0D1C-B243-0A2650D0842C}"/>
          </ac:spMkLst>
        </pc:spChg>
        <pc:spChg chg="mod">
          <ac:chgData name="Freda Shi" userId="e3bafef1-15f2-4eeb-acbe-fa674bab7991" providerId="ADAL" clId="{9555FC65-5A8C-4EE8-9D5B-8283D7A0923C}" dt="2026-01-28T05:11:53.686" v="43286" actId="108"/>
          <ac:spMkLst>
            <pc:docMk/>
            <pc:sldMk cId="1630047138" sldId="275"/>
            <ac:spMk id="77" creationId="{E58116C8-B411-6996-B18F-959A1868721D}"/>
          </ac:spMkLst>
        </pc:spChg>
        <pc:spChg chg="mod">
          <ac:chgData name="Freda Shi" userId="e3bafef1-15f2-4eeb-acbe-fa674bab7991" providerId="ADAL" clId="{9555FC65-5A8C-4EE8-9D5B-8283D7A0923C}" dt="2026-01-28T05:11:53.686" v="43287" actId="108"/>
          <ac:spMkLst>
            <pc:docMk/>
            <pc:sldMk cId="1630047138" sldId="275"/>
            <ac:spMk id="78" creationId="{8AA1AA18-0C93-165B-EA34-84AB02F687F8}"/>
          </ac:spMkLst>
        </pc:spChg>
        <pc:spChg chg="mod">
          <ac:chgData name="Freda Shi" userId="e3bafef1-15f2-4eeb-acbe-fa674bab7991" providerId="ADAL" clId="{9555FC65-5A8C-4EE8-9D5B-8283D7A0923C}" dt="2026-01-28T05:11:53.686" v="43288" actId="108"/>
          <ac:spMkLst>
            <pc:docMk/>
            <pc:sldMk cId="1630047138" sldId="275"/>
            <ac:spMk id="79" creationId="{626B0D95-862D-9E09-1D49-F0D5FF1B0CF3}"/>
          </ac:spMkLst>
        </pc:spChg>
        <pc:spChg chg="mod">
          <ac:chgData name="Freda Shi" userId="e3bafef1-15f2-4eeb-acbe-fa674bab7991" providerId="ADAL" clId="{9555FC65-5A8C-4EE8-9D5B-8283D7A0923C}" dt="2026-01-28T05:11:53.687" v="43289" actId="108"/>
          <ac:spMkLst>
            <pc:docMk/>
            <pc:sldMk cId="1630047138" sldId="275"/>
            <ac:spMk id="80" creationId="{A4E9C0E0-FAB8-3DA5-01C0-6F2C0EDD9CB1}"/>
          </ac:spMkLst>
        </pc:spChg>
        <pc:spChg chg="mod">
          <ac:chgData name="Freda Shi" userId="e3bafef1-15f2-4eeb-acbe-fa674bab7991" providerId="ADAL" clId="{9555FC65-5A8C-4EE8-9D5B-8283D7A0923C}" dt="2026-01-28T05:11:53.687" v="43290" actId="108"/>
          <ac:spMkLst>
            <pc:docMk/>
            <pc:sldMk cId="1630047138" sldId="275"/>
            <ac:spMk id="81" creationId="{3AF07535-D6A8-C236-5F15-B7E5820653B7}"/>
          </ac:spMkLst>
        </pc:spChg>
        <pc:spChg chg="mod">
          <ac:chgData name="Freda Shi" userId="e3bafef1-15f2-4eeb-acbe-fa674bab7991" providerId="ADAL" clId="{9555FC65-5A8C-4EE8-9D5B-8283D7A0923C}" dt="2026-01-28T05:11:53.688" v="43291" actId="108"/>
          <ac:spMkLst>
            <pc:docMk/>
            <pc:sldMk cId="1630047138" sldId="275"/>
            <ac:spMk id="82" creationId="{4120A03D-8A11-0820-199C-0D47FE64E080}"/>
          </ac:spMkLst>
        </pc:spChg>
        <pc:spChg chg="mod">
          <ac:chgData name="Freda Shi" userId="e3bafef1-15f2-4eeb-acbe-fa674bab7991" providerId="ADAL" clId="{9555FC65-5A8C-4EE8-9D5B-8283D7A0923C}" dt="2026-01-28T05:11:53.688" v="43292" actId="108"/>
          <ac:spMkLst>
            <pc:docMk/>
            <pc:sldMk cId="1630047138" sldId="275"/>
            <ac:spMk id="83" creationId="{EF7DCA68-D7BF-8636-1D33-117ABA39E3FE}"/>
          </ac:spMkLst>
        </pc:spChg>
        <pc:spChg chg="mod">
          <ac:chgData name="Freda Shi" userId="e3bafef1-15f2-4eeb-acbe-fa674bab7991" providerId="ADAL" clId="{9555FC65-5A8C-4EE8-9D5B-8283D7A0923C}" dt="2026-01-28T05:11:53.689" v="43293" actId="108"/>
          <ac:spMkLst>
            <pc:docMk/>
            <pc:sldMk cId="1630047138" sldId="275"/>
            <ac:spMk id="84" creationId="{32E98D9E-D80E-370B-89DC-B968337D85E4}"/>
          </ac:spMkLst>
        </pc:spChg>
        <pc:spChg chg="mod">
          <ac:chgData name="Freda Shi" userId="e3bafef1-15f2-4eeb-acbe-fa674bab7991" providerId="ADAL" clId="{9555FC65-5A8C-4EE8-9D5B-8283D7A0923C}" dt="2026-01-28T05:11:53.689" v="43294" actId="108"/>
          <ac:spMkLst>
            <pc:docMk/>
            <pc:sldMk cId="1630047138" sldId="275"/>
            <ac:spMk id="85" creationId="{DCE1FC06-F92F-40A2-3496-F5CCB19C3EC5}"/>
          </ac:spMkLst>
        </pc:spChg>
        <pc:spChg chg="mod">
          <ac:chgData name="Freda Shi" userId="e3bafef1-15f2-4eeb-acbe-fa674bab7991" providerId="ADAL" clId="{9555FC65-5A8C-4EE8-9D5B-8283D7A0923C}" dt="2026-01-28T05:11:53.690" v="43295" actId="108"/>
          <ac:spMkLst>
            <pc:docMk/>
            <pc:sldMk cId="1630047138" sldId="275"/>
            <ac:spMk id="86" creationId="{3EE21426-84AA-45E6-3548-AE4D9BC967B2}"/>
          </ac:spMkLst>
        </pc:spChg>
        <pc:spChg chg="mod">
          <ac:chgData name="Freda Shi" userId="e3bafef1-15f2-4eeb-acbe-fa674bab7991" providerId="ADAL" clId="{9555FC65-5A8C-4EE8-9D5B-8283D7A0923C}" dt="2026-01-28T05:11:53.690" v="43296" actId="108"/>
          <ac:spMkLst>
            <pc:docMk/>
            <pc:sldMk cId="1630047138" sldId="275"/>
            <ac:spMk id="87" creationId="{F97063BD-2323-A061-1F5F-83AE52DF5FDD}"/>
          </ac:spMkLst>
        </pc:spChg>
        <pc:spChg chg="mod">
          <ac:chgData name="Freda Shi" userId="e3bafef1-15f2-4eeb-acbe-fa674bab7991" providerId="ADAL" clId="{9555FC65-5A8C-4EE8-9D5B-8283D7A0923C}" dt="2026-01-28T05:11:53.691" v="43297" actId="108"/>
          <ac:spMkLst>
            <pc:docMk/>
            <pc:sldMk cId="1630047138" sldId="275"/>
            <ac:spMk id="88" creationId="{9CC739ED-DE34-BE8C-98C5-A4150B4F1CCC}"/>
          </ac:spMkLst>
        </pc:spChg>
        <pc:spChg chg="mod">
          <ac:chgData name="Freda Shi" userId="e3bafef1-15f2-4eeb-acbe-fa674bab7991" providerId="ADAL" clId="{9555FC65-5A8C-4EE8-9D5B-8283D7A0923C}" dt="2026-01-28T05:11:53.691" v="43298" actId="108"/>
          <ac:spMkLst>
            <pc:docMk/>
            <pc:sldMk cId="1630047138" sldId="275"/>
            <ac:spMk id="89" creationId="{18C0DD06-BB10-CED3-3D17-2E35519B09D1}"/>
          </ac:spMkLst>
        </pc:spChg>
        <pc:spChg chg="mod">
          <ac:chgData name="Freda Shi" userId="e3bafef1-15f2-4eeb-acbe-fa674bab7991" providerId="ADAL" clId="{9555FC65-5A8C-4EE8-9D5B-8283D7A0923C}" dt="2026-01-28T05:11:53.691" v="43299" actId="108"/>
          <ac:spMkLst>
            <pc:docMk/>
            <pc:sldMk cId="1630047138" sldId="275"/>
            <ac:spMk id="90" creationId="{E1FD3423-0051-A274-F3BD-C21F4A46455D}"/>
          </ac:spMkLst>
        </pc:spChg>
        <pc:spChg chg="mod">
          <ac:chgData name="Freda Shi" userId="e3bafef1-15f2-4eeb-acbe-fa674bab7991" providerId="ADAL" clId="{9555FC65-5A8C-4EE8-9D5B-8283D7A0923C}" dt="2026-01-28T05:11:53.691" v="43300" actId="108"/>
          <ac:spMkLst>
            <pc:docMk/>
            <pc:sldMk cId="1630047138" sldId="275"/>
            <ac:spMk id="91" creationId="{BB0B203A-0138-09B7-26F3-7B1402037F5C}"/>
          </ac:spMkLst>
        </pc:spChg>
        <pc:spChg chg="mod">
          <ac:chgData name="Freda Shi" userId="e3bafef1-15f2-4eeb-acbe-fa674bab7991" providerId="ADAL" clId="{9555FC65-5A8C-4EE8-9D5B-8283D7A0923C}" dt="2026-01-28T05:11:53.693" v="43301" actId="108"/>
          <ac:spMkLst>
            <pc:docMk/>
            <pc:sldMk cId="1630047138" sldId="275"/>
            <ac:spMk id="92" creationId="{B43108EB-F2D1-D0EA-1DA0-0A3A00E3C098}"/>
          </ac:spMkLst>
        </pc:spChg>
        <pc:spChg chg="mod">
          <ac:chgData name="Freda Shi" userId="e3bafef1-15f2-4eeb-acbe-fa674bab7991" providerId="ADAL" clId="{9555FC65-5A8C-4EE8-9D5B-8283D7A0923C}" dt="2026-01-28T05:11:53.693" v="43302" actId="108"/>
          <ac:spMkLst>
            <pc:docMk/>
            <pc:sldMk cId="1630047138" sldId="275"/>
            <ac:spMk id="93" creationId="{8AFD5011-0AF8-7D44-8E46-082DDA2B5877}"/>
          </ac:spMkLst>
        </pc:spChg>
        <pc:spChg chg="mod">
          <ac:chgData name="Freda Shi" userId="e3bafef1-15f2-4eeb-acbe-fa674bab7991" providerId="ADAL" clId="{9555FC65-5A8C-4EE8-9D5B-8283D7A0923C}" dt="2026-01-28T05:11:53.694" v="43303" actId="108"/>
          <ac:spMkLst>
            <pc:docMk/>
            <pc:sldMk cId="1630047138" sldId="275"/>
            <ac:spMk id="94" creationId="{F3589010-D395-4787-2EBD-9E0F9F9EBF79}"/>
          </ac:spMkLst>
        </pc:spChg>
        <pc:spChg chg="mod">
          <ac:chgData name="Freda Shi" userId="e3bafef1-15f2-4eeb-acbe-fa674bab7991" providerId="ADAL" clId="{9555FC65-5A8C-4EE8-9D5B-8283D7A0923C}" dt="2026-01-28T05:11:53.694" v="43304" actId="108"/>
          <ac:spMkLst>
            <pc:docMk/>
            <pc:sldMk cId="1630047138" sldId="275"/>
            <ac:spMk id="95" creationId="{1006B6B2-5B7F-062B-35BC-F2A405CA7FFC}"/>
          </ac:spMkLst>
        </pc:spChg>
        <pc:spChg chg="mod">
          <ac:chgData name="Freda Shi" userId="e3bafef1-15f2-4eeb-acbe-fa674bab7991" providerId="ADAL" clId="{9555FC65-5A8C-4EE8-9D5B-8283D7A0923C}" dt="2026-01-28T05:11:53.695" v="43305" actId="108"/>
          <ac:spMkLst>
            <pc:docMk/>
            <pc:sldMk cId="1630047138" sldId="275"/>
            <ac:spMk id="96" creationId="{AB8D40B2-7506-B207-D4F7-D0B931E23DB6}"/>
          </ac:spMkLst>
        </pc:spChg>
        <pc:spChg chg="mod">
          <ac:chgData name="Freda Shi" userId="e3bafef1-15f2-4eeb-acbe-fa674bab7991" providerId="ADAL" clId="{9555FC65-5A8C-4EE8-9D5B-8283D7A0923C}" dt="2026-01-28T05:11:53.695" v="43306" actId="108"/>
          <ac:spMkLst>
            <pc:docMk/>
            <pc:sldMk cId="1630047138" sldId="275"/>
            <ac:spMk id="97" creationId="{3F07D191-FD7E-3D3D-96A4-E31660622322}"/>
          </ac:spMkLst>
        </pc:spChg>
        <pc:spChg chg="mod">
          <ac:chgData name="Freda Shi" userId="e3bafef1-15f2-4eeb-acbe-fa674bab7991" providerId="ADAL" clId="{9555FC65-5A8C-4EE8-9D5B-8283D7A0923C}" dt="2026-01-28T05:11:53.696" v="43307" actId="108"/>
          <ac:spMkLst>
            <pc:docMk/>
            <pc:sldMk cId="1630047138" sldId="275"/>
            <ac:spMk id="98" creationId="{3077A2A2-D548-8826-05E0-1C7C02839581}"/>
          </ac:spMkLst>
        </pc:spChg>
        <pc:spChg chg="mod">
          <ac:chgData name="Freda Shi" userId="e3bafef1-15f2-4eeb-acbe-fa674bab7991" providerId="ADAL" clId="{9555FC65-5A8C-4EE8-9D5B-8283D7A0923C}" dt="2026-01-28T05:11:53.696" v="43308" actId="108"/>
          <ac:spMkLst>
            <pc:docMk/>
            <pc:sldMk cId="1630047138" sldId="275"/>
            <ac:spMk id="99" creationId="{142C47E0-987F-A9C6-01BA-0822F324417D}"/>
          </ac:spMkLst>
        </pc:spChg>
        <pc:spChg chg="mod">
          <ac:chgData name="Freda Shi" userId="e3bafef1-15f2-4eeb-acbe-fa674bab7991" providerId="ADAL" clId="{9555FC65-5A8C-4EE8-9D5B-8283D7A0923C}" dt="2026-01-28T05:11:53.696" v="43309" actId="108"/>
          <ac:spMkLst>
            <pc:docMk/>
            <pc:sldMk cId="1630047138" sldId="275"/>
            <ac:spMk id="100" creationId="{AEDC0BF9-D8AE-ADEE-98BC-82A80868105D}"/>
          </ac:spMkLst>
        </pc:spChg>
        <pc:spChg chg="mod">
          <ac:chgData name="Freda Shi" userId="e3bafef1-15f2-4eeb-acbe-fa674bab7991" providerId="ADAL" clId="{9555FC65-5A8C-4EE8-9D5B-8283D7A0923C}" dt="2026-01-28T05:11:53.697" v="43310" actId="108"/>
          <ac:spMkLst>
            <pc:docMk/>
            <pc:sldMk cId="1630047138" sldId="275"/>
            <ac:spMk id="101" creationId="{D5C58713-114E-E63C-FDDE-6F84E5A0B319}"/>
          </ac:spMkLst>
        </pc:spChg>
        <pc:spChg chg="mod">
          <ac:chgData name="Freda Shi" userId="e3bafef1-15f2-4eeb-acbe-fa674bab7991" providerId="ADAL" clId="{9555FC65-5A8C-4EE8-9D5B-8283D7A0923C}" dt="2026-01-28T05:11:53.697" v="43311" actId="108"/>
          <ac:spMkLst>
            <pc:docMk/>
            <pc:sldMk cId="1630047138" sldId="275"/>
            <ac:spMk id="102" creationId="{77347AF0-796B-CFAC-08F8-A4F6E9DA6D39}"/>
          </ac:spMkLst>
        </pc:spChg>
        <pc:spChg chg="mod">
          <ac:chgData name="Freda Shi" userId="e3bafef1-15f2-4eeb-acbe-fa674bab7991" providerId="ADAL" clId="{9555FC65-5A8C-4EE8-9D5B-8283D7A0923C}" dt="2026-01-28T05:11:53.698" v="43312" actId="108"/>
          <ac:spMkLst>
            <pc:docMk/>
            <pc:sldMk cId="1630047138" sldId="275"/>
            <ac:spMk id="103" creationId="{49776F06-3EC1-0E19-FDE6-1F67A146C40A}"/>
          </ac:spMkLst>
        </pc:spChg>
        <pc:spChg chg="mod">
          <ac:chgData name="Freda Shi" userId="e3bafef1-15f2-4eeb-acbe-fa674bab7991" providerId="ADAL" clId="{9555FC65-5A8C-4EE8-9D5B-8283D7A0923C}" dt="2026-01-28T05:11:53.698" v="43313" actId="108"/>
          <ac:spMkLst>
            <pc:docMk/>
            <pc:sldMk cId="1630047138" sldId="275"/>
            <ac:spMk id="104" creationId="{7BE20F15-F3D6-1EC0-EDE1-D6CFB97AC704}"/>
          </ac:spMkLst>
        </pc:spChg>
        <pc:spChg chg="mod">
          <ac:chgData name="Freda Shi" userId="e3bafef1-15f2-4eeb-acbe-fa674bab7991" providerId="ADAL" clId="{9555FC65-5A8C-4EE8-9D5B-8283D7A0923C}" dt="2026-01-28T05:11:53.699" v="43314" actId="108"/>
          <ac:spMkLst>
            <pc:docMk/>
            <pc:sldMk cId="1630047138" sldId="275"/>
            <ac:spMk id="105" creationId="{5A615611-AB37-4490-85AA-4BC7ECB0C2E4}"/>
          </ac:spMkLst>
        </pc:spChg>
        <pc:spChg chg="mod">
          <ac:chgData name="Freda Shi" userId="e3bafef1-15f2-4eeb-acbe-fa674bab7991" providerId="ADAL" clId="{9555FC65-5A8C-4EE8-9D5B-8283D7A0923C}" dt="2026-01-28T05:11:53.699" v="43315" actId="108"/>
          <ac:spMkLst>
            <pc:docMk/>
            <pc:sldMk cId="1630047138" sldId="275"/>
            <ac:spMk id="106" creationId="{006F1AD4-0306-BF96-242C-296229EB39F1}"/>
          </ac:spMkLst>
        </pc:spChg>
        <pc:spChg chg="mod">
          <ac:chgData name="Freda Shi" userId="e3bafef1-15f2-4eeb-acbe-fa674bab7991" providerId="ADAL" clId="{9555FC65-5A8C-4EE8-9D5B-8283D7A0923C}" dt="2026-01-28T05:11:53.700" v="43316" actId="108"/>
          <ac:spMkLst>
            <pc:docMk/>
            <pc:sldMk cId="1630047138" sldId="275"/>
            <ac:spMk id="107" creationId="{A3DB95BF-39DF-7D4B-94C6-7C3640683496}"/>
          </ac:spMkLst>
        </pc:spChg>
        <pc:spChg chg="mod">
          <ac:chgData name="Freda Shi" userId="e3bafef1-15f2-4eeb-acbe-fa674bab7991" providerId="ADAL" clId="{9555FC65-5A8C-4EE8-9D5B-8283D7A0923C}" dt="2026-01-28T05:11:53.700" v="43317" actId="108"/>
          <ac:spMkLst>
            <pc:docMk/>
            <pc:sldMk cId="1630047138" sldId="275"/>
            <ac:spMk id="108" creationId="{11955673-FF6B-8912-1A34-0BFB5B082C24}"/>
          </ac:spMkLst>
        </pc:spChg>
        <pc:spChg chg="mod">
          <ac:chgData name="Freda Shi" userId="e3bafef1-15f2-4eeb-acbe-fa674bab7991" providerId="ADAL" clId="{9555FC65-5A8C-4EE8-9D5B-8283D7A0923C}" dt="2026-01-28T05:11:53.701" v="43318" actId="108"/>
          <ac:spMkLst>
            <pc:docMk/>
            <pc:sldMk cId="1630047138" sldId="275"/>
            <ac:spMk id="109" creationId="{1BD5735E-3B75-5F24-08BE-6ABCBE8D2E46}"/>
          </ac:spMkLst>
        </pc:spChg>
        <pc:spChg chg="mod">
          <ac:chgData name="Freda Shi" userId="e3bafef1-15f2-4eeb-acbe-fa674bab7991" providerId="ADAL" clId="{9555FC65-5A8C-4EE8-9D5B-8283D7A0923C}" dt="2026-01-28T05:11:53.701" v="43319" actId="108"/>
          <ac:spMkLst>
            <pc:docMk/>
            <pc:sldMk cId="1630047138" sldId="275"/>
            <ac:spMk id="110" creationId="{C2C251AC-E002-4B15-9851-944350772257}"/>
          </ac:spMkLst>
        </pc:spChg>
        <pc:spChg chg="mod">
          <ac:chgData name="Freda Shi" userId="e3bafef1-15f2-4eeb-acbe-fa674bab7991" providerId="ADAL" clId="{9555FC65-5A8C-4EE8-9D5B-8283D7A0923C}" dt="2026-01-28T05:11:53.701" v="43320" actId="108"/>
          <ac:spMkLst>
            <pc:docMk/>
            <pc:sldMk cId="1630047138" sldId="275"/>
            <ac:spMk id="111" creationId="{1CB7A588-7860-6D4B-BB60-0346279BA1C0}"/>
          </ac:spMkLst>
        </pc:spChg>
        <pc:spChg chg="mod">
          <ac:chgData name="Freda Shi" userId="e3bafef1-15f2-4eeb-acbe-fa674bab7991" providerId="ADAL" clId="{9555FC65-5A8C-4EE8-9D5B-8283D7A0923C}" dt="2026-01-28T05:11:53.703" v="43321" actId="108"/>
          <ac:spMkLst>
            <pc:docMk/>
            <pc:sldMk cId="1630047138" sldId="275"/>
            <ac:spMk id="112" creationId="{9C55B661-BEFB-5F97-2916-874A1EEADB46}"/>
          </ac:spMkLst>
        </pc:spChg>
        <pc:spChg chg="mod">
          <ac:chgData name="Freda Shi" userId="e3bafef1-15f2-4eeb-acbe-fa674bab7991" providerId="ADAL" clId="{9555FC65-5A8C-4EE8-9D5B-8283D7A0923C}" dt="2026-01-28T05:11:53.703" v="43322" actId="108"/>
          <ac:spMkLst>
            <pc:docMk/>
            <pc:sldMk cId="1630047138" sldId="275"/>
            <ac:spMk id="113" creationId="{58516FE5-0165-486A-D1A6-31DE4674B9F1}"/>
          </ac:spMkLst>
        </pc:spChg>
        <pc:spChg chg="mod">
          <ac:chgData name="Freda Shi" userId="e3bafef1-15f2-4eeb-acbe-fa674bab7991" providerId="ADAL" clId="{9555FC65-5A8C-4EE8-9D5B-8283D7A0923C}" dt="2026-01-28T05:11:53.703" v="43323" actId="108"/>
          <ac:spMkLst>
            <pc:docMk/>
            <pc:sldMk cId="1630047138" sldId="275"/>
            <ac:spMk id="114" creationId="{8980EF7A-9369-70E7-88C8-C7BFDF681FC0}"/>
          </ac:spMkLst>
        </pc:spChg>
        <pc:spChg chg="mod">
          <ac:chgData name="Freda Shi" userId="e3bafef1-15f2-4eeb-acbe-fa674bab7991" providerId="ADAL" clId="{9555FC65-5A8C-4EE8-9D5B-8283D7A0923C}" dt="2026-01-28T05:11:53.704" v="43324" actId="108"/>
          <ac:spMkLst>
            <pc:docMk/>
            <pc:sldMk cId="1630047138" sldId="275"/>
            <ac:spMk id="115" creationId="{57F16BFE-35C4-3B9C-0EFF-B908E2622FFE}"/>
          </ac:spMkLst>
        </pc:spChg>
        <pc:spChg chg="mod">
          <ac:chgData name="Freda Shi" userId="e3bafef1-15f2-4eeb-acbe-fa674bab7991" providerId="ADAL" clId="{9555FC65-5A8C-4EE8-9D5B-8283D7A0923C}" dt="2026-01-28T05:11:53.704" v="43325" actId="108"/>
          <ac:spMkLst>
            <pc:docMk/>
            <pc:sldMk cId="1630047138" sldId="275"/>
            <ac:spMk id="116" creationId="{0C5B4A1A-1E14-6C8D-434D-6244CA57A1A7}"/>
          </ac:spMkLst>
        </pc:spChg>
        <pc:spChg chg="mod">
          <ac:chgData name="Freda Shi" userId="e3bafef1-15f2-4eeb-acbe-fa674bab7991" providerId="ADAL" clId="{9555FC65-5A8C-4EE8-9D5B-8283D7A0923C}" dt="2026-01-28T05:11:53.705" v="43326" actId="108"/>
          <ac:spMkLst>
            <pc:docMk/>
            <pc:sldMk cId="1630047138" sldId="275"/>
            <ac:spMk id="117" creationId="{C8B05A5F-7512-90F7-6FC2-D6352D5C2928}"/>
          </ac:spMkLst>
        </pc:spChg>
        <pc:spChg chg="mod">
          <ac:chgData name="Freda Shi" userId="e3bafef1-15f2-4eeb-acbe-fa674bab7991" providerId="ADAL" clId="{9555FC65-5A8C-4EE8-9D5B-8283D7A0923C}" dt="2026-01-28T05:11:53.705" v="43327" actId="108"/>
          <ac:spMkLst>
            <pc:docMk/>
            <pc:sldMk cId="1630047138" sldId="275"/>
            <ac:spMk id="118" creationId="{43C4ECD3-1ED0-2CB9-7850-67911A0F2236}"/>
          </ac:spMkLst>
        </pc:spChg>
        <pc:spChg chg="mod">
          <ac:chgData name="Freda Shi" userId="e3bafef1-15f2-4eeb-acbe-fa674bab7991" providerId="ADAL" clId="{9555FC65-5A8C-4EE8-9D5B-8283D7A0923C}" dt="2026-01-28T05:11:53.706" v="43328" actId="108"/>
          <ac:spMkLst>
            <pc:docMk/>
            <pc:sldMk cId="1630047138" sldId="275"/>
            <ac:spMk id="119" creationId="{81F49356-85AA-0E20-B329-4CDEC88D62DC}"/>
          </ac:spMkLst>
        </pc:spChg>
        <pc:spChg chg="mod">
          <ac:chgData name="Freda Shi" userId="e3bafef1-15f2-4eeb-acbe-fa674bab7991" providerId="ADAL" clId="{9555FC65-5A8C-4EE8-9D5B-8283D7A0923C}" dt="2026-01-28T05:11:53.706" v="43329" actId="108"/>
          <ac:spMkLst>
            <pc:docMk/>
            <pc:sldMk cId="1630047138" sldId="275"/>
            <ac:spMk id="120" creationId="{1F9DA84B-D899-9029-DE89-D05405129303}"/>
          </ac:spMkLst>
        </pc:spChg>
        <pc:spChg chg="mod">
          <ac:chgData name="Freda Shi" userId="e3bafef1-15f2-4eeb-acbe-fa674bab7991" providerId="ADAL" clId="{9555FC65-5A8C-4EE8-9D5B-8283D7A0923C}" dt="2026-01-28T05:11:53.706" v="43330" actId="108"/>
          <ac:spMkLst>
            <pc:docMk/>
            <pc:sldMk cId="1630047138" sldId="275"/>
            <ac:spMk id="121" creationId="{548F0F9D-F305-0737-C445-5BE9184D8CA1}"/>
          </ac:spMkLst>
        </pc:spChg>
        <pc:spChg chg="mod">
          <ac:chgData name="Freda Shi" userId="e3bafef1-15f2-4eeb-acbe-fa674bab7991" providerId="ADAL" clId="{9555FC65-5A8C-4EE8-9D5B-8283D7A0923C}" dt="2026-01-28T05:11:53.707" v="43331" actId="108"/>
          <ac:spMkLst>
            <pc:docMk/>
            <pc:sldMk cId="1630047138" sldId="275"/>
            <ac:spMk id="122" creationId="{49F10680-AE4B-ED30-03F1-5C8FA8112E57}"/>
          </ac:spMkLst>
        </pc:spChg>
        <pc:spChg chg="mod">
          <ac:chgData name="Freda Shi" userId="e3bafef1-15f2-4eeb-acbe-fa674bab7991" providerId="ADAL" clId="{9555FC65-5A8C-4EE8-9D5B-8283D7A0923C}" dt="2026-01-28T05:11:53.707" v="43332" actId="108"/>
          <ac:spMkLst>
            <pc:docMk/>
            <pc:sldMk cId="1630047138" sldId="275"/>
            <ac:spMk id="123" creationId="{164DF2CF-EC28-9AE0-4609-2C9A8A77A810}"/>
          </ac:spMkLst>
        </pc:spChg>
        <pc:grpChg chg="mod">
          <ac:chgData name="Freda Shi" userId="e3bafef1-15f2-4eeb-acbe-fa674bab7991" providerId="ADAL" clId="{9555FC65-5A8C-4EE8-9D5B-8283D7A0923C}" dt="2026-01-28T05:09:05.896" v="43115" actId="1036"/>
          <ac:grpSpMkLst>
            <pc:docMk/>
            <pc:sldMk cId="1630047138" sldId="275"/>
            <ac:grpSpMk id="5" creationId="{E8717199-99AC-BE20-F6F4-217858C35089}"/>
          </ac:grpSpMkLst>
        </pc:grpChg>
        <pc:grpChg chg="del mod">
          <ac:chgData name="Freda Shi" userId="e3bafef1-15f2-4eeb-acbe-fa674bab7991" providerId="ADAL" clId="{9555FC65-5A8C-4EE8-9D5B-8283D7A0923C}" dt="2026-01-28T05:11:53.673" v="43264" actId="478"/>
          <ac:grpSpMkLst>
            <pc:docMk/>
            <pc:sldMk cId="1630047138" sldId="275"/>
            <ac:grpSpMk id="29" creationId="{F1E36B1C-4B8A-537F-86D0-B375DC91CA8B}"/>
          </ac:grpSpMkLst>
        </pc:grpChg>
        <pc:grpChg chg="mod ord">
          <ac:chgData name="Freda Shi" userId="e3bafef1-15f2-4eeb-acbe-fa674bab7991" providerId="ADAL" clId="{9555FC65-5A8C-4EE8-9D5B-8283D7A0923C}" dt="2026-01-28T05:13:23.492" v="43474" actId="1035"/>
          <ac:grpSpMkLst>
            <pc:docMk/>
            <pc:sldMk cId="1630047138" sldId="275"/>
            <ac:grpSpMk id="124" creationId="{F843CAEE-DF1A-F70F-7CF6-ADE17CC6DA65}"/>
          </ac:grpSpMkLst>
        </pc:grpChg>
        <pc:grpChg chg="del">
          <ac:chgData name="Freda Shi" userId="e3bafef1-15f2-4eeb-acbe-fa674bab7991" providerId="ADAL" clId="{9555FC65-5A8C-4EE8-9D5B-8283D7A0923C}" dt="2026-01-28T05:11:53.709" v="43334" actId="478"/>
          <ac:grpSpMkLst>
            <pc:docMk/>
            <pc:sldMk cId="1630047138" sldId="275"/>
            <ac:grpSpMk id="125" creationId="{6776DB18-62EB-E403-B615-6109DDD7C584}"/>
          </ac:grpSpMkLst>
        </pc:grpChg>
        <pc:grpChg chg="mod">
          <ac:chgData name="Freda Shi" userId="e3bafef1-15f2-4eeb-acbe-fa674bab7991" providerId="ADAL" clId="{9555FC65-5A8C-4EE8-9D5B-8283D7A0923C}" dt="2026-01-28T05:12:28.139" v="43437" actId="1036"/>
          <ac:grpSpMkLst>
            <pc:docMk/>
            <pc:sldMk cId="1630047138" sldId="275"/>
            <ac:grpSpMk id="169" creationId="{DDCB3646-A2C4-7476-5D72-C5B3786DB715}"/>
          </ac:grpSpMkLst>
        </pc:grpChg>
        <pc:picChg chg="mod">
          <ac:chgData name="Freda Shi" userId="e3bafef1-15f2-4eeb-acbe-fa674bab7991" providerId="ADAL" clId="{9555FC65-5A8C-4EE8-9D5B-8283D7A0923C}" dt="2026-01-28T05:11:53.538" v="43237" actId="14100"/>
          <ac:picMkLst>
            <pc:docMk/>
            <pc:sldMk cId="1630047138" sldId="275"/>
            <ac:picMk id="54" creationId="{AEC0E347-C57D-AA0F-1F59-98F0E2B073EA}"/>
          </ac:picMkLst>
        </pc:picChg>
        <pc:picChg chg="mod">
          <ac:chgData name="Freda Shi" userId="e3bafef1-15f2-4eeb-acbe-fa674bab7991" providerId="ADAL" clId="{9555FC65-5A8C-4EE8-9D5B-8283D7A0923C}" dt="2026-01-28T05:12:21.496" v="43385" actId="14100"/>
          <ac:picMkLst>
            <pc:docMk/>
            <pc:sldMk cId="1630047138" sldId="275"/>
            <ac:picMk id="150" creationId="{4C578A77-B42C-8D17-BF27-FF909C96421E}"/>
          </ac:picMkLst>
        </pc:picChg>
      </pc:sldChg>
      <pc:sldChg chg="addSp delSp modSp add mod modAnim">
        <pc:chgData name="Freda Shi" userId="e3bafef1-15f2-4eeb-acbe-fa674bab7991" providerId="ADAL" clId="{9555FC65-5A8C-4EE8-9D5B-8283D7A0923C}" dt="2026-01-28T15:28:54.664" v="48678" actId="20577"/>
        <pc:sldMkLst>
          <pc:docMk/>
          <pc:sldMk cId="1630591876" sldId="276"/>
        </pc:sldMkLst>
        <pc:spChg chg="mod">
          <ac:chgData name="Freda Shi" userId="e3bafef1-15f2-4eeb-acbe-fa674bab7991" providerId="ADAL" clId="{9555FC65-5A8C-4EE8-9D5B-8283D7A0923C}" dt="2026-01-28T15:28:54.664" v="48678" actId="20577"/>
          <ac:spMkLst>
            <pc:docMk/>
            <pc:sldMk cId="1630591876" sldId="276"/>
            <ac:spMk id="2" creationId="{E22E5018-00F9-9FF0-C4FD-ADA775CB4610}"/>
          </ac:spMkLst>
        </pc:spChg>
        <pc:spChg chg="del mod">
          <ac:chgData name="Freda Shi" userId="e3bafef1-15f2-4eeb-acbe-fa674bab7991" providerId="ADAL" clId="{9555FC65-5A8C-4EE8-9D5B-8283D7A0923C}" dt="2026-01-28T05:16:17.824" v="43624"/>
          <ac:spMkLst>
            <pc:docMk/>
            <pc:sldMk cId="1630591876" sldId="276"/>
            <ac:spMk id="3" creationId="{58B9E532-C540-702D-4510-B796466233D8}"/>
          </ac:spMkLst>
        </pc:spChg>
        <pc:grpChg chg="del">
          <ac:chgData name="Freda Shi" userId="e3bafef1-15f2-4eeb-acbe-fa674bab7991" providerId="ADAL" clId="{9555FC65-5A8C-4EE8-9D5B-8283D7A0923C}" dt="2026-01-28T05:15:44.916" v="43542" actId="478"/>
          <ac:grpSpMkLst>
            <pc:docMk/>
            <pc:sldMk cId="1630591876" sldId="276"/>
            <ac:grpSpMk id="5" creationId="{2142CC82-62BA-3132-220C-9C5E23DC2224}"/>
          </ac:grpSpMkLst>
        </pc:grpChg>
        <pc:grpChg chg="mod">
          <ac:chgData name="Freda Shi" userId="e3bafef1-15f2-4eeb-acbe-fa674bab7991" providerId="ADAL" clId="{9555FC65-5A8C-4EE8-9D5B-8283D7A0923C}" dt="2026-01-28T05:17:04.819" v="43667" actId="1036"/>
          <ac:grpSpMkLst>
            <pc:docMk/>
            <pc:sldMk cId="1630591876" sldId="276"/>
            <ac:grpSpMk id="124" creationId="{DFC8DB4B-FA79-3DAA-9B09-98FA00D69813}"/>
          </ac:grpSpMkLst>
        </pc:grpChg>
        <pc:grpChg chg="del">
          <ac:chgData name="Freda Shi" userId="e3bafef1-15f2-4eeb-acbe-fa674bab7991" providerId="ADAL" clId="{9555FC65-5A8C-4EE8-9D5B-8283D7A0923C}" dt="2026-01-28T05:15:44.916" v="43542" actId="478"/>
          <ac:grpSpMkLst>
            <pc:docMk/>
            <pc:sldMk cId="1630591876" sldId="276"/>
            <ac:grpSpMk id="169" creationId="{9F55F634-F5A8-6BA7-9300-A33C410E33AA}"/>
          </ac:grpSpMkLst>
        </pc:grpChg>
        <pc:picChg chg="add mod">
          <ac:chgData name="Freda Shi" userId="e3bafef1-15f2-4eeb-acbe-fa674bab7991" providerId="ADAL" clId="{9555FC65-5A8C-4EE8-9D5B-8283D7A0923C}" dt="2026-01-28T05:17:04.819" v="43667" actId="1036"/>
          <ac:picMkLst>
            <pc:docMk/>
            <pc:sldMk cId="1630591876" sldId="276"/>
            <ac:picMk id="29" creationId="{C3E0EB05-E7CD-DEFB-45E0-772B70BCD15E}"/>
          </ac:picMkLst>
        </pc:picChg>
      </pc:sldChg>
      <pc:sldChg chg="add del">
        <pc:chgData name="Freda Shi" userId="e3bafef1-15f2-4eeb-acbe-fa674bab7991" providerId="ADAL" clId="{9555FC65-5A8C-4EE8-9D5B-8283D7A0923C}" dt="2026-01-28T05:16:09.410" v="43623"/>
        <pc:sldMkLst>
          <pc:docMk/>
          <pc:sldMk cId="696715095" sldId="277"/>
        </pc:sldMkLst>
      </pc:sldChg>
      <pc:sldChg chg="delSp modSp new mod addAnim delAnim modAnim">
        <pc:chgData name="Freda Shi" userId="e3bafef1-15f2-4eeb-acbe-fa674bab7991" providerId="ADAL" clId="{9555FC65-5A8C-4EE8-9D5B-8283D7A0923C}" dt="2026-01-28T05:23:26.406" v="44472"/>
        <pc:sldMkLst>
          <pc:docMk/>
          <pc:sldMk cId="2628168185" sldId="277"/>
        </pc:sldMkLst>
        <pc:spChg chg="mod">
          <ac:chgData name="Freda Shi" userId="e3bafef1-15f2-4eeb-acbe-fa674bab7991" providerId="ADAL" clId="{9555FC65-5A8C-4EE8-9D5B-8283D7A0923C}" dt="2026-01-28T05:17:26.381" v="43702" actId="20577"/>
          <ac:spMkLst>
            <pc:docMk/>
            <pc:sldMk cId="2628168185" sldId="277"/>
            <ac:spMk id="2" creationId="{86D79BFB-75A3-EC90-7E5F-76EB25A60BA2}"/>
          </ac:spMkLst>
        </pc:spChg>
        <pc:spChg chg="mod">
          <ac:chgData name="Freda Shi" userId="e3bafef1-15f2-4eeb-acbe-fa674bab7991" providerId="ADAL" clId="{9555FC65-5A8C-4EE8-9D5B-8283D7A0923C}" dt="2026-01-28T05:20:42.676" v="44213" actId="5793"/>
          <ac:spMkLst>
            <pc:docMk/>
            <pc:sldMk cId="2628168185" sldId="277"/>
            <ac:spMk id="3" creationId="{31D6B28A-EC70-0032-B1AE-34213C67505F}"/>
          </ac:spMkLst>
        </pc:spChg>
        <pc:spChg chg="del topLvl">
          <ac:chgData name="Freda Shi" userId="e3bafef1-15f2-4eeb-acbe-fa674bab7991" providerId="ADAL" clId="{9555FC65-5A8C-4EE8-9D5B-8283D7A0923C}" dt="2026-01-28T05:22:44.614" v="44316" actId="478"/>
          <ac:spMkLst>
            <pc:docMk/>
            <pc:sldMk cId="2628168185" sldId="277"/>
            <ac:spMk id="8" creationId="{0C11D003-0444-F2C7-0D60-AA038B54500E}"/>
          </ac:spMkLst>
        </pc:spChg>
        <pc:spChg chg="del topLvl">
          <ac:chgData name="Freda Shi" userId="e3bafef1-15f2-4eeb-acbe-fa674bab7991" providerId="ADAL" clId="{9555FC65-5A8C-4EE8-9D5B-8283D7A0923C}" dt="2026-01-28T05:22:44.589" v="44260" actId="478"/>
          <ac:spMkLst>
            <pc:docMk/>
            <pc:sldMk cId="2628168185" sldId="277"/>
            <ac:spMk id="9" creationId="{1342DEA2-2E5D-3F49-1F77-AA92FB5872A7}"/>
          </ac:spMkLst>
        </pc:spChg>
        <pc:spChg chg="del">
          <ac:chgData name="Freda Shi" userId="e3bafef1-15f2-4eeb-acbe-fa674bab7991" providerId="ADAL" clId="{9555FC65-5A8C-4EE8-9D5B-8283D7A0923C}" dt="2026-01-28T05:22:44.588" v="44259" actId="478"/>
          <ac:spMkLst>
            <pc:docMk/>
            <pc:sldMk cId="2628168185" sldId="277"/>
            <ac:spMk id="10" creationId="{862EFCEA-95E9-5BB1-BFC3-5F7D8A487519}"/>
          </ac:spMkLst>
        </pc:spChg>
        <pc:spChg chg="del">
          <ac:chgData name="Freda Shi" userId="e3bafef1-15f2-4eeb-acbe-fa674bab7991" providerId="ADAL" clId="{9555FC65-5A8C-4EE8-9D5B-8283D7A0923C}" dt="2026-01-28T05:22:44.587" v="44258" actId="478"/>
          <ac:spMkLst>
            <pc:docMk/>
            <pc:sldMk cId="2628168185" sldId="277"/>
            <ac:spMk id="11" creationId="{03D1FEF4-8857-BF09-7E5A-F837197BB78E}"/>
          </ac:spMkLst>
        </pc:spChg>
        <pc:spChg chg="del">
          <ac:chgData name="Freda Shi" userId="e3bafef1-15f2-4eeb-acbe-fa674bab7991" providerId="ADAL" clId="{9555FC65-5A8C-4EE8-9D5B-8283D7A0923C}" dt="2026-01-28T05:22:44.586" v="44257" actId="478"/>
          <ac:spMkLst>
            <pc:docMk/>
            <pc:sldMk cId="2628168185" sldId="277"/>
            <ac:spMk id="12" creationId="{2EF31517-4CD7-9C99-6889-2420308C6284}"/>
          </ac:spMkLst>
        </pc:spChg>
        <pc:spChg chg="del">
          <ac:chgData name="Freda Shi" userId="e3bafef1-15f2-4eeb-acbe-fa674bab7991" providerId="ADAL" clId="{9555FC65-5A8C-4EE8-9D5B-8283D7A0923C}" dt="2026-01-28T05:22:44.585" v="44256" actId="478"/>
          <ac:spMkLst>
            <pc:docMk/>
            <pc:sldMk cId="2628168185" sldId="277"/>
            <ac:spMk id="13" creationId="{E5DBAAFD-8705-14C1-D1B1-4372FAE75249}"/>
          </ac:spMkLst>
        </pc:spChg>
        <pc:spChg chg="del">
          <ac:chgData name="Freda Shi" userId="e3bafef1-15f2-4eeb-acbe-fa674bab7991" providerId="ADAL" clId="{9555FC65-5A8C-4EE8-9D5B-8283D7A0923C}" dt="2026-01-28T05:22:44.585" v="44255" actId="478"/>
          <ac:spMkLst>
            <pc:docMk/>
            <pc:sldMk cId="2628168185" sldId="277"/>
            <ac:spMk id="14" creationId="{7B21A230-60A6-28E2-5442-E1B7AB289935}"/>
          </ac:spMkLst>
        </pc:spChg>
        <pc:spChg chg="del">
          <ac:chgData name="Freda Shi" userId="e3bafef1-15f2-4eeb-acbe-fa674bab7991" providerId="ADAL" clId="{9555FC65-5A8C-4EE8-9D5B-8283D7A0923C}" dt="2026-01-28T05:22:44.584" v="44254" actId="478"/>
          <ac:spMkLst>
            <pc:docMk/>
            <pc:sldMk cId="2628168185" sldId="277"/>
            <ac:spMk id="15" creationId="{AE22110A-3D4E-0582-FE4E-9A490BCAD94D}"/>
          </ac:spMkLst>
        </pc:spChg>
        <pc:spChg chg="del">
          <ac:chgData name="Freda Shi" userId="e3bafef1-15f2-4eeb-acbe-fa674bab7991" providerId="ADAL" clId="{9555FC65-5A8C-4EE8-9D5B-8283D7A0923C}" dt="2026-01-28T05:22:44.583" v="44253" actId="478"/>
          <ac:spMkLst>
            <pc:docMk/>
            <pc:sldMk cId="2628168185" sldId="277"/>
            <ac:spMk id="16" creationId="{D479944D-F543-013D-A639-6B91647DE8B4}"/>
          </ac:spMkLst>
        </pc:spChg>
        <pc:spChg chg="del">
          <ac:chgData name="Freda Shi" userId="e3bafef1-15f2-4eeb-acbe-fa674bab7991" providerId="ADAL" clId="{9555FC65-5A8C-4EE8-9D5B-8283D7A0923C}" dt="2026-01-28T05:22:44.583" v="44252" actId="478"/>
          <ac:spMkLst>
            <pc:docMk/>
            <pc:sldMk cId="2628168185" sldId="277"/>
            <ac:spMk id="17" creationId="{85EA356C-A41A-1284-1283-4E3294D5AB76}"/>
          </ac:spMkLst>
        </pc:spChg>
        <pc:spChg chg="del">
          <ac:chgData name="Freda Shi" userId="e3bafef1-15f2-4eeb-acbe-fa674bab7991" providerId="ADAL" clId="{9555FC65-5A8C-4EE8-9D5B-8283D7A0923C}" dt="2026-01-28T05:22:44.582" v="44251" actId="478"/>
          <ac:spMkLst>
            <pc:docMk/>
            <pc:sldMk cId="2628168185" sldId="277"/>
            <ac:spMk id="18" creationId="{D5809366-B525-E070-3767-B46EC724200D}"/>
          </ac:spMkLst>
        </pc:spChg>
        <pc:spChg chg="del">
          <ac:chgData name="Freda Shi" userId="e3bafef1-15f2-4eeb-acbe-fa674bab7991" providerId="ADAL" clId="{9555FC65-5A8C-4EE8-9D5B-8283D7A0923C}" dt="2026-01-28T05:22:44.582" v="44250" actId="478"/>
          <ac:spMkLst>
            <pc:docMk/>
            <pc:sldMk cId="2628168185" sldId="277"/>
            <ac:spMk id="19" creationId="{2CE469AE-9109-FC32-25E9-4C6906F37334}"/>
          </ac:spMkLst>
        </pc:spChg>
        <pc:spChg chg="del">
          <ac:chgData name="Freda Shi" userId="e3bafef1-15f2-4eeb-acbe-fa674bab7991" providerId="ADAL" clId="{9555FC65-5A8C-4EE8-9D5B-8283D7A0923C}" dt="2026-01-28T05:22:44.581" v="44249" actId="478"/>
          <ac:spMkLst>
            <pc:docMk/>
            <pc:sldMk cId="2628168185" sldId="277"/>
            <ac:spMk id="20" creationId="{766F4886-40E7-9786-3D01-9E42B6785102}"/>
          </ac:spMkLst>
        </pc:spChg>
        <pc:spChg chg="del">
          <ac:chgData name="Freda Shi" userId="e3bafef1-15f2-4eeb-acbe-fa674bab7991" providerId="ADAL" clId="{9555FC65-5A8C-4EE8-9D5B-8283D7A0923C}" dt="2026-01-28T05:22:44.580" v="44248" actId="478"/>
          <ac:spMkLst>
            <pc:docMk/>
            <pc:sldMk cId="2628168185" sldId="277"/>
            <ac:spMk id="21" creationId="{11000533-B302-D05D-1EB1-A43CF401F05F}"/>
          </ac:spMkLst>
        </pc:spChg>
        <pc:spChg chg="del">
          <ac:chgData name="Freda Shi" userId="e3bafef1-15f2-4eeb-acbe-fa674bab7991" providerId="ADAL" clId="{9555FC65-5A8C-4EE8-9D5B-8283D7A0923C}" dt="2026-01-28T05:22:44.580" v="44247" actId="478"/>
          <ac:spMkLst>
            <pc:docMk/>
            <pc:sldMk cId="2628168185" sldId="277"/>
            <ac:spMk id="22" creationId="{6B04E675-5F55-5C64-D58B-13E10DEA2AB4}"/>
          </ac:spMkLst>
        </pc:spChg>
        <pc:spChg chg="del">
          <ac:chgData name="Freda Shi" userId="e3bafef1-15f2-4eeb-acbe-fa674bab7991" providerId="ADAL" clId="{9555FC65-5A8C-4EE8-9D5B-8283D7A0923C}" dt="2026-01-28T05:22:44.579" v="44246" actId="478"/>
          <ac:spMkLst>
            <pc:docMk/>
            <pc:sldMk cId="2628168185" sldId="277"/>
            <ac:spMk id="23" creationId="{3FF884A5-9B0B-AC49-D698-067FBCA0140A}"/>
          </ac:spMkLst>
        </pc:spChg>
        <pc:spChg chg="del">
          <ac:chgData name="Freda Shi" userId="e3bafef1-15f2-4eeb-acbe-fa674bab7991" providerId="ADAL" clId="{9555FC65-5A8C-4EE8-9D5B-8283D7A0923C}" dt="2026-01-28T05:22:44.578" v="44245" actId="478"/>
          <ac:spMkLst>
            <pc:docMk/>
            <pc:sldMk cId="2628168185" sldId="277"/>
            <ac:spMk id="24" creationId="{B187F048-C462-011F-4385-46ECF5183198}"/>
          </ac:spMkLst>
        </pc:spChg>
        <pc:spChg chg="del">
          <ac:chgData name="Freda Shi" userId="e3bafef1-15f2-4eeb-acbe-fa674bab7991" providerId="ADAL" clId="{9555FC65-5A8C-4EE8-9D5B-8283D7A0923C}" dt="2026-01-28T05:22:44.577" v="44244" actId="478"/>
          <ac:spMkLst>
            <pc:docMk/>
            <pc:sldMk cId="2628168185" sldId="277"/>
            <ac:spMk id="25" creationId="{337542DA-16F3-FA36-3307-2C105510F2C5}"/>
          </ac:spMkLst>
        </pc:spChg>
        <pc:spChg chg="del">
          <ac:chgData name="Freda Shi" userId="e3bafef1-15f2-4eeb-acbe-fa674bab7991" providerId="ADAL" clId="{9555FC65-5A8C-4EE8-9D5B-8283D7A0923C}" dt="2026-01-28T05:22:44.577" v="44243" actId="478"/>
          <ac:spMkLst>
            <pc:docMk/>
            <pc:sldMk cId="2628168185" sldId="277"/>
            <ac:spMk id="26" creationId="{AEAC4DAC-3569-9538-C9CF-2B4CB95CCDCA}"/>
          </ac:spMkLst>
        </pc:spChg>
        <pc:spChg chg="del">
          <ac:chgData name="Freda Shi" userId="e3bafef1-15f2-4eeb-acbe-fa674bab7991" providerId="ADAL" clId="{9555FC65-5A8C-4EE8-9D5B-8283D7A0923C}" dt="2026-01-28T05:22:44.576" v="44242" actId="478"/>
          <ac:spMkLst>
            <pc:docMk/>
            <pc:sldMk cId="2628168185" sldId="277"/>
            <ac:spMk id="27" creationId="{5D452695-F01B-806A-5ED0-F2033A311EF9}"/>
          </ac:spMkLst>
        </pc:spChg>
        <pc:spChg chg="del">
          <ac:chgData name="Freda Shi" userId="e3bafef1-15f2-4eeb-acbe-fa674bab7991" providerId="ADAL" clId="{9555FC65-5A8C-4EE8-9D5B-8283D7A0923C}" dt="2026-01-28T05:22:44.575" v="44241" actId="478"/>
          <ac:spMkLst>
            <pc:docMk/>
            <pc:sldMk cId="2628168185" sldId="277"/>
            <ac:spMk id="28" creationId="{7D834F1C-7C9F-4D9A-7016-55986CC50DC7}"/>
          </ac:spMkLst>
        </pc:spChg>
        <pc:spChg chg="del">
          <ac:chgData name="Freda Shi" userId="e3bafef1-15f2-4eeb-acbe-fa674bab7991" providerId="ADAL" clId="{9555FC65-5A8C-4EE8-9D5B-8283D7A0923C}" dt="2026-01-28T05:22:44.574" v="44240" actId="478"/>
          <ac:spMkLst>
            <pc:docMk/>
            <pc:sldMk cId="2628168185" sldId="277"/>
            <ac:spMk id="29" creationId="{B89CB0DD-77BB-CF00-8A93-8B59A6EAF30D}"/>
          </ac:spMkLst>
        </pc:spChg>
        <pc:spChg chg="del">
          <ac:chgData name="Freda Shi" userId="e3bafef1-15f2-4eeb-acbe-fa674bab7991" providerId="ADAL" clId="{9555FC65-5A8C-4EE8-9D5B-8283D7A0923C}" dt="2026-01-28T05:22:44.574" v="44239" actId="478"/>
          <ac:spMkLst>
            <pc:docMk/>
            <pc:sldMk cId="2628168185" sldId="277"/>
            <ac:spMk id="30" creationId="{7A41FC23-97DA-FFBC-0538-322D1C4B9371}"/>
          </ac:spMkLst>
        </pc:spChg>
        <pc:spChg chg="del">
          <ac:chgData name="Freda Shi" userId="e3bafef1-15f2-4eeb-acbe-fa674bab7991" providerId="ADAL" clId="{9555FC65-5A8C-4EE8-9D5B-8283D7A0923C}" dt="2026-01-28T05:22:44.573" v="44238" actId="478"/>
          <ac:spMkLst>
            <pc:docMk/>
            <pc:sldMk cId="2628168185" sldId="277"/>
            <ac:spMk id="31" creationId="{7355274E-6032-55BA-623A-B9FF009FE1B7}"/>
          </ac:spMkLst>
        </pc:spChg>
        <pc:spChg chg="del">
          <ac:chgData name="Freda Shi" userId="e3bafef1-15f2-4eeb-acbe-fa674bab7991" providerId="ADAL" clId="{9555FC65-5A8C-4EE8-9D5B-8283D7A0923C}" dt="2026-01-28T05:22:44.572" v="44237" actId="478"/>
          <ac:spMkLst>
            <pc:docMk/>
            <pc:sldMk cId="2628168185" sldId="277"/>
            <ac:spMk id="32" creationId="{EDCDAA74-ACDC-174E-F682-06D63C7A24E1}"/>
          </ac:spMkLst>
        </pc:spChg>
        <pc:spChg chg="del">
          <ac:chgData name="Freda Shi" userId="e3bafef1-15f2-4eeb-acbe-fa674bab7991" providerId="ADAL" clId="{9555FC65-5A8C-4EE8-9D5B-8283D7A0923C}" dt="2026-01-28T05:22:44.571" v="44236" actId="478"/>
          <ac:spMkLst>
            <pc:docMk/>
            <pc:sldMk cId="2628168185" sldId="277"/>
            <ac:spMk id="33" creationId="{FD2798CF-A6EB-AA01-848E-C946CA711A6C}"/>
          </ac:spMkLst>
        </pc:spChg>
        <pc:spChg chg="del">
          <ac:chgData name="Freda Shi" userId="e3bafef1-15f2-4eeb-acbe-fa674bab7991" providerId="ADAL" clId="{9555FC65-5A8C-4EE8-9D5B-8283D7A0923C}" dt="2026-01-28T05:22:44.571" v="44235" actId="478"/>
          <ac:spMkLst>
            <pc:docMk/>
            <pc:sldMk cId="2628168185" sldId="277"/>
            <ac:spMk id="34" creationId="{73E7EFA2-3AC2-B9EE-385E-9A58D96345DD}"/>
          </ac:spMkLst>
        </pc:spChg>
        <pc:spChg chg="del">
          <ac:chgData name="Freda Shi" userId="e3bafef1-15f2-4eeb-acbe-fa674bab7991" providerId="ADAL" clId="{9555FC65-5A8C-4EE8-9D5B-8283D7A0923C}" dt="2026-01-28T05:22:44.570" v="44234" actId="478"/>
          <ac:spMkLst>
            <pc:docMk/>
            <pc:sldMk cId="2628168185" sldId="277"/>
            <ac:spMk id="35" creationId="{BA1F4EAA-6184-3C2C-0654-F51E3206E13C}"/>
          </ac:spMkLst>
        </pc:spChg>
        <pc:spChg chg="del">
          <ac:chgData name="Freda Shi" userId="e3bafef1-15f2-4eeb-acbe-fa674bab7991" providerId="ADAL" clId="{9555FC65-5A8C-4EE8-9D5B-8283D7A0923C}" dt="2026-01-28T05:22:44.569" v="44233" actId="478"/>
          <ac:spMkLst>
            <pc:docMk/>
            <pc:sldMk cId="2628168185" sldId="277"/>
            <ac:spMk id="36" creationId="{F3A56C9C-A40C-88CD-3D6C-96B4920CC523}"/>
          </ac:spMkLst>
        </pc:spChg>
        <pc:spChg chg="del mod topLvl">
          <ac:chgData name="Freda Shi" userId="e3bafef1-15f2-4eeb-acbe-fa674bab7991" providerId="ADAL" clId="{9555FC65-5A8C-4EE8-9D5B-8283D7A0923C}" dt="2026-01-28T05:23:14.092" v="44457" actId="478"/>
          <ac:spMkLst>
            <pc:docMk/>
            <pc:sldMk cId="2628168185" sldId="277"/>
            <ac:spMk id="41" creationId="{665D8859-9B5E-9096-0D87-4269E94EBC68}"/>
          </ac:spMkLst>
        </pc:spChg>
        <pc:spChg chg="del mod topLvl">
          <ac:chgData name="Freda Shi" userId="e3bafef1-15f2-4eeb-acbe-fa674bab7991" providerId="ADAL" clId="{9555FC65-5A8C-4EE8-9D5B-8283D7A0923C}" dt="2026-01-28T05:23:14.066" v="44401" actId="478"/>
          <ac:spMkLst>
            <pc:docMk/>
            <pc:sldMk cId="2628168185" sldId="277"/>
            <ac:spMk id="42" creationId="{3F4F0CC3-A747-8AF9-4FD3-CDF75DC0DCAB}"/>
          </ac:spMkLst>
        </pc:spChg>
        <pc:spChg chg="del mod">
          <ac:chgData name="Freda Shi" userId="e3bafef1-15f2-4eeb-acbe-fa674bab7991" providerId="ADAL" clId="{9555FC65-5A8C-4EE8-9D5B-8283D7A0923C}" dt="2026-01-28T05:23:14.066" v="44400" actId="478"/>
          <ac:spMkLst>
            <pc:docMk/>
            <pc:sldMk cId="2628168185" sldId="277"/>
            <ac:spMk id="43" creationId="{B887A575-5BFB-245D-9BBC-9E3D447FAFA2}"/>
          </ac:spMkLst>
        </pc:spChg>
        <pc:spChg chg="del mod">
          <ac:chgData name="Freda Shi" userId="e3bafef1-15f2-4eeb-acbe-fa674bab7991" providerId="ADAL" clId="{9555FC65-5A8C-4EE8-9D5B-8283D7A0923C}" dt="2026-01-28T05:23:14.065" v="44399" actId="478"/>
          <ac:spMkLst>
            <pc:docMk/>
            <pc:sldMk cId="2628168185" sldId="277"/>
            <ac:spMk id="44" creationId="{A21C22C7-7F15-7AD4-C5EC-3C4559D29D44}"/>
          </ac:spMkLst>
        </pc:spChg>
        <pc:spChg chg="del mod">
          <ac:chgData name="Freda Shi" userId="e3bafef1-15f2-4eeb-acbe-fa674bab7991" providerId="ADAL" clId="{9555FC65-5A8C-4EE8-9D5B-8283D7A0923C}" dt="2026-01-28T05:23:14.064" v="44398" actId="478"/>
          <ac:spMkLst>
            <pc:docMk/>
            <pc:sldMk cId="2628168185" sldId="277"/>
            <ac:spMk id="45" creationId="{4B30EB3F-B586-9AE7-F5E5-26F0AA1A73E8}"/>
          </ac:spMkLst>
        </pc:spChg>
        <pc:spChg chg="del mod">
          <ac:chgData name="Freda Shi" userId="e3bafef1-15f2-4eeb-acbe-fa674bab7991" providerId="ADAL" clId="{9555FC65-5A8C-4EE8-9D5B-8283D7A0923C}" dt="2026-01-28T05:23:14.064" v="44397" actId="478"/>
          <ac:spMkLst>
            <pc:docMk/>
            <pc:sldMk cId="2628168185" sldId="277"/>
            <ac:spMk id="46" creationId="{0DA53E54-7800-31FF-64AB-D8ADB35D11DD}"/>
          </ac:spMkLst>
        </pc:spChg>
        <pc:spChg chg="del mod">
          <ac:chgData name="Freda Shi" userId="e3bafef1-15f2-4eeb-acbe-fa674bab7991" providerId="ADAL" clId="{9555FC65-5A8C-4EE8-9D5B-8283D7A0923C}" dt="2026-01-28T05:23:14.063" v="44396" actId="478"/>
          <ac:spMkLst>
            <pc:docMk/>
            <pc:sldMk cId="2628168185" sldId="277"/>
            <ac:spMk id="47" creationId="{FE0DBEB6-B6D7-5DD9-4585-393ED8CADF97}"/>
          </ac:spMkLst>
        </pc:spChg>
        <pc:spChg chg="del mod">
          <ac:chgData name="Freda Shi" userId="e3bafef1-15f2-4eeb-acbe-fa674bab7991" providerId="ADAL" clId="{9555FC65-5A8C-4EE8-9D5B-8283D7A0923C}" dt="2026-01-28T05:23:14.061" v="44395" actId="478"/>
          <ac:spMkLst>
            <pc:docMk/>
            <pc:sldMk cId="2628168185" sldId="277"/>
            <ac:spMk id="48" creationId="{F0AFA5E2-D727-C3A6-B647-CBA85D9CD0E9}"/>
          </ac:spMkLst>
        </pc:spChg>
        <pc:spChg chg="del mod">
          <ac:chgData name="Freda Shi" userId="e3bafef1-15f2-4eeb-acbe-fa674bab7991" providerId="ADAL" clId="{9555FC65-5A8C-4EE8-9D5B-8283D7A0923C}" dt="2026-01-28T05:23:14.061" v="44394" actId="478"/>
          <ac:spMkLst>
            <pc:docMk/>
            <pc:sldMk cId="2628168185" sldId="277"/>
            <ac:spMk id="49" creationId="{F1AB8E78-70C9-41CE-594F-B9A5E7F65966}"/>
          </ac:spMkLst>
        </pc:spChg>
        <pc:spChg chg="del mod">
          <ac:chgData name="Freda Shi" userId="e3bafef1-15f2-4eeb-acbe-fa674bab7991" providerId="ADAL" clId="{9555FC65-5A8C-4EE8-9D5B-8283D7A0923C}" dt="2026-01-28T05:23:14.061" v="44393" actId="478"/>
          <ac:spMkLst>
            <pc:docMk/>
            <pc:sldMk cId="2628168185" sldId="277"/>
            <ac:spMk id="50" creationId="{BDCA321B-E512-67DA-FAEB-3C8355BDE566}"/>
          </ac:spMkLst>
        </pc:spChg>
        <pc:spChg chg="del mod">
          <ac:chgData name="Freda Shi" userId="e3bafef1-15f2-4eeb-acbe-fa674bab7991" providerId="ADAL" clId="{9555FC65-5A8C-4EE8-9D5B-8283D7A0923C}" dt="2026-01-28T05:23:14.060" v="44392" actId="478"/>
          <ac:spMkLst>
            <pc:docMk/>
            <pc:sldMk cId="2628168185" sldId="277"/>
            <ac:spMk id="51" creationId="{41E752FA-20A3-118B-8D8B-D06F4006CA12}"/>
          </ac:spMkLst>
        </pc:spChg>
        <pc:spChg chg="del mod">
          <ac:chgData name="Freda Shi" userId="e3bafef1-15f2-4eeb-acbe-fa674bab7991" providerId="ADAL" clId="{9555FC65-5A8C-4EE8-9D5B-8283D7A0923C}" dt="2026-01-28T05:23:14.059" v="44391" actId="478"/>
          <ac:spMkLst>
            <pc:docMk/>
            <pc:sldMk cId="2628168185" sldId="277"/>
            <ac:spMk id="52" creationId="{25AA632C-9E28-56AF-5639-B501BBDD9C57}"/>
          </ac:spMkLst>
        </pc:spChg>
        <pc:spChg chg="del mod">
          <ac:chgData name="Freda Shi" userId="e3bafef1-15f2-4eeb-acbe-fa674bab7991" providerId="ADAL" clId="{9555FC65-5A8C-4EE8-9D5B-8283D7A0923C}" dt="2026-01-28T05:23:14.059" v="44390" actId="478"/>
          <ac:spMkLst>
            <pc:docMk/>
            <pc:sldMk cId="2628168185" sldId="277"/>
            <ac:spMk id="53" creationId="{0398DD2D-FA5E-BAC8-113A-2DD563BBADD4}"/>
          </ac:spMkLst>
        </pc:spChg>
        <pc:spChg chg="del mod">
          <ac:chgData name="Freda Shi" userId="e3bafef1-15f2-4eeb-acbe-fa674bab7991" providerId="ADAL" clId="{9555FC65-5A8C-4EE8-9D5B-8283D7A0923C}" dt="2026-01-28T05:23:14.058" v="44389" actId="478"/>
          <ac:spMkLst>
            <pc:docMk/>
            <pc:sldMk cId="2628168185" sldId="277"/>
            <ac:spMk id="54" creationId="{43AE6994-BA85-EB65-CB8A-E25C3C74E3C2}"/>
          </ac:spMkLst>
        </pc:spChg>
        <pc:spChg chg="del mod">
          <ac:chgData name="Freda Shi" userId="e3bafef1-15f2-4eeb-acbe-fa674bab7991" providerId="ADAL" clId="{9555FC65-5A8C-4EE8-9D5B-8283D7A0923C}" dt="2026-01-28T05:23:14.058" v="44388" actId="478"/>
          <ac:spMkLst>
            <pc:docMk/>
            <pc:sldMk cId="2628168185" sldId="277"/>
            <ac:spMk id="55" creationId="{D856BF84-5432-B7C8-BAD7-595C4C8676CA}"/>
          </ac:spMkLst>
        </pc:spChg>
        <pc:spChg chg="del mod">
          <ac:chgData name="Freda Shi" userId="e3bafef1-15f2-4eeb-acbe-fa674bab7991" providerId="ADAL" clId="{9555FC65-5A8C-4EE8-9D5B-8283D7A0923C}" dt="2026-01-28T05:23:14.057" v="44387" actId="478"/>
          <ac:spMkLst>
            <pc:docMk/>
            <pc:sldMk cId="2628168185" sldId="277"/>
            <ac:spMk id="56" creationId="{AE5F1D2B-FA7B-C5F4-0634-0F6DFC684FCA}"/>
          </ac:spMkLst>
        </pc:spChg>
        <pc:spChg chg="del mod">
          <ac:chgData name="Freda Shi" userId="e3bafef1-15f2-4eeb-acbe-fa674bab7991" providerId="ADAL" clId="{9555FC65-5A8C-4EE8-9D5B-8283D7A0923C}" dt="2026-01-28T05:23:14.056" v="44386" actId="478"/>
          <ac:spMkLst>
            <pc:docMk/>
            <pc:sldMk cId="2628168185" sldId="277"/>
            <ac:spMk id="57" creationId="{AA88FAF7-0285-7DB4-0BE8-00A578125C56}"/>
          </ac:spMkLst>
        </pc:spChg>
        <pc:spChg chg="del mod">
          <ac:chgData name="Freda Shi" userId="e3bafef1-15f2-4eeb-acbe-fa674bab7991" providerId="ADAL" clId="{9555FC65-5A8C-4EE8-9D5B-8283D7A0923C}" dt="2026-01-28T05:23:14.056" v="44385" actId="478"/>
          <ac:spMkLst>
            <pc:docMk/>
            <pc:sldMk cId="2628168185" sldId="277"/>
            <ac:spMk id="58" creationId="{BFCC00FF-4F20-37A3-B697-BF827ADBA70F}"/>
          </ac:spMkLst>
        </pc:spChg>
        <pc:spChg chg="del mod">
          <ac:chgData name="Freda Shi" userId="e3bafef1-15f2-4eeb-acbe-fa674bab7991" providerId="ADAL" clId="{9555FC65-5A8C-4EE8-9D5B-8283D7A0923C}" dt="2026-01-28T05:23:14.055" v="44384" actId="478"/>
          <ac:spMkLst>
            <pc:docMk/>
            <pc:sldMk cId="2628168185" sldId="277"/>
            <ac:spMk id="59" creationId="{D365724D-46DC-0F81-B81B-AD67AB108DD2}"/>
          </ac:spMkLst>
        </pc:spChg>
        <pc:spChg chg="del mod">
          <ac:chgData name="Freda Shi" userId="e3bafef1-15f2-4eeb-acbe-fa674bab7991" providerId="ADAL" clId="{9555FC65-5A8C-4EE8-9D5B-8283D7A0923C}" dt="2026-01-28T05:23:14.054" v="44383" actId="478"/>
          <ac:spMkLst>
            <pc:docMk/>
            <pc:sldMk cId="2628168185" sldId="277"/>
            <ac:spMk id="60" creationId="{40307133-7529-CDC4-326A-5B47CE783424}"/>
          </ac:spMkLst>
        </pc:spChg>
        <pc:spChg chg="del mod">
          <ac:chgData name="Freda Shi" userId="e3bafef1-15f2-4eeb-acbe-fa674bab7991" providerId="ADAL" clId="{9555FC65-5A8C-4EE8-9D5B-8283D7A0923C}" dt="2026-01-28T05:23:14.054" v="44382" actId="478"/>
          <ac:spMkLst>
            <pc:docMk/>
            <pc:sldMk cId="2628168185" sldId="277"/>
            <ac:spMk id="61" creationId="{BD1CE713-76C2-8899-3C29-3B28465552FD}"/>
          </ac:spMkLst>
        </pc:spChg>
        <pc:spChg chg="del mod">
          <ac:chgData name="Freda Shi" userId="e3bafef1-15f2-4eeb-acbe-fa674bab7991" providerId="ADAL" clId="{9555FC65-5A8C-4EE8-9D5B-8283D7A0923C}" dt="2026-01-28T05:23:14.053" v="44381" actId="478"/>
          <ac:spMkLst>
            <pc:docMk/>
            <pc:sldMk cId="2628168185" sldId="277"/>
            <ac:spMk id="62" creationId="{749A2681-6B0C-907D-B2B7-DE1EFA1CF3CF}"/>
          </ac:spMkLst>
        </pc:spChg>
        <pc:spChg chg="del mod">
          <ac:chgData name="Freda Shi" userId="e3bafef1-15f2-4eeb-acbe-fa674bab7991" providerId="ADAL" clId="{9555FC65-5A8C-4EE8-9D5B-8283D7A0923C}" dt="2026-01-28T05:23:14.051" v="44380" actId="478"/>
          <ac:spMkLst>
            <pc:docMk/>
            <pc:sldMk cId="2628168185" sldId="277"/>
            <ac:spMk id="63" creationId="{9629D6F2-FBC3-0476-17A9-483682C7349C}"/>
          </ac:spMkLst>
        </pc:spChg>
        <pc:spChg chg="del mod">
          <ac:chgData name="Freda Shi" userId="e3bafef1-15f2-4eeb-acbe-fa674bab7991" providerId="ADAL" clId="{9555FC65-5A8C-4EE8-9D5B-8283D7A0923C}" dt="2026-01-28T05:23:14.051" v="44379" actId="478"/>
          <ac:spMkLst>
            <pc:docMk/>
            <pc:sldMk cId="2628168185" sldId="277"/>
            <ac:spMk id="64" creationId="{1222944B-C2FE-4D0E-8607-6AEDC05AF978}"/>
          </ac:spMkLst>
        </pc:spChg>
        <pc:spChg chg="del mod">
          <ac:chgData name="Freda Shi" userId="e3bafef1-15f2-4eeb-acbe-fa674bab7991" providerId="ADAL" clId="{9555FC65-5A8C-4EE8-9D5B-8283D7A0923C}" dt="2026-01-28T05:23:14.050" v="44378" actId="478"/>
          <ac:spMkLst>
            <pc:docMk/>
            <pc:sldMk cId="2628168185" sldId="277"/>
            <ac:spMk id="65" creationId="{7E0CF4DF-ADAD-529F-E714-181055A7CA21}"/>
          </ac:spMkLst>
        </pc:spChg>
        <pc:spChg chg="del mod">
          <ac:chgData name="Freda Shi" userId="e3bafef1-15f2-4eeb-acbe-fa674bab7991" providerId="ADAL" clId="{9555FC65-5A8C-4EE8-9D5B-8283D7A0923C}" dt="2026-01-28T05:23:14.050" v="44377" actId="478"/>
          <ac:spMkLst>
            <pc:docMk/>
            <pc:sldMk cId="2628168185" sldId="277"/>
            <ac:spMk id="66" creationId="{88A3ECFF-F24A-8F62-8A10-A62E77264F56}"/>
          </ac:spMkLst>
        </pc:spChg>
        <pc:spChg chg="del mod">
          <ac:chgData name="Freda Shi" userId="e3bafef1-15f2-4eeb-acbe-fa674bab7991" providerId="ADAL" clId="{9555FC65-5A8C-4EE8-9D5B-8283D7A0923C}" dt="2026-01-28T05:23:14.049" v="44376" actId="478"/>
          <ac:spMkLst>
            <pc:docMk/>
            <pc:sldMk cId="2628168185" sldId="277"/>
            <ac:spMk id="67" creationId="{D6CB7BA7-D87E-E78C-4BC2-D0FE0A767E65}"/>
          </ac:spMkLst>
        </pc:spChg>
        <pc:spChg chg="del mod">
          <ac:chgData name="Freda Shi" userId="e3bafef1-15f2-4eeb-acbe-fa674bab7991" providerId="ADAL" clId="{9555FC65-5A8C-4EE8-9D5B-8283D7A0923C}" dt="2026-01-28T05:23:14.048" v="44375" actId="478"/>
          <ac:spMkLst>
            <pc:docMk/>
            <pc:sldMk cId="2628168185" sldId="277"/>
            <ac:spMk id="68" creationId="{48400125-3D0C-2C98-2DC6-7579E3AC693D}"/>
          </ac:spMkLst>
        </pc:spChg>
        <pc:spChg chg="del mod">
          <ac:chgData name="Freda Shi" userId="e3bafef1-15f2-4eeb-acbe-fa674bab7991" providerId="ADAL" clId="{9555FC65-5A8C-4EE8-9D5B-8283D7A0923C}" dt="2026-01-28T05:23:14.048" v="44374" actId="478"/>
          <ac:spMkLst>
            <pc:docMk/>
            <pc:sldMk cId="2628168185" sldId="277"/>
            <ac:spMk id="69" creationId="{B4168E43-C82A-29B3-6C1D-98A34B64ED68}"/>
          </ac:spMkLst>
        </pc:spChg>
        <pc:spChg chg="del mod">
          <ac:chgData name="Freda Shi" userId="e3bafef1-15f2-4eeb-acbe-fa674bab7991" providerId="ADAL" clId="{9555FC65-5A8C-4EE8-9D5B-8283D7A0923C}" dt="2026-01-28T05:23:14.047" v="44373" actId="478"/>
          <ac:spMkLst>
            <pc:docMk/>
            <pc:sldMk cId="2628168185" sldId="277"/>
            <ac:spMk id="70" creationId="{E59DA0DE-4DB0-0BCC-15D3-A715FDE7872D}"/>
          </ac:spMkLst>
        </pc:spChg>
        <pc:spChg chg="del mod">
          <ac:chgData name="Freda Shi" userId="e3bafef1-15f2-4eeb-acbe-fa674bab7991" providerId="ADAL" clId="{9555FC65-5A8C-4EE8-9D5B-8283D7A0923C}" dt="2026-01-28T05:23:14.046" v="44372" actId="478"/>
          <ac:spMkLst>
            <pc:docMk/>
            <pc:sldMk cId="2628168185" sldId="277"/>
            <ac:spMk id="71" creationId="{1CD4E4B6-A331-D6E8-049A-23916F0DED9E}"/>
          </ac:spMkLst>
        </pc:spChg>
        <pc:spChg chg="del mod">
          <ac:chgData name="Freda Shi" userId="e3bafef1-15f2-4eeb-acbe-fa674bab7991" providerId="ADAL" clId="{9555FC65-5A8C-4EE8-9D5B-8283D7A0923C}" dt="2026-01-28T05:23:14.046" v="44371" actId="478"/>
          <ac:spMkLst>
            <pc:docMk/>
            <pc:sldMk cId="2628168185" sldId="277"/>
            <ac:spMk id="72" creationId="{E7BBB528-8EEF-3BBA-676D-9206A424939D}"/>
          </ac:spMkLst>
        </pc:spChg>
        <pc:spChg chg="del mod">
          <ac:chgData name="Freda Shi" userId="e3bafef1-15f2-4eeb-acbe-fa674bab7991" providerId="ADAL" clId="{9555FC65-5A8C-4EE8-9D5B-8283D7A0923C}" dt="2026-01-28T05:23:14.045" v="44370" actId="478"/>
          <ac:spMkLst>
            <pc:docMk/>
            <pc:sldMk cId="2628168185" sldId="277"/>
            <ac:spMk id="73" creationId="{50CDCB9B-39D5-4E3A-E7E5-097EAEC7CF06}"/>
          </ac:spMkLst>
        </pc:spChg>
        <pc:spChg chg="del mod">
          <ac:chgData name="Freda Shi" userId="e3bafef1-15f2-4eeb-acbe-fa674bab7991" providerId="ADAL" clId="{9555FC65-5A8C-4EE8-9D5B-8283D7A0923C}" dt="2026-01-28T05:23:14.044" v="44369" actId="478"/>
          <ac:spMkLst>
            <pc:docMk/>
            <pc:sldMk cId="2628168185" sldId="277"/>
            <ac:spMk id="74" creationId="{6EA7A0FC-9895-657B-6B14-823A0768FF96}"/>
          </ac:spMkLst>
        </pc:spChg>
        <pc:spChg chg="del mod">
          <ac:chgData name="Freda Shi" userId="e3bafef1-15f2-4eeb-acbe-fa674bab7991" providerId="ADAL" clId="{9555FC65-5A8C-4EE8-9D5B-8283D7A0923C}" dt="2026-01-28T05:23:14.043" v="44368" actId="478"/>
          <ac:spMkLst>
            <pc:docMk/>
            <pc:sldMk cId="2628168185" sldId="277"/>
            <ac:spMk id="75" creationId="{3E941A04-0BA0-5997-FC43-C1D40DA57598}"/>
          </ac:spMkLst>
        </pc:spChg>
        <pc:spChg chg="del mod">
          <ac:chgData name="Freda Shi" userId="e3bafef1-15f2-4eeb-acbe-fa674bab7991" providerId="ADAL" clId="{9555FC65-5A8C-4EE8-9D5B-8283D7A0923C}" dt="2026-01-28T05:23:14.043" v="44367" actId="478"/>
          <ac:spMkLst>
            <pc:docMk/>
            <pc:sldMk cId="2628168185" sldId="277"/>
            <ac:spMk id="76" creationId="{1A5EA463-CAE4-CD03-04F7-2B61C68D1630}"/>
          </ac:spMkLst>
        </pc:spChg>
        <pc:spChg chg="del mod">
          <ac:chgData name="Freda Shi" userId="e3bafef1-15f2-4eeb-acbe-fa674bab7991" providerId="ADAL" clId="{9555FC65-5A8C-4EE8-9D5B-8283D7A0923C}" dt="2026-01-28T05:23:14.041" v="44366" actId="478"/>
          <ac:spMkLst>
            <pc:docMk/>
            <pc:sldMk cId="2628168185" sldId="277"/>
            <ac:spMk id="77" creationId="{9E8A427A-4515-3658-66F1-E032D2FB6C1B}"/>
          </ac:spMkLst>
        </pc:spChg>
        <pc:spChg chg="del mod">
          <ac:chgData name="Freda Shi" userId="e3bafef1-15f2-4eeb-acbe-fa674bab7991" providerId="ADAL" clId="{9555FC65-5A8C-4EE8-9D5B-8283D7A0923C}" dt="2026-01-28T05:23:14.041" v="44365" actId="478"/>
          <ac:spMkLst>
            <pc:docMk/>
            <pc:sldMk cId="2628168185" sldId="277"/>
            <ac:spMk id="78" creationId="{250B065E-97A4-4D20-FF6A-4C4BADD02BD7}"/>
          </ac:spMkLst>
        </pc:spChg>
        <pc:spChg chg="del mod">
          <ac:chgData name="Freda Shi" userId="e3bafef1-15f2-4eeb-acbe-fa674bab7991" providerId="ADAL" clId="{9555FC65-5A8C-4EE8-9D5B-8283D7A0923C}" dt="2026-01-28T05:23:14.040" v="44364" actId="478"/>
          <ac:spMkLst>
            <pc:docMk/>
            <pc:sldMk cId="2628168185" sldId="277"/>
            <ac:spMk id="79" creationId="{EFA3A319-A2AE-2652-2AA1-63095AA2D903}"/>
          </ac:spMkLst>
        </pc:spChg>
        <pc:spChg chg="del mod">
          <ac:chgData name="Freda Shi" userId="e3bafef1-15f2-4eeb-acbe-fa674bab7991" providerId="ADAL" clId="{9555FC65-5A8C-4EE8-9D5B-8283D7A0923C}" dt="2026-01-28T05:23:14.039" v="44363" actId="478"/>
          <ac:spMkLst>
            <pc:docMk/>
            <pc:sldMk cId="2628168185" sldId="277"/>
            <ac:spMk id="80" creationId="{F7CCE062-E53E-26CB-11D0-356CAEFE5F48}"/>
          </ac:spMkLst>
        </pc:spChg>
        <pc:spChg chg="del mod">
          <ac:chgData name="Freda Shi" userId="e3bafef1-15f2-4eeb-acbe-fa674bab7991" providerId="ADAL" clId="{9555FC65-5A8C-4EE8-9D5B-8283D7A0923C}" dt="2026-01-28T05:23:14.038" v="44362" actId="478"/>
          <ac:spMkLst>
            <pc:docMk/>
            <pc:sldMk cId="2628168185" sldId="277"/>
            <ac:spMk id="81" creationId="{358D3EFB-640C-40AB-C558-C1DF65E0EAC1}"/>
          </ac:spMkLst>
        </pc:spChg>
        <pc:spChg chg="del mod">
          <ac:chgData name="Freda Shi" userId="e3bafef1-15f2-4eeb-acbe-fa674bab7991" providerId="ADAL" clId="{9555FC65-5A8C-4EE8-9D5B-8283D7A0923C}" dt="2026-01-28T05:23:14.038" v="44361" actId="478"/>
          <ac:spMkLst>
            <pc:docMk/>
            <pc:sldMk cId="2628168185" sldId="277"/>
            <ac:spMk id="82" creationId="{7D6E5FAB-617E-00C3-5AFC-81B79355BC62}"/>
          </ac:spMkLst>
        </pc:spChg>
        <pc:spChg chg="del mod">
          <ac:chgData name="Freda Shi" userId="e3bafef1-15f2-4eeb-acbe-fa674bab7991" providerId="ADAL" clId="{9555FC65-5A8C-4EE8-9D5B-8283D7A0923C}" dt="2026-01-28T05:23:14.037" v="44360" actId="478"/>
          <ac:spMkLst>
            <pc:docMk/>
            <pc:sldMk cId="2628168185" sldId="277"/>
            <ac:spMk id="83" creationId="{7E9B06D1-5447-51EC-036F-73DA65D5445F}"/>
          </ac:spMkLst>
        </pc:spChg>
        <pc:spChg chg="del mod">
          <ac:chgData name="Freda Shi" userId="e3bafef1-15f2-4eeb-acbe-fa674bab7991" providerId="ADAL" clId="{9555FC65-5A8C-4EE8-9D5B-8283D7A0923C}" dt="2026-01-28T05:23:14.036" v="44359" actId="478"/>
          <ac:spMkLst>
            <pc:docMk/>
            <pc:sldMk cId="2628168185" sldId="277"/>
            <ac:spMk id="84" creationId="{FFB46B61-14A2-E98E-F861-6A762748406C}"/>
          </ac:spMkLst>
        </pc:spChg>
        <pc:spChg chg="del mod">
          <ac:chgData name="Freda Shi" userId="e3bafef1-15f2-4eeb-acbe-fa674bab7991" providerId="ADAL" clId="{9555FC65-5A8C-4EE8-9D5B-8283D7A0923C}" dt="2026-01-28T05:23:14.035" v="44358" actId="478"/>
          <ac:spMkLst>
            <pc:docMk/>
            <pc:sldMk cId="2628168185" sldId="277"/>
            <ac:spMk id="85" creationId="{F6BD5E32-9919-D7D0-765A-232FE7C54F59}"/>
          </ac:spMkLst>
        </pc:spChg>
        <pc:spChg chg="del mod">
          <ac:chgData name="Freda Shi" userId="e3bafef1-15f2-4eeb-acbe-fa674bab7991" providerId="ADAL" clId="{9555FC65-5A8C-4EE8-9D5B-8283D7A0923C}" dt="2026-01-28T05:23:14.034" v="44357" actId="478"/>
          <ac:spMkLst>
            <pc:docMk/>
            <pc:sldMk cId="2628168185" sldId="277"/>
            <ac:spMk id="86" creationId="{B57994B7-6832-ED6A-AEC7-7AD94C2ADE29}"/>
          </ac:spMkLst>
        </pc:spChg>
        <pc:spChg chg="del mod">
          <ac:chgData name="Freda Shi" userId="e3bafef1-15f2-4eeb-acbe-fa674bab7991" providerId="ADAL" clId="{9555FC65-5A8C-4EE8-9D5B-8283D7A0923C}" dt="2026-01-28T05:23:14.034" v="44356" actId="478"/>
          <ac:spMkLst>
            <pc:docMk/>
            <pc:sldMk cId="2628168185" sldId="277"/>
            <ac:spMk id="87" creationId="{5667A04C-6A25-6ACB-2779-9E779047B68F}"/>
          </ac:spMkLst>
        </pc:spChg>
        <pc:spChg chg="del mod">
          <ac:chgData name="Freda Shi" userId="e3bafef1-15f2-4eeb-acbe-fa674bab7991" providerId="ADAL" clId="{9555FC65-5A8C-4EE8-9D5B-8283D7A0923C}" dt="2026-01-28T05:23:14.033" v="44355" actId="478"/>
          <ac:spMkLst>
            <pc:docMk/>
            <pc:sldMk cId="2628168185" sldId="277"/>
            <ac:spMk id="88" creationId="{0AE43551-F4BE-99B3-8342-CF4CA44E1244}"/>
          </ac:spMkLst>
        </pc:spChg>
        <pc:spChg chg="del mod">
          <ac:chgData name="Freda Shi" userId="e3bafef1-15f2-4eeb-acbe-fa674bab7991" providerId="ADAL" clId="{9555FC65-5A8C-4EE8-9D5B-8283D7A0923C}" dt="2026-01-28T05:23:14.031" v="44354" actId="478"/>
          <ac:spMkLst>
            <pc:docMk/>
            <pc:sldMk cId="2628168185" sldId="277"/>
            <ac:spMk id="89" creationId="{F5009F88-4C99-887B-3206-A15DF96134D7}"/>
          </ac:spMkLst>
        </pc:spChg>
        <pc:spChg chg="del mod">
          <ac:chgData name="Freda Shi" userId="e3bafef1-15f2-4eeb-acbe-fa674bab7991" providerId="ADAL" clId="{9555FC65-5A8C-4EE8-9D5B-8283D7A0923C}" dt="2026-01-28T05:23:14.030" v="44353" actId="478"/>
          <ac:spMkLst>
            <pc:docMk/>
            <pc:sldMk cId="2628168185" sldId="277"/>
            <ac:spMk id="90" creationId="{28E27DA9-E1CE-C04D-D158-22F45E1080B8}"/>
          </ac:spMkLst>
        </pc:spChg>
        <pc:spChg chg="del mod">
          <ac:chgData name="Freda Shi" userId="e3bafef1-15f2-4eeb-acbe-fa674bab7991" providerId="ADAL" clId="{9555FC65-5A8C-4EE8-9D5B-8283D7A0923C}" dt="2026-01-28T05:23:14.030" v="44352" actId="478"/>
          <ac:spMkLst>
            <pc:docMk/>
            <pc:sldMk cId="2628168185" sldId="277"/>
            <ac:spMk id="91" creationId="{AFFE2FED-8C28-F264-D2AF-ED2282CF0B03}"/>
          </ac:spMkLst>
        </pc:spChg>
        <pc:spChg chg="del mod">
          <ac:chgData name="Freda Shi" userId="e3bafef1-15f2-4eeb-acbe-fa674bab7991" providerId="ADAL" clId="{9555FC65-5A8C-4EE8-9D5B-8283D7A0923C}" dt="2026-01-28T05:23:14.029" v="44351" actId="478"/>
          <ac:spMkLst>
            <pc:docMk/>
            <pc:sldMk cId="2628168185" sldId="277"/>
            <ac:spMk id="92" creationId="{B3208150-29EB-FBC0-CB9B-C6222FA0B371}"/>
          </ac:spMkLst>
        </pc:spChg>
        <pc:spChg chg="del mod">
          <ac:chgData name="Freda Shi" userId="e3bafef1-15f2-4eeb-acbe-fa674bab7991" providerId="ADAL" clId="{9555FC65-5A8C-4EE8-9D5B-8283D7A0923C}" dt="2026-01-28T05:23:14.028" v="44350" actId="478"/>
          <ac:spMkLst>
            <pc:docMk/>
            <pc:sldMk cId="2628168185" sldId="277"/>
            <ac:spMk id="93" creationId="{5ED765BF-1AAF-8A47-A683-54543998036D}"/>
          </ac:spMkLst>
        </pc:spChg>
        <pc:spChg chg="del mod">
          <ac:chgData name="Freda Shi" userId="e3bafef1-15f2-4eeb-acbe-fa674bab7991" providerId="ADAL" clId="{9555FC65-5A8C-4EE8-9D5B-8283D7A0923C}" dt="2026-01-28T05:23:14.027" v="44349" actId="478"/>
          <ac:spMkLst>
            <pc:docMk/>
            <pc:sldMk cId="2628168185" sldId="277"/>
            <ac:spMk id="94" creationId="{467EDC36-3C82-FD72-9DE2-62FCF75EB3EB}"/>
          </ac:spMkLst>
        </pc:spChg>
        <pc:spChg chg="del mod">
          <ac:chgData name="Freda Shi" userId="e3bafef1-15f2-4eeb-acbe-fa674bab7991" providerId="ADAL" clId="{9555FC65-5A8C-4EE8-9D5B-8283D7A0923C}" dt="2026-01-28T05:23:14.026" v="44348" actId="478"/>
          <ac:spMkLst>
            <pc:docMk/>
            <pc:sldMk cId="2628168185" sldId="277"/>
            <ac:spMk id="95" creationId="{7D6BC042-3DFE-C07D-E169-A744DD6F8A1F}"/>
          </ac:spMkLst>
        </pc:spChg>
        <pc:spChg chg="mod">
          <ac:chgData name="Freda Shi" userId="e3bafef1-15f2-4eeb-acbe-fa674bab7991" providerId="ADAL" clId="{9555FC65-5A8C-4EE8-9D5B-8283D7A0923C}" dt="2026-01-28T05:23:14.067" v="44402" actId="108"/>
          <ac:spMkLst>
            <pc:docMk/>
            <pc:sldMk cId="2628168185" sldId="277"/>
            <ac:spMk id="130" creationId="{7C284964-1A6E-2A4B-62D8-66BB70461694}"/>
          </ac:spMkLst>
        </pc:spChg>
        <pc:spChg chg="mod">
          <ac:chgData name="Freda Shi" userId="e3bafef1-15f2-4eeb-acbe-fa674bab7991" providerId="ADAL" clId="{9555FC65-5A8C-4EE8-9D5B-8283D7A0923C}" dt="2026-01-28T05:23:14.068" v="44403" actId="108"/>
          <ac:spMkLst>
            <pc:docMk/>
            <pc:sldMk cId="2628168185" sldId="277"/>
            <ac:spMk id="131" creationId="{02DEED5F-EDD0-0B2F-7377-C2E8953EB2CF}"/>
          </ac:spMkLst>
        </pc:spChg>
        <pc:spChg chg="mod">
          <ac:chgData name="Freda Shi" userId="e3bafef1-15f2-4eeb-acbe-fa674bab7991" providerId="ADAL" clId="{9555FC65-5A8C-4EE8-9D5B-8283D7A0923C}" dt="2026-01-28T05:23:14.068" v="44404" actId="108"/>
          <ac:spMkLst>
            <pc:docMk/>
            <pc:sldMk cId="2628168185" sldId="277"/>
            <ac:spMk id="132" creationId="{C5D854A1-5DF1-0BB7-34DE-DCA94759D7AB}"/>
          </ac:spMkLst>
        </pc:spChg>
        <pc:spChg chg="mod">
          <ac:chgData name="Freda Shi" userId="e3bafef1-15f2-4eeb-acbe-fa674bab7991" providerId="ADAL" clId="{9555FC65-5A8C-4EE8-9D5B-8283D7A0923C}" dt="2026-01-28T05:23:14.068" v="44405" actId="108"/>
          <ac:spMkLst>
            <pc:docMk/>
            <pc:sldMk cId="2628168185" sldId="277"/>
            <ac:spMk id="133" creationId="{A4EE9B67-AF02-C087-9E5A-4133834507AB}"/>
          </ac:spMkLst>
        </pc:spChg>
        <pc:spChg chg="mod">
          <ac:chgData name="Freda Shi" userId="e3bafef1-15f2-4eeb-acbe-fa674bab7991" providerId="ADAL" clId="{9555FC65-5A8C-4EE8-9D5B-8283D7A0923C}" dt="2026-01-28T05:23:14.068" v="44406" actId="108"/>
          <ac:spMkLst>
            <pc:docMk/>
            <pc:sldMk cId="2628168185" sldId="277"/>
            <ac:spMk id="134" creationId="{3BB693BD-E8D7-1861-641A-7E6F23646276}"/>
          </ac:spMkLst>
        </pc:spChg>
        <pc:spChg chg="mod">
          <ac:chgData name="Freda Shi" userId="e3bafef1-15f2-4eeb-acbe-fa674bab7991" providerId="ADAL" clId="{9555FC65-5A8C-4EE8-9D5B-8283D7A0923C}" dt="2026-01-28T05:23:14.070" v="44407" actId="108"/>
          <ac:spMkLst>
            <pc:docMk/>
            <pc:sldMk cId="2628168185" sldId="277"/>
            <ac:spMk id="135" creationId="{8A83A3F0-AFF9-C51E-0D0F-94C92491504B}"/>
          </ac:spMkLst>
        </pc:spChg>
        <pc:spChg chg="mod">
          <ac:chgData name="Freda Shi" userId="e3bafef1-15f2-4eeb-acbe-fa674bab7991" providerId="ADAL" clId="{9555FC65-5A8C-4EE8-9D5B-8283D7A0923C}" dt="2026-01-28T05:23:14.070" v="44408" actId="108"/>
          <ac:spMkLst>
            <pc:docMk/>
            <pc:sldMk cId="2628168185" sldId="277"/>
            <ac:spMk id="136" creationId="{07901659-01A5-97F0-89D8-97842C697B5D}"/>
          </ac:spMkLst>
        </pc:spChg>
        <pc:spChg chg="mod">
          <ac:chgData name="Freda Shi" userId="e3bafef1-15f2-4eeb-acbe-fa674bab7991" providerId="ADAL" clId="{9555FC65-5A8C-4EE8-9D5B-8283D7A0923C}" dt="2026-01-28T05:23:14.071" v="44409" actId="108"/>
          <ac:spMkLst>
            <pc:docMk/>
            <pc:sldMk cId="2628168185" sldId="277"/>
            <ac:spMk id="137" creationId="{20E7E933-162D-7BD6-B5BB-2F82773E6DC4}"/>
          </ac:spMkLst>
        </pc:spChg>
        <pc:spChg chg="mod">
          <ac:chgData name="Freda Shi" userId="e3bafef1-15f2-4eeb-acbe-fa674bab7991" providerId="ADAL" clId="{9555FC65-5A8C-4EE8-9D5B-8283D7A0923C}" dt="2026-01-28T05:23:14.071" v="44410" actId="108"/>
          <ac:spMkLst>
            <pc:docMk/>
            <pc:sldMk cId="2628168185" sldId="277"/>
            <ac:spMk id="138" creationId="{CCF70390-1F3C-11F7-E739-C50DA1C42F60}"/>
          </ac:spMkLst>
        </pc:spChg>
        <pc:spChg chg="mod">
          <ac:chgData name="Freda Shi" userId="e3bafef1-15f2-4eeb-acbe-fa674bab7991" providerId="ADAL" clId="{9555FC65-5A8C-4EE8-9D5B-8283D7A0923C}" dt="2026-01-28T05:23:14.072" v="44411" actId="108"/>
          <ac:spMkLst>
            <pc:docMk/>
            <pc:sldMk cId="2628168185" sldId="277"/>
            <ac:spMk id="139" creationId="{D7838E75-973E-7D4F-D697-711AFC463AC2}"/>
          </ac:spMkLst>
        </pc:spChg>
        <pc:spChg chg="mod">
          <ac:chgData name="Freda Shi" userId="e3bafef1-15f2-4eeb-acbe-fa674bab7991" providerId="ADAL" clId="{9555FC65-5A8C-4EE8-9D5B-8283D7A0923C}" dt="2026-01-28T05:23:14.072" v="44412" actId="108"/>
          <ac:spMkLst>
            <pc:docMk/>
            <pc:sldMk cId="2628168185" sldId="277"/>
            <ac:spMk id="140" creationId="{FB838C93-F413-090D-6404-35317DDFCB8B}"/>
          </ac:spMkLst>
        </pc:spChg>
        <pc:spChg chg="mod">
          <ac:chgData name="Freda Shi" userId="e3bafef1-15f2-4eeb-acbe-fa674bab7991" providerId="ADAL" clId="{9555FC65-5A8C-4EE8-9D5B-8283D7A0923C}" dt="2026-01-28T05:23:14.072" v="44413" actId="108"/>
          <ac:spMkLst>
            <pc:docMk/>
            <pc:sldMk cId="2628168185" sldId="277"/>
            <ac:spMk id="141" creationId="{4F3E21AB-4E00-42D7-DBFE-655C6A5345AB}"/>
          </ac:spMkLst>
        </pc:spChg>
        <pc:spChg chg="mod">
          <ac:chgData name="Freda Shi" userId="e3bafef1-15f2-4eeb-acbe-fa674bab7991" providerId="ADAL" clId="{9555FC65-5A8C-4EE8-9D5B-8283D7A0923C}" dt="2026-01-28T05:23:14.072" v="44414" actId="108"/>
          <ac:spMkLst>
            <pc:docMk/>
            <pc:sldMk cId="2628168185" sldId="277"/>
            <ac:spMk id="142" creationId="{735B474E-9E16-104E-00C4-14AA9D695C42}"/>
          </ac:spMkLst>
        </pc:spChg>
        <pc:spChg chg="mod">
          <ac:chgData name="Freda Shi" userId="e3bafef1-15f2-4eeb-acbe-fa674bab7991" providerId="ADAL" clId="{9555FC65-5A8C-4EE8-9D5B-8283D7A0923C}" dt="2026-01-28T05:23:14.073" v="44415" actId="108"/>
          <ac:spMkLst>
            <pc:docMk/>
            <pc:sldMk cId="2628168185" sldId="277"/>
            <ac:spMk id="143" creationId="{DE5A586C-8826-208A-8A15-253DA0039FA4}"/>
          </ac:spMkLst>
        </pc:spChg>
        <pc:spChg chg="mod">
          <ac:chgData name="Freda Shi" userId="e3bafef1-15f2-4eeb-acbe-fa674bab7991" providerId="ADAL" clId="{9555FC65-5A8C-4EE8-9D5B-8283D7A0923C}" dt="2026-01-28T05:23:14.073" v="44416" actId="108"/>
          <ac:spMkLst>
            <pc:docMk/>
            <pc:sldMk cId="2628168185" sldId="277"/>
            <ac:spMk id="144" creationId="{B2D37B1C-B277-7F0E-E279-90ED891652D7}"/>
          </ac:spMkLst>
        </pc:spChg>
        <pc:spChg chg="mod">
          <ac:chgData name="Freda Shi" userId="e3bafef1-15f2-4eeb-acbe-fa674bab7991" providerId="ADAL" clId="{9555FC65-5A8C-4EE8-9D5B-8283D7A0923C}" dt="2026-01-28T05:23:14.074" v="44417" actId="108"/>
          <ac:spMkLst>
            <pc:docMk/>
            <pc:sldMk cId="2628168185" sldId="277"/>
            <ac:spMk id="145" creationId="{AD875343-8622-FA22-A4D3-DAD0FAD90526}"/>
          </ac:spMkLst>
        </pc:spChg>
        <pc:spChg chg="mod">
          <ac:chgData name="Freda Shi" userId="e3bafef1-15f2-4eeb-acbe-fa674bab7991" providerId="ADAL" clId="{9555FC65-5A8C-4EE8-9D5B-8283D7A0923C}" dt="2026-01-28T05:23:14.074" v="44418" actId="108"/>
          <ac:spMkLst>
            <pc:docMk/>
            <pc:sldMk cId="2628168185" sldId="277"/>
            <ac:spMk id="146" creationId="{96D125B6-1201-6D9E-4CBD-042D4ACF8E5C}"/>
          </ac:spMkLst>
        </pc:spChg>
        <pc:spChg chg="mod">
          <ac:chgData name="Freda Shi" userId="e3bafef1-15f2-4eeb-acbe-fa674bab7991" providerId="ADAL" clId="{9555FC65-5A8C-4EE8-9D5B-8283D7A0923C}" dt="2026-01-28T05:23:14.075" v="44419" actId="108"/>
          <ac:spMkLst>
            <pc:docMk/>
            <pc:sldMk cId="2628168185" sldId="277"/>
            <ac:spMk id="147" creationId="{E358D8F9-EF8C-861B-FD04-9428701EDC35}"/>
          </ac:spMkLst>
        </pc:spChg>
        <pc:spChg chg="mod">
          <ac:chgData name="Freda Shi" userId="e3bafef1-15f2-4eeb-acbe-fa674bab7991" providerId="ADAL" clId="{9555FC65-5A8C-4EE8-9D5B-8283D7A0923C}" dt="2026-01-28T05:23:14.075" v="44420" actId="108"/>
          <ac:spMkLst>
            <pc:docMk/>
            <pc:sldMk cId="2628168185" sldId="277"/>
            <ac:spMk id="148" creationId="{A7AB639F-ADB4-8CA8-469C-5BA1EE76D2F1}"/>
          </ac:spMkLst>
        </pc:spChg>
        <pc:spChg chg="mod">
          <ac:chgData name="Freda Shi" userId="e3bafef1-15f2-4eeb-acbe-fa674bab7991" providerId="ADAL" clId="{9555FC65-5A8C-4EE8-9D5B-8283D7A0923C}" dt="2026-01-28T05:23:14.075" v="44421" actId="108"/>
          <ac:spMkLst>
            <pc:docMk/>
            <pc:sldMk cId="2628168185" sldId="277"/>
            <ac:spMk id="149" creationId="{B716D4B0-93C1-280E-7770-27968D25B530}"/>
          </ac:spMkLst>
        </pc:spChg>
        <pc:spChg chg="mod">
          <ac:chgData name="Freda Shi" userId="e3bafef1-15f2-4eeb-acbe-fa674bab7991" providerId="ADAL" clId="{9555FC65-5A8C-4EE8-9D5B-8283D7A0923C}" dt="2026-01-28T05:23:14.076" v="44422" actId="108"/>
          <ac:spMkLst>
            <pc:docMk/>
            <pc:sldMk cId="2628168185" sldId="277"/>
            <ac:spMk id="150" creationId="{650DE219-6458-558C-6559-4418CBBFEBAA}"/>
          </ac:spMkLst>
        </pc:spChg>
        <pc:spChg chg="mod">
          <ac:chgData name="Freda Shi" userId="e3bafef1-15f2-4eeb-acbe-fa674bab7991" providerId="ADAL" clId="{9555FC65-5A8C-4EE8-9D5B-8283D7A0923C}" dt="2026-01-28T05:23:14.076" v="44423" actId="108"/>
          <ac:spMkLst>
            <pc:docMk/>
            <pc:sldMk cId="2628168185" sldId="277"/>
            <ac:spMk id="151" creationId="{84E23747-ADC0-8179-D472-5D3955A6CF11}"/>
          </ac:spMkLst>
        </pc:spChg>
        <pc:spChg chg="mod">
          <ac:chgData name="Freda Shi" userId="e3bafef1-15f2-4eeb-acbe-fa674bab7991" providerId="ADAL" clId="{9555FC65-5A8C-4EE8-9D5B-8283D7A0923C}" dt="2026-01-28T05:23:14.077" v="44424" actId="108"/>
          <ac:spMkLst>
            <pc:docMk/>
            <pc:sldMk cId="2628168185" sldId="277"/>
            <ac:spMk id="152" creationId="{30D3B28C-D5E2-69E7-2F75-CF8EE2CB7D5D}"/>
          </ac:spMkLst>
        </pc:spChg>
        <pc:spChg chg="mod">
          <ac:chgData name="Freda Shi" userId="e3bafef1-15f2-4eeb-acbe-fa674bab7991" providerId="ADAL" clId="{9555FC65-5A8C-4EE8-9D5B-8283D7A0923C}" dt="2026-01-28T05:23:14.077" v="44425" actId="108"/>
          <ac:spMkLst>
            <pc:docMk/>
            <pc:sldMk cId="2628168185" sldId="277"/>
            <ac:spMk id="153" creationId="{66CDBC86-8964-CBD7-D531-A744DD5679C2}"/>
          </ac:spMkLst>
        </pc:spChg>
        <pc:spChg chg="mod">
          <ac:chgData name="Freda Shi" userId="e3bafef1-15f2-4eeb-acbe-fa674bab7991" providerId="ADAL" clId="{9555FC65-5A8C-4EE8-9D5B-8283D7A0923C}" dt="2026-01-28T05:23:14.077" v="44426" actId="108"/>
          <ac:spMkLst>
            <pc:docMk/>
            <pc:sldMk cId="2628168185" sldId="277"/>
            <ac:spMk id="154" creationId="{1363CBA4-74FE-56A1-ADB1-FF46948C388A}"/>
          </ac:spMkLst>
        </pc:spChg>
        <pc:spChg chg="mod">
          <ac:chgData name="Freda Shi" userId="e3bafef1-15f2-4eeb-acbe-fa674bab7991" providerId="ADAL" clId="{9555FC65-5A8C-4EE8-9D5B-8283D7A0923C}" dt="2026-01-28T05:23:14.078" v="44427" actId="108"/>
          <ac:spMkLst>
            <pc:docMk/>
            <pc:sldMk cId="2628168185" sldId="277"/>
            <ac:spMk id="155" creationId="{484EB7B9-4DAA-398A-D7BE-80766F0548C0}"/>
          </ac:spMkLst>
        </pc:spChg>
        <pc:spChg chg="mod">
          <ac:chgData name="Freda Shi" userId="e3bafef1-15f2-4eeb-acbe-fa674bab7991" providerId="ADAL" clId="{9555FC65-5A8C-4EE8-9D5B-8283D7A0923C}" dt="2026-01-28T05:23:14.079" v="44428" actId="108"/>
          <ac:spMkLst>
            <pc:docMk/>
            <pc:sldMk cId="2628168185" sldId="277"/>
            <ac:spMk id="156" creationId="{ECCFF2AA-ECA1-7C77-1567-E52E19550546}"/>
          </ac:spMkLst>
        </pc:spChg>
        <pc:spChg chg="mod">
          <ac:chgData name="Freda Shi" userId="e3bafef1-15f2-4eeb-acbe-fa674bab7991" providerId="ADAL" clId="{9555FC65-5A8C-4EE8-9D5B-8283D7A0923C}" dt="2026-01-28T05:23:14.079" v="44429" actId="108"/>
          <ac:spMkLst>
            <pc:docMk/>
            <pc:sldMk cId="2628168185" sldId="277"/>
            <ac:spMk id="157" creationId="{A0ED4EBA-FF81-EEF1-046F-AFC2B57EB87C}"/>
          </ac:spMkLst>
        </pc:spChg>
        <pc:spChg chg="mod">
          <ac:chgData name="Freda Shi" userId="e3bafef1-15f2-4eeb-acbe-fa674bab7991" providerId="ADAL" clId="{9555FC65-5A8C-4EE8-9D5B-8283D7A0923C}" dt="2026-01-28T05:23:14.080" v="44430" actId="108"/>
          <ac:spMkLst>
            <pc:docMk/>
            <pc:sldMk cId="2628168185" sldId="277"/>
            <ac:spMk id="158" creationId="{4A6BF1E7-155B-025C-B1A0-26E8C153100F}"/>
          </ac:spMkLst>
        </pc:spChg>
        <pc:spChg chg="mod">
          <ac:chgData name="Freda Shi" userId="e3bafef1-15f2-4eeb-acbe-fa674bab7991" providerId="ADAL" clId="{9555FC65-5A8C-4EE8-9D5B-8283D7A0923C}" dt="2026-01-28T05:23:14.080" v="44431" actId="108"/>
          <ac:spMkLst>
            <pc:docMk/>
            <pc:sldMk cId="2628168185" sldId="277"/>
            <ac:spMk id="159" creationId="{E4068172-3AA0-5114-9BFA-26D0D4DFC162}"/>
          </ac:spMkLst>
        </pc:spChg>
        <pc:spChg chg="mod">
          <ac:chgData name="Freda Shi" userId="e3bafef1-15f2-4eeb-acbe-fa674bab7991" providerId="ADAL" clId="{9555FC65-5A8C-4EE8-9D5B-8283D7A0923C}" dt="2026-01-28T05:23:14.080" v="44432" actId="108"/>
          <ac:spMkLst>
            <pc:docMk/>
            <pc:sldMk cId="2628168185" sldId="277"/>
            <ac:spMk id="160" creationId="{324AD678-8026-2C5D-02C3-8EE08BA909EF}"/>
          </ac:spMkLst>
        </pc:spChg>
        <pc:spChg chg="mod">
          <ac:chgData name="Freda Shi" userId="e3bafef1-15f2-4eeb-acbe-fa674bab7991" providerId="ADAL" clId="{9555FC65-5A8C-4EE8-9D5B-8283D7A0923C}" dt="2026-01-28T05:23:14.081" v="44433" actId="108"/>
          <ac:spMkLst>
            <pc:docMk/>
            <pc:sldMk cId="2628168185" sldId="277"/>
            <ac:spMk id="161" creationId="{852936C9-E215-7669-01E4-6B9F120F9FCE}"/>
          </ac:spMkLst>
        </pc:spChg>
        <pc:spChg chg="mod">
          <ac:chgData name="Freda Shi" userId="e3bafef1-15f2-4eeb-acbe-fa674bab7991" providerId="ADAL" clId="{9555FC65-5A8C-4EE8-9D5B-8283D7A0923C}" dt="2026-01-28T05:23:14.081" v="44434" actId="108"/>
          <ac:spMkLst>
            <pc:docMk/>
            <pc:sldMk cId="2628168185" sldId="277"/>
            <ac:spMk id="162" creationId="{17BA9276-1C37-98E5-28DC-E408ADCEAB8C}"/>
          </ac:spMkLst>
        </pc:spChg>
        <pc:spChg chg="mod">
          <ac:chgData name="Freda Shi" userId="e3bafef1-15f2-4eeb-acbe-fa674bab7991" providerId="ADAL" clId="{9555FC65-5A8C-4EE8-9D5B-8283D7A0923C}" dt="2026-01-28T05:23:14.082" v="44435" actId="108"/>
          <ac:spMkLst>
            <pc:docMk/>
            <pc:sldMk cId="2628168185" sldId="277"/>
            <ac:spMk id="163" creationId="{D2040D85-4652-9869-31F1-2E94CFB7A098}"/>
          </ac:spMkLst>
        </pc:spChg>
        <pc:spChg chg="mod">
          <ac:chgData name="Freda Shi" userId="e3bafef1-15f2-4eeb-acbe-fa674bab7991" providerId="ADAL" clId="{9555FC65-5A8C-4EE8-9D5B-8283D7A0923C}" dt="2026-01-28T05:23:14.082" v="44436" actId="108"/>
          <ac:spMkLst>
            <pc:docMk/>
            <pc:sldMk cId="2628168185" sldId="277"/>
            <ac:spMk id="164" creationId="{4721ADF5-CC76-A46D-0912-B4D11EE7993C}"/>
          </ac:spMkLst>
        </pc:spChg>
        <pc:spChg chg="mod">
          <ac:chgData name="Freda Shi" userId="e3bafef1-15f2-4eeb-acbe-fa674bab7991" providerId="ADAL" clId="{9555FC65-5A8C-4EE8-9D5B-8283D7A0923C}" dt="2026-01-28T05:23:14.082" v="44437" actId="108"/>
          <ac:spMkLst>
            <pc:docMk/>
            <pc:sldMk cId="2628168185" sldId="277"/>
            <ac:spMk id="165" creationId="{D4E1C0D8-52CB-BAD3-1ED9-787A20CF279A}"/>
          </ac:spMkLst>
        </pc:spChg>
        <pc:spChg chg="mod">
          <ac:chgData name="Freda Shi" userId="e3bafef1-15f2-4eeb-acbe-fa674bab7991" providerId="ADAL" clId="{9555FC65-5A8C-4EE8-9D5B-8283D7A0923C}" dt="2026-01-28T05:23:14.083" v="44438" actId="108"/>
          <ac:spMkLst>
            <pc:docMk/>
            <pc:sldMk cId="2628168185" sldId="277"/>
            <ac:spMk id="166" creationId="{88F203C2-7925-EAAC-6EAD-1BAF3C479F04}"/>
          </ac:spMkLst>
        </pc:spChg>
        <pc:spChg chg="mod">
          <ac:chgData name="Freda Shi" userId="e3bafef1-15f2-4eeb-acbe-fa674bab7991" providerId="ADAL" clId="{9555FC65-5A8C-4EE8-9D5B-8283D7A0923C}" dt="2026-01-28T05:23:14.083" v="44439" actId="108"/>
          <ac:spMkLst>
            <pc:docMk/>
            <pc:sldMk cId="2628168185" sldId="277"/>
            <ac:spMk id="167" creationId="{B82AC62A-84A6-C263-216B-23B01246F381}"/>
          </ac:spMkLst>
        </pc:spChg>
        <pc:spChg chg="mod">
          <ac:chgData name="Freda Shi" userId="e3bafef1-15f2-4eeb-acbe-fa674bab7991" providerId="ADAL" clId="{9555FC65-5A8C-4EE8-9D5B-8283D7A0923C}" dt="2026-01-28T05:23:14.083" v="44440" actId="108"/>
          <ac:spMkLst>
            <pc:docMk/>
            <pc:sldMk cId="2628168185" sldId="277"/>
            <ac:spMk id="168" creationId="{7FEAE081-84C5-2AA9-52A2-080F3FF0B6C1}"/>
          </ac:spMkLst>
        </pc:spChg>
        <pc:spChg chg="mod">
          <ac:chgData name="Freda Shi" userId="e3bafef1-15f2-4eeb-acbe-fa674bab7991" providerId="ADAL" clId="{9555FC65-5A8C-4EE8-9D5B-8283D7A0923C}" dt="2026-01-28T05:23:14.084" v="44441" actId="108"/>
          <ac:spMkLst>
            <pc:docMk/>
            <pc:sldMk cId="2628168185" sldId="277"/>
            <ac:spMk id="169" creationId="{008D3E38-BF94-F2AF-F23C-430E7555C567}"/>
          </ac:spMkLst>
        </pc:spChg>
        <pc:spChg chg="mod">
          <ac:chgData name="Freda Shi" userId="e3bafef1-15f2-4eeb-acbe-fa674bab7991" providerId="ADAL" clId="{9555FC65-5A8C-4EE8-9D5B-8283D7A0923C}" dt="2026-01-28T05:23:14.084" v="44442" actId="108"/>
          <ac:spMkLst>
            <pc:docMk/>
            <pc:sldMk cId="2628168185" sldId="277"/>
            <ac:spMk id="170" creationId="{B721526A-EF99-714F-EF16-1E2F3754457A}"/>
          </ac:spMkLst>
        </pc:spChg>
        <pc:spChg chg="mod">
          <ac:chgData name="Freda Shi" userId="e3bafef1-15f2-4eeb-acbe-fa674bab7991" providerId="ADAL" clId="{9555FC65-5A8C-4EE8-9D5B-8283D7A0923C}" dt="2026-01-28T05:23:14.085" v="44443" actId="108"/>
          <ac:spMkLst>
            <pc:docMk/>
            <pc:sldMk cId="2628168185" sldId="277"/>
            <ac:spMk id="171" creationId="{0320B79F-C4C2-9C4F-C3E6-216E1FF0CEDB}"/>
          </ac:spMkLst>
        </pc:spChg>
        <pc:spChg chg="mod">
          <ac:chgData name="Freda Shi" userId="e3bafef1-15f2-4eeb-acbe-fa674bab7991" providerId="ADAL" clId="{9555FC65-5A8C-4EE8-9D5B-8283D7A0923C}" dt="2026-01-28T05:23:14.085" v="44444" actId="108"/>
          <ac:spMkLst>
            <pc:docMk/>
            <pc:sldMk cId="2628168185" sldId="277"/>
            <ac:spMk id="172" creationId="{D113A260-CFBA-2A9D-1B53-7FCDC06AB9AA}"/>
          </ac:spMkLst>
        </pc:spChg>
        <pc:spChg chg="mod">
          <ac:chgData name="Freda Shi" userId="e3bafef1-15f2-4eeb-acbe-fa674bab7991" providerId="ADAL" clId="{9555FC65-5A8C-4EE8-9D5B-8283D7A0923C}" dt="2026-01-28T05:23:14.085" v="44445" actId="108"/>
          <ac:spMkLst>
            <pc:docMk/>
            <pc:sldMk cId="2628168185" sldId="277"/>
            <ac:spMk id="173" creationId="{DAEB228C-42BF-E32E-445E-AA57F53D7274}"/>
          </ac:spMkLst>
        </pc:spChg>
        <pc:spChg chg="mod">
          <ac:chgData name="Freda Shi" userId="e3bafef1-15f2-4eeb-acbe-fa674bab7991" providerId="ADAL" clId="{9555FC65-5A8C-4EE8-9D5B-8283D7A0923C}" dt="2026-01-28T05:23:14.086" v="44446" actId="108"/>
          <ac:spMkLst>
            <pc:docMk/>
            <pc:sldMk cId="2628168185" sldId="277"/>
            <ac:spMk id="174" creationId="{EC8E5FFF-B67B-3C75-2A43-3DD4705C3AF1}"/>
          </ac:spMkLst>
        </pc:spChg>
        <pc:spChg chg="mod">
          <ac:chgData name="Freda Shi" userId="e3bafef1-15f2-4eeb-acbe-fa674bab7991" providerId="ADAL" clId="{9555FC65-5A8C-4EE8-9D5B-8283D7A0923C}" dt="2026-01-28T05:23:14.086" v="44447" actId="108"/>
          <ac:spMkLst>
            <pc:docMk/>
            <pc:sldMk cId="2628168185" sldId="277"/>
            <ac:spMk id="175" creationId="{BFCF8852-D701-F63A-8DE0-FF3BBC2B81F9}"/>
          </ac:spMkLst>
        </pc:spChg>
        <pc:spChg chg="mod">
          <ac:chgData name="Freda Shi" userId="e3bafef1-15f2-4eeb-acbe-fa674bab7991" providerId="ADAL" clId="{9555FC65-5A8C-4EE8-9D5B-8283D7A0923C}" dt="2026-01-28T05:23:14.087" v="44448" actId="108"/>
          <ac:spMkLst>
            <pc:docMk/>
            <pc:sldMk cId="2628168185" sldId="277"/>
            <ac:spMk id="176" creationId="{A489FFD4-1645-6A2E-DDA5-C39982E060AF}"/>
          </ac:spMkLst>
        </pc:spChg>
        <pc:spChg chg="mod">
          <ac:chgData name="Freda Shi" userId="e3bafef1-15f2-4eeb-acbe-fa674bab7991" providerId="ADAL" clId="{9555FC65-5A8C-4EE8-9D5B-8283D7A0923C}" dt="2026-01-28T05:23:14.087" v="44449" actId="108"/>
          <ac:spMkLst>
            <pc:docMk/>
            <pc:sldMk cId="2628168185" sldId="277"/>
            <ac:spMk id="177" creationId="{62F10631-C1B6-E06D-E200-B05D41D14032}"/>
          </ac:spMkLst>
        </pc:spChg>
        <pc:spChg chg="mod">
          <ac:chgData name="Freda Shi" userId="e3bafef1-15f2-4eeb-acbe-fa674bab7991" providerId="ADAL" clId="{9555FC65-5A8C-4EE8-9D5B-8283D7A0923C}" dt="2026-01-28T05:23:14.088" v="44450" actId="108"/>
          <ac:spMkLst>
            <pc:docMk/>
            <pc:sldMk cId="2628168185" sldId="277"/>
            <ac:spMk id="178" creationId="{84D46190-A9B4-B6B5-510B-8C527A7850A1}"/>
          </ac:spMkLst>
        </pc:spChg>
        <pc:spChg chg="mod">
          <ac:chgData name="Freda Shi" userId="e3bafef1-15f2-4eeb-acbe-fa674bab7991" providerId="ADAL" clId="{9555FC65-5A8C-4EE8-9D5B-8283D7A0923C}" dt="2026-01-28T05:23:14.088" v="44451" actId="108"/>
          <ac:spMkLst>
            <pc:docMk/>
            <pc:sldMk cId="2628168185" sldId="277"/>
            <ac:spMk id="179" creationId="{74434213-563D-12D4-D393-7A4E9988A743}"/>
          </ac:spMkLst>
        </pc:spChg>
        <pc:spChg chg="mod">
          <ac:chgData name="Freda Shi" userId="e3bafef1-15f2-4eeb-acbe-fa674bab7991" providerId="ADAL" clId="{9555FC65-5A8C-4EE8-9D5B-8283D7A0923C}" dt="2026-01-28T05:23:14.089" v="44452" actId="108"/>
          <ac:spMkLst>
            <pc:docMk/>
            <pc:sldMk cId="2628168185" sldId="277"/>
            <ac:spMk id="180" creationId="{B0BB3634-4550-50B8-100B-B64592E13575}"/>
          </ac:spMkLst>
        </pc:spChg>
        <pc:spChg chg="mod">
          <ac:chgData name="Freda Shi" userId="e3bafef1-15f2-4eeb-acbe-fa674bab7991" providerId="ADAL" clId="{9555FC65-5A8C-4EE8-9D5B-8283D7A0923C}" dt="2026-01-28T05:23:14.090" v="44453" actId="108"/>
          <ac:spMkLst>
            <pc:docMk/>
            <pc:sldMk cId="2628168185" sldId="277"/>
            <ac:spMk id="181" creationId="{DA56948E-5C3A-4862-46FB-59B74DB5055A}"/>
          </ac:spMkLst>
        </pc:spChg>
        <pc:spChg chg="mod">
          <ac:chgData name="Freda Shi" userId="e3bafef1-15f2-4eeb-acbe-fa674bab7991" providerId="ADAL" clId="{9555FC65-5A8C-4EE8-9D5B-8283D7A0923C}" dt="2026-01-28T05:23:14.090" v="44454" actId="108"/>
          <ac:spMkLst>
            <pc:docMk/>
            <pc:sldMk cId="2628168185" sldId="277"/>
            <ac:spMk id="182" creationId="{575A4167-78EC-0FBE-AF9D-CE26B1927A88}"/>
          </ac:spMkLst>
        </pc:spChg>
        <pc:spChg chg="mod">
          <ac:chgData name="Freda Shi" userId="e3bafef1-15f2-4eeb-acbe-fa674bab7991" providerId="ADAL" clId="{9555FC65-5A8C-4EE8-9D5B-8283D7A0923C}" dt="2026-01-28T05:23:14.090" v="44455" actId="108"/>
          <ac:spMkLst>
            <pc:docMk/>
            <pc:sldMk cId="2628168185" sldId="277"/>
            <ac:spMk id="183" creationId="{A7F3A2CE-BC50-6E96-07A4-1D7D9853FCE5}"/>
          </ac:spMkLst>
        </pc:spChg>
        <pc:spChg chg="mod">
          <ac:chgData name="Freda Shi" userId="e3bafef1-15f2-4eeb-acbe-fa674bab7991" providerId="ADAL" clId="{9555FC65-5A8C-4EE8-9D5B-8283D7A0923C}" dt="2026-01-28T05:23:14.091" v="44456" actId="108"/>
          <ac:spMkLst>
            <pc:docMk/>
            <pc:sldMk cId="2628168185" sldId="277"/>
            <ac:spMk id="184" creationId="{9B779AB1-6864-74AD-F253-31C5C8F7894A}"/>
          </ac:spMkLst>
        </pc:spChg>
        <pc:grpChg chg="del mod">
          <ac:chgData name="Freda Shi" userId="e3bafef1-15f2-4eeb-acbe-fa674bab7991" providerId="ADAL" clId="{9555FC65-5A8C-4EE8-9D5B-8283D7A0923C}" dt="2026-01-28T05:22:44.589" v="44260" actId="478"/>
          <ac:grpSpMkLst>
            <pc:docMk/>
            <pc:sldMk cId="2628168185" sldId="277"/>
            <ac:grpSpMk id="37" creationId="{1AB67F14-9CE1-888A-DE1F-3E7ABF063DE2}"/>
          </ac:grpSpMkLst>
        </pc:grpChg>
        <pc:grpChg chg="del mod ord">
          <ac:chgData name="Freda Shi" userId="e3bafef1-15f2-4eeb-acbe-fa674bab7991" providerId="ADAL" clId="{9555FC65-5A8C-4EE8-9D5B-8283D7A0923C}" dt="2026-01-28T05:23:14.066" v="44401" actId="478"/>
          <ac:grpSpMkLst>
            <pc:docMk/>
            <pc:sldMk cId="2628168185" sldId="277"/>
            <ac:grpSpMk id="96" creationId="{2E880137-5A8F-BE13-B542-E025235C5642}"/>
          </ac:grpSpMkLst>
        </pc:grpChg>
        <pc:grpChg chg="del">
          <ac:chgData name="Freda Shi" userId="e3bafef1-15f2-4eeb-acbe-fa674bab7991" providerId="ADAL" clId="{9555FC65-5A8C-4EE8-9D5B-8283D7A0923C}" dt="2026-01-28T05:22:44.615" v="44317" actId="478"/>
          <ac:grpSpMkLst>
            <pc:docMk/>
            <pc:sldMk cId="2628168185" sldId="277"/>
            <ac:grpSpMk id="97" creationId="{81FEFA6C-C8BF-C35F-B541-7676D8271412}"/>
          </ac:grpSpMkLst>
        </pc:grpChg>
        <pc:grpChg chg="mod ord">
          <ac:chgData name="Freda Shi" userId="e3bafef1-15f2-4eeb-acbe-fa674bab7991" providerId="ADAL" clId="{9555FC65-5A8C-4EE8-9D5B-8283D7A0923C}" dt="2026-01-28T05:23:19.508" v="44470" actId="1035"/>
          <ac:grpSpMkLst>
            <pc:docMk/>
            <pc:sldMk cId="2628168185" sldId="277"/>
            <ac:grpSpMk id="185" creationId="{B7580215-76E7-F5D1-00FF-7EDB82FC319C}"/>
          </ac:grpSpMkLst>
        </pc:grpChg>
        <pc:grpChg chg="del">
          <ac:chgData name="Freda Shi" userId="e3bafef1-15f2-4eeb-acbe-fa674bab7991" providerId="ADAL" clId="{9555FC65-5A8C-4EE8-9D5B-8283D7A0923C}" dt="2026-01-28T05:23:14.093" v="44458" actId="478"/>
          <ac:grpSpMkLst>
            <pc:docMk/>
            <pc:sldMk cId="2628168185" sldId="277"/>
            <ac:grpSpMk id="186" creationId="{155D22BC-ACF2-A7AF-6E6C-0E80F5A22D6D}"/>
          </ac:grpSpMkLst>
        </pc:grpChg>
        <pc:picChg chg="mod">
          <ac:chgData name="Freda Shi" userId="e3bafef1-15f2-4eeb-acbe-fa674bab7991" providerId="ADAL" clId="{9555FC65-5A8C-4EE8-9D5B-8283D7A0923C}" dt="2026-01-28T05:22:06.737" v="44218" actId="14100"/>
          <ac:picMkLst>
            <pc:docMk/>
            <pc:sldMk cId="2628168185" sldId="277"/>
            <ac:picMk id="6" creationId="{A0427EBD-E9F4-F1C9-B7E4-61E606D05424}"/>
          </ac:picMkLst>
        </pc:picChg>
        <pc:picChg chg="mod">
          <ac:chgData name="Freda Shi" userId="e3bafef1-15f2-4eeb-acbe-fa674bab7991" providerId="ADAL" clId="{9555FC65-5A8C-4EE8-9D5B-8283D7A0923C}" dt="2026-01-28T05:22:44.487" v="44227" actId="14100"/>
          <ac:picMkLst>
            <pc:docMk/>
            <pc:sldMk cId="2628168185" sldId="277"/>
            <ac:picMk id="39" creationId="{E614A9FD-85B3-784C-B1E5-C22992E2150E}"/>
          </ac:picMkLst>
        </pc:picChg>
        <pc:picChg chg="mod">
          <ac:chgData name="Freda Shi" userId="e3bafef1-15f2-4eeb-acbe-fa674bab7991" providerId="ADAL" clId="{9555FC65-5A8C-4EE8-9D5B-8283D7A0923C}" dt="2026-01-28T05:23:13.945" v="44342" actId="14100"/>
          <ac:picMkLst>
            <pc:docMk/>
            <pc:sldMk cId="2628168185" sldId="277"/>
            <ac:picMk id="128" creationId="{A8EC2D18-FF5D-E176-221A-7DA179CFD6F2}"/>
          </ac:picMkLst>
        </pc:picChg>
      </pc:sldChg>
      <pc:sldChg chg="addSp delSp modSp new mod addAnim delAnim modAnim">
        <pc:chgData name="Freda Shi" userId="e3bafef1-15f2-4eeb-acbe-fa674bab7991" providerId="ADAL" clId="{9555FC65-5A8C-4EE8-9D5B-8283D7A0923C}" dt="2026-01-28T05:28:28.459" v="44741"/>
        <pc:sldMkLst>
          <pc:docMk/>
          <pc:sldMk cId="2811551873" sldId="278"/>
        </pc:sldMkLst>
        <pc:spChg chg="mod">
          <ac:chgData name="Freda Shi" userId="e3bafef1-15f2-4eeb-acbe-fa674bab7991" providerId="ADAL" clId="{9555FC65-5A8C-4EE8-9D5B-8283D7A0923C}" dt="2026-01-28T05:23:43.933" v="44498" actId="20577"/>
          <ac:spMkLst>
            <pc:docMk/>
            <pc:sldMk cId="2811551873" sldId="278"/>
            <ac:spMk id="2" creationId="{AC000600-4447-B5F6-46D4-C884E443BD1C}"/>
          </ac:spMkLst>
        </pc:spChg>
        <pc:spChg chg="del">
          <ac:chgData name="Freda Shi" userId="e3bafef1-15f2-4eeb-acbe-fa674bab7991" providerId="ADAL" clId="{9555FC65-5A8C-4EE8-9D5B-8283D7A0923C}" dt="2026-01-28T05:23:52.487" v="44499" actId="478"/>
          <ac:spMkLst>
            <pc:docMk/>
            <pc:sldMk cId="2811551873" sldId="278"/>
            <ac:spMk id="3" creationId="{67809E93-CFC1-F405-3E2F-85E0EFEDD004}"/>
          </ac:spMkLst>
        </pc:spChg>
        <pc:spChg chg="add mod">
          <ac:chgData name="Freda Shi" userId="e3bafef1-15f2-4eeb-acbe-fa674bab7991" providerId="ADAL" clId="{9555FC65-5A8C-4EE8-9D5B-8283D7A0923C}" dt="2026-01-28T05:25:55.702" v="44619" actId="20577"/>
          <ac:spMkLst>
            <pc:docMk/>
            <pc:sldMk cId="2811551873" sldId="278"/>
            <ac:spMk id="5" creationId="{741F5F78-50C9-CFE4-F857-FC2B73F166FE}"/>
          </ac:spMkLst>
        </pc:spChg>
        <pc:spChg chg="mod">
          <ac:chgData name="Freda Shi" userId="e3bafef1-15f2-4eeb-acbe-fa674bab7991" providerId="ADAL" clId="{9555FC65-5A8C-4EE8-9D5B-8283D7A0923C}" dt="2026-01-28T05:25:29.545" v="44605" actId="2711"/>
          <ac:spMkLst>
            <pc:docMk/>
            <pc:sldMk cId="2811551873" sldId="278"/>
            <ac:spMk id="11" creationId="{4654259F-BB70-CF64-5719-16288CB62C6A}"/>
          </ac:spMkLst>
        </pc:spChg>
        <pc:spChg chg="mod">
          <ac:chgData name="Freda Shi" userId="e3bafef1-15f2-4eeb-acbe-fa674bab7991" providerId="ADAL" clId="{9555FC65-5A8C-4EE8-9D5B-8283D7A0923C}" dt="2026-01-28T05:25:29.545" v="44605" actId="2711"/>
          <ac:spMkLst>
            <pc:docMk/>
            <pc:sldMk cId="2811551873" sldId="278"/>
            <ac:spMk id="12" creationId="{4857529E-DC00-8ECE-478A-4E0A6652B333}"/>
          </ac:spMkLst>
        </pc:spChg>
        <pc:spChg chg="mod">
          <ac:chgData name="Freda Shi" userId="e3bafef1-15f2-4eeb-acbe-fa674bab7991" providerId="ADAL" clId="{9555FC65-5A8C-4EE8-9D5B-8283D7A0923C}" dt="2026-01-28T05:25:29.545" v="44605" actId="2711"/>
          <ac:spMkLst>
            <pc:docMk/>
            <pc:sldMk cId="2811551873" sldId="278"/>
            <ac:spMk id="13" creationId="{1363E2DB-A100-988F-C6E3-F28A0BA8367B}"/>
          </ac:spMkLst>
        </pc:spChg>
        <pc:spChg chg="mod">
          <ac:chgData name="Freda Shi" userId="e3bafef1-15f2-4eeb-acbe-fa674bab7991" providerId="ADAL" clId="{9555FC65-5A8C-4EE8-9D5B-8283D7A0923C}" dt="2026-01-28T05:25:29.545" v="44605" actId="2711"/>
          <ac:spMkLst>
            <pc:docMk/>
            <pc:sldMk cId="2811551873" sldId="278"/>
            <ac:spMk id="26" creationId="{62CD2F63-6282-4255-BCF6-48C0A5DC1BD1}"/>
          </ac:spMkLst>
        </pc:spChg>
        <pc:spChg chg="mod">
          <ac:chgData name="Freda Shi" userId="e3bafef1-15f2-4eeb-acbe-fa674bab7991" providerId="ADAL" clId="{9555FC65-5A8C-4EE8-9D5B-8283D7A0923C}" dt="2026-01-28T05:24:27.950" v="44505"/>
          <ac:spMkLst>
            <pc:docMk/>
            <pc:sldMk cId="2811551873" sldId="278"/>
            <ac:spMk id="30" creationId="{48B8B2C8-AD01-55DE-EA4A-EE3FE86B0A31}"/>
          </ac:spMkLst>
        </pc:spChg>
        <pc:spChg chg="mod">
          <ac:chgData name="Freda Shi" userId="e3bafef1-15f2-4eeb-acbe-fa674bab7991" providerId="ADAL" clId="{9555FC65-5A8C-4EE8-9D5B-8283D7A0923C}" dt="2026-01-28T05:24:27.950" v="44505"/>
          <ac:spMkLst>
            <pc:docMk/>
            <pc:sldMk cId="2811551873" sldId="278"/>
            <ac:spMk id="31" creationId="{629CB3CB-49FB-881A-EC3E-B58CB3F67D02}"/>
          </ac:spMkLst>
        </pc:spChg>
        <pc:spChg chg="mod">
          <ac:chgData name="Freda Shi" userId="e3bafef1-15f2-4eeb-acbe-fa674bab7991" providerId="ADAL" clId="{9555FC65-5A8C-4EE8-9D5B-8283D7A0923C}" dt="2026-01-28T05:24:27.950" v="44505"/>
          <ac:spMkLst>
            <pc:docMk/>
            <pc:sldMk cId="2811551873" sldId="278"/>
            <ac:spMk id="32" creationId="{2FE3531C-2E2B-0EA3-82D5-28B3E8D53D8E}"/>
          </ac:spMkLst>
        </pc:spChg>
        <pc:spChg chg="mod">
          <ac:chgData name="Freda Shi" userId="e3bafef1-15f2-4eeb-acbe-fa674bab7991" providerId="ADAL" clId="{9555FC65-5A8C-4EE8-9D5B-8283D7A0923C}" dt="2026-01-28T05:24:27.950" v="44505"/>
          <ac:spMkLst>
            <pc:docMk/>
            <pc:sldMk cId="2811551873" sldId="278"/>
            <ac:spMk id="39" creationId="{3BB862ED-E17C-D7AE-3B28-765D67C5066A}"/>
          </ac:spMkLst>
        </pc:spChg>
        <pc:spChg chg="mod">
          <ac:chgData name="Freda Shi" userId="e3bafef1-15f2-4eeb-acbe-fa674bab7991" providerId="ADAL" clId="{9555FC65-5A8C-4EE8-9D5B-8283D7A0923C}" dt="2026-01-28T05:25:29.545" v="44605" actId="2711"/>
          <ac:spMkLst>
            <pc:docMk/>
            <pc:sldMk cId="2811551873" sldId="278"/>
            <ac:spMk id="42" creationId="{0E3B8803-23E0-06CE-6C32-4E04E9A2FEAF}"/>
          </ac:spMkLst>
        </pc:spChg>
        <pc:spChg chg="mod">
          <ac:chgData name="Freda Shi" userId="e3bafef1-15f2-4eeb-acbe-fa674bab7991" providerId="ADAL" clId="{9555FC65-5A8C-4EE8-9D5B-8283D7A0923C}" dt="2026-01-28T05:25:29.545" v="44605" actId="2711"/>
          <ac:spMkLst>
            <pc:docMk/>
            <pc:sldMk cId="2811551873" sldId="278"/>
            <ac:spMk id="51" creationId="{745ED199-954C-1CF3-4468-EEE0E59B282A}"/>
          </ac:spMkLst>
        </pc:spChg>
        <pc:spChg chg="mod">
          <ac:chgData name="Freda Shi" userId="e3bafef1-15f2-4eeb-acbe-fa674bab7991" providerId="ADAL" clId="{9555FC65-5A8C-4EE8-9D5B-8283D7A0923C}" dt="2026-01-28T05:25:29.545" v="44605" actId="2711"/>
          <ac:spMkLst>
            <pc:docMk/>
            <pc:sldMk cId="2811551873" sldId="278"/>
            <ac:spMk id="56" creationId="{D2BB3AF6-CB55-B1E6-6BA8-8C0877CBF5EA}"/>
          </ac:spMkLst>
        </pc:spChg>
        <pc:spChg chg="mod">
          <ac:chgData name="Freda Shi" userId="e3bafef1-15f2-4eeb-acbe-fa674bab7991" providerId="ADAL" clId="{9555FC65-5A8C-4EE8-9D5B-8283D7A0923C}" dt="2026-01-28T05:25:29.545" v="44605" actId="2711"/>
          <ac:spMkLst>
            <pc:docMk/>
            <pc:sldMk cId="2811551873" sldId="278"/>
            <ac:spMk id="58" creationId="{7A0BABFB-7B01-BC40-0B24-F5C074753231}"/>
          </ac:spMkLst>
        </pc:spChg>
        <pc:spChg chg="mod">
          <ac:chgData name="Freda Shi" userId="e3bafef1-15f2-4eeb-acbe-fa674bab7991" providerId="ADAL" clId="{9555FC65-5A8C-4EE8-9D5B-8283D7A0923C}" dt="2026-01-28T05:24:27.950" v="44505"/>
          <ac:spMkLst>
            <pc:docMk/>
            <pc:sldMk cId="2811551873" sldId="278"/>
            <ac:spMk id="60" creationId="{BD94EBD2-CC6E-F84A-A778-71777F882868}"/>
          </ac:spMkLst>
        </pc:spChg>
        <pc:spChg chg="mod">
          <ac:chgData name="Freda Shi" userId="e3bafef1-15f2-4eeb-acbe-fa674bab7991" providerId="ADAL" clId="{9555FC65-5A8C-4EE8-9D5B-8283D7A0923C}" dt="2026-01-28T05:25:29.545" v="44605" actId="2711"/>
          <ac:spMkLst>
            <pc:docMk/>
            <pc:sldMk cId="2811551873" sldId="278"/>
            <ac:spMk id="64" creationId="{B0BEA40A-C85A-79A0-9008-543FBC4B3B07}"/>
          </ac:spMkLst>
        </pc:spChg>
        <pc:spChg chg="del topLvl">
          <ac:chgData name="Freda Shi" userId="e3bafef1-15f2-4eeb-acbe-fa674bab7991" providerId="ADAL" clId="{9555FC65-5A8C-4EE8-9D5B-8283D7A0923C}" dt="2026-01-28T05:28:06.642" v="44719" actId="478"/>
          <ac:spMkLst>
            <pc:docMk/>
            <pc:sldMk cId="2811551873" sldId="278"/>
            <ac:spMk id="89" creationId="{438591E0-CC66-9C4F-847D-3C7DD7564A22}"/>
          </ac:spMkLst>
        </pc:spChg>
        <pc:spChg chg="del topLvl">
          <ac:chgData name="Freda Shi" userId="e3bafef1-15f2-4eeb-acbe-fa674bab7991" providerId="ADAL" clId="{9555FC65-5A8C-4EE8-9D5B-8283D7A0923C}" dt="2026-01-28T05:28:06.626" v="44684" actId="478"/>
          <ac:spMkLst>
            <pc:docMk/>
            <pc:sldMk cId="2811551873" sldId="278"/>
            <ac:spMk id="90" creationId="{B883BDB1-3AF3-3322-7252-1E145DF18313}"/>
          </ac:spMkLst>
        </pc:spChg>
        <pc:spChg chg="del mod">
          <ac:chgData name="Freda Shi" userId="e3bafef1-15f2-4eeb-acbe-fa674bab7991" providerId="ADAL" clId="{9555FC65-5A8C-4EE8-9D5B-8283D7A0923C}" dt="2026-01-28T05:28:06.626" v="44683" actId="478"/>
          <ac:spMkLst>
            <pc:docMk/>
            <pc:sldMk cId="2811551873" sldId="278"/>
            <ac:spMk id="91" creationId="{2B1AA512-C648-AF6C-9E28-D41A57BCD0F9}"/>
          </ac:spMkLst>
        </pc:spChg>
        <pc:spChg chg="del">
          <ac:chgData name="Freda Shi" userId="e3bafef1-15f2-4eeb-acbe-fa674bab7991" providerId="ADAL" clId="{9555FC65-5A8C-4EE8-9D5B-8283D7A0923C}" dt="2026-01-28T05:28:06.625" v="44682" actId="478"/>
          <ac:spMkLst>
            <pc:docMk/>
            <pc:sldMk cId="2811551873" sldId="278"/>
            <ac:spMk id="92" creationId="{77FB4D2C-0D75-ED55-0D74-8749DC9F778F}"/>
          </ac:spMkLst>
        </pc:spChg>
        <pc:spChg chg="del">
          <ac:chgData name="Freda Shi" userId="e3bafef1-15f2-4eeb-acbe-fa674bab7991" providerId="ADAL" clId="{9555FC65-5A8C-4EE8-9D5B-8283D7A0923C}" dt="2026-01-28T05:28:06.624" v="44681" actId="478"/>
          <ac:spMkLst>
            <pc:docMk/>
            <pc:sldMk cId="2811551873" sldId="278"/>
            <ac:spMk id="93" creationId="{54BBB8C0-BE1F-294D-AAC8-1C623C769FDF}"/>
          </ac:spMkLst>
        </pc:spChg>
        <pc:spChg chg="del">
          <ac:chgData name="Freda Shi" userId="e3bafef1-15f2-4eeb-acbe-fa674bab7991" providerId="ADAL" clId="{9555FC65-5A8C-4EE8-9D5B-8283D7A0923C}" dt="2026-01-28T05:28:06.624" v="44680" actId="478"/>
          <ac:spMkLst>
            <pc:docMk/>
            <pc:sldMk cId="2811551873" sldId="278"/>
            <ac:spMk id="94" creationId="{3FE2CE2F-2FC3-B61F-2FCD-ED25593A44B6}"/>
          </ac:spMkLst>
        </pc:spChg>
        <pc:spChg chg="del">
          <ac:chgData name="Freda Shi" userId="e3bafef1-15f2-4eeb-acbe-fa674bab7991" providerId="ADAL" clId="{9555FC65-5A8C-4EE8-9D5B-8283D7A0923C}" dt="2026-01-28T05:28:06.623" v="44679" actId="478"/>
          <ac:spMkLst>
            <pc:docMk/>
            <pc:sldMk cId="2811551873" sldId="278"/>
            <ac:spMk id="95" creationId="{B840EB99-F9C7-B388-7755-56AA5C57A174}"/>
          </ac:spMkLst>
        </pc:spChg>
        <pc:spChg chg="del">
          <ac:chgData name="Freda Shi" userId="e3bafef1-15f2-4eeb-acbe-fa674bab7991" providerId="ADAL" clId="{9555FC65-5A8C-4EE8-9D5B-8283D7A0923C}" dt="2026-01-28T05:28:06.622" v="44678" actId="478"/>
          <ac:spMkLst>
            <pc:docMk/>
            <pc:sldMk cId="2811551873" sldId="278"/>
            <ac:spMk id="96" creationId="{7F1FAEA8-93CC-4721-DDDD-583CD4AA46B5}"/>
          </ac:spMkLst>
        </pc:spChg>
        <pc:spChg chg="del">
          <ac:chgData name="Freda Shi" userId="e3bafef1-15f2-4eeb-acbe-fa674bab7991" providerId="ADAL" clId="{9555FC65-5A8C-4EE8-9D5B-8283D7A0923C}" dt="2026-01-28T05:28:06.622" v="44677" actId="478"/>
          <ac:spMkLst>
            <pc:docMk/>
            <pc:sldMk cId="2811551873" sldId="278"/>
            <ac:spMk id="97" creationId="{E80C1A28-6B90-59DA-3EA4-FD918A448949}"/>
          </ac:spMkLst>
        </pc:spChg>
        <pc:spChg chg="del">
          <ac:chgData name="Freda Shi" userId="e3bafef1-15f2-4eeb-acbe-fa674bab7991" providerId="ADAL" clId="{9555FC65-5A8C-4EE8-9D5B-8283D7A0923C}" dt="2026-01-28T05:28:06.621" v="44676" actId="478"/>
          <ac:spMkLst>
            <pc:docMk/>
            <pc:sldMk cId="2811551873" sldId="278"/>
            <ac:spMk id="98" creationId="{F53954B9-77D0-0281-000A-2D3CDC409F6D}"/>
          </ac:spMkLst>
        </pc:spChg>
        <pc:spChg chg="del">
          <ac:chgData name="Freda Shi" userId="e3bafef1-15f2-4eeb-acbe-fa674bab7991" providerId="ADAL" clId="{9555FC65-5A8C-4EE8-9D5B-8283D7A0923C}" dt="2026-01-28T05:28:06.621" v="44675" actId="478"/>
          <ac:spMkLst>
            <pc:docMk/>
            <pc:sldMk cId="2811551873" sldId="278"/>
            <ac:spMk id="99" creationId="{E64B7B90-7F72-A4C3-6428-D2C9D40D7955}"/>
          </ac:spMkLst>
        </pc:spChg>
        <pc:spChg chg="del mod">
          <ac:chgData name="Freda Shi" userId="e3bafef1-15f2-4eeb-acbe-fa674bab7991" providerId="ADAL" clId="{9555FC65-5A8C-4EE8-9D5B-8283D7A0923C}" dt="2026-01-28T05:28:06.620" v="44674" actId="478"/>
          <ac:spMkLst>
            <pc:docMk/>
            <pc:sldMk cId="2811551873" sldId="278"/>
            <ac:spMk id="100" creationId="{BAC3FBB0-E9B0-F187-1373-B3A350D5F366}"/>
          </ac:spMkLst>
        </pc:spChg>
        <pc:spChg chg="del">
          <ac:chgData name="Freda Shi" userId="e3bafef1-15f2-4eeb-acbe-fa674bab7991" providerId="ADAL" clId="{9555FC65-5A8C-4EE8-9D5B-8283D7A0923C}" dt="2026-01-28T05:28:06.619" v="44673" actId="478"/>
          <ac:spMkLst>
            <pc:docMk/>
            <pc:sldMk cId="2811551873" sldId="278"/>
            <ac:spMk id="101" creationId="{12C1F27C-E689-4533-4CB4-5272082AB6D6}"/>
          </ac:spMkLst>
        </pc:spChg>
        <pc:spChg chg="del">
          <ac:chgData name="Freda Shi" userId="e3bafef1-15f2-4eeb-acbe-fa674bab7991" providerId="ADAL" clId="{9555FC65-5A8C-4EE8-9D5B-8283D7A0923C}" dt="2026-01-28T05:28:06.618" v="44672" actId="478"/>
          <ac:spMkLst>
            <pc:docMk/>
            <pc:sldMk cId="2811551873" sldId="278"/>
            <ac:spMk id="102" creationId="{8B83676D-1E32-5DFD-4B32-CD605C3D30BB}"/>
          </ac:spMkLst>
        </pc:spChg>
        <pc:spChg chg="del">
          <ac:chgData name="Freda Shi" userId="e3bafef1-15f2-4eeb-acbe-fa674bab7991" providerId="ADAL" clId="{9555FC65-5A8C-4EE8-9D5B-8283D7A0923C}" dt="2026-01-28T05:28:06.618" v="44671" actId="478"/>
          <ac:spMkLst>
            <pc:docMk/>
            <pc:sldMk cId="2811551873" sldId="278"/>
            <ac:spMk id="103" creationId="{AAB3FBA1-8675-0DB4-307C-0FF6777C6D3E}"/>
          </ac:spMkLst>
        </pc:spChg>
        <pc:spChg chg="del">
          <ac:chgData name="Freda Shi" userId="e3bafef1-15f2-4eeb-acbe-fa674bab7991" providerId="ADAL" clId="{9555FC65-5A8C-4EE8-9D5B-8283D7A0923C}" dt="2026-01-28T05:28:06.617" v="44670" actId="478"/>
          <ac:spMkLst>
            <pc:docMk/>
            <pc:sldMk cId="2811551873" sldId="278"/>
            <ac:spMk id="104" creationId="{FF7828CC-7BF4-4799-0A55-C5C9F0345495}"/>
          </ac:spMkLst>
        </pc:spChg>
        <pc:spChg chg="del">
          <ac:chgData name="Freda Shi" userId="e3bafef1-15f2-4eeb-acbe-fa674bab7991" providerId="ADAL" clId="{9555FC65-5A8C-4EE8-9D5B-8283D7A0923C}" dt="2026-01-28T05:28:06.616" v="44669" actId="478"/>
          <ac:spMkLst>
            <pc:docMk/>
            <pc:sldMk cId="2811551873" sldId="278"/>
            <ac:spMk id="105" creationId="{7A1F3010-04AA-288E-9873-C4728AB5991F}"/>
          </ac:spMkLst>
        </pc:spChg>
        <pc:spChg chg="del mod">
          <ac:chgData name="Freda Shi" userId="e3bafef1-15f2-4eeb-acbe-fa674bab7991" providerId="ADAL" clId="{9555FC65-5A8C-4EE8-9D5B-8283D7A0923C}" dt="2026-01-28T05:28:06.616" v="44668" actId="478"/>
          <ac:spMkLst>
            <pc:docMk/>
            <pc:sldMk cId="2811551873" sldId="278"/>
            <ac:spMk id="106" creationId="{AF970291-07DC-6BA2-85AF-3081206C5977}"/>
          </ac:spMkLst>
        </pc:spChg>
        <pc:spChg chg="del">
          <ac:chgData name="Freda Shi" userId="e3bafef1-15f2-4eeb-acbe-fa674bab7991" providerId="ADAL" clId="{9555FC65-5A8C-4EE8-9D5B-8283D7A0923C}" dt="2026-01-28T05:28:06.615" v="44667" actId="478"/>
          <ac:spMkLst>
            <pc:docMk/>
            <pc:sldMk cId="2811551873" sldId="278"/>
            <ac:spMk id="107" creationId="{27FC9298-660A-FB71-E767-977C53244606}"/>
          </ac:spMkLst>
        </pc:spChg>
        <pc:spChg chg="del">
          <ac:chgData name="Freda Shi" userId="e3bafef1-15f2-4eeb-acbe-fa674bab7991" providerId="ADAL" clId="{9555FC65-5A8C-4EE8-9D5B-8283D7A0923C}" dt="2026-01-28T05:28:06.614" v="44666" actId="478"/>
          <ac:spMkLst>
            <pc:docMk/>
            <pc:sldMk cId="2811551873" sldId="278"/>
            <ac:spMk id="108" creationId="{F608559D-72BE-3330-1FBD-2EAED858CE72}"/>
          </ac:spMkLst>
        </pc:spChg>
        <pc:spChg chg="del">
          <ac:chgData name="Freda Shi" userId="e3bafef1-15f2-4eeb-acbe-fa674bab7991" providerId="ADAL" clId="{9555FC65-5A8C-4EE8-9D5B-8283D7A0923C}" dt="2026-01-28T05:28:06.613" v="44665" actId="478"/>
          <ac:spMkLst>
            <pc:docMk/>
            <pc:sldMk cId="2811551873" sldId="278"/>
            <ac:spMk id="109" creationId="{F7108CF4-E5B7-FD1F-CD5C-02276F223A2E}"/>
          </ac:spMkLst>
        </pc:spChg>
        <pc:spChg chg="del">
          <ac:chgData name="Freda Shi" userId="e3bafef1-15f2-4eeb-acbe-fa674bab7991" providerId="ADAL" clId="{9555FC65-5A8C-4EE8-9D5B-8283D7A0923C}" dt="2026-01-28T05:28:06.613" v="44664" actId="478"/>
          <ac:spMkLst>
            <pc:docMk/>
            <pc:sldMk cId="2811551873" sldId="278"/>
            <ac:spMk id="110" creationId="{3129D3A9-D8DB-6478-E375-03B07685121D}"/>
          </ac:spMkLst>
        </pc:spChg>
        <pc:spChg chg="del">
          <ac:chgData name="Freda Shi" userId="e3bafef1-15f2-4eeb-acbe-fa674bab7991" providerId="ADAL" clId="{9555FC65-5A8C-4EE8-9D5B-8283D7A0923C}" dt="2026-01-28T05:28:06.612" v="44663" actId="478"/>
          <ac:spMkLst>
            <pc:docMk/>
            <pc:sldMk cId="2811551873" sldId="278"/>
            <ac:spMk id="111" creationId="{844CF8B0-7A5A-7288-6419-5748152A1E69}"/>
          </ac:spMkLst>
        </pc:spChg>
        <pc:spChg chg="del">
          <ac:chgData name="Freda Shi" userId="e3bafef1-15f2-4eeb-acbe-fa674bab7991" providerId="ADAL" clId="{9555FC65-5A8C-4EE8-9D5B-8283D7A0923C}" dt="2026-01-28T05:28:06.611" v="44662" actId="478"/>
          <ac:spMkLst>
            <pc:docMk/>
            <pc:sldMk cId="2811551873" sldId="278"/>
            <ac:spMk id="112" creationId="{36660CA5-72D4-E182-C567-7E4496DF874E}"/>
          </ac:spMkLst>
        </pc:spChg>
        <pc:spChg chg="del">
          <ac:chgData name="Freda Shi" userId="e3bafef1-15f2-4eeb-acbe-fa674bab7991" providerId="ADAL" clId="{9555FC65-5A8C-4EE8-9D5B-8283D7A0923C}" dt="2026-01-28T05:28:06.609" v="44661" actId="478"/>
          <ac:spMkLst>
            <pc:docMk/>
            <pc:sldMk cId="2811551873" sldId="278"/>
            <ac:spMk id="113" creationId="{17B5BB2E-BEEE-4B96-828F-081B6EA9ECDB}"/>
          </ac:spMkLst>
        </pc:spChg>
        <pc:spChg chg="del mod">
          <ac:chgData name="Freda Shi" userId="e3bafef1-15f2-4eeb-acbe-fa674bab7991" providerId="ADAL" clId="{9555FC65-5A8C-4EE8-9D5B-8283D7A0923C}" dt="2026-01-28T05:28:06.609" v="44660" actId="478"/>
          <ac:spMkLst>
            <pc:docMk/>
            <pc:sldMk cId="2811551873" sldId="278"/>
            <ac:spMk id="114" creationId="{BE58ECAA-3C43-281D-78F3-DEB165B10FAF}"/>
          </ac:spMkLst>
        </pc:spChg>
        <pc:spChg chg="del">
          <ac:chgData name="Freda Shi" userId="e3bafef1-15f2-4eeb-acbe-fa674bab7991" providerId="ADAL" clId="{9555FC65-5A8C-4EE8-9D5B-8283D7A0923C}" dt="2026-01-28T05:28:06.609" v="44659" actId="478"/>
          <ac:spMkLst>
            <pc:docMk/>
            <pc:sldMk cId="2811551873" sldId="278"/>
            <ac:spMk id="115" creationId="{5A9918B5-BCF8-E7FF-9FA6-8C2E3BE63F9F}"/>
          </ac:spMkLst>
        </pc:spChg>
        <pc:spChg chg="del mod">
          <ac:chgData name="Freda Shi" userId="e3bafef1-15f2-4eeb-acbe-fa674bab7991" providerId="ADAL" clId="{9555FC65-5A8C-4EE8-9D5B-8283D7A0923C}" dt="2026-01-28T05:28:06.608" v="44658" actId="478"/>
          <ac:spMkLst>
            <pc:docMk/>
            <pc:sldMk cId="2811551873" sldId="278"/>
            <ac:spMk id="116" creationId="{146A7C0A-EB0D-B6DC-4B9F-5F6FDAD197B7}"/>
          </ac:spMkLst>
        </pc:spChg>
        <pc:spChg chg="del">
          <ac:chgData name="Freda Shi" userId="e3bafef1-15f2-4eeb-acbe-fa674bab7991" providerId="ADAL" clId="{9555FC65-5A8C-4EE8-9D5B-8283D7A0923C}" dt="2026-01-28T05:28:06.607" v="44657" actId="478"/>
          <ac:spMkLst>
            <pc:docMk/>
            <pc:sldMk cId="2811551873" sldId="278"/>
            <ac:spMk id="117" creationId="{BDD59AB8-FB04-D584-3A8C-3BCEC3E8DA23}"/>
          </ac:spMkLst>
        </pc:spChg>
        <pc:spChg chg="del">
          <ac:chgData name="Freda Shi" userId="e3bafef1-15f2-4eeb-acbe-fa674bab7991" providerId="ADAL" clId="{9555FC65-5A8C-4EE8-9D5B-8283D7A0923C}" dt="2026-01-28T05:28:06.606" v="44656" actId="478"/>
          <ac:spMkLst>
            <pc:docMk/>
            <pc:sldMk cId="2811551873" sldId="278"/>
            <ac:spMk id="118" creationId="{E67DBE68-866D-C576-B1F2-B05FB12AAD9E}"/>
          </ac:spMkLst>
        </pc:spChg>
        <pc:spChg chg="del">
          <ac:chgData name="Freda Shi" userId="e3bafef1-15f2-4eeb-acbe-fa674bab7991" providerId="ADAL" clId="{9555FC65-5A8C-4EE8-9D5B-8283D7A0923C}" dt="2026-01-28T05:28:06.606" v="44655" actId="478"/>
          <ac:spMkLst>
            <pc:docMk/>
            <pc:sldMk cId="2811551873" sldId="278"/>
            <ac:spMk id="119" creationId="{60E747C7-C6D5-6DD5-A5E2-B2EBFCB672FE}"/>
          </ac:spMkLst>
        </pc:spChg>
        <pc:spChg chg="del">
          <ac:chgData name="Freda Shi" userId="e3bafef1-15f2-4eeb-acbe-fa674bab7991" providerId="ADAL" clId="{9555FC65-5A8C-4EE8-9D5B-8283D7A0923C}" dt="2026-01-28T05:28:06.605" v="44654" actId="478"/>
          <ac:spMkLst>
            <pc:docMk/>
            <pc:sldMk cId="2811551873" sldId="278"/>
            <ac:spMk id="120" creationId="{6CD4C840-ECB6-75D7-9C98-5B3072BA9320}"/>
          </ac:spMkLst>
        </pc:spChg>
        <pc:spChg chg="del">
          <ac:chgData name="Freda Shi" userId="e3bafef1-15f2-4eeb-acbe-fa674bab7991" providerId="ADAL" clId="{9555FC65-5A8C-4EE8-9D5B-8283D7A0923C}" dt="2026-01-28T05:28:06.604" v="44653" actId="478"/>
          <ac:spMkLst>
            <pc:docMk/>
            <pc:sldMk cId="2811551873" sldId="278"/>
            <ac:spMk id="121" creationId="{DA20A3B7-0AE5-EE7A-5656-974A9CCBE554}"/>
          </ac:spMkLst>
        </pc:spChg>
        <pc:spChg chg="del mod">
          <ac:chgData name="Freda Shi" userId="e3bafef1-15f2-4eeb-acbe-fa674bab7991" providerId="ADAL" clId="{9555FC65-5A8C-4EE8-9D5B-8283D7A0923C}" dt="2026-01-28T05:28:06.604" v="44652" actId="478"/>
          <ac:spMkLst>
            <pc:docMk/>
            <pc:sldMk cId="2811551873" sldId="278"/>
            <ac:spMk id="122" creationId="{744B65CC-7986-9259-34AD-0832F6D83CFE}"/>
          </ac:spMkLst>
        </pc:spChg>
        <pc:spChg chg="del">
          <ac:chgData name="Freda Shi" userId="e3bafef1-15f2-4eeb-acbe-fa674bab7991" providerId="ADAL" clId="{9555FC65-5A8C-4EE8-9D5B-8283D7A0923C}" dt="2026-01-28T05:28:06.603" v="44651" actId="478"/>
          <ac:spMkLst>
            <pc:docMk/>
            <pc:sldMk cId="2811551873" sldId="278"/>
            <ac:spMk id="123" creationId="{00AD3357-2F36-564E-98A6-37A1CA10FA4F}"/>
          </ac:spMkLst>
        </pc:spChg>
        <pc:spChg chg="del">
          <ac:chgData name="Freda Shi" userId="e3bafef1-15f2-4eeb-acbe-fa674bab7991" providerId="ADAL" clId="{9555FC65-5A8C-4EE8-9D5B-8283D7A0923C}" dt="2026-01-28T05:28:06.602" v="44650" actId="478"/>
          <ac:spMkLst>
            <pc:docMk/>
            <pc:sldMk cId="2811551873" sldId="278"/>
            <ac:spMk id="124" creationId="{EB308466-FCA6-FE1B-02BF-57B890726037}"/>
          </ac:spMkLst>
        </pc:spChg>
        <pc:spChg chg="del">
          <ac:chgData name="Freda Shi" userId="e3bafef1-15f2-4eeb-acbe-fa674bab7991" providerId="ADAL" clId="{9555FC65-5A8C-4EE8-9D5B-8283D7A0923C}" dt="2026-01-28T05:28:06.602" v="44649" actId="478"/>
          <ac:spMkLst>
            <pc:docMk/>
            <pc:sldMk cId="2811551873" sldId="278"/>
            <ac:spMk id="125" creationId="{0F339602-9EC2-5E00-7ED6-380506F358DD}"/>
          </ac:spMkLst>
        </pc:spChg>
        <pc:spChg chg="del">
          <ac:chgData name="Freda Shi" userId="e3bafef1-15f2-4eeb-acbe-fa674bab7991" providerId="ADAL" clId="{9555FC65-5A8C-4EE8-9D5B-8283D7A0923C}" dt="2026-01-28T05:28:06.601" v="44648" actId="478"/>
          <ac:spMkLst>
            <pc:docMk/>
            <pc:sldMk cId="2811551873" sldId="278"/>
            <ac:spMk id="126" creationId="{82A6F6D6-C57E-0A38-682B-5715267F33F2}"/>
          </ac:spMkLst>
        </pc:spChg>
        <pc:spChg chg="del">
          <ac:chgData name="Freda Shi" userId="e3bafef1-15f2-4eeb-acbe-fa674bab7991" providerId="ADAL" clId="{9555FC65-5A8C-4EE8-9D5B-8283D7A0923C}" dt="2026-01-28T05:28:06.599" v="44647" actId="478"/>
          <ac:spMkLst>
            <pc:docMk/>
            <pc:sldMk cId="2811551873" sldId="278"/>
            <ac:spMk id="127" creationId="{BFBA2176-663F-F3D9-9741-37275FFB5B18}"/>
          </ac:spMkLst>
        </pc:spChg>
        <pc:spChg chg="del">
          <ac:chgData name="Freda Shi" userId="e3bafef1-15f2-4eeb-acbe-fa674bab7991" providerId="ADAL" clId="{9555FC65-5A8C-4EE8-9D5B-8283D7A0923C}" dt="2026-01-28T05:28:06.599" v="44646" actId="478"/>
          <ac:spMkLst>
            <pc:docMk/>
            <pc:sldMk cId="2811551873" sldId="278"/>
            <ac:spMk id="128" creationId="{8A1256ED-65B5-20A6-16ED-98A65AE1D056}"/>
          </ac:spMkLst>
        </pc:spChg>
        <pc:spChg chg="del">
          <ac:chgData name="Freda Shi" userId="e3bafef1-15f2-4eeb-acbe-fa674bab7991" providerId="ADAL" clId="{9555FC65-5A8C-4EE8-9D5B-8283D7A0923C}" dt="2026-01-28T05:28:06.598" v="44645" actId="478"/>
          <ac:spMkLst>
            <pc:docMk/>
            <pc:sldMk cId="2811551873" sldId="278"/>
            <ac:spMk id="129" creationId="{A980B15E-F2B6-E857-8236-35B9EB78E94A}"/>
          </ac:spMkLst>
        </pc:spChg>
        <pc:spChg chg="del">
          <ac:chgData name="Freda Shi" userId="e3bafef1-15f2-4eeb-acbe-fa674bab7991" providerId="ADAL" clId="{9555FC65-5A8C-4EE8-9D5B-8283D7A0923C}" dt="2026-01-28T05:28:06.597" v="44644" actId="478"/>
          <ac:spMkLst>
            <pc:docMk/>
            <pc:sldMk cId="2811551873" sldId="278"/>
            <ac:spMk id="130" creationId="{4E24F806-7A45-F2AB-E020-2C06EB89212D}"/>
          </ac:spMkLst>
        </pc:spChg>
        <pc:spChg chg="del mod">
          <ac:chgData name="Freda Shi" userId="e3bafef1-15f2-4eeb-acbe-fa674bab7991" providerId="ADAL" clId="{9555FC65-5A8C-4EE8-9D5B-8283D7A0923C}" dt="2026-01-28T05:28:06.597" v="44643" actId="478"/>
          <ac:spMkLst>
            <pc:docMk/>
            <pc:sldMk cId="2811551873" sldId="278"/>
            <ac:spMk id="131" creationId="{A9282564-6642-6101-8007-5F24B8C69A8D}"/>
          </ac:spMkLst>
        </pc:spChg>
        <pc:spChg chg="del">
          <ac:chgData name="Freda Shi" userId="e3bafef1-15f2-4eeb-acbe-fa674bab7991" providerId="ADAL" clId="{9555FC65-5A8C-4EE8-9D5B-8283D7A0923C}" dt="2026-01-28T05:28:06.596" v="44642" actId="478"/>
          <ac:spMkLst>
            <pc:docMk/>
            <pc:sldMk cId="2811551873" sldId="278"/>
            <ac:spMk id="132" creationId="{E91B6909-CF84-F025-647A-F55666FC536B}"/>
          </ac:spMkLst>
        </pc:spChg>
        <pc:spChg chg="del mod">
          <ac:chgData name="Freda Shi" userId="e3bafef1-15f2-4eeb-acbe-fa674bab7991" providerId="ADAL" clId="{9555FC65-5A8C-4EE8-9D5B-8283D7A0923C}" dt="2026-01-28T05:28:06.595" v="44641" actId="478"/>
          <ac:spMkLst>
            <pc:docMk/>
            <pc:sldMk cId="2811551873" sldId="278"/>
            <ac:spMk id="133" creationId="{EABEC56E-67B0-D7D6-3E1C-92614BEDBF1B}"/>
          </ac:spMkLst>
        </pc:spChg>
        <pc:spChg chg="del">
          <ac:chgData name="Freda Shi" userId="e3bafef1-15f2-4eeb-acbe-fa674bab7991" providerId="ADAL" clId="{9555FC65-5A8C-4EE8-9D5B-8283D7A0923C}" dt="2026-01-28T05:28:06.594" v="44640" actId="478"/>
          <ac:spMkLst>
            <pc:docMk/>
            <pc:sldMk cId="2811551873" sldId="278"/>
            <ac:spMk id="134" creationId="{6315FB78-A692-9DAE-F748-01B22D4D3222}"/>
          </ac:spMkLst>
        </pc:spChg>
        <pc:spChg chg="del">
          <ac:chgData name="Freda Shi" userId="e3bafef1-15f2-4eeb-acbe-fa674bab7991" providerId="ADAL" clId="{9555FC65-5A8C-4EE8-9D5B-8283D7A0923C}" dt="2026-01-28T05:28:06.593" v="44639" actId="478"/>
          <ac:spMkLst>
            <pc:docMk/>
            <pc:sldMk cId="2811551873" sldId="278"/>
            <ac:spMk id="135" creationId="{00193A72-48D5-E92B-4324-ACF6CB95E19A}"/>
          </ac:spMkLst>
        </pc:spChg>
        <pc:spChg chg="del">
          <ac:chgData name="Freda Shi" userId="e3bafef1-15f2-4eeb-acbe-fa674bab7991" providerId="ADAL" clId="{9555FC65-5A8C-4EE8-9D5B-8283D7A0923C}" dt="2026-01-28T05:28:06.593" v="44638" actId="478"/>
          <ac:spMkLst>
            <pc:docMk/>
            <pc:sldMk cId="2811551873" sldId="278"/>
            <ac:spMk id="136" creationId="{3C805970-61B6-74D6-6FE6-BC3A5B1BE93F}"/>
          </ac:spMkLst>
        </pc:spChg>
        <pc:spChg chg="del mod">
          <ac:chgData name="Freda Shi" userId="e3bafef1-15f2-4eeb-acbe-fa674bab7991" providerId="ADAL" clId="{9555FC65-5A8C-4EE8-9D5B-8283D7A0923C}" dt="2026-01-28T05:28:06.592" v="44637" actId="478"/>
          <ac:spMkLst>
            <pc:docMk/>
            <pc:sldMk cId="2811551873" sldId="278"/>
            <ac:spMk id="137" creationId="{16DC2512-61BA-925C-F502-8ABD13776EC5}"/>
          </ac:spMkLst>
        </pc:spChg>
        <pc:spChg chg="del">
          <ac:chgData name="Freda Shi" userId="e3bafef1-15f2-4eeb-acbe-fa674bab7991" providerId="ADAL" clId="{9555FC65-5A8C-4EE8-9D5B-8283D7A0923C}" dt="2026-01-28T05:28:06.591" v="44636" actId="478"/>
          <ac:spMkLst>
            <pc:docMk/>
            <pc:sldMk cId="2811551873" sldId="278"/>
            <ac:spMk id="138" creationId="{AFCD2BB5-4413-D82E-0125-9C657B938CCF}"/>
          </ac:spMkLst>
        </pc:spChg>
        <pc:spChg chg="del">
          <ac:chgData name="Freda Shi" userId="e3bafef1-15f2-4eeb-acbe-fa674bab7991" providerId="ADAL" clId="{9555FC65-5A8C-4EE8-9D5B-8283D7A0923C}" dt="2026-01-28T05:28:06.589" v="44635" actId="478"/>
          <ac:spMkLst>
            <pc:docMk/>
            <pc:sldMk cId="2811551873" sldId="278"/>
            <ac:spMk id="139" creationId="{AE98B016-9C71-8522-17FB-41BDDA23448F}"/>
          </ac:spMkLst>
        </pc:spChg>
        <pc:spChg chg="del">
          <ac:chgData name="Freda Shi" userId="e3bafef1-15f2-4eeb-acbe-fa674bab7991" providerId="ADAL" clId="{9555FC65-5A8C-4EE8-9D5B-8283D7A0923C}" dt="2026-01-28T05:28:06.589" v="44634" actId="478"/>
          <ac:spMkLst>
            <pc:docMk/>
            <pc:sldMk cId="2811551873" sldId="278"/>
            <ac:spMk id="140" creationId="{A9305459-C2ED-CDA5-E326-7032D9FB8F81}"/>
          </ac:spMkLst>
        </pc:spChg>
        <pc:spChg chg="del">
          <ac:chgData name="Freda Shi" userId="e3bafef1-15f2-4eeb-acbe-fa674bab7991" providerId="ADAL" clId="{9555FC65-5A8C-4EE8-9D5B-8283D7A0923C}" dt="2026-01-28T05:28:06.588" v="44633" actId="478"/>
          <ac:spMkLst>
            <pc:docMk/>
            <pc:sldMk cId="2811551873" sldId="278"/>
            <ac:spMk id="141" creationId="{92AEDE7C-4E8B-A2C8-7036-4EE51FCA9CB3}"/>
          </ac:spMkLst>
        </pc:spChg>
        <pc:spChg chg="del mod">
          <ac:chgData name="Freda Shi" userId="e3bafef1-15f2-4eeb-acbe-fa674bab7991" providerId="ADAL" clId="{9555FC65-5A8C-4EE8-9D5B-8283D7A0923C}" dt="2026-01-28T05:28:06.587" v="44632" actId="478"/>
          <ac:spMkLst>
            <pc:docMk/>
            <pc:sldMk cId="2811551873" sldId="278"/>
            <ac:spMk id="142" creationId="{9BC29678-9AA7-81CF-3B08-C724259578C8}"/>
          </ac:spMkLst>
        </pc:spChg>
        <pc:spChg chg="del">
          <ac:chgData name="Freda Shi" userId="e3bafef1-15f2-4eeb-acbe-fa674bab7991" providerId="ADAL" clId="{9555FC65-5A8C-4EE8-9D5B-8283D7A0923C}" dt="2026-01-28T05:28:06.586" v="44631" actId="478"/>
          <ac:spMkLst>
            <pc:docMk/>
            <pc:sldMk cId="2811551873" sldId="278"/>
            <ac:spMk id="143" creationId="{426E61CD-25A2-ABF2-73D3-812078A261AB}"/>
          </ac:spMkLst>
        </pc:spChg>
        <pc:spChg chg="mod">
          <ac:chgData name="Freda Shi" userId="e3bafef1-15f2-4eeb-acbe-fa674bab7991" providerId="ADAL" clId="{9555FC65-5A8C-4EE8-9D5B-8283D7A0923C}" dt="2026-01-28T05:28:06.627" v="44685" actId="108"/>
          <ac:spMkLst>
            <pc:docMk/>
            <pc:sldMk cId="2811551873" sldId="278"/>
            <ac:spMk id="147" creationId="{8CB5D97C-F33F-35D0-82C5-967D5AA15EDC}"/>
          </ac:spMkLst>
        </pc:spChg>
        <pc:spChg chg="mod">
          <ac:chgData name="Freda Shi" userId="e3bafef1-15f2-4eeb-acbe-fa674bab7991" providerId="ADAL" clId="{9555FC65-5A8C-4EE8-9D5B-8283D7A0923C}" dt="2026-01-28T05:28:06.628" v="44686" actId="108"/>
          <ac:spMkLst>
            <pc:docMk/>
            <pc:sldMk cId="2811551873" sldId="278"/>
            <ac:spMk id="148" creationId="{B0BF18FB-E845-1A2C-115A-91005D3B22FB}"/>
          </ac:spMkLst>
        </pc:spChg>
        <pc:spChg chg="mod">
          <ac:chgData name="Freda Shi" userId="e3bafef1-15f2-4eeb-acbe-fa674bab7991" providerId="ADAL" clId="{9555FC65-5A8C-4EE8-9D5B-8283D7A0923C}" dt="2026-01-28T05:28:06.628" v="44687" actId="108"/>
          <ac:spMkLst>
            <pc:docMk/>
            <pc:sldMk cId="2811551873" sldId="278"/>
            <ac:spMk id="149" creationId="{60966470-C746-71B1-97F9-588852FE531E}"/>
          </ac:spMkLst>
        </pc:spChg>
        <pc:spChg chg="mod">
          <ac:chgData name="Freda Shi" userId="e3bafef1-15f2-4eeb-acbe-fa674bab7991" providerId="ADAL" clId="{9555FC65-5A8C-4EE8-9D5B-8283D7A0923C}" dt="2026-01-28T05:28:06.628" v="44688" actId="108"/>
          <ac:spMkLst>
            <pc:docMk/>
            <pc:sldMk cId="2811551873" sldId="278"/>
            <ac:spMk id="150" creationId="{D664925A-8E26-823B-E74D-F44D51CDD0F5}"/>
          </ac:spMkLst>
        </pc:spChg>
        <pc:spChg chg="mod">
          <ac:chgData name="Freda Shi" userId="e3bafef1-15f2-4eeb-acbe-fa674bab7991" providerId="ADAL" clId="{9555FC65-5A8C-4EE8-9D5B-8283D7A0923C}" dt="2026-01-28T05:28:06.629" v="44689" actId="108"/>
          <ac:spMkLst>
            <pc:docMk/>
            <pc:sldMk cId="2811551873" sldId="278"/>
            <ac:spMk id="151" creationId="{6EB816E6-FDF0-A2D4-B8C4-DFBC3E6688CD}"/>
          </ac:spMkLst>
        </pc:spChg>
        <pc:spChg chg="mod">
          <ac:chgData name="Freda Shi" userId="e3bafef1-15f2-4eeb-acbe-fa674bab7991" providerId="ADAL" clId="{9555FC65-5A8C-4EE8-9D5B-8283D7A0923C}" dt="2026-01-28T05:28:06.629" v="44690" actId="108"/>
          <ac:spMkLst>
            <pc:docMk/>
            <pc:sldMk cId="2811551873" sldId="278"/>
            <ac:spMk id="152" creationId="{FDB35D5B-A697-87C0-247C-6A36BC5C0940}"/>
          </ac:spMkLst>
        </pc:spChg>
        <pc:spChg chg="mod">
          <ac:chgData name="Freda Shi" userId="e3bafef1-15f2-4eeb-acbe-fa674bab7991" providerId="ADAL" clId="{9555FC65-5A8C-4EE8-9D5B-8283D7A0923C}" dt="2026-01-28T05:28:06.629" v="44691" actId="108"/>
          <ac:spMkLst>
            <pc:docMk/>
            <pc:sldMk cId="2811551873" sldId="278"/>
            <ac:spMk id="153" creationId="{6C8EA018-A5AC-7DF3-8A90-03B75D8BA218}"/>
          </ac:spMkLst>
        </pc:spChg>
        <pc:spChg chg="mod">
          <ac:chgData name="Freda Shi" userId="e3bafef1-15f2-4eeb-acbe-fa674bab7991" providerId="ADAL" clId="{9555FC65-5A8C-4EE8-9D5B-8283D7A0923C}" dt="2026-01-28T05:28:06.631" v="44692" actId="108"/>
          <ac:spMkLst>
            <pc:docMk/>
            <pc:sldMk cId="2811551873" sldId="278"/>
            <ac:spMk id="154" creationId="{FA7F2809-B4B0-C204-F77C-DCA0079FEC90}"/>
          </ac:spMkLst>
        </pc:spChg>
        <pc:spChg chg="mod">
          <ac:chgData name="Freda Shi" userId="e3bafef1-15f2-4eeb-acbe-fa674bab7991" providerId="ADAL" clId="{9555FC65-5A8C-4EE8-9D5B-8283D7A0923C}" dt="2026-01-28T05:28:06.631" v="44693" actId="108"/>
          <ac:spMkLst>
            <pc:docMk/>
            <pc:sldMk cId="2811551873" sldId="278"/>
            <ac:spMk id="155" creationId="{4ECC7494-71BA-CE17-AC18-A3D47C308077}"/>
          </ac:spMkLst>
        </pc:spChg>
        <pc:spChg chg="mod">
          <ac:chgData name="Freda Shi" userId="e3bafef1-15f2-4eeb-acbe-fa674bab7991" providerId="ADAL" clId="{9555FC65-5A8C-4EE8-9D5B-8283D7A0923C}" dt="2026-01-28T05:28:06.631" v="44694" actId="108"/>
          <ac:spMkLst>
            <pc:docMk/>
            <pc:sldMk cId="2811551873" sldId="278"/>
            <ac:spMk id="156" creationId="{6C0B4A97-DAEC-9C70-678D-9F12A42EAC3D}"/>
          </ac:spMkLst>
        </pc:spChg>
        <pc:spChg chg="mod">
          <ac:chgData name="Freda Shi" userId="e3bafef1-15f2-4eeb-acbe-fa674bab7991" providerId="ADAL" clId="{9555FC65-5A8C-4EE8-9D5B-8283D7A0923C}" dt="2026-01-28T05:28:06.632" v="44695" actId="108"/>
          <ac:spMkLst>
            <pc:docMk/>
            <pc:sldMk cId="2811551873" sldId="278"/>
            <ac:spMk id="157" creationId="{54B35DCF-9666-F399-34E2-873FFD36CF6A}"/>
          </ac:spMkLst>
        </pc:spChg>
        <pc:spChg chg="mod">
          <ac:chgData name="Freda Shi" userId="e3bafef1-15f2-4eeb-acbe-fa674bab7991" providerId="ADAL" clId="{9555FC65-5A8C-4EE8-9D5B-8283D7A0923C}" dt="2026-01-28T05:28:06.632" v="44696" actId="108"/>
          <ac:spMkLst>
            <pc:docMk/>
            <pc:sldMk cId="2811551873" sldId="278"/>
            <ac:spMk id="158" creationId="{16DAC116-B6A2-D16F-6222-905FC102A77C}"/>
          </ac:spMkLst>
        </pc:spChg>
        <pc:spChg chg="mod">
          <ac:chgData name="Freda Shi" userId="e3bafef1-15f2-4eeb-acbe-fa674bab7991" providerId="ADAL" clId="{9555FC65-5A8C-4EE8-9D5B-8283D7A0923C}" dt="2026-01-28T05:28:06.632" v="44697" actId="108"/>
          <ac:spMkLst>
            <pc:docMk/>
            <pc:sldMk cId="2811551873" sldId="278"/>
            <ac:spMk id="159" creationId="{090631CE-E605-C1AC-7D79-26DBF778A099}"/>
          </ac:spMkLst>
        </pc:spChg>
        <pc:spChg chg="mod">
          <ac:chgData name="Freda Shi" userId="e3bafef1-15f2-4eeb-acbe-fa674bab7991" providerId="ADAL" clId="{9555FC65-5A8C-4EE8-9D5B-8283D7A0923C}" dt="2026-01-28T05:28:06.632" v="44698" actId="108"/>
          <ac:spMkLst>
            <pc:docMk/>
            <pc:sldMk cId="2811551873" sldId="278"/>
            <ac:spMk id="160" creationId="{D62533FD-4B91-177D-03B1-3922A1575187}"/>
          </ac:spMkLst>
        </pc:spChg>
        <pc:spChg chg="mod">
          <ac:chgData name="Freda Shi" userId="e3bafef1-15f2-4eeb-acbe-fa674bab7991" providerId="ADAL" clId="{9555FC65-5A8C-4EE8-9D5B-8283D7A0923C}" dt="2026-01-28T05:28:06.633" v="44699" actId="108"/>
          <ac:spMkLst>
            <pc:docMk/>
            <pc:sldMk cId="2811551873" sldId="278"/>
            <ac:spMk id="161" creationId="{6C8C708A-DB8E-B2A5-11BF-2F0CBB14E1B2}"/>
          </ac:spMkLst>
        </pc:spChg>
        <pc:spChg chg="mod">
          <ac:chgData name="Freda Shi" userId="e3bafef1-15f2-4eeb-acbe-fa674bab7991" providerId="ADAL" clId="{9555FC65-5A8C-4EE8-9D5B-8283D7A0923C}" dt="2026-01-28T05:28:06.633" v="44700" actId="108"/>
          <ac:spMkLst>
            <pc:docMk/>
            <pc:sldMk cId="2811551873" sldId="278"/>
            <ac:spMk id="162" creationId="{61957968-DA6A-C16B-41DD-68CE35EE4899}"/>
          </ac:spMkLst>
        </pc:spChg>
        <pc:spChg chg="mod">
          <ac:chgData name="Freda Shi" userId="e3bafef1-15f2-4eeb-acbe-fa674bab7991" providerId="ADAL" clId="{9555FC65-5A8C-4EE8-9D5B-8283D7A0923C}" dt="2026-01-28T05:28:06.634" v="44701" actId="108"/>
          <ac:spMkLst>
            <pc:docMk/>
            <pc:sldMk cId="2811551873" sldId="278"/>
            <ac:spMk id="163" creationId="{7BAA759E-AEAF-0E7C-9F09-ED6DC47E00CC}"/>
          </ac:spMkLst>
        </pc:spChg>
        <pc:spChg chg="mod">
          <ac:chgData name="Freda Shi" userId="e3bafef1-15f2-4eeb-acbe-fa674bab7991" providerId="ADAL" clId="{9555FC65-5A8C-4EE8-9D5B-8283D7A0923C}" dt="2026-01-28T05:28:06.634" v="44702" actId="108"/>
          <ac:spMkLst>
            <pc:docMk/>
            <pc:sldMk cId="2811551873" sldId="278"/>
            <ac:spMk id="164" creationId="{CAE4D1C4-D64D-DBFF-367E-FD60AA7AA06E}"/>
          </ac:spMkLst>
        </pc:spChg>
        <pc:spChg chg="mod">
          <ac:chgData name="Freda Shi" userId="e3bafef1-15f2-4eeb-acbe-fa674bab7991" providerId="ADAL" clId="{9555FC65-5A8C-4EE8-9D5B-8283D7A0923C}" dt="2026-01-28T05:28:06.635" v="44703" actId="108"/>
          <ac:spMkLst>
            <pc:docMk/>
            <pc:sldMk cId="2811551873" sldId="278"/>
            <ac:spMk id="165" creationId="{BAD9A868-5356-BAB1-23F9-9FD646EB6D32}"/>
          </ac:spMkLst>
        </pc:spChg>
        <pc:spChg chg="mod">
          <ac:chgData name="Freda Shi" userId="e3bafef1-15f2-4eeb-acbe-fa674bab7991" providerId="ADAL" clId="{9555FC65-5A8C-4EE8-9D5B-8283D7A0923C}" dt="2026-01-28T05:28:06.635" v="44704" actId="108"/>
          <ac:spMkLst>
            <pc:docMk/>
            <pc:sldMk cId="2811551873" sldId="278"/>
            <ac:spMk id="166" creationId="{33A09356-809F-4470-4874-C383BE1200C7}"/>
          </ac:spMkLst>
        </pc:spChg>
        <pc:spChg chg="mod">
          <ac:chgData name="Freda Shi" userId="e3bafef1-15f2-4eeb-acbe-fa674bab7991" providerId="ADAL" clId="{9555FC65-5A8C-4EE8-9D5B-8283D7A0923C}" dt="2026-01-28T05:28:06.635" v="44705" actId="108"/>
          <ac:spMkLst>
            <pc:docMk/>
            <pc:sldMk cId="2811551873" sldId="278"/>
            <ac:spMk id="167" creationId="{A9F3FF48-AB64-8013-F147-FC1D5870BA6D}"/>
          </ac:spMkLst>
        </pc:spChg>
        <pc:spChg chg="mod">
          <ac:chgData name="Freda Shi" userId="e3bafef1-15f2-4eeb-acbe-fa674bab7991" providerId="ADAL" clId="{9555FC65-5A8C-4EE8-9D5B-8283D7A0923C}" dt="2026-01-28T05:28:06.636" v="44706" actId="108"/>
          <ac:spMkLst>
            <pc:docMk/>
            <pc:sldMk cId="2811551873" sldId="278"/>
            <ac:spMk id="168" creationId="{62E6E5D7-48B2-6834-0E65-E4C0CAF9480B}"/>
          </ac:spMkLst>
        </pc:spChg>
        <pc:spChg chg="mod">
          <ac:chgData name="Freda Shi" userId="e3bafef1-15f2-4eeb-acbe-fa674bab7991" providerId="ADAL" clId="{9555FC65-5A8C-4EE8-9D5B-8283D7A0923C}" dt="2026-01-28T05:28:06.636" v="44707" actId="108"/>
          <ac:spMkLst>
            <pc:docMk/>
            <pc:sldMk cId="2811551873" sldId="278"/>
            <ac:spMk id="169" creationId="{DA8DC6CF-07E0-0FF9-6D14-8777D3A97D7C}"/>
          </ac:spMkLst>
        </pc:spChg>
        <pc:spChg chg="mod">
          <ac:chgData name="Freda Shi" userId="e3bafef1-15f2-4eeb-acbe-fa674bab7991" providerId="ADAL" clId="{9555FC65-5A8C-4EE8-9D5B-8283D7A0923C}" dt="2026-01-28T05:28:06.637" v="44708" actId="108"/>
          <ac:spMkLst>
            <pc:docMk/>
            <pc:sldMk cId="2811551873" sldId="278"/>
            <ac:spMk id="170" creationId="{3D21762C-2867-BDCD-F9EE-41736D24A9E8}"/>
          </ac:spMkLst>
        </pc:spChg>
        <pc:spChg chg="mod">
          <ac:chgData name="Freda Shi" userId="e3bafef1-15f2-4eeb-acbe-fa674bab7991" providerId="ADAL" clId="{9555FC65-5A8C-4EE8-9D5B-8283D7A0923C}" dt="2026-01-28T05:28:06.637" v="44709" actId="108"/>
          <ac:spMkLst>
            <pc:docMk/>
            <pc:sldMk cId="2811551873" sldId="278"/>
            <ac:spMk id="171" creationId="{82302BE3-EF05-584E-7102-CE6657490FBD}"/>
          </ac:spMkLst>
        </pc:spChg>
        <pc:spChg chg="mod">
          <ac:chgData name="Freda Shi" userId="e3bafef1-15f2-4eeb-acbe-fa674bab7991" providerId="ADAL" clId="{9555FC65-5A8C-4EE8-9D5B-8283D7A0923C}" dt="2026-01-28T05:28:06.637" v="44710" actId="108"/>
          <ac:spMkLst>
            <pc:docMk/>
            <pc:sldMk cId="2811551873" sldId="278"/>
            <ac:spMk id="172" creationId="{3BC3D765-A3E3-9117-B42A-A4D770F539FC}"/>
          </ac:spMkLst>
        </pc:spChg>
        <pc:spChg chg="mod">
          <ac:chgData name="Freda Shi" userId="e3bafef1-15f2-4eeb-acbe-fa674bab7991" providerId="ADAL" clId="{9555FC65-5A8C-4EE8-9D5B-8283D7A0923C}" dt="2026-01-28T05:28:06.638" v="44711" actId="108"/>
          <ac:spMkLst>
            <pc:docMk/>
            <pc:sldMk cId="2811551873" sldId="278"/>
            <ac:spMk id="173" creationId="{AFE20AE9-9623-546A-29FE-FB96B7E30026}"/>
          </ac:spMkLst>
        </pc:spChg>
        <pc:spChg chg="mod">
          <ac:chgData name="Freda Shi" userId="e3bafef1-15f2-4eeb-acbe-fa674bab7991" providerId="ADAL" clId="{9555FC65-5A8C-4EE8-9D5B-8283D7A0923C}" dt="2026-01-28T05:28:06.638" v="44712" actId="108"/>
          <ac:spMkLst>
            <pc:docMk/>
            <pc:sldMk cId="2811551873" sldId="278"/>
            <ac:spMk id="174" creationId="{2DF11662-733B-121C-EFEA-EEBA0EFF929E}"/>
          </ac:spMkLst>
        </pc:spChg>
        <pc:spChg chg="mod">
          <ac:chgData name="Freda Shi" userId="e3bafef1-15f2-4eeb-acbe-fa674bab7991" providerId="ADAL" clId="{9555FC65-5A8C-4EE8-9D5B-8283D7A0923C}" dt="2026-01-28T05:28:06.639" v="44713" actId="108"/>
          <ac:spMkLst>
            <pc:docMk/>
            <pc:sldMk cId="2811551873" sldId="278"/>
            <ac:spMk id="175" creationId="{E1FFB705-498D-EFF7-CDDE-3E099E82D0E6}"/>
          </ac:spMkLst>
        </pc:spChg>
        <pc:spChg chg="mod">
          <ac:chgData name="Freda Shi" userId="e3bafef1-15f2-4eeb-acbe-fa674bab7991" providerId="ADAL" clId="{9555FC65-5A8C-4EE8-9D5B-8283D7A0923C}" dt="2026-01-28T05:28:06.639" v="44714" actId="108"/>
          <ac:spMkLst>
            <pc:docMk/>
            <pc:sldMk cId="2811551873" sldId="278"/>
            <ac:spMk id="176" creationId="{9C9CB416-FC97-B82E-10D5-1F6EF598C568}"/>
          </ac:spMkLst>
        </pc:spChg>
        <pc:spChg chg="mod">
          <ac:chgData name="Freda Shi" userId="e3bafef1-15f2-4eeb-acbe-fa674bab7991" providerId="ADAL" clId="{9555FC65-5A8C-4EE8-9D5B-8283D7A0923C}" dt="2026-01-28T05:28:06.639" v="44715" actId="108"/>
          <ac:spMkLst>
            <pc:docMk/>
            <pc:sldMk cId="2811551873" sldId="278"/>
            <ac:spMk id="177" creationId="{D5B4E41E-1871-E90D-E0DB-899064849D78}"/>
          </ac:spMkLst>
        </pc:spChg>
        <pc:spChg chg="mod">
          <ac:chgData name="Freda Shi" userId="e3bafef1-15f2-4eeb-acbe-fa674bab7991" providerId="ADAL" clId="{9555FC65-5A8C-4EE8-9D5B-8283D7A0923C}" dt="2026-01-28T05:28:06.639" v="44716" actId="108"/>
          <ac:spMkLst>
            <pc:docMk/>
            <pc:sldMk cId="2811551873" sldId="278"/>
            <ac:spMk id="178" creationId="{C1236A90-526D-530A-3D76-920CB93A574C}"/>
          </ac:spMkLst>
        </pc:spChg>
        <pc:spChg chg="mod">
          <ac:chgData name="Freda Shi" userId="e3bafef1-15f2-4eeb-acbe-fa674bab7991" providerId="ADAL" clId="{9555FC65-5A8C-4EE8-9D5B-8283D7A0923C}" dt="2026-01-28T05:28:06.641" v="44717" actId="108"/>
          <ac:spMkLst>
            <pc:docMk/>
            <pc:sldMk cId="2811551873" sldId="278"/>
            <ac:spMk id="179" creationId="{50A3F46E-CE64-B898-FAE1-1973535A0530}"/>
          </ac:spMkLst>
        </pc:spChg>
        <pc:spChg chg="mod">
          <ac:chgData name="Freda Shi" userId="e3bafef1-15f2-4eeb-acbe-fa674bab7991" providerId="ADAL" clId="{9555FC65-5A8C-4EE8-9D5B-8283D7A0923C}" dt="2026-01-28T05:28:06.641" v="44718" actId="108"/>
          <ac:spMkLst>
            <pc:docMk/>
            <pc:sldMk cId="2811551873" sldId="278"/>
            <ac:spMk id="180" creationId="{50B3E8F4-185D-888A-4ECC-5AF76CB8D864}"/>
          </ac:spMkLst>
        </pc:spChg>
        <pc:grpChg chg="mod">
          <ac:chgData name="Freda Shi" userId="e3bafef1-15f2-4eeb-acbe-fa674bab7991" providerId="ADAL" clId="{9555FC65-5A8C-4EE8-9D5B-8283D7A0923C}" dt="2026-01-28T05:24:31.888" v="44568" actId="1035"/>
          <ac:grpSpMkLst>
            <pc:docMk/>
            <pc:sldMk cId="2811551873" sldId="278"/>
            <ac:grpSpMk id="9" creationId="{68A1EB82-E032-0F12-51A1-4E3BACD806FE}"/>
          </ac:grpSpMkLst>
        </pc:grpChg>
        <pc:grpChg chg="mod">
          <ac:chgData name="Freda Shi" userId="e3bafef1-15f2-4eeb-acbe-fa674bab7991" providerId="ADAL" clId="{9555FC65-5A8C-4EE8-9D5B-8283D7A0923C}" dt="2026-01-28T05:25:21.457" v="44604" actId="1036"/>
          <ac:grpSpMkLst>
            <pc:docMk/>
            <pc:sldMk cId="2811551873" sldId="278"/>
            <ac:grpSpMk id="87" creationId="{71ED3877-8DC9-0973-3ED4-E55FA468E48F}"/>
          </ac:grpSpMkLst>
        </pc:grpChg>
        <pc:grpChg chg="del">
          <ac:chgData name="Freda Shi" userId="e3bafef1-15f2-4eeb-acbe-fa674bab7991" providerId="ADAL" clId="{9555FC65-5A8C-4EE8-9D5B-8283D7A0923C}" dt="2026-01-28T05:28:06.626" v="44684" actId="478"/>
          <ac:grpSpMkLst>
            <pc:docMk/>
            <pc:sldMk cId="2811551873" sldId="278"/>
            <ac:grpSpMk id="88" creationId="{3242F2B4-8FEA-5855-2DE9-3D9860A5A195}"/>
          </ac:grpSpMkLst>
        </pc:grpChg>
        <pc:grpChg chg="mod ord">
          <ac:chgData name="Freda Shi" userId="e3bafef1-15f2-4eeb-acbe-fa674bab7991" providerId="ADAL" clId="{9555FC65-5A8C-4EE8-9D5B-8283D7A0923C}" dt="2026-01-28T05:28:18.084" v="44738" actId="1035"/>
          <ac:grpSpMkLst>
            <pc:docMk/>
            <pc:sldMk cId="2811551873" sldId="278"/>
            <ac:grpSpMk id="181" creationId="{79D7F4C8-3AC8-E717-EC05-934D5CC3F9AA}"/>
          </ac:grpSpMkLst>
        </pc:grpChg>
        <pc:grpChg chg="del">
          <ac:chgData name="Freda Shi" userId="e3bafef1-15f2-4eeb-acbe-fa674bab7991" providerId="ADAL" clId="{9555FC65-5A8C-4EE8-9D5B-8283D7A0923C}" dt="2026-01-28T05:28:06.643" v="44720" actId="478"/>
          <ac:grpSpMkLst>
            <pc:docMk/>
            <pc:sldMk cId="2811551873" sldId="278"/>
            <ac:grpSpMk id="182" creationId="{5E3B3A45-FF73-4996-2AA1-497C4FD4092E}"/>
          </ac:grpSpMkLst>
        </pc:grpChg>
        <pc:picChg chg="add del mod">
          <ac:chgData name="Freda Shi" userId="e3bafef1-15f2-4eeb-acbe-fa674bab7991" providerId="ADAL" clId="{9555FC65-5A8C-4EE8-9D5B-8283D7A0923C}" dt="2026-01-28T05:24:23.853" v="44504" actId="478"/>
          <ac:picMkLst>
            <pc:docMk/>
            <pc:sldMk cId="2811551873" sldId="278"/>
            <ac:picMk id="6" creationId="{97A2138A-5FB6-AB19-E8BD-76E912E9F168}"/>
          </ac:picMkLst>
        </pc:picChg>
        <pc:picChg chg="add del mod ord">
          <ac:chgData name="Freda Shi" userId="e3bafef1-15f2-4eeb-acbe-fa674bab7991" providerId="ADAL" clId="{9555FC65-5A8C-4EE8-9D5B-8283D7A0923C}" dt="2026-01-28T05:24:39.556" v="44570" actId="478"/>
          <ac:picMkLst>
            <pc:docMk/>
            <pc:sldMk cId="2811551873" sldId="278"/>
            <ac:picMk id="7" creationId="{ECC19E16-71D7-7038-F2DB-CBA2934911FD}"/>
          </ac:picMkLst>
        </pc:picChg>
        <pc:picChg chg="add del mod">
          <ac:chgData name="Freda Shi" userId="e3bafef1-15f2-4eeb-acbe-fa674bab7991" providerId="ADAL" clId="{9555FC65-5A8C-4EE8-9D5B-8283D7A0923C}" dt="2026-01-28T05:25:59.446" v="44620" actId="478"/>
          <ac:picMkLst>
            <pc:docMk/>
            <pc:sldMk cId="2811551873" sldId="278"/>
            <ac:picMk id="8" creationId="{5CB72471-1D5B-B969-F4D8-4FAAB072299B}"/>
          </ac:picMkLst>
        </pc:picChg>
        <pc:picChg chg="mod">
          <ac:chgData name="Freda Shi" userId="e3bafef1-15f2-4eeb-acbe-fa674bab7991" providerId="ADAL" clId="{9555FC65-5A8C-4EE8-9D5B-8283D7A0923C}" dt="2026-01-28T05:25:08.787" v="44574" actId="14100"/>
          <ac:picMkLst>
            <pc:docMk/>
            <pc:sldMk cId="2811551873" sldId="278"/>
            <ac:picMk id="66" creationId="{8B183F77-2B7B-4CAB-328B-0005164A1531}"/>
          </ac:picMkLst>
        </pc:picChg>
        <pc:picChg chg="mod">
          <ac:chgData name="Freda Shi" userId="e3bafef1-15f2-4eeb-acbe-fa674bab7991" providerId="ADAL" clId="{9555FC65-5A8C-4EE8-9D5B-8283D7A0923C}" dt="2026-01-28T05:28:06.530" v="44625" actId="14100"/>
          <ac:picMkLst>
            <pc:docMk/>
            <pc:sldMk cId="2811551873" sldId="278"/>
            <ac:picMk id="145" creationId="{F07CE3B3-B9BB-9178-77AD-31469E1D6606}"/>
          </ac:picMkLst>
        </pc:picChg>
      </pc:sldChg>
      <pc:sldChg chg="addSp delSp modSp add mod delAnim modAnim">
        <pc:chgData name="Freda Shi" userId="e3bafef1-15f2-4eeb-acbe-fa674bab7991" providerId="ADAL" clId="{9555FC65-5A8C-4EE8-9D5B-8283D7A0923C}" dt="2026-01-28T05:43:59.339" v="45653"/>
        <pc:sldMkLst>
          <pc:docMk/>
          <pc:sldMk cId="1921548107" sldId="279"/>
        </pc:sldMkLst>
        <pc:spChg chg="mod">
          <ac:chgData name="Freda Shi" userId="e3bafef1-15f2-4eeb-acbe-fa674bab7991" providerId="ADAL" clId="{9555FC65-5A8C-4EE8-9D5B-8283D7A0923C}" dt="2026-01-28T05:36:29.231" v="44866" actId="5793"/>
          <ac:spMkLst>
            <pc:docMk/>
            <pc:sldMk cId="1921548107" sldId="279"/>
            <ac:spMk id="2" creationId="{63D93C8B-EC20-5D50-598B-23B33C921A6D}"/>
          </ac:spMkLst>
        </pc:spChg>
        <pc:spChg chg="add del mod">
          <ac:chgData name="Freda Shi" userId="e3bafef1-15f2-4eeb-acbe-fa674bab7991" providerId="ADAL" clId="{9555FC65-5A8C-4EE8-9D5B-8283D7A0923C}" dt="2026-01-28T05:43:43.709" v="45637" actId="14100"/>
          <ac:spMkLst>
            <pc:docMk/>
            <pc:sldMk cId="1921548107" sldId="279"/>
            <ac:spMk id="5" creationId="{F31CF8C4-9F81-2E26-296E-F8AD3D4D556E}"/>
          </ac:spMkLst>
        </pc:spChg>
        <pc:spChg chg="del mod topLvl">
          <ac:chgData name="Freda Shi" userId="e3bafef1-15f2-4eeb-acbe-fa674bab7991" providerId="ADAL" clId="{9555FC65-5A8C-4EE8-9D5B-8283D7A0923C}" dt="2026-01-28T05:40:03.423" v="45131" actId="478"/>
          <ac:spMkLst>
            <pc:docMk/>
            <pc:sldMk cId="1921548107" sldId="279"/>
            <ac:spMk id="8" creationId="{5D388F65-FE50-47E8-AC66-62739C026213}"/>
          </ac:spMkLst>
        </pc:spChg>
        <pc:spChg chg="del mod topLvl">
          <ac:chgData name="Freda Shi" userId="e3bafef1-15f2-4eeb-acbe-fa674bab7991" providerId="ADAL" clId="{9555FC65-5A8C-4EE8-9D5B-8283D7A0923C}" dt="2026-01-28T05:40:03.379" v="45049" actId="478"/>
          <ac:spMkLst>
            <pc:docMk/>
            <pc:sldMk cId="1921548107" sldId="279"/>
            <ac:spMk id="65" creationId="{51D8B3CD-5055-0685-4872-E6457FDD978B}"/>
          </ac:spMkLst>
        </pc:spChg>
        <pc:spChg chg="del mod">
          <ac:chgData name="Freda Shi" userId="e3bafef1-15f2-4eeb-acbe-fa674bab7991" providerId="ADAL" clId="{9555FC65-5A8C-4EE8-9D5B-8283D7A0923C}" dt="2026-01-28T05:40:03.379" v="45048" actId="478"/>
          <ac:spMkLst>
            <pc:docMk/>
            <pc:sldMk cId="1921548107" sldId="279"/>
            <ac:spMk id="66" creationId="{9319B6CC-81E0-8CC7-B896-AFBE527FF63D}"/>
          </ac:spMkLst>
        </pc:spChg>
        <pc:spChg chg="del mod">
          <ac:chgData name="Freda Shi" userId="e3bafef1-15f2-4eeb-acbe-fa674bab7991" providerId="ADAL" clId="{9555FC65-5A8C-4EE8-9D5B-8283D7A0923C}" dt="2026-01-28T05:40:03.378" v="45047" actId="478"/>
          <ac:spMkLst>
            <pc:docMk/>
            <pc:sldMk cId="1921548107" sldId="279"/>
            <ac:spMk id="67" creationId="{2749F957-0386-6345-3C6D-9638B5C506F9}"/>
          </ac:spMkLst>
        </pc:spChg>
        <pc:spChg chg="del topLvl">
          <ac:chgData name="Freda Shi" userId="e3bafef1-15f2-4eeb-acbe-fa674bab7991" providerId="ADAL" clId="{9555FC65-5A8C-4EE8-9D5B-8283D7A0923C}" dt="2026-01-28T05:38:10.909" v="45004" actId="478"/>
          <ac:spMkLst>
            <pc:docMk/>
            <pc:sldMk cId="1921548107" sldId="279"/>
            <ac:spMk id="68" creationId="{67DE34B0-2DDF-4284-025C-4CE89DF24837}"/>
          </ac:spMkLst>
        </pc:spChg>
        <pc:spChg chg="del topLvl">
          <ac:chgData name="Freda Shi" userId="e3bafef1-15f2-4eeb-acbe-fa674bab7991" providerId="ADAL" clId="{9555FC65-5A8C-4EE8-9D5B-8283D7A0923C}" dt="2026-01-28T05:38:10.894" v="44970" actId="478"/>
          <ac:spMkLst>
            <pc:docMk/>
            <pc:sldMk cId="1921548107" sldId="279"/>
            <ac:spMk id="69" creationId="{5E4A2042-08B6-9A72-2FF1-C190E29AEC90}"/>
          </ac:spMkLst>
        </pc:spChg>
        <pc:spChg chg="del">
          <ac:chgData name="Freda Shi" userId="e3bafef1-15f2-4eeb-acbe-fa674bab7991" providerId="ADAL" clId="{9555FC65-5A8C-4EE8-9D5B-8283D7A0923C}" dt="2026-01-28T05:38:10.893" v="44969" actId="478"/>
          <ac:spMkLst>
            <pc:docMk/>
            <pc:sldMk cId="1921548107" sldId="279"/>
            <ac:spMk id="70" creationId="{697CA81D-C814-485E-B8CC-4E0E82C5475A}"/>
          </ac:spMkLst>
        </pc:spChg>
        <pc:spChg chg="del">
          <ac:chgData name="Freda Shi" userId="e3bafef1-15f2-4eeb-acbe-fa674bab7991" providerId="ADAL" clId="{9555FC65-5A8C-4EE8-9D5B-8283D7A0923C}" dt="2026-01-28T05:38:10.893" v="44968" actId="478"/>
          <ac:spMkLst>
            <pc:docMk/>
            <pc:sldMk cId="1921548107" sldId="279"/>
            <ac:spMk id="71" creationId="{4058DD45-6DC0-B793-0891-5A6D710C2603}"/>
          </ac:spMkLst>
        </pc:spChg>
        <pc:spChg chg="del">
          <ac:chgData name="Freda Shi" userId="e3bafef1-15f2-4eeb-acbe-fa674bab7991" providerId="ADAL" clId="{9555FC65-5A8C-4EE8-9D5B-8283D7A0923C}" dt="2026-01-28T05:38:10.893" v="44967" actId="478"/>
          <ac:spMkLst>
            <pc:docMk/>
            <pc:sldMk cId="1921548107" sldId="279"/>
            <ac:spMk id="72" creationId="{C7F348CE-EAE2-BB95-7F5F-AAF1898BF1E4}"/>
          </ac:spMkLst>
        </pc:spChg>
        <pc:spChg chg="del">
          <ac:chgData name="Freda Shi" userId="e3bafef1-15f2-4eeb-acbe-fa674bab7991" providerId="ADAL" clId="{9555FC65-5A8C-4EE8-9D5B-8283D7A0923C}" dt="2026-01-28T05:38:10.892" v="44966" actId="478"/>
          <ac:spMkLst>
            <pc:docMk/>
            <pc:sldMk cId="1921548107" sldId="279"/>
            <ac:spMk id="73" creationId="{DA0AA89C-56ED-1D00-3B82-D68F4E1D7628}"/>
          </ac:spMkLst>
        </pc:spChg>
        <pc:spChg chg="del">
          <ac:chgData name="Freda Shi" userId="e3bafef1-15f2-4eeb-acbe-fa674bab7991" providerId="ADAL" clId="{9555FC65-5A8C-4EE8-9D5B-8283D7A0923C}" dt="2026-01-28T05:38:10.891" v="44965" actId="478"/>
          <ac:spMkLst>
            <pc:docMk/>
            <pc:sldMk cId="1921548107" sldId="279"/>
            <ac:spMk id="74" creationId="{7EE1A4C9-294E-7F88-E905-C883F6B53015}"/>
          </ac:spMkLst>
        </pc:spChg>
        <pc:spChg chg="del">
          <ac:chgData name="Freda Shi" userId="e3bafef1-15f2-4eeb-acbe-fa674bab7991" providerId="ADAL" clId="{9555FC65-5A8C-4EE8-9D5B-8283D7A0923C}" dt="2026-01-28T05:38:10.889" v="44964" actId="478"/>
          <ac:spMkLst>
            <pc:docMk/>
            <pc:sldMk cId="1921548107" sldId="279"/>
            <ac:spMk id="75" creationId="{D3DEE122-77ED-01CD-6E30-BA8B8B02DCA2}"/>
          </ac:spMkLst>
        </pc:spChg>
        <pc:spChg chg="del">
          <ac:chgData name="Freda Shi" userId="e3bafef1-15f2-4eeb-acbe-fa674bab7991" providerId="ADAL" clId="{9555FC65-5A8C-4EE8-9D5B-8283D7A0923C}" dt="2026-01-28T05:38:10.889" v="44963" actId="478"/>
          <ac:spMkLst>
            <pc:docMk/>
            <pc:sldMk cId="1921548107" sldId="279"/>
            <ac:spMk id="76" creationId="{BB7CD07C-E167-EEB0-218F-C3B45797B782}"/>
          </ac:spMkLst>
        </pc:spChg>
        <pc:spChg chg="del">
          <ac:chgData name="Freda Shi" userId="e3bafef1-15f2-4eeb-acbe-fa674bab7991" providerId="ADAL" clId="{9555FC65-5A8C-4EE8-9D5B-8283D7A0923C}" dt="2026-01-28T05:38:10.888" v="44962" actId="478"/>
          <ac:spMkLst>
            <pc:docMk/>
            <pc:sldMk cId="1921548107" sldId="279"/>
            <ac:spMk id="77" creationId="{365912FA-4C93-F70C-0671-303016B4FA5E}"/>
          </ac:spMkLst>
        </pc:spChg>
        <pc:spChg chg="del">
          <ac:chgData name="Freda Shi" userId="e3bafef1-15f2-4eeb-acbe-fa674bab7991" providerId="ADAL" clId="{9555FC65-5A8C-4EE8-9D5B-8283D7A0923C}" dt="2026-01-28T05:38:10.887" v="44961" actId="478"/>
          <ac:spMkLst>
            <pc:docMk/>
            <pc:sldMk cId="1921548107" sldId="279"/>
            <ac:spMk id="78" creationId="{D9E41CEC-1C78-7BB5-7045-59287A34DF5B}"/>
          </ac:spMkLst>
        </pc:spChg>
        <pc:spChg chg="del">
          <ac:chgData name="Freda Shi" userId="e3bafef1-15f2-4eeb-acbe-fa674bab7991" providerId="ADAL" clId="{9555FC65-5A8C-4EE8-9D5B-8283D7A0923C}" dt="2026-01-28T05:38:10.886" v="44960" actId="478"/>
          <ac:spMkLst>
            <pc:docMk/>
            <pc:sldMk cId="1921548107" sldId="279"/>
            <ac:spMk id="79" creationId="{8DBB7BF6-BEA7-62C2-40BA-4258F701445B}"/>
          </ac:spMkLst>
        </pc:spChg>
        <pc:spChg chg="del">
          <ac:chgData name="Freda Shi" userId="e3bafef1-15f2-4eeb-acbe-fa674bab7991" providerId="ADAL" clId="{9555FC65-5A8C-4EE8-9D5B-8283D7A0923C}" dt="2026-01-28T05:38:10.886" v="44959" actId="478"/>
          <ac:spMkLst>
            <pc:docMk/>
            <pc:sldMk cId="1921548107" sldId="279"/>
            <ac:spMk id="80" creationId="{5BD8DBA4-B4A9-2624-CEC1-6B15E5A7B3EB}"/>
          </ac:spMkLst>
        </pc:spChg>
        <pc:spChg chg="del">
          <ac:chgData name="Freda Shi" userId="e3bafef1-15f2-4eeb-acbe-fa674bab7991" providerId="ADAL" clId="{9555FC65-5A8C-4EE8-9D5B-8283D7A0923C}" dt="2026-01-28T05:38:10.885" v="44958" actId="478"/>
          <ac:spMkLst>
            <pc:docMk/>
            <pc:sldMk cId="1921548107" sldId="279"/>
            <ac:spMk id="81" creationId="{292E4A86-7C4A-5892-EABB-F5F5F647A692}"/>
          </ac:spMkLst>
        </pc:spChg>
        <pc:spChg chg="del">
          <ac:chgData name="Freda Shi" userId="e3bafef1-15f2-4eeb-acbe-fa674bab7991" providerId="ADAL" clId="{9555FC65-5A8C-4EE8-9D5B-8283D7A0923C}" dt="2026-01-28T05:38:10.884" v="44957" actId="478"/>
          <ac:spMkLst>
            <pc:docMk/>
            <pc:sldMk cId="1921548107" sldId="279"/>
            <ac:spMk id="82" creationId="{0EC04282-8485-71DF-E1BB-73C79009A604}"/>
          </ac:spMkLst>
        </pc:spChg>
        <pc:spChg chg="del">
          <ac:chgData name="Freda Shi" userId="e3bafef1-15f2-4eeb-acbe-fa674bab7991" providerId="ADAL" clId="{9555FC65-5A8C-4EE8-9D5B-8283D7A0923C}" dt="2026-01-28T05:38:10.884" v="44956" actId="478"/>
          <ac:spMkLst>
            <pc:docMk/>
            <pc:sldMk cId="1921548107" sldId="279"/>
            <ac:spMk id="83" creationId="{481D2E16-DA34-CA27-3CDC-D47C428531C4}"/>
          </ac:spMkLst>
        </pc:spChg>
        <pc:spChg chg="del">
          <ac:chgData name="Freda Shi" userId="e3bafef1-15f2-4eeb-acbe-fa674bab7991" providerId="ADAL" clId="{9555FC65-5A8C-4EE8-9D5B-8283D7A0923C}" dt="2026-01-28T05:38:10.882" v="44955" actId="478"/>
          <ac:spMkLst>
            <pc:docMk/>
            <pc:sldMk cId="1921548107" sldId="279"/>
            <ac:spMk id="84" creationId="{4A56FA24-8C12-6783-5F98-8C8C48114AA5}"/>
          </ac:spMkLst>
        </pc:spChg>
        <pc:spChg chg="del">
          <ac:chgData name="Freda Shi" userId="e3bafef1-15f2-4eeb-acbe-fa674bab7991" providerId="ADAL" clId="{9555FC65-5A8C-4EE8-9D5B-8283D7A0923C}" dt="2026-01-28T05:38:10.881" v="44954" actId="478"/>
          <ac:spMkLst>
            <pc:docMk/>
            <pc:sldMk cId="1921548107" sldId="279"/>
            <ac:spMk id="85" creationId="{0E4FBBEC-5BBD-E7BE-3751-A67FC494DB69}"/>
          </ac:spMkLst>
        </pc:spChg>
        <pc:spChg chg="del">
          <ac:chgData name="Freda Shi" userId="e3bafef1-15f2-4eeb-acbe-fa674bab7991" providerId="ADAL" clId="{9555FC65-5A8C-4EE8-9D5B-8283D7A0923C}" dt="2026-01-28T05:38:10.880" v="44953" actId="478"/>
          <ac:spMkLst>
            <pc:docMk/>
            <pc:sldMk cId="1921548107" sldId="279"/>
            <ac:spMk id="86" creationId="{20B1C022-95D9-7EF7-E1F2-7D907737E529}"/>
          </ac:spMkLst>
        </pc:spChg>
        <pc:spChg chg="del mod">
          <ac:chgData name="Freda Shi" userId="e3bafef1-15f2-4eeb-acbe-fa674bab7991" providerId="ADAL" clId="{9555FC65-5A8C-4EE8-9D5B-8283D7A0923C}" dt="2026-01-28T05:40:03.377" v="45046" actId="478"/>
          <ac:spMkLst>
            <pc:docMk/>
            <pc:sldMk cId="1921548107" sldId="279"/>
            <ac:spMk id="88" creationId="{E4F63B2D-BC86-8B53-4F98-422C17431202}"/>
          </ac:spMkLst>
        </pc:spChg>
        <pc:spChg chg="del mod">
          <ac:chgData name="Freda Shi" userId="e3bafef1-15f2-4eeb-acbe-fa674bab7991" providerId="ADAL" clId="{9555FC65-5A8C-4EE8-9D5B-8283D7A0923C}" dt="2026-01-28T05:40:03.376" v="45045" actId="478"/>
          <ac:spMkLst>
            <pc:docMk/>
            <pc:sldMk cId="1921548107" sldId="279"/>
            <ac:spMk id="89" creationId="{0B190495-B065-EEBB-58EA-CA0BB5152EB7}"/>
          </ac:spMkLst>
        </pc:spChg>
        <pc:spChg chg="del mod">
          <ac:chgData name="Freda Shi" userId="e3bafef1-15f2-4eeb-acbe-fa674bab7991" providerId="ADAL" clId="{9555FC65-5A8C-4EE8-9D5B-8283D7A0923C}" dt="2026-01-28T05:40:03.376" v="45044" actId="478"/>
          <ac:spMkLst>
            <pc:docMk/>
            <pc:sldMk cId="1921548107" sldId="279"/>
            <ac:spMk id="90" creationId="{367E9F47-1CC4-98DF-302B-695E84BCAA85}"/>
          </ac:spMkLst>
        </pc:spChg>
        <pc:spChg chg="del mod">
          <ac:chgData name="Freda Shi" userId="e3bafef1-15f2-4eeb-acbe-fa674bab7991" providerId="ADAL" clId="{9555FC65-5A8C-4EE8-9D5B-8283D7A0923C}" dt="2026-01-28T05:40:03.375" v="45043" actId="478"/>
          <ac:spMkLst>
            <pc:docMk/>
            <pc:sldMk cId="1921548107" sldId="279"/>
            <ac:spMk id="91" creationId="{BBB047F4-9C4A-ECC4-D6AF-BEA5D38AC0F0}"/>
          </ac:spMkLst>
        </pc:spChg>
        <pc:spChg chg="del mod">
          <ac:chgData name="Freda Shi" userId="e3bafef1-15f2-4eeb-acbe-fa674bab7991" providerId="ADAL" clId="{9555FC65-5A8C-4EE8-9D5B-8283D7A0923C}" dt="2026-01-28T05:40:03.374" v="45042" actId="478"/>
          <ac:spMkLst>
            <pc:docMk/>
            <pc:sldMk cId="1921548107" sldId="279"/>
            <ac:spMk id="92" creationId="{CD307465-232A-3F12-DDE6-C80D0DA35FDB}"/>
          </ac:spMkLst>
        </pc:spChg>
        <pc:spChg chg="del mod">
          <ac:chgData name="Freda Shi" userId="e3bafef1-15f2-4eeb-acbe-fa674bab7991" providerId="ADAL" clId="{9555FC65-5A8C-4EE8-9D5B-8283D7A0923C}" dt="2026-01-28T05:40:03.373" v="45041" actId="478"/>
          <ac:spMkLst>
            <pc:docMk/>
            <pc:sldMk cId="1921548107" sldId="279"/>
            <ac:spMk id="93" creationId="{36B0D9FE-6C5E-943A-F12A-874E4B1F05D5}"/>
          </ac:spMkLst>
        </pc:spChg>
        <pc:spChg chg="del mod">
          <ac:chgData name="Freda Shi" userId="e3bafef1-15f2-4eeb-acbe-fa674bab7991" providerId="ADAL" clId="{9555FC65-5A8C-4EE8-9D5B-8283D7A0923C}" dt="2026-01-28T05:40:03.372" v="45040" actId="478"/>
          <ac:spMkLst>
            <pc:docMk/>
            <pc:sldMk cId="1921548107" sldId="279"/>
            <ac:spMk id="94" creationId="{C1EE9CB4-80A2-64E1-6741-6F8C20F634C1}"/>
          </ac:spMkLst>
        </pc:spChg>
        <pc:spChg chg="del mod">
          <ac:chgData name="Freda Shi" userId="e3bafef1-15f2-4eeb-acbe-fa674bab7991" providerId="ADAL" clId="{9555FC65-5A8C-4EE8-9D5B-8283D7A0923C}" dt="2026-01-28T05:40:03.371" v="45039" actId="478"/>
          <ac:spMkLst>
            <pc:docMk/>
            <pc:sldMk cId="1921548107" sldId="279"/>
            <ac:spMk id="95" creationId="{E81362DB-4683-C7D1-DD31-1507B0378AA5}"/>
          </ac:spMkLst>
        </pc:spChg>
        <pc:spChg chg="del mod">
          <ac:chgData name="Freda Shi" userId="e3bafef1-15f2-4eeb-acbe-fa674bab7991" providerId="ADAL" clId="{9555FC65-5A8C-4EE8-9D5B-8283D7A0923C}" dt="2026-01-28T05:40:03.371" v="45038" actId="478"/>
          <ac:spMkLst>
            <pc:docMk/>
            <pc:sldMk cId="1921548107" sldId="279"/>
            <ac:spMk id="96" creationId="{8C6578BA-BD2C-F1B9-9C19-CE4E6B50753C}"/>
          </ac:spMkLst>
        </pc:spChg>
        <pc:spChg chg="del mod">
          <ac:chgData name="Freda Shi" userId="e3bafef1-15f2-4eeb-acbe-fa674bab7991" providerId="ADAL" clId="{9555FC65-5A8C-4EE8-9D5B-8283D7A0923C}" dt="2026-01-28T05:40:03.370" v="45037" actId="478"/>
          <ac:spMkLst>
            <pc:docMk/>
            <pc:sldMk cId="1921548107" sldId="279"/>
            <ac:spMk id="97" creationId="{4965FDA6-7A5D-62ED-0E2A-D1AB6D72D30C}"/>
          </ac:spMkLst>
        </pc:spChg>
        <pc:spChg chg="del mod">
          <ac:chgData name="Freda Shi" userId="e3bafef1-15f2-4eeb-acbe-fa674bab7991" providerId="ADAL" clId="{9555FC65-5A8C-4EE8-9D5B-8283D7A0923C}" dt="2026-01-28T05:40:03.369" v="45036" actId="478"/>
          <ac:spMkLst>
            <pc:docMk/>
            <pc:sldMk cId="1921548107" sldId="279"/>
            <ac:spMk id="98" creationId="{E915E4D1-EC55-96C6-DF37-E3F5CC0591F6}"/>
          </ac:spMkLst>
        </pc:spChg>
        <pc:spChg chg="del mod">
          <ac:chgData name="Freda Shi" userId="e3bafef1-15f2-4eeb-acbe-fa674bab7991" providerId="ADAL" clId="{9555FC65-5A8C-4EE8-9D5B-8283D7A0923C}" dt="2026-01-28T05:40:03.368" v="45035" actId="478"/>
          <ac:spMkLst>
            <pc:docMk/>
            <pc:sldMk cId="1921548107" sldId="279"/>
            <ac:spMk id="99" creationId="{23A78F16-11FE-C407-551F-6D5BD00A1D8A}"/>
          </ac:spMkLst>
        </pc:spChg>
        <pc:spChg chg="del mod">
          <ac:chgData name="Freda Shi" userId="e3bafef1-15f2-4eeb-acbe-fa674bab7991" providerId="ADAL" clId="{9555FC65-5A8C-4EE8-9D5B-8283D7A0923C}" dt="2026-01-28T05:40:03.367" v="45034" actId="478"/>
          <ac:spMkLst>
            <pc:docMk/>
            <pc:sldMk cId="1921548107" sldId="279"/>
            <ac:spMk id="100" creationId="{EC3749EA-6D39-DC3E-4630-22FCAF640B14}"/>
          </ac:spMkLst>
        </pc:spChg>
        <pc:spChg chg="del mod">
          <ac:chgData name="Freda Shi" userId="e3bafef1-15f2-4eeb-acbe-fa674bab7991" providerId="ADAL" clId="{9555FC65-5A8C-4EE8-9D5B-8283D7A0923C}" dt="2026-01-28T05:40:03.366" v="45033" actId="478"/>
          <ac:spMkLst>
            <pc:docMk/>
            <pc:sldMk cId="1921548107" sldId="279"/>
            <ac:spMk id="101" creationId="{92024F08-AC5C-DACB-6127-7768D9A8A08C}"/>
          </ac:spMkLst>
        </pc:spChg>
        <pc:spChg chg="del mod">
          <ac:chgData name="Freda Shi" userId="e3bafef1-15f2-4eeb-acbe-fa674bab7991" providerId="ADAL" clId="{9555FC65-5A8C-4EE8-9D5B-8283D7A0923C}" dt="2026-01-28T05:40:03.366" v="45032" actId="478"/>
          <ac:spMkLst>
            <pc:docMk/>
            <pc:sldMk cId="1921548107" sldId="279"/>
            <ac:spMk id="102" creationId="{54F9A863-83A6-6F31-C17F-A4F1CC7800EA}"/>
          </ac:spMkLst>
        </pc:spChg>
        <pc:spChg chg="del mod">
          <ac:chgData name="Freda Shi" userId="e3bafef1-15f2-4eeb-acbe-fa674bab7991" providerId="ADAL" clId="{9555FC65-5A8C-4EE8-9D5B-8283D7A0923C}" dt="2026-01-28T05:40:03.364" v="45031" actId="478"/>
          <ac:spMkLst>
            <pc:docMk/>
            <pc:sldMk cId="1921548107" sldId="279"/>
            <ac:spMk id="103" creationId="{47876B43-22F0-D51A-D730-876217CD7F03}"/>
          </ac:spMkLst>
        </pc:spChg>
        <pc:spChg chg="del mod">
          <ac:chgData name="Freda Shi" userId="e3bafef1-15f2-4eeb-acbe-fa674bab7991" providerId="ADAL" clId="{9555FC65-5A8C-4EE8-9D5B-8283D7A0923C}" dt="2026-01-28T05:40:03.363" v="45030" actId="478"/>
          <ac:spMkLst>
            <pc:docMk/>
            <pc:sldMk cId="1921548107" sldId="279"/>
            <ac:spMk id="104" creationId="{01E4342C-A0EE-1BCD-91F4-62E8F205B2EE}"/>
          </ac:spMkLst>
        </pc:spChg>
        <pc:spChg chg="del mod">
          <ac:chgData name="Freda Shi" userId="e3bafef1-15f2-4eeb-acbe-fa674bab7991" providerId="ADAL" clId="{9555FC65-5A8C-4EE8-9D5B-8283D7A0923C}" dt="2026-01-28T05:40:03.362" v="45029" actId="478"/>
          <ac:spMkLst>
            <pc:docMk/>
            <pc:sldMk cId="1921548107" sldId="279"/>
            <ac:spMk id="105" creationId="{EC469A24-E3CD-6118-8929-5EC68BD9CB0A}"/>
          </ac:spMkLst>
        </pc:spChg>
        <pc:spChg chg="del mod">
          <ac:chgData name="Freda Shi" userId="e3bafef1-15f2-4eeb-acbe-fa674bab7991" providerId="ADAL" clId="{9555FC65-5A8C-4EE8-9D5B-8283D7A0923C}" dt="2026-01-28T05:40:03.361" v="45028" actId="478"/>
          <ac:spMkLst>
            <pc:docMk/>
            <pc:sldMk cId="1921548107" sldId="279"/>
            <ac:spMk id="106" creationId="{9D66CEAC-14C3-8352-0AF9-E8C6DD43F0E7}"/>
          </ac:spMkLst>
        </pc:spChg>
        <pc:spChg chg="del mod">
          <ac:chgData name="Freda Shi" userId="e3bafef1-15f2-4eeb-acbe-fa674bab7991" providerId="ADAL" clId="{9555FC65-5A8C-4EE8-9D5B-8283D7A0923C}" dt="2026-01-28T05:40:03.360" v="45027" actId="478"/>
          <ac:spMkLst>
            <pc:docMk/>
            <pc:sldMk cId="1921548107" sldId="279"/>
            <ac:spMk id="107" creationId="{4A5A4DBE-4530-0F8E-41B4-4E93FFC3AB92}"/>
          </ac:spMkLst>
        </pc:spChg>
        <pc:spChg chg="del mod">
          <ac:chgData name="Freda Shi" userId="e3bafef1-15f2-4eeb-acbe-fa674bab7991" providerId="ADAL" clId="{9555FC65-5A8C-4EE8-9D5B-8283D7A0923C}" dt="2026-01-28T05:40:03.359" v="45026" actId="478"/>
          <ac:spMkLst>
            <pc:docMk/>
            <pc:sldMk cId="1921548107" sldId="279"/>
            <ac:spMk id="108" creationId="{861BEA0C-ED11-DB6D-CDEB-40406E6582AE}"/>
          </ac:spMkLst>
        </pc:spChg>
        <pc:spChg chg="del mod">
          <ac:chgData name="Freda Shi" userId="e3bafef1-15f2-4eeb-acbe-fa674bab7991" providerId="ADAL" clId="{9555FC65-5A8C-4EE8-9D5B-8283D7A0923C}" dt="2026-01-28T05:40:03.358" v="45025" actId="478"/>
          <ac:spMkLst>
            <pc:docMk/>
            <pc:sldMk cId="1921548107" sldId="279"/>
            <ac:spMk id="109" creationId="{D1E4263C-08C3-E1F6-3794-DC0DE5AAA9C8}"/>
          </ac:spMkLst>
        </pc:spChg>
        <pc:spChg chg="del mod">
          <ac:chgData name="Freda Shi" userId="e3bafef1-15f2-4eeb-acbe-fa674bab7991" providerId="ADAL" clId="{9555FC65-5A8C-4EE8-9D5B-8283D7A0923C}" dt="2026-01-28T05:40:03.357" v="45024" actId="478"/>
          <ac:spMkLst>
            <pc:docMk/>
            <pc:sldMk cId="1921548107" sldId="279"/>
            <ac:spMk id="110" creationId="{E909545D-ECBE-4283-3386-2ECC9E137EF3}"/>
          </ac:spMkLst>
        </pc:spChg>
        <pc:spChg chg="del mod">
          <ac:chgData name="Freda Shi" userId="e3bafef1-15f2-4eeb-acbe-fa674bab7991" providerId="ADAL" clId="{9555FC65-5A8C-4EE8-9D5B-8283D7A0923C}" dt="2026-01-28T05:40:03.356" v="45023" actId="478"/>
          <ac:spMkLst>
            <pc:docMk/>
            <pc:sldMk cId="1921548107" sldId="279"/>
            <ac:spMk id="111" creationId="{D33CFA27-2121-48F2-D0EF-B4FCF04B2AE0}"/>
          </ac:spMkLst>
        </pc:spChg>
        <pc:spChg chg="del mod">
          <ac:chgData name="Freda Shi" userId="e3bafef1-15f2-4eeb-acbe-fa674bab7991" providerId="ADAL" clId="{9555FC65-5A8C-4EE8-9D5B-8283D7A0923C}" dt="2026-01-28T05:40:03.355" v="45022" actId="478"/>
          <ac:spMkLst>
            <pc:docMk/>
            <pc:sldMk cId="1921548107" sldId="279"/>
            <ac:spMk id="112" creationId="{728AFEEC-47DD-5A41-56A0-EA3087D11CB0}"/>
          </ac:spMkLst>
        </pc:spChg>
        <pc:spChg chg="del mod">
          <ac:chgData name="Freda Shi" userId="e3bafef1-15f2-4eeb-acbe-fa674bab7991" providerId="ADAL" clId="{9555FC65-5A8C-4EE8-9D5B-8283D7A0923C}" dt="2026-01-28T05:40:03.354" v="45021" actId="478"/>
          <ac:spMkLst>
            <pc:docMk/>
            <pc:sldMk cId="1921548107" sldId="279"/>
            <ac:spMk id="113" creationId="{1D4AFFF2-F70C-C1CE-AB27-DAFAD7DC8630}"/>
          </ac:spMkLst>
        </pc:spChg>
        <pc:spChg chg="del mod">
          <ac:chgData name="Freda Shi" userId="e3bafef1-15f2-4eeb-acbe-fa674bab7991" providerId="ADAL" clId="{9555FC65-5A8C-4EE8-9D5B-8283D7A0923C}" dt="2026-01-28T05:40:03.353" v="45020" actId="478"/>
          <ac:spMkLst>
            <pc:docMk/>
            <pc:sldMk cId="1921548107" sldId="279"/>
            <ac:spMk id="114" creationId="{697FB8F5-C3B9-E8AE-0665-0628EEAE07D7}"/>
          </ac:spMkLst>
        </pc:spChg>
        <pc:spChg chg="del mod">
          <ac:chgData name="Freda Shi" userId="e3bafef1-15f2-4eeb-acbe-fa674bab7991" providerId="ADAL" clId="{9555FC65-5A8C-4EE8-9D5B-8283D7A0923C}" dt="2026-01-28T05:40:03.352" v="45019" actId="478"/>
          <ac:spMkLst>
            <pc:docMk/>
            <pc:sldMk cId="1921548107" sldId="279"/>
            <ac:spMk id="115" creationId="{57BEA061-B843-F9CD-7920-250E65163A72}"/>
          </ac:spMkLst>
        </pc:spChg>
        <pc:spChg chg="del mod">
          <ac:chgData name="Freda Shi" userId="e3bafef1-15f2-4eeb-acbe-fa674bab7991" providerId="ADAL" clId="{9555FC65-5A8C-4EE8-9D5B-8283D7A0923C}" dt="2026-01-28T05:40:03.351" v="45018" actId="478"/>
          <ac:spMkLst>
            <pc:docMk/>
            <pc:sldMk cId="1921548107" sldId="279"/>
            <ac:spMk id="116" creationId="{7D6F8F38-94DD-F188-7AF3-18378165FF7F}"/>
          </ac:spMkLst>
        </pc:spChg>
        <pc:spChg chg="del mod topLvl">
          <ac:chgData name="Freda Shi" userId="e3bafef1-15f2-4eeb-acbe-fa674bab7991" providerId="ADAL" clId="{9555FC65-5A8C-4EE8-9D5B-8283D7A0923C}" dt="2026-01-28T05:40:22.948" v="45305" actId="478"/>
          <ac:spMkLst>
            <pc:docMk/>
            <pc:sldMk cId="1921548107" sldId="279"/>
            <ac:spMk id="141" creationId="{EDDE0798-A766-39FD-E447-77380ACD9D8B}"/>
          </ac:spMkLst>
        </pc:spChg>
        <pc:spChg chg="del mod topLvl">
          <ac:chgData name="Freda Shi" userId="e3bafef1-15f2-4eeb-acbe-fa674bab7991" providerId="ADAL" clId="{9555FC65-5A8C-4EE8-9D5B-8283D7A0923C}" dt="2026-01-28T05:40:22.904" v="45223" actId="478"/>
          <ac:spMkLst>
            <pc:docMk/>
            <pc:sldMk cId="1921548107" sldId="279"/>
            <ac:spMk id="142" creationId="{709A7B97-5853-95B2-5541-9B54AAF88A49}"/>
          </ac:spMkLst>
        </pc:spChg>
        <pc:spChg chg="del mod">
          <ac:chgData name="Freda Shi" userId="e3bafef1-15f2-4eeb-acbe-fa674bab7991" providerId="ADAL" clId="{9555FC65-5A8C-4EE8-9D5B-8283D7A0923C}" dt="2026-01-28T05:40:22.904" v="45222" actId="478"/>
          <ac:spMkLst>
            <pc:docMk/>
            <pc:sldMk cId="1921548107" sldId="279"/>
            <ac:spMk id="143" creationId="{0C9E600C-13C8-D0AC-44FD-A7482EE3368F}"/>
          </ac:spMkLst>
        </pc:spChg>
        <pc:spChg chg="del mod">
          <ac:chgData name="Freda Shi" userId="e3bafef1-15f2-4eeb-acbe-fa674bab7991" providerId="ADAL" clId="{9555FC65-5A8C-4EE8-9D5B-8283D7A0923C}" dt="2026-01-28T05:40:22.903" v="45221" actId="478"/>
          <ac:spMkLst>
            <pc:docMk/>
            <pc:sldMk cId="1921548107" sldId="279"/>
            <ac:spMk id="144" creationId="{88E19F4B-B4F7-4942-285B-F9BA9E9AFCAA}"/>
          </ac:spMkLst>
        </pc:spChg>
        <pc:spChg chg="del mod">
          <ac:chgData name="Freda Shi" userId="e3bafef1-15f2-4eeb-acbe-fa674bab7991" providerId="ADAL" clId="{9555FC65-5A8C-4EE8-9D5B-8283D7A0923C}" dt="2026-01-28T05:40:22.902" v="45220" actId="478"/>
          <ac:spMkLst>
            <pc:docMk/>
            <pc:sldMk cId="1921548107" sldId="279"/>
            <ac:spMk id="145" creationId="{02722D9A-93E2-C496-9F16-8A58E80D42BF}"/>
          </ac:spMkLst>
        </pc:spChg>
        <pc:spChg chg="del mod">
          <ac:chgData name="Freda Shi" userId="e3bafef1-15f2-4eeb-acbe-fa674bab7991" providerId="ADAL" clId="{9555FC65-5A8C-4EE8-9D5B-8283D7A0923C}" dt="2026-01-28T05:40:22.901" v="45219" actId="478"/>
          <ac:spMkLst>
            <pc:docMk/>
            <pc:sldMk cId="1921548107" sldId="279"/>
            <ac:spMk id="146" creationId="{DF5B2158-5D11-F6CD-23BC-2DB6776090F0}"/>
          </ac:spMkLst>
        </pc:spChg>
        <pc:spChg chg="del mod">
          <ac:chgData name="Freda Shi" userId="e3bafef1-15f2-4eeb-acbe-fa674bab7991" providerId="ADAL" clId="{9555FC65-5A8C-4EE8-9D5B-8283D7A0923C}" dt="2026-01-28T05:40:22.900" v="45218" actId="478"/>
          <ac:spMkLst>
            <pc:docMk/>
            <pc:sldMk cId="1921548107" sldId="279"/>
            <ac:spMk id="182" creationId="{9AF22A7F-8610-743C-7D31-90F19ACB1A6F}"/>
          </ac:spMkLst>
        </pc:spChg>
        <pc:spChg chg="del mod">
          <ac:chgData name="Freda Shi" userId="e3bafef1-15f2-4eeb-acbe-fa674bab7991" providerId="ADAL" clId="{9555FC65-5A8C-4EE8-9D5B-8283D7A0923C}" dt="2026-01-28T05:40:22.899" v="45217" actId="478"/>
          <ac:spMkLst>
            <pc:docMk/>
            <pc:sldMk cId="1921548107" sldId="279"/>
            <ac:spMk id="183" creationId="{94F5FD9B-DD96-6F8C-766A-655E5AAF3381}"/>
          </ac:spMkLst>
        </pc:spChg>
        <pc:spChg chg="del mod">
          <ac:chgData name="Freda Shi" userId="e3bafef1-15f2-4eeb-acbe-fa674bab7991" providerId="ADAL" clId="{9555FC65-5A8C-4EE8-9D5B-8283D7A0923C}" dt="2026-01-28T05:40:22.899" v="45216" actId="478"/>
          <ac:spMkLst>
            <pc:docMk/>
            <pc:sldMk cId="1921548107" sldId="279"/>
            <ac:spMk id="184" creationId="{4B36E6E7-DE44-89B5-C004-39D591E0F12A}"/>
          </ac:spMkLst>
        </pc:spChg>
        <pc:spChg chg="del mod">
          <ac:chgData name="Freda Shi" userId="e3bafef1-15f2-4eeb-acbe-fa674bab7991" providerId="ADAL" clId="{9555FC65-5A8C-4EE8-9D5B-8283D7A0923C}" dt="2026-01-28T05:40:22.898" v="45215" actId="478"/>
          <ac:spMkLst>
            <pc:docMk/>
            <pc:sldMk cId="1921548107" sldId="279"/>
            <ac:spMk id="185" creationId="{D26B9C78-F0DD-4423-AD90-9EFB6E61AEE3}"/>
          </ac:spMkLst>
        </pc:spChg>
        <pc:spChg chg="del mod">
          <ac:chgData name="Freda Shi" userId="e3bafef1-15f2-4eeb-acbe-fa674bab7991" providerId="ADAL" clId="{9555FC65-5A8C-4EE8-9D5B-8283D7A0923C}" dt="2026-01-28T05:40:22.897" v="45214" actId="478"/>
          <ac:spMkLst>
            <pc:docMk/>
            <pc:sldMk cId="1921548107" sldId="279"/>
            <ac:spMk id="186" creationId="{D950E0E5-4562-CA41-4FE1-4E4A735D0D9A}"/>
          </ac:spMkLst>
        </pc:spChg>
        <pc:spChg chg="del mod">
          <ac:chgData name="Freda Shi" userId="e3bafef1-15f2-4eeb-acbe-fa674bab7991" providerId="ADAL" clId="{9555FC65-5A8C-4EE8-9D5B-8283D7A0923C}" dt="2026-01-28T05:40:22.896" v="45213" actId="478"/>
          <ac:spMkLst>
            <pc:docMk/>
            <pc:sldMk cId="1921548107" sldId="279"/>
            <ac:spMk id="187" creationId="{9FFD784E-3D33-F16D-4E33-098282DCCC2E}"/>
          </ac:spMkLst>
        </pc:spChg>
        <pc:spChg chg="del mod">
          <ac:chgData name="Freda Shi" userId="e3bafef1-15f2-4eeb-acbe-fa674bab7991" providerId="ADAL" clId="{9555FC65-5A8C-4EE8-9D5B-8283D7A0923C}" dt="2026-01-28T05:40:22.895" v="45212" actId="478"/>
          <ac:spMkLst>
            <pc:docMk/>
            <pc:sldMk cId="1921548107" sldId="279"/>
            <ac:spMk id="188" creationId="{10A9EBFA-2C14-FFA8-A6D7-EA3232A9E7E3}"/>
          </ac:spMkLst>
        </pc:spChg>
        <pc:spChg chg="del mod">
          <ac:chgData name="Freda Shi" userId="e3bafef1-15f2-4eeb-acbe-fa674bab7991" providerId="ADAL" clId="{9555FC65-5A8C-4EE8-9D5B-8283D7A0923C}" dt="2026-01-28T05:40:22.894" v="45211" actId="478"/>
          <ac:spMkLst>
            <pc:docMk/>
            <pc:sldMk cId="1921548107" sldId="279"/>
            <ac:spMk id="189" creationId="{38159B0D-FAC7-D8B3-C9AB-AD8C7DA30177}"/>
          </ac:spMkLst>
        </pc:spChg>
        <pc:spChg chg="del mod">
          <ac:chgData name="Freda Shi" userId="e3bafef1-15f2-4eeb-acbe-fa674bab7991" providerId="ADAL" clId="{9555FC65-5A8C-4EE8-9D5B-8283D7A0923C}" dt="2026-01-28T05:40:22.893" v="45210" actId="478"/>
          <ac:spMkLst>
            <pc:docMk/>
            <pc:sldMk cId="1921548107" sldId="279"/>
            <ac:spMk id="190" creationId="{8A0E7250-2209-D35A-E068-CDA7CBF6793E}"/>
          </ac:spMkLst>
        </pc:spChg>
        <pc:spChg chg="del mod">
          <ac:chgData name="Freda Shi" userId="e3bafef1-15f2-4eeb-acbe-fa674bab7991" providerId="ADAL" clId="{9555FC65-5A8C-4EE8-9D5B-8283D7A0923C}" dt="2026-01-28T05:40:22.892" v="45209" actId="478"/>
          <ac:spMkLst>
            <pc:docMk/>
            <pc:sldMk cId="1921548107" sldId="279"/>
            <ac:spMk id="191" creationId="{4B9C53A6-B696-C679-1DDD-39CE537A7BD6}"/>
          </ac:spMkLst>
        </pc:spChg>
        <pc:spChg chg="del mod">
          <ac:chgData name="Freda Shi" userId="e3bafef1-15f2-4eeb-acbe-fa674bab7991" providerId="ADAL" clId="{9555FC65-5A8C-4EE8-9D5B-8283D7A0923C}" dt="2026-01-28T05:40:22.892" v="45208" actId="478"/>
          <ac:spMkLst>
            <pc:docMk/>
            <pc:sldMk cId="1921548107" sldId="279"/>
            <ac:spMk id="192" creationId="{874C2A6C-D05B-8F38-0932-2265B8809FFF}"/>
          </ac:spMkLst>
        </pc:spChg>
        <pc:spChg chg="del mod">
          <ac:chgData name="Freda Shi" userId="e3bafef1-15f2-4eeb-acbe-fa674bab7991" providerId="ADAL" clId="{9555FC65-5A8C-4EE8-9D5B-8283D7A0923C}" dt="2026-01-28T05:40:22.891" v="45207" actId="478"/>
          <ac:spMkLst>
            <pc:docMk/>
            <pc:sldMk cId="1921548107" sldId="279"/>
            <ac:spMk id="193" creationId="{535D8129-F107-F7D6-FC85-FDE03DDB70EF}"/>
          </ac:spMkLst>
        </pc:spChg>
        <pc:spChg chg="del mod">
          <ac:chgData name="Freda Shi" userId="e3bafef1-15f2-4eeb-acbe-fa674bab7991" providerId="ADAL" clId="{9555FC65-5A8C-4EE8-9D5B-8283D7A0923C}" dt="2026-01-28T05:40:22.890" v="45206" actId="478"/>
          <ac:spMkLst>
            <pc:docMk/>
            <pc:sldMk cId="1921548107" sldId="279"/>
            <ac:spMk id="194" creationId="{6C5916B0-ED09-581C-1197-B63436EE35C4}"/>
          </ac:spMkLst>
        </pc:spChg>
        <pc:spChg chg="del mod">
          <ac:chgData name="Freda Shi" userId="e3bafef1-15f2-4eeb-acbe-fa674bab7991" providerId="ADAL" clId="{9555FC65-5A8C-4EE8-9D5B-8283D7A0923C}" dt="2026-01-28T05:40:22.889" v="45205" actId="478"/>
          <ac:spMkLst>
            <pc:docMk/>
            <pc:sldMk cId="1921548107" sldId="279"/>
            <ac:spMk id="195" creationId="{233CD240-D783-6816-318F-86E210DC52B0}"/>
          </ac:spMkLst>
        </pc:spChg>
        <pc:spChg chg="del mod">
          <ac:chgData name="Freda Shi" userId="e3bafef1-15f2-4eeb-acbe-fa674bab7991" providerId="ADAL" clId="{9555FC65-5A8C-4EE8-9D5B-8283D7A0923C}" dt="2026-01-28T05:40:22.888" v="45204" actId="478"/>
          <ac:spMkLst>
            <pc:docMk/>
            <pc:sldMk cId="1921548107" sldId="279"/>
            <ac:spMk id="196" creationId="{1E218E08-4386-B224-3A90-98F9863A7006}"/>
          </ac:spMkLst>
        </pc:spChg>
        <pc:spChg chg="del mod">
          <ac:chgData name="Freda Shi" userId="e3bafef1-15f2-4eeb-acbe-fa674bab7991" providerId="ADAL" clId="{9555FC65-5A8C-4EE8-9D5B-8283D7A0923C}" dt="2026-01-28T05:40:22.887" v="45203" actId="478"/>
          <ac:spMkLst>
            <pc:docMk/>
            <pc:sldMk cId="1921548107" sldId="279"/>
            <ac:spMk id="197" creationId="{2083CA65-8956-3ECF-9CCF-A3D64889933A}"/>
          </ac:spMkLst>
        </pc:spChg>
        <pc:spChg chg="del mod">
          <ac:chgData name="Freda Shi" userId="e3bafef1-15f2-4eeb-acbe-fa674bab7991" providerId="ADAL" clId="{9555FC65-5A8C-4EE8-9D5B-8283D7A0923C}" dt="2026-01-28T05:40:22.885" v="45202" actId="478"/>
          <ac:spMkLst>
            <pc:docMk/>
            <pc:sldMk cId="1921548107" sldId="279"/>
            <ac:spMk id="198" creationId="{588D2A67-A24D-B907-80FF-5897BD63A440}"/>
          </ac:spMkLst>
        </pc:spChg>
        <pc:spChg chg="del mod">
          <ac:chgData name="Freda Shi" userId="e3bafef1-15f2-4eeb-acbe-fa674bab7991" providerId="ADAL" clId="{9555FC65-5A8C-4EE8-9D5B-8283D7A0923C}" dt="2026-01-28T05:40:22.883" v="45201" actId="478"/>
          <ac:spMkLst>
            <pc:docMk/>
            <pc:sldMk cId="1921548107" sldId="279"/>
            <ac:spMk id="199" creationId="{D3F50C50-0473-B864-E0D1-D89458238DA7}"/>
          </ac:spMkLst>
        </pc:spChg>
        <pc:spChg chg="del mod">
          <ac:chgData name="Freda Shi" userId="e3bafef1-15f2-4eeb-acbe-fa674bab7991" providerId="ADAL" clId="{9555FC65-5A8C-4EE8-9D5B-8283D7A0923C}" dt="2026-01-28T05:40:22.883" v="45200" actId="478"/>
          <ac:spMkLst>
            <pc:docMk/>
            <pc:sldMk cId="1921548107" sldId="279"/>
            <ac:spMk id="200" creationId="{919E4CBD-A9A4-9B42-5B8F-2FC6A599C6E1}"/>
          </ac:spMkLst>
        </pc:spChg>
        <pc:spChg chg="del mod">
          <ac:chgData name="Freda Shi" userId="e3bafef1-15f2-4eeb-acbe-fa674bab7991" providerId="ADAL" clId="{9555FC65-5A8C-4EE8-9D5B-8283D7A0923C}" dt="2026-01-28T05:40:22.882" v="45199" actId="478"/>
          <ac:spMkLst>
            <pc:docMk/>
            <pc:sldMk cId="1921548107" sldId="279"/>
            <ac:spMk id="201" creationId="{1D090DC4-E514-C6FC-9551-75CC0A2A4F0D}"/>
          </ac:spMkLst>
        </pc:spChg>
        <pc:spChg chg="del mod">
          <ac:chgData name="Freda Shi" userId="e3bafef1-15f2-4eeb-acbe-fa674bab7991" providerId="ADAL" clId="{9555FC65-5A8C-4EE8-9D5B-8283D7A0923C}" dt="2026-01-28T05:40:22.881" v="45198" actId="478"/>
          <ac:spMkLst>
            <pc:docMk/>
            <pc:sldMk cId="1921548107" sldId="279"/>
            <ac:spMk id="202" creationId="{75ACBF31-F95A-6922-A4E0-79FA41FC7619}"/>
          </ac:spMkLst>
        </pc:spChg>
        <pc:spChg chg="del mod">
          <ac:chgData name="Freda Shi" userId="e3bafef1-15f2-4eeb-acbe-fa674bab7991" providerId="ADAL" clId="{9555FC65-5A8C-4EE8-9D5B-8283D7A0923C}" dt="2026-01-28T05:40:22.880" v="45197" actId="478"/>
          <ac:spMkLst>
            <pc:docMk/>
            <pc:sldMk cId="1921548107" sldId="279"/>
            <ac:spMk id="203" creationId="{7218903B-FADB-F30B-932F-05FB2BE6316B}"/>
          </ac:spMkLst>
        </pc:spChg>
        <pc:spChg chg="del mod">
          <ac:chgData name="Freda Shi" userId="e3bafef1-15f2-4eeb-acbe-fa674bab7991" providerId="ADAL" clId="{9555FC65-5A8C-4EE8-9D5B-8283D7A0923C}" dt="2026-01-28T05:40:22.879" v="45196" actId="478"/>
          <ac:spMkLst>
            <pc:docMk/>
            <pc:sldMk cId="1921548107" sldId="279"/>
            <ac:spMk id="204" creationId="{D3CDEC5C-F2FB-24CD-1804-77C94C76586C}"/>
          </ac:spMkLst>
        </pc:spChg>
        <pc:spChg chg="del mod">
          <ac:chgData name="Freda Shi" userId="e3bafef1-15f2-4eeb-acbe-fa674bab7991" providerId="ADAL" clId="{9555FC65-5A8C-4EE8-9D5B-8283D7A0923C}" dt="2026-01-28T05:40:22.878" v="45195" actId="478"/>
          <ac:spMkLst>
            <pc:docMk/>
            <pc:sldMk cId="1921548107" sldId="279"/>
            <ac:spMk id="205" creationId="{6C719BB5-6A5C-972B-0BC0-DF8906794084}"/>
          </ac:spMkLst>
        </pc:spChg>
        <pc:spChg chg="del mod">
          <ac:chgData name="Freda Shi" userId="e3bafef1-15f2-4eeb-acbe-fa674bab7991" providerId="ADAL" clId="{9555FC65-5A8C-4EE8-9D5B-8283D7A0923C}" dt="2026-01-28T05:40:22.877" v="45194" actId="478"/>
          <ac:spMkLst>
            <pc:docMk/>
            <pc:sldMk cId="1921548107" sldId="279"/>
            <ac:spMk id="206" creationId="{88F3DC85-8C2C-3040-ED51-68F32A2B56A4}"/>
          </ac:spMkLst>
        </pc:spChg>
        <pc:spChg chg="del mod">
          <ac:chgData name="Freda Shi" userId="e3bafef1-15f2-4eeb-acbe-fa674bab7991" providerId="ADAL" clId="{9555FC65-5A8C-4EE8-9D5B-8283D7A0923C}" dt="2026-01-28T05:40:22.876" v="45193" actId="478"/>
          <ac:spMkLst>
            <pc:docMk/>
            <pc:sldMk cId="1921548107" sldId="279"/>
            <ac:spMk id="207" creationId="{DAE7EE49-7114-C0FA-1727-6954283F47EB}"/>
          </ac:spMkLst>
        </pc:spChg>
        <pc:spChg chg="del mod">
          <ac:chgData name="Freda Shi" userId="e3bafef1-15f2-4eeb-acbe-fa674bab7991" providerId="ADAL" clId="{9555FC65-5A8C-4EE8-9D5B-8283D7A0923C}" dt="2026-01-28T05:40:22.873" v="45192" actId="478"/>
          <ac:spMkLst>
            <pc:docMk/>
            <pc:sldMk cId="1921548107" sldId="279"/>
            <ac:spMk id="208" creationId="{7FB5F0F3-9D57-AAC3-3335-D8EAD2DDBD70}"/>
          </ac:spMkLst>
        </pc:spChg>
        <pc:spChg chg="del mod">
          <ac:chgData name="Freda Shi" userId="e3bafef1-15f2-4eeb-acbe-fa674bab7991" providerId="ADAL" clId="{9555FC65-5A8C-4EE8-9D5B-8283D7A0923C}" dt="2026-01-28T05:40:22.873" v="45191" actId="478"/>
          <ac:spMkLst>
            <pc:docMk/>
            <pc:sldMk cId="1921548107" sldId="279"/>
            <ac:spMk id="209" creationId="{A8096A05-B0F9-F0B8-7193-EFF4955794BF}"/>
          </ac:spMkLst>
        </pc:spChg>
        <pc:spChg chg="del mod">
          <ac:chgData name="Freda Shi" userId="e3bafef1-15f2-4eeb-acbe-fa674bab7991" providerId="ADAL" clId="{9555FC65-5A8C-4EE8-9D5B-8283D7A0923C}" dt="2026-01-28T05:40:22.872" v="45190" actId="478"/>
          <ac:spMkLst>
            <pc:docMk/>
            <pc:sldMk cId="1921548107" sldId="279"/>
            <ac:spMk id="210" creationId="{5077EB79-C3ED-7C0F-FD5A-4FCF59DD6A81}"/>
          </ac:spMkLst>
        </pc:spChg>
        <pc:spChg chg="del mod">
          <ac:chgData name="Freda Shi" userId="e3bafef1-15f2-4eeb-acbe-fa674bab7991" providerId="ADAL" clId="{9555FC65-5A8C-4EE8-9D5B-8283D7A0923C}" dt="2026-01-28T05:40:22.870" v="45189" actId="478"/>
          <ac:spMkLst>
            <pc:docMk/>
            <pc:sldMk cId="1921548107" sldId="279"/>
            <ac:spMk id="211" creationId="{C65DE4DA-CE90-444D-D675-00E7CD7B5B52}"/>
          </ac:spMkLst>
        </pc:spChg>
        <pc:spChg chg="del mod">
          <ac:chgData name="Freda Shi" userId="e3bafef1-15f2-4eeb-acbe-fa674bab7991" providerId="ADAL" clId="{9555FC65-5A8C-4EE8-9D5B-8283D7A0923C}" dt="2026-01-28T05:40:22.869" v="45188" actId="478"/>
          <ac:spMkLst>
            <pc:docMk/>
            <pc:sldMk cId="1921548107" sldId="279"/>
            <ac:spMk id="212" creationId="{1E126D26-075F-C645-CE97-8935E780828E}"/>
          </ac:spMkLst>
        </pc:spChg>
        <pc:spChg chg="del mod">
          <ac:chgData name="Freda Shi" userId="e3bafef1-15f2-4eeb-acbe-fa674bab7991" providerId="ADAL" clId="{9555FC65-5A8C-4EE8-9D5B-8283D7A0923C}" dt="2026-01-28T05:40:22.868" v="45187" actId="478"/>
          <ac:spMkLst>
            <pc:docMk/>
            <pc:sldMk cId="1921548107" sldId="279"/>
            <ac:spMk id="213" creationId="{A0241C18-3853-5AC3-3198-7E1628CE5B17}"/>
          </ac:spMkLst>
        </pc:spChg>
        <pc:spChg chg="del mod">
          <ac:chgData name="Freda Shi" userId="e3bafef1-15f2-4eeb-acbe-fa674bab7991" providerId="ADAL" clId="{9555FC65-5A8C-4EE8-9D5B-8283D7A0923C}" dt="2026-01-28T05:40:22.867" v="45186" actId="478"/>
          <ac:spMkLst>
            <pc:docMk/>
            <pc:sldMk cId="1921548107" sldId="279"/>
            <ac:spMk id="214" creationId="{9D7D7074-568A-D645-514C-496B9CEF18F3}"/>
          </ac:spMkLst>
        </pc:spChg>
        <pc:spChg chg="del mod">
          <ac:chgData name="Freda Shi" userId="e3bafef1-15f2-4eeb-acbe-fa674bab7991" providerId="ADAL" clId="{9555FC65-5A8C-4EE8-9D5B-8283D7A0923C}" dt="2026-01-28T05:40:22.866" v="45185" actId="478"/>
          <ac:spMkLst>
            <pc:docMk/>
            <pc:sldMk cId="1921548107" sldId="279"/>
            <ac:spMk id="215" creationId="{3FA7E015-4F68-8F82-F3E1-9D3785D79B61}"/>
          </ac:spMkLst>
        </pc:spChg>
        <pc:spChg chg="del mod">
          <ac:chgData name="Freda Shi" userId="e3bafef1-15f2-4eeb-acbe-fa674bab7991" providerId="ADAL" clId="{9555FC65-5A8C-4EE8-9D5B-8283D7A0923C}" dt="2026-01-28T05:40:22.865" v="45184" actId="478"/>
          <ac:spMkLst>
            <pc:docMk/>
            <pc:sldMk cId="1921548107" sldId="279"/>
            <ac:spMk id="216" creationId="{D7CA4B53-6D4D-2863-9A1C-3C0B5B6140EF}"/>
          </ac:spMkLst>
        </pc:spChg>
        <pc:spChg chg="del mod">
          <ac:chgData name="Freda Shi" userId="e3bafef1-15f2-4eeb-acbe-fa674bab7991" providerId="ADAL" clId="{9555FC65-5A8C-4EE8-9D5B-8283D7A0923C}" dt="2026-01-28T05:40:22.864" v="45183" actId="478"/>
          <ac:spMkLst>
            <pc:docMk/>
            <pc:sldMk cId="1921548107" sldId="279"/>
            <ac:spMk id="217" creationId="{F00720E9-F22E-DF05-2C2C-7099BEE1B380}"/>
          </ac:spMkLst>
        </pc:spChg>
        <pc:spChg chg="del mod">
          <ac:chgData name="Freda Shi" userId="e3bafef1-15f2-4eeb-acbe-fa674bab7991" providerId="ADAL" clId="{9555FC65-5A8C-4EE8-9D5B-8283D7A0923C}" dt="2026-01-28T05:40:22.863" v="45182" actId="478"/>
          <ac:spMkLst>
            <pc:docMk/>
            <pc:sldMk cId="1921548107" sldId="279"/>
            <ac:spMk id="218" creationId="{C72BF93F-C6F2-0E88-078B-8EF9F5A96548}"/>
          </ac:spMkLst>
        </pc:spChg>
        <pc:spChg chg="del mod">
          <ac:chgData name="Freda Shi" userId="e3bafef1-15f2-4eeb-acbe-fa674bab7991" providerId="ADAL" clId="{9555FC65-5A8C-4EE8-9D5B-8283D7A0923C}" dt="2026-01-28T05:40:22.862" v="45181" actId="478"/>
          <ac:spMkLst>
            <pc:docMk/>
            <pc:sldMk cId="1921548107" sldId="279"/>
            <ac:spMk id="219" creationId="{F6F851F4-EE9B-4E8D-0983-F22FF6820D67}"/>
          </ac:spMkLst>
        </pc:spChg>
        <pc:spChg chg="del mod">
          <ac:chgData name="Freda Shi" userId="e3bafef1-15f2-4eeb-acbe-fa674bab7991" providerId="ADAL" clId="{9555FC65-5A8C-4EE8-9D5B-8283D7A0923C}" dt="2026-01-28T05:40:22.860" v="45180" actId="478"/>
          <ac:spMkLst>
            <pc:docMk/>
            <pc:sldMk cId="1921548107" sldId="279"/>
            <ac:spMk id="220" creationId="{C97EDE42-ED11-7948-AE99-D8DD43D05D0C}"/>
          </ac:spMkLst>
        </pc:spChg>
        <pc:spChg chg="del mod">
          <ac:chgData name="Freda Shi" userId="e3bafef1-15f2-4eeb-acbe-fa674bab7991" providerId="ADAL" clId="{9555FC65-5A8C-4EE8-9D5B-8283D7A0923C}" dt="2026-01-28T05:40:22.859" v="45179" actId="478"/>
          <ac:spMkLst>
            <pc:docMk/>
            <pc:sldMk cId="1921548107" sldId="279"/>
            <ac:spMk id="221" creationId="{C5E3D9F2-6916-380A-3067-3BFEFB352AF7}"/>
          </ac:spMkLst>
        </pc:spChg>
        <pc:spChg chg="del mod">
          <ac:chgData name="Freda Shi" userId="e3bafef1-15f2-4eeb-acbe-fa674bab7991" providerId="ADAL" clId="{9555FC65-5A8C-4EE8-9D5B-8283D7A0923C}" dt="2026-01-28T05:40:22.858" v="45178" actId="478"/>
          <ac:spMkLst>
            <pc:docMk/>
            <pc:sldMk cId="1921548107" sldId="279"/>
            <ac:spMk id="222" creationId="{0CDCD6C7-6FC4-6EC7-F611-C62C0ACC6189}"/>
          </ac:spMkLst>
        </pc:spChg>
        <pc:spChg chg="del mod">
          <ac:chgData name="Freda Shi" userId="e3bafef1-15f2-4eeb-acbe-fa674bab7991" providerId="ADAL" clId="{9555FC65-5A8C-4EE8-9D5B-8283D7A0923C}" dt="2026-01-28T05:40:22.856" v="45177" actId="478"/>
          <ac:spMkLst>
            <pc:docMk/>
            <pc:sldMk cId="1921548107" sldId="279"/>
            <ac:spMk id="223" creationId="{486DD344-FE07-1221-F565-9D8E30749C3D}"/>
          </ac:spMkLst>
        </pc:spChg>
        <pc:spChg chg="del mod">
          <ac:chgData name="Freda Shi" userId="e3bafef1-15f2-4eeb-acbe-fa674bab7991" providerId="ADAL" clId="{9555FC65-5A8C-4EE8-9D5B-8283D7A0923C}" dt="2026-01-28T05:40:22.855" v="45176" actId="478"/>
          <ac:spMkLst>
            <pc:docMk/>
            <pc:sldMk cId="1921548107" sldId="279"/>
            <ac:spMk id="224" creationId="{185B06B9-0669-5261-F39B-76C4E6A75568}"/>
          </ac:spMkLst>
        </pc:spChg>
        <pc:spChg chg="del mod">
          <ac:chgData name="Freda Shi" userId="e3bafef1-15f2-4eeb-acbe-fa674bab7991" providerId="ADAL" clId="{9555FC65-5A8C-4EE8-9D5B-8283D7A0923C}" dt="2026-01-28T05:40:22.853" v="45175" actId="478"/>
          <ac:spMkLst>
            <pc:docMk/>
            <pc:sldMk cId="1921548107" sldId="279"/>
            <ac:spMk id="225" creationId="{B6F42F1B-6B7E-E04F-4343-4FEF15D748FF}"/>
          </ac:spMkLst>
        </pc:spChg>
        <pc:spChg chg="del mod">
          <ac:chgData name="Freda Shi" userId="e3bafef1-15f2-4eeb-acbe-fa674bab7991" providerId="ADAL" clId="{9555FC65-5A8C-4EE8-9D5B-8283D7A0923C}" dt="2026-01-28T05:40:22.852" v="45174" actId="478"/>
          <ac:spMkLst>
            <pc:docMk/>
            <pc:sldMk cId="1921548107" sldId="279"/>
            <ac:spMk id="226" creationId="{BDF27D5C-CD79-88FE-26BE-AD711904593A}"/>
          </ac:spMkLst>
        </pc:spChg>
        <pc:spChg chg="del mod">
          <ac:chgData name="Freda Shi" userId="e3bafef1-15f2-4eeb-acbe-fa674bab7991" providerId="ADAL" clId="{9555FC65-5A8C-4EE8-9D5B-8283D7A0923C}" dt="2026-01-28T05:40:22.851" v="45173" actId="478"/>
          <ac:spMkLst>
            <pc:docMk/>
            <pc:sldMk cId="1921548107" sldId="279"/>
            <ac:spMk id="227" creationId="{6FB35CE8-8A9E-D631-7EE3-28C247E81E4D}"/>
          </ac:spMkLst>
        </pc:spChg>
        <pc:spChg chg="del mod">
          <ac:chgData name="Freda Shi" userId="e3bafef1-15f2-4eeb-acbe-fa674bab7991" providerId="ADAL" clId="{9555FC65-5A8C-4EE8-9D5B-8283D7A0923C}" dt="2026-01-28T05:40:22.850" v="45172" actId="478"/>
          <ac:spMkLst>
            <pc:docMk/>
            <pc:sldMk cId="1921548107" sldId="279"/>
            <ac:spMk id="228" creationId="{B8C60EEC-A1CB-1132-DAB1-2FADECA37047}"/>
          </ac:spMkLst>
        </pc:spChg>
        <pc:spChg chg="del mod">
          <ac:chgData name="Freda Shi" userId="e3bafef1-15f2-4eeb-acbe-fa674bab7991" providerId="ADAL" clId="{9555FC65-5A8C-4EE8-9D5B-8283D7A0923C}" dt="2026-01-28T05:40:22.848" v="45171" actId="478"/>
          <ac:spMkLst>
            <pc:docMk/>
            <pc:sldMk cId="1921548107" sldId="279"/>
            <ac:spMk id="229" creationId="{CF0C2D75-26A4-599D-7BDE-2F593F8494A4}"/>
          </ac:spMkLst>
        </pc:spChg>
        <pc:spChg chg="del mod">
          <ac:chgData name="Freda Shi" userId="e3bafef1-15f2-4eeb-acbe-fa674bab7991" providerId="ADAL" clId="{9555FC65-5A8C-4EE8-9D5B-8283D7A0923C}" dt="2026-01-28T05:40:22.847" v="45170" actId="478"/>
          <ac:spMkLst>
            <pc:docMk/>
            <pc:sldMk cId="1921548107" sldId="279"/>
            <ac:spMk id="230" creationId="{ECA051D0-B107-6699-EA39-E92D18FF8BA9}"/>
          </ac:spMkLst>
        </pc:spChg>
        <pc:spChg chg="del mod">
          <ac:chgData name="Freda Shi" userId="e3bafef1-15f2-4eeb-acbe-fa674bab7991" providerId="ADAL" clId="{9555FC65-5A8C-4EE8-9D5B-8283D7A0923C}" dt="2026-01-28T05:40:22.845" v="45169" actId="478"/>
          <ac:spMkLst>
            <pc:docMk/>
            <pc:sldMk cId="1921548107" sldId="279"/>
            <ac:spMk id="231" creationId="{BD4F2DAD-25EE-0A52-3CCD-5A8A112F7D9F}"/>
          </ac:spMkLst>
        </pc:spChg>
        <pc:spChg chg="del mod">
          <ac:chgData name="Freda Shi" userId="e3bafef1-15f2-4eeb-acbe-fa674bab7991" providerId="ADAL" clId="{9555FC65-5A8C-4EE8-9D5B-8283D7A0923C}" dt="2026-01-28T05:40:22.843" v="45168" actId="478"/>
          <ac:spMkLst>
            <pc:docMk/>
            <pc:sldMk cId="1921548107" sldId="279"/>
            <ac:spMk id="232" creationId="{DCC9ED0C-24F2-01FC-4694-3D87C085B927}"/>
          </ac:spMkLst>
        </pc:spChg>
        <pc:spChg chg="del mod">
          <ac:chgData name="Freda Shi" userId="e3bafef1-15f2-4eeb-acbe-fa674bab7991" providerId="ADAL" clId="{9555FC65-5A8C-4EE8-9D5B-8283D7A0923C}" dt="2026-01-28T05:40:22.842" v="45167" actId="478"/>
          <ac:spMkLst>
            <pc:docMk/>
            <pc:sldMk cId="1921548107" sldId="279"/>
            <ac:spMk id="233" creationId="{29C34DC6-C3A8-5D86-2F95-38929710B748}"/>
          </ac:spMkLst>
        </pc:spChg>
        <pc:spChg chg="del mod">
          <ac:chgData name="Freda Shi" userId="e3bafef1-15f2-4eeb-acbe-fa674bab7991" providerId="ADAL" clId="{9555FC65-5A8C-4EE8-9D5B-8283D7A0923C}" dt="2026-01-28T05:40:22.841" v="45166" actId="478"/>
          <ac:spMkLst>
            <pc:docMk/>
            <pc:sldMk cId="1921548107" sldId="279"/>
            <ac:spMk id="234" creationId="{3BADC48D-5897-4713-1C26-D64152FAF9FC}"/>
          </ac:spMkLst>
        </pc:spChg>
        <pc:spChg chg="del mod">
          <ac:chgData name="Freda Shi" userId="e3bafef1-15f2-4eeb-acbe-fa674bab7991" providerId="ADAL" clId="{9555FC65-5A8C-4EE8-9D5B-8283D7A0923C}" dt="2026-01-28T05:40:22.839" v="45165" actId="478"/>
          <ac:spMkLst>
            <pc:docMk/>
            <pc:sldMk cId="1921548107" sldId="279"/>
            <ac:spMk id="235" creationId="{16C15AE7-A49B-D8A9-CF04-7AB019C762BE}"/>
          </ac:spMkLst>
        </pc:spChg>
        <pc:spChg chg="del mod">
          <ac:chgData name="Freda Shi" userId="e3bafef1-15f2-4eeb-acbe-fa674bab7991" providerId="ADAL" clId="{9555FC65-5A8C-4EE8-9D5B-8283D7A0923C}" dt="2026-01-28T05:40:22.838" v="45164" actId="478"/>
          <ac:spMkLst>
            <pc:docMk/>
            <pc:sldMk cId="1921548107" sldId="279"/>
            <ac:spMk id="236" creationId="{F9C5A690-5A98-598E-A2D7-1A274A53CA9B}"/>
          </ac:spMkLst>
        </pc:spChg>
        <pc:spChg chg="del mod">
          <ac:chgData name="Freda Shi" userId="e3bafef1-15f2-4eeb-acbe-fa674bab7991" providerId="ADAL" clId="{9555FC65-5A8C-4EE8-9D5B-8283D7A0923C}" dt="2026-01-28T05:40:22.837" v="45163" actId="478"/>
          <ac:spMkLst>
            <pc:docMk/>
            <pc:sldMk cId="1921548107" sldId="279"/>
            <ac:spMk id="237" creationId="{F0381495-205D-71B7-E8E4-70368914B282}"/>
          </ac:spMkLst>
        </pc:spChg>
        <pc:spChg chg="del mod">
          <ac:chgData name="Freda Shi" userId="e3bafef1-15f2-4eeb-acbe-fa674bab7991" providerId="ADAL" clId="{9555FC65-5A8C-4EE8-9D5B-8283D7A0923C}" dt="2026-01-28T05:40:22.835" v="45162" actId="478"/>
          <ac:spMkLst>
            <pc:docMk/>
            <pc:sldMk cId="1921548107" sldId="279"/>
            <ac:spMk id="238" creationId="{06D754BB-87AF-A48C-4CB6-EC1DAF6EFBD7}"/>
          </ac:spMkLst>
        </pc:spChg>
        <pc:spChg chg="del mod">
          <ac:chgData name="Freda Shi" userId="e3bafef1-15f2-4eeb-acbe-fa674bab7991" providerId="ADAL" clId="{9555FC65-5A8C-4EE8-9D5B-8283D7A0923C}" dt="2026-01-28T05:40:22.833" v="45161" actId="478"/>
          <ac:spMkLst>
            <pc:docMk/>
            <pc:sldMk cId="1921548107" sldId="279"/>
            <ac:spMk id="239" creationId="{3770A7EC-69C7-31C3-379C-7EE21292CD72}"/>
          </ac:spMkLst>
        </pc:spChg>
        <pc:spChg chg="del mod">
          <ac:chgData name="Freda Shi" userId="e3bafef1-15f2-4eeb-acbe-fa674bab7991" providerId="ADAL" clId="{9555FC65-5A8C-4EE8-9D5B-8283D7A0923C}" dt="2026-01-28T05:40:22.832" v="45160" actId="478"/>
          <ac:spMkLst>
            <pc:docMk/>
            <pc:sldMk cId="1921548107" sldId="279"/>
            <ac:spMk id="240" creationId="{A084731D-F0EC-C807-D2B2-7FACCEB4BEA7}"/>
          </ac:spMkLst>
        </pc:spChg>
        <pc:spChg chg="del mod">
          <ac:chgData name="Freda Shi" userId="e3bafef1-15f2-4eeb-acbe-fa674bab7991" providerId="ADAL" clId="{9555FC65-5A8C-4EE8-9D5B-8283D7A0923C}" dt="2026-01-28T05:40:22.830" v="45159" actId="478"/>
          <ac:spMkLst>
            <pc:docMk/>
            <pc:sldMk cId="1921548107" sldId="279"/>
            <ac:spMk id="241" creationId="{AD4E32F3-8C19-C917-A16B-C54AE2899856}"/>
          </ac:spMkLst>
        </pc:spChg>
        <pc:spChg chg="del mod">
          <ac:chgData name="Freda Shi" userId="e3bafef1-15f2-4eeb-acbe-fa674bab7991" providerId="ADAL" clId="{9555FC65-5A8C-4EE8-9D5B-8283D7A0923C}" dt="2026-01-28T05:40:22.829" v="45158" actId="478"/>
          <ac:spMkLst>
            <pc:docMk/>
            <pc:sldMk cId="1921548107" sldId="279"/>
            <ac:spMk id="242" creationId="{9437240C-95F5-BC33-2430-074A88B36E4F}"/>
          </ac:spMkLst>
        </pc:spChg>
        <pc:spChg chg="del mod">
          <ac:chgData name="Freda Shi" userId="e3bafef1-15f2-4eeb-acbe-fa674bab7991" providerId="ADAL" clId="{9555FC65-5A8C-4EE8-9D5B-8283D7A0923C}" dt="2026-01-28T05:40:22.827" v="45157" actId="478"/>
          <ac:spMkLst>
            <pc:docMk/>
            <pc:sldMk cId="1921548107" sldId="279"/>
            <ac:spMk id="243" creationId="{F93DF4C2-25FA-3C1A-1A05-2935D97627DC}"/>
          </ac:spMkLst>
        </pc:spChg>
        <pc:spChg chg="del mod">
          <ac:chgData name="Freda Shi" userId="e3bafef1-15f2-4eeb-acbe-fa674bab7991" providerId="ADAL" clId="{9555FC65-5A8C-4EE8-9D5B-8283D7A0923C}" dt="2026-01-28T05:40:22.826" v="45156" actId="478"/>
          <ac:spMkLst>
            <pc:docMk/>
            <pc:sldMk cId="1921548107" sldId="279"/>
            <ac:spMk id="244" creationId="{F2C41C7A-2C18-24BA-E65F-B0C465E3E882}"/>
          </ac:spMkLst>
        </pc:spChg>
        <pc:spChg chg="del mod">
          <ac:chgData name="Freda Shi" userId="e3bafef1-15f2-4eeb-acbe-fa674bab7991" providerId="ADAL" clId="{9555FC65-5A8C-4EE8-9D5B-8283D7A0923C}" dt="2026-01-28T05:40:22.823" v="45155" actId="478"/>
          <ac:spMkLst>
            <pc:docMk/>
            <pc:sldMk cId="1921548107" sldId="279"/>
            <ac:spMk id="245" creationId="{6B39FB4C-F98A-5B5D-D1EB-C525319B2A0D}"/>
          </ac:spMkLst>
        </pc:spChg>
        <pc:spChg chg="del mod">
          <ac:chgData name="Freda Shi" userId="e3bafef1-15f2-4eeb-acbe-fa674bab7991" providerId="ADAL" clId="{9555FC65-5A8C-4EE8-9D5B-8283D7A0923C}" dt="2026-01-28T05:40:22.822" v="45154" actId="478"/>
          <ac:spMkLst>
            <pc:docMk/>
            <pc:sldMk cId="1921548107" sldId="279"/>
            <ac:spMk id="246" creationId="{C196AE1F-4402-A819-78A3-384BE6BE8401}"/>
          </ac:spMkLst>
        </pc:spChg>
        <pc:spChg chg="del mod">
          <ac:chgData name="Freda Shi" userId="e3bafef1-15f2-4eeb-acbe-fa674bab7991" providerId="ADAL" clId="{9555FC65-5A8C-4EE8-9D5B-8283D7A0923C}" dt="2026-01-28T05:40:22.820" v="45153" actId="478"/>
          <ac:spMkLst>
            <pc:docMk/>
            <pc:sldMk cId="1921548107" sldId="279"/>
            <ac:spMk id="247" creationId="{24B11D46-656D-BB4D-3511-F3994966CC1E}"/>
          </ac:spMkLst>
        </pc:spChg>
        <pc:spChg chg="del mod">
          <ac:chgData name="Freda Shi" userId="e3bafef1-15f2-4eeb-acbe-fa674bab7991" providerId="ADAL" clId="{9555FC65-5A8C-4EE8-9D5B-8283D7A0923C}" dt="2026-01-28T05:40:22.818" v="45152" actId="478"/>
          <ac:spMkLst>
            <pc:docMk/>
            <pc:sldMk cId="1921548107" sldId="279"/>
            <ac:spMk id="248" creationId="{DF3FA9E5-3FD7-B163-E30E-D4383B5ED899}"/>
          </ac:spMkLst>
        </pc:spChg>
        <pc:spChg chg="del mod">
          <ac:chgData name="Freda Shi" userId="e3bafef1-15f2-4eeb-acbe-fa674bab7991" providerId="ADAL" clId="{9555FC65-5A8C-4EE8-9D5B-8283D7A0923C}" dt="2026-01-28T05:40:22.817" v="45151" actId="478"/>
          <ac:spMkLst>
            <pc:docMk/>
            <pc:sldMk cId="1921548107" sldId="279"/>
            <ac:spMk id="249" creationId="{D80F2BE7-9DDA-25C5-A06C-3790FF949D2C}"/>
          </ac:spMkLst>
        </pc:spChg>
        <pc:spChg chg="del mod">
          <ac:chgData name="Freda Shi" userId="e3bafef1-15f2-4eeb-acbe-fa674bab7991" providerId="ADAL" clId="{9555FC65-5A8C-4EE8-9D5B-8283D7A0923C}" dt="2026-01-28T05:40:22.815" v="45150" actId="478"/>
          <ac:spMkLst>
            <pc:docMk/>
            <pc:sldMk cId="1921548107" sldId="279"/>
            <ac:spMk id="250" creationId="{681AAA7E-F8A5-95DB-98F0-35F2DC04B91D}"/>
          </ac:spMkLst>
        </pc:spChg>
        <pc:spChg chg="del mod">
          <ac:chgData name="Freda Shi" userId="e3bafef1-15f2-4eeb-acbe-fa674bab7991" providerId="ADAL" clId="{9555FC65-5A8C-4EE8-9D5B-8283D7A0923C}" dt="2026-01-28T05:40:22.812" v="45149" actId="478"/>
          <ac:spMkLst>
            <pc:docMk/>
            <pc:sldMk cId="1921548107" sldId="279"/>
            <ac:spMk id="251" creationId="{405E1AC5-C417-AF4E-1592-55D1C96C8971}"/>
          </ac:spMkLst>
        </pc:spChg>
        <pc:spChg chg="del mod">
          <ac:chgData name="Freda Shi" userId="e3bafef1-15f2-4eeb-acbe-fa674bab7991" providerId="ADAL" clId="{9555FC65-5A8C-4EE8-9D5B-8283D7A0923C}" dt="2026-01-28T05:40:22.811" v="45148" actId="478"/>
          <ac:spMkLst>
            <pc:docMk/>
            <pc:sldMk cId="1921548107" sldId="279"/>
            <ac:spMk id="252" creationId="{330E3BE4-45B4-FF5E-E314-9BA379157864}"/>
          </ac:spMkLst>
        </pc:spChg>
        <pc:spChg chg="del mod">
          <ac:chgData name="Freda Shi" userId="e3bafef1-15f2-4eeb-acbe-fa674bab7991" providerId="ADAL" clId="{9555FC65-5A8C-4EE8-9D5B-8283D7A0923C}" dt="2026-01-28T05:40:22.809" v="45147" actId="478"/>
          <ac:spMkLst>
            <pc:docMk/>
            <pc:sldMk cId="1921548107" sldId="279"/>
            <ac:spMk id="253" creationId="{786D8F40-17FB-F5B4-3D65-F23FF3880160}"/>
          </ac:spMkLst>
        </pc:spChg>
        <pc:spChg chg="del mod">
          <ac:chgData name="Freda Shi" userId="e3bafef1-15f2-4eeb-acbe-fa674bab7991" providerId="ADAL" clId="{9555FC65-5A8C-4EE8-9D5B-8283D7A0923C}" dt="2026-01-28T05:40:22.807" v="45146" actId="478"/>
          <ac:spMkLst>
            <pc:docMk/>
            <pc:sldMk cId="1921548107" sldId="279"/>
            <ac:spMk id="254" creationId="{BDA054DA-F76E-8641-4CB1-1DFE6B817649}"/>
          </ac:spMkLst>
        </pc:spChg>
        <pc:spChg chg="del mod">
          <ac:chgData name="Freda Shi" userId="e3bafef1-15f2-4eeb-acbe-fa674bab7991" providerId="ADAL" clId="{9555FC65-5A8C-4EE8-9D5B-8283D7A0923C}" dt="2026-01-28T05:40:22.805" v="45145" actId="478"/>
          <ac:spMkLst>
            <pc:docMk/>
            <pc:sldMk cId="1921548107" sldId="279"/>
            <ac:spMk id="255" creationId="{A158C687-04BB-CA14-513B-7A32B64DF372}"/>
          </ac:spMkLst>
        </pc:spChg>
        <pc:spChg chg="del mod">
          <ac:chgData name="Freda Shi" userId="e3bafef1-15f2-4eeb-acbe-fa674bab7991" providerId="ADAL" clId="{9555FC65-5A8C-4EE8-9D5B-8283D7A0923C}" dt="2026-01-28T05:40:22.802" v="45144" actId="478"/>
          <ac:spMkLst>
            <pc:docMk/>
            <pc:sldMk cId="1921548107" sldId="279"/>
            <ac:spMk id="256" creationId="{B127F7DC-0910-449A-E980-C62325DD6BD4}"/>
          </ac:spMkLst>
        </pc:spChg>
        <pc:spChg chg="mod">
          <ac:chgData name="Freda Shi" userId="e3bafef1-15f2-4eeb-acbe-fa674bab7991" providerId="ADAL" clId="{9555FC65-5A8C-4EE8-9D5B-8283D7A0923C}" dt="2026-01-28T05:40:22.906" v="45224" actId="108"/>
          <ac:spMkLst>
            <pc:docMk/>
            <pc:sldMk cId="1921548107" sldId="279"/>
            <ac:spMk id="295" creationId="{C55456A5-A4E5-660C-C936-80BB6400A0D6}"/>
          </ac:spMkLst>
        </pc:spChg>
        <pc:spChg chg="mod">
          <ac:chgData name="Freda Shi" userId="e3bafef1-15f2-4eeb-acbe-fa674bab7991" providerId="ADAL" clId="{9555FC65-5A8C-4EE8-9D5B-8283D7A0923C}" dt="2026-01-28T05:40:22.907" v="45225" actId="108"/>
          <ac:spMkLst>
            <pc:docMk/>
            <pc:sldMk cId="1921548107" sldId="279"/>
            <ac:spMk id="296" creationId="{7B181BA4-59FF-9171-23AC-18F543DD7806}"/>
          </ac:spMkLst>
        </pc:spChg>
        <pc:spChg chg="mod">
          <ac:chgData name="Freda Shi" userId="e3bafef1-15f2-4eeb-acbe-fa674bab7991" providerId="ADAL" clId="{9555FC65-5A8C-4EE8-9D5B-8283D7A0923C}" dt="2026-01-28T05:40:22.907" v="45226" actId="108"/>
          <ac:spMkLst>
            <pc:docMk/>
            <pc:sldMk cId="1921548107" sldId="279"/>
            <ac:spMk id="297" creationId="{CF13EBBE-5C43-3164-41A5-1E4D10DA784A}"/>
          </ac:spMkLst>
        </pc:spChg>
        <pc:spChg chg="mod">
          <ac:chgData name="Freda Shi" userId="e3bafef1-15f2-4eeb-acbe-fa674bab7991" providerId="ADAL" clId="{9555FC65-5A8C-4EE8-9D5B-8283D7A0923C}" dt="2026-01-28T05:40:22.908" v="45227" actId="108"/>
          <ac:spMkLst>
            <pc:docMk/>
            <pc:sldMk cId="1921548107" sldId="279"/>
            <ac:spMk id="298" creationId="{6F74EC38-40C0-1144-25E7-DA32474D62EC}"/>
          </ac:spMkLst>
        </pc:spChg>
        <pc:spChg chg="mod">
          <ac:chgData name="Freda Shi" userId="e3bafef1-15f2-4eeb-acbe-fa674bab7991" providerId="ADAL" clId="{9555FC65-5A8C-4EE8-9D5B-8283D7A0923C}" dt="2026-01-28T05:40:22.909" v="45228" actId="108"/>
          <ac:spMkLst>
            <pc:docMk/>
            <pc:sldMk cId="1921548107" sldId="279"/>
            <ac:spMk id="299" creationId="{FCBA6502-007A-70AF-D975-89744F855E2D}"/>
          </ac:spMkLst>
        </pc:spChg>
        <pc:spChg chg="mod">
          <ac:chgData name="Freda Shi" userId="e3bafef1-15f2-4eeb-acbe-fa674bab7991" providerId="ADAL" clId="{9555FC65-5A8C-4EE8-9D5B-8283D7A0923C}" dt="2026-01-28T05:40:22.909" v="45229" actId="108"/>
          <ac:spMkLst>
            <pc:docMk/>
            <pc:sldMk cId="1921548107" sldId="279"/>
            <ac:spMk id="300" creationId="{C2748DF5-5CCE-54F1-1595-F22FF7D0F16E}"/>
          </ac:spMkLst>
        </pc:spChg>
        <pc:spChg chg="mod">
          <ac:chgData name="Freda Shi" userId="e3bafef1-15f2-4eeb-acbe-fa674bab7991" providerId="ADAL" clId="{9555FC65-5A8C-4EE8-9D5B-8283D7A0923C}" dt="2026-01-28T05:40:22.910" v="45230" actId="108"/>
          <ac:spMkLst>
            <pc:docMk/>
            <pc:sldMk cId="1921548107" sldId="279"/>
            <ac:spMk id="301" creationId="{BC05F176-E387-EBDE-A487-48C204124EE9}"/>
          </ac:spMkLst>
        </pc:spChg>
        <pc:spChg chg="mod">
          <ac:chgData name="Freda Shi" userId="e3bafef1-15f2-4eeb-acbe-fa674bab7991" providerId="ADAL" clId="{9555FC65-5A8C-4EE8-9D5B-8283D7A0923C}" dt="2026-01-28T05:40:22.910" v="45231" actId="108"/>
          <ac:spMkLst>
            <pc:docMk/>
            <pc:sldMk cId="1921548107" sldId="279"/>
            <ac:spMk id="302" creationId="{3D0AE21D-E67B-2E7F-4D73-9C9BB0885FD5}"/>
          </ac:spMkLst>
        </pc:spChg>
        <pc:spChg chg="mod">
          <ac:chgData name="Freda Shi" userId="e3bafef1-15f2-4eeb-acbe-fa674bab7991" providerId="ADAL" clId="{9555FC65-5A8C-4EE8-9D5B-8283D7A0923C}" dt="2026-01-28T05:40:22.911" v="45232" actId="108"/>
          <ac:spMkLst>
            <pc:docMk/>
            <pc:sldMk cId="1921548107" sldId="279"/>
            <ac:spMk id="303" creationId="{3C72A930-D2FE-AEBC-612E-14757AEBA750}"/>
          </ac:spMkLst>
        </pc:spChg>
        <pc:spChg chg="mod">
          <ac:chgData name="Freda Shi" userId="e3bafef1-15f2-4eeb-acbe-fa674bab7991" providerId="ADAL" clId="{9555FC65-5A8C-4EE8-9D5B-8283D7A0923C}" dt="2026-01-28T05:40:22.911" v="45233" actId="108"/>
          <ac:spMkLst>
            <pc:docMk/>
            <pc:sldMk cId="1921548107" sldId="279"/>
            <ac:spMk id="304" creationId="{F55E7FB9-2A5A-FD1D-1C11-47689F1D0AAD}"/>
          </ac:spMkLst>
        </pc:spChg>
        <pc:spChg chg="mod">
          <ac:chgData name="Freda Shi" userId="e3bafef1-15f2-4eeb-acbe-fa674bab7991" providerId="ADAL" clId="{9555FC65-5A8C-4EE8-9D5B-8283D7A0923C}" dt="2026-01-28T05:40:22.912" v="45234" actId="108"/>
          <ac:spMkLst>
            <pc:docMk/>
            <pc:sldMk cId="1921548107" sldId="279"/>
            <ac:spMk id="305" creationId="{2C8A215D-F66D-96B8-D29A-D611F3525850}"/>
          </ac:spMkLst>
        </pc:spChg>
        <pc:spChg chg="mod">
          <ac:chgData name="Freda Shi" userId="e3bafef1-15f2-4eeb-acbe-fa674bab7991" providerId="ADAL" clId="{9555FC65-5A8C-4EE8-9D5B-8283D7A0923C}" dt="2026-01-28T05:40:22.912" v="45235" actId="108"/>
          <ac:spMkLst>
            <pc:docMk/>
            <pc:sldMk cId="1921548107" sldId="279"/>
            <ac:spMk id="306" creationId="{BD4B3780-BA8A-3A09-5920-635A32B8BC92}"/>
          </ac:spMkLst>
        </pc:spChg>
        <pc:spChg chg="mod">
          <ac:chgData name="Freda Shi" userId="e3bafef1-15f2-4eeb-acbe-fa674bab7991" providerId="ADAL" clId="{9555FC65-5A8C-4EE8-9D5B-8283D7A0923C}" dt="2026-01-28T05:40:22.913" v="45236" actId="108"/>
          <ac:spMkLst>
            <pc:docMk/>
            <pc:sldMk cId="1921548107" sldId="279"/>
            <ac:spMk id="307" creationId="{FF440F6D-C4BA-058E-C7A5-F2C8CE371761}"/>
          </ac:spMkLst>
        </pc:spChg>
        <pc:spChg chg="mod">
          <ac:chgData name="Freda Shi" userId="e3bafef1-15f2-4eeb-acbe-fa674bab7991" providerId="ADAL" clId="{9555FC65-5A8C-4EE8-9D5B-8283D7A0923C}" dt="2026-01-28T05:40:22.913" v="45237" actId="108"/>
          <ac:spMkLst>
            <pc:docMk/>
            <pc:sldMk cId="1921548107" sldId="279"/>
            <ac:spMk id="308" creationId="{8137CA16-C0A7-2CB6-13B1-D3F5EA8D57A8}"/>
          </ac:spMkLst>
        </pc:spChg>
        <pc:spChg chg="mod">
          <ac:chgData name="Freda Shi" userId="e3bafef1-15f2-4eeb-acbe-fa674bab7991" providerId="ADAL" clId="{9555FC65-5A8C-4EE8-9D5B-8283D7A0923C}" dt="2026-01-28T05:40:22.914" v="45238" actId="108"/>
          <ac:spMkLst>
            <pc:docMk/>
            <pc:sldMk cId="1921548107" sldId="279"/>
            <ac:spMk id="309" creationId="{DFE6A76D-1243-922D-E5CB-FA746F116A6F}"/>
          </ac:spMkLst>
        </pc:spChg>
        <pc:spChg chg="mod">
          <ac:chgData name="Freda Shi" userId="e3bafef1-15f2-4eeb-acbe-fa674bab7991" providerId="ADAL" clId="{9555FC65-5A8C-4EE8-9D5B-8283D7A0923C}" dt="2026-01-28T05:40:22.914" v="45239" actId="108"/>
          <ac:spMkLst>
            <pc:docMk/>
            <pc:sldMk cId="1921548107" sldId="279"/>
            <ac:spMk id="310" creationId="{C3024285-2DBA-4C78-1E3C-73F2DAC36D2A}"/>
          </ac:spMkLst>
        </pc:spChg>
        <pc:spChg chg="mod">
          <ac:chgData name="Freda Shi" userId="e3bafef1-15f2-4eeb-acbe-fa674bab7991" providerId="ADAL" clId="{9555FC65-5A8C-4EE8-9D5B-8283D7A0923C}" dt="2026-01-28T05:40:22.915" v="45240" actId="108"/>
          <ac:spMkLst>
            <pc:docMk/>
            <pc:sldMk cId="1921548107" sldId="279"/>
            <ac:spMk id="311" creationId="{DFE0FBC1-F8D7-B41E-A007-7A4519C6C09F}"/>
          </ac:spMkLst>
        </pc:spChg>
        <pc:spChg chg="mod">
          <ac:chgData name="Freda Shi" userId="e3bafef1-15f2-4eeb-acbe-fa674bab7991" providerId="ADAL" clId="{9555FC65-5A8C-4EE8-9D5B-8283D7A0923C}" dt="2026-01-28T05:40:22.915" v="45241" actId="108"/>
          <ac:spMkLst>
            <pc:docMk/>
            <pc:sldMk cId="1921548107" sldId="279"/>
            <ac:spMk id="312" creationId="{2EC23EE2-D1F1-35E9-2775-FBE043AF7CE0}"/>
          </ac:spMkLst>
        </pc:spChg>
        <pc:spChg chg="mod">
          <ac:chgData name="Freda Shi" userId="e3bafef1-15f2-4eeb-acbe-fa674bab7991" providerId="ADAL" clId="{9555FC65-5A8C-4EE8-9D5B-8283D7A0923C}" dt="2026-01-28T05:40:22.915" v="45242" actId="108"/>
          <ac:spMkLst>
            <pc:docMk/>
            <pc:sldMk cId="1921548107" sldId="279"/>
            <ac:spMk id="313" creationId="{02BC20DD-D1FF-A910-E81D-42D78CA9BF41}"/>
          </ac:spMkLst>
        </pc:spChg>
        <pc:spChg chg="mod">
          <ac:chgData name="Freda Shi" userId="e3bafef1-15f2-4eeb-acbe-fa674bab7991" providerId="ADAL" clId="{9555FC65-5A8C-4EE8-9D5B-8283D7A0923C}" dt="2026-01-28T05:40:22.916" v="45243" actId="108"/>
          <ac:spMkLst>
            <pc:docMk/>
            <pc:sldMk cId="1921548107" sldId="279"/>
            <ac:spMk id="314" creationId="{BD7A8719-24B2-B255-FFCE-15E0721D5AD2}"/>
          </ac:spMkLst>
        </pc:spChg>
        <pc:spChg chg="mod">
          <ac:chgData name="Freda Shi" userId="e3bafef1-15f2-4eeb-acbe-fa674bab7991" providerId="ADAL" clId="{9555FC65-5A8C-4EE8-9D5B-8283D7A0923C}" dt="2026-01-28T05:40:22.916" v="45244" actId="108"/>
          <ac:spMkLst>
            <pc:docMk/>
            <pc:sldMk cId="1921548107" sldId="279"/>
            <ac:spMk id="315" creationId="{23524807-5661-DCD1-61B5-77F9F3157809}"/>
          </ac:spMkLst>
        </pc:spChg>
        <pc:spChg chg="mod">
          <ac:chgData name="Freda Shi" userId="e3bafef1-15f2-4eeb-acbe-fa674bab7991" providerId="ADAL" clId="{9555FC65-5A8C-4EE8-9D5B-8283D7A0923C}" dt="2026-01-28T05:40:22.917" v="45245" actId="108"/>
          <ac:spMkLst>
            <pc:docMk/>
            <pc:sldMk cId="1921548107" sldId="279"/>
            <ac:spMk id="316" creationId="{DD0C93D5-E29B-AA97-CE85-07F5F3A97087}"/>
          </ac:spMkLst>
        </pc:spChg>
        <pc:spChg chg="mod">
          <ac:chgData name="Freda Shi" userId="e3bafef1-15f2-4eeb-acbe-fa674bab7991" providerId="ADAL" clId="{9555FC65-5A8C-4EE8-9D5B-8283D7A0923C}" dt="2026-01-28T05:40:22.917" v="45246" actId="108"/>
          <ac:spMkLst>
            <pc:docMk/>
            <pc:sldMk cId="1921548107" sldId="279"/>
            <ac:spMk id="317" creationId="{B51F5E52-B542-B0C5-64A1-F9EE4E260FB2}"/>
          </ac:spMkLst>
        </pc:spChg>
        <pc:spChg chg="mod">
          <ac:chgData name="Freda Shi" userId="e3bafef1-15f2-4eeb-acbe-fa674bab7991" providerId="ADAL" clId="{9555FC65-5A8C-4EE8-9D5B-8283D7A0923C}" dt="2026-01-28T05:40:22.918" v="45247" actId="108"/>
          <ac:spMkLst>
            <pc:docMk/>
            <pc:sldMk cId="1921548107" sldId="279"/>
            <ac:spMk id="318" creationId="{AD0C5F9A-2772-1AF9-EEDD-5F1C18799774}"/>
          </ac:spMkLst>
        </pc:spChg>
        <pc:spChg chg="mod">
          <ac:chgData name="Freda Shi" userId="e3bafef1-15f2-4eeb-acbe-fa674bab7991" providerId="ADAL" clId="{9555FC65-5A8C-4EE8-9D5B-8283D7A0923C}" dt="2026-01-28T05:40:22.918" v="45248" actId="108"/>
          <ac:spMkLst>
            <pc:docMk/>
            <pc:sldMk cId="1921548107" sldId="279"/>
            <ac:spMk id="319" creationId="{BCDEE38C-4AF8-B9F2-713E-048442C61F5F}"/>
          </ac:spMkLst>
        </pc:spChg>
        <pc:spChg chg="mod">
          <ac:chgData name="Freda Shi" userId="e3bafef1-15f2-4eeb-acbe-fa674bab7991" providerId="ADAL" clId="{9555FC65-5A8C-4EE8-9D5B-8283D7A0923C}" dt="2026-01-28T05:40:22.919" v="45249" actId="108"/>
          <ac:spMkLst>
            <pc:docMk/>
            <pc:sldMk cId="1921548107" sldId="279"/>
            <ac:spMk id="320" creationId="{E0F114BB-104D-99D0-1CB3-6799F538039B}"/>
          </ac:spMkLst>
        </pc:spChg>
        <pc:spChg chg="mod">
          <ac:chgData name="Freda Shi" userId="e3bafef1-15f2-4eeb-acbe-fa674bab7991" providerId="ADAL" clId="{9555FC65-5A8C-4EE8-9D5B-8283D7A0923C}" dt="2026-01-28T05:40:22.919" v="45250" actId="108"/>
          <ac:spMkLst>
            <pc:docMk/>
            <pc:sldMk cId="1921548107" sldId="279"/>
            <ac:spMk id="321" creationId="{DB657380-3026-A1A0-00EF-B00018EC35A9}"/>
          </ac:spMkLst>
        </pc:spChg>
        <pc:spChg chg="mod">
          <ac:chgData name="Freda Shi" userId="e3bafef1-15f2-4eeb-acbe-fa674bab7991" providerId="ADAL" clId="{9555FC65-5A8C-4EE8-9D5B-8283D7A0923C}" dt="2026-01-28T05:40:22.920" v="45251" actId="108"/>
          <ac:spMkLst>
            <pc:docMk/>
            <pc:sldMk cId="1921548107" sldId="279"/>
            <ac:spMk id="322" creationId="{F347766F-AD7B-5E98-DE1C-293EBBCA17B4}"/>
          </ac:spMkLst>
        </pc:spChg>
        <pc:spChg chg="mod">
          <ac:chgData name="Freda Shi" userId="e3bafef1-15f2-4eeb-acbe-fa674bab7991" providerId="ADAL" clId="{9555FC65-5A8C-4EE8-9D5B-8283D7A0923C}" dt="2026-01-28T05:40:22.920" v="45252" actId="108"/>
          <ac:spMkLst>
            <pc:docMk/>
            <pc:sldMk cId="1921548107" sldId="279"/>
            <ac:spMk id="323" creationId="{DAD8A4A8-AC24-0D32-6D4C-286998208AC0}"/>
          </ac:spMkLst>
        </pc:spChg>
        <pc:spChg chg="mod">
          <ac:chgData name="Freda Shi" userId="e3bafef1-15f2-4eeb-acbe-fa674bab7991" providerId="ADAL" clId="{9555FC65-5A8C-4EE8-9D5B-8283D7A0923C}" dt="2026-01-28T05:40:22.921" v="45253" actId="108"/>
          <ac:spMkLst>
            <pc:docMk/>
            <pc:sldMk cId="1921548107" sldId="279"/>
            <ac:spMk id="324" creationId="{E148355C-54A6-6B3E-6502-EA3F25B879EF}"/>
          </ac:spMkLst>
        </pc:spChg>
        <pc:spChg chg="mod">
          <ac:chgData name="Freda Shi" userId="e3bafef1-15f2-4eeb-acbe-fa674bab7991" providerId="ADAL" clId="{9555FC65-5A8C-4EE8-9D5B-8283D7A0923C}" dt="2026-01-28T05:40:22.921" v="45254" actId="108"/>
          <ac:spMkLst>
            <pc:docMk/>
            <pc:sldMk cId="1921548107" sldId="279"/>
            <ac:spMk id="325" creationId="{7DEDB261-AC35-417C-701F-5DFFC06F03B1}"/>
          </ac:spMkLst>
        </pc:spChg>
        <pc:spChg chg="mod">
          <ac:chgData name="Freda Shi" userId="e3bafef1-15f2-4eeb-acbe-fa674bab7991" providerId="ADAL" clId="{9555FC65-5A8C-4EE8-9D5B-8283D7A0923C}" dt="2026-01-28T05:40:22.922" v="45255" actId="108"/>
          <ac:spMkLst>
            <pc:docMk/>
            <pc:sldMk cId="1921548107" sldId="279"/>
            <ac:spMk id="326" creationId="{2350C640-9F47-485F-5BE8-C7790D87DDF3}"/>
          </ac:spMkLst>
        </pc:spChg>
        <pc:spChg chg="mod">
          <ac:chgData name="Freda Shi" userId="e3bafef1-15f2-4eeb-acbe-fa674bab7991" providerId="ADAL" clId="{9555FC65-5A8C-4EE8-9D5B-8283D7A0923C}" dt="2026-01-28T05:40:22.922" v="45256" actId="108"/>
          <ac:spMkLst>
            <pc:docMk/>
            <pc:sldMk cId="1921548107" sldId="279"/>
            <ac:spMk id="327" creationId="{ADB1AB75-EC96-C506-C13C-471BFB2E060A}"/>
          </ac:spMkLst>
        </pc:spChg>
        <pc:spChg chg="mod">
          <ac:chgData name="Freda Shi" userId="e3bafef1-15f2-4eeb-acbe-fa674bab7991" providerId="ADAL" clId="{9555FC65-5A8C-4EE8-9D5B-8283D7A0923C}" dt="2026-01-28T05:40:22.922" v="45257" actId="108"/>
          <ac:spMkLst>
            <pc:docMk/>
            <pc:sldMk cId="1921548107" sldId="279"/>
            <ac:spMk id="328" creationId="{C042F273-EBEE-DF02-F498-ACC1CE132A11}"/>
          </ac:spMkLst>
        </pc:spChg>
        <pc:spChg chg="mod">
          <ac:chgData name="Freda Shi" userId="e3bafef1-15f2-4eeb-acbe-fa674bab7991" providerId="ADAL" clId="{9555FC65-5A8C-4EE8-9D5B-8283D7A0923C}" dt="2026-01-28T05:40:22.923" v="45258" actId="108"/>
          <ac:spMkLst>
            <pc:docMk/>
            <pc:sldMk cId="1921548107" sldId="279"/>
            <ac:spMk id="329" creationId="{6385A0BC-7A4F-E410-6DCB-7C89D3C5B008}"/>
          </ac:spMkLst>
        </pc:spChg>
        <pc:spChg chg="mod">
          <ac:chgData name="Freda Shi" userId="e3bafef1-15f2-4eeb-acbe-fa674bab7991" providerId="ADAL" clId="{9555FC65-5A8C-4EE8-9D5B-8283D7A0923C}" dt="2026-01-28T05:40:22.923" v="45259" actId="108"/>
          <ac:spMkLst>
            <pc:docMk/>
            <pc:sldMk cId="1921548107" sldId="279"/>
            <ac:spMk id="330" creationId="{3309FDAC-4198-E107-7A15-573CB7A6858C}"/>
          </ac:spMkLst>
        </pc:spChg>
        <pc:spChg chg="mod">
          <ac:chgData name="Freda Shi" userId="e3bafef1-15f2-4eeb-acbe-fa674bab7991" providerId="ADAL" clId="{9555FC65-5A8C-4EE8-9D5B-8283D7A0923C}" dt="2026-01-28T05:40:22.924" v="45260" actId="108"/>
          <ac:spMkLst>
            <pc:docMk/>
            <pc:sldMk cId="1921548107" sldId="279"/>
            <ac:spMk id="331" creationId="{3AE2FA48-2A36-9A65-51D6-9344EC46E987}"/>
          </ac:spMkLst>
        </pc:spChg>
        <pc:spChg chg="mod">
          <ac:chgData name="Freda Shi" userId="e3bafef1-15f2-4eeb-acbe-fa674bab7991" providerId="ADAL" clId="{9555FC65-5A8C-4EE8-9D5B-8283D7A0923C}" dt="2026-01-28T05:40:22.924" v="45261" actId="108"/>
          <ac:spMkLst>
            <pc:docMk/>
            <pc:sldMk cId="1921548107" sldId="279"/>
            <ac:spMk id="332" creationId="{49CC8187-3331-7980-BC36-C27A09265B7D}"/>
          </ac:spMkLst>
        </pc:spChg>
        <pc:spChg chg="mod">
          <ac:chgData name="Freda Shi" userId="e3bafef1-15f2-4eeb-acbe-fa674bab7991" providerId="ADAL" clId="{9555FC65-5A8C-4EE8-9D5B-8283D7A0923C}" dt="2026-01-28T05:40:22.925" v="45262" actId="108"/>
          <ac:spMkLst>
            <pc:docMk/>
            <pc:sldMk cId="1921548107" sldId="279"/>
            <ac:spMk id="333" creationId="{6DD1DFBB-80DF-4856-57F6-EC495825E996}"/>
          </ac:spMkLst>
        </pc:spChg>
        <pc:spChg chg="mod">
          <ac:chgData name="Freda Shi" userId="e3bafef1-15f2-4eeb-acbe-fa674bab7991" providerId="ADAL" clId="{9555FC65-5A8C-4EE8-9D5B-8283D7A0923C}" dt="2026-01-28T05:40:22.925" v="45263" actId="108"/>
          <ac:spMkLst>
            <pc:docMk/>
            <pc:sldMk cId="1921548107" sldId="279"/>
            <ac:spMk id="334" creationId="{617E76CD-FF14-3B40-CF14-925DD9CD292D}"/>
          </ac:spMkLst>
        </pc:spChg>
        <pc:spChg chg="mod">
          <ac:chgData name="Freda Shi" userId="e3bafef1-15f2-4eeb-acbe-fa674bab7991" providerId="ADAL" clId="{9555FC65-5A8C-4EE8-9D5B-8283D7A0923C}" dt="2026-01-28T05:40:22.927" v="45264" actId="108"/>
          <ac:spMkLst>
            <pc:docMk/>
            <pc:sldMk cId="1921548107" sldId="279"/>
            <ac:spMk id="335" creationId="{687B4A6E-4F3B-FE14-C129-A007E57CBEC6}"/>
          </ac:spMkLst>
        </pc:spChg>
        <pc:spChg chg="mod">
          <ac:chgData name="Freda Shi" userId="e3bafef1-15f2-4eeb-acbe-fa674bab7991" providerId="ADAL" clId="{9555FC65-5A8C-4EE8-9D5B-8283D7A0923C}" dt="2026-01-28T05:40:22.927" v="45265" actId="108"/>
          <ac:spMkLst>
            <pc:docMk/>
            <pc:sldMk cId="1921548107" sldId="279"/>
            <ac:spMk id="336" creationId="{974C242A-C858-496E-8C4B-214CAF1FCA35}"/>
          </ac:spMkLst>
        </pc:spChg>
        <pc:spChg chg="mod">
          <ac:chgData name="Freda Shi" userId="e3bafef1-15f2-4eeb-acbe-fa674bab7991" providerId="ADAL" clId="{9555FC65-5A8C-4EE8-9D5B-8283D7A0923C}" dt="2026-01-28T05:40:22.927" v="45266" actId="108"/>
          <ac:spMkLst>
            <pc:docMk/>
            <pc:sldMk cId="1921548107" sldId="279"/>
            <ac:spMk id="337" creationId="{5A6477A1-DFCA-9113-72EB-8495366CA64A}"/>
          </ac:spMkLst>
        </pc:spChg>
        <pc:spChg chg="mod">
          <ac:chgData name="Freda Shi" userId="e3bafef1-15f2-4eeb-acbe-fa674bab7991" providerId="ADAL" clId="{9555FC65-5A8C-4EE8-9D5B-8283D7A0923C}" dt="2026-01-28T05:40:22.928" v="45267" actId="108"/>
          <ac:spMkLst>
            <pc:docMk/>
            <pc:sldMk cId="1921548107" sldId="279"/>
            <ac:spMk id="338" creationId="{2698AA2D-EED0-6CF9-5759-4486D7C199A7}"/>
          </ac:spMkLst>
        </pc:spChg>
        <pc:spChg chg="mod">
          <ac:chgData name="Freda Shi" userId="e3bafef1-15f2-4eeb-acbe-fa674bab7991" providerId="ADAL" clId="{9555FC65-5A8C-4EE8-9D5B-8283D7A0923C}" dt="2026-01-28T05:40:22.928" v="45268" actId="108"/>
          <ac:spMkLst>
            <pc:docMk/>
            <pc:sldMk cId="1921548107" sldId="279"/>
            <ac:spMk id="339" creationId="{333C0EB8-BF97-647F-EA2F-09F1E3F562A7}"/>
          </ac:spMkLst>
        </pc:spChg>
        <pc:spChg chg="mod">
          <ac:chgData name="Freda Shi" userId="e3bafef1-15f2-4eeb-acbe-fa674bab7991" providerId="ADAL" clId="{9555FC65-5A8C-4EE8-9D5B-8283D7A0923C}" dt="2026-01-28T05:40:22.929" v="45269" actId="108"/>
          <ac:spMkLst>
            <pc:docMk/>
            <pc:sldMk cId="1921548107" sldId="279"/>
            <ac:spMk id="340" creationId="{E31CE6BF-38B3-91E4-AADD-B3CA073EC5C5}"/>
          </ac:spMkLst>
        </pc:spChg>
        <pc:spChg chg="mod">
          <ac:chgData name="Freda Shi" userId="e3bafef1-15f2-4eeb-acbe-fa674bab7991" providerId="ADAL" clId="{9555FC65-5A8C-4EE8-9D5B-8283D7A0923C}" dt="2026-01-28T05:40:22.929" v="45270" actId="108"/>
          <ac:spMkLst>
            <pc:docMk/>
            <pc:sldMk cId="1921548107" sldId="279"/>
            <ac:spMk id="341" creationId="{0306BBE1-EB3F-A6CB-A667-36359C3AD4A8}"/>
          </ac:spMkLst>
        </pc:spChg>
        <pc:spChg chg="mod">
          <ac:chgData name="Freda Shi" userId="e3bafef1-15f2-4eeb-acbe-fa674bab7991" providerId="ADAL" clId="{9555FC65-5A8C-4EE8-9D5B-8283D7A0923C}" dt="2026-01-28T05:40:22.930" v="45271" actId="108"/>
          <ac:spMkLst>
            <pc:docMk/>
            <pc:sldMk cId="1921548107" sldId="279"/>
            <ac:spMk id="342" creationId="{F3273831-E3F8-D170-B9CE-EA151BC95EC6}"/>
          </ac:spMkLst>
        </pc:spChg>
        <pc:spChg chg="mod">
          <ac:chgData name="Freda Shi" userId="e3bafef1-15f2-4eeb-acbe-fa674bab7991" providerId="ADAL" clId="{9555FC65-5A8C-4EE8-9D5B-8283D7A0923C}" dt="2026-01-28T05:40:22.930" v="45272" actId="108"/>
          <ac:spMkLst>
            <pc:docMk/>
            <pc:sldMk cId="1921548107" sldId="279"/>
            <ac:spMk id="343" creationId="{284DF349-FD58-CC78-6BFA-A272B0A89C34}"/>
          </ac:spMkLst>
        </pc:spChg>
        <pc:spChg chg="mod">
          <ac:chgData name="Freda Shi" userId="e3bafef1-15f2-4eeb-acbe-fa674bab7991" providerId="ADAL" clId="{9555FC65-5A8C-4EE8-9D5B-8283D7A0923C}" dt="2026-01-28T05:40:22.931" v="45273" actId="108"/>
          <ac:spMkLst>
            <pc:docMk/>
            <pc:sldMk cId="1921548107" sldId="279"/>
            <ac:spMk id="344" creationId="{BB37B7AF-3918-93A1-778C-5AF7DA927C94}"/>
          </ac:spMkLst>
        </pc:spChg>
        <pc:spChg chg="mod">
          <ac:chgData name="Freda Shi" userId="e3bafef1-15f2-4eeb-acbe-fa674bab7991" providerId="ADAL" clId="{9555FC65-5A8C-4EE8-9D5B-8283D7A0923C}" dt="2026-01-28T05:40:22.931" v="45274" actId="108"/>
          <ac:spMkLst>
            <pc:docMk/>
            <pc:sldMk cId="1921548107" sldId="279"/>
            <ac:spMk id="345" creationId="{3C3355CE-90C8-E3D8-A20E-E4441D26F22B}"/>
          </ac:spMkLst>
        </pc:spChg>
        <pc:spChg chg="mod">
          <ac:chgData name="Freda Shi" userId="e3bafef1-15f2-4eeb-acbe-fa674bab7991" providerId="ADAL" clId="{9555FC65-5A8C-4EE8-9D5B-8283D7A0923C}" dt="2026-01-28T05:40:22.932" v="45275" actId="108"/>
          <ac:spMkLst>
            <pc:docMk/>
            <pc:sldMk cId="1921548107" sldId="279"/>
            <ac:spMk id="346" creationId="{271F97C4-E730-CC0B-C9C5-CCE7D52842CD}"/>
          </ac:spMkLst>
        </pc:spChg>
        <pc:spChg chg="mod">
          <ac:chgData name="Freda Shi" userId="e3bafef1-15f2-4eeb-acbe-fa674bab7991" providerId="ADAL" clId="{9555FC65-5A8C-4EE8-9D5B-8283D7A0923C}" dt="2026-01-28T05:40:22.932" v="45276" actId="108"/>
          <ac:spMkLst>
            <pc:docMk/>
            <pc:sldMk cId="1921548107" sldId="279"/>
            <ac:spMk id="347" creationId="{12E9D168-C3F0-9C94-0461-D2B33C6B7BFC}"/>
          </ac:spMkLst>
        </pc:spChg>
        <pc:spChg chg="mod">
          <ac:chgData name="Freda Shi" userId="e3bafef1-15f2-4eeb-acbe-fa674bab7991" providerId="ADAL" clId="{9555FC65-5A8C-4EE8-9D5B-8283D7A0923C}" dt="2026-01-28T05:40:22.933" v="45277" actId="108"/>
          <ac:spMkLst>
            <pc:docMk/>
            <pc:sldMk cId="1921548107" sldId="279"/>
            <ac:spMk id="348" creationId="{5D9D5AAD-5704-C496-0D3B-35AAB3CDB8CC}"/>
          </ac:spMkLst>
        </pc:spChg>
        <pc:spChg chg="mod">
          <ac:chgData name="Freda Shi" userId="e3bafef1-15f2-4eeb-acbe-fa674bab7991" providerId="ADAL" clId="{9555FC65-5A8C-4EE8-9D5B-8283D7A0923C}" dt="2026-01-28T05:40:22.933" v="45278" actId="108"/>
          <ac:spMkLst>
            <pc:docMk/>
            <pc:sldMk cId="1921548107" sldId="279"/>
            <ac:spMk id="349" creationId="{E7BE7F07-A47A-D21F-522C-DD8ACA81C1E2}"/>
          </ac:spMkLst>
        </pc:spChg>
        <pc:spChg chg="mod">
          <ac:chgData name="Freda Shi" userId="e3bafef1-15f2-4eeb-acbe-fa674bab7991" providerId="ADAL" clId="{9555FC65-5A8C-4EE8-9D5B-8283D7A0923C}" dt="2026-01-28T05:40:22.934" v="45279" actId="108"/>
          <ac:spMkLst>
            <pc:docMk/>
            <pc:sldMk cId="1921548107" sldId="279"/>
            <ac:spMk id="350" creationId="{57F310A5-D7A5-21C3-34C1-61A3DBE3D705}"/>
          </ac:spMkLst>
        </pc:spChg>
        <pc:spChg chg="mod">
          <ac:chgData name="Freda Shi" userId="e3bafef1-15f2-4eeb-acbe-fa674bab7991" providerId="ADAL" clId="{9555FC65-5A8C-4EE8-9D5B-8283D7A0923C}" dt="2026-01-28T05:40:22.934" v="45280" actId="108"/>
          <ac:spMkLst>
            <pc:docMk/>
            <pc:sldMk cId="1921548107" sldId="279"/>
            <ac:spMk id="351" creationId="{DD009A5D-E98E-3DFA-FBC8-9BD405265AB9}"/>
          </ac:spMkLst>
        </pc:spChg>
        <pc:spChg chg="mod">
          <ac:chgData name="Freda Shi" userId="e3bafef1-15f2-4eeb-acbe-fa674bab7991" providerId="ADAL" clId="{9555FC65-5A8C-4EE8-9D5B-8283D7A0923C}" dt="2026-01-28T05:40:22.934" v="45281" actId="108"/>
          <ac:spMkLst>
            <pc:docMk/>
            <pc:sldMk cId="1921548107" sldId="279"/>
            <ac:spMk id="352" creationId="{60CC176B-6DAD-AA8E-91E8-CA07192B1100}"/>
          </ac:spMkLst>
        </pc:spChg>
        <pc:spChg chg="mod">
          <ac:chgData name="Freda Shi" userId="e3bafef1-15f2-4eeb-acbe-fa674bab7991" providerId="ADAL" clId="{9555FC65-5A8C-4EE8-9D5B-8283D7A0923C}" dt="2026-01-28T05:40:22.936" v="45282" actId="108"/>
          <ac:spMkLst>
            <pc:docMk/>
            <pc:sldMk cId="1921548107" sldId="279"/>
            <ac:spMk id="353" creationId="{C8D76449-AC1F-9D9E-A802-390E59393FD0}"/>
          </ac:spMkLst>
        </pc:spChg>
        <pc:spChg chg="mod">
          <ac:chgData name="Freda Shi" userId="e3bafef1-15f2-4eeb-acbe-fa674bab7991" providerId="ADAL" clId="{9555FC65-5A8C-4EE8-9D5B-8283D7A0923C}" dt="2026-01-28T05:40:22.936" v="45283" actId="108"/>
          <ac:spMkLst>
            <pc:docMk/>
            <pc:sldMk cId="1921548107" sldId="279"/>
            <ac:spMk id="354" creationId="{A5BAB8C9-38B5-21BA-95BD-EEFCD6A1F928}"/>
          </ac:spMkLst>
        </pc:spChg>
        <pc:spChg chg="mod">
          <ac:chgData name="Freda Shi" userId="e3bafef1-15f2-4eeb-acbe-fa674bab7991" providerId="ADAL" clId="{9555FC65-5A8C-4EE8-9D5B-8283D7A0923C}" dt="2026-01-28T05:40:22.937" v="45284" actId="108"/>
          <ac:spMkLst>
            <pc:docMk/>
            <pc:sldMk cId="1921548107" sldId="279"/>
            <ac:spMk id="355" creationId="{C99F04C6-5F77-5E2E-4B57-65349CC7EA31}"/>
          </ac:spMkLst>
        </pc:spChg>
        <pc:spChg chg="mod">
          <ac:chgData name="Freda Shi" userId="e3bafef1-15f2-4eeb-acbe-fa674bab7991" providerId="ADAL" clId="{9555FC65-5A8C-4EE8-9D5B-8283D7A0923C}" dt="2026-01-28T05:40:22.937" v="45285" actId="108"/>
          <ac:spMkLst>
            <pc:docMk/>
            <pc:sldMk cId="1921548107" sldId="279"/>
            <ac:spMk id="356" creationId="{A981C4E3-C353-ACF8-1523-3A6E62895CE5}"/>
          </ac:spMkLst>
        </pc:spChg>
        <pc:spChg chg="mod">
          <ac:chgData name="Freda Shi" userId="e3bafef1-15f2-4eeb-acbe-fa674bab7991" providerId="ADAL" clId="{9555FC65-5A8C-4EE8-9D5B-8283D7A0923C}" dt="2026-01-28T05:40:22.938" v="45286" actId="108"/>
          <ac:spMkLst>
            <pc:docMk/>
            <pc:sldMk cId="1921548107" sldId="279"/>
            <ac:spMk id="357" creationId="{05101661-6868-6568-B87E-F6E83C528F38}"/>
          </ac:spMkLst>
        </pc:spChg>
        <pc:spChg chg="mod">
          <ac:chgData name="Freda Shi" userId="e3bafef1-15f2-4eeb-acbe-fa674bab7991" providerId="ADAL" clId="{9555FC65-5A8C-4EE8-9D5B-8283D7A0923C}" dt="2026-01-28T05:40:22.938" v="45287" actId="108"/>
          <ac:spMkLst>
            <pc:docMk/>
            <pc:sldMk cId="1921548107" sldId="279"/>
            <ac:spMk id="358" creationId="{0DAF09CF-9D57-6993-C2B2-E87A04532076}"/>
          </ac:spMkLst>
        </pc:spChg>
        <pc:spChg chg="mod">
          <ac:chgData name="Freda Shi" userId="e3bafef1-15f2-4eeb-acbe-fa674bab7991" providerId="ADAL" clId="{9555FC65-5A8C-4EE8-9D5B-8283D7A0923C}" dt="2026-01-28T05:40:22.939" v="45288" actId="108"/>
          <ac:spMkLst>
            <pc:docMk/>
            <pc:sldMk cId="1921548107" sldId="279"/>
            <ac:spMk id="359" creationId="{F77907B8-C694-871B-9923-DFCCBFC2DFA1}"/>
          </ac:spMkLst>
        </pc:spChg>
        <pc:spChg chg="mod">
          <ac:chgData name="Freda Shi" userId="e3bafef1-15f2-4eeb-acbe-fa674bab7991" providerId="ADAL" clId="{9555FC65-5A8C-4EE8-9D5B-8283D7A0923C}" dt="2026-01-28T05:40:22.939" v="45289" actId="108"/>
          <ac:spMkLst>
            <pc:docMk/>
            <pc:sldMk cId="1921548107" sldId="279"/>
            <ac:spMk id="360" creationId="{5E15F46C-C764-3243-8461-A4069F6F9A66}"/>
          </ac:spMkLst>
        </pc:spChg>
        <pc:spChg chg="mod">
          <ac:chgData name="Freda Shi" userId="e3bafef1-15f2-4eeb-acbe-fa674bab7991" providerId="ADAL" clId="{9555FC65-5A8C-4EE8-9D5B-8283D7A0923C}" dt="2026-01-28T05:40:22.940" v="45290" actId="108"/>
          <ac:spMkLst>
            <pc:docMk/>
            <pc:sldMk cId="1921548107" sldId="279"/>
            <ac:spMk id="361" creationId="{04ED06EC-9188-8283-2400-052932FD8907}"/>
          </ac:spMkLst>
        </pc:spChg>
        <pc:spChg chg="mod">
          <ac:chgData name="Freda Shi" userId="e3bafef1-15f2-4eeb-acbe-fa674bab7991" providerId="ADAL" clId="{9555FC65-5A8C-4EE8-9D5B-8283D7A0923C}" dt="2026-01-28T05:40:22.941" v="45291" actId="108"/>
          <ac:spMkLst>
            <pc:docMk/>
            <pc:sldMk cId="1921548107" sldId="279"/>
            <ac:spMk id="362" creationId="{1FD599DD-BB71-949C-9506-5920DFED590F}"/>
          </ac:spMkLst>
        </pc:spChg>
        <pc:spChg chg="mod">
          <ac:chgData name="Freda Shi" userId="e3bafef1-15f2-4eeb-acbe-fa674bab7991" providerId="ADAL" clId="{9555FC65-5A8C-4EE8-9D5B-8283D7A0923C}" dt="2026-01-28T05:40:22.941" v="45292" actId="108"/>
          <ac:spMkLst>
            <pc:docMk/>
            <pc:sldMk cId="1921548107" sldId="279"/>
            <ac:spMk id="363" creationId="{7193B7AF-89A7-B242-25A8-AD05D41B54D7}"/>
          </ac:spMkLst>
        </pc:spChg>
        <pc:spChg chg="mod">
          <ac:chgData name="Freda Shi" userId="e3bafef1-15f2-4eeb-acbe-fa674bab7991" providerId="ADAL" clId="{9555FC65-5A8C-4EE8-9D5B-8283D7A0923C}" dt="2026-01-28T05:40:22.942" v="45293" actId="108"/>
          <ac:spMkLst>
            <pc:docMk/>
            <pc:sldMk cId="1921548107" sldId="279"/>
            <ac:spMk id="364" creationId="{19D90EE7-397D-929F-83FE-E15891F542D5}"/>
          </ac:spMkLst>
        </pc:spChg>
        <pc:spChg chg="mod">
          <ac:chgData name="Freda Shi" userId="e3bafef1-15f2-4eeb-acbe-fa674bab7991" providerId="ADAL" clId="{9555FC65-5A8C-4EE8-9D5B-8283D7A0923C}" dt="2026-01-28T05:40:22.942" v="45294" actId="108"/>
          <ac:spMkLst>
            <pc:docMk/>
            <pc:sldMk cId="1921548107" sldId="279"/>
            <ac:spMk id="365" creationId="{72E085DC-255C-F59E-1969-1877AE89DD06}"/>
          </ac:spMkLst>
        </pc:spChg>
        <pc:spChg chg="mod">
          <ac:chgData name="Freda Shi" userId="e3bafef1-15f2-4eeb-acbe-fa674bab7991" providerId="ADAL" clId="{9555FC65-5A8C-4EE8-9D5B-8283D7A0923C}" dt="2026-01-28T05:40:22.942" v="45295" actId="108"/>
          <ac:spMkLst>
            <pc:docMk/>
            <pc:sldMk cId="1921548107" sldId="279"/>
            <ac:spMk id="366" creationId="{CB941EE9-E4BF-419F-7200-DC88CD9A42E5}"/>
          </ac:spMkLst>
        </pc:spChg>
        <pc:spChg chg="mod">
          <ac:chgData name="Freda Shi" userId="e3bafef1-15f2-4eeb-acbe-fa674bab7991" providerId="ADAL" clId="{9555FC65-5A8C-4EE8-9D5B-8283D7A0923C}" dt="2026-01-28T05:40:22.942" v="45296" actId="108"/>
          <ac:spMkLst>
            <pc:docMk/>
            <pc:sldMk cId="1921548107" sldId="279"/>
            <ac:spMk id="367" creationId="{B6826C2D-5A72-DBE9-2C48-606E3AF7535B}"/>
          </ac:spMkLst>
        </pc:spChg>
        <pc:spChg chg="mod">
          <ac:chgData name="Freda Shi" userId="e3bafef1-15f2-4eeb-acbe-fa674bab7991" providerId="ADAL" clId="{9555FC65-5A8C-4EE8-9D5B-8283D7A0923C}" dt="2026-01-28T05:40:22.944" v="45297" actId="108"/>
          <ac:spMkLst>
            <pc:docMk/>
            <pc:sldMk cId="1921548107" sldId="279"/>
            <ac:spMk id="368" creationId="{47B6137A-74D3-944B-6E1B-720037E45D4D}"/>
          </ac:spMkLst>
        </pc:spChg>
        <pc:spChg chg="mod">
          <ac:chgData name="Freda Shi" userId="e3bafef1-15f2-4eeb-acbe-fa674bab7991" providerId="ADAL" clId="{9555FC65-5A8C-4EE8-9D5B-8283D7A0923C}" dt="2026-01-28T05:40:22.944" v="45298" actId="108"/>
          <ac:spMkLst>
            <pc:docMk/>
            <pc:sldMk cId="1921548107" sldId="279"/>
            <ac:spMk id="369" creationId="{02B8C061-99F9-BE3E-7315-73EBB712909B}"/>
          </ac:spMkLst>
        </pc:spChg>
        <pc:spChg chg="mod">
          <ac:chgData name="Freda Shi" userId="e3bafef1-15f2-4eeb-acbe-fa674bab7991" providerId="ADAL" clId="{9555FC65-5A8C-4EE8-9D5B-8283D7A0923C}" dt="2026-01-28T05:40:22.945" v="45299" actId="108"/>
          <ac:spMkLst>
            <pc:docMk/>
            <pc:sldMk cId="1921548107" sldId="279"/>
            <ac:spMk id="370" creationId="{6A03A3EB-7C40-46AB-7FC8-56603F068B1C}"/>
          </ac:spMkLst>
        </pc:spChg>
        <pc:spChg chg="mod">
          <ac:chgData name="Freda Shi" userId="e3bafef1-15f2-4eeb-acbe-fa674bab7991" providerId="ADAL" clId="{9555FC65-5A8C-4EE8-9D5B-8283D7A0923C}" dt="2026-01-28T05:40:22.945" v="45300" actId="108"/>
          <ac:spMkLst>
            <pc:docMk/>
            <pc:sldMk cId="1921548107" sldId="279"/>
            <ac:spMk id="371" creationId="{8C69D83D-AB02-1179-E621-2B01D38B3DAE}"/>
          </ac:spMkLst>
        </pc:spChg>
        <pc:spChg chg="mod">
          <ac:chgData name="Freda Shi" userId="e3bafef1-15f2-4eeb-acbe-fa674bab7991" providerId="ADAL" clId="{9555FC65-5A8C-4EE8-9D5B-8283D7A0923C}" dt="2026-01-28T05:40:22.946" v="45301" actId="108"/>
          <ac:spMkLst>
            <pc:docMk/>
            <pc:sldMk cId="1921548107" sldId="279"/>
            <ac:spMk id="372" creationId="{4C3B2065-B26A-5CC8-C182-7C6F853A6F19}"/>
          </ac:spMkLst>
        </pc:spChg>
        <pc:spChg chg="mod">
          <ac:chgData name="Freda Shi" userId="e3bafef1-15f2-4eeb-acbe-fa674bab7991" providerId="ADAL" clId="{9555FC65-5A8C-4EE8-9D5B-8283D7A0923C}" dt="2026-01-28T05:40:22.946" v="45302" actId="108"/>
          <ac:spMkLst>
            <pc:docMk/>
            <pc:sldMk cId="1921548107" sldId="279"/>
            <ac:spMk id="373" creationId="{37DA488E-46B7-B37C-6697-E7ABFAA90881}"/>
          </ac:spMkLst>
        </pc:spChg>
        <pc:spChg chg="mod">
          <ac:chgData name="Freda Shi" userId="e3bafef1-15f2-4eeb-acbe-fa674bab7991" providerId="ADAL" clId="{9555FC65-5A8C-4EE8-9D5B-8283D7A0923C}" dt="2026-01-28T05:40:22.947" v="45303" actId="108"/>
          <ac:spMkLst>
            <pc:docMk/>
            <pc:sldMk cId="1921548107" sldId="279"/>
            <ac:spMk id="374" creationId="{D7872FF7-4F64-31A1-EA38-55CC6C13EB07}"/>
          </ac:spMkLst>
        </pc:spChg>
        <pc:spChg chg="mod">
          <ac:chgData name="Freda Shi" userId="e3bafef1-15f2-4eeb-acbe-fa674bab7991" providerId="ADAL" clId="{9555FC65-5A8C-4EE8-9D5B-8283D7A0923C}" dt="2026-01-28T05:40:22.947" v="45304" actId="108"/>
          <ac:spMkLst>
            <pc:docMk/>
            <pc:sldMk cId="1921548107" sldId="279"/>
            <ac:spMk id="375" creationId="{4AC9983C-91AC-8D08-CEE0-4D52195E18F9}"/>
          </ac:spMkLst>
        </pc:spChg>
        <pc:spChg chg="del topLvl">
          <ac:chgData name="Freda Shi" userId="e3bafef1-15f2-4eeb-acbe-fa674bab7991" providerId="ADAL" clId="{9555FC65-5A8C-4EE8-9D5B-8283D7A0923C}" dt="2026-01-28T05:41:48.669" v="45414" actId="478"/>
          <ac:spMkLst>
            <pc:docMk/>
            <pc:sldMk cId="1921548107" sldId="279"/>
            <ac:spMk id="462" creationId="{1F660813-FF35-358B-3C08-DC7C7999AB6C}"/>
          </ac:spMkLst>
        </pc:spChg>
        <pc:spChg chg="del topLvl">
          <ac:chgData name="Freda Shi" userId="e3bafef1-15f2-4eeb-acbe-fa674bab7991" providerId="ADAL" clId="{9555FC65-5A8C-4EE8-9D5B-8283D7A0923C}" dt="2026-01-28T05:41:48.658" v="45389" actId="478"/>
          <ac:spMkLst>
            <pc:docMk/>
            <pc:sldMk cId="1921548107" sldId="279"/>
            <ac:spMk id="463" creationId="{53868C83-3D1C-1CE2-C651-FB943B1BC797}"/>
          </ac:spMkLst>
        </pc:spChg>
        <pc:spChg chg="del">
          <ac:chgData name="Freda Shi" userId="e3bafef1-15f2-4eeb-acbe-fa674bab7991" providerId="ADAL" clId="{9555FC65-5A8C-4EE8-9D5B-8283D7A0923C}" dt="2026-01-28T05:41:48.657" v="45388" actId="478"/>
          <ac:spMkLst>
            <pc:docMk/>
            <pc:sldMk cId="1921548107" sldId="279"/>
            <ac:spMk id="464" creationId="{867B42E5-199D-CB20-7B9F-DA13BB134E20}"/>
          </ac:spMkLst>
        </pc:spChg>
        <pc:spChg chg="del">
          <ac:chgData name="Freda Shi" userId="e3bafef1-15f2-4eeb-acbe-fa674bab7991" providerId="ADAL" clId="{9555FC65-5A8C-4EE8-9D5B-8283D7A0923C}" dt="2026-01-28T05:41:48.656" v="45387" actId="478"/>
          <ac:spMkLst>
            <pc:docMk/>
            <pc:sldMk cId="1921548107" sldId="279"/>
            <ac:spMk id="465" creationId="{53A6DD2B-FC79-20C7-462F-DE2C949D11E6}"/>
          </ac:spMkLst>
        </pc:spChg>
        <pc:spChg chg="del">
          <ac:chgData name="Freda Shi" userId="e3bafef1-15f2-4eeb-acbe-fa674bab7991" providerId="ADAL" clId="{9555FC65-5A8C-4EE8-9D5B-8283D7A0923C}" dt="2026-01-28T05:41:48.656" v="45386" actId="478"/>
          <ac:spMkLst>
            <pc:docMk/>
            <pc:sldMk cId="1921548107" sldId="279"/>
            <ac:spMk id="466" creationId="{CBB52900-8EF8-5E41-2CA5-54D4B4F9D341}"/>
          </ac:spMkLst>
        </pc:spChg>
        <pc:spChg chg="del">
          <ac:chgData name="Freda Shi" userId="e3bafef1-15f2-4eeb-acbe-fa674bab7991" providerId="ADAL" clId="{9555FC65-5A8C-4EE8-9D5B-8283D7A0923C}" dt="2026-01-28T05:41:48.655" v="45385" actId="478"/>
          <ac:spMkLst>
            <pc:docMk/>
            <pc:sldMk cId="1921548107" sldId="279"/>
            <ac:spMk id="467" creationId="{9038E864-AEB8-9AF3-5491-590AF798FE3E}"/>
          </ac:spMkLst>
        </pc:spChg>
        <pc:spChg chg="del">
          <ac:chgData name="Freda Shi" userId="e3bafef1-15f2-4eeb-acbe-fa674bab7991" providerId="ADAL" clId="{9555FC65-5A8C-4EE8-9D5B-8283D7A0923C}" dt="2026-01-28T05:41:48.654" v="45384" actId="478"/>
          <ac:spMkLst>
            <pc:docMk/>
            <pc:sldMk cId="1921548107" sldId="279"/>
            <ac:spMk id="468" creationId="{F041781E-BFB4-03A4-45D8-39F617536E40}"/>
          </ac:spMkLst>
        </pc:spChg>
        <pc:spChg chg="del">
          <ac:chgData name="Freda Shi" userId="e3bafef1-15f2-4eeb-acbe-fa674bab7991" providerId="ADAL" clId="{9555FC65-5A8C-4EE8-9D5B-8283D7A0923C}" dt="2026-01-28T05:41:48.654" v="45383" actId="478"/>
          <ac:spMkLst>
            <pc:docMk/>
            <pc:sldMk cId="1921548107" sldId="279"/>
            <ac:spMk id="469" creationId="{047936B4-AB82-D623-6B45-0FA1EDE0CCC8}"/>
          </ac:spMkLst>
        </pc:spChg>
        <pc:spChg chg="del">
          <ac:chgData name="Freda Shi" userId="e3bafef1-15f2-4eeb-acbe-fa674bab7991" providerId="ADAL" clId="{9555FC65-5A8C-4EE8-9D5B-8283D7A0923C}" dt="2026-01-28T05:41:48.652" v="45382" actId="478"/>
          <ac:spMkLst>
            <pc:docMk/>
            <pc:sldMk cId="1921548107" sldId="279"/>
            <ac:spMk id="470" creationId="{2DB9EE37-F132-3328-D297-A172DCA40AD9}"/>
          </ac:spMkLst>
        </pc:spChg>
        <pc:spChg chg="del">
          <ac:chgData name="Freda Shi" userId="e3bafef1-15f2-4eeb-acbe-fa674bab7991" providerId="ADAL" clId="{9555FC65-5A8C-4EE8-9D5B-8283D7A0923C}" dt="2026-01-28T05:41:48.652" v="45381" actId="478"/>
          <ac:spMkLst>
            <pc:docMk/>
            <pc:sldMk cId="1921548107" sldId="279"/>
            <ac:spMk id="471" creationId="{122B76FF-11DD-B895-F2FD-501AD44B6123}"/>
          </ac:spMkLst>
        </pc:spChg>
        <pc:spChg chg="del">
          <ac:chgData name="Freda Shi" userId="e3bafef1-15f2-4eeb-acbe-fa674bab7991" providerId="ADAL" clId="{9555FC65-5A8C-4EE8-9D5B-8283D7A0923C}" dt="2026-01-28T05:41:48.651" v="45380" actId="478"/>
          <ac:spMkLst>
            <pc:docMk/>
            <pc:sldMk cId="1921548107" sldId="279"/>
            <ac:spMk id="472" creationId="{ED89CD0B-AD61-88CD-18F1-718383C04F31}"/>
          </ac:spMkLst>
        </pc:spChg>
        <pc:spChg chg="del">
          <ac:chgData name="Freda Shi" userId="e3bafef1-15f2-4eeb-acbe-fa674bab7991" providerId="ADAL" clId="{9555FC65-5A8C-4EE8-9D5B-8283D7A0923C}" dt="2026-01-28T05:41:48.650" v="45379" actId="478"/>
          <ac:spMkLst>
            <pc:docMk/>
            <pc:sldMk cId="1921548107" sldId="279"/>
            <ac:spMk id="473" creationId="{349190D5-6221-595B-4AB1-7D836324CA59}"/>
          </ac:spMkLst>
        </pc:spChg>
        <pc:spChg chg="del">
          <ac:chgData name="Freda Shi" userId="e3bafef1-15f2-4eeb-acbe-fa674bab7991" providerId="ADAL" clId="{9555FC65-5A8C-4EE8-9D5B-8283D7A0923C}" dt="2026-01-28T05:41:48.649" v="45378" actId="478"/>
          <ac:spMkLst>
            <pc:docMk/>
            <pc:sldMk cId="1921548107" sldId="279"/>
            <ac:spMk id="474" creationId="{B81F779A-8731-84B5-BA01-7484F0077C4B}"/>
          </ac:spMkLst>
        </pc:spChg>
        <pc:spChg chg="del">
          <ac:chgData name="Freda Shi" userId="e3bafef1-15f2-4eeb-acbe-fa674bab7991" providerId="ADAL" clId="{9555FC65-5A8C-4EE8-9D5B-8283D7A0923C}" dt="2026-01-28T05:41:48.649" v="45377" actId="478"/>
          <ac:spMkLst>
            <pc:docMk/>
            <pc:sldMk cId="1921548107" sldId="279"/>
            <ac:spMk id="475" creationId="{0F0910CF-BE85-DF43-D4E9-51958A491A58}"/>
          </ac:spMkLst>
        </pc:spChg>
        <pc:spChg chg="del">
          <ac:chgData name="Freda Shi" userId="e3bafef1-15f2-4eeb-acbe-fa674bab7991" providerId="ADAL" clId="{9555FC65-5A8C-4EE8-9D5B-8283D7A0923C}" dt="2026-01-28T05:41:48.648" v="45376" actId="478"/>
          <ac:spMkLst>
            <pc:docMk/>
            <pc:sldMk cId="1921548107" sldId="279"/>
            <ac:spMk id="476" creationId="{30A741A2-3291-D5C5-C749-9D24A1D26B55}"/>
          </ac:spMkLst>
        </pc:spChg>
        <pc:spChg chg="del">
          <ac:chgData name="Freda Shi" userId="e3bafef1-15f2-4eeb-acbe-fa674bab7991" providerId="ADAL" clId="{9555FC65-5A8C-4EE8-9D5B-8283D7A0923C}" dt="2026-01-28T05:41:48.647" v="45375" actId="478"/>
          <ac:spMkLst>
            <pc:docMk/>
            <pc:sldMk cId="1921548107" sldId="279"/>
            <ac:spMk id="477" creationId="{977C2AB7-A12C-D442-E953-0F93CCC43F07}"/>
          </ac:spMkLst>
        </pc:spChg>
        <pc:spChg chg="del">
          <ac:chgData name="Freda Shi" userId="e3bafef1-15f2-4eeb-acbe-fa674bab7991" providerId="ADAL" clId="{9555FC65-5A8C-4EE8-9D5B-8283D7A0923C}" dt="2026-01-28T05:41:48.646" v="45374" actId="478"/>
          <ac:spMkLst>
            <pc:docMk/>
            <pc:sldMk cId="1921548107" sldId="279"/>
            <ac:spMk id="478" creationId="{672EE12B-743F-A9B3-0FA1-57A7C6D719CA}"/>
          </ac:spMkLst>
        </pc:spChg>
        <pc:spChg chg="del">
          <ac:chgData name="Freda Shi" userId="e3bafef1-15f2-4eeb-acbe-fa674bab7991" providerId="ADAL" clId="{9555FC65-5A8C-4EE8-9D5B-8283D7A0923C}" dt="2026-01-28T05:41:48.645" v="45373" actId="478"/>
          <ac:spMkLst>
            <pc:docMk/>
            <pc:sldMk cId="1921548107" sldId="279"/>
            <ac:spMk id="479" creationId="{8C7E78A7-8BB6-153D-7337-3AA07C25FA0F}"/>
          </ac:spMkLst>
        </pc:spChg>
        <pc:spChg chg="del">
          <ac:chgData name="Freda Shi" userId="e3bafef1-15f2-4eeb-acbe-fa674bab7991" providerId="ADAL" clId="{9555FC65-5A8C-4EE8-9D5B-8283D7A0923C}" dt="2026-01-28T05:41:48.644" v="45372" actId="478"/>
          <ac:spMkLst>
            <pc:docMk/>
            <pc:sldMk cId="1921548107" sldId="279"/>
            <ac:spMk id="480" creationId="{3EE3EAA3-52CC-46B9-55F7-4109FE329158}"/>
          </ac:spMkLst>
        </pc:spChg>
        <pc:spChg chg="del">
          <ac:chgData name="Freda Shi" userId="e3bafef1-15f2-4eeb-acbe-fa674bab7991" providerId="ADAL" clId="{9555FC65-5A8C-4EE8-9D5B-8283D7A0923C}" dt="2026-01-28T05:41:48.644" v="45371" actId="478"/>
          <ac:spMkLst>
            <pc:docMk/>
            <pc:sldMk cId="1921548107" sldId="279"/>
            <ac:spMk id="481" creationId="{93685BD6-137C-9C38-60B5-3EFCAB9664BC}"/>
          </ac:spMkLst>
        </pc:spChg>
        <pc:spChg chg="del">
          <ac:chgData name="Freda Shi" userId="e3bafef1-15f2-4eeb-acbe-fa674bab7991" providerId="ADAL" clId="{9555FC65-5A8C-4EE8-9D5B-8283D7A0923C}" dt="2026-01-28T05:41:48.642" v="45370" actId="478"/>
          <ac:spMkLst>
            <pc:docMk/>
            <pc:sldMk cId="1921548107" sldId="279"/>
            <ac:spMk id="482" creationId="{D0D78BED-4064-91FD-C968-D345DE6648D6}"/>
          </ac:spMkLst>
        </pc:spChg>
        <pc:spChg chg="del">
          <ac:chgData name="Freda Shi" userId="e3bafef1-15f2-4eeb-acbe-fa674bab7991" providerId="ADAL" clId="{9555FC65-5A8C-4EE8-9D5B-8283D7A0923C}" dt="2026-01-28T05:41:48.642" v="45369" actId="478"/>
          <ac:spMkLst>
            <pc:docMk/>
            <pc:sldMk cId="1921548107" sldId="279"/>
            <ac:spMk id="483" creationId="{9603D9AC-4EDD-BF8B-0952-9C8D97FEBD87}"/>
          </ac:spMkLst>
        </pc:spChg>
        <pc:spChg chg="del">
          <ac:chgData name="Freda Shi" userId="e3bafef1-15f2-4eeb-acbe-fa674bab7991" providerId="ADAL" clId="{9555FC65-5A8C-4EE8-9D5B-8283D7A0923C}" dt="2026-01-28T05:41:48.641" v="45368" actId="478"/>
          <ac:spMkLst>
            <pc:docMk/>
            <pc:sldMk cId="1921548107" sldId="279"/>
            <ac:spMk id="484" creationId="{1EE8D638-03C9-A185-510C-BB5E68510F14}"/>
          </ac:spMkLst>
        </pc:spChg>
        <pc:spChg chg="del">
          <ac:chgData name="Freda Shi" userId="e3bafef1-15f2-4eeb-acbe-fa674bab7991" providerId="ADAL" clId="{9555FC65-5A8C-4EE8-9D5B-8283D7A0923C}" dt="2026-01-28T05:41:48.640" v="45367" actId="478"/>
          <ac:spMkLst>
            <pc:docMk/>
            <pc:sldMk cId="1921548107" sldId="279"/>
            <ac:spMk id="485" creationId="{FC1C0723-633E-6290-49D3-873586A9B876}"/>
          </ac:spMkLst>
        </pc:spChg>
        <pc:spChg chg="del mod topLvl">
          <ac:chgData name="Freda Shi" userId="e3bafef1-15f2-4eeb-acbe-fa674bab7991" providerId="ADAL" clId="{9555FC65-5A8C-4EE8-9D5B-8283D7A0923C}" dt="2026-01-28T05:42:07.713" v="45516" actId="478"/>
          <ac:spMkLst>
            <pc:docMk/>
            <pc:sldMk cId="1921548107" sldId="279"/>
            <ac:spMk id="490" creationId="{5BC39155-B6B1-FF14-7DF9-ADC80CBD0DE4}"/>
          </ac:spMkLst>
        </pc:spChg>
        <pc:spChg chg="del mod topLvl">
          <ac:chgData name="Freda Shi" userId="e3bafef1-15f2-4eeb-acbe-fa674bab7991" providerId="ADAL" clId="{9555FC65-5A8C-4EE8-9D5B-8283D7A0923C}" dt="2026-01-28T05:42:07.702" v="45490" actId="478"/>
          <ac:spMkLst>
            <pc:docMk/>
            <pc:sldMk cId="1921548107" sldId="279"/>
            <ac:spMk id="491" creationId="{3A16A36D-118B-3A2A-5550-944BCE21FC91}"/>
          </ac:spMkLst>
        </pc:spChg>
        <pc:spChg chg="del mod">
          <ac:chgData name="Freda Shi" userId="e3bafef1-15f2-4eeb-acbe-fa674bab7991" providerId="ADAL" clId="{9555FC65-5A8C-4EE8-9D5B-8283D7A0923C}" dt="2026-01-28T05:42:07.701" v="45489" actId="478"/>
          <ac:spMkLst>
            <pc:docMk/>
            <pc:sldMk cId="1921548107" sldId="279"/>
            <ac:spMk id="492" creationId="{1E2ACD69-391A-CE97-70DD-AA206CD59CB8}"/>
          </ac:spMkLst>
        </pc:spChg>
        <pc:spChg chg="del mod">
          <ac:chgData name="Freda Shi" userId="e3bafef1-15f2-4eeb-acbe-fa674bab7991" providerId="ADAL" clId="{9555FC65-5A8C-4EE8-9D5B-8283D7A0923C}" dt="2026-01-28T05:42:07.700" v="45488" actId="478"/>
          <ac:spMkLst>
            <pc:docMk/>
            <pc:sldMk cId="1921548107" sldId="279"/>
            <ac:spMk id="493" creationId="{36A870B4-D9FF-8858-6BB2-60066B071F3E}"/>
          </ac:spMkLst>
        </pc:spChg>
        <pc:spChg chg="del mod">
          <ac:chgData name="Freda Shi" userId="e3bafef1-15f2-4eeb-acbe-fa674bab7991" providerId="ADAL" clId="{9555FC65-5A8C-4EE8-9D5B-8283D7A0923C}" dt="2026-01-28T05:42:07.700" v="45487" actId="478"/>
          <ac:spMkLst>
            <pc:docMk/>
            <pc:sldMk cId="1921548107" sldId="279"/>
            <ac:spMk id="494" creationId="{375C7F5D-659F-FD4E-6E78-869DBA497ECE}"/>
          </ac:spMkLst>
        </pc:spChg>
        <pc:spChg chg="del mod">
          <ac:chgData name="Freda Shi" userId="e3bafef1-15f2-4eeb-acbe-fa674bab7991" providerId="ADAL" clId="{9555FC65-5A8C-4EE8-9D5B-8283D7A0923C}" dt="2026-01-28T05:42:07.699" v="45486" actId="478"/>
          <ac:spMkLst>
            <pc:docMk/>
            <pc:sldMk cId="1921548107" sldId="279"/>
            <ac:spMk id="495" creationId="{47C1B337-AB59-1459-633C-FC3E2669F011}"/>
          </ac:spMkLst>
        </pc:spChg>
        <pc:spChg chg="del mod">
          <ac:chgData name="Freda Shi" userId="e3bafef1-15f2-4eeb-acbe-fa674bab7991" providerId="ADAL" clId="{9555FC65-5A8C-4EE8-9D5B-8283D7A0923C}" dt="2026-01-28T05:42:07.698" v="45485" actId="478"/>
          <ac:spMkLst>
            <pc:docMk/>
            <pc:sldMk cId="1921548107" sldId="279"/>
            <ac:spMk id="496" creationId="{D4141013-FD47-9E84-AC42-DAB839EBECF5}"/>
          </ac:spMkLst>
        </pc:spChg>
        <pc:spChg chg="del mod">
          <ac:chgData name="Freda Shi" userId="e3bafef1-15f2-4eeb-acbe-fa674bab7991" providerId="ADAL" clId="{9555FC65-5A8C-4EE8-9D5B-8283D7A0923C}" dt="2026-01-28T05:42:07.697" v="45484" actId="478"/>
          <ac:spMkLst>
            <pc:docMk/>
            <pc:sldMk cId="1921548107" sldId="279"/>
            <ac:spMk id="497" creationId="{05A120BB-8FAD-D402-EEB3-BF00C6E8E96C}"/>
          </ac:spMkLst>
        </pc:spChg>
        <pc:spChg chg="del mod">
          <ac:chgData name="Freda Shi" userId="e3bafef1-15f2-4eeb-acbe-fa674bab7991" providerId="ADAL" clId="{9555FC65-5A8C-4EE8-9D5B-8283D7A0923C}" dt="2026-01-28T05:42:07.697" v="45483" actId="478"/>
          <ac:spMkLst>
            <pc:docMk/>
            <pc:sldMk cId="1921548107" sldId="279"/>
            <ac:spMk id="498" creationId="{0E577C2F-7201-A7D6-3F22-611D74E4F4F0}"/>
          </ac:spMkLst>
        </pc:spChg>
        <pc:spChg chg="del mod">
          <ac:chgData name="Freda Shi" userId="e3bafef1-15f2-4eeb-acbe-fa674bab7991" providerId="ADAL" clId="{9555FC65-5A8C-4EE8-9D5B-8283D7A0923C}" dt="2026-01-28T05:42:07.696" v="45482" actId="478"/>
          <ac:spMkLst>
            <pc:docMk/>
            <pc:sldMk cId="1921548107" sldId="279"/>
            <ac:spMk id="499" creationId="{9CC52F64-78C8-42FE-8847-AEE436A7D009}"/>
          </ac:spMkLst>
        </pc:spChg>
        <pc:spChg chg="del mod">
          <ac:chgData name="Freda Shi" userId="e3bafef1-15f2-4eeb-acbe-fa674bab7991" providerId="ADAL" clId="{9555FC65-5A8C-4EE8-9D5B-8283D7A0923C}" dt="2026-01-28T05:42:07.695" v="45481" actId="478"/>
          <ac:spMkLst>
            <pc:docMk/>
            <pc:sldMk cId="1921548107" sldId="279"/>
            <ac:spMk id="500" creationId="{4A0AF377-A188-EA5D-79B8-6BA70B3C8706}"/>
          </ac:spMkLst>
        </pc:spChg>
        <pc:spChg chg="del mod">
          <ac:chgData name="Freda Shi" userId="e3bafef1-15f2-4eeb-acbe-fa674bab7991" providerId="ADAL" clId="{9555FC65-5A8C-4EE8-9D5B-8283D7A0923C}" dt="2026-01-28T05:42:07.694" v="45480" actId="478"/>
          <ac:spMkLst>
            <pc:docMk/>
            <pc:sldMk cId="1921548107" sldId="279"/>
            <ac:spMk id="501" creationId="{1F2D6925-B6C9-B94D-6A48-8E32421DE00C}"/>
          </ac:spMkLst>
        </pc:spChg>
        <pc:spChg chg="del mod">
          <ac:chgData name="Freda Shi" userId="e3bafef1-15f2-4eeb-acbe-fa674bab7991" providerId="ADAL" clId="{9555FC65-5A8C-4EE8-9D5B-8283D7A0923C}" dt="2026-01-28T05:42:07.693" v="45479" actId="478"/>
          <ac:spMkLst>
            <pc:docMk/>
            <pc:sldMk cId="1921548107" sldId="279"/>
            <ac:spMk id="502" creationId="{4C1A5505-D87A-C7CB-697D-4659309B98E9}"/>
          </ac:spMkLst>
        </pc:spChg>
        <pc:spChg chg="del mod">
          <ac:chgData name="Freda Shi" userId="e3bafef1-15f2-4eeb-acbe-fa674bab7991" providerId="ADAL" clId="{9555FC65-5A8C-4EE8-9D5B-8283D7A0923C}" dt="2026-01-28T05:42:07.692" v="45478" actId="478"/>
          <ac:spMkLst>
            <pc:docMk/>
            <pc:sldMk cId="1921548107" sldId="279"/>
            <ac:spMk id="503" creationId="{217A2615-7A4F-37A4-CBEC-9C78D76B8177}"/>
          </ac:spMkLst>
        </pc:spChg>
        <pc:spChg chg="del mod">
          <ac:chgData name="Freda Shi" userId="e3bafef1-15f2-4eeb-acbe-fa674bab7991" providerId="ADAL" clId="{9555FC65-5A8C-4EE8-9D5B-8283D7A0923C}" dt="2026-01-28T05:42:07.691" v="45477" actId="478"/>
          <ac:spMkLst>
            <pc:docMk/>
            <pc:sldMk cId="1921548107" sldId="279"/>
            <ac:spMk id="504" creationId="{7F1B213E-306C-0C76-F8F4-8F3F7C414322}"/>
          </ac:spMkLst>
        </pc:spChg>
        <pc:spChg chg="del mod">
          <ac:chgData name="Freda Shi" userId="e3bafef1-15f2-4eeb-acbe-fa674bab7991" providerId="ADAL" clId="{9555FC65-5A8C-4EE8-9D5B-8283D7A0923C}" dt="2026-01-28T05:42:07.691" v="45476" actId="478"/>
          <ac:spMkLst>
            <pc:docMk/>
            <pc:sldMk cId="1921548107" sldId="279"/>
            <ac:spMk id="505" creationId="{99E38453-8779-39D9-69CF-5658623624BA}"/>
          </ac:spMkLst>
        </pc:spChg>
        <pc:spChg chg="del mod">
          <ac:chgData name="Freda Shi" userId="e3bafef1-15f2-4eeb-acbe-fa674bab7991" providerId="ADAL" clId="{9555FC65-5A8C-4EE8-9D5B-8283D7A0923C}" dt="2026-01-28T05:42:07.690" v="45475" actId="478"/>
          <ac:spMkLst>
            <pc:docMk/>
            <pc:sldMk cId="1921548107" sldId="279"/>
            <ac:spMk id="506" creationId="{D46B86DF-759D-25E2-C31B-9FE2A12FE056}"/>
          </ac:spMkLst>
        </pc:spChg>
        <pc:spChg chg="del mod">
          <ac:chgData name="Freda Shi" userId="e3bafef1-15f2-4eeb-acbe-fa674bab7991" providerId="ADAL" clId="{9555FC65-5A8C-4EE8-9D5B-8283D7A0923C}" dt="2026-01-28T05:42:07.689" v="45474" actId="478"/>
          <ac:spMkLst>
            <pc:docMk/>
            <pc:sldMk cId="1921548107" sldId="279"/>
            <ac:spMk id="507" creationId="{0C0F0681-1DC7-CB9E-C426-C9C8C031DA68}"/>
          </ac:spMkLst>
        </pc:spChg>
        <pc:spChg chg="del mod">
          <ac:chgData name="Freda Shi" userId="e3bafef1-15f2-4eeb-acbe-fa674bab7991" providerId="ADAL" clId="{9555FC65-5A8C-4EE8-9D5B-8283D7A0923C}" dt="2026-01-28T05:42:07.688" v="45473" actId="478"/>
          <ac:spMkLst>
            <pc:docMk/>
            <pc:sldMk cId="1921548107" sldId="279"/>
            <ac:spMk id="508" creationId="{46E176E1-B468-4EDB-1BD6-8BA26FE789F8}"/>
          </ac:spMkLst>
        </pc:spChg>
        <pc:spChg chg="del mod">
          <ac:chgData name="Freda Shi" userId="e3bafef1-15f2-4eeb-acbe-fa674bab7991" providerId="ADAL" clId="{9555FC65-5A8C-4EE8-9D5B-8283D7A0923C}" dt="2026-01-28T05:42:07.687" v="45472" actId="478"/>
          <ac:spMkLst>
            <pc:docMk/>
            <pc:sldMk cId="1921548107" sldId="279"/>
            <ac:spMk id="509" creationId="{2541C262-A7BA-C015-836E-2D261E0DDA0A}"/>
          </ac:spMkLst>
        </pc:spChg>
        <pc:spChg chg="del mod">
          <ac:chgData name="Freda Shi" userId="e3bafef1-15f2-4eeb-acbe-fa674bab7991" providerId="ADAL" clId="{9555FC65-5A8C-4EE8-9D5B-8283D7A0923C}" dt="2026-01-28T05:42:07.686" v="45471" actId="478"/>
          <ac:spMkLst>
            <pc:docMk/>
            <pc:sldMk cId="1921548107" sldId="279"/>
            <ac:spMk id="510" creationId="{828AEA86-B20A-00C2-72EF-A29122CD05C5}"/>
          </ac:spMkLst>
        </pc:spChg>
        <pc:spChg chg="del mod">
          <ac:chgData name="Freda Shi" userId="e3bafef1-15f2-4eeb-acbe-fa674bab7991" providerId="ADAL" clId="{9555FC65-5A8C-4EE8-9D5B-8283D7A0923C}" dt="2026-01-28T05:42:07.686" v="45470" actId="478"/>
          <ac:spMkLst>
            <pc:docMk/>
            <pc:sldMk cId="1921548107" sldId="279"/>
            <ac:spMk id="511" creationId="{53DE5FDB-88B9-8936-EE4D-308CD75268BC}"/>
          </ac:spMkLst>
        </pc:spChg>
        <pc:spChg chg="del mod">
          <ac:chgData name="Freda Shi" userId="e3bafef1-15f2-4eeb-acbe-fa674bab7991" providerId="ADAL" clId="{9555FC65-5A8C-4EE8-9D5B-8283D7A0923C}" dt="2026-01-28T05:42:07.684" v="45469" actId="478"/>
          <ac:spMkLst>
            <pc:docMk/>
            <pc:sldMk cId="1921548107" sldId="279"/>
            <ac:spMk id="512" creationId="{6CFAD5DF-5111-180C-3508-D2324B45862D}"/>
          </ac:spMkLst>
        </pc:spChg>
        <pc:spChg chg="del mod">
          <ac:chgData name="Freda Shi" userId="e3bafef1-15f2-4eeb-acbe-fa674bab7991" providerId="ADAL" clId="{9555FC65-5A8C-4EE8-9D5B-8283D7A0923C}" dt="2026-01-28T05:42:07.683" v="45468" actId="478"/>
          <ac:spMkLst>
            <pc:docMk/>
            <pc:sldMk cId="1921548107" sldId="279"/>
            <ac:spMk id="513" creationId="{4497B160-86DA-0F25-6367-6EBEC229E1DF}"/>
          </ac:spMkLst>
        </pc:spChg>
        <pc:spChg chg="mod">
          <ac:chgData name="Freda Shi" userId="e3bafef1-15f2-4eeb-acbe-fa674bab7991" providerId="ADAL" clId="{9555FC65-5A8C-4EE8-9D5B-8283D7A0923C}" dt="2026-01-28T05:42:07.702" v="45491" actId="108"/>
          <ac:spMkLst>
            <pc:docMk/>
            <pc:sldMk cId="1921548107" sldId="279"/>
            <ac:spMk id="543" creationId="{EAE28919-A325-F6EE-37E9-F748ED5D2A44}"/>
          </ac:spMkLst>
        </pc:spChg>
        <pc:spChg chg="mod">
          <ac:chgData name="Freda Shi" userId="e3bafef1-15f2-4eeb-acbe-fa674bab7991" providerId="ADAL" clId="{9555FC65-5A8C-4EE8-9D5B-8283D7A0923C}" dt="2026-01-28T05:42:07.703" v="45492" actId="108"/>
          <ac:spMkLst>
            <pc:docMk/>
            <pc:sldMk cId="1921548107" sldId="279"/>
            <ac:spMk id="544" creationId="{D622AC9C-278F-0F76-08B3-E8AC20786715}"/>
          </ac:spMkLst>
        </pc:spChg>
        <pc:spChg chg="mod">
          <ac:chgData name="Freda Shi" userId="e3bafef1-15f2-4eeb-acbe-fa674bab7991" providerId="ADAL" clId="{9555FC65-5A8C-4EE8-9D5B-8283D7A0923C}" dt="2026-01-28T05:42:07.703" v="45493" actId="108"/>
          <ac:spMkLst>
            <pc:docMk/>
            <pc:sldMk cId="1921548107" sldId="279"/>
            <ac:spMk id="545" creationId="{E699EE61-E242-3D17-5CB5-2EA842F73831}"/>
          </ac:spMkLst>
        </pc:spChg>
        <pc:spChg chg="mod">
          <ac:chgData name="Freda Shi" userId="e3bafef1-15f2-4eeb-acbe-fa674bab7991" providerId="ADAL" clId="{9555FC65-5A8C-4EE8-9D5B-8283D7A0923C}" dt="2026-01-28T05:42:07.703" v="45494" actId="108"/>
          <ac:spMkLst>
            <pc:docMk/>
            <pc:sldMk cId="1921548107" sldId="279"/>
            <ac:spMk id="546" creationId="{A6D0BB24-FC13-86F5-9F61-80484995F78E}"/>
          </ac:spMkLst>
        </pc:spChg>
        <pc:spChg chg="mod">
          <ac:chgData name="Freda Shi" userId="e3bafef1-15f2-4eeb-acbe-fa674bab7991" providerId="ADAL" clId="{9555FC65-5A8C-4EE8-9D5B-8283D7A0923C}" dt="2026-01-28T05:42:07.704" v="45495" actId="108"/>
          <ac:spMkLst>
            <pc:docMk/>
            <pc:sldMk cId="1921548107" sldId="279"/>
            <ac:spMk id="547" creationId="{146C02F7-C2E2-DD25-E307-C3BC71BD42D5}"/>
          </ac:spMkLst>
        </pc:spChg>
        <pc:spChg chg="mod">
          <ac:chgData name="Freda Shi" userId="e3bafef1-15f2-4eeb-acbe-fa674bab7991" providerId="ADAL" clId="{9555FC65-5A8C-4EE8-9D5B-8283D7A0923C}" dt="2026-01-28T05:42:07.704" v="45496" actId="108"/>
          <ac:spMkLst>
            <pc:docMk/>
            <pc:sldMk cId="1921548107" sldId="279"/>
            <ac:spMk id="548" creationId="{00F61632-1157-295E-B86E-FE413BCD03D1}"/>
          </ac:spMkLst>
        </pc:spChg>
        <pc:spChg chg="mod">
          <ac:chgData name="Freda Shi" userId="e3bafef1-15f2-4eeb-acbe-fa674bab7991" providerId="ADAL" clId="{9555FC65-5A8C-4EE8-9D5B-8283D7A0923C}" dt="2026-01-28T05:42:07.705" v="45497" actId="108"/>
          <ac:spMkLst>
            <pc:docMk/>
            <pc:sldMk cId="1921548107" sldId="279"/>
            <ac:spMk id="549" creationId="{CE49F758-48C4-8E01-B399-6E6AF6C41AF1}"/>
          </ac:spMkLst>
        </pc:spChg>
        <pc:spChg chg="mod">
          <ac:chgData name="Freda Shi" userId="e3bafef1-15f2-4eeb-acbe-fa674bab7991" providerId="ADAL" clId="{9555FC65-5A8C-4EE8-9D5B-8283D7A0923C}" dt="2026-01-28T05:42:07.706" v="45498" actId="108"/>
          <ac:spMkLst>
            <pc:docMk/>
            <pc:sldMk cId="1921548107" sldId="279"/>
            <ac:spMk id="550" creationId="{641D1E07-D2FD-31AC-CA99-A2746C35114C}"/>
          </ac:spMkLst>
        </pc:spChg>
        <pc:spChg chg="mod">
          <ac:chgData name="Freda Shi" userId="e3bafef1-15f2-4eeb-acbe-fa674bab7991" providerId="ADAL" clId="{9555FC65-5A8C-4EE8-9D5B-8283D7A0923C}" dt="2026-01-28T05:42:07.706" v="45499" actId="108"/>
          <ac:spMkLst>
            <pc:docMk/>
            <pc:sldMk cId="1921548107" sldId="279"/>
            <ac:spMk id="551" creationId="{C98DB3EF-E7DB-FB69-0435-4CB360C03346}"/>
          </ac:spMkLst>
        </pc:spChg>
        <pc:spChg chg="mod">
          <ac:chgData name="Freda Shi" userId="e3bafef1-15f2-4eeb-acbe-fa674bab7991" providerId="ADAL" clId="{9555FC65-5A8C-4EE8-9D5B-8283D7A0923C}" dt="2026-01-28T05:42:07.707" v="45500" actId="108"/>
          <ac:spMkLst>
            <pc:docMk/>
            <pc:sldMk cId="1921548107" sldId="279"/>
            <ac:spMk id="552" creationId="{AB123604-67C1-178E-C7FE-B335283DBD50}"/>
          </ac:spMkLst>
        </pc:spChg>
        <pc:spChg chg="mod">
          <ac:chgData name="Freda Shi" userId="e3bafef1-15f2-4eeb-acbe-fa674bab7991" providerId="ADAL" clId="{9555FC65-5A8C-4EE8-9D5B-8283D7A0923C}" dt="2026-01-28T05:42:07.707" v="45501" actId="108"/>
          <ac:spMkLst>
            <pc:docMk/>
            <pc:sldMk cId="1921548107" sldId="279"/>
            <ac:spMk id="553" creationId="{B73C81DB-D129-3BCE-EB68-A53A1AD604B9}"/>
          </ac:spMkLst>
        </pc:spChg>
        <pc:spChg chg="mod">
          <ac:chgData name="Freda Shi" userId="e3bafef1-15f2-4eeb-acbe-fa674bab7991" providerId="ADAL" clId="{9555FC65-5A8C-4EE8-9D5B-8283D7A0923C}" dt="2026-01-28T05:42:07.708" v="45502" actId="108"/>
          <ac:spMkLst>
            <pc:docMk/>
            <pc:sldMk cId="1921548107" sldId="279"/>
            <ac:spMk id="554" creationId="{A4CFB55E-6E97-66DC-972A-1A34B991B4C5}"/>
          </ac:spMkLst>
        </pc:spChg>
        <pc:spChg chg="mod">
          <ac:chgData name="Freda Shi" userId="e3bafef1-15f2-4eeb-acbe-fa674bab7991" providerId="ADAL" clId="{9555FC65-5A8C-4EE8-9D5B-8283D7A0923C}" dt="2026-01-28T05:42:07.708" v="45503" actId="108"/>
          <ac:spMkLst>
            <pc:docMk/>
            <pc:sldMk cId="1921548107" sldId="279"/>
            <ac:spMk id="555" creationId="{223CC490-12AF-C9FF-D1E4-333C69B49EF6}"/>
          </ac:spMkLst>
        </pc:spChg>
        <pc:spChg chg="mod">
          <ac:chgData name="Freda Shi" userId="e3bafef1-15f2-4eeb-acbe-fa674bab7991" providerId="ADAL" clId="{9555FC65-5A8C-4EE8-9D5B-8283D7A0923C}" dt="2026-01-28T05:42:07.708" v="45504" actId="108"/>
          <ac:spMkLst>
            <pc:docMk/>
            <pc:sldMk cId="1921548107" sldId="279"/>
            <ac:spMk id="556" creationId="{C21BDE5A-69F1-4E55-DED6-3D5F154692CB}"/>
          </ac:spMkLst>
        </pc:spChg>
        <pc:spChg chg="mod">
          <ac:chgData name="Freda Shi" userId="e3bafef1-15f2-4eeb-acbe-fa674bab7991" providerId="ADAL" clId="{9555FC65-5A8C-4EE8-9D5B-8283D7A0923C}" dt="2026-01-28T05:42:07.709" v="45505" actId="108"/>
          <ac:spMkLst>
            <pc:docMk/>
            <pc:sldMk cId="1921548107" sldId="279"/>
            <ac:spMk id="557" creationId="{4834F056-8D66-9CFF-AE96-C7834AED58B9}"/>
          </ac:spMkLst>
        </pc:spChg>
        <pc:spChg chg="mod">
          <ac:chgData name="Freda Shi" userId="e3bafef1-15f2-4eeb-acbe-fa674bab7991" providerId="ADAL" clId="{9555FC65-5A8C-4EE8-9D5B-8283D7A0923C}" dt="2026-01-28T05:42:07.709" v="45506" actId="108"/>
          <ac:spMkLst>
            <pc:docMk/>
            <pc:sldMk cId="1921548107" sldId="279"/>
            <ac:spMk id="558" creationId="{542B5627-6E2D-4ECE-089A-D0BA730E110B}"/>
          </ac:spMkLst>
        </pc:spChg>
        <pc:spChg chg="mod">
          <ac:chgData name="Freda Shi" userId="e3bafef1-15f2-4eeb-acbe-fa674bab7991" providerId="ADAL" clId="{9555FC65-5A8C-4EE8-9D5B-8283D7A0923C}" dt="2026-01-28T05:42:07.710" v="45507" actId="108"/>
          <ac:spMkLst>
            <pc:docMk/>
            <pc:sldMk cId="1921548107" sldId="279"/>
            <ac:spMk id="559" creationId="{93A72A5B-1DBE-C839-A095-C1BCBCBE7BBF}"/>
          </ac:spMkLst>
        </pc:spChg>
        <pc:spChg chg="mod">
          <ac:chgData name="Freda Shi" userId="e3bafef1-15f2-4eeb-acbe-fa674bab7991" providerId="ADAL" clId="{9555FC65-5A8C-4EE8-9D5B-8283D7A0923C}" dt="2026-01-28T05:42:07.710" v="45508" actId="108"/>
          <ac:spMkLst>
            <pc:docMk/>
            <pc:sldMk cId="1921548107" sldId="279"/>
            <ac:spMk id="560" creationId="{85E238F8-7C88-5081-B01C-8D69EC655516}"/>
          </ac:spMkLst>
        </pc:spChg>
        <pc:spChg chg="mod">
          <ac:chgData name="Freda Shi" userId="e3bafef1-15f2-4eeb-acbe-fa674bab7991" providerId="ADAL" clId="{9555FC65-5A8C-4EE8-9D5B-8283D7A0923C}" dt="2026-01-28T05:42:07.710" v="45509" actId="108"/>
          <ac:spMkLst>
            <pc:docMk/>
            <pc:sldMk cId="1921548107" sldId="279"/>
            <ac:spMk id="561" creationId="{E59056B5-82E4-F004-7FE8-6B43728BB77F}"/>
          </ac:spMkLst>
        </pc:spChg>
        <pc:spChg chg="mod">
          <ac:chgData name="Freda Shi" userId="e3bafef1-15f2-4eeb-acbe-fa674bab7991" providerId="ADAL" clId="{9555FC65-5A8C-4EE8-9D5B-8283D7A0923C}" dt="2026-01-28T05:42:07.711" v="45510" actId="108"/>
          <ac:spMkLst>
            <pc:docMk/>
            <pc:sldMk cId="1921548107" sldId="279"/>
            <ac:spMk id="562" creationId="{54D0D26B-9DD7-4316-ACFD-D2B7FB853B4E}"/>
          </ac:spMkLst>
        </pc:spChg>
        <pc:spChg chg="mod">
          <ac:chgData name="Freda Shi" userId="e3bafef1-15f2-4eeb-acbe-fa674bab7991" providerId="ADAL" clId="{9555FC65-5A8C-4EE8-9D5B-8283D7A0923C}" dt="2026-01-28T05:42:07.711" v="45511" actId="108"/>
          <ac:spMkLst>
            <pc:docMk/>
            <pc:sldMk cId="1921548107" sldId="279"/>
            <ac:spMk id="563" creationId="{59897888-A437-B31B-1F02-505DC8AD9E72}"/>
          </ac:spMkLst>
        </pc:spChg>
        <pc:spChg chg="mod">
          <ac:chgData name="Freda Shi" userId="e3bafef1-15f2-4eeb-acbe-fa674bab7991" providerId="ADAL" clId="{9555FC65-5A8C-4EE8-9D5B-8283D7A0923C}" dt="2026-01-28T05:42:07.712" v="45512" actId="108"/>
          <ac:spMkLst>
            <pc:docMk/>
            <pc:sldMk cId="1921548107" sldId="279"/>
            <ac:spMk id="564" creationId="{5566615F-5F60-9906-D21A-58E81A4201A7}"/>
          </ac:spMkLst>
        </pc:spChg>
        <pc:spChg chg="mod">
          <ac:chgData name="Freda Shi" userId="e3bafef1-15f2-4eeb-acbe-fa674bab7991" providerId="ADAL" clId="{9555FC65-5A8C-4EE8-9D5B-8283D7A0923C}" dt="2026-01-28T05:42:07.712" v="45513" actId="108"/>
          <ac:spMkLst>
            <pc:docMk/>
            <pc:sldMk cId="1921548107" sldId="279"/>
            <ac:spMk id="565" creationId="{CE092FC1-4CEE-75EA-0FFB-627F1FF19646}"/>
          </ac:spMkLst>
        </pc:spChg>
        <pc:spChg chg="mod">
          <ac:chgData name="Freda Shi" userId="e3bafef1-15f2-4eeb-acbe-fa674bab7991" providerId="ADAL" clId="{9555FC65-5A8C-4EE8-9D5B-8283D7A0923C}" dt="2026-01-28T05:42:07.712" v="45514" actId="108"/>
          <ac:spMkLst>
            <pc:docMk/>
            <pc:sldMk cId="1921548107" sldId="279"/>
            <ac:spMk id="566" creationId="{B22938BB-C05B-80AC-8A22-E6D2D7A62985}"/>
          </ac:spMkLst>
        </pc:spChg>
        <pc:spChg chg="mod">
          <ac:chgData name="Freda Shi" userId="e3bafef1-15f2-4eeb-acbe-fa674bab7991" providerId="ADAL" clId="{9555FC65-5A8C-4EE8-9D5B-8283D7A0923C}" dt="2026-01-28T05:42:07.713" v="45515" actId="108"/>
          <ac:spMkLst>
            <pc:docMk/>
            <pc:sldMk cId="1921548107" sldId="279"/>
            <ac:spMk id="567" creationId="{9F4B2388-D6D2-DEAD-17CA-7B1953A6E0EA}"/>
          </ac:spMkLst>
        </pc:spChg>
        <pc:spChg chg="mod">
          <ac:chgData name="Freda Shi" userId="e3bafef1-15f2-4eeb-acbe-fa674bab7991" providerId="ADAL" clId="{9555FC65-5A8C-4EE8-9D5B-8283D7A0923C}" dt="2026-01-28T05:42:27.554" v="45532"/>
          <ac:spMkLst>
            <pc:docMk/>
            <pc:sldMk cId="1921548107" sldId="279"/>
            <ac:spMk id="595" creationId="{B804BDC7-8809-478C-E893-23ABAEFFCFD3}"/>
          </ac:spMkLst>
        </pc:spChg>
        <pc:spChg chg="mod">
          <ac:chgData name="Freda Shi" userId="e3bafef1-15f2-4eeb-acbe-fa674bab7991" providerId="ADAL" clId="{9555FC65-5A8C-4EE8-9D5B-8283D7A0923C}" dt="2026-01-28T05:42:27.554" v="45532"/>
          <ac:spMkLst>
            <pc:docMk/>
            <pc:sldMk cId="1921548107" sldId="279"/>
            <ac:spMk id="596" creationId="{E15AA304-57FD-2C19-BB63-D40465C3B4ED}"/>
          </ac:spMkLst>
        </pc:spChg>
        <pc:spChg chg="mod">
          <ac:chgData name="Freda Shi" userId="e3bafef1-15f2-4eeb-acbe-fa674bab7991" providerId="ADAL" clId="{9555FC65-5A8C-4EE8-9D5B-8283D7A0923C}" dt="2026-01-28T05:42:27.554" v="45532"/>
          <ac:spMkLst>
            <pc:docMk/>
            <pc:sldMk cId="1921548107" sldId="279"/>
            <ac:spMk id="599" creationId="{840AFE86-1044-5F04-078A-4C593683090B}"/>
          </ac:spMkLst>
        </pc:spChg>
        <pc:spChg chg="mod">
          <ac:chgData name="Freda Shi" userId="e3bafef1-15f2-4eeb-acbe-fa674bab7991" providerId="ADAL" clId="{9555FC65-5A8C-4EE8-9D5B-8283D7A0923C}" dt="2026-01-28T05:42:27.554" v="45532"/>
          <ac:spMkLst>
            <pc:docMk/>
            <pc:sldMk cId="1921548107" sldId="279"/>
            <ac:spMk id="600" creationId="{AD959C3A-C09A-B9F7-BAE7-63D2CB732659}"/>
          </ac:spMkLst>
        </pc:spChg>
        <pc:spChg chg="mod">
          <ac:chgData name="Freda Shi" userId="e3bafef1-15f2-4eeb-acbe-fa674bab7991" providerId="ADAL" clId="{9555FC65-5A8C-4EE8-9D5B-8283D7A0923C}" dt="2026-01-28T05:42:27.554" v="45532"/>
          <ac:spMkLst>
            <pc:docMk/>
            <pc:sldMk cId="1921548107" sldId="279"/>
            <ac:spMk id="601" creationId="{25A98890-812E-2562-C175-7C586BF41B53}"/>
          </ac:spMkLst>
        </pc:spChg>
        <pc:spChg chg="mod">
          <ac:chgData name="Freda Shi" userId="e3bafef1-15f2-4eeb-acbe-fa674bab7991" providerId="ADAL" clId="{9555FC65-5A8C-4EE8-9D5B-8283D7A0923C}" dt="2026-01-28T05:42:27.554" v="45532"/>
          <ac:spMkLst>
            <pc:docMk/>
            <pc:sldMk cId="1921548107" sldId="279"/>
            <ac:spMk id="602" creationId="{32E8BE6F-476A-6C33-5B1D-2970D64F3F07}"/>
          </ac:spMkLst>
        </pc:spChg>
        <pc:spChg chg="mod">
          <ac:chgData name="Freda Shi" userId="e3bafef1-15f2-4eeb-acbe-fa674bab7991" providerId="ADAL" clId="{9555FC65-5A8C-4EE8-9D5B-8283D7A0923C}" dt="2026-01-28T05:42:27.554" v="45532"/>
          <ac:spMkLst>
            <pc:docMk/>
            <pc:sldMk cId="1921548107" sldId="279"/>
            <ac:spMk id="605" creationId="{D9A98C59-5675-432B-751A-46D056467A90}"/>
          </ac:spMkLst>
        </pc:spChg>
        <pc:spChg chg="mod">
          <ac:chgData name="Freda Shi" userId="e3bafef1-15f2-4eeb-acbe-fa674bab7991" providerId="ADAL" clId="{9555FC65-5A8C-4EE8-9D5B-8283D7A0923C}" dt="2026-01-28T05:42:27.554" v="45532"/>
          <ac:spMkLst>
            <pc:docMk/>
            <pc:sldMk cId="1921548107" sldId="279"/>
            <ac:spMk id="606" creationId="{A7603FE8-E858-9CBD-B81E-CD7F5DDD4428}"/>
          </ac:spMkLst>
        </pc:spChg>
        <pc:spChg chg="mod">
          <ac:chgData name="Freda Shi" userId="e3bafef1-15f2-4eeb-acbe-fa674bab7991" providerId="ADAL" clId="{9555FC65-5A8C-4EE8-9D5B-8283D7A0923C}" dt="2026-01-28T05:42:27.554" v="45532"/>
          <ac:spMkLst>
            <pc:docMk/>
            <pc:sldMk cId="1921548107" sldId="279"/>
            <ac:spMk id="607" creationId="{F852580E-19E8-BDB4-B50C-A114485F4B3C}"/>
          </ac:spMkLst>
        </pc:spChg>
        <pc:spChg chg="mod">
          <ac:chgData name="Freda Shi" userId="e3bafef1-15f2-4eeb-acbe-fa674bab7991" providerId="ADAL" clId="{9555FC65-5A8C-4EE8-9D5B-8283D7A0923C}" dt="2026-01-28T05:42:27.554" v="45532"/>
          <ac:spMkLst>
            <pc:docMk/>
            <pc:sldMk cId="1921548107" sldId="279"/>
            <ac:spMk id="609" creationId="{52723198-F485-AB57-0744-B2660AE24C82}"/>
          </ac:spMkLst>
        </pc:spChg>
        <pc:spChg chg="add mod">
          <ac:chgData name="Freda Shi" userId="e3bafef1-15f2-4eeb-acbe-fa674bab7991" providerId="ADAL" clId="{9555FC65-5A8C-4EE8-9D5B-8283D7A0923C}" dt="2026-01-28T05:43:37.588" v="45636" actId="20577"/>
          <ac:spMkLst>
            <pc:docMk/>
            <pc:sldMk cId="1921548107" sldId="279"/>
            <ac:spMk id="615" creationId="{5C048C03-0D28-DC07-0A45-19E825B76B3B}"/>
          </ac:spMkLst>
        </pc:spChg>
        <pc:grpChg chg="del">
          <ac:chgData name="Freda Shi" userId="e3bafef1-15f2-4eeb-acbe-fa674bab7991" providerId="ADAL" clId="{9555FC65-5A8C-4EE8-9D5B-8283D7A0923C}" dt="2026-01-28T05:37:04.559" v="44938" actId="478"/>
          <ac:grpSpMkLst>
            <pc:docMk/>
            <pc:sldMk cId="1921548107" sldId="279"/>
            <ac:grpSpMk id="9" creationId="{D02F78B7-D735-8D89-A93D-C021CA45A57F}"/>
          </ac:grpSpMkLst>
        </pc:grpChg>
        <pc:grpChg chg="del">
          <ac:chgData name="Freda Shi" userId="e3bafef1-15f2-4eeb-acbe-fa674bab7991" providerId="ADAL" clId="{9555FC65-5A8C-4EE8-9D5B-8283D7A0923C}" dt="2026-01-28T05:38:10.894" v="44970" actId="478"/>
          <ac:grpSpMkLst>
            <pc:docMk/>
            <pc:sldMk cId="1921548107" sldId="279"/>
            <ac:grpSpMk id="87" creationId="{E74E2A97-B0C4-E03C-011F-B202CA1A7284}"/>
          </ac:grpSpMkLst>
        </pc:grpChg>
        <pc:grpChg chg="del mod ord">
          <ac:chgData name="Freda Shi" userId="e3bafef1-15f2-4eeb-acbe-fa674bab7991" providerId="ADAL" clId="{9555FC65-5A8C-4EE8-9D5B-8283D7A0923C}" dt="2026-01-28T05:40:03.379" v="45049" actId="478"/>
          <ac:grpSpMkLst>
            <pc:docMk/>
            <pc:sldMk cId="1921548107" sldId="279"/>
            <ac:grpSpMk id="117" creationId="{9353233F-5E0D-D749-2904-AEBB12E5B93E}"/>
          </ac:grpSpMkLst>
        </pc:grpChg>
        <pc:grpChg chg="del">
          <ac:chgData name="Freda Shi" userId="e3bafef1-15f2-4eeb-acbe-fa674bab7991" providerId="ADAL" clId="{9555FC65-5A8C-4EE8-9D5B-8283D7A0923C}" dt="2026-01-28T05:38:10.910" v="45005" actId="478"/>
          <ac:grpSpMkLst>
            <pc:docMk/>
            <pc:sldMk cId="1921548107" sldId="279"/>
            <ac:grpSpMk id="118" creationId="{2790095A-05EE-0C51-6B6E-3AEEAAFDCD72}"/>
          </ac:grpSpMkLst>
        </pc:grpChg>
        <pc:grpChg chg="del">
          <ac:chgData name="Freda Shi" userId="e3bafef1-15f2-4eeb-acbe-fa674bab7991" providerId="ADAL" clId="{9555FC65-5A8C-4EE8-9D5B-8283D7A0923C}" dt="2026-01-28T05:37:14.251" v="44943" actId="478"/>
          <ac:grpSpMkLst>
            <pc:docMk/>
            <pc:sldMk cId="1921548107" sldId="279"/>
            <ac:grpSpMk id="181" creationId="{8289AB2A-ABC3-B28A-5621-3E547A4E26C0}"/>
          </ac:grpSpMkLst>
        </pc:grpChg>
        <pc:grpChg chg="del mod ord">
          <ac:chgData name="Freda Shi" userId="e3bafef1-15f2-4eeb-acbe-fa674bab7991" providerId="ADAL" clId="{9555FC65-5A8C-4EE8-9D5B-8283D7A0923C}" dt="2026-01-28T05:40:22.904" v="45223" actId="478"/>
          <ac:grpSpMkLst>
            <pc:docMk/>
            <pc:sldMk cId="1921548107" sldId="279"/>
            <ac:grpSpMk id="257" creationId="{75C75668-555D-56DF-78DC-57914D88E1D5}"/>
          </ac:grpSpMkLst>
        </pc:grpChg>
        <pc:grpChg chg="del">
          <ac:chgData name="Freda Shi" userId="e3bafef1-15f2-4eeb-acbe-fa674bab7991" providerId="ADAL" clId="{9555FC65-5A8C-4EE8-9D5B-8283D7A0923C}" dt="2026-01-28T05:40:03.425" v="45132" actId="478"/>
          <ac:grpSpMkLst>
            <pc:docMk/>
            <pc:sldMk cId="1921548107" sldId="279"/>
            <ac:grpSpMk id="258" creationId="{D4AA1E1B-E41D-8C8F-AB9C-9B0FC5F9DCC1}"/>
          </ac:grpSpMkLst>
        </pc:grpChg>
        <pc:grpChg chg="mod ord">
          <ac:chgData name="Freda Shi" userId="e3bafef1-15f2-4eeb-acbe-fa674bab7991" providerId="ADAL" clId="{9555FC65-5A8C-4EE8-9D5B-8283D7A0923C}" dt="2026-01-28T05:43:55.282" v="45651" actId="1035"/>
          <ac:grpSpMkLst>
            <pc:docMk/>
            <pc:sldMk cId="1921548107" sldId="279"/>
            <ac:grpSpMk id="376" creationId="{F1B7E8F0-A684-7FDD-CCDE-C06237ED0BAF}"/>
          </ac:grpSpMkLst>
        </pc:grpChg>
        <pc:grpChg chg="del">
          <ac:chgData name="Freda Shi" userId="e3bafef1-15f2-4eeb-acbe-fa674bab7991" providerId="ADAL" clId="{9555FC65-5A8C-4EE8-9D5B-8283D7A0923C}" dt="2026-01-28T05:40:22.950" v="45306" actId="478"/>
          <ac:grpSpMkLst>
            <pc:docMk/>
            <pc:sldMk cId="1921548107" sldId="279"/>
            <ac:grpSpMk id="377" creationId="{6E9524B5-9B47-F8C4-AA30-80EF0E4150A2}"/>
          </ac:grpSpMkLst>
        </pc:grpChg>
        <pc:grpChg chg="del mod">
          <ac:chgData name="Freda Shi" userId="e3bafef1-15f2-4eeb-acbe-fa674bab7991" providerId="ADAL" clId="{9555FC65-5A8C-4EE8-9D5B-8283D7A0923C}" dt="2026-01-28T05:41:48.658" v="45389" actId="478"/>
          <ac:grpSpMkLst>
            <pc:docMk/>
            <pc:sldMk cId="1921548107" sldId="279"/>
            <ac:grpSpMk id="486" creationId="{87CA575C-F5F2-26EB-A4EB-B41107E26360}"/>
          </ac:grpSpMkLst>
        </pc:grpChg>
        <pc:grpChg chg="del mod ord">
          <ac:chgData name="Freda Shi" userId="e3bafef1-15f2-4eeb-acbe-fa674bab7991" providerId="ADAL" clId="{9555FC65-5A8C-4EE8-9D5B-8283D7A0923C}" dt="2026-01-28T05:42:07.702" v="45490" actId="478"/>
          <ac:grpSpMkLst>
            <pc:docMk/>
            <pc:sldMk cId="1921548107" sldId="279"/>
            <ac:grpSpMk id="514" creationId="{B2EF0B41-0BD0-3E96-3785-B24E5E285A9A}"/>
          </ac:grpSpMkLst>
        </pc:grpChg>
        <pc:grpChg chg="del">
          <ac:chgData name="Freda Shi" userId="e3bafef1-15f2-4eeb-acbe-fa674bab7991" providerId="ADAL" clId="{9555FC65-5A8C-4EE8-9D5B-8283D7A0923C}" dt="2026-01-28T05:41:48.670" v="45415" actId="478"/>
          <ac:grpSpMkLst>
            <pc:docMk/>
            <pc:sldMk cId="1921548107" sldId="279"/>
            <ac:grpSpMk id="515" creationId="{9EA75E01-9855-E98B-3A21-8D5CA9CD9E00}"/>
          </ac:grpSpMkLst>
        </pc:grpChg>
        <pc:grpChg chg="mod ord">
          <ac:chgData name="Freda Shi" userId="e3bafef1-15f2-4eeb-acbe-fa674bab7991" providerId="ADAL" clId="{9555FC65-5A8C-4EE8-9D5B-8283D7A0923C}" dt="2026-01-28T05:43:09.252" v="45608" actId="1036"/>
          <ac:grpSpMkLst>
            <pc:docMk/>
            <pc:sldMk cId="1921548107" sldId="279"/>
            <ac:grpSpMk id="568" creationId="{5A5696BC-6F78-E711-E528-A4CA31916BD1}"/>
          </ac:grpSpMkLst>
        </pc:grpChg>
        <pc:grpChg chg="del">
          <ac:chgData name="Freda Shi" userId="e3bafef1-15f2-4eeb-acbe-fa674bab7991" providerId="ADAL" clId="{9555FC65-5A8C-4EE8-9D5B-8283D7A0923C}" dt="2026-01-28T05:42:07.714" v="45517" actId="478"/>
          <ac:grpSpMkLst>
            <pc:docMk/>
            <pc:sldMk cId="1921548107" sldId="279"/>
            <ac:grpSpMk id="569" creationId="{DD0CB5B2-25EA-3121-EDF3-667AE267EEBA}"/>
          </ac:grpSpMkLst>
        </pc:grpChg>
        <pc:grpChg chg="mod">
          <ac:chgData name="Freda Shi" userId="e3bafef1-15f2-4eeb-acbe-fa674bab7991" providerId="ADAL" clId="{9555FC65-5A8C-4EE8-9D5B-8283D7A0923C}" dt="2026-01-28T05:43:15.790" v="45609" actId="1076"/>
          <ac:grpSpMkLst>
            <pc:docMk/>
            <pc:sldMk cId="1921548107" sldId="279"/>
            <ac:grpSpMk id="594" creationId="{512C82FD-7886-657A-E3DA-BC89FEA18154}"/>
          </ac:grpSpMkLst>
        </pc:grpChg>
        <pc:picChg chg="mod">
          <ac:chgData name="Freda Shi" userId="e3bafef1-15f2-4eeb-acbe-fa674bab7991" providerId="ADAL" clId="{9555FC65-5A8C-4EE8-9D5B-8283D7A0923C}" dt="2026-01-28T05:38:10.821" v="44947" actId="14100"/>
          <ac:picMkLst>
            <pc:docMk/>
            <pc:sldMk cId="1921548107" sldId="279"/>
            <ac:picMk id="6" creationId="{ABCF9115-4B88-C49E-822B-BB9E8500205A}"/>
          </ac:picMkLst>
        </pc:picChg>
        <pc:picChg chg="mod">
          <ac:chgData name="Freda Shi" userId="e3bafef1-15f2-4eeb-acbe-fa674bab7991" providerId="ADAL" clId="{9555FC65-5A8C-4EE8-9D5B-8283D7A0923C}" dt="2026-01-28T05:40:03.215" v="45012" actId="14100"/>
          <ac:picMkLst>
            <pc:docMk/>
            <pc:sldMk cId="1921548107" sldId="279"/>
            <ac:picMk id="139" creationId="{ECB05953-6CE4-2222-9408-EA5D1BBFA520}"/>
          </ac:picMkLst>
        </pc:picChg>
        <pc:picChg chg="mod">
          <ac:chgData name="Freda Shi" userId="e3bafef1-15f2-4eeb-acbe-fa674bab7991" providerId="ADAL" clId="{9555FC65-5A8C-4EE8-9D5B-8283D7A0923C}" dt="2026-01-28T05:40:22.659" v="45138" actId="14100"/>
          <ac:picMkLst>
            <pc:docMk/>
            <pc:sldMk cId="1921548107" sldId="279"/>
            <ac:picMk id="293" creationId="{D086BED6-375F-5B1F-869C-B6B419A4979B}"/>
          </ac:picMkLst>
        </pc:picChg>
        <pc:picChg chg="mod">
          <ac:chgData name="Freda Shi" userId="e3bafef1-15f2-4eeb-acbe-fa674bab7991" providerId="ADAL" clId="{9555FC65-5A8C-4EE8-9D5B-8283D7A0923C}" dt="2026-01-28T05:41:41.385" v="45353" actId="14100"/>
          <ac:picMkLst>
            <pc:docMk/>
            <pc:sldMk cId="1921548107" sldId="279"/>
            <ac:picMk id="460" creationId="{B3172996-C8ED-7458-C05F-0E5C8FA15097}"/>
          </ac:picMkLst>
        </pc:picChg>
        <pc:picChg chg="mod">
          <ac:chgData name="Freda Shi" userId="e3bafef1-15f2-4eeb-acbe-fa674bab7991" providerId="ADAL" clId="{9555FC65-5A8C-4EE8-9D5B-8283D7A0923C}" dt="2026-01-28T05:41:48.584" v="45361" actId="14100"/>
          <ac:picMkLst>
            <pc:docMk/>
            <pc:sldMk cId="1921548107" sldId="279"/>
            <ac:picMk id="488" creationId="{4EC69CB7-11D3-34E7-4277-2E0BFF68D8C2}"/>
          </ac:picMkLst>
        </pc:picChg>
        <pc:picChg chg="mod">
          <ac:chgData name="Freda Shi" userId="e3bafef1-15f2-4eeb-acbe-fa674bab7991" providerId="ADAL" clId="{9555FC65-5A8C-4EE8-9D5B-8283D7A0923C}" dt="2026-01-28T05:42:07.633" v="45462" actId="14100"/>
          <ac:picMkLst>
            <pc:docMk/>
            <pc:sldMk cId="1921548107" sldId="279"/>
            <ac:picMk id="541" creationId="{7D2520CD-4774-5130-108B-D0AC1375F38A}"/>
          </ac:picMkLst>
        </pc:picChg>
      </pc:sldChg>
      <pc:sldChg chg="addSp delSp modSp add mod addAnim delAnim modAnim">
        <pc:chgData name="Freda Shi" userId="e3bafef1-15f2-4eeb-acbe-fa674bab7991" providerId="ADAL" clId="{9555FC65-5A8C-4EE8-9D5B-8283D7A0923C}" dt="2026-01-28T05:58:46.319" v="47996"/>
        <pc:sldMkLst>
          <pc:docMk/>
          <pc:sldMk cId="2276297454" sldId="280"/>
        </pc:sldMkLst>
        <pc:spChg chg="mod">
          <ac:chgData name="Freda Shi" userId="e3bafef1-15f2-4eeb-acbe-fa674bab7991" providerId="ADAL" clId="{9555FC65-5A8C-4EE8-9D5B-8283D7A0923C}" dt="2026-01-28T05:44:33.171" v="45684" actId="5793"/>
          <ac:spMkLst>
            <pc:docMk/>
            <pc:sldMk cId="2276297454" sldId="280"/>
            <ac:spMk id="2" creationId="{F7B3DCDE-9097-B5FB-A1AE-C422062F1859}"/>
          </ac:spMkLst>
        </pc:spChg>
        <pc:spChg chg="del mod">
          <ac:chgData name="Freda Shi" userId="e3bafef1-15f2-4eeb-acbe-fa674bab7991" providerId="ADAL" clId="{9555FC65-5A8C-4EE8-9D5B-8283D7A0923C}" dt="2026-01-28T05:51:22.387" v="46178" actId="478"/>
          <ac:spMkLst>
            <pc:docMk/>
            <pc:sldMk cId="2276297454" sldId="280"/>
            <ac:spMk id="5" creationId="{06C78161-9C53-F272-3567-41FC8D37427D}"/>
          </ac:spMkLst>
        </pc:spChg>
        <pc:spChg chg="del topLvl">
          <ac:chgData name="Freda Shi" userId="e3bafef1-15f2-4eeb-acbe-fa674bab7991" providerId="ADAL" clId="{9555FC65-5A8C-4EE8-9D5B-8283D7A0923C}" dt="2026-01-28T05:46:51.154" v="45831" actId="478"/>
          <ac:spMkLst>
            <pc:docMk/>
            <pc:sldMk cId="2276297454" sldId="280"/>
            <ac:spMk id="6" creationId="{847B22CC-3773-E191-FD94-A378C28D223F}"/>
          </ac:spMkLst>
        </pc:spChg>
        <pc:spChg chg="del mod topLvl">
          <ac:chgData name="Freda Shi" userId="e3bafef1-15f2-4eeb-acbe-fa674bab7991" providerId="ADAL" clId="{9555FC65-5A8C-4EE8-9D5B-8283D7A0923C}" dt="2026-01-28T05:46:51.144" v="45809" actId="478"/>
          <ac:spMkLst>
            <pc:docMk/>
            <pc:sldMk cId="2276297454" sldId="280"/>
            <ac:spMk id="7" creationId="{40986AC9-1A70-DD62-E390-717D4FA6315B}"/>
          </ac:spMkLst>
        </pc:spChg>
        <pc:spChg chg="del">
          <ac:chgData name="Freda Shi" userId="e3bafef1-15f2-4eeb-acbe-fa674bab7991" providerId="ADAL" clId="{9555FC65-5A8C-4EE8-9D5B-8283D7A0923C}" dt="2026-01-28T05:46:51.142" v="45808" actId="478"/>
          <ac:spMkLst>
            <pc:docMk/>
            <pc:sldMk cId="2276297454" sldId="280"/>
            <ac:spMk id="8" creationId="{4114E1EF-80B0-DEDE-F224-DB895CDCAEDD}"/>
          </ac:spMkLst>
        </pc:spChg>
        <pc:spChg chg="del">
          <ac:chgData name="Freda Shi" userId="e3bafef1-15f2-4eeb-acbe-fa674bab7991" providerId="ADAL" clId="{9555FC65-5A8C-4EE8-9D5B-8283D7A0923C}" dt="2026-01-28T05:46:51.142" v="45807" actId="478"/>
          <ac:spMkLst>
            <pc:docMk/>
            <pc:sldMk cId="2276297454" sldId="280"/>
            <ac:spMk id="9" creationId="{2546C9FD-BE30-A1D5-3E25-35516A575B51}"/>
          </ac:spMkLst>
        </pc:spChg>
        <pc:spChg chg="del mod">
          <ac:chgData name="Freda Shi" userId="e3bafef1-15f2-4eeb-acbe-fa674bab7991" providerId="ADAL" clId="{9555FC65-5A8C-4EE8-9D5B-8283D7A0923C}" dt="2026-01-28T05:46:51.141" v="45806" actId="478"/>
          <ac:spMkLst>
            <pc:docMk/>
            <pc:sldMk cId="2276297454" sldId="280"/>
            <ac:spMk id="10" creationId="{8FC3A6CC-B262-761B-4FD9-1B27FB6D27A1}"/>
          </ac:spMkLst>
        </pc:spChg>
        <pc:spChg chg="del mod">
          <ac:chgData name="Freda Shi" userId="e3bafef1-15f2-4eeb-acbe-fa674bab7991" providerId="ADAL" clId="{9555FC65-5A8C-4EE8-9D5B-8283D7A0923C}" dt="2026-01-28T05:46:51.141" v="45805" actId="478"/>
          <ac:spMkLst>
            <pc:docMk/>
            <pc:sldMk cId="2276297454" sldId="280"/>
            <ac:spMk id="11" creationId="{31DD8DB2-3074-5D7F-727D-ACE87022BECE}"/>
          </ac:spMkLst>
        </pc:spChg>
        <pc:spChg chg="del">
          <ac:chgData name="Freda Shi" userId="e3bafef1-15f2-4eeb-acbe-fa674bab7991" providerId="ADAL" clId="{9555FC65-5A8C-4EE8-9D5B-8283D7A0923C}" dt="2026-01-28T05:46:51.140" v="45804" actId="478"/>
          <ac:spMkLst>
            <pc:docMk/>
            <pc:sldMk cId="2276297454" sldId="280"/>
            <ac:spMk id="12" creationId="{78FD8E37-E176-4E76-800B-C4B103BE2C36}"/>
          </ac:spMkLst>
        </pc:spChg>
        <pc:spChg chg="del mod">
          <ac:chgData name="Freda Shi" userId="e3bafef1-15f2-4eeb-acbe-fa674bab7991" providerId="ADAL" clId="{9555FC65-5A8C-4EE8-9D5B-8283D7A0923C}" dt="2026-01-28T05:46:51.139" v="45803" actId="478"/>
          <ac:spMkLst>
            <pc:docMk/>
            <pc:sldMk cId="2276297454" sldId="280"/>
            <ac:spMk id="13" creationId="{34292CEC-9ACC-DEC5-9908-9FAFA74E5305}"/>
          </ac:spMkLst>
        </pc:spChg>
        <pc:spChg chg="del mod">
          <ac:chgData name="Freda Shi" userId="e3bafef1-15f2-4eeb-acbe-fa674bab7991" providerId="ADAL" clId="{9555FC65-5A8C-4EE8-9D5B-8283D7A0923C}" dt="2026-01-28T05:46:51.139" v="45802" actId="478"/>
          <ac:spMkLst>
            <pc:docMk/>
            <pc:sldMk cId="2276297454" sldId="280"/>
            <ac:spMk id="14" creationId="{1280F1E7-CAF9-21F8-88FC-24A746218EA5}"/>
          </ac:spMkLst>
        </pc:spChg>
        <pc:spChg chg="del">
          <ac:chgData name="Freda Shi" userId="e3bafef1-15f2-4eeb-acbe-fa674bab7991" providerId="ADAL" clId="{9555FC65-5A8C-4EE8-9D5B-8283D7A0923C}" dt="2026-01-28T05:46:51.138" v="45801" actId="478"/>
          <ac:spMkLst>
            <pc:docMk/>
            <pc:sldMk cId="2276297454" sldId="280"/>
            <ac:spMk id="15" creationId="{E5EF5C51-6AB3-FD0D-B4FD-29910A3CD5D0}"/>
          </ac:spMkLst>
        </pc:spChg>
        <pc:spChg chg="del mod">
          <ac:chgData name="Freda Shi" userId="e3bafef1-15f2-4eeb-acbe-fa674bab7991" providerId="ADAL" clId="{9555FC65-5A8C-4EE8-9D5B-8283D7A0923C}" dt="2026-01-28T05:46:51.137" v="45800" actId="478"/>
          <ac:spMkLst>
            <pc:docMk/>
            <pc:sldMk cId="2276297454" sldId="280"/>
            <ac:spMk id="16" creationId="{A6DB442A-25C0-1A32-EF21-26275BA80317}"/>
          </ac:spMkLst>
        </pc:spChg>
        <pc:spChg chg="del mod">
          <ac:chgData name="Freda Shi" userId="e3bafef1-15f2-4eeb-acbe-fa674bab7991" providerId="ADAL" clId="{9555FC65-5A8C-4EE8-9D5B-8283D7A0923C}" dt="2026-01-28T05:46:51.137" v="45799" actId="478"/>
          <ac:spMkLst>
            <pc:docMk/>
            <pc:sldMk cId="2276297454" sldId="280"/>
            <ac:spMk id="17" creationId="{EBDA585C-4538-0589-C862-1B8A87AA257A}"/>
          </ac:spMkLst>
        </pc:spChg>
        <pc:spChg chg="del">
          <ac:chgData name="Freda Shi" userId="e3bafef1-15f2-4eeb-acbe-fa674bab7991" providerId="ADAL" clId="{9555FC65-5A8C-4EE8-9D5B-8283D7A0923C}" dt="2026-01-28T05:46:51.137" v="45798" actId="478"/>
          <ac:spMkLst>
            <pc:docMk/>
            <pc:sldMk cId="2276297454" sldId="280"/>
            <ac:spMk id="18" creationId="{CF3D80A4-157C-E884-1DA0-268C7CAD4D65}"/>
          </ac:spMkLst>
        </pc:spChg>
        <pc:spChg chg="del">
          <ac:chgData name="Freda Shi" userId="e3bafef1-15f2-4eeb-acbe-fa674bab7991" providerId="ADAL" clId="{9555FC65-5A8C-4EE8-9D5B-8283D7A0923C}" dt="2026-01-28T05:46:51.136" v="45797" actId="478"/>
          <ac:spMkLst>
            <pc:docMk/>
            <pc:sldMk cId="2276297454" sldId="280"/>
            <ac:spMk id="19" creationId="{B692B21E-A826-0477-3A96-FCC5AB41D12F}"/>
          </ac:spMkLst>
        </pc:spChg>
        <pc:spChg chg="del mod">
          <ac:chgData name="Freda Shi" userId="e3bafef1-15f2-4eeb-acbe-fa674bab7991" providerId="ADAL" clId="{9555FC65-5A8C-4EE8-9D5B-8283D7A0923C}" dt="2026-01-28T05:46:51.135" v="45796" actId="478"/>
          <ac:spMkLst>
            <pc:docMk/>
            <pc:sldMk cId="2276297454" sldId="280"/>
            <ac:spMk id="20" creationId="{86882B7D-433E-DAF9-7701-C486AA496C14}"/>
          </ac:spMkLst>
        </pc:spChg>
        <pc:spChg chg="del">
          <ac:chgData name="Freda Shi" userId="e3bafef1-15f2-4eeb-acbe-fa674bab7991" providerId="ADAL" clId="{9555FC65-5A8C-4EE8-9D5B-8283D7A0923C}" dt="2026-01-28T05:46:51.135" v="45795" actId="478"/>
          <ac:spMkLst>
            <pc:docMk/>
            <pc:sldMk cId="2276297454" sldId="280"/>
            <ac:spMk id="21" creationId="{AE00C414-B66A-CCB8-FE33-1B9031CB343C}"/>
          </ac:spMkLst>
        </pc:spChg>
        <pc:spChg chg="del mod">
          <ac:chgData name="Freda Shi" userId="e3bafef1-15f2-4eeb-acbe-fa674bab7991" providerId="ADAL" clId="{9555FC65-5A8C-4EE8-9D5B-8283D7A0923C}" dt="2026-01-28T05:46:51.134" v="45794" actId="478"/>
          <ac:spMkLst>
            <pc:docMk/>
            <pc:sldMk cId="2276297454" sldId="280"/>
            <ac:spMk id="22" creationId="{4239DF7F-7BC8-D845-084D-491C6BA0165E}"/>
          </ac:spMkLst>
        </pc:spChg>
        <pc:spChg chg="del mod">
          <ac:chgData name="Freda Shi" userId="e3bafef1-15f2-4eeb-acbe-fa674bab7991" providerId="ADAL" clId="{9555FC65-5A8C-4EE8-9D5B-8283D7A0923C}" dt="2026-01-28T05:46:51.132" v="45793" actId="478"/>
          <ac:spMkLst>
            <pc:docMk/>
            <pc:sldMk cId="2276297454" sldId="280"/>
            <ac:spMk id="23" creationId="{4B894842-7BEA-D75C-F5C6-BBE1CDC90BCC}"/>
          </ac:spMkLst>
        </pc:spChg>
        <pc:spChg chg="del">
          <ac:chgData name="Freda Shi" userId="e3bafef1-15f2-4eeb-acbe-fa674bab7991" providerId="ADAL" clId="{9555FC65-5A8C-4EE8-9D5B-8283D7A0923C}" dt="2026-01-28T05:46:51.132" v="45792" actId="478"/>
          <ac:spMkLst>
            <pc:docMk/>
            <pc:sldMk cId="2276297454" sldId="280"/>
            <ac:spMk id="24" creationId="{03CE1EF7-76DC-DB85-5907-492B8837D4E0}"/>
          </ac:spMkLst>
        </pc:spChg>
        <pc:spChg chg="del mod topLvl">
          <ac:chgData name="Freda Shi" userId="e3bafef1-15f2-4eeb-acbe-fa674bab7991" providerId="ADAL" clId="{9555FC65-5A8C-4EE8-9D5B-8283D7A0923C}" dt="2026-01-28T05:47:16.274" v="45887" actId="478"/>
          <ac:spMkLst>
            <pc:docMk/>
            <pc:sldMk cId="2276297454" sldId="280"/>
            <ac:spMk id="28" creationId="{1BF5A828-7860-AAE2-67A9-6950B3AE9D16}"/>
          </ac:spMkLst>
        </pc:spChg>
        <pc:spChg chg="del mod topLvl">
          <ac:chgData name="Freda Shi" userId="e3bafef1-15f2-4eeb-acbe-fa674bab7991" providerId="ADAL" clId="{9555FC65-5A8C-4EE8-9D5B-8283D7A0923C}" dt="2026-01-28T05:47:16.264" v="45864" actId="478"/>
          <ac:spMkLst>
            <pc:docMk/>
            <pc:sldMk cId="2276297454" sldId="280"/>
            <ac:spMk id="29" creationId="{4C7AA981-9B49-EEAF-5947-CBF3574A79B8}"/>
          </ac:spMkLst>
        </pc:spChg>
        <pc:spChg chg="del mod">
          <ac:chgData name="Freda Shi" userId="e3bafef1-15f2-4eeb-acbe-fa674bab7991" providerId="ADAL" clId="{9555FC65-5A8C-4EE8-9D5B-8283D7A0923C}" dt="2026-01-28T05:47:16.262" v="45863" actId="478"/>
          <ac:spMkLst>
            <pc:docMk/>
            <pc:sldMk cId="2276297454" sldId="280"/>
            <ac:spMk id="30" creationId="{D39A11A7-39EB-5038-8A41-308F3BC3CF35}"/>
          </ac:spMkLst>
        </pc:spChg>
        <pc:spChg chg="del mod">
          <ac:chgData name="Freda Shi" userId="e3bafef1-15f2-4eeb-acbe-fa674bab7991" providerId="ADAL" clId="{9555FC65-5A8C-4EE8-9D5B-8283D7A0923C}" dt="2026-01-28T05:47:16.262" v="45862" actId="478"/>
          <ac:spMkLst>
            <pc:docMk/>
            <pc:sldMk cId="2276297454" sldId="280"/>
            <ac:spMk id="31" creationId="{1CEB1CE5-C315-BA9A-FF53-E8166D57A790}"/>
          </ac:spMkLst>
        </pc:spChg>
        <pc:spChg chg="del mod">
          <ac:chgData name="Freda Shi" userId="e3bafef1-15f2-4eeb-acbe-fa674bab7991" providerId="ADAL" clId="{9555FC65-5A8C-4EE8-9D5B-8283D7A0923C}" dt="2026-01-28T05:47:16.261" v="45861" actId="478"/>
          <ac:spMkLst>
            <pc:docMk/>
            <pc:sldMk cId="2276297454" sldId="280"/>
            <ac:spMk id="32" creationId="{F497B319-7AA0-71A9-D8C1-DDDFC73A04B9}"/>
          </ac:spMkLst>
        </pc:spChg>
        <pc:spChg chg="del mod">
          <ac:chgData name="Freda Shi" userId="e3bafef1-15f2-4eeb-acbe-fa674bab7991" providerId="ADAL" clId="{9555FC65-5A8C-4EE8-9D5B-8283D7A0923C}" dt="2026-01-28T05:47:16.261" v="45860" actId="478"/>
          <ac:spMkLst>
            <pc:docMk/>
            <pc:sldMk cId="2276297454" sldId="280"/>
            <ac:spMk id="33" creationId="{2235D060-45C3-7D6C-B1F4-865C49935FDE}"/>
          </ac:spMkLst>
        </pc:spChg>
        <pc:spChg chg="del mod">
          <ac:chgData name="Freda Shi" userId="e3bafef1-15f2-4eeb-acbe-fa674bab7991" providerId="ADAL" clId="{9555FC65-5A8C-4EE8-9D5B-8283D7A0923C}" dt="2026-01-28T05:47:16.260" v="45859" actId="478"/>
          <ac:spMkLst>
            <pc:docMk/>
            <pc:sldMk cId="2276297454" sldId="280"/>
            <ac:spMk id="34" creationId="{4B642564-B0CA-BAC7-33D3-13DF1CB1C160}"/>
          </ac:spMkLst>
        </pc:spChg>
        <pc:spChg chg="del mod">
          <ac:chgData name="Freda Shi" userId="e3bafef1-15f2-4eeb-acbe-fa674bab7991" providerId="ADAL" clId="{9555FC65-5A8C-4EE8-9D5B-8283D7A0923C}" dt="2026-01-28T05:47:16.259" v="45858" actId="478"/>
          <ac:spMkLst>
            <pc:docMk/>
            <pc:sldMk cId="2276297454" sldId="280"/>
            <ac:spMk id="35" creationId="{23D6755B-74A7-618A-1ED2-EC791982C924}"/>
          </ac:spMkLst>
        </pc:spChg>
        <pc:spChg chg="del mod">
          <ac:chgData name="Freda Shi" userId="e3bafef1-15f2-4eeb-acbe-fa674bab7991" providerId="ADAL" clId="{9555FC65-5A8C-4EE8-9D5B-8283D7A0923C}" dt="2026-01-28T05:47:16.259" v="45857" actId="478"/>
          <ac:spMkLst>
            <pc:docMk/>
            <pc:sldMk cId="2276297454" sldId="280"/>
            <ac:spMk id="36" creationId="{7B560CE0-6584-DC6F-2E91-7D9A3A833D9C}"/>
          </ac:spMkLst>
        </pc:spChg>
        <pc:spChg chg="del mod">
          <ac:chgData name="Freda Shi" userId="e3bafef1-15f2-4eeb-acbe-fa674bab7991" providerId="ADAL" clId="{9555FC65-5A8C-4EE8-9D5B-8283D7A0923C}" dt="2026-01-28T05:47:16.258" v="45856" actId="478"/>
          <ac:spMkLst>
            <pc:docMk/>
            <pc:sldMk cId="2276297454" sldId="280"/>
            <ac:spMk id="37" creationId="{B93C0ACE-669A-BFB5-5323-1FC9FDD0D72F}"/>
          </ac:spMkLst>
        </pc:spChg>
        <pc:spChg chg="del mod">
          <ac:chgData name="Freda Shi" userId="e3bafef1-15f2-4eeb-acbe-fa674bab7991" providerId="ADAL" clId="{9555FC65-5A8C-4EE8-9D5B-8283D7A0923C}" dt="2026-01-28T05:47:16.257" v="45855" actId="478"/>
          <ac:spMkLst>
            <pc:docMk/>
            <pc:sldMk cId="2276297454" sldId="280"/>
            <ac:spMk id="38" creationId="{3BC17106-B4B9-242F-C6CC-1C341A519681}"/>
          </ac:spMkLst>
        </pc:spChg>
        <pc:spChg chg="del mod">
          <ac:chgData name="Freda Shi" userId="e3bafef1-15f2-4eeb-acbe-fa674bab7991" providerId="ADAL" clId="{9555FC65-5A8C-4EE8-9D5B-8283D7A0923C}" dt="2026-01-28T05:47:16.257" v="45854" actId="478"/>
          <ac:spMkLst>
            <pc:docMk/>
            <pc:sldMk cId="2276297454" sldId="280"/>
            <ac:spMk id="39" creationId="{DD2243E0-1443-919A-DB21-1A0E35E6A821}"/>
          </ac:spMkLst>
        </pc:spChg>
        <pc:spChg chg="del mod">
          <ac:chgData name="Freda Shi" userId="e3bafef1-15f2-4eeb-acbe-fa674bab7991" providerId="ADAL" clId="{9555FC65-5A8C-4EE8-9D5B-8283D7A0923C}" dt="2026-01-28T05:47:16.256" v="45853" actId="478"/>
          <ac:spMkLst>
            <pc:docMk/>
            <pc:sldMk cId="2276297454" sldId="280"/>
            <ac:spMk id="40" creationId="{47B5F91D-72E4-F24D-5A0E-1959AD319566}"/>
          </ac:spMkLst>
        </pc:spChg>
        <pc:spChg chg="del mod">
          <ac:chgData name="Freda Shi" userId="e3bafef1-15f2-4eeb-acbe-fa674bab7991" providerId="ADAL" clId="{9555FC65-5A8C-4EE8-9D5B-8283D7A0923C}" dt="2026-01-28T05:47:16.256" v="45852" actId="478"/>
          <ac:spMkLst>
            <pc:docMk/>
            <pc:sldMk cId="2276297454" sldId="280"/>
            <ac:spMk id="41" creationId="{E485B1C8-A4C6-92B0-1456-626A9D869FB7}"/>
          </ac:spMkLst>
        </pc:spChg>
        <pc:spChg chg="del mod">
          <ac:chgData name="Freda Shi" userId="e3bafef1-15f2-4eeb-acbe-fa674bab7991" providerId="ADAL" clId="{9555FC65-5A8C-4EE8-9D5B-8283D7A0923C}" dt="2026-01-28T05:47:16.255" v="45851" actId="478"/>
          <ac:spMkLst>
            <pc:docMk/>
            <pc:sldMk cId="2276297454" sldId="280"/>
            <ac:spMk id="42" creationId="{F1559D02-2031-0FEB-D5A0-D5F6C11D06FB}"/>
          </ac:spMkLst>
        </pc:spChg>
        <pc:spChg chg="del mod">
          <ac:chgData name="Freda Shi" userId="e3bafef1-15f2-4eeb-acbe-fa674bab7991" providerId="ADAL" clId="{9555FC65-5A8C-4EE8-9D5B-8283D7A0923C}" dt="2026-01-28T05:47:16.254" v="45850" actId="478"/>
          <ac:spMkLst>
            <pc:docMk/>
            <pc:sldMk cId="2276297454" sldId="280"/>
            <ac:spMk id="43" creationId="{6A999EB5-5222-30D2-DBE6-431502754C63}"/>
          </ac:spMkLst>
        </pc:spChg>
        <pc:spChg chg="del mod">
          <ac:chgData name="Freda Shi" userId="e3bafef1-15f2-4eeb-acbe-fa674bab7991" providerId="ADAL" clId="{9555FC65-5A8C-4EE8-9D5B-8283D7A0923C}" dt="2026-01-28T05:47:16.254" v="45849" actId="478"/>
          <ac:spMkLst>
            <pc:docMk/>
            <pc:sldMk cId="2276297454" sldId="280"/>
            <ac:spMk id="44" creationId="{1456A1DC-5631-9211-FC92-08C36B2F59B2}"/>
          </ac:spMkLst>
        </pc:spChg>
        <pc:spChg chg="del mod">
          <ac:chgData name="Freda Shi" userId="e3bafef1-15f2-4eeb-acbe-fa674bab7991" providerId="ADAL" clId="{9555FC65-5A8C-4EE8-9D5B-8283D7A0923C}" dt="2026-01-28T05:47:16.252" v="45848" actId="478"/>
          <ac:spMkLst>
            <pc:docMk/>
            <pc:sldMk cId="2276297454" sldId="280"/>
            <ac:spMk id="45" creationId="{33142DDA-81AB-DF42-088B-01426A28E8AD}"/>
          </ac:spMkLst>
        </pc:spChg>
        <pc:spChg chg="del mod">
          <ac:chgData name="Freda Shi" userId="e3bafef1-15f2-4eeb-acbe-fa674bab7991" providerId="ADAL" clId="{9555FC65-5A8C-4EE8-9D5B-8283D7A0923C}" dt="2026-01-28T05:47:16.252" v="45847" actId="478"/>
          <ac:spMkLst>
            <pc:docMk/>
            <pc:sldMk cId="2276297454" sldId="280"/>
            <ac:spMk id="46" creationId="{61FD3593-34A7-82DE-3319-74E56C546927}"/>
          </ac:spMkLst>
        </pc:spChg>
        <pc:spChg chg="del mod">
          <ac:chgData name="Freda Shi" userId="e3bafef1-15f2-4eeb-acbe-fa674bab7991" providerId="ADAL" clId="{9555FC65-5A8C-4EE8-9D5B-8283D7A0923C}" dt="2026-01-28T05:47:16.251" v="45846" actId="478"/>
          <ac:spMkLst>
            <pc:docMk/>
            <pc:sldMk cId="2276297454" sldId="280"/>
            <ac:spMk id="47" creationId="{947FA5E5-BAB8-173F-399C-1ED58F4E27BB}"/>
          </ac:spMkLst>
        </pc:spChg>
        <pc:spChg chg="del mod">
          <ac:chgData name="Freda Shi" userId="e3bafef1-15f2-4eeb-acbe-fa674bab7991" providerId="ADAL" clId="{9555FC65-5A8C-4EE8-9D5B-8283D7A0923C}" dt="2026-01-28T05:47:16.250" v="45845" actId="478"/>
          <ac:spMkLst>
            <pc:docMk/>
            <pc:sldMk cId="2276297454" sldId="280"/>
            <ac:spMk id="48" creationId="{1E2691F0-318E-A618-06C7-8FDB76828C71}"/>
          </ac:spMkLst>
        </pc:spChg>
        <pc:spChg chg="add del mod">
          <ac:chgData name="Freda Shi" userId="e3bafef1-15f2-4eeb-acbe-fa674bab7991" providerId="ADAL" clId="{9555FC65-5A8C-4EE8-9D5B-8283D7A0923C}" dt="2026-01-28T05:55:22.369" v="47416" actId="478"/>
          <ac:spMkLst>
            <pc:docMk/>
            <pc:sldMk cId="2276297454" sldId="280"/>
            <ac:spMk id="256" creationId="{8A6CD25F-EC7D-7296-3ABF-BB0774C31154}"/>
          </ac:spMkLst>
        </pc:spChg>
        <pc:spChg chg="add del mod">
          <ac:chgData name="Freda Shi" userId="e3bafef1-15f2-4eeb-acbe-fa674bab7991" providerId="ADAL" clId="{9555FC65-5A8C-4EE8-9D5B-8283D7A0923C}" dt="2026-01-28T05:55:22.369" v="47415" actId="478"/>
          <ac:spMkLst>
            <pc:docMk/>
            <pc:sldMk cId="2276297454" sldId="280"/>
            <ac:spMk id="257" creationId="{B4442A0D-2EFE-27C9-0BE1-E2760A17E9EA}"/>
          </ac:spMkLst>
        </pc:spChg>
        <pc:spChg chg="add del mod">
          <ac:chgData name="Freda Shi" userId="e3bafef1-15f2-4eeb-acbe-fa674bab7991" providerId="ADAL" clId="{9555FC65-5A8C-4EE8-9D5B-8283D7A0923C}" dt="2026-01-28T05:55:22.369" v="47414" actId="478"/>
          <ac:spMkLst>
            <pc:docMk/>
            <pc:sldMk cId="2276297454" sldId="280"/>
            <ac:spMk id="258" creationId="{CD25A717-3023-0DB8-E8AA-F448B185BD7A}"/>
          </ac:spMkLst>
        </pc:spChg>
        <pc:spChg chg="add del mod">
          <ac:chgData name="Freda Shi" userId="e3bafef1-15f2-4eeb-acbe-fa674bab7991" providerId="ADAL" clId="{9555FC65-5A8C-4EE8-9D5B-8283D7A0923C}" dt="2026-01-28T05:55:22.369" v="47413" actId="478"/>
          <ac:spMkLst>
            <pc:docMk/>
            <pc:sldMk cId="2276297454" sldId="280"/>
            <ac:spMk id="259" creationId="{7C78AFA8-077B-B379-CCCF-5BFFA48594F0}"/>
          </ac:spMkLst>
        </pc:spChg>
        <pc:spChg chg="add del mod">
          <ac:chgData name="Freda Shi" userId="e3bafef1-15f2-4eeb-acbe-fa674bab7991" providerId="ADAL" clId="{9555FC65-5A8C-4EE8-9D5B-8283D7A0923C}" dt="2026-01-28T05:55:22.369" v="47412" actId="478"/>
          <ac:spMkLst>
            <pc:docMk/>
            <pc:sldMk cId="2276297454" sldId="280"/>
            <ac:spMk id="260" creationId="{AF118705-0B04-535B-7A88-5E2C395FC788}"/>
          </ac:spMkLst>
        </pc:spChg>
        <pc:spChg chg="add del mod">
          <ac:chgData name="Freda Shi" userId="e3bafef1-15f2-4eeb-acbe-fa674bab7991" providerId="ADAL" clId="{9555FC65-5A8C-4EE8-9D5B-8283D7A0923C}" dt="2026-01-28T05:55:22.369" v="47411" actId="478"/>
          <ac:spMkLst>
            <pc:docMk/>
            <pc:sldMk cId="2276297454" sldId="280"/>
            <ac:spMk id="261" creationId="{51EA059B-6741-ED90-3612-04683B0B7B83}"/>
          </ac:spMkLst>
        </pc:spChg>
        <pc:spChg chg="add del mod">
          <ac:chgData name="Freda Shi" userId="e3bafef1-15f2-4eeb-acbe-fa674bab7991" providerId="ADAL" clId="{9555FC65-5A8C-4EE8-9D5B-8283D7A0923C}" dt="2026-01-28T05:55:22.369" v="47410" actId="478"/>
          <ac:spMkLst>
            <pc:docMk/>
            <pc:sldMk cId="2276297454" sldId="280"/>
            <ac:spMk id="262" creationId="{C900F337-1F7B-C374-3054-342B87DA16EC}"/>
          </ac:spMkLst>
        </pc:spChg>
        <pc:spChg chg="add del mod">
          <ac:chgData name="Freda Shi" userId="e3bafef1-15f2-4eeb-acbe-fa674bab7991" providerId="ADAL" clId="{9555FC65-5A8C-4EE8-9D5B-8283D7A0923C}" dt="2026-01-28T05:55:22.369" v="47409" actId="478"/>
          <ac:spMkLst>
            <pc:docMk/>
            <pc:sldMk cId="2276297454" sldId="280"/>
            <ac:spMk id="263" creationId="{7D0492F3-61EF-3939-062E-15397D2BE04D}"/>
          </ac:spMkLst>
        </pc:spChg>
        <pc:spChg chg="add del mod">
          <ac:chgData name="Freda Shi" userId="e3bafef1-15f2-4eeb-acbe-fa674bab7991" providerId="ADAL" clId="{9555FC65-5A8C-4EE8-9D5B-8283D7A0923C}" dt="2026-01-28T05:55:22.353" v="47408" actId="478"/>
          <ac:spMkLst>
            <pc:docMk/>
            <pc:sldMk cId="2276297454" sldId="280"/>
            <ac:spMk id="264" creationId="{70919CE3-9C11-902B-965E-524F25783B70}"/>
          </ac:spMkLst>
        </pc:spChg>
        <pc:spChg chg="add del mod">
          <ac:chgData name="Freda Shi" userId="e3bafef1-15f2-4eeb-acbe-fa674bab7991" providerId="ADAL" clId="{9555FC65-5A8C-4EE8-9D5B-8283D7A0923C}" dt="2026-01-28T05:55:22.353" v="47407" actId="478"/>
          <ac:spMkLst>
            <pc:docMk/>
            <pc:sldMk cId="2276297454" sldId="280"/>
            <ac:spMk id="265" creationId="{8EE6964C-0FEF-A899-604D-30D4FC054EA5}"/>
          </ac:spMkLst>
        </pc:spChg>
        <pc:spChg chg="add del mod">
          <ac:chgData name="Freda Shi" userId="e3bafef1-15f2-4eeb-acbe-fa674bab7991" providerId="ADAL" clId="{9555FC65-5A8C-4EE8-9D5B-8283D7A0923C}" dt="2026-01-28T05:55:22.353" v="47406" actId="478"/>
          <ac:spMkLst>
            <pc:docMk/>
            <pc:sldMk cId="2276297454" sldId="280"/>
            <ac:spMk id="266" creationId="{67C85ECC-9041-7F95-EB01-F34CE9111400}"/>
          </ac:spMkLst>
        </pc:spChg>
        <pc:spChg chg="add del mod">
          <ac:chgData name="Freda Shi" userId="e3bafef1-15f2-4eeb-acbe-fa674bab7991" providerId="ADAL" clId="{9555FC65-5A8C-4EE8-9D5B-8283D7A0923C}" dt="2026-01-28T05:55:22.353" v="47405" actId="478"/>
          <ac:spMkLst>
            <pc:docMk/>
            <pc:sldMk cId="2276297454" sldId="280"/>
            <ac:spMk id="267" creationId="{FD8B7406-4F84-258B-DBBF-AA4F23EF97F4}"/>
          </ac:spMkLst>
        </pc:spChg>
        <pc:spChg chg="add del mod">
          <ac:chgData name="Freda Shi" userId="e3bafef1-15f2-4eeb-acbe-fa674bab7991" providerId="ADAL" clId="{9555FC65-5A8C-4EE8-9D5B-8283D7A0923C}" dt="2026-01-28T05:55:22.353" v="47404" actId="478"/>
          <ac:spMkLst>
            <pc:docMk/>
            <pc:sldMk cId="2276297454" sldId="280"/>
            <ac:spMk id="268" creationId="{2C1A6CC8-53B6-09D2-C88F-7B19C19E6254}"/>
          </ac:spMkLst>
        </pc:spChg>
        <pc:spChg chg="add del mod">
          <ac:chgData name="Freda Shi" userId="e3bafef1-15f2-4eeb-acbe-fa674bab7991" providerId="ADAL" clId="{9555FC65-5A8C-4EE8-9D5B-8283D7A0923C}" dt="2026-01-28T05:55:22.353" v="47403" actId="478"/>
          <ac:spMkLst>
            <pc:docMk/>
            <pc:sldMk cId="2276297454" sldId="280"/>
            <ac:spMk id="269" creationId="{D4CAC0C5-04D3-771B-B150-A0EA956A3C74}"/>
          </ac:spMkLst>
        </pc:spChg>
        <pc:spChg chg="add del mod">
          <ac:chgData name="Freda Shi" userId="e3bafef1-15f2-4eeb-acbe-fa674bab7991" providerId="ADAL" clId="{9555FC65-5A8C-4EE8-9D5B-8283D7A0923C}" dt="2026-01-28T05:55:22.353" v="47402" actId="478"/>
          <ac:spMkLst>
            <pc:docMk/>
            <pc:sldMk cId="2276297454" sldId="280"/>
            <ac:spMk id="270" creationId="{FED07856-1821-2045-7AA5-E4AC9DC6EAAD}"/>
          </ac:spMkLst>
        </pc:spChg>
        <pc:spChg chg="add del mod">
          <ac:chgData name="Freda Shi" userId="e3bafef1-15f2-4eeb-acbe-fa674bab7991" providerId="ADAL" clId="{9555FC65-5A8C-4EE8-9D5B-8283D7A0923C}" dt="2026-01-28T05:55:22.353" v="47401" actId="478"/>
          <ac:spMkLst>
            <pc:docMk/>
            <pc:sldMk cId="2276297454" sldId="280"/>
            <ac:spMk id="271" creationId="{421A5859-1405-81B0-EFB8-F04E11AAEFF0}"/>
          </ac:spMkLst>
        </pc:spChg>
        <pc:spChg chg="add del mod">
          <ac:chgData name="Freda Shi" userId="e3bafef1-15f2-4eeb-acbe-fa674bab7991" providerId="ADAL" clId="{9555FC65-5A8C-4EE8-9D5B-8283D7A0923C}" dt="2026-01-28T05:55:22.353" v="47400" actId="478"/>
          <ac:spMkLst>
            <pc:docMk/>
            <pc:sldMk cId="2276297454" sldId="280"/>
            <ac:spMk id="272" creationId="{403CC666-A3DD-AB9B-4ECB-1B2DC621A75B}"/>
          </ac:spMkLst>
        </pc:spChg>
        <pc:spChg chg="add del mod">
          <ac:chgData name="Freda Shi" userId="e3bafef1-15f2-4eeb-acbe-fa674bab7991" providerId="ADAL" clId="{9555FC65-5A8C-4EE8-9D5B-8283D7A0923C}" dt="2026-01-28T05:55:22.353" v="47399" actId="478"/>
          <ac:spMkLst>
            <pc:docMk/>
            <pc:sldMk cId="2276297454" sldId="280"/>
            <ac:spMk id="273" creationId="{C314E4BD-3106-4CCD-6D32-83F6E3CAE910}"/>
          </ac:spMkLst>
        </pc:spChg>
        <pc:spChg chg="add del mod">
          <ac:chgData name="Freda Shi" userId="e3bafef1-15f2-4eeb-acbe-fa674bab7991" providerId="ADAL" clId="{9555FC65-5A8C-4EE8-9D5B-8283D7A0923C}" dt="2026-01-28T05:55:22.353" v="47398" actId="478"/>
          <ac:spMkLst>
            <pc:docMk/>
            <pc:sldMk cId="2276297454" sldId="280"/>
            <ac:spMk id="274" creationId="{3D8C752C-3555-7139-62BC-9E5F8C70AE08}"/>
          </ac:spMkLst>
        </pc:spChg>
        <pc:spChg chg="add del mod">
          <ac:chgData name="Freda Shi" userId="e3bafef1-15f2-4eeb-acbe-fa674bab7991" providerId="ADAL" clId="{9555FC65-5A8C-4EE8-9D5B-8283D7A0923C}" dt="2026-01-28T05:55:22.353" v="47397" actId="478"/>
          <ac:spMkLst>
            <pc:docMk/>
            <pc:sldMk cId="2276297454" sldId="280"/>
            <ac:spMk id="275" creationId="{D2A4A421-6DF1-00B7-9782-49D670E98617}"/>
          </ac:spMkLst>
        </pc:spChg>
        <pc:spChg chg="add del mod">
          <ac:chgData name="Freda Shi" userId="e3bafef1-15f2-4eeb-acbe-fa674bab7991" providerId="ADAL" clId="{9555FC65-5A8C-4EE8-9D5B-8283D7A0923C}" dt="2026-01-28T05:55:22.353" v="47396" actId="478"/>
          <ac:spMkLst>
            <pc:docMk/>
            <pc:sldMk cId="2276297454" sldId="280"/>
            <ac:spMk id="276" creationId="{3677173B-039E-9622-34CF-7BC409D90291}"/>
          </ac:spMkLst>
        </pc:spChg>
        <pc:spChg chg="add del mod">
          <ac:chgData name="Freda Shi" userId="e3bafef1-15f2-4eeb-acbe-fa674bab7991" providerId="ADAL" clId="{9555FC65-5A8C-4EE8-9D5B-8283D7A0923C}" dt="2026-01-28T05:55:22.353" v="47395" actId="478"/>
          <ac:spMkLst>
            <pc:docMk/>
            <pc:sldMk cId="2276297454" sldId="280"/>
            <ac:spMk id="277" creationId="{21CF4405-5974-3992-D774-316BF11B25E4}"/>
          </ac:spMkLst>
        </pc:spChg>
        <pc:spChg chg="add del mod">
          <ac:chgData name="Freda Shi" userId="e3bafef1-15f2-4eeb-acbe-fa674bab7991" providerId="ADAL" clId="{9555FC65-5A8C-4EE8-9D5B-8283D7A0923C}" dt="2026-01-28T05:55:22.353" v="47394" actId="478"/>
          <ac:spMkLst>
            <pc:docMk/>
            <pc:sldMk cId="2276297454" sldId="280"/>
            <ac:spMk id="278" creationId="{B2D6097C-F360-5DAE-C900-81ADA5AFE682}"/>
          </ac:spMkLst>
        </pc:spChg>
        <pc:spChg chg="add del mod">
          <ac:chgData name="Freda Shi" userId="e3bafef1-15f2-4eeb-acbe-fa674bab7991" providerId="ADAL" clId="{9555FC65-5A8C-4EE8-9D5B-8283D7A0923C}" dt="2026-01-28T05:55:22.353" v="47393" actId="478"/>
          <ac:spMkLst>
            <pc:docMk/>
            <pc:sldMk cId="2276297454" sldId="280"/>
            <ac:spMk id="279" creationId="{4790B0D6-F8BD-1D05-D5AB-D12A37B6BA9F}"/>
          </ac:spMkLst>
        </pc:spChg>
        <pc:spChg chg="add del mod">
          <ac:chgData name="Freda Shi" userId="e3bafef1-15f2-4eeb-acbe-fa674bab7991" providerId="ADAL" clId="{9555FC65-5A8C-4EE8-9D5B-8283D7A0923C}" dt="2026-01-28T05:55:22.353" v="47392" actId="478"/>
          <ac:spMkLst>
            <pc:docMk/>
            <pc:sldMk cId="2276297454" sldId="280"/>
            <ac:spMk id="280" creationId="{FFC3B72D-531C-7052-3229-10658921D134}"/>
          </ac:spMkLst>
        </pc:spChg>
        <pc:spChg chg="add del mod">
          <ac:chgData name="Freda Shi" userId="e3bafef1-15f2-4eeb-acbe-fa674bab7991" providerId="ADAL" clId="{9555FC65-5A8C-4EE8-9D5B-8283D7A0923C}" dt="2026-01-28T05:55:22.353" v="47391" actId="478"/>
          <ac:spMkLst>
            <pc:docMk/>
            <pc:sldMk cId="2276297454" sldId="280"/>
            <ac:spMk id="281" creationId="{1736607A-515B-CF59-ACF3-4FACCF972409}"/>
          </ac:spMkLst>
        </pc:spChg>
        <pc:spChg chg="add del mod">
          <ac:chgData name="Freda Shi" userId="e3bafef1-15f2-4eeb-acbe-fa674bab7991" providerId="ADAL" clId="{9555FC65-5A8C-4EE8-9D5B-8283D7A0923C}" dt="2026-01-28T05:55:22.343" v="47390" actId="478"/>
          <ac:spMkLst>
            <pc:docMk/>
            <pc:sldMk cId="2276297454" sldId="280"/>
            <ac:spMk id="282" creationId="{514131A4-C11F-44CA-323E-8B4D6E2CFA6E}"/>
          </ac:spMkLst>
        </pc:spChg>
        <pc:spChg chg="add del mod">
          <ac:chgData name="Freda Shi" userId="e3bafef1-15f2-4eeb-acbe-fa674bab7991" providerId="ADAL" clId="{9555FC65-5A8C-4EE8-9D5B-8283D7A0923C}" dt="2026-01-28T05:55:22.343" v="47389" actId="478"/>
          <ac:spMkLst>
            <pc:docMk/>
            <pc:sldMk cId="2276297454" sldId="280"/>
            <ac:spMk id="283" creationId="{C29855F6-66E3-1DAF-2286-4A3A91039490}"/>
          </ac:spMkLst>
        </pc:spChg>
        <pc:spChg chg="add del mod">
          <ac:chgData name="Freda Shi" userId="e3bafef1-15f2-4eeb-acbe-fa674bab7991" providerId="ADAL" clId="{9555FC65-5A8C-4EE8-9D5B-8283D7A0923C}" dt="2026-01-28T05:55:22.343" v="47388" actId="478"/>
          <ac:spMkLst>
            <pc:docMk/>
            <pc:sldMk cId="2276297454" sldId="280"/>
            <ac:spMk id="284" creationId="{147B3409-5D28-A59D-4C0D-13C907C97D9F}"/>
          </ac:spMkLst>
        </pc:spChg>
        <pc:spChg chg="add del mod">
          <ac:chgData name="Freda Shi" userId="e3bafef1-15f2-4eeb-acbe-fa674bab7991" providerId="ADAL" clId="{9555FC65-5A8C-4EE8-9D5B-8283D7A0923C}" dt="2026-01-28T05:55:22.343" v="47387" actId="478"/>
          <ac:spMkLst>
            <pc:docMk/>
            <pc:sldMk cId="2276297454" sldId="280"/>
            <ac:spMk id="285" creationId="{49095CB4-1478-BE03-C8F6-D4B4476C4DDD}"/>
          </ac:spMkLst>
        </pc:spChg>
        <pc:spChg chg="add del mod">
          <ac:chgData name="Freda Shi" userId="e3bafef1-15f2-4eeb-acbe-fa674bab7991" providerId="ADAL" clId="{9555FC65-5A8C-4EE8-9D5B-8283D7A0923C}" dt="2026-01-28T05:55:22.343" v="47386" actId="478"/>
          <ac:spMkLst>
            <pc:docMk/>
            <pc:sldMk cId="2276297454" sldId="280"/>
            <ac:spMk id="286" creationId="{61639494-AC10-986C-1666-983795584628}"/>
          </ac:spMkLst>
        </pc:spChg>
        <pc:spChg chg="add del mod">
          <ac:chgData name="Freda Shi" userId="e3bafef1-15f2-4eeb-acbe-fa674bab7991" providerId="ADAL" clId="{9555FC65-5A8C-4EE8-9D5B-8283D7A0923C}" dt="2026-01-28T05:55:22.343" v="47385" actId="478"/>
          <ac:spMkLst>
            <pc:docMk/>
            <pc:sldMk cId="2276297454" sldId="280"/>
            <ac:spMk id="287" creationId="{082CDDB9-633B-B2A8-466E-4F6423B92724}"/>
          </ac:spMkLst>
        </pc:spChg>
        <pc:spChg chg="add del mod">
          <ac:chgData name="Freda Shi" userId="e3bafef1-15f2-4eeb-acbe-fa674bab7991" providerId="ADAL" clId="{9555FC65-5A8C-4EE8-9D5B-8283D7A0923C}" dt="2026-01-28T05:55:22.343" v="47384" actId="478"/>
          <ac:spMkLst>
            <pc:docMk/>
            <pc:sldMk cId="2276297454" sldId="280"/>
            <ac:spMk id="288" creationId="{58555686-69EE-BD4A-A9F4-502D430A39DC}"/>
          </ac:spMkLst>
        </pc:spChg>
        <pc:spChg chg="add del mod">
          <ac:chgData name="Freda Shi" userId="e3bafef1-15f2-4eeb-acbe-fa674bab7991" providerId="ADAL" clId="{9555FC65-5A8C-4EE8-9D5B-8283D7A0923C}" dt="2026-01-28T05:55:22.343" v="47383" actId="478"/>
          <ac:spMkLst>
            <pc:docMk/>
            <pc:sldMk cId="2276297454" sldId="280"/>
            <ac:spMk id="289" creationId="{4380DC84-395C-0EA7-B12F-E08E92385D6D}"/>
          </ac:spMkLst>
        </pc:spChg>
        <pc:spChg chg="add del mod">
          <ac:chgData name="Freda Shi" userId="e3bafef1-15f2-4eeb-acbe-fa674bab7991" providerId="ADAL" clId="{9555FC65-5A8C-4EE8-9D5B-8283D7A0923C}" dt="2026-01-28T05:55:22.343" v="47382" actId="478"/>
          <ac:spMkLst>
            <pc:docMk/>
            <pc:sldMk cId="2276297454" sldId="280"/>
            <ac:spMk id="290" creationId="{41CBE8FE-EC3B-6599-5470-6525C7451954}"/>
          </ac:spMkLst>
        </pc:spChg>
        <pc:spChg chg="add del mod">
          <ac:chgData name="Freda Shi" userId="e3bafef1-15f2-4eeb-acbe-fa674bab7991" providerId="ADAL" clId="{9555FC65-5A8C-4EE8-9D5B-8283D7A0923C}" dt="2026-01-28T05:55:22.343" v="47381" actId="478"/>
          <ac:spMkLst>
            <pc:docMk/>
            <pc:sldMk cId="2276297454" sldId="280"/>
            <ac:spMk id="291" creationId="{83AA6E76-1652-EA66-1337-24BA6F8254C3}"/>
          </ac:spMkLst>
        </pc:spChg>
        <pc:spChg chg="add del mod">
          <ac:chgData name="Freda Shi" userId="e3bafef1-15f2-4eeb-acbe-fa674bab7991" providerId="ADAL" clId="{9555FC65-5A8C-4EE8-9D5B-8283D7A0923C}" dt="2026-01-28T05:55:22.343" v="47380" actId="478"/>
          <ac:spMkLst>
            <pc:docMk/>
            <pc:sldMk cId="2276297454" sldId="280"/>
            <ac:spMk id="292" creationId="{8C3A8D7F-5447-BA95-B8AB-CF407B923475}"/>
          </ac:spMkLst>
        </pc:spChg>
        <pc:spChg chg="add del mod">
          <ac:chgData name="Freda Shi" userId="e3bafef1-15f2-4eeb-acbe-fa674bab7991" providerId="ADAL" clId="{9555FC65-5A8C-4EE8-9D5B-8283D7A0923C}" dt="2026-01-28T05:55:22.337" v="47379" actId="478"/>
          <ac:spMkLst>
            <pc:docMk/>
            <pc:sldMk cId="2276297454" sldId="280"/>
            <ac:spMk id="293" creationId="{F8057217-3334-A4A7-A083-475FCC33CF96}"/>
          </ac:spMkLst>
        </pc:spChg>
        <pc:spChg chg="add del mod">
          <ac:chgData name="Freda Shi" userId="e3bafef1-15f2-4eeb-acbe-fa674bab7991" providerId="ADAL" clId="{9555FC65-5A8C-4EE8-9D5B-8283D7A0923C}" dt="2026-01-28T05:55:22.337" v="47378" actId="478"/>
          <ac:spMkLst>
            <pc:docMk/>
            <pc:sldMk cId="2276297454" sldId="280"/>
            <ac:spMk id="294" creationId="{4B3FE8E7-836A-B347-E78A-0E398B32F183}"/>
          </ac:spMkLst>
        </pc:spChg>
        <pc:spChg chg="add del mod">
          <ac:chgData name="Freda Shi" userId="e3bafef1-15f2-4eeb-acbe-fa674bab7991" providerId="ADAL" clId="{9555FC65-5A8C-4EE8-9D5B-8283D7A0923C}" dt="2026-01-28T05:55:22.337" v="47377" actId="478"/>
          <ac:spMkLst>
            <pc:docMk/>
            <pc:sldMk cId="2276297454" sldId="280"/>
            <ac:spMk id="377" creationId="{F417CF5D-57CD-36CA-0D5F-61AA4F9EB6F7}"/>
          </ac:spMkLst>
        </pc:spChg>
        <pc:spChg chg="add del mod">
          <ac:chgData name="Freda Shi" userId="e3bafef1-15f2-4eeb-acbe-fa674bab7991" providerId="ADAL" clId="{9555FC65-5A8C-4EE8-9D5B-8283D7A0923C}" dt="2026-01-28T05:55:22.337" v="47376" actId="478"/>
          <ac:spMkLst>
            <pc:docMk/>
            <pc:sldMk cId="2276297454" sldId="280"/>
            <ac:spMk id="378" creationId="{62E7C0FD-14B3-7131-3B89-2F40271B9373}"/>
          </ac:spMkLst>
        </pc:spChg>
        <pc:spChg chg="add del mod">
          <ac:chgData name="Freda Shi" userId="e3bafef1-15f2-4eeb-acbe-fa674bab7991" providerId="ADAL" clId="{9555FC65-5A8C-4EE8-9D5B-8283D7A0923C}" dt="2026-01-28T05:55:22.337" v="47375" actId="478"/>
          <ac:spMkLst>
            <pc:docMk/>
            <pc:sldMk cId="2276297454" sldId="280"/>
            <ac:spMk id="379" creationId="{B92D107B-B408-2E14-7128-9E5B6DFF08E3}"/>
          </ac:spMkLst>
        </pc:spChg>
        <pc:spChg chg="add del mod">
          <ac:chgData name="Freda Shi" userId="e3bafef1-15f2-4eeb-acbe-fa674bab7991" providerId="ADAL" clId="{9555FC65-5A8C-4EE8-9D5B-8283D7A0923C}" dt="2026-01-28T05:55:22.337" v="47374" actId="478"/>
          <ac:spMkLst>
            <pc:docMk/>
            <pc:sldMk cId="2276297454" sldId="280"/>
            <ac:spMk id="380" creationId="{8E6559B1-1B45-50B0-EC47-B10E905B2EBA}"/>
          </ac:spMkLst>
        </pc:spChg>
        <pc:spChg chg="add del mod">
          <ac:chgData name="Freda Shi" userId="e3bafef1-15f2-4eeb-acbe-fa674bab7991" providerId="ADAL" clId="{9555FC65-5A8C-4EE8-9D5B-8283D7A0923C}" dt="2026-01-28T05:55:22.322" v="47373" actId="478"/>
          <ac:spMkLst>
            <pc:docMk/>
            <pc:sldMk cId="2276297454" sldId="280"/>
            <ac:spMk id="381" creationId="{C64FADA8-875E-6A99-FD5A-AFAE0CF08446}"/>
          </ac:spMkLst>
        </pc:spChg>
        <pc:spChg chg="add del mod">
          <ac:chgData name="Freda Shi" userId="e3bafef1-15f2-4eeb-acbe-fa674bab7991" providerId="ADAL" clId="{9555FC65-5A8C-4EE8-9D5B-8283D7A0923C}" dt="2026-01-28T05:55:22.322" v="47372" actId="478"/>
          <ac:spMkLst>
            <pc:docMk/>
            <pc:sldMk cId="2276297454" sldId="280"/>
            <ac:spMk id="382" creationId="{535EC723-B3D2-1C89-E0BA-B87008878279}"/>
          </ac:spMkLst>
        </pc:spChg>
        <pc:spChg chg="add del mod">
          <ac:chgData name="Freda Shi" userId="e3bafef1-15f2-4eeb-acbe-fa674bab7991" providerId="ADAL" clId="{9555FC65-5A8C-4EE8-9D5B-8283D7A0923C}" dt="2026-01-28T05:55:22.322" v="47371" actId="478"/>
          <ac:spMkLst>
            <pc:docMk/>
            <pc:sldMk cId="2276297454" sldId="280"/>
            <ac:spMk id="383" creationId="{FA54221A-3A24-126B-1770-70144AFD9972}"/>
          </ac:spMkLst>
        </pc:spChg>
        <pc:spChg chg="del mod topLvl">
          <ac:chgData name="Freda Shi" userId="e3bafef1-15f2-4eeb-acbe-fa674bab7991" providerId="ADAL" clId="{9555FC65-5A8C-4EE8-9D5B-8283D7A0923C}" dt="2026-01-28T05:51:08.318" v="46149" actId="478"/>
          <ac:spMkLst>
            <pc:docMk/>
            <pc:sldMk cId="2276297454" sldId="280"/>
            <ac:spMk id="521" creationId="{1AC3721D-6E30-2307-05EF-755BECB879A6}"/>
          </ac:spMkLst>
        </pc:spChg>
        <pc:spChg chg="del mod topLvl">
          <ac:chgData name="Freda Shi" userId="e3bafef1-15f2-4eeb-acbe-fa674bab7991" providerId="ADAL" clId="{9555FC65-5A8C-4EE8-9D5B-8283D7A0923C}" dt="2026-01-28T05:51:08.187" v="45920" actId="478"/>
          <ac:spMkLst>
            <pc:docMk/>
            <pc:sldMk cId="2276297454" sldId="280"/>
            <ac:spMk id="522" creationId="{A8615BE5-0841-D66E-6B59-6E1DEBC72155}"/>
          </ac:spMkLst>
        </pc:spChg>
        <pc:spChg chg="del mod">
          <ac:chgData name="Freda Shi" userId="e3bafef1-15f2-4eeb-acbe-fa674bab7991" providerId="ADAL" clId="{9555FC65-5A8C-4EE8-9D5B-8283D7A0923C}" dt="2026-01-28T05:51:08.187" v="45919" actId="478"/>
          <ac:spMkLst>
            <pc:docMk/>
            <pc:sldMk cId="2276297454" sldId="280"/>
            <ac:spMk id="523" creationId="{978B804F-0CFA-C75F-917F-0D04A86E0BD0}"/>
          </ac:spMkLst>
        </pc:spChg>
        <pc:spChg chg="del mod">
          <ac:chgData name="Freda Shi" userId="e3bafef1-15f2-4eeb-acbe-fa674bab7991" providerId="ADAL" clId="{9555FC65-5A8C-4EE8-9D5B-8283D7A0923C}" dt="2026-01-28T05:51:08.187" v="45918" actId="478"/>
          <ac:spMkLst>
            <pc:docMk/>
            <pc:sldMk cId="2276297454" sldId="280"/>
            <ac:spMk id="524" creationId="{8EAF2EF3-DCC1-1146-0A24-843E39BCF2A7}"/>
          </ac:spMkLst>
        </pc:spChg>
        <pc:spChg chg="del mod">
          <ac:chgData name="Freda Shi" userId="e3bafef1-15f2-4eeb-acbe-fa674bab7991" providerId="ADAL" clId="{9555FC65-5A8C-4EE8-9D5B-8283D7A0923C}" dt="2026-01-28T05:51:08.187" v="45917" actId="478"/>
          <ac:spMkLst>
            <pc:docMk/>
            <pc:sldMk cId="2276297454" sldId="280"/>
            <ac:spMk id="525" creationId="{F6B52A94-E514-ABCA-E2B6-2ABDF5B0EC2D}"/>
          </ac:spMkLst>
        </pc:spChg>
        <pc:spChg chg="del mod">
          <ac:chgData name="Freda Shi" userId="e3bafef1-15f2-4eeb-acbe-fa674bab7991" providerId="ADAL" clId="{9555FC65-5A8C-4EE8-9D5B-8283D7A0923C}" dt="2026-01-28T05:51:08.187" v="45916" actId="478"/>
          <ac:spMkLst>
            <pc:docMk/>
            <pc:sldMk cId="2276297454" sldId="280"/>
            <ac:spMk id="526" creationId="{738CB22C-CFE6-6A9A-6A33-7B7CF2106460}"/>
          </ac:spMkLst>
        </pc:spChg>
        <pc:spChg chg="del mod">
          <ac:chgData name="Freda Shi" userId="e3bafef1-15f2-4eeb-acbe-fa674bab7991" providerId="ADAL" clId="{9555FC65-5A8C-4EE8-9D5B-8283D7A0923C}" dt="2026-01-28T05:51:08.187" v="45915" actId="478"/>
          <ac:spMkLst>
            <pc:docMk/>
            <pc:sldMk cId="2276297454" sldId="280"/>
            <ac:spMk id="527" creationId="{8061B232-1265-0F62-8FD2-7A5CBEAE42E8}"/>
          </ac:spMkLst>
        </pc:spChg>
        <pc:spChg chg="del mod">
          <ac:chgData name="Freda Shi" userId="e3bafef1-15f2-4eeb-acbe-fa674bab7991" providerId="ADAL" clId="{9555FC65-5A8C-4EE8-9D5B-8283D7A0923C}" dt="2026-01-28T05:51:08.187" v="45914" actId="478"/>
          <ac:spMkLst>
            <pc:docMk/>
            <pc:sldMk cId="2276297454" sldId="280"/>
            <ac:spMk id="528" creationId="{DD8C3CC9-2326-C9A6-CC32-953AE7BADC22}"/>
          </ac:spMkLst>
        </pc:spChg>
        <pc:spChg chg="del mod">
          <ac:chgData name="Freda Shi" userId="e3bafef1-15f2-4eeb-acbe-fa674bab7991" providerId="ADAL" clId="{9555FC65-5A8C-4EE8-9D5B-8283D7A0923C}" dt="2026-01-28T05:51:08.187" v="45913" actId="478"/>
          <ac:spMkLst>
            <pc:docMk/>
            <pc:sldMk cId="2276297454" sldId="280"/>
            <ac:spMk id="529" creationId="{9171D44B-0DA0-E3EE-0AD7-50D600CCCA9E}"/>
          </ac:spMkLst>
        </pc:spChg>
        <pc:spChg chg="del mod">
          <ac:chgData name="Freda Shi" userId="e3bafef1-15f2-4eeb-acbe-fa674bab7991" providerId="ADAL" clId="{9555FC65-5A8C-4EE8-9D5B-8283D7A0923C}" dt="2026-01-28T05:51:08.187" v="45912" actId="478"/>
          <ac:spMkLst>
            <pc:docMk/>
            <pc:sldMk cId="2276297454" sldId="280"/>
            <ac:spMk id="530" creationId="{B3A37004-C375-39E6-E0C0-D12BE5E16DED}"/>
          </ac:spMkLst>
        </pc:spChg>
        <pc:spChg chg="del mod">
          <ac:chgData name="Freda Shi" userId="e3bafef1-15f2-4eeb-acbe-fa674bab7991" providerId="ADAL" clId="{9555FC65-5A8C-4EE8-9D5B-8283D7A0923C}" dt="2026-01-28T05:51:08.187" v="45911" actId="478"/>
          <ac:spMkLst>
            <pc:docMk/>
            <pc:sldMk cId="2276297454" sldId="280"/>
            <ac:spMk id="531" creationId="{45A03999-1789-B87E-1BBB-D2E259FE1FFB}"/>
          </ac:spMkLst>
        </pc:spChg>
        <pc:spChg chg="del mod">
          <ac:chgData name="Freda Shi" userId="e3bafef1-15f2-4eeb-acbe-fa674bab7991" providerId="ADAL" clId="{9555FC65-5A8C-4EE8-9D5B-8283D7A0923C}" dt="2026-01-28T05:51:08.187" v="45910" actId="478"/>
          <ac:spMkLst>
            <pc:docMk/>
            <pc:sldMk cId="2276297454" sldId="280"/>
            <ac:spMk id="532" creationId="{FB024C34-EEA2-00B6-04BC-A64534D4C6E4}"/>
          </ac:spMkLst>
        </pc:spChg>
        <pc:spChg chg="del mod">
          <ac:chgData name="Freda Shi" userId="e3bafef1-15f2-4eeb-acbe-fa674bab7991" providerId="ADAL" clId="{9555FC65-5A8C-4EE8-9D5B-8283D7A0923C}" dt="2026-01-28T05:51:08.187" v="45909" actId="478"/>
          <ac:spMkLst>
            <pc:docMk/>
            <pc:sldMk cId="2276297454" sldId="280"/>
            <ac:spMk id="533" creationId="{78C7F3AB-487A-04E8-C476-1AF21BB062BA}"/>
          </ac:spMkLst>
        </pc:spChg>
        <pc:spChg chg="del mod">
          <ac:chgData name="Freda Shi" userId="e3bafef1-15f2-4eeb-acbe-fa674bab7991" providerId="ADAL" clId="{9555FC65-5A8C-4EE8-9D5B-8283D7A0923C}" dt="2026-01-28T05:51:08.187" v="45908" actId="478"/>
          <ac:spMkLst>
            <pc:docMk/>
            <pc:sldMk cId="2276297454" sldId="280"/>
            <ac:spMk id="534" creationId="{12257104-F8E7-2C45-C701-3D60E42E851B}"/>
          </ac:spMkLst>
        </pc:spChg>
        <pc:spChg chg="del mod">
          <ac:chgData name="Freda Shi" userId="e3bafef1-15f2-4eeb-acbe-fa674bab7991" providerId="ADAL" clId="{9555FC65-5A8C-4EE8-9D5B-8283D7A0923C}" dt="2026-01-28T05:51:08.187" v="45907" actId="478"/>
          <ac:spMkLst>
            <pc:docMk/>
            <pc:sldMk cId="2276297454" sldId="280"/>
            <ac:spMk id="535" creationId="{A5E9C932-3F9B-2308-7075-F679E31EF92A}"/>
          </ac:spMkLst>
        </pc:spChg>
        <pc:spChg chg="del mod">
          <ac:chgData name="Freda Shi" userId="e3bafef1-15f2-4eeb-acbe-fa674bab7991" providerId="ADAL" clId="{9555FC65-5A8C-4EE8-9D5B-8283D7A0923C}" dt="2026-01-28T05:51:08.187" v="45906" actId="478"/>
          <ac:spMkLst>
            <pc:docMk/>
            <pc:sldMk cId="2276297454" sldId="280"/>
            <ac:spMk id="536" creationId="{81935F0C-B265-0582-DA73-76C6A3EE7568}"/>
          </ac:spMkLst>
        </pc:spChg>
        <pc:spChg chg="del mod">
          <ac:chgData name="Freda Shi" userId="e3bafef1-15f2-4eeb-acbe-fa674bab7991" providerId="ADAL" clId="{9555FC65-5A8C-4EE8-9D5B-8283D7A0923C}" dt="2026-01-28T05:51:08.187" v="45905" actId="478"/>
          <ac:spMkLst>
            <pc:docMk/>
            <pc:sldMk cId="2276297454" sldId="280"/>
            <ac:spMk id="537" creationId="{BD44DDC4-4B88-7BE3-F76D-803F58BA46CE}"/>
          </ac:spMkLst>
        </pc:spChg>
        <pc:spChg chg="del mod">
          <ac:chgData name="Freda Shi" userId="e3bafef1-15f2-4eeb-acbe-fa674bab7991" providerId="ADAL" clId="{9555FC65-5A8C-4EE8-9D5B-8283D7A0923C}" dt="2026-01-28T05:51:08.187" v="45904" actId="478"/>
          <ac:spMkLst>
            <pc:docMk/>
            <pc:sldMk cId="2276297454" sldId="280"/>
            <ac:spMk id="538" creationId="{EDE91020-F18B-B261-C2A0-DB35D7ECB463}"/>
          </ac:spMkLst>
        </pc:spChg>
        <pc:spChg chg="del mod">
          <ac:chgData name="Freda Shi" userId="e3bafef1-15f2-4eeb-acbe-fa674bab7991" providerId="ADAL" clId="{9555FC65-5A8C-4EE8-9D5B-8283D7A0923C}" dt="2026-01-28T05:51:08.187" v="45903" actId="478"/>
          <ac:spMkLst>
            <pc:docMk/>
            <pc:sldMk cId="2276297454" sldId="280"/>
            <ac:spMk id="539" creationId="{A4D2BDA3-A094-4612-3540-FF1F5D81BA5A}"/>
          </ac:spMkLst>
        </pc:spChg>
        <pc:spChg chg="del mod">
          <ac:chgData name="Freda Shi" userId="e3bafef1-15f2-4eeb-acbe-fa674bab7991" providerId="ADAL" clId="{9555FC65-5A8C-4EE8-9D5B-8283D7A0923C}" dt="2026-01-28T05:51:08.187" v="45902" actId="478"/>
          <ac:spMkLst>
            <pc:docMk/>
            <pc:sldMk cId="2276297454" sldId="280"/>
            <ac:spMk id="540" creationId="{B2E8B3FF-1DDC-20AA-42E7-DFA3D0AB5E75}"/>
          </ac:spMkLst>
        </pc:spChg>
        <pc:spChg chg="del mod">
          <ac:chgData name="Freda Shi" userId="e3bafef1-15f2-4eeb-acbe-fa674bab7991" providerId="ADAL" clId="{9555FC65-5A8C-4EE8-9D5B-8283D7A0923C}" dt="2026-01-28T05:51:08.187" v="45901" actId="478"/>
          <ac:spMkLst>
            <pc:docMk/>
            <pc:sldMk cId="2276297454" sldId="280"/>
            <ac:spMk id="541" creationId="{EA46EA56-8DB7-424B-5FEC-76756F33C3D2}"/>
          </ac:spMkLst>
        </pc:spChg>
        <pc:spChg chg="del mod">
          <ac:chgData name="Freda Shi" userId="e3bafef1-15f2-4eeb-acbe-fa674bab7991" providerId="ADAL" clId="{9555FC65-5A8C-4EE8-9D5B-8283D7A0923C}" dt="2026-01-28T05:51:08.187" v="45900" actId="478"/>
          <ac:spMkLst>
            <pc:docMk/>
            <pc:sldMk cId="2276297454" sldId="280"/>
            <ac:spMk id="542" creationId="{D91B6870-C7CB-F1C5-F170-EE3EA772B817}"/>
          </ac:spMkLst>
        </pc:spChg>
        <pc:spChg chg="del">
          <ac:chgData name="Freda Shi" userId="e3bafef1-15f2-4eeb-acbe-fa674bab7991" providerId="ADAL" clId="{9555FC65-5A8C-4EE8-9D5B-8283D7A0923C}" dt="2026-01-28T05:44:36.392" v="45685" actId="478"/>
          <ac:spMkLst>
            <pc:docMk/>
            <pc:sldMk cId="2276297454" sldId="280"/>
            <ac:spMk id="615" creationId="{74038950-0AC2-7482-9DE0-BD7F1821B57F}"/>
          </ac:spMkLst>
        </pc:spChg>
        <pc:spChg chg="add del mod topLvl">
          <ac:chgData name="Freda Shi" userId="e3bafef1-15f2-4eeb-acbe-fa674bab7991" providerId="ADAL" clId="{9555FC65-5A8C-4EE8-9D5B-8283D7A0923C}" dt="2026-01-28T05:55:22.401" v="47492" actId="478"/>
          <ac:spMkLst>
            <pc:docMk/>
            <pc:sldMk cId="2276297454" sldId="280"/>
            <ac:spMk id="616" creationId="{14F6BE16-839F-4FB7-9B7C-4F01714265A7}"/>
          </ac:spMkLst>
        </pc:spChg>
        <pc:spChg chg="add del mod topLvl">
          <ac:chgData name="Freda Shi" userId="e3bafef1-15f2-4eeb-acbe-fa674bab7991" providerId="ADAL" clId="{9555FC65-5A8C-4EE8-9D5B-8283D7A0923C}" dt="2026-01-28T05:55:22.385" v="47439" actId="478"/>
          <ac:spMkLst>
            <pc:docMk/>
            <pc:sldMk cId="2276297454" sldId="280"/>
            <ac:spMk id="617" creationId="{5C241425-9697-2EE2-2D0D-C91F6CAFD656}"/>
          </ac:spMkLst>
        </pc:spChg>
        <pc:spChg chg="add del mod">
          <ac:chgData name="Freda Shi" userId="e3bafef1-15f2-4eeb-acbe-fa674bab7991" providerId="ADAL" clId="{9555FC65-5A8C-4EE8-9D5B-8283D7A0923C}" dt="2026-01-28T05:55:22.385" v="47438" actId="478"/>
          <ac:spMkLst>
            <pc:docMk/>
            <pc:sldMk cId="2276297454" sldId="280"/>
            <ac:spMk id="618" creationId="{E5EC78A3-CB88-6BBC-BDD7-C5A3ED70623F}"/>
          </ac:spMkLst>
        </pc:spChg>
        <pc:spChg chg="add del mod">
          <ac:chgData name="Freda Shi" userId="e3bafef1-15f2-4eeb-acbe-fa674bab7991" providerId="ADAL" clId="{9555FC65-5A8C-4EE8-9D5B-8283D7A0923C}" dt="2026-01-28T05:55:22.385" v="47437" actId="478"/>
          <ac:spMkLst>
            <pc:docMk/>
            <pc:sldMk cId="2276297454" sldId="280"/>
            <ac:spMk id="619" creationId="{AC895D34-DF19-6BF2-75F3-0D346EF97A84}"/>
          </ac:spMkLst>
        </pc:spChg>
        <pc:spChg chg="add del mod">
          <ac:chgData name="Freda Shi" userId="e3bafef1-15f2-4eeb-acbe-fa674bab7991" providerId="ADAL" clId="{9555FC65-5A8C-4EE8-9D5B-8283D7A0923C}" dt="2026-01-28T05:55:22.385" v="47436" actId="478"/>
          <ac:spMkLst>
            <pc:docMk/>
            <pc:sldMk cId="2276297454" sldId="280"/>
            <ac:spMk id="620" creationId="{5EF38D22-F9BB-1D54-9379-68E925C24F6F}"/>
          </ac:spMkLst>
        </pc:spChg>
        <pc:spChg chg="add del mod">
          <ac:chgData name="Freda Shi" userId="e3bafef1-15f2-4eeb-acbe-fa674bab7991" providerId="ADAL" clId="{9555FC65-5A8C-4EE8-9D5B-8283D7A0923C}" dt="2026-01-28T05:55:22.385" v="47435" actId="478"/>
          <ac:spMkLst>
            <pc:docMk/>
            <pc:sldMk cId="2276297454" sldId="280"/>
            <ac:spMk id="621" creationId="{21D0B9A1-CC42-FBE0-6DC2-286A47D16410}"/>
          </ac:spMkLst>
        </pc:spChg>
        <pc:spChg chg="add del mod">
          <ac:chgData name="Freda Shi" userId="e3bafef1-15f2-4eeb-acbe-fa674bab7991" providerId="ADAL" clId="{9555FC65-5A8C-4EE8-9D5B-8283D7A0923C}" dt="2026-01-28T05:55:22.385" v="47434" actId="478"/>
          <ac:spMkLst>
            <pc:docMk/>
            <pc:sldMk cId="2276297454" sldId="280"/>
            <ac:spMk id="622" creationId="{3E532573-8FA1-F470-00B1-796CF1F83EA6}"/>
          </ac:spMkLst>
        </pc:spChg>
        <pc:spChg chg="add del mod">
          <ac:chgData name="Freda Shi" userId="e3bafef1-15f2-4eeb-acbe-fa674bab7991" providerId="ADAL" clId="{9555FC65-5A8C-4EE8-9D5B-8283D7A0923C}" dt="2026-01-28T05:55:22.385" v="47433" actId="478"/>
          <ac:spMkLst>
            <pc:docMk/>
            <pc:sldMk cId="2276297454" sldId="280"/>
            <ac:spMk id="623" creationId="{3B9DEBB3-4F5C-AA5A-A7E4-A8F2C9314E90}"/>
          </ac:spMkLst>
        </pc:spChg>
        <pc:spChg chg="add del mod">
          <ac:chgData name="Freda Shi" userId="e3bafef1-15f2-4eeb-acbe-fa674bab7991" providerId="ADAL" clId="{9555FC65-5A8C-4EE8-9D5B-8283D7A0923C}" dt="2026-01-28T05:55:22.385" v="47432" actId="478"/>
          <ac:spMkLst>
            <pc:docMk/>
            <pc:sldMk cId="2276297454" sldId="280"/>
            <ac:spMk id="624" creationId="{65C65A26-D47C-82A3-B1F1-FA92131787E8}"/>
          </ac:spMkLst>
        </pc:spChg>
        <pc:spChg chg="add del mod">
          <ac:chgData name="Freda Shi" userId="e3bafef1-15f2-4eeb-acbe-fa674bab7991" providerId="ADAL" clId="{9555FC65-5A8C-4EE8-9D5B-8283D7A0923C}" dt="2026-01-28T05:55:22.369" v="47431" actId="478"/>
          <ac:spMkLst>
            <pc:docMk/>
            <pc:sldMk cId="2276297454" sldId="280"/>
            <ac:spMk id="625" creationId="{80EC30F7-4BCC-2C8B-BC72-E990BB1261FA}"/>
          </ac:spMkLst>
        </pc:spChg>
        <pc:spChg chg="add del mod">
          <ac:chgData name="Freda Shi" userId="e3bafef1-15f2-4eeb-acbe-fa674bab7991" providerId="ADAL" clId="{9555FC65-5A8C-4EE8-9D5B-8283D7A0923C}" dt="2026-01-28T05:55:22.369" v="47430" actId="478"/>
          <ac:spMkLst>
            <pc:docMk/>
            <pc:sldMk cId="2276297454" sldId="280"/>
            <ac:spMk id="626" creationId="{59C5F9ED-0952-94ED-D45D-93FE159A4CD4}"/>
          </ac:spMkLst>
        </pc:spChg>
        <pc:spChg chg="add del mod">
          <ac:chgData name="Freda Shi" userId="e3bafef1-15f2-4eeb-acbe-fa674bab7991" providerId="ADAL" clId="{9555FC65-5A8C-4EE8-9D5B-8283D7A0923C}" dt="2026-01-28T05:55:22.369" v="47429" actId="478"/>
          <ac:spMkLst>
            <pc:docMk/>
            <pc:sldMk cId="2276297454" sldId="280"/>
            <ac:spMk id="627" creationId="{519C17C6-F653-851E-D47F-84A2E7D8EE02}"/>
          </ac:spMkLst>
        </pc:spChg>
        <pc:spChg chg="add del mod">
          <ac:chgData name="Freda Shi" userId="e3bafef1-15f2-4eeb-acbe-fa674bab7991" providerId="ADAL" clId="{9555FC65-5A8C-4EE8-9D5B-8283D7A0923C}" dt="2026-01-28T05:55:22.369" v="47428" actId="478"/>
          <ac:spMkLst>
            <pc:docMk/>
            <pc:sldMk cId="2276297454" sldId="280"/>
            <ac:spMk id="628" creationId="{F4CA8199-969E-546C-8630-1CE3B09A3CF7}"/>
          </ac:spMkLst>
        </pc:spChg>
        <pc:spChg chg="add del mod">
          <ac:chgData name="Freda Shi" userId="e3bafef1-15f2-4eeb-acbe-fa674bab7991" providerId="ADAL" clId="{9555FC65-5A8C-4EE8-9D5B-8283D7A0923C}" dt="2026-01-28T05:55:22.369" v="47427" actId="478"/>
          <ac:spMkLst>
            <pc:docMk/>
            <pc:sldMk cId="2276297454" sldId="280"/>
            <ac:spMk id="629" creationId="{5FB784A4-5D2F-C347-8E7F-1170ACB4EEB9}"/>
          </ac:spMkLst>
        </pc:spChg>
        <pc:spChg chg="add del mod">
          <ac:chgData name="Freda Shi" userId="e3bafef1-15f2-4eeb-acbe-fa674bab7991" providerId="ADAL" clId="{9555FC65-5A8C-4EE8-9D5B-8283D7A0923C}" dt="2026-01-28T05:55:22.369" v="47426" actId="478"/>
          <ac:spMkLst>
            <pc:docMk/>
            <pc:sldMk cId="2276297454" sldId="280"/>
            <ac:spMk id="630" creationId="{774DCE56-0EB0-9CBF-0166-DA0FA916C1DA}"/>
          </ac:spMkLst>
        </pc:spChg>
        <pc:spChg chg="add del mod">
          <ac:chgData name="Freda Shi" userId="e3bafef1-15f2-4eeb-acbe-fa674bab7991" providerId="ADAL" clId="{9555FC65-5A8C-4EE8-9D5B-8283D7A0923C}" dt="2026-01-28T05:55:22.369" v="47425" actId="478"/>
          <ac:spMkLst>
            <pc:docMk/>
            <pc:sldMk cId="2276297454" sldId="280"/>
            <ac:spMk id="631" creationId="{A63880BA-A204-2098-43B0-66A8B3575AD2}"/>
          </ac:spMkLst>
        </pc:spChg>
        <pc:spChg chg="add del mod">
          <ac:chgData name="Freda Shi" userId="e3bafef1-15f2-4eeb-acbe-fa674bab7991" providerId="ADAL" clId="{9555FC65-5A8C-4EE8-9D5B-8283D7A0923C}" dt="2026-01-28T05:55:22.369" v="47424" actId="478"/>
          <ac:spMkLst>
            <pc:docMk/>
            <pc:sldMk cId="2276297454" sldId="280"/>
            <ac:spMk id="632" creationId="{053C6356-FFAF-95CB-565C-CDB257BCC9A7}"/>
          </ac:spMkLst>
        </pc:spChg>
        <pc:spChg chg="add del mod">
          <ac:chgData name="Freda Shi" userId="e3bafef1-15f2-4eeb-acbe-fa674bab7991" providerId="ADAL" clId="{9555FC65-5A8C-4EE8-9D5B-8283D7A0923C}" dt="2026-01-28T05:55:22.369" v="47423" actId="478"/>
          <ac:spMkLst>
            <pc:docMk/>
            <pc:sldMk cId="2276297454" sldId="280"/>
            <ac:spMk id="633" creationId="{65D18342-B947-4AAB-540B-1EB70E605A54}"/>
          </ac:spMkLst>
        </pc:spChg>
        <pc:spChg chg="add del mod">
          <ac:chgData name="Freda Shi" userId="e3bafef1-15f2-4eeb-acbe-fa674bab7991" providerId="ADAL" clId="{9555FC65-5A8C-4EE8-9D5B-8283D7A0923C}" dt="2026-01-28T05:55:22.369" v="47422" actId="478"/>
          <ac:spMkLst>
            <pc:docMk/>
            <pc:sldMk cId="2276297454" sldId="280"/>
            <ac:spMk id="634" creationId="{6FDE6FC8-5A01-7DA8-7988-CBB6AEFEF3A2}"/>
          </ac:spMkLst>
        </pc:spChg>
        <pc:spChg chg="add del mod">
          <ac:chgData name="Freda Shi" userId="e3bafef1-15f2-4eeb-acbe-fa674bab7991" providerId="ADAL" clId="{9555FC65-5A8C-4EE8-9D5B-8283D7A0923C}" dt="2026-01-28T05:55:22.369" v="47421" actId="478"/>
          <ac:spMkLst>
            <pc:docMk/>
            <pc:sldMk cId="2276297454" sldId="280"/>
            <ac:spMk id="635" creationId="{F989884F-2994-7BCC-3651-5FA8D16F52A8}"/>
          </ac:spMkLst>
        </pc:spChg>
        <pc:spChg chg="add del mod">
          <ac:chgData name="Freda Shi" userId="e3bafef1-15f2-4eeb-acbe-fa674bab7991" providerId="ADAL" clId="{9555FC65-5A8C-4EE8-9D5B-8283D7A0923C}" dt="2026-01-28T05:55:22.369" v="47420" actId="478"/>
          <ac:spMkLst>
            <pc:docMk/>
            <pc:sldMk cId="2276297454" sldId="280"/>
            <ac:spMk id="636" creationId="{90437B18-4827-6FC1-3BED-E3957235FE1F}"/>
          </ac:spMkLst>
        </pc:spChg>
        <pc:spChg chg="add del mod">
          <ac:chgData name="Freda Shi" userId="e3bafef1-15f2-4eeb-acbe-fa674bab7991" providerId="ADAL" clId="{9555FC65-5A8C-4EE8-9D5B-8283D7A0923C}" dt="2026-01-28T05:55:22.369" v="47419" actId="478"/>
          <ac:spMkLst>
            <pc:docMk/>
            <pc:sldMk cId="2276297454" sldId="280"/>
            <ac:spMk id="637" creationId="{EEA9ABC4-B762-49BB-0B1F-8C889734A6A0}"/>
          </ac:spMkLst>
        </pc:spChg>
        <pc:spChg chg="add del mod">
          <ac:chgData name="Freda Shi" userId="e3bafef1-15f2-4eeb-acbe-fa674bab7991" providerId="ADAL" clId="{9555FC65-5A8C-4EE8-9D5B-8283D7A0923C}" dt="2026-01-28T05:55:22.369" v="47418" actId="478"/>
          <ac:spMkLst>
            <pc:docMk/>
            <pc:sldMk cId="2276297454" sldId="280"/>
            <ac:spMk id="638" creationId="{D8E0BF75-9607-163D-48B0-89BD39E06AF0}"/>
          </ac:spMkLst>
        </pc:spChg>
        <pc:spChg chg="add del mod">
          <ac:chgData name="Freda Shi" userId="e3bafef1-15f2-4eeb-acbe-fa674bab7991" providerId="ADAL" clId="{9555FC65-5A8C-4EE8-9D5B-8283D7A0923C}" dt="2026-01-28T05:55:22.369" v="47417" actId="478"/>
          <ac:spMkLst>
            <pc:docMk/>
            <pc:sldMk cId="2276297454" sldId="280"/>
            <ac:spMk id="639" creationId="{B10D2B17-EC99-829D-0012-EF6432CED5BC}"/>
          </ac:spMkLst>
        </pc:spChg>
        <pc:spChg chg="add del mod">
          <ac:chgData name="Freda Shi" userId="e3bafef1-15f2-4eeb-acbe-fa674bab7991" providerId="ADAL" clId="{9555FC65-5A8C-4EE8-9D5B-8283D7A0923C}" dt="2026-01-28T05:55:22.322" v="47370" actId="478"/>
          <ac:spMkLst>
            <pc:docMk/>
            <pc:sldMk cId="2276297454" sldId="280"/>
            <ac:spMk id="640" creationId="{6B6BFBFA-403F-AC4E-5972-C98EC5D42FAD}"/>
          </ac:spMkLst>
        </pc:spChg>
        <pc:spChg chg="add del mod">
          <ac:chgData name="Freda Shi" userId="e3bafef1-15f2-4eeb-acbe-fa674bab7991" providerId="ADAL" clId="{9555FC65-5A8C-4EE8-9D5B-8283D7A0923C}" dt="2026-01-28T05:55:22.322" v="47369" actId="478"/>
          <ac:spMkLst>
            <pc:docMk/>
            <pc:sldMk cId="2276297454" sldId="280"/>
            <ac:spMk id="641" creationId="{5A65C820-C471-A6F3-0A98-502E76B459E8}"/>
          </ac:spMkLst>
        </pc:spChg>
        <pc:spChg chg="add del mod">
          <ac:chgData name="Freda Shi" userId="e3bafef1-15f2-4eeb-acbe-fa674bab7991" providerId="ADAL" clId="{9555FC65-5A8C-4EE8-9D5B-8283D7A0923C}" dt="2026-01-28T05:55:22.322" v="47368" actId="478"/>
          <ac:spMkLst>
            <pc:docMk/>
            <pc:sldMk cId="2276297454" sldId="280"/>
            <ac:spMk id="642" creationId="{2575D83C-AD06-45C0-031B-D6E78D060CC4}"/>
          </ac:spMkLst>
        </pc:spChg>
        <pc:spChg chg="add del mod">
          <ac:chgData name="Freda Shi" userId="e3bafef1-15f2-4eeb-acbe-fa674bab7991" providerId="ADAL" clId="{9555FC65-5A8C-4EE8-9D5B-8283D7A0923C}" dt="2026-01-28T05:55:22.322" v="47367" actId="478"/>
          <ac:spMkLst>
            <pc:docMk/>
            <pc:sldMk cId="2276297454" sldId="280"/>
            <ac:spMk id="643" creationId="{94A5F2DB-DA12-13F9-C623-CA3122B4728A}"/>
          </ac:spMkLst>
        </pc:spChg>
        <pc:spChg chg="add del mod">
          <ac:chgData name="Freda Shi" userId="e3bafef1-15f2-4eeb-acbe-fa674bab7991" providerId="ADAL" clId="{9555FC65-5A8C-4EE8-9D5B-8283D7A0923C}" dt="2026-01-28T05:55:22.322" v="47366" actId="478"/>
          <ac:spMkLst>
            <pc:docMk/>
            <pc:sldMk cId="2276297454" sldId="280"/>
            <ac:spMk id="644" creationId="{29D9DD8D-F8D7-35E3-D5E7-A9BA2465CE87}"/>
          </ac:spMkLst>
        </pc:spChg>
        <pc:spChg chg="add del mod">
          <ac:chgData name="Freda Shi" userId="e3bafef1-15f2-4eeb-acbe-fa674bab7991" providerId="ADAL" clId="{9555FC65-5A8C-4EE8-9D5B-8283D7A0923C}" dt="2026-01-28T05:55:22.322" v="47365" actId="478"/>
          <ac:spMkLst>
            <pc:docMk/>
            <pc:sldMk cId="2276297454" sldId="280"/>
            <ac:spMk id="645" creationId="{31F42B93-A3DE-7BCD-BFE2-842900C9728D}"/>
          </ac:spMkLst>
        </pc:spChg>
        <pc:spChg chg="add del mod">
          <ac:chgData name="Freda Shi" userId="e3bafef1-15f2-4eeb-acbe-fa674bab7991" providerId="ADAL" clId="{9555FC65-5A8C-4EE8-9D5B-8283D7A0923C}" dt="2026-01-28T05:55:22.322" v="47364" actId="478"/>
          <ac:spMkLst>
            <pc:docMk/>
            <pc:sldMk cId="2276297454" sldId="280"/>
            <ac:spMk id="646" creationId="{102195EB-2999-C830-1D5F-67A900F55FBB}"/>
          </ac:spMkLst>
        </pc:spChg>
        <pc:spChg chg="add del mod">
          <ac:chgData name="Freda Shi" userId="e3bafef1-15f2-4eeb-acbe-fa674bab7991" providerId="ADAL" clId="{9555FC65-5A8C-4EE8-9D5B-8283D7A0923C}" dt="2026-01-28T05:55:22.322" v="47363" actId="478"/>
          <ac:spMkLst>
            <pc:docMk/>
            <pc:sldMk cId="2276297454" sldId="280"/>
            <ac:spMk id="647" creationId="{F15648EB-2F94-E311-3FA6-879097D60BA4}"/>
          </ac:spMkLst>
        </pc:spChg>
        <pc:spChg chg="add del mod">
          <ac:chgData name="Freda Shi" userId="e3bafef1-15f2-4eeb-acbe-fa674bab7991" providerId="ADAL" clId="{9555FC65-5A8C-4EE8-9D5B-8283D7A0923C}" dt="2026-01-28T05:55:22.322" v="47362" actId="478"/>
          <ac:spMkLst>
            <pc:docMk/>
            <pc:sldMk cId="2276297454" sldId="280"/>
            <ac:spMk id="648" creationId="{6999FC3A-52A0-5EEC-9D2F-6244D06ABF94}"/>
          </ac:spMkLst>
        </pc:spChg>
        <pc:spChg chg="add del mod">
          <ac:chgData name="Freda Shi" userId="e3bafef1-15f2-4eeb-acbe-fa674bab7991" providerId="ADAL" clId="{9555FC65-5A8C-4EE8-9D5B-8283D7A0923C}" dt="2026-01-28T05:55:22.322" v="47361" actId="478"/>
          <ac:spMkLst>
            <pc:docMk/>
            <pc:sldMk cId="2276297454" sldId="280"/>
            <ac:spMk id="649" creationId="{AE8599EC-412C-A668-CCD7-3AFE9F9A9ACF}"/>
          </ac:spMkLst>
        </pc:spChg>
        <pc:spChg chg="add del mod">
          <ac:chgData name="Freda Shi" userId="e3bafef1-15f2-4eeb-acbe-fa674bab7991" providerId="ADAL" clId="{9555FC65-5A8C-4EE8-9D5B-8283D7A0923C}" dt="2026-01-28T05:55:22.322" v="47360" actId="478"/>
          <ac:spMkLst>
            <pc:docMk/>
            <pc:sldMk cId="2276297454" sldId="280"/>
            <ac:spMk id="650" creationId="{F28F0ABC-715A-4F8C-E95F-E1E9F6999866}"/>
          </ac:spMkLst>
        </pc:spChg>
        <pc:spChg chg="add del mod">
          <ac:chgData name="Freda Shi" userId="e3bafef1-15f2-4eeb-acbe-fa674bab7991" providerId="ADAL" clId="{9555FC65-5A8C-4EE8-9D5B-8283D7A0923C}" dt="2026-01-28T05:55:22.322" v="47359" actId="478"/>
          <ac:spMkLst>
            <pc:docMk/>
            <pc:sldMk cId="2276297454" sldId="280"/>
            <ac:spMk id="651" creationId="{72AEFCE9-ED19-688D-EB1E-CCF30BA34DE1}"/>
          </ac:spMkLst>
        </pc:spChg>
        <pc:spChg chg="add del mod">
          <ac:chgData name="Freda Shi" userId="e3bafef1-15f2-4eeb-acbe-fa674bab7991" providerId="ADAL" clId="{9555FC65-5A8C-4EE8-9D5B-8283D7A0923C}" dt="2026-01-28T05:55:22.311" v="47358" actId="478"/>
          <ac:spMkLst>
            <pc:docMk/>
            <pc:sldMk cId="2276297454" sldId="280"/>
            <ac:spMk id="652" creationId="{1D6C2359-8090-8AC1-007C-4B00FA6D9FE6}"/>
          </ac:spMkLst>
        </pc:spChg>
        <pc:spChg chg="add del mod">
          <ac:chgData name="Freda Shi" userId="e3bafef1-15f2-4eeb-acbe-fa674bab7991" providerId="ADAL" clId="{9555FC65-5A8C-4EE8-9D5B-8283D7A0923C}" dt="2026-01-28T05:55:22.311" v="47357" actId="478"/>
          <ac:spMkLst>
            <pc:docMk/>
            <pc:sldMk cId="2276297454" sldId="280"/>
            <ac:spMk id="653" creationId="{1A682A5F-9700-99DB-363B-32E6DD55CC4E}"/>
          </ac:spMkLst>
        </pc:spChg>
        <pc:spChg chg="add del mod">
          <ac:chgData name="Freda Shi" userId="e3bafef1-15f2-4eeb-acbe-fa674bab7991" providerId="ADAL" clId="{9555FC65-5A8C-4EE8-9D5B-8283D7A0923C}" dt="2026-01-28T05:55:22.311" v="47356" actId="478"/>
          <ac:spMkLst>
            <pc:docMk/>
            <pc:sldMk cId="2276297454" sldId="280"/>
            <ac:spMk id="654" creationId="{127FADC8-20B5-1A13-A8AB-94C678D289F8}"/>
          </ac:spMkLst>
        </pc:spChg>
        <pc:spChg chg="add del mod">
          <ac:chgData name="Freda Shi" userId="e3bafef1-15f2-4eeb-acbe-fa674bab7991" providerId="ADAL" clId="{9555FC65-5A8C-4EE8-9D5B-8283D7A0923C}" dt="2026-01-28T05:55:22.311" v="47355" actId="478"/>
          <ac:spMkLst>
            <pc:docMk/>
            <pc:sldMk cId="2276297454" sldId="280"/>
            <ac:spMk id="655" creationId="{74928B15-74CE-5E6E-BED9-657402416871}"/>
          </ac:spMkLst>
        </pc:spChg>
        <pc:spChg chg="add del mod">
          <ac:chgData name="Freda Shi" userId="e3bafef1-15f2-4eeb-acbe-fa674bab7991" providerId="ADAL" clId="{9555FC65-5A8C-4EE8-9D5B-8283D7A0923C}" dt="2026-01-28T05:55:22.311" v="47354" actId="478"/>
          <ac:spMkLst>
            <pc:docMk/>
            <pc:sldMk cId="2276297454" sldId="280"/>
            <ac:spMk id="656" creationId="{EB7C0A36-AD0A-8037-A328-A8828CFEDA31}"/>
          </ac:spMkLst>
        </pc:spChg>
        <pc:spChg chg="add del mod">
          <ac:chgData name="Freda Shi" userId="e3bafef1-15f2-4eeb-acbe-fa674bab7991" providerId="ADAL" clId="{9555FC65-5A8C-4EE8-9D5B-8283D7A0923C}" dt="2026-01-28T05:55:22.311" v="47353" actId="478"/>
          <ac:spMkLst>
            <pc:docMk/>
            <pc:sldMk cId="2276297454" sldId="280"/>
            <ac:spMk id="657" creationId="{B285ECA9-C81C-046C-632C-0E918003CDB4}"/>
          </ac:spMkLst>
        </pc:spChg>
        <pc:spChg chg="add del mod">
          <ac:chgData name="Freda Shi" userId="e3bafef1-15f2-4eeb-acbe-fa674bab7991" providerId="ADAL" clId="{9555FC65-5A8C-4EE8-9D5B-8283D7A0923C}" dt="2026-01-28T05:55:22.311" v="47352" actId="478"/>
          <ac:spMkLst>
            <pc:docMk/>
            <pc:sldMk cId="2276297454" sldId="280"/>
            <ac:spMk id="658" creationId="{A1EC9D2B-6F09-E3A8-A327-2E660C6A3493}"/>
          </ac:spMkLst>
        </pc:spChg>
        <pc:spChg chg="add del mod">
          <ac:chgData name="Freda Shi" userId="e3bafef1-15f2-4eeb-acbe-fa674bab7991" providerId="ADAL" clId="{9555FC65-5A8C-4EE8-9D5B-8283D7A0923C}" dt="2026-01-28T05:55:22.311" v="47351" actId="478"/>
          <ac:spMkLst>
            <pc:docMk/>
            <pc:sldMk cId="2276297454" sldId="280"/>
            <ac:spMk id="659" creationId="{C89FE9BC-D469-6DE6-3058-EF7A9D4CCC24}"/>
          </ac:spMkLst>
        </pc:spChg>
        <pc:spChg chg="add del mod">
          <ac:chgData name="Freda Shi" userId="e3bafef1-15f2-4eeb-acbe-fa674bab7991" providerId="ADAL" clId="{9555FC65-5A8C-4EE8-9D5B-8283D7A0923C}" dt="2026-01-28T05:55:22.311" v="47350" actId="478"/>
          <ac:spMkLst>
            <pc:docMk/>
            <pc:sldMk cId="2276297454" sldId="280"/>
            <ac:spMk id="660" creationId="{09C1EA69-5598-CFF4-317C-72FDE0208320}"/>
          </ac:spMkLst>
        </pc:spChg>
        <pc:spChg chg="add del mod">
          <ac:chgData name="Freda Shi" userId="e3bafef1-15f2-4eeb-acbe-fa674bab7991" providerId="ADAL" clId="{9555FC65-5A8C-4EE8-9D5B-8283D7A0923C}" dt="2026-01-28T05:55:22.306" v="47349" actId="478"/>
          <ac:spMkLst>
            <pc:docMk/>
            <pc:sldMk cId="2276297454" sldId="280"/>
            <ac:spMk id="661" creationId="{500BB531-64C4-9D2B-4847-8B42F8F19380}"/>
          </ac:spMkLst>
        </pc:spChg>
        <pc:spChg chg="add del mod">
          <ac:chgData name="Freda Shi" userId="e3bafef1-15f2-4eeb-acbe-fa674bab7991" providerId="ADAL" clId="{9555FC65-5A8C-4EE8-9D5B-8283D7A0923C}" dt="2026-01-28T05:55:22.306" v="47348" actId="478"/>
          <ac:spMkLst>
            <pc:docMk/>
            <pc:sldMk cId="2276297454" sldId="280"/>
            <ac:spMk id="662" creationId="{F4F6E1BA-89EB-B682-F7EE-EBE9984B48A7}"/>
          </ac:spMkLst>
        </pc:spChg>
        <pc:spChg chg="add del mod">
          <ac:chgData name="Freda Shi" userId="e3bafef1-15f2-4eeb-acbe-fa674bab7991" providerId="ADAL" clId="{9555FC65-5A8C-4EE8-9D5B-8283D7A0923C}" dt="2026-01-28T05:55:22.306" v="47347" actId="478"/>
          <ac:spMkLst>
            <pc:docMk/>
            <pc:sldMk cId="2276297454" sldId="280"/>
            <ac:spMk id="663" creationId="{259A3BB9-A957-6DCE-50E2-DBD9AD5A6EF9}"/>
          </ac:spMkLst>
        </pc:spChg>
        <pc:spChg chg="add del mod">
          <ac:chgData name="Freda Shi" userId="e3bafef1-15f2-4eeb-acbe-fa674bab7991" providerId="ADAL" clId="{9555FC65-5A8C-4EE8-9D5B-8283D7A0923C}" dt="2026-01-28T05:55:22.306" v="47346" actId="478"/>
          <ac:spMkLst>
            <pc:docMk/>
            <pc:sldMk cId="2276297454" sldId="280"/>
            <ac:spMk id="664" creationId="{50DEF814-FD0B-7EF5-B540-2C78E6915E63}"/>
          </ac:spMkLst>
        </pc:spChg>
        <pc:spChg chg="add del mod">
          <ac:chgData name="Freda Shi" userId="e3bafef1-15f2-4eeb-acbe-fa674bab7991" providerId="ADAL" clId="{9555FC65-5A8C-4EE8-9D5B-8283D7A0923C}" dt="2026-01-28T05:55:22.301" v="47345" actId="478"/>
          <ac:spMkLst>
            <pc:docMk/>
            <pc:sldMk cId="2276297454" sldId="280"/>
            <ac:spMk id="665" creationId="{ADEDAFC8-182B-363D-5A06-EB631EC8D735}"/>
          </ac:spMkLst>
        </pc:spChg>
        <pc:spChg chg="add del mod">
          <ac:chgData name="Freda Shi" userId="e3bafef1-15f2-4eeb-acbe-fa674bab7991" providerId="ADAL" clId="{9555FC65-5A8C-4EE8-9D5B-8283D7A0923C}" dt="2026-01-28T05:55:22.301" v="47344" actId="478"/>
          <ac:spMkLst>
            <pc:docMk/>
            <pc:sldMk cId="2276297454" sldId="280"/>
            <ac:spMk id="666" creationId="{373B09D0-79EA-FE55-E47F-07ACC58337B4}"/>
          </ac:spMkLst>
        </pc:spChg>
        <pc:spChg chg="add del mod">
          <ac:chgData name="Freda Shi" userId="e3bafef1-15f2-4eeb-acbe-fa674bab7991" providerId="ADAL" clId="{9555FC65-5A8C-4EE8-9D5B-8283D7A0923C}" dt="2026-01-28T05:55:22.301" v="47343" actId="478"/>
          <ac:spMkLst>
            <pc:docMk/>
            <pc:sldMk cId="2276297454" sldId="280"/>
            <ac:spMk id="667" creationId="{105F254D-315C-AEF4-8C23-13DEADC42207}"/>
          </ac:spMkLst>
        </pc:spChg>
        <pc:spChg chg="add del mod">
          <ac:chgData name="Freda Shi" userId="e3bafef1-15f2-4eeb-acbe-fa674bab7991" providerId="ADAL" clId="{9555FC65-5A8C-4EE8-9D5B-8283D7A0923C}" dt="2026-01-28T05:55:22.301" v="47342" actId="478"/>
          <ac:spMkLst>
            <pc:docMk/>
            <pc:sldMk cId="2276297454" sldId="280"/>
            <ac:spMk id="668" creationId="{65006713-0E57-D546-C6E7-6A3A56E9566A}"/>
          </ac:spMkLst>
        </pc:spChg>
        <pc:spChg chg="add del mod">
          <ac:chgData name="Freda Shi" userId="e3bafef1-15f2-4eeb-acbe-fa674bab7991" providerId="ADAL" clId="{9555FC65-5A8C-4EE8-9D5B-8283D7A0923C}" dt="2026-01-28T05:55:22.290" v="47341" actId="478"/>
          <ac:spMkLst>
            <pc:docMk/>
            <pc:sldMk cId="2276297454" sldId="280"/>
            <ac:spMk id="669" creationId="{B6EB08E9-077A-FDB1-8E1B-3ACE7195C2E8}"/>
          </ac:spMkLst>
        </pc:spChg>
        <pc:spChg chg="add del mod">
          <ac:chgData name="Freda Shi" userId="e3bafef1-15f2-4eeb-acbe-fa674bab7991" providerId="ADAL" clId="{9555FC65-5A8C-4EE8-9D5B-8283D7A0923C}" dt="2026-01-28T05:55:22.290" v="47340" actId="478"/>
          <ac:spMkLst>
            <pc:docMk/>
            <pc:sldMk cId="2276297454" sldId="280"/>
            <ac:spMk id="670" creationId="{9371216D-7A3A-517E-1798-197F1612D914}"/>
          </ac:spMkLst>
        </pc:spChg>
        <pc:spChg chg="add del mod">
          <ac:chgData name="Freda Shi" userId="e3bafef1-15f2-4eeb-acbe-fa674bab7991" providerId="ADAL" clId="{9555FC65-5A8C-4EE8-9D5B-8283D7A0923C}" dt="2026-01-28T05:55:22.290" v="47339" actId="478"/>
          <ac:spMkLst>
            <pc:docMk/>
            <pc:sldMk cId="2276297454" sldId="280"/>
            <ac:spMk id="671" creationId="{7A512BF0-B49F-4465-CDB7-E9E5EF97FD60}"/>
          </ac:spMkLst>
        </pc:spChg>
        <pc:spChg chg="add del mod">
          <ac:chgData name="Freda Shi" userId="e3bafef1-15f2-4eeb-acbe-fa674bab7991" providerId="ADAL" clId="{9555FC65-5A8C-4EE8-9D5B-8283D7A0923C}" dt="2026-01-28T05:55:22.290" v="47338" actId="478"/>
          <ac:spMkLst>
            <pc:docMk/>
            <pc:sldMk cId="2276297454" sldId="280"/>
            <ac:spMk id="672" creationId="{AEF3D37F-D987-B047-1941-36CD416DC7E2}"/>
          </ac:spMkLst>
        </pc:spChg>
        <pc:spChg chg="add del mod">
          <ac:chgData name="Freda Shi" userId="e3bafef1-15f2-4eeb-acbe-fa674bab7991" providerId="ADAL" clId="{9555FC65-5A8C-4EE8-9D5B-8283D7A0923C}" dt="2026-01-28T05:55:22.290" v="47337" actId="478"/>
          <ac:spMkLst>
            <pc:docMk/>
            <pc:sldMk cId="2276297454" sldId="280"/>
            <ac:spMk id="673" creationId="{ABDF0DD3-01BC-825A-EB62-81C4DBD4BB65}"/>
          </ac:spMkLst>
        </pc:spChg>
        <pc:spChg chg="add del mod">
          <ac:chgData name="Freda Shi" userId="e3bafef1-15f2-4eeb-acbe-fa674bab7991" providerId="ADAL" clId="{9555FC65-5A8C-4EE8-9D5B-8283D7A0923C}" dt="2026-01-28T05:55:22.290" v="47336" actId="478"/>
          <ac:spMkLst>
            <pc:docMk/>
            <pc:sldMk cId="2276297454" sldId="280"/>
            <ac:spMk id="674" creationId="{686C1795-E13D-C59D-EF0B-4123706F0F7F}"/>
          </ac:spMkLst>
        </pc:spChg>
        <pc:spChg chg="add del mod">
          <ac:chgData name="Freda Shi" userId="e3bafef1-15f2-4eeb-acbe-fa674bab7991" providerId="ADAL" clId="{9555FC65-5A8C-4EE8-9D5B-8283D7A0923C}" dt="2026-01-28T05:55:22.290" v="47335" actId="478"/>
          <ac:spMkLst>
            <pc:docMk/>
            <pc:sldMk cId="2276297454" sldId="280"/>
            <ac:spMk id="675" creationId="{0A1D86F5-8428-1CEF-A512-3B986B166521}"/>
          </ac:spMkLst>
        </pc:spChg>
        <pc:spChg chg="add del mod">
          <ac:chgData name="Freda Shi" userId="e3bafef1-15f2-4eeb-acbe-fa674bab7991" providerId="ADAL" clId="{9555FC65-5A8C-4EE8-9D5B-8283D7A0923C}" dt="2026-01-28T05:55:22.290" v="47334" actId="478"/>
          <ac:spMkLst>
            <pc:docMk/>
            <pc:sldMk cId="2276297454" sldId="280"/>
            <ac:spMk id="676" creationId="{82DEB27B-BEBD-7916-03BD-DC61E2386B73}"/>
          </ac:spMkLst>
        </pc:spChg>
        <pc:spChg chg="add del mod">
          <ac:chgData name="Freda Shi" userId="e3bafef1-15f2-4eeb-acbe-fa674bab7991" providerId="ADAL" clId="{9555FC65-5A8C-4EE8-9D5B-8283D7A0923C}" dt="2026-01-28T05:55:22.288" v="47333" actId="478"/>
          <ac:spMkLst>
            <pc:docMk/>
            <pc:sldMk cId="2276297454" sldId="280"/>
            <ac:spMk id="677" creationId="{C1ADFF9F-9DB0-8F5A-DD14-F9B1E38F0D33}"/>
          </ac:spMkLst>
        </pc:spChg>
        <pc:spChg chg="add del mod">
          <ac:chgData name="Freda Shi" userId="e3bafef1-15f2-4eeb-acbe-fa674bab7991" providerId="ADAL" clId="{9555FC65-5A8C-4EE8-9D5B-8283D7A0923C}" dt="2026-01-28T05:55:22.288" v="47332" actId="478"/>
          <ac:spMkLst>
            <pc:docMk/>
            <pc:sldMk cId="2276297454" sldId="280"/>
            <ac:spMk id="678" creationId="{43308B9D-6091-4E4A-33FF-D2AE407B6B92}"/>
          </ac:spMkLst>
        </pc:spChg>
        <pc:spChg chg="add del mod">
          <ac:chgData name="Freda Shi" userId="e3bafef1-15f2-4eeb-acbe-fa674bab7991" providerId="ADAL" clId="{9555FC65-5A8C-4EE8-9D5B-8283D7A0923C}" dt="2026-01-28T05:55:22.274" v="47331" actId="478"/>
          <ac:spMkLst>
            <pc:docMk/>
            <pc:sldMk cId="2276297454" sldId="280"/>
            <ac:spMk id="679" creationId="{43AA02A1-3072-EA6E-E352-67378E9F5E61}"/>
          </ac:spMkLst>
        </pc:spChg>
        <pc:spChg chg="add del mod">
          <ac:chgData name="Freda Shi" userId="e3bafef1-15f2-4eeb-acbe-fa674bab7991" providerId="ADAL" clId="{9555FC65-5A8C-4EE8-9D5B-8283D7A0923C}" dt="2026-01-28T05:55:22.274" v="47330" actId="478"/>
          <ac:spMkLst>
            <pc:docMk/>
            <pc:sldMk cId="2276297454" sldId="280"/>
            <ac:spMk id="680" creationId="{8BAFBFE6-F494-2438-65E4-0E7A7D891792}"/>
          </ac:spMkLst>
        </pc:spChg>
        <pc:spChg chg="add del mod">
          <ac:chgData name="Freda Shi" userId="e3bafef1-15f2-4eeb-acbe-fa674bab7991" providerId="ADAL" clId="{9555FC65-5A8C-4EE8-9D5B-8283D7A0923C}" dt="2026-01-28T05:55:22.274" v="47329" actId="478"/>
          <ac:spMkLst>
            <pc:docMk/>
            <pc:sldMk cId="2276297454" sldId="280"/>
            <ac:spMk id="681" creationId="{0F5716C0-3C4B-BAB8-D2D1-09110D9D1D8B}"/>
          </ac:spMkLst>
        </pc:spChg>
        <pc:spChg chg="add del mod">
          <ac:chgData name="Freda Shi" userId="e3bafef1-15f2-4eeb-acbe-fa674bab7991" providerId="ADAL" clId="{9555FC65-5A8C-4EE8-9D5B-8283D7A0923C}" dt="2026-01-28T05:55:22.274" v="47328" actId="478"/>
          <ac:spMkLst>
            <pc:docMk/>
            <pc:sldMk cId="2276297454" sldId="280"/>
            <ac:spMk id="682" creationId="{56238A21-6D8A-2756-83C7-DA95F1BBB692}"/>
          </ac:spMkLst>
        </pc:spChg>
        <pc:spChg chg="add del mod">
          <ac:chgData name="Freda Shi" userId="e3bafef1-15f2-4eeb-acbe-fa674bab7991" providerId="ADAL" clId="{9555FC65-5A8C-4EE8-9D5B-8283D7A0923C}" dt="2026-01-28T05:55:22.274" v="47327" actId="478"/>
          <ac:spMkLst>
            <pc:docMk/>
            <pc:sldMk cId="2276297454" sldId="280"/>
            <ac:spMk id="683" creationId="{922D98A1-A02C-7E92-9641-5C55754167CC}"/>
          </ac:spMkLst>
        </pc:spChg>
        <pc:spChg chg="add del mod">
          <ac:chgData name="Freda Shi" userId="e3bafef1-15f2-4eeb-acbe-fa674bab7991" providerId="ADAL" clId="{9555FC65-5A8C-4EE8-9D5B-8283D7A0923C}" dt="2026-01-28T05:55:22.274" v="47326" actId="478"/>
          <ac:spMkLst>
            <pc:docMk/>
            <pc:sldMk cId="2276297454" sldId="280"/>
            <ac:spMk id="684" creationId="{41E0E828-0672-5F4E-5A85-2B1532D9F19C}"/>
          </ac:spMkLst>
        </pc:spChg>
        <pc:spChg chg="add del mod">
          <ac:chgData name="Freda Shi" userId="e3bafef1-15f2-4eeb-acbe-fa674bab7991" providerId="ADAL" clId="{9555FC65-5A8C-4EE8-9D5B-8283D7A0923C}" dt="2026-01-28T05:55:22.274" v="47325" actId="478"/>
          <ac:spMkLst>
            <pc:docMk/>
            <pc:sldMk cId="2276297454" sldId="280"/>
            <ac:spMk id="685" creationId="{5CFC941A-B4C4-5F4A-A06F-7D3ECA0D8272}"/>
          </ac:spMkLst>
        </pc:spChg>
        <pc:spChg chg="add del mod">
          <ac:chgData name="Freda Shi" userId="e3bafef1-15f2-4eeb-acbe-fa674bab7991" providerId="ADAL" clId="{9555FC65-5A8C-4EE8-9D5B-8283D7A0923C}" dt="2026-01-28T05:55:22.274" v="47324" actId="478"/>
          <ac:spMkLst>
            <pc:docMk/>
            <pc:sldMk cId="2276297454" sldId="280"/>
            <ac:spMk id="686" creationId="{4B874BBF-0770-DE44-A813-A94361132B7E}"/>
          </ac:spMkLst>
        </pc:spChg>
        <pc:spChg chg="add del mod">
          <ac:chgData name="Freda Shi" userId="e3bafef1-15f2-4eeb-acbe-fa674bab7991" providerId="ADAL" clId="{9555FC65-5A8C-4EE8-9D5B-8283D7A0923C}" dt="2026-01-28T05:55:22.274" v="47323" actId="478"/>
          <ac:spMkLst>
            <pc:docMk/>
            <pc:sldMk cId="2276297454" sldId="280"/>
            <ac:spMk id="687" creationId="{854FA1A0-C4D0-84D9-BD70-ED9CB6D39BCB}"/>
          </ac:spMkLst>
        </pc:spChg>
        <pc:spChg chg="add del mod">
          <ac:chgData name="Freda Shi" userId="e3bafef1-15f2-4eeb-acbe-fa674bab7991" providerId="ADAL" clId="{9555FC65-5A8C-4EE8-9D5B-8283D7A0923C}" dt="2026-01-28T05:55:22.274" v="47322" actId="478"/>
          <ac:spMkLst>
            <pc:docMk/>
            <pc:sldMk cId="2276297454" sldId="280"/>
            <ac:spMk id="688" creationId="{4F81B35F-AFCC-44E5-4401-B093CDE57CB6}"/>
          </ac:spMkLst>
        </pc:spChg>
        <pc:spChg chg="add del mod">
          <ac:chgData name="Freda Shi" userId="e3bafef1-15f2-4eeb-acbe-fa674bab7991" providerId="ADAL" clId="{9555FC65-5A8C-4EE8-9D5B-8283D7A0923C}" dt="2026-01-28T05:55:22.258" v="47321" actId="478"/>
          <ac:spMkLst>
            <pc:docMk/>
            <pc:sldMk cId="2276297454" sldId="280"/>
            <ac:spMk id="689" creationId="{F8A3A6EF-E712-11ED-9FEC-2EB7371C33A7}"/>
          </ac:spMkLst>
        </pc:spChg>
        <pc:spChg chg="add del mod">
          <ac:chgData name="Freda Shi" userId="e3bafef1-15f2-4eeb-acbe-fa674bab7991" providerId="ADAL" clId="{9555FC65-5A8C-4EE8-9D5B-8283D7A0923C}" dt="2026-01-28T05:55:22.258" v="47320" actId="478"/>
          <ac:spMkLst>
            <pc:docMk/>
            <pc:sldMk cId="2276297454" sldId="280"/>
            <ac:spMk id="690" creationId="{627A7E40-D527-C216-447B-E490DB457F17}"/>
          </ac:spMkLst>
        </pc:spChg>
        <pc:spChg chg="add del mod">
          <ac:chgData name="Freda Shi" userId="e3bafef1-15f2-4eeb-acbe-fa674bab7991" providerId="ADAL" clId="{9555FC65-5A8C-4EE8-9D5B-8283D7A0923C}" dt="2026-01-28T05:55:22.258" v="47319" actId="478"/>
          <ac:spMkLst>
            <pc:docMk/>
            <pc:sldMk cId="2276297454" sldId="280"/>
            <ac:spMk id="691" creationId="{AA568EBB-A9E4-8F40-ED73-B3FF5963EE84}"/>
          </ac:spMkLst>
        </pc:spChg>
        <pc:spChg chg="add del mod">
          <ac:chgData name="Freda Shi" userId="e3bafef1-15f2-4eeb-acbe-fa674bab7991" providerId="ADAL" clId="{9555FC65-5A8C-4EE8-9D5B-8283D7A0923C}" dt="2026-01-28T05:55:22.258" v="47318" actId="478"/>
          <ac:spMkLst>
            <pc:docMk/>
            <pc:sldMk cId="2276297454" sldId="280"/>
            <ac:spMk id="692" creationId="{9F56A295-FF8B-B897-07D6-538A53844259}"/>
          </ac:spMkLst>
        </pc:spChg>
        <pc:spChg chg="add del mod">
          <ac:chgData name="Freda Shi" userId="e3bafef1-15f2-4eeb-acbe-fa674bab7991" providerId="ADAL" clId="{9555FC65-5A8C-4EE8-9D5B-8283D7A0923C}" dt="2026-01-28T05:55:22.258" v="47317" actId="478"/>
          <ac:spMkLst>
            <pc:docMk/>
            <pc:sldMk cId="2276297454" sldId="280"/>
            <ac:spMk id="693" creationId="{3FC7AE03-E535-623D-2B66-E7B756A7A566}"/>
          </ac:spMkLst>
        </pc:spChg>
        <pc:spChg chg="add del mod">
          <ac:chgData name="Freda Shi" userId="e3bafef1-15f2-4eeb-acbe-fa674bab7991" providerId="ADAL" clId="{9555FC65-5A8C-4EE8-9D5B-8283D7A0923C}" dt="2026-01-28T05:55:22.258" v="47316" actId="478"/>
          <ac:spMkLst>
            <pc:docMk/>
            <pc:sldMk cId="2276297454" sldId="280"/>
            <ac:spMk id="694" creationId="{1892A2B5-6A7C-3282-48D4-77C18FA53830}"/>
          </ac:spMkLst>
        </pc:spChg>
        <pc:spChg chg="add del mod">
          <ac:chgData name="Freda Shi" userId="e3bafef1-15f2-4eeb-acbe-fa674bab7991" providerId="ADAL" clId="{9555FC65-5A8C-4EE8-9D5B-8283D7A0923C}" dt="2026-01-28T05:55:22.258" v="47315" actId="478"/>
          <ac:spMkLst>
            <pc:docMk/>
            <pc:sldMk cId="2276297454" sldId="280"/>
            <ac:spMk id="695" creationId="{BEF7B3A9-4403-073D-CCFD-A5A971E94756}"/>
          </ac:spMkLst>
        </pc:spChg>
        <pc:spChg chg="add del mod">
          <ac:chgData name="Freda Shi" userId="e3bafef1-15f2-4eeb-acbe-fa674bab7991" providerId="ADAL" clId="{9555FC65-5A8C-4EE8-9D5B-8283D7A0923C}" dt="2026-01-28T05:55:22.258" v="47314" actId="478"/>
          <ac:spMkLst>
            <pc:docMk/>
            <pc:sldMk cId="2276297454" sldId="280"/>
            <ac:spMk id="696" creationId="{C64D0CE1-B68A-4DF9-A14F-6B43A0A77EA5}"/>
          </ac:spMkLst>
        </pc:spChg>
        <pc:spChg chg="add del mod">
          <ac:chgData name="Freda Shi" userId="e3bafef1-15f2-4eeb-acbe-fa674bab7991" providerId="ADAL" clId="{9555FC65-5A8C-4EE8-9D5B-8283D7A0923C}" dt="2026-01-28T05:55:22.258" v="47313" actId="478"/>
          <ac:spMkLst>
            <pc:docMk/>
            <pc:sldMk cId="2276297454" sldId="280"/>
            <ac:spMk id="697" creationId="{592D5319-D3A5-BB53-2546-3AE26FD1F4E0}"/>
          </ac:spMkLst>
        </pc:spChg>
        <pc:spChg chg="add del mod">
          <ac:chgData name="Freda Shi" userId="e3bafef1-15f2-4eeb-acbe-fa674bab7991" providerId="ADAL" clId="{9555FC65-5A8C-4EE8-9D5B-8283D7A0923C}" dt="2026-01-28T05:55:22.258" v="47312" actId="478"/>
          <ac:spMkLst>
            <pc:docMk/>
            <pc:sldMk cId="2276297454" sldId="280"/>
            <ac:spMk id="698" creationId="{D3F2AE13-7B3E-EE92-4725-FF47FC7C94D4}"/>
          </ac:spMkLst>
        </pc:spChg>
        <pc:spChg chg="add del mod">
          <ac:chgData name="Freda Shi" userId="e3bafef1-15f2-4eeb-acbe-fa674bab7991" providerId="ADAL" clId="{9555FC65-5A8C-4EE8-9D5B-8283D7A0923C}" dt="2026-01-28T05:55:22.242" v="47311" actId="478"/>
          <ac:spMkLst>
            <pc:docMk/>
            <pc:sldMk cId="2276297454" sldId="280"/>
            <ac:spMk id="699" creationId="{81B196F0-8A2C-9DEE-0731-E25F4EF9E7E6}"/>
          </ac:spMkLst>
        </pc:spChg>
        <pc:spChg chg="add del mod">
          <ac:chgData name="Freda Shi" userId="e3bafef1-15f2-4eeb-acbe-fa674bab7991" providerId="ADAL" clId="{9555FC65-5A8C-4EE8-9D5B-8283D7A0923C}" dt="2026-01-28T05:55:22.242" v="47310" actId="478"/>
          <ac:spMkLst>
            <pc:docMk/>
            <pc:sldMk cId="2276297454" sldId="280"/>
            <ac:spMk id="700" creationId="{D8C3B4CD-BCD3-427D-CF9E-129F1DAF0660}"/>
          </ac:spMkLst>
        </pc:spChg>
        <pc:spChg chg="add del mod">
          <ac:chgData name="Freda Shi" userId="e3bafef1-15f2-4eeb-acbe-fa674bab7991" providerId="ADAL" clId="{9555FC65-5A8C-4EE8-9D5B-8283D7A0923C}" dt="2026-01-28T05:55:22.242" v="47309" actId="478"/>
          <ac:spMkLst>
            <pc:docMk/>
            <pc:sldMk cId="2276297454" sldId="280"/>
            <ac:spMk id="701" creationId="{977261B7-A6B0-E03A-84D9-B228435174A2}"/>
          </ac:spMkLst>
        </pc:spChg>
        <pc:spChg chg="add del mod">
          <ac:chgData name="Freda Shi" userId="e3bafef1-15f2-4eeb-acbe-fa674bab7991" providerId="ADAL" clId="{9555FC65-5A8C-4EE8-9D5B-8283D7A0923C}" dt="2026-01-28T05:55:22.242" v="47308" actId="478"/>
          <ac:spMkLst>
            <pc:docMk/>
            <pc:sldMk cId="2276297454" sldId="280"/>
            <ac:spMk id="702" creationId="{57FB6EAE-92AE-3C73-47EB-071553429617}"/>
          </ac:spMkLst>
        </pc:spChg>
        <pc:spChg chg="add del mod">
          <ac:chgData name="Freda Shi" userId="e3bafef1-15f2-4eeb-acbe-fa674bab7991" providerId="ADAL" clId="{9555FC65-5A8C-4EE8-9D5B-8283D7A0923C}" dt="2026-01-28T05:55:22.242" v="47307" actId="478"/>
          <ac:spMkLst>
            <pc:docMk/>
            <pc:sldMk cId="2276297454" sldId="280"/>
            <ac:spMk id="703" creationId="{E8B2824F-AF7F-E8E3-12A2-1451BE8F395E}"/>
          </ac:spMkLst>
        </pc:spChg>
        <pc:spChg chg="add del mod">
          <ac:chgData name="Freda Shi" userId="e3bafef1-15f2-4eeb-acbe-fa674bab7991" providerId="ADAL" clId="{9555FC65-5A8C-4EE8-9D5B-8283D7A0923C}" dt="2026-01-28T05:55:22.242" v="47306" actId="478"/>
          <ac:spMkLst>
            <pc:docMk/>
            <pc:sldMk cId="2276297454" sldId="280"/>
            <ac:spMk id="704" creationId="{6D1BEAE0-7C86-B837-7841-D783A78A32E7}"/>
          </ac:spMkLst>
        </pc:spChg>
        <pc:spChg chg="add del mod">
          <ac:chgData name="Freda Shi" userId="e3bafef1-15f2-4eeb-acbe-fa674bab7991" providerId="ADAL" clId="{9555FC65-5A8C-4EE8-9D5B-8283D7A0923C}" dt="2026-01-28T05:55:22.242" v="47305" actId="478"/>
          <ac:spMkLst>
            <pc:docMk/>
            <pc:sldMk cId="2276297454" sldId="280"/>
            <ac:spMk id="705" creationId="{A4D1E14D-2839-9220-3CE1-7D8DB2CF3630}"/>
          </ac:spMkLst>
        </pc:spChg>
        <pc:spChg chg="add del mod">
          <ac:chgData name="Freda Shi" userId="e3bafef1-15f2-4eeb-acbe-fa674bab7991" providerId="ADAL" clId="{9555FC65-5A8C-4EE8-9D5B-8283D7A0923C}" dt="2026-01-28T05:55:22.242" v="47304" actId="478"/>
          <ac:spMkLst>
            <pc:docMk/>
            <pc:sldMk cId="2276297454" sldId="280"/>
            <ac:spMk id="706" creationId="{321A7BF3-D8CD-53A6-D493-FC03BE25F33E}"/>
          </ac:spMkLst>
        </pc:spChg>
        <pc:spChg chg="add del mod">
          <ac:chgData name="Freda Shi" userId="e3bafef1-15f2-4eeb-acbe-fa674bab7991" providerId="ADAL" clId="{9555FC65-5A8C-4EE8-9D5B-8283D7A0923C}" dt="2026-01-28T05:55:22.227" v="47303" actId="478"/>
          <ac:spMkLst>
            <pc:docMk/>
            <pc:sldMk cId="2276297454" sldId="280"/>
            <ac:spMk id="707" creationId="{9A4FE952-D123-B983-3782-3B51AE2B9559}"/>
          </ac:spMkLst>
        </pc:spChg>
        <pc:spChg chg="add del mod">
          <ac:chgData name="Freda Shi" userId="e3bafef1-15f2-4eeb-acbe-fa674bab7991" providerId="ADAL" clId="{9555FC65-5A8C-4EE8-9D5B-8283D7A0923C}" dt="2026-01-28T05:55:22.227" v="47302" actId="478"/>
          <ac:spMkLst>
            <pc:docMk/>
            <pc:sldMk cId="2276297454" sldId="280"/>
            <ac:spMk id="708" creationId="{1A25484F-DB53-92E7-DF23-1ACF7D42982D}"/>
          </ac:spMkLst>
        </pc:spChg>
        <pc:spChg chg="add del mod">
          <ac:chgData name="Freda Shi" userId="e3bafef1-15f2-4eeb-acbe-fa674bab7991" providerId="ADAL" clId="{9555FC65-5A8C-4EE8-9D5B-8283D7A0923C}" dt="2026-01-28T05:55:22.227" v="47301" actId="478"/>
          <ac:spMkLst>
            <pc:docMk/>
            <pc:sldMk cId="2276297454" sldId="280"/>
            <ac:spMk id="709" creationId="{EB444449-2C72-4DA6-D48A-4509C17AB8B2}"/>
          </ac:spMkLst>
        </pc:spChg>
        <pc:spChg chg="add del mod">
          <ac:chgData name="Freda Shi" userId="e3bafef1-15f2-4eeb-acbe-fa674bab7991" providerId="ADAL" clId="{9555FC65-5A8C-4EE8-9D5B-8283D7A0923C}" dt="2026-01-28T05:55:22.227" v="47300" actId="478"/>
          <ac:spMkLst>
            <pc:docMk/>
            <pc:sldMk cId="2276297454" sldId="280"/>
            <ac:spMk id="710" creationId="{1F70B009-F725-810E-B1E8-51F7EB745F42}"/>
          </ac:spMkLst>
        </pc:spChg>
        <pc:spChg chg="add del mod">
          <ac:chgData name="Freda Shi" userId="e3bafef1-15f2-4eeb-acbe-fa674bab7991" providerId="ADAL" clId="{9555FC65-5A8C-4EE8-9D5B-8283D7A0923C}" dt="2026-01-28T05:55:22.227" v="47299" actId="478"/>
          <ac:spMkLst>
            <pc:docMk/>
            <pc:sldMk cId="2276297454" sldId="280"/>
            <ac:spMk id="711" creationId="{B27F6441-0FF3-93E7-BAD6-D545DEEA9B8E}"/>
          </ac:spMkLst>
        </pc:spChg>
        <pc:spChg chg="add del mod">
          <ac:chgData name="Freda Shi" userId="e3bafef1-15f2-4eeb-acbe-fa674bab7991" providerId="ADAL" clId="{9555FC65-5A8C-4EE8-9D5B-8283D7A0923C}" dt="2026-01-28T05:55:22.227" v="47298" actId="478"/>
          <ac:spMkLst>
            <pc:docMk/>
            <pc:sldMk cId="2276297454" sldId="280"/>
            <ac:spMk id="712" creationId="{2587EC61-0B00-8A13-9EF4-4AFD26E51BD3}"/>
          </ac:spMkLst>
        </pc:spChg>
        <pc:spChg chg="add del mod">
          <ac:chgData name="Freda Shi" userId="e3bafef1-15f2-4eeb-acbe-fa674bab7991" providerId="ADAL" clId="{9555FC65-5A8C-4EE8-9D5B-8283D7A0923C}" dt="2026-01-28T05:55:22.227" v="47297" actId="478"/>
          <ac:spMkLst>
            <pc:docMk/>
            <pc:sldMk cId="2276297454" sldId="280"/>
            <ac:spMk id="713" creationId="{434977A5-8562-7F85-EF31-F26402B9DA36}"/>
          </ac:spMkLst>
        </pc:spChg>
        <pc:spChg chg="add del mod">
          <ac:chgData name="Freda Shi" userId="e3bafef1-15f2-4eeb-acbe-fa674bab7991" providerId="ADAL" clId="{9555FC65-5A8C-4EE8-9D5B-8283D7A0923C}" dt="2026-01-28T05:55:22.227" v="47296" actId="478"/>
          <ac:spMkLst>
            <pc:docMk/>
            <pc:sldMk cId="2276297454" sldId="280"/>
            <ac:spMk id="714" creationId="{05E3B0E3-1D36-32A0-CD13-F1946F94589D}"/>
          </ac:spMkLst>
        </pc:spChg>
        <pc:spChg chg="add del mod">
          <ac:chgData name="Freda Shi" userId="e3bafef1-15f2-4eeb-acbe-fa674bab7991" providerId="ADAL" clId="{9555FC65-5A8C-4EE8-9D5B-8283D7A0923C}" dt="2026-01-28T05:55:22.210" v="47295" actId="478"/>
          <ac:spMkLst>
            <pc:docMk/>
            <pc:sldMk cId="2276297454" sldId="280"/>
            <ac:spMk id="715" creationId="{84DDF2F5-1F52-CBEB-2BE7-D806383B40A8}"/>
          </ac:spMkLst>
        </pc:spChg>
        <pc:spChg chg="add del mod">
          <ac:chgData name="Freda Shi" userId="e3bafef1-15f2-4eeb-acbe-fa674bab7991" providerId="ADAL" clId="{9555FC65-5A8C-4EE8-9D5B-8283D7A0923C}" dt="2026-01-28T05:55:22.210" v="47294" actId="478"/>
          <ac:spMkLst>
            <pc:docMk/>
            <pc:sldMk cId="2276297454" sldId="280"/>
            <ac:spMk id="716" creationId="{E3832BE7-131C-62F5-3F35-32216BB59BA3}"/>
          </ac:spMkLst>
        </pc:spChg>
        <pc:spChg chg="add del mod">
          <ac:chgData name="Freda Shi" userId="e3bafef1-15f2-4eeb-acbe-fa674bab7991" providerId="ADAL" clId="{9555FC65-5A8C-4EE8-9D5B-8283D7A0923C}" dt="2026-01-28T05:55:22.210" v="47293" actId="478"/>
          <ac:spMkLst>
            <pc:docMk/>
            <pc:sldMk cId="2276297454" sldId="280"/>
            <ac:spMk id="717" creationId="{F5E30969-9C25-4E1F-5566-68B96E406A52}"/>
          </ac:spMkLst>
        </pc:spChg>
        <pc:spChg chg="add del mod">
          <ac:chgData name="Freda Shi" userId="e3bafef1-15f2-4eeb-acbe-fa674bab7991" providerId="ADAL" clId="{9555FC65-5A8C-4EE8-9D5B-8283D7A0923C}" dt="2026-01-28T05:55:22.210" v="47292" actId="478"/>
          <ac:spMkLst>
            <pc:docMk/>
            <pc:sldMk cId="2276297454" sldId="280"/>
            <ac:spMk id="718" creationId="{5009C6CC-1B71-5866-6649-BE7A92698F52}"/>
          </ac:spMkLst>
        </pc:spChg>
        <pc:spChg chg="add del mod">
          <ac:chgData name="Freda Shi" userId="e3bafef1-15f2-4eeb-acbe-fa674bab7991" providerId="ADAL" clId="{9555FC65-5A8C-4EE8-9D5B-8283D7A0923C}" dt="2026-01-28T05:55:22.210" v="47291" actId="478"/>
          <ac:spMkLst>
            <pc:docMk/>
            <pc:sldMk cId="2276297454" sldId="280"/>
            <ac:spMk id="719" creationId="{C4DDD152-28B9-87B0-A027-C7FFCFF83D34}"/>
          </ac:spMkLst>
        </pc:spChg>
        <pc:spChg chg="add del mod">
          <ac:chgData name="Freda Shi" userId="e3bafef1-15f2-4eeb-acbe-fa674bab7991" providerId="ADAL" clId="{9555FC65-5A8C-4EE8-9D5B-8283D7A0923C}" dt="2026-01-28T05:55:22.210" v="47290" actId="478"/>
          <ac:spMkLst>
            <pc:docMk/>
            <pc:sldMk cId="2276297454" sldId="280"/>
            <ac:spMk id="720" creationId="{70560FE7-F6D4-DC9A-2109-E897D41AE625}"/>
          </ac:spMkLst>
        </pc:spChg>
        <pc:spChg chg="add del mod">
          <ac:chgData name="Freda Shi" userId="e3bafef1-15f2-4eeb-acbe-fa674bab7991" providerId="ADAL" clId="{9555FC65-5A8C-4EE8-9D5B-8283D7A0923C}" dt="2026-01-28T05:55:22.210" v="47289" actId="478"/>
          <ac:spMkLst>
            <pc:docMk/>
            <pc:sldMk cId="2276297454" sldId="280"/>
            <ac:spMk id="721" creationId="{44260C54-CAC1-8A4C-6F72-2367EE694B6D}"/>
          </ac:spMkLst>
        </pc:spChg>
        <pc:spChg chg="add del mod">
          <ac:chgData name="Freda Shi" userId="e3bafef1-15f2-4eeb-acbe-fa674bab7991" providerId="ADAL" clId="{9555FC65-5A8C-4EE8-9D5B-8283D7A0923C}" dt="2026-01-28T05:55:22.210" v="47288" actId="478"/>
          <ac:spMkLst>
            <pc:docMk/>
            <pc:sldMk cId="2276297454" sldId="280"/>
            <ac:spMk id="722" creationId="{CA52CDA6-C4AA-6236-F9C6-0B6001AA94BD}"/>
          </ac:spMkLst>
        </pc:spChg>
        <pc:spChg chg="add del mod">
          <ac:chgData name="Freda Shi" userId="e3bafef1-15f2-4eeb-acbe-fa674bab7991" providerId="ADAL" clId="{9555FC65-5A8C-4EE8-9D5B-8283D7A0923C}" dt="2026-01-28T05:55:22.201" v="47287" actId="478"/>
          <ac:spMkLst>
            <pc:docMk/>
            <pc:sldMk cId="2276297454" sldId="280"/>
            <ac:spMk id="723" creationId="{7E183D9F-A618-5085-455F-6710E96099E2}"/>
          </ac:spMkLst>
        </pc:spChg>
        <pc:spChg chg="add del mod">
          <ac:chgData name="Freda Shi" userId="e3bafef1-15f2-4eeb-acbe-fa674bab7991" providerId="ADAL" clId="{9555FC65-5A8C-4EE8-9D5B-8283D7A0923C}" dt="2026-01-28T05:55:22.201" v="47286" actId="478"/>
          <ac:spMkLst>
            <pc:docMk/>
            <pc:sldMk cId="2276297454" sldId="280"/>
            <ac:spMk id="724" creationId="{BEBC9EAF-7D68-6C0F-B02E-E8420BBBEA09}"/>
          </ac:spMkLst>
        </pc:spChg>
        <pc:spChg chg="add del mod">
          <ac:chgData name="Freda Shi" userId="e3bafef1-15f2-4eeb-acbe-fa674bab7991" providerId="ADAL" clId="{9555FC65-5A8C-4EE8-9D5B-8283D7A0923C}" dt="2026-01-28T05:55:22.201" v="47285" actId="478"/>
          <ac:spMkLst>
            <pc:docMk/>
            <pc:sldMk cId="2276297454" sldId="280"/>
            <ac:spMk id="725" creationId="{BEA30238-050B-FBC4-96DA-2CE47D28E8A9}"/>
          </ac:spMkLst>
        </pc:spChg>
        <pc:spChg chg="add del mod">
          <ac:chgData name="Freda Shi" userId="e3bafef1-15f2-4eeb-acbe-fa674bab7991" providerId="ADAL" clId="{9555FC65-5A8C-4EE8-9D5B-8283D7A0923C}" dt="2026-01-28T05:55:22.201" v="47284" actId="478"/>
          <ac:spMkLst>
            <pc:docMk/>
            <pc:sldMk cId="2276297454" sldId="280"/>
            <ac:spMk id="726" creationId="{8DDC4766-65CE-F032-0AB6-867B656730AD}"/>
          </ac:spMkLst>
        </pc:spChg>
        <pc:spChg chg="add del mod">
          <ac:chgData name="Freda Shi" userId="e3bafef1-15f2-4eeb-acbe-fa674bab7991" providerId="ADAL" clId="{9555FC65-5A8C-4EE8-9D5B-8283D7A0923C}" dt="2026-01-28T05:55:22.201" v="47283" actId="478"/>
          <ac:spMkLst>
            <pc:docMk/>
            <pc:sldMk cId="2276297454" sldId="280"/>
            <ac:spMk id="727" creationId="{CB24BBEC-8E9D-DF65-39D2-C1C900D5F7C2}"/>
          </ac:spMkLst>
        </pc:spChg>
        <pc:spChg chg="add del mod">
          <ac:chgData name="Freda Shi" userId="e3bafef1-15f2-4eeb-acbe-fa674bab7991" providerId="ADAL" clId="{9555FC65-5A8C-4EE8-9D5B-8283D7A0923C}" dt="2026-01-28T05:55:22.194" v="47282" actId="478"/>
          <ac:spMkLst>
            <pc:docMk/>
            <pc:sldMk cId="2276297454" sldId="280"/>
            <ac:spMk id="728" creationId="{F4DFBA14-D630-6D60-8527-A05E85C7B1C1}"/>
          </ac:spMkLst>
        </pc:spChg>
        <pc:spChg chg="add del mod">
          <ac:chgData name="Freda Shi" userId="e3bafef1-15f2-4eeb-acbe-fa674bab7991" providerId="ADAL" clId="{9555FC65-5A8C-4EE8-9D5B-8283D7A0923C}" dt="2026-01-28T05:55:22.194" v="47281" actId="478"/>
          <ac:spMkLst>
            <pc:docMk/>
            <pc:sldMk cId="2276297454" sldId="280"/>
            <ac:spMk id="729" creationId="{EF465A53-65E9-82BF-59DE-806302C186B4}"/>
          </ac:spMkLst>
        </pc:spChg>
        <pc:spChg chg="add del mod">
          <ac:chgData name="Freda Shi" userId="e3bafef1-15f2-4eeb-acbe-fa674bab7991" providerId="ADAL" clId="{9555FC65-5A8C-4EE8-9D5B-8283D7A0923C}" dt="2026-01-28T05:55:22.194" v="47280" actId="478"/>
          <ac:spMkLst>
            <pc:docMk/>
            <pc:sldMk cId="2276297454" sldId="280"/>
            <ac:spMk id="730" creationId="{E7A68103-0E80-7573-6501-65BFFABC0C6A}"/>
          </ac:spMkLst>
        </pc:spChg>
        <pc:spChg chg="add del mod">
          <ac:chgData name="Freda Shi" userId="e3bafef1-15f2-4eeb-acbe-fa674bab7991" providerId="ADAL" clId="{9555FC65-5A8C-4EE8-9D5B-8283D7A0923C}" dt="2026-01-28T05:55:22.178" v="47279" actId="478"/>
          <ac:spMkLst>
            <pc:docMk/>
            <pc:sldMk cId="2276297454" sldId="280"/>
            <ac:spMk id="731" creationId="{9560E7F4-5D1F-12B2-D9F2-D554E58CB174}"/>
          </ac:spMkLst>
        </pc:spChg>
        <pc:spChg chg="add del mod">
          <ac:chgData name="Freda Shi" userId="e3bafef1-15f2-4eeb-acbe-fa674bab7991" providerId="ADAL" clId="{9555FC65-5A8C-4EE8-9D5B-8283D7A0923C}" dt="2026-01-28T05:55:22.178" v="47278" actId="478"/>
          <ac:spMkLst>
            <pc:docMk/>
            <pc:sldMk cId="2276297454" sldId="280"/>
            <ac:spMk id="732" creationId="{A2A30171-99A1-D683-7C4E-B0171C7A800B}"/>
          </ac:spMkLst>
        </pc:spChg>
        <pc:spChg chg="add del mod">
          <ac:chgData name="Freda Shi" userId="e3bafef1-15f2-4eeb-acbe-fa674bab7991" providerId="ADAL" clId="{9555FC65-5A8C-4EE8-9D5B-8283D7A0923C}" dt="2026-01-28T05:55:22.178" v="47277" actId="478"/>
          <ac:spMkLst>
            <pc:docMk/>
            <pc:sldMk cId="2276297454" sldId="280"/>
            <ac:spMk id="733" creationId="{D920648E-0757-B6C6-0FAF-4258DFBA4344}"/>
          </ac:spMkLst>
        </pc:spChg>
        <pc:spChg chg="add del mod">
          <ac:chgData name="Freda Shi" userId="e3bafef1-15f2-4eeb-acbe-fa674bab7991" providerId="ADAL" clId="{9555FC65-5A8C-4EE8-9D5B-8283D7A0923C}" dt="2026-01-28T05:55:22.178" v="47276" actId="478"/>
          <ac:spMkLst>
            <pc:docMk/>
            <pc:sldMk cId="2276297454" sldId="280"/>
            <ac:spMk id="734" creationId="{8A356B09-DBD2-F5C9-7CCF-51FB79C7A7C4}"/>
          </ac:spMkLst>
        </pc:spChg>
        <pc:spChg chg="add del mod">
          <ac:chgData name="Freda Shi" userId="e3bafef1-15f2-4eeb-acbe-fa674bab7991" providerId="ADAL" clId="{9555FC65-5A8C-4EE8-9D5B-8283D7A0923C}" dt="2026-01-28T05:55:22.178" v="47275" actId="478"/>
          <ac:spMkLst>
            <pc:docMk/>
            <pc:sldMk cId="2276297454" sldId="280"/>
            <ac:spMk id="735" creationId="{6A637004-9B68-2D87-65DB-3BC79F6EA47C}"/>
          </ac:spMkLst>
        </pc:spChg>
        <pc:spChg chg="add del mod">
          <ac:chgData name="Freda Shi" userId="e3bafef1-15f2-4eeb-acbe-fa674bab7991" providerId="ADAL" clId="{9555FC65-5A8C-4EE8-9D5B-8283D7A0923C}" dt="2026-01-28T05:55:22.178" v="47274" actId="478"/>
          <ac:spMkLst>
            <pc:docMk/>
            <pc:sldMk cId="2276297454" sldId="280"/>
            <ac:spMk id="736" creationId="{B0C211DD-21D3-E0C6-3DE4-3FF768E5576C}"/>
          </ac:spMkLst>
        </pc:spChg>
        <pc:spChg chg="add del mod">
          <ac:chgData name="Freda Shi" userId="e3bafef1-15f2-4eeb-acbe-fa674bab7991" providerId="ADAL" clId="{9555FC65-5A8C-4EE8-9D5B-8283D7A0923C}" dt="2026-01-28T05:55:22.162" v="47273" actId="478"/>
          <ac:spMkLst>
            <pc:docMk/>
            <pc:sldMk cId="2276297454" sldId="280"/>
            <ac:spMk id="737" creationId="{6CBA2C39-5303-B4A7-1FE9-5C87A9F0BBBA}"/>
          </ac:spMkLst>
        </pc:spChg>
        <pc:spChg chg="add del mod">
          <ac:chgData name="Freda Shi" userId="e3bafef1-15f2-4eeb-acbe-fa674bab7991" providerId="ADAL" clId="{9555FC65-5A8C-4EE8-9D5B-8283D7A0923C}" dt="2026-01-28T05:55:22.162" v="47272" actId="478"/>
          <ac:spMkLst>
            <pc:docMk/>
            <pc:sldMk cId="2276297454" sldId="280"/>
            <ac:spMk id="738" creationId="{920C62DA-9957-4E6B-86AD-FC8917C8CF0F}"/>
          </ac:spMkLst>
        </pc:spChg>
        <pc:spChg chg="add del mod">
          <ac:chgData name="Freda Shi" userId="e3bafef1-15f2-4eeb-acbe-fa674bab7991" providerId="ADAL" clId="{9555FC65-5A8C-4EE8-9D5B-8283D7A0923C}" dt="2026-01-28T05:55:22.162" v="47271" actId="478"/>
          <ac:spMkLst>
            <pc:docMk/>
            <pc:sldMk cId="2276297454" sldId="280"/>
            <ac:spMk id="739" creationId="{42F149EF-D9A1-FCDC-DDA5-E2FCE20BD917}"/>
          </ac:spMkLst>
        </pc:spChg>
        <pc:spChg chg="add del mod">
          <ac:chgData name="Freda Shi" userId="e3bafef1-15f2-4eeb-acbe-fa674bab7991" providerId="ADAL" clId="{9555FC65-5A8C-4EE8-9D5B-8283D7A0923C}" dt="2026-01-28T05:55:22.162" v="47270" actId="478"/>
          <ac:spMkLst>
            <pc:docMk/>
            <pc:sldMk cId="2276297454" sldId="280"/>
            <ac:spMk id="740" creationId="{105BBD15-0935-CDF2-C70B-F625E612FED6}"/>
          </ac:spMkLst>
        </pc:spChg>
        <pc:spChg chg="add del mod">
          <ac:chgData name="Freda Shi" userId="e3bafef1-15f2-4eeb-acbe-fa674bab7991" providerId="ADAL" clId="{9555FC65-5A8C-4EE8-9D5B-8283D7A0923C}" dt="2026-01-28T05:55:22.162" v="47269" actId="478"/>
          <ac:spMkLst>
            <pc:docMk/>
            <pc:sldMk cId="2276297454" sldId="280"/>
            <ac:spMk id="741" creationId="{147BE4D7-8F2D-0BD4-A6A0-3A7654E2A07B}"/>
          </ac:spMkLst>
        </pc:spChg>
        <pc:spChg chg="add del mod">
          <ac:chgData name="Freda Shi" userId="e3bafef1-15f2-4eeb-acbe-fa674bab7991" providerId="ADAL" clId="{9555FC65-5A8C-4EE8-9D5B-8283D7A0923C}" dt="2026-01-28T05:55:22.162" v="47268" actId="478"/>
          <ac:spMkLst>
            <pc:docMk/>
            <pc:sldMk cId="2276297454" sldId="280"/>
            <ac:spMk id="742" creationId="{B47915BC-E77F-420B-4318-6D0CCBB8EB7C}"/>
          </ac:spMkLst>
        </pc:spChg>
        <pc:spChg chg="add del mod">
          <ac:chgData name="Freda Shi" userId="e3bafef1-15f2-4eeb-acbe-fa674bab7991" providerId="ADAL" clId="{9555FC65-5A8C-4EE8-9D5B-8283D7A0923C}" dt="2026-01-28T05:55:22.162" v="47267" actId="478"/>
          <ac:spMkLst>
            <pc:docMk/>
            <pc:sldMk cId="2276297454" sldId="280"/>
            <ac:spMk id="743" creationId="{5077CBC9-FFF6-A8EF-2D99-E30BA4B33CA4}"/>
          </ac:spMkLst>
        </pc:spChg>
        <pc:spChg chg="add del mod">
          <ac:chgData name="Freda Shi" userId="e3bafef1-15f2-4eeb-acbe-fa674bab7991" providerId="ADAL" clId="{9555FC65-5A8C-4EE8-9D5B-8283D7A0923C}" dt="2026-01-28T05:55:22.147" v="47266" actId="478"/>
          <ac:spMkLst>
            <pc:docMk/>
            <pc:sldMk cId="2276297454" sldId="280"/>
            <ac:spMk id="744" creationId="{1768D1B6-5884-2480-498B-A35A7E169AC8}"/>
          </ac:spMkLst>
        </pc:spChg>
        <pc:spChg chg="add del mod">
          <ac:chgData name="Freda Shi" userId="e3bafef1-15f2-4eeb-acbe-fa674bab7991" providerId="ADAL" clId="{9555FC65-5A8C-4EE8-9D5B-8283D7A0923C}" dt="2026-01-28T05:55:22.147" v="47265" actId="478"/>
          <ac:spMkLst>
            <pc:docMk/>
            <pc:sldMk cId="2276297454" sldId="280"/>
            <ac:spMk id="745" creationId="{8B9B11E8-ED65-BAD5-0493-D4CBCA613A60}"/>
          </ac:spMkLst>
        </pc:spChg>
        <pc:spChg chg="add del mod">
          <ac:chgData name="Freda Shi" userId="e3bafef1-15f2-4eeb-acbe-fa674bab7991" providerId="ADAL" clId="{9555FC65-5A8C-4EE8-9D5B-8283D7A0923C}" dt="2026-01-28T05:55:22.147" v="47264" actId="478"/>
          <ac:spMkLst>
            <pc:docMk/>
            <pc:sldMk cId="2276297454" sldId="280"/>
            <ac:spMk id="746" creationId="{698F6F9A-0243-B2E2-5444-54D8081D1A3A}"/>
          </ac:spMkLst>
        </pc:spChg>
        <pc:spChg chg="add del mod">
          <ac:chgData name="Freda Shi" userId="e3bafef1-15f2-4eeb-acbe-fa674bab7991" providerId="ADAL" clId="{9555FC65-5A8C-4EE8-9D5B-8283D7A0923C}" dt="2026-01-28T05:55:22.147" v="47263" actId="478"/>
          <ac:spMkLst>
            <pc:docMk/>
            <pc:sldMk cId="2276297454" sldId="280"/>
            <ac:spMk id="747" creationId="{9E1C085B-BA48-4302-7A77-F16325D114ED}"/>
          </ac:spMkLst>
        </pc:spChg>
        <pc:spChg chg="add del mod">
          <ac:chgData name="Freda Shi" userId="e3bafef1-15f2-4eeb-acbe-fa674bab7991" providerId="ADAL" clId="{9555FC65-5A8C-4EE8-9D5B-8283D7A0923C}" dt="2026-01-28T05:55:22.147" v="47262" actId="478"/>
          <ac:spMkLst>
            <pc:docMk/>
            <pc:sldMk cId="2276297454" sldId="280"/>
            <ac:spMk id="748" creationId="{B2B1B241-61AE-4C8B-6B3D-296BA1E506DD}"/>
          </ac:spMkLst>
        </pc:spChg>
        <pc:spChg chg="add del mod">
          <ac:chgData name="Freda Shi" userId="e3bafef1-15f2-4eeb-acbe-fa674bab7991" providerId="ADAL" clId="{9555FC65-5A8C-4EE8-9D5B-8283D7A0923C}" dt="2026-01-28T05:55:22.147" v="47261" actId="478"/>
          <ac:spMkLst>
            <pc:docMk/>
            <pc:sldMk cId="2276297454" sldId="280"/>
            <ac:spMk id="749" creationId="{01BB2212-47B9-673F-B738-EF6029182E06}"/>
          </ac:spMkLst>
        </pc:spChg>
        <pc:spChg chg="add del mod">
          <ac:chgData name="Freda Shi" userId="e3bafef1-15f2-4eeb-acbe-fa674bab7991" providerId="ADAL" clId="{9555FC65-5A8C-4EE8-9D5B-8283D7A0923C}" dt="2026-01-28T05:55:22.141" v="47260" actId="478"/>
          <ac:spMkLst>
            <pc:docMk/>
            <pc:sldMk cId="2276297454" sldId="280"/>
            <ac:spMk id="750" creationId="{D639392F-6FD5-A168-FF19-8863CDA86376}"/>
          </ac:spMkLst>
        </pc:spChg>
        <pc:spChg chg="add del mod">
          <ac:chgData name="Freda Shi" userId="e3bafef1-15f2-4eeb-acbe-fa674bab7991" providerId="ADAL" clId="{9555FC65-5A8C-4EE8-9D5B-8283D7A0923C}" dt="2026-01-28T05:55:22.141" v="47259" actId="478"/>
          <ac:spMkLst>
            <pc:docMk/>
            <pc:sldMk cId="2276297454" sldId="280"/>
            <ac:spMk id="751" creationId="{0EEE95D3-52DB-11C2-6568-A0941B2BF91F}"/>
          </ac:spMkLst>
        </pc:spChg>
        <pc:spChg chg="add del mod">
          <ac:chgData name="Freda Shi" userId="e3bafef1-15f2-4eeb-acbe-fa674bab7991" providerId="ADAL" clId="{9555FC65-5A8C-4EE8-9D5B-8283D7A0923C}" dt="2026-01-28T05:55:22.131" v="47258" actId="478"/>
          <ac:spMkLst>
            <pc:docMk/>
            <pc:sldMk cId="2276297454" sldId="280"/>
            <ac:spMk id="752" creationId="{FD6C3904-B09B-FA9B-BF3E-6025A47AEED7}"/>
          </ac:spMkLst>
        </pc:spChg>
        <pc:spChg chg="add del mod">
          <ac:chgData name="Freda Shi" userId="e3bafef1-15f2-4eeb-acbe-fa674bab7991" providerId="ADAL" clId="{9555FC65-5A8C-4EE8-9D5B-8283D7A0923C}" dt="2026-01-28T05:55:22.131" v="47257" actId="478"/>
          <ac:spMkLst>
            <pc:docMk/>
            <pc:sldMk cId="2276297454" sldId="280"/>
            <ac:spMk id="753" creationId="{039883C4-B601-C79E-6889-44187A03317B}"/>
          </ac:spMkLst>
        </pc:spChg>
        <pc:spChg chg="add del mod">
          <ac:chgData name="Freda Shi" userId="e3bafef1-15f2-4eeb-acbe-fa674bab7991" providerId="ADAL" clId="{9555FC65-5A8C-4EE8-9D5B-8283D7A0923C}" dt="2026-01-28T05:55:22.131" v="47256" actId="478"/>
          <ac:spMkLst>
            <pc:docMk/>
            <pc:sldMk cId="2276297454" sldId="280"/>
            <ac:spMk id="754" creationId="{BA2ECE5E-A3F6-9AEB-8260-D7B804E1355A}"/>
          </ac:spMkLst>
        </pc:spChg>
        <pc:spChg chg="add del mod">
          <ac:chgData name="Freda Shi" userId="e3bafef1-15f2-4eeb-acbe-fa674bab7991" providerId="ADAL" clId="{9555FC65-5A8C-4EE8-9D5B-8283D7A0923C}" dt="2026-01-28T05:55:22.115" v="47255" actId="478"/>
          <ac:spMkLst>
            <pc:docMk/>
            <pc:sldMk cId="2276297454" sldId="280"/>
            <ac:spMk id="755" creationId="{AB5A4B3B-47A2-8882-4B9F-E60B24972997}"/>
          </ac:spMkLst>
        </pc:spChg>
        <pc:spChg chg="add del mod">
          <ac:chgData name="Freda Shi" userId="e3bafef1-15f2-4eeb-acbe-fa674bab7991" providerId="ADAL" clId="{9555FC65-5A8C-4EE8-9D5B-8283D7A0923C}" dt="2026-01-28T05:55:22.115" v="47254" actId="478"/>
          <ac:spMkLst>
            <pc:docMk/>
            <pc:sldMk cId="2276297454" sldId="280"/>
            <ac:spMk id="756" creationId="{FF88A348-A55F-4A51-0DF5-E4C2EDD396A8}"/>
          </ac:spMkLst>
        </pc:spChg>
        <pc:spChg chg="add del mod">
          <ac:chgData name="Freda Shi" userId="e3bafef1-15f2-4eeb-acbe-fa674bab7991" providerId="ADAL" clId="{9555FC65-5A8C-4EE8-9D5B-8283D7A0923C}" dt="2026-01-28T05:55:22.115" v="47253" actId="478"/>
          <ac:spMkLst>
            <pc:docMk/>
            <pc:sldMk cId="2276297454" sldId="280"/>
            <ac:spMk id="757" creationId="{7330CB74-D683-BEE7-1F5C-0DE2BA72B2B5}"/>
          </ac:spMkLst>
        </pc:spChg>
        <pc:spChg chg="add del mod">
          <ac:chgData name="Freda Shi" userId="e3bafef1-15f2-4eeb-acbe-fa674bab7991" providerId="ADAL" clId="{9555FC65-5A8C-4EE8-9D5B-8283D7A0923C}" dt="2026-01-28T05:55:22.115" v="47252" actId="478"/>
          <ac:spMkLst>
            <pc:docMk/>
            <pc:sldMk cId="2276297454" sldId="280"/>
            <ac:spMk id="758" creationId="{498AA303-D1E9-B584-BCCE-7393E880F7E3}"/>
          </ac:spMkLst>
        </pc:spChg>
        <pc:spChg chg="add del mod">
          <ac:chgData name="Freda Shi" userId="e3bafef1-15f2-4eeb-acbe-fa674bab7991" providerId="ADAL" clId="{9555FC65-5A8C-4EE8-9D5B-8283D7A0923C}" dt="2026-01-28T05:55:22.115" v="47251" actId="478"/>
          <ac:spMkLst>
            <pc:docMk/>
            <pc:sldMk cId="2276297454" sldId="280"/>
            <ac:spMk id="759" creationId="{712537CA-267A-F804-3B67-4B0F160B0B70}"/>
          </ac:spMkLst>
        </pc:spChg>
        <pc:spChg chg="add del mod">
          <ac:chgData name="Freda Shi" userId="e3bafef1-15f2-4eeb-acbe-fa674bab7991" providerId="ADAL" clId="{9555FC65-5A8C-4EE8-9D5B-8283D7A0923C}" dt="2026-01-28T05:55:22.115" v="47250" actId="478"/>
          <ac:spMkLst>
            <pc:docMk/>
            <pc:sldMk cId="2276297454" sldId="280"/>
            <ac:spMk id="760" creationId="{2F21C591-D196-AA9B-20B0-1C34B1E89A6C}"/>
          </ac:spMkLst>
        </pc:spChg>
        <pc:spChg chg="add del mod">
          <ac:chgData name="Freda Shi" userId="e3bafef1-15f2-4eeb-acbe-fa674bab7991" providerId="ADAL" clId="{9555FC65-5A8C-4EE8-9D5B-8283D7A0923C}" dt="2026-01-28T05:55:22.110" v="47249" actId="478"/>
          <ac:spMkLst>
            <pc:docMk/>
            <pc:sldMk cId="2276297454" sldId="280"/>
            <ac:spMk id="761" creationId="{9D60629A-87EE-886C-3172-69CDDC1E1E43}"/>
          </ac:spMkLst>
        </pc:spChg>
        <pc:spChg chg="add del mod">
          <ac:chgData name="Freda Shi" userId="e3bafef1-15f2-4eeb-acbe-fa674bab7991" providerId="ADAL" clId="{9555FC65-5A8C-4EE8-9D5B-8283D7A0923C}" dt="2026-01-28T05:55:22.107" v="47248" actId="478"/>
          <ac:spMkLst>
            <pc:docMk/>
            <pc:sldMk cId="2276297454" sldId="280"/>
            <ac:spMk id="762" creationId="{90E5579F-42A1-CDCD-D9BE-EBF045E0E0F6}"/>
          </ac:spMkLst>
        </pc:spChg>
        <pc:spChg chg="add del mod">
          <ac:chgData name="Freda Shi" userId="e3bafef1-15f2-4eeb-acbe-fa674bab7991" providerId="ADAL" clId="{9555FC65-5A8C-4EE8-9D5B-8283D7A0923C}" dt="2026-01-28T05:55:22.107" v="47247" actId="478"/>
          <ac:spMkLst>
            <pc:docMk/>
            <pc:sldMk cId="2276297454" sldId="280"/>
            <ac:spMk id="763" creationId="{BA1E0C58-8CDF-5176-A99E-9829B977D44F}"/>
          </ac:spMkLst>
        </pc:spChg>
        <pc:spChg chg="add del mod">
          <ac:chgData name="Freda Shi" userId="e3bafef1-15f2-4eeb-acbe-fa674bab7991" providerId="ADAL" clId="{9555FC65-5A8C-4EE8-9D5B-8283D7A0923C}" dt="2026-01-28T05:55:22.101" v="47246" actId="478"/>
          <ac:spMkLst>
            <pc:docMk/>
            <pc:sldMk cId="2276297454" sldId="280"/>
            <ac:spMk id="764" creationId="{C8BE0568-E9D0-AB29-E691-29F0DC840385}"/>
          </ac:spMkLst>
        </pc:spChg>
        <pc:spChg chg="add del mod">
          <ac:chgData name="Freda Shi" userId="e3bafef1-15f2-4eeb-acbe-fa674bab7991" providerId="ADAL" clId="{9555FC65-5A8C-4EE8-9D5B-8283D7A0923C}" dt="2026-01-28T05:55:22.101" v="47245" actId="478"/>
          <ac:spMkLst>
            <pc:docMk/>
            <pc:sldMk cId="2276297454" sldId="280"/>
            <ac:spMk id="765" creationId="{2CC6B4CA-71DB-41C2-F5E6-D312B32D9FA4}"/>
          </ac:spMkLst>
        </pc:spChg>
        <pc:spChg chg="add del mod">
          <ac:chgData name="Freda Shi" userId="e3bafef1-15f2-4eeb-acbe-fa674bab7991" providerId="ADAL" clId="{9555FC65-5A8C-4EE8-9D5B-8283D7A0923C}" dt="2026-01-28T05:55:22.099" v="47244" actId="478"/>
          <ac:spMkLst>
            <pc:docMk/>
            <pc:sldMk cId="2276297454" sldId="280"/>
            <ac:spMk id="766" creationId="{397DDB6D-1A5F-DF9B-6A09-7D28331299F5}"/>
          </ac:spMkLst>
        </pc:spChg>
        <pc:spChg chg="add del mod">
          <ac:chgData name="Freda Shi" userId="e3bafef1-15f2-4eeb-acbe-fa674bab7991" providerId="ADAL" clId="{9555FC65-5A8C-4EE8-9D5B-8283D7A0923C}" dt="2026-01-28T05:55:22.083" v="47243" actId="478"/>
          <ac:spMkLst>
            <pc:docMk/>
            <pc:sldMk cId="2276297454" sldId="280"/>
            <ac:spMk id="767" creationId="{A593F311-0B30-3F89-F7BA-7194B3641382}"/>
          </ac:spMkLst>
        </pc:spChg>
        <pc:spChg chg="add del mod">
          <ac:chgData name="Freda Shi" userId="e3bafef1-15f2-4eeb-acbe-fa674bab7991" providerId="ADAL" clId="{9555FC65-5A8C-4EE8-9D5B-8283D7A0923C}" dt="2026-01-28T05:55:22.083" v="47242" actId="478"/>
          <ac:spMkLst>
            <pc:docMk/>
            <pc:sldMk cId="2276297454" sldId="280"/>
            <ac:spMk id="768" creationId="{2ED3C756-D384-08B8-354C-2FBD662CF9BC}"/>
          </ac:spMkLst>
        </pc:spChg>
        <pc:spChg chg="add del mod">
          <ac:chgData name="Freda Shi" userId="e3bafef1-15f2-4eeb-acbe-fa674bab7991" providerId="ADAL" clId="{9555FC65-5A8C-4EE8-9D5B-8283D7A0923C}" dt="2026-01-28T05:55:22.083" v="47241" actId="478"/>
          <ac:spMkLst>
            <pc:docMk/>
            <pc:sldMk cId="2276297454" sldId="280"/>
            <ac:spMk id="769" creationId="{96403497-A404-E6BC-B67C-60C57F3A1619}"/>
          </ac:spMkLst>
        </pc:spChg>
        <pc:spChg chg="add del mod">
          <ac:chgData name="Freda Shi" userId="e3bafef1-15f2-4eeb-acbe-fa674bab7991" providerId="ADAL" clId="{9555FC65-5A8C-4EE8-9D5B-8283D7A0923C}" dt="2026-01-28T05:55:22.083" v="47240" actId="478"/>
          <ac:spMkLst>
            <pc:docMk/>
            <pc:sldMk cId="2276297454" sldId="280"/>
            <ac:spMk id="770" creationId="{0B2C130C-9F4B-4C16-F644-72A48879D641}"/>
          </ac:spMkLst>
        </pc:spChg>
        <pc:spChg chg="add del mod">
          <ac:chgData name="Freda Shi" userId="e3bafef1-15f2-4eeb-acbe-fa674bab7991" providerId="ADAL" clId="{9555FC65-5A8C-4EE8-9D5B-8283D7A0923C}" dt="2026-01-28T05:55:22.083" v="47239" actId="478"/>
          <ac:spMkLst>
            <pc:docMk/>
            <pc:sldMk cId="2276297454" sldId="280"/>
            <ac:spMk id="771" creationId="{11BBFE65-94F8-A0BE-1E15-3562B0E59BB4}"/>
          </ac:spMkLst>
        </pc:spChg>
        <pc:spChg chg="add del mod">
          <ac:chgData name="Freda Shi" userId="e3bafef1-15f2-4eeb-acbe-fa674bab7991" providerId="ADAL" clId="{9555FC65-5A8C-4EE8-9D5B-8283D7A0923C}" dt="2026-01-28T05:55:22.067" v="47238" actId="478"/>
          <ac:spMkLst>
            <pc:docMk/>
            <pc:sldMk cId="2276297454" sldId="280"/>
            <ac:spMk id="772" creationId="{DDEC6035-0F03-DCDE-616D-4B73F8EDD8AB}"/>
          </ac:spMkLst>
        </pc:spChg>
        <pc:spChg chg="add del mod">
          <ac:chgData name="Freda Shi" userId="e3bafef1-15f2-4eeb-acbe-fa674bab7991" providerId="ADAL" clId="{9555FC65-5A8C-4EE8-9D5B-8283D7A0923C}" dt="2026-01-28T05:55:22.067" v="47237" actId="478"/>
          <ac:spMkLst>
            <pc:docMk/>
            <pc:sldMk cId="2276297454" sldId="280"/>
            <ac:spMk id="773" creationId="{EC183922-0C51-B36D-BA82-01A2EE057FA4}"/>
          </ac:spMkLst>
        </pc:spChg>
        <pc:spChg chg="add del mod">
          <ac:chgData name="Freda Shi" userId="e3bafef1-15f2-4eeb-acbe-fa674bab7991" providerId="ADAL" clId="{9555FC65-5A8C-4EE8-9D5B-8283D7A0923C}" dt="2026-01-28T05:55:22.067" v="47236" actId="478"/>
          <ac:spMkLst>
            <pc:docMk/>
            <pc:sldMk cId="2276297454" sldId="280"/>
            <ac:spMk id="774" creationId="{B45ABE4A-A5DC-7A07-2067-DDF4733C84D8}"/>
          </ac:spMkLst>
        </pc:spChg>
        <pc:spChg chg="add del mod">
          <ac:chgData name="Freda Shi" userId="e3bafef1-15f2-4eeb-acbe-fa674bab7991" providerId="ADAL" clId="{9555FC65-5A8C-4EE8-9D5B-8283D7A0923C}" dt="2026-01-28T05:55:22.067" v="47235" actId="478"/>
          <ac:spMkLst>
            <pc:docMk/>
            <pc:sldMk cId="2276297454" sldId="280"/>
            <ac:spMk id="775" creationId="{D11F3207-2E27-2321-61F8-1C9C67F780A6}"/>
          </ac:spMkLst>
        </pc:spChg>
        <pc:spChg chg="add del mod">
          <ac:chgData name="Freda Shi" userId="e3bafef1-15f2-4eeb-acbe-fa674bab7991" providerId="ADAL" clId="{9555FC65-5A8C-4EE8-9D5B-8283D7A0923C}" dt="2026-01-28T05:55:22.067" v="47234" actId="478"/>
          <ac:spMkLst>
            <pc:docMk/>
            <pc:sldMk cId="2276297454" sldId="280"/>
            <ac:spMk id="776" creationId="{672A6FE9-D7E2-64F4-AE73-CA474DF2CD9B}"/>
          </ac:spMkLst>
        </pc:spChg>
        <pc:spChg chg="add del mod">
          <ac:chgData name="Freda Shi" userId="e3bafef1-15f2-4eeb-acbe-fa674bab7991" providerId="ADAL" clId="{9555FC65-5A8C-4EE8-9D5B-8283D7A0923C}" dt="2026-01-28T05:55:22.051" v="47233" actId="478"/>
          <ac:spMkLst>
            <pc:docMk/>
            <pc:sldMk cId="2276297454" sldId="280"/>
            <ac:spMk id="777" creationId="{AA8CA430-3FAC-EF8C-5C13-884AB599E44E}"/>
          </ac:spMkLst>
        </pc:spChg>
        <pc:spChg chg="add del mod">
          <ac:chgData name="Freda Shi" userId="e3bafef1-15f2-4eeb-acbe-fa674bab7991" providerId="ADAL" clId="{9555FC65-5A8C-4EE8-9D5B-8283D7A0923C}" dt="2026-01-28T05:55:22.051" v="47232" actId="478"/>
          <ac:spMkLst>
            <pc:docMk/>
            <pc:sldMk cId="2276297454" sldId="280"/>
            <ac:spMk id="778" creationId="{749020CB-2143-0F85-5BBF-7BF9FF3D2AAC}"/>
          </ac:spMkLst>
        </pc:spChg>
        <pc:spChg chg="add del mod">
          <ac:chgData name="Freda Shi" userId="e3bafef1-15f2-4eeb-acbe-fa674bab7991" providerId="ADAL" clId="{9555FC65-5A8C-4EE8-9D5B-8283D7A0923C}" dt="2026-01-28T05:55:22.051" v="47231" actId="478"/>
          <ac:spMkLst>
            <pc:docMk/>
            <pc:sldMk cId="2276297454" sldId="280"/>
            <ac:spMk id="779" creationId="{54645BFE-0B92-290F-9C16-3EE3F2DB7044}"/>
          </ac:spMkLst>
        </pc:spChg>
        <pc:spChg chg="add del mod">
          <ac:chgData name="Freda Shi" userId="e3bafef1-15f2-4eeb-acbe-fa674bab7991" providerId="ADAL" clId="{9555FC65-5A8C-4EE8-9D5B-8283D7A0923C}" dt="2026-01-28T05:55:22.051" v="47230" actId="478"/>
          <ac:spMkLst>
            <pc:docMk/>
            <pc:sldMk cId="2276297454" sldId="280"/>
            <ac:spMk id="780" creationId="{08826391-8F4E-46FB-3DFE-B8C4841A0F5C}"/>
          </ac:spMkLst>
        </pc:spChg>
        <pc:spChg chg="add del mod">
          <ac:chgData name="Freda Shi" userId="e3bafef1-15f2-4eeb-acbe-fa674bab7991" providerId="ADAL" clId="{9555FC65-5A8C-4EE8-9D5B-8283D7A0923C}" dt="2026-01-28T05:55:22.051" v="47229" actId="478"/>
          <ac:spMkLst>
            <pc:docMk/>
            <pc:sldMk cId="2276297454" sldId="280"/>
            <ac:spMk id="781" creationId="{ABD1FA09-BDF4-D13F-4BB8-AE95D09EA8E2}"/>
          </ac:spMkLst>
        </pc:spChg>
        <pc:spChg chg="add del mod">
          <ac:chgData name="Freda Shi" userId="e3bafef1-15f2-4eeb-acbe-fa674bab7991" providerId="ADAL" clId="{9555FC65-5A8C-4EE8-9D5B-8283D7A0923C}" dt="2026-01-28T05:55:22.038" v="47228" actId="478"/>
          <ac:spMkLst>
            <pc:docMk/>
            <pc:sldMk cId="2276297454" sldId="280"/>
            <ac:spMk id="782" creationId="{12D2CD16-BE4B-9954-9A84-F12AF9F1D759}"/>
          </ac:spMkLst>
        </pc:spChg>
        <pc:spChg chg="add del mod">
          <ac:chgData name="Freda Shi" userId="e3bafef1-15f2-4eeb-acbe-fa674bab7991" providerId="ADAL" clId="{9555FC65-5A8C-4EE8-9D5B-8283D7A0923C}" dt="2026-01-28T05:55:22.038" v="47227" actId="478"/>
          <ac:spMkLst>
            <pc:docMk/>
            <pc:sldMk cId="2276297454" sldId="280"/>
            <ac:spMk id="783" creationId="{CD53BB04-A56E-8F0C-8DF6-D18226A29FCC}"/>
          </ac:spMkLst>
        </pc:spChg>
        <pc:spChg chg="add del mod">
          <ac:chgData name="Freda Shi" userId="e3bafef1-15f2-4eeb-acbe-fa674bab7991" providerId="ADAL" clId="{9555FC65-5A8C-4EE8-9D5B-8283D7A0923C}" dt="2026-01-28T05:55:22.038" v="47226" actId="478"/>
          <ac:spMkLst>
            <pc:docMk/>
            <pc:sldMk cId="2276297454" sldId="280"/>
            <ac:spMk id="784" creationId="{876EEA15-ADBD-C038-01CC-FA3DB53231E4}"/>
          </ac:spMkLst>
        </pc:spChg>
        <pc:spChg chg="add del mod">
          <ac:chgData name="Freda Shi" userId="e3bafef1-15f2-4eeb-acbe-fa674bab7991" providerId="ADAL" clId="{9555FC65-5A8C-4EE8-9D5B-8283D7A0923C}" dt="2026-01-28T05:55:22.038" v="47225" actId="478"/>
          <ac:spMkLst>
            <pc:docMk/>
            <pc:sldMk cId="2276297454" sldId="280"/>
            <ac:spMk id="785" creationId="{15A981F5-C269-DDE6-0AF0-743494A5799D}"/>
          </ac:spMkLst>
        </pc:spChg>
        <pc:spChg chg="add del mod">
          <ac:chgData name="Freda Shi" userId="e3bafef1-15f2-4eeb-acbe-fa674bab7991" providerId="ADAL" clId="{9555FC65-5A8C-4EE8-9D5B-8283D7A0923C}" dt="2026-01-28T05:55:22.035" v="47224" actId="478"/>
          <ac:spMkLst>
            <pc:docMk/>
            <pc:sldMk cId="2276297454" sldId="280"/>
            <ac:spMk id="786" creationId="{3B73F6E8-7BCA-2036-1A53-259E523CE00B}"/>
          </ac:spMkLst>
        </pc:spChg>
        <pc:spChg chg="add del mod">
          <ac:chgData name="Freda Shi" userId="e3bafef1-15f2-4eeb-acbe-fa674bab7991" providerId="ADAL" clId="{9555FC65-5A8C-4EE8-9D5B-8283D7A0923C}" dt="2026-01-28T05:55:22.020" v="47223" actId="478"/>
          <ac:spMkLst>
            <pc:docMk/>
            <pc:sldMk cId="2276297454" sldId="280"/>
            <ac:spMk id="787" creationId="{DFFC2962-D25E-DB68-26D2-8477ADDB263E}"/>
          </ac:spMkLst>
        </pc:spChg>
        <pc:spChg chg="add del mod">
          <ac:chgData name="Freda Shi" userId="e3bafef1-15f2-4eeb-acbe-fa674bab7991" providerId="ADAL" clId="{9555FC65-5A8C-4EE8-9D5B-8283D7A0923C}" dt="2026-01-28T05:55:22.020" v="47222" actId="478"/>
          <ac:spMkLst>
            <pc:docMk/>
            <pc:sldMk cId="2276297454" sldId="280"/>
            <ac:spMk id="788" creationId="{C877AEAD-68C4-067F-2CF4-BE694E9A8553}"/>
          </ac:spMkLst>
        </pc:spChg>
        <pc:spChg chg="add del mod">
          <ac:chgData name="Freda Shi" userId="e3bafef1-15f2-4eeb-acbe-fa674bab7991" providerId="ADAL" clId="{9555FC65-5A8C-4EE8-9D5B-8283D7A0923C}" dt="2026-01-28T05:55:22.020" v="47221" actId="478"/>
          <ac:spMkLst>
            <pc:docMk/>
            <pc:sldMk cId="2276297454" sldId="280"/>
            <ac:spMk id="789" creationId="{A26C7219-1D2B-4B65-A3BE-0BF136346906}"/>
          </ac:spMkLst>
        </pc:spChg>
        <pc:spChg chg="add del mod">
          <ac:chgData name="Freda Shi" userId="e3bafef1-15f2-4eeb-acbe-fa674bab7991" providerId="ADAL" clId="{9555FC65-5A8C-4EE8-9D5B-8283D7A0923C}" dt="2026-01-28T05:55:22.020" v="47220" actId="478"/>
          <ac:spMkLst>
            <pc:docMk/>
            <pc:sldMk cId="2276297454" sldId="280"/>
            <ac:spMk id="790" creationId="{56935723-7AEA-3E77-9145-8C50DFC0846F}"/>
          </ac:spMkLst>
        </pc:spChg>
        <pc:spChg chg="add del mod">
          <ac:chgData name="Freda Shi" userId="e3bafef1-15f2-4eeb-acbe-fa674bab7991" providerId="ADAL" clId="{9555FC65-5A8C-4EE8-9D5B-8283D7A0923C}" dt="2026-01-28T05:55:22.020" v="47219" actId="478"/>
          <ac:spMkLst>
            <pc:docMk/>
            <pc:sldMk cId="2276297454" sldId="280"/>
            <ac:spMk id="791" creationId="{66BAA230-76F6-D522-3B79-8ACE1F078F8A}"/>
          </ac:spMkLst>
        </pc:spChg>
        <pc:spChg chg="add del mod">
          <ac:chgData name="Freda Shi" userId="e3bafef1-15f2-4eeb-acbe-fa674bab7991" providerId="ADAL" clId="{9555FC65-5A8C-4EE8-9D5B-8283D7A0923C}" dt="2026-01-28T05:55:22.003" v="47218" actId="478"/>
          <ac:spMkLst>
            <pc:docMk/>
            <pc:sldMk cId="2276297454" sldId="280"/>
            <ac:spMk id="792" creationId="{DC387CB8-B02F-2DCF-DD71-2781B33A63C0}"/>
          </ac:spMkLst>
        </pc:spChg>
        <pc:spChg chg="add del mod">
          <ac:chgData name="Freda Shi" userId="e3bafef1-15f2-4eeb-acbe-fa674bab7991" providerId="ADAL" clId="{9555FC65-5A8C-4EE8-9D5B-8283D7A0923C}" dt="2026-01-28T05:55:22.003" v="47217" actId="478"/>
          <ac:spMkLst>
            <pc:docMk/>
            <pc:sldMk cId="2276297454" sldId="280"/>
            <ac:spMk id="793" creationId="{3A84FCBD-1376-9A84-8772-12EFA6AB608C}"/>
          </ac:spMkLst>
        </pc:spChg>
        <pc:spChg chg="add del mod">
          <ac:chgData name="Freda Shi" userId="e3bafef1-15f2-4eeb-acbe-fa674bab7991" providerId="ADAL" clId="{9555FC65-5A8C-4EE8-9D5B-8283D7A0923C}" dt="2026-01-28T05:55:22.003" v="47216" actId="478"/>
          <ac:spMkLst>
            <pc:docMk/>
            <pc:sldMk cId="2276297454" sldId="280"/>
            <ac:spMk id="794" creationId="{7C96CAAC-7D54-8B99-AA2E-071FC50CA632}"/>
          </ac:spMkLst>
        </pc:spChg>
        <pc:spChg chg="add del mod">
          <ac:chgData name="Freda Shi" userId="e3bafef1-15f2-4eeb-acbe-fa674bab7991" providerId="ADAL" clId="{9555FC65-5A8C-4EE8-9D5B-8283D7A0923C}" dt="2026-01-28T05:55:22.003" v="47215" actId="478"/>
          <ac:spMkLst>
            <pc:docMk/>
            <pc:sldMk cId="2276297454" sldId="280"/>
            <ac:spMk id="795" creationId="{BA5FAE5A-B9F1-9E7C-B5F5-4B38D8D14954}"/>
          </ac:spMkLst>
        </pc:spChg>
        <pc:spChg chg="add del mod">
          <ac:chgData name="Freda Shi" userId="e3bafef1-15f2-4eeb-acbe-fa674bab7991" providerId="ADAL" clId="{9555FC65-5A8C-4EE8-9D5B-8283D7A0923C}" dt="2026-01-28T05:55:22.001" v="47214" actId="478"/>
          <ac:spMkLst>
            <pc:docMk/>
            <pc:sldMk cId="2276297454" sldId="280"/>
            <ac:spMk id="796" creationId="{6AF6A809-3AB2-51EB-2D4C-CF9FA9346B5D}"/>
          </ac:spMkLst>
        </pc:spChg>
        <pc:spChg chg="add del mod">
          <ac:chgData name="Freda Shi" userId="e3bafef1-15f2-4eeb-acbe-fa674bab7991" providerId="ADAL" clId="{9555FC65-5A8C-4EE8-9D5B-8283D7A0923C}" dt="2026-01-28T05:55:21.988" v="47213" actId="478"/>
          <ac:spMkLst>
            <pc:docMk/>
            <pc:sldMk cId="2276297454" sldId="280"/>
            <ac:spMk id="797" creationId="{F9106BC8-A6F2-B2F9-11B7-0334CF4DA1C4}"/>
          </ac:spMkLst>
        </pc:spChg>
        <pc:spChg chg="mod">
          <ac:chgData name="Freda Shi" userId="e3bafef1-15f2-4eeb-acbe-fa674bab7991" providerId="ADAL" clId="{9555FC65-5A8C-4EE8-9D5B-8283D7A0923C}" dt="2026-01-28T05:54:50.304" v="46494" actId="108"/>
          <ac:spMkLst>
            <pc:docMk/>
            <pc:sldMk cId="2276297454" sldId="280"/>
            <ac:spMk id="825" creationId="{71B412AC-91C2-9A9E-F1B7-650063738AB7}"/>
          </ac:spMkLst>
        </pc:spChg>
        <pc:spChg chg="mod">
          <ac:chgData name="Freda Shi" userId="e3bafef1-15f2-4eeb-acbe-fa674bab7991" providerId="ADAL" clId="{9555FC65-5A8C-4EE8-9D5B-8283D7A0923C}" dt="2026-01-28T05:54:50.302" v="46493" actId="108"/>
          <ac:spMkLst>
            <pc:docMk/>
            <pc:sldMk cId="2276297454" sldId="280"/>
            <ac:spMk id="826" creationId="{0AE2067E-376E-3231-9D2A-3066B927C091}"/>
          </ac:spMkLst>
        </pc:spChg>
        <pc:spChg chg="mod">
          <ac:chgData name="Freda Shi" userId="e3bafef1-15f2-4eeb-acbe-fa674bab7991" providerId="ADAL" clId="{9555FC65-5A8C-4EE8-9D5B-8283D7A0923C}" dt="2026-01-28T05:54:50.302" v="46492" actId="108"/>
          <ac:spMkLst>
            <pc:docMk/>
            <pc:sldMk cId="2276297454" sldId="280"/>
            <ac:spMk id="827" creationId="{31A53B48-52A3-1B5E-E42E-43F08D8C6AC3}"/>
          </ac:spMkLst>
        </pc:spChg>
        <pc:spChg chg="mod">
          <ac:chgData name="Freda Shi" userId="e3bafef1-15f2-4eeb-acbe-fa674bab7991" providerId="ADAL" clId="{9555FC65-5A8C-4EE8-9D5B-8283D7A0923C}" dt="2026-01-28T05:54:50.302" v="46491" actId="108"/>
          <ac:spMkLst>
            <pc:docMk/>
            <pc:sldMk cId="2276297454" sldId="280"/>
            <ac:spMk id="828" creationId="{9E7D32AB-8BC1-25AF-B31A-46DE379AF79A}"/>
          </ac:spMkLst>
        </pc:spChg>
        <pc:spChg chg="mod">
          <ac:chgData name="Freda Shi" userId="e3bafef1-15f2-4eeb-acbe-fa674bab7991" providerId="ADAL" clId="{9555FC65-5A8C-4EE8-9D5B-8283D7A0923C}" dt="2026-01-28T05:54:50.302" v="46490" actId="108"/>
          <ac:spMkLst>
            <pc:docMk/>
            <pc:sldMk cId="2276297454" sldId="280"/>
            <ac:spMk id="829" creationId="{E03B6EF0-2006-E4CB-91CA-7296498B98E3}"/>
          </ac:spMkLst>
        </pc:spChg>
        <pc:spChg chg="mod">
          <ac:chgData name="Freda Shi" userId="e3bafef1-15f2-4eeb-acbe-fa674bab7991" providerId="ADAL" clId="{9555FC65-5A8C-4EE8-9D5B-8283D7A0923C}" dt="2026-01-28T05:54:50.302" v="46489" actId="108"/>
          <ac:spMkLst>
            <pc:docMk/>
            <pc:sldMk cId="2276297454" sldId="280"/>
            <ac:spMk id="830" creationId="{DC546E11-C9EE-F1CD-3FB2-C6BF25854BE9}"/>
          </ac:spMkLst>
        </pc:spChg>
        <pc:spChg chg="mod">
          <ac:chgData name="Freda Shi" userId="e3bafef1-15f2-4eeb-acbe-fa674bab7991" providerId="ADAL" clId="{9555FC65-5A8C-4EE8-9D5B-8283D7A0923C}" dt="2026-01-28T05:54:50.302" v="46488" actId="108"/>
          <ac:spMkLst>
            <pc:docMk/>
            <pc:sldMk cId="2276297454" sldId="280"/>
            <ac:spMk id="831" creationId="{AE3B2DC3-B509-82AE-C2C4-A0373CB95375}"/>
          </ac:spMkLst>
        </pc:spChg>
        <pc:spChg chg="mod">
          <ac:chgData name="Freda Shi" userId="e3bafef1-15f2-4eeb-acbe-fa674bab7991" providerId="ADAL" clId="{9555FC65-5A8C-4EE8-9D5B-8283D7A0923C}" dt="2026-01-28T05:54:50.302" v="46487" actId="108"/>
          <ac:spMkLst>
            <pc:docMk/>
            <pc:sldMk cId="2276297454" sldId="280"/>
            <ac:spMk id="832" creationId="{E7A9C7A6-8BEE-245D-584A-B560519219CB}"/>
          </ac:spMkLst>
        </pc:spChg>
        <pc:spChg chg="mod">
          <ac:chgData name="Freda Shi" userId="e3bafef1-15f2-4eeb-acbe-fa674bab7991" providerId="ADAL" clId="{9555FC65-5A8C-4EE8-9D5B-8283D7A0923C}" dt="2026-01-28T05:54:50.300" v="46486" actId="108"/>
          <ac:spMkLst>
            <pc:docMk/>
            <pc:sldMk cId="2276297454" sldId="280"/>
            <ac:spMk id="833" creationId="{E425371A-C1A4-12A4-2280-5210F3C772F0}"/>
          </ac:spMkLst>
        </pc:spChg>
        <pc:spChg chg="mod">
          <ac:chgData name="Freda Shi" userId="e3bafef1-15f2-4eeb-acbe-fa674bab7991" providerId="ADAL" clId="{9555FC65-5A8C-4EE8-9D5B-8283D7A0923C}" dt="2026-01-28T05:54:50.300" v="46485" actId="108"/>
          <ac:spMkLst>
            <pc:docMk/>
            <pc:sldMk cId="2276297454" sldId="280"/>
            <ac:spMk id="834" creationId="{EBB016DD-D747-F622-8609-9CC9D3C7633C}"/>
          </ac:spMkLst>
        </pc:spChg>
        <pc:spChg chg="mod">
          <ac:chgData name="Freda Shi" userId="e3bafef1-15f2-4eeb-acbe-fa674bab7991" providerId="ADAL" clId="{9555FC65-5A8C-4EE8-9D5B-8283D7A0923C}" dt="2026-01-28T05:54:50.300" v="46484" actId="108"/>
          <ac:spMkLst>
            <pc:docMk/>
            <pc:sldMk cId="2276297454" sldId="280"/>
            <ac:spMk id="835" creationId="{99F19659-A6B8-93F6-803B-8519BAB9BC7D}"/>
          </ac:spMkLst>
        </pc:spChg>
        <pc:spChg chg="mod">
          <ac:chgData name="Freda Shi" userId="e3bafef1-15f2-4eeb-acbe-fa674bab7991" providerId="ADAL" clId="{9555FC65-5A8C-4EE8-9D5B-8283D7A0923C}" dt="2026-01-28T05:54:50.300" v="46483" actId="108"/>
          <ac:spMkLst>
            <pc:docMk/>
            <pc:sldMk cId="2276297454" sldId="280"/>
            <ac:spMk id="836" creationId="{A5F414D2-C405-BB79-9CA7-79B6AA0CE651}"/>
          </ac:spMkLst>
        </pc:spChg>
        <pc:spChg chg="mod">
          <ac:chgData name="Freda Shi" userId="e3bafef1-15f2-4eeb-acbe-fa674bab7991" providerId="ADAL" clId="{9555FC65-5A8C-4EE8-9D5B-8283D7A0923C}" dt="2026-01-28T05:54:50.300" v="46482" actId="108"/>
          <ac:spMkLst>
            <pc:docMk/>
            <pc:sldMk cId="2276297454" sldId="280"/>
            <ac:spMk id="837" creationId="{FA4D6195-68B8-2A83-3277-018F316E24F0}"/>
          </ac:spMkLst>
        </pc:spChg>
        <pc:spChg chg="mod">
          <ac:chgData name="Freda Shi" userId="e3bafef1-15f2-4eeb-acbe-fa674bab7991" providerId="ADAL" clId="{9555FC65-5A8C-4EE8-9D5B-8283D7A0923C}" dt="2026-01-28T05:54:50.300" v="46481" actId="108"/>
          <ac:spMkLst>
            <pc:docMk/>
            <pc:sldMk cId="2276297454" sldId="280"/>
            <ac:spMk id="838" creationId="{41B2D04A-1BE0-3A8A-51F8-38BA3D4DFE3B}"/>
          </ac:spMkLst>
        </pc:spChg>
        <pc:spChg chg="mod">
          <ac:chgData name="Freda Shi" userId="e3bafef1-15f2-4eeb-acbe-fa674bab7991" providerId="ADAL" clId="{9555FC65-5A8C-4EE8-9D5B-8283D7A0923C}" dt="2026-01-28T05:54:50.298" v="46480" actId="108"/>
          <ac:spMkLst>
            <pc:docMk/>
            <pc:sldMk cId="2276297454" sldId="280"/>
            <ac:spMk id="839" creationId="{909D0A73-84CC-8BED-CB00-F3E82D609170}"/>
          </ac:spMkLst>
        </pc:spChg>
        <pc:spChg chg="mod">
          <ac:chgData name="Freda Shi" userId="e3bafef1-15f2-4eeb-acbe-fa674bab7991" providerId="ADAL" clId="{9555FC65-5A8C-4EE8-9D5B-8283D7A0923C}" dt="2026-01-28T05:54:50.298" v="46479" actId="108"/>
          <ac:spMkLst>
            <pc:docMk/>
            <pc:sldMk cId="2276297454" sldId="280"/>
            <ac:spMk id="840" creationId="{74A0A860-CA3F-17B1-63FF-A1444EB864FC}"/>
          </ac:spMkLst>
        </pc:spChg>
        <pc:spChg chg="mod">
          <ac:chgData name="Freda Shi" userId="e3bafef1-15f2-4eeb-acbe-fa674bab7991" providerId="ADAL" clId="{9555FC65-5A8C-4EE8-9D5B-8283D7A0923C}" dt="2026-01-28T05:54:50.298" v="46478" actId="108"/>
          <ac:spMkLst>
            <pc:docMk/>
            <pc:sldMk cId="2276297454" sldId="280"/>
            <ac:spMk id="841" creationId="{B3AC646F-9B69-FB35-A861-868D0743E9A2}"/>
          </ac:spMkLst>
        </pc:spChg>
        <pc:spChg chg="mod">
          <ac:chgData name="Freda Shi" userId="e3bafef1-15f2-4eeb-acbe-fa674bab7991" providerId="ADAL" clId="{9555FC65-5A8C-4EE8-9D5B-8283D7A0923C}" dt="2026-01-28T05:54:50.298" v="46477" actId="108"/>
          <ac:spMkLst>
            <pc:docMk/>
            <pc:sldMk cId="2276297454" sldId="280"/>
            <ac:spMk id="842" creationId="{DD653B58-B714-A694-1577-F38EA7C81B2A}"/>
          </ac:spMkLst>
        </pc:spChg>
        <pc:spChg chg="mod">
          <ac:chgData name="Freda Shi" userId="e3bafef1-15f2-4eeb-acbe-fa674bab7991" providerId="ADAL" clId="{9555FC65-5A8C-4EE8-9D5B-8283D7A0923C}" dt="2026-01-28T05:54:50.296" v="46476" actId="108"/>
          <ac:spMkLst>
            <pc:docMk/>
            <pc:sldMk cId="2276297454" sldId="280"/>
            <ac:spMk id="843" creationId="{02CBAAB3-8901-83DE-F90E-663CBAC6340A}"/>
          </ac:spMkLst>
        </pc:spChg>
        <pc:spChg chg="mod">
          <ac:chgData name="Freda Shi" userId="e3bafef1-15f2-4eeb-acbe-fa674bab7991" providerId="ADAL" clId="{9555FC65-5A8C-4EE8-9D5B-8283D7A0923C}" dt="2026-01-28T05:54:50.296" v="46475" actId="108"/>
          <ac:spMkLst>
            <pc:docMk/>
            <pc:sldMk cId="2276297454" sldId="280"/>
            <ac:spMk id="844" creationId="{FC13901B-5D8A-F40C-210B-B064FB4917F4}"/>
          </ac:spMkLst>
        </pc:spChg>
        <pc:spChg chg="mod">
          <ac:chgData name="Freda Shi" userId="e3bafef1-15f2-4eeb-acbe-fa674bab7991" providerId="ADAL" clId="{9555FC65-5A8C-4EE8-9D5B-8283D7A0923C}" dt="2026-01-28T05:54:50.296" v="46474" actId="108"/>
          <ac:spMkLst>
            <pc:docMk/>
            <pc:sldMk cId="2276297454" sldId="280"/>
            <ac:spMk id="845" creationId="{F0431763-8F3D-59F7-1A1C-1E609D62A793}"/>
          </ac:spMkLst>
        </pc:spChg>
        <pc:spChg chg="mod">
          <ac:chgData name="Freda Shi" userId="e3bafef1-15f2-4eeb-acbe-fa674bab7991" providerId="ADAL" clId="{9555FC65-5A8C-4EE8-9D5B-8283D7A0923C}" dt="2026-01-28T05:54:50.291" v="46473" actId="108"/>
          <ac:spMkLst>
            <pc:docMk/>
            <pc:sldMk cId="2276297454" sldId="280"/>
            <ac:spMk id="846" creationId="{D8F2DBBB-1ADC-7BBA-5B85-28637D39EC64}"/>
          </ac:spMkLst>
        </pc:spChg>
        <pc:spChg chg="mod">
          <ac:chgData name="Freda Shi" userId="e3bafef1-15f2-4eeb-acbe-fa674bab7991" providerId="ADAL" clId="{9555FC65-5A8C-4EE8-9D5B-8283D7A0923C}" dt="2026-01-28T05:54:51.050" v="46727"/>
          <ac:spMkLst>
            <pc:docMk/>
            <pc:sldMk cId="2276297454" sldId="280"/>
            <ac:spMk id="904" creationId="{599A734F-DD23-27C8-E5E1-4FDDE5DB1ACE}"/>
          </ac:spMkLst>
        </pc:spChg>
        <pc:spChg chg="mod">
          <ac:chgData name="Freda Shi" userId="e3bafef1-15f2-4eeb-acbe-fa674bab7991" providerId="ADAL" clId="{9555FC65-5A8C-4EE8-9D5B-8283D7A0923C}" dt="2026-01-28T05:54:51.050" v="46727"/>
          <ac:spMkLst>
            <pc:docMk/>
            <pc:sldMk cId="2276297454" sldId="280"/>
            <ac:spMk id="944" creationId="{372892D0-0D4E-0D09-AB9D-5CA8D29AA57A}"/>
          </ac:spMkLst>
        </pc:spChg>
        <pc:spChg chg="mod">
          <ac:chgData name="Freda Shi" userId="e3bafef1-15f2-4eeb-acbe-fa674bab7991" providerId="ADAL" clId="{9555FC65-5A8C-4EE8-9D5B-8283D7A0923C}" dt="2026-01-28T05:55:12.968" v="47202"/>
          <ac:spMkLst>
            <pc:docMk/>
            <pc:sldMk cId="2276297454" sldId="280"/>
            <ac:spMk id="1240" creationId="{0E17F9CC-CCE9-7AD6-DD9D-F7A045F32678}"/>
          </ac:spMkLst>
        </pc:spChg>
        <pc:spChg chg="mod">
          <ac:chgData name="Freda Shi" userId="e3bafef1-15f2-4eeb-acbe-fa674bab7991" providerId="ADAL" clId="{9555FC65-5A8C-4EE8-9D5B-8283D7A0923C}" dt="2026-01-28T05:55:12.968" v="47202"/>
          <ac:spMkLst>
            <pc:docMk/>
            <pc:sldMk cId="2276297454" sldId="280"/>
            <ac:spMk id="1296" creationId="{8928B152-C6E4-5E97-3383-786A115EFABF}"/>
          </ac:spMkLst>
        </pc:spChg>
        <pc:spChg chg="mod">
          <ac:chgData name="Freda Shi" userId="e3bafef1-15f2-4eeb-acbe-fa674bab7991" providerId="ADAL" clId="{9555FC65-5A8C-4EE8-9D5B-8283D7A0923C}" dt="2026-01-28T05:55:22.385" v="47440" actId="108"/>
          <ac:spMkLst>
            <pc:docMk/>
            <pc:sldMk cId="2276297454" sldId="280"/>
            <ac:spMk id="1311" creationId="{4392CCDC-1344-21F3-7601-21A592DEF0AA}"/>
          </ac:spMkLst>
        </pc:spChg>
        <pc:spChg chg="mod">
          <ac:chgData name="Freda Shi" userId="e3bafef1-15f2-4eeb-acbe-fa674bab7991" providerId="ADAL" clId="{9555FC65-5A8C-4EE8-9D5B-8283D7A0923C}" dt="2026-01-28T05:55:22.385" v="47441" actId="108"/>
          <ac:spMkLst>
            <pc:docMk/>
            <pc:sldMk cId="2276297454" sldId="280"/>
            <ac:spMk id="1312" creationId="{9DB79A71-843E-B48A-99C0-32296104EA43}"/>
          </ac:spMkLst>
        </pc:spChg>
        <pc:spChg chg="mod">
          <ac:chgData name="Freda Shi" userId="e3bafef1-15f2-4eeb-acbe-fa674bab7991" providerId="ADAL" clId="{9555FC65-5A8C-4EE8-9D5B-8283D7A0923C}" dt="2026-01-28T05:55:22.385" v="47442" actId="108"/>
          <ac:spMkLst>
            <pc:docMk/>
            <pc:sldMk cId="2276297454" sldId="280"/>
            <ac:spMk id="1313" creationId="{64F09854-E178-814B-831C-C50AD7AD8DA9}"/>
          </ac:spMkLst>
        </pc:spChg>
        <pc:spChg chg="mod">
          <ac:chgData name="Freda Shi" userId="e3bafef1-15f2-4eeb-acbe-fa674bab7991" providerId="ADAL" clId="{9555FC65-5A8C-4EE8-9D5B-8283D7A0923C}" dt="2026-01-28T05:55:22.385" v="47443" actId="108"/>
          <ac:spMkLst>
            <pc:docMk/>
            <pc:sldMk cId="2276297454" sldId="280"/>
            <ac:spMk id="1314" creationId="{7315F17E-7EE6-0E85-9D79-D084F1094A37}"/>
          </ac:spMkLst>
        </pc:spChg>
        <pc:spChg chg="mod">
          <ac:chgData name="Freda Shi" userId="e3bafef1-15f2-4eeb-acbe-fa674bab7991" providerId="ADAL" clId="{9555FC65-5A8C-4EE8-9D5B-8283D7A0923C}" dt="2026-01-28T05:55:22.385" v="47444" actId="108"/>
          <ac:spMkLst>
            <pc:docMk/>
            <pc:sldMk cId="2276297454" sldId="280"/>
            <ac:spMk id="1315" creationId="{01A3173C-4A23-DDCB-0B73-6EB47045F726}"/>
          </ac:spMkLst>
        </pc:spChg>
        <pc:spChg chg="mod">
          <ac:chgData name="Freda Shi" userId="e3bafef1-15f2-4eeb-acbe-fa674bab7991" providerId="ADAL" clId="{9555FC65-5A8C-4EE8-9D5B-8283D7A0923C}" dt="2026-01-28T05:55:22.385" v="47445" actId="108"/>
          <ac:spMkLst>
            <pc:docMk/>
            <pc:sldMk cId="2276297454" sldId="280"/>
            <ac:spMk id="1316" creationId="{7D5F8671-38F2-283C-0540-7351B6AD5154}"/>
          </ac:spMkLst>
        </pc:spChg>
        <pc:spChg chg="mod">
          <ac:chgData name="Freda Shi" userId="e3bafef1-15f2-4eeb-acbe-fa674bab7991" providerId="ADAL" clId="{9555FC65-5A8C-4EE8-9D5B-8283D7A0923C}" dt="2026-01-28T05:55:22.385" v="47446" actId="108"/>
          <ac:spMkLst>
            <pc:docMk/>
            <pc:sldMk cId="2276297454" sldId="280"/>
            <ac:spMk id="1317" creationId="{E9698D37-FC8B-04AB-FE97-B5F96C08C730}"/>
          </ac:spMkLst>
        </pc:spChg>
        <pc:spChg chg="mod">
          <ac:chgData name="Freda Shi" userId="e3bafef1-15f2-4eeb-acbe-fa674bab7991" providerId="ADAL" clId="{9555FC65-5A8C-4EE8-9D5B-8283D7A0923C}" dt="2026-01-28T05:55:22.385" v="47447" actId="108"/>
          <ac:spMkLst>
            <pc:docMk/>
            <pc:sldMk cId="2276297454" sldId="280"/>
            <ac:spMk id="1318" creationId="{3A1FED40-FCE0-37FF-5AC8-31AB438A4F08}"/>
          </ac:spMkLst>
        </pc:spChg>
        <pc:spChg chg="mod">
          <ac:chgData name="Freda Shi" userId="e3bafef1-15f2-4eeb-acbe-fa674bab7991" providerId="ADAL" clId="{9555FC65-5A8C-4EE8-9D5B-8283D7A0923C}" dt="2026-01-28T05:55:22.385" v="47448" actId="108"/>
          <ac:spMkLst>
            <pc:docMk/>
            <pc:sldMk cId="2276297454" sldId="280"/>
            <ac:spMk id="1319" creationId="{AB349776-89A6-B12A-BE13-D6AA915F42D8}"/>
          </ac:spMkLst>
        </pc:spChg>
        <pc:spChg chg="mod">
          <ac:chgData name="Freda Shi" userId="e3bafef1-15f2-4eeb-acbe-fa674bab7991" providerId="ADAL" clId="{9555FC65-5A8C-4EE8-9D5B-8283D7A0923C}" dt="2026-01-28T05:55:22.385" v="47449" actId="108"/>
          <ac:spMkLst>
            <pc:docMk/>
            <pc:sldMk cId="2276297454" sldId="280"/>
            <ac:spMk id="1320" creationId="{A54CEEDC-6E3C-B9CE-AF89-32982D3852B9}"/>
          </ac:spMkLst>
        </pc:spChg>
        <pc:spChg chg="mod">
          <ac:chgData name="Freda Shi" userId="e3bafef1-15f2-4eeb-acbe-fa674bab7991" providerId="ADAL" clId="{9555FC65-5A8C-4EE8-9D5B-8283D7A0923C}" dt="2026-01-28T05:55:22.385" v="47450" actId="108"/>
          <ac:spMkLst>
            <pc:docMk/>
            <pc:sldMk cId="2276297454" sldId="280"/>
            <ac:spMk id="1321" creationId="{493821A4-DB73-B910-9A1B-DDDCAA10D86D}"/>
          </ac:spMkLst>
        </pc:spChg>
        <pc:spChg chg="mod">
          <ac:chgData name="Freda Shi" userId="e3bafef1-15f2-4eeb-acbe-fa674bab7991" providerId="ADAL" clId="{9555FC65-5A8C-4EE8-9D5B-8283D7A0923C}" dt="2026-01-28T05:55:22.385" v="47451" actId="108"/>
          <ac:spMkLst>
            <pc:docMk/>
            <pc:sldMk cId="2276297454" sldId="280"/>
            <ac:spMk id="1322" creationId="{7D1265BC-B97D-8311-0D44-3F87F992AF75}"/>
          </ac:spMkLst>
        </pc:spChg>
        <pc:spChg chg="mod">
          <ac:chgData name="Freda Shi" userId="e3bafef1-15f2-4eeb-acbe-fa674bab7991" providerId="ADAL" clId="{9555FC65-5A8C-4EE8-9D5B-8283D7A0923C}" dt="2026-01-28T05:55:22.385" v="47452" actId="108"/>
          <ac:spMkLst>
            <pc:docMk/>
            <pc:sldMk cId="2276297454" sldId="280"/>
            <ac:spMk id="1323" creationId="{612A64D8-B7D0-49A1-29C6-F0464CAFCDE7}"/>
          </ac:spMkLst>
        </pc:spChg>
        <pc:spChg chg="mod">
          <ac:chgData name="Freda Shi" userId="e3bafef1-15f2-4eeb-acbe-fa674bab7991" providerId="ADAL" clId="{9555FC65-5A8C-4EE8-9D5B-8283D7A0923C}" dt="2026-01-28T05:55:22.385" v="47453" actId="108"/>
          <ac:spMkLst>
            <pc:docMk/>
            <pc:sldMk cId="2276297454" sldId="280"/>
            <ac:spMk id="1324" creationId="{B7A7450E-26A6-625B-CA9B-A85A6A76CF11}"/>
          </ac:spMkLst>
        </pc:spChg>
        <pc:spChg chg="mod">
          <ac:chgData name="Freda Shi" userId="e3bafef1-15f2-4eeb-acbe-fa674bab7991" providerId="ADAL" clId="{9555FC65-5A8C-4EE8-9D5B-8283D7A0923C}" dt="2026-01-28T05:55:22.385" v="47454" actId="108"/>
          <ac:spMkLst>
            <pc:docMk/>
            <pc:sldMk cId="2276297454" sldId="280"/>
            <ac:spMk id="1325" creationId="{4C541552-3CB7-DFF8-7F6D-1E2BECDF0BF7}"/>
          </ac:spMkLst>
        </pc:spChg>
        <pc:spChg chg="mod">
          <ac:chgData name="Freda Shi" userId="e3bafef1-15f2-4eeb-acbe-fa674bab7991" providerId="ADAL" clId="{9555FC65-5A8C-4EE8-9D5B-8283D7A0923C}" dt="2026-01-28T05:55:22.385" v="47455" actId="108"/>
          <ac:spMkLst>
            <pc:docMk/>
            <pc:sldMk cId="2276297454" sldId="280"/>
            <ac:spMk id="1326" creationId="{8A65EA7B-CFB2-CF79-A4B5-6E5261098C37}"/>
          </ac:spMkLst>
        </pc:spChg>
        <pc:spChg chg="mod">
          <ac:chgData name="Freda Shi" userId="e3bafef1-15f2-4eeb-acbe-fa674bab7991" providerId="ADAL" clId="{9555FC65-5A8C-4EE8-9D5B-8283D7A0923C}" dt="2026-01-28T05:55:22.385" v="47456" actId="108"/>
          <ac:spMkLst>
            <pc:docMk/>
            <pc:sldMk cId="2276297454" sldId="280"/>
            <ac:spMk id="1327" creationId="{F42A2ACF-28DD-D0E8-986B-66EDE4B8142F}"/>
          </ac:spMkLst>
        </pc:spChg>
        <pc:spChg chg="mod">
          <ac:chgData name="Freda Shi" userId="e3bafef1-15f2-4eeb-acbe-fa674bab7991" providerId="ADAL" clId="{9555FC65-5A8C-4EE8-9D5B-8283D7A0923C}" dt="2026-01-28T05:55:22.385" v="47457" actId="108"/>
          <ac:spMkLst>
            <pc:docMk/>
            <pc:sldMk cId="2276297454" sldId="280"/>
            <ac:spMk id="1328" creationId="{7E1C163A-1992-5BF1-DE31-8A7A86585ACA}"/>
          </ac:spMkLst>
        </pc:spChg>
        <pc:spChg chg="mod">
          <ac:chgData name="Freda Shi" userId="e3bafef1-15f2-4eeb-acbe-fa674bab7991" providerId="ADAL" clId="{9555FC65-5A8C-4EE8-9D5B-8283D7A0923C}" dt="2026-01-28T05:55:22.385" v="47458" actId="108"/>
          <ac:spMkLst>
            <pc:docMk/>
            <pc:sldMk cId="2276297454" sldId="280"/>
            <ac:spMk id="1329" creationId="{08DBDFB0-51A0-77A8-5222-759907158406}"/>
          </ac:spMkLst>
        </pc:spChg>
        <pc:spChg chg="mod">
          <ac:chgData name="Freda Shi" userId="e3bafef1-15f2-4eeb-acbe-fa674bab7991" providerId="ADAL" clId="{9555FC65-5A8C-4EE8-9D5B-8283D7A0923C}" dt="2026-01-28T05:55:22.385" v="47459" actId="108"/>
          <ac:spMkLst>
            <pc:docMk/>
            <pc:sldMk cId="2276297454" sldId="280"/>
            <ac:spMk id="1330" creationId="{17E4EE18-DC00-79C4-E2C8-8A2E23475BA5}"/>
          </ac:spMkLst>
        </pc:spChg>
        <pc:spChg chg="mod">
          <ac:chgData name="Freda Shi" userId="e3bafef1-15f2-4eeb-acbe-fa674bab7991" providerId="ADAL" clId="{9555FC65-5A8C-4EE8-9D5B-8283D7A0923C}" dt="2026-01-28T05:55:22.385" v="47460" actId="108"/>
          <ac:spMkLst>
            <pc:docMk/>
            <pc:sldMk cId="2276297454" sldId="280"/>
            <ac:spMk id="1331" creationId="{D105D7AA-1261-2AC3-D123-0C14D36855DB}"/>
          </ac:spMkLst>
        </pc:spChg>
        <pc:spChg chg="mod">
          <ac:chgData name="Freda Shi" userId="e3bafef1-15f2-4eeb-acbe-fa674bab7991" providerId="ADAL" clId="{9555FC65-5A8C-4EE8-9D5B-8283D7A0923C}" dt="2026-01-28T05:55:22.385" v="47461" actId="108"/>
          <ac:spMkLst>
            <pc:docMk/>
            <pc:sldMk cId="2276297454" sldId="280"/>
            <ac:spMk id="1332" creationId="{084731DE-3FF6-D73B-CED7-F15C508A47D0}"/>
          </ac:spMkLst>
        </pc:spChg>
        <pc:spChg chg="mod">
          <ac:chgData name="Freda Shi" userId="e3bafef1-15f2-4eeb-acbe-fa674bab7991" providerId="ADAL" clId="{9555FC65-5A8C-4EE8-9D5B-8283D7A0923C}" dt="2026-01-28T05:55:22.385" v="47462" actId="108"/>
          <ac:spMkLst>
            <pc:docMk/>
            <pc:sldMk cId="2276297454" sldId="280"/>
            <ac:spMk id="1333" creationId="{B921C56E-DA52-FB94-AE31-47B0361BDC7F}"/>
          </ac:spMkLst>
        </pc:spChg>
        <pc:spChg chg="mod">
          <ac:chgData name="Freda Shi" userId="e3bafef1-15f2-4eeb-acbe-fa674bab7991" providerId="ADAL" clId="{9555FC65-5A8C-4EE8-9D5B-8283D7A0923C}" dt="2026-01-28T05:55:22.385" v="47463" actId="108"/>
          <ac:spMkLst>
            <pc:docMk/>
            <pc:sldMk cId="2276297454" sldId="280"/>
            <ac:spMk id="1334" creationId="{AE536290-49D3-C751-18EE-CBCEDDA9F7F4}"/>
          </ac:spMkLst>
        </pc:spChg>
        <pc:spChg chg="mod">
          <ac:chgData name="Freda Shi" userId="e3bafef1-15f2-4eeb-acbe-fa674bab7991" providerId="ADAL" clId="{9555FC65-5A8C-4EE8-9D5B-8283D7A0923C}" dt="2026-01-28T05:55:22.401" v="47464" actId="108"/>
          <ac:spMkLst>
            <pc:docMk/>
            <pc:sldMk cId="2276297454" sldId="280"/>
            <ac:spMk id="1335" creationId="{A826A1A9-5F3D-C353-B9BB-A4281D7FE86F}"/>
          </ac:spMkLst>
        </pc:spChg>
        <pc:spChg chg="mod">
          <ac:chgData name="Freda Shi" userId="e3bafef1-15f2-4eeb-acbe-fa674bab7991" providerId="ADAL" clId="{9555FC65-5A8C-4EE8-9D5B-8283D7A0923C}" dt="2026-01-28T05:55:22.401" v="47465" actId="108"/>
          <ac:spMkLst>
            <pc:docMk/>
            <pc:sldMk cId="2276297454" sldId="280"/>
            <ac:spMk id="1336" creationId="{A09D0FC7-BDA1-7606-0065-3022A9AD33CF}"/>
          </ac:spMkLst>
        </pc:spChg>
        <pc:spChg chg="mod">
          <ac:chgData name="Freda Shi" userId="e3bafef1-15f2-4eeb-acbe-fa674bab7991" providerId="ADAL" clId="{9555FC65-5A8C-4EE8-9D5B-8283D7A0923C}" dt="2026-01-28T05:55:22.401" v="47466" actId="108"/>
          <ac:spMkLst>
            <pc:docMk/>
            <pc:sldMk cId="2276297454" sldId="280"/>
            <ac:spMk id="1337" creationId="{005F9F7E-4679-194C-E5B9-2A0C9DD59AFE}"/>
          </ac:spMkLst>
        </pc:spChg>
        <pc:spChg chg="mod">
          <ac:chgData name="Freda Shi" userId="e3bafef1-15f2-4eeb-acbe-fa674bab7991" providerId="ADAL" clId="{9555FC65-5A8C-4EE8-9D5B-8283D7A0923C}" dt="2026-01-28T05:55:22.401" v="47467" actId="108"/>
          <ac:spMkLst>
            <pc:docMk/>
            <pc:sldMk cId="2276297454" sldId="280"/>
            <ac:spMk id="1338" creationId="{169191D6-7869-897B-A872-E1ED18300A29}"/>
          </ac:spMkLst>
        </pc:spChg>
        <pc:spChg chg="mod">
          <ac:chgData name="Freda Shi" userId="e3bafef1-15f2-4eeb-acbe-fa674bab7991" providerId="ADAL" clId="{9555FC65-5A8C-4EE8-9D5B-8283D7A0923C}" dt="2026-01-28T05:55:22.401" v="47468" actId="108"/>
          <ac:spMkLst>
            <pc:docMk/>
            <pc:sldMk cId="2276297454" sldId="280"/>
            <ac:spMk id="1339" creationId="{6C5293E2-ADCC-1E11-FF57-5E9905DD8A02}"/>
          </ac:spMkLst>
        </pc:spChg>
        <pc:spChg chg="mod">
          <ac:chgData name="Freda Shi" userId="e3bafef1-15f2-4eeb-acbe-fa674bab7991" providerId="ADAL" clId="{9555FC65-5A8C-4EE8-9D5B-8283D7A0923C}" dt="2026-01-28T05:55:22.401" v="47469" actId="108"/>
          <ac:spMkLst>
            <pc:docMk/>
            <pc:sldMk cId="2276297454" sldId="280"/>
            <ac:spMk id="1340" creationId="{DF1D19C1-C13A-B40F-861B-203FBB17840E}"/>
          </ac:spMkLst>
        </pc:spChg>
        <pc:spChg chg="mod">
          <ac:chgData name="Freda Shi" userId="e3bafef1-15f2-4eeb-acbe-fa674bab7991" providerId="ADAL" clId="{9555FC65-5A8C-4EE8-9D5B-8283D7A0923C}" dt="2026-01-28T05:55:22.401" v="47470" actId="108"/>
          <ac:spMkLst>
            <pc:docMk/>
            <pc:sldMk cId="2276297454" sldId="280"/>
            <ac:spMk id="1341" creationId="{E714BDFB-80BF-7ED7-31D3-742BC237F7DE}"/>
          </ac:spMkLst>
        </pc:spChg>
        <pc:spChg chg="mod">
          <ac:chgData name="Freda Shi" userId="e3bafef1-15f2-4eeb-acbe-fa674bab7991" providerId="ADAL" clId="{9555FC65-5A8C-4EE8-9D5B-8283D7A0923C}" dt="2026-01-28T05:55:22.401" v="47471" actId="108"/>
          <ac:spMkLst>
            <pc:docMk/>
            <pc:sldMk cId="2276297454" sldId="280"/>
            <ac:spMk id="1342" creationId="{2BDCCFDC-1BC8-7481-6FCA-E0DAA10AA444}"/>
          </ac:spMkLst>
        </pc:spChg>
        <pc:spChg chg="mod">
          <ac:chgData name="Freda Shi" userId="e3bafef1-15f2-4eeb-acbe-fa674bab7991" providerId="ADAL" clId="{9555FC65-5A8C-4EE8-9D5B-8283D7A0923C}" dt="2026-01-28T05:55:22.401" v="47472" actId="108"/>
          <ac:spMkLst>
            <pc:docMk/>
            <pc:sldMk cId="2276297454" sldId="280"/>
            <ac:spMk id="1343" creationId="{1B680C90-505B-6E37-0F5C-B483690A2CB2}"/>
          </ac:spMkLst>
        </pc:spChg>
        <pc:spChg chg="mod">
          <ac:chgData name="Freda Shi" userId="e3bafef1-15f2-4eeb-acbe-fa674bab7991" providerId="ADAL" clId="{9555FC65-5A8C-4EE8-9D5B-8283D7A0923C}" dt="2026-01-28T05:55:22.401" v="47473" actId="108"/>
          <ac:spMkLst>
            <pc:docMk/>
            <pc:sldMk cId="2276297454" sldId="280"/>
            <ac:spMk id="1344" creationId="{4828F0F9-DF6B-80DB-4F23-CD114D666A69}"/>
          </ac:spMkLst>
        </pc:spChg>
        <pc:spChg chg="mod">
          <ac:chgData name="Freda Shi" userId="e3bafef1-15f2-4eeb-acbe-fa674bab7991" providerId="ADAL" clId="{9555FC65-5A8C-4EE8-9D5B-8283D7A0923C}" dt="2026-01-28T05:55:22.401" v="47474" actId="108"/>
          <ac:spMkLst>
            <pc:docMk/>
            <pc:sldMk cId="2276297454" sldId="280"/>
            <ac:spMk id="1345" creationId="{3BC59DD9-4AFA-AD68-FC9A-C45E627B46EA}"/>
          </ac:spMkLst>
        </pc:spChg>
        <pc:spChg chg="mod">
          <ac:chgData name="Freda Shi" userId="e3bafef1-15f2-4eeb-acbe-fa674bab7991" providerId="ADAL" clId="{9555FC65-5A8C-4EE8-9D5B-8283D7A0923C}" dt="2026-01-28T05:55:22.401" v="47475" actId="108"/>
          <ac:spMkLst>
            <pc:docMk/>
            <pc:sldMk cId="2276297454" sldId="280"/>
            <ac:spMk id="1346" creationId="{AFDFDECC-2FC4-9198-F45C-1136F425D446}"/>
          </ac:spMkLst>
        </pc:spChg>
        <pc:spChg chg="mod">
          <ac:chgData name="Freda Shi" userId="e3bafef1-15f2-4eeb-acbe-fa674bab7991" providerId="ADAL" clId="{9555FC65-5A8C-4EE8-9D5B-8283D7A0923C}" dt="2026-01-28T05:55:22.401" v="47476" actId="108"/>
          <ac:spMkLst>
            <pc:docMk/>
            <pc:sldMk cId="2276297454" sldId="280"/>
            <ac:spMk id="1347" creationId="{0A6F73A9-D2AE-9828-79F8-B783454276FC}"/>
          </ac:spMkLst>
        </pc:spChg>
        <pc:spChg chg="mod">
          <ac:chgData name="Freda Shi" userId="e3bafef1-15f2-4eeb-acbe-fa674bab7991" providerId="ADAL" clId="{9555FC65-5A8C-4EE8-9D5B-8283D7A0923C}" dt="2026-01-28T05:55:22.401" v="47477" actId="108"/>
          <ac:spMkLst>
            <pc:docMk/>
            <pc:sldMk cId="2276297454" sldId="280"/>
            <ac:spMk id="1348" creationId="{80B8D26B-3272-A60E-C9A1-704239C8B9CC}"/>
          </ac:spMkLst>
        </pc:spChg>
        <pc:spChg chg="mod">
          <ac:chgData name="Freda Shi" userId="e3bafef1-15f2-4eeb-acbe-fa674bab7991" providerId="ADAL" clId="{9555FC65-5A8C-4EE8-9D5B-8283D7A0923C}" dt="2026-01-28T05:55:22.401" v="47478" actId="108"/>
          <ac:spMkLst>
            <pc:docMk/>
            <pc:sldMk cId="2276297454" sldId="280"/>
            <ac:spMk id="1349" creationId="{70002F6F-4B82-DF69-C52B-DA898FDB956B}"/>
          </ac:spMkLst>
        </pc:spChg>
        <pc:spChg chg="mod">
          <ac:chgData name="Freda Shi" userId="e3bafef1-15f2-4eeb-acbe-fa674bab7991" providerId="ADAL" clId="{9555FC65-5A8C-4EE8-9D5B-8283D7A0923C}" dt="2026-01-28T05:55:22.401" v="47479" actId="108"/>
          <ac:spMkLst>
            <pc:docMk/>
            <pc:sldMk cId="2276297454" sldId="280"/>
            <ac:spMk id="1350" creationId="{65828F25-C0E3-80FC-2E03-127432E7D2B8}"/>
          </ac:spMkLst>
        </pc:spChg>
        <pc:spChg chg="mod">
          <ac:chgData name="Freda Shi" userId="e3bafef1-15f2-4eeb-acbe-fa674bab7991" providerId="ADAL" clId="{9555FC65-5A8C-4EE8-9D5B-8283D7A0923C}" dt="2026-01-28T05:55:22.401" v="47480" actId="108"/>
          <ac:spMkLst>
            <pc:docMk/>
            <pc:sldMk cId="2276297454" sldId="280"/>
            <ac:spMk id="1351" creationId="{D38FC9CB-DF7A-61AC-3C15-9022ABFBFBEE}"/>
          </ac:spMkLst>
        </pc:spChg>
        <pc:spChg chg="mod">
          <ac:chgData name="Freda Shi" userId="e3bafef1-15f2-4eeb-acbe-fa674bab7991" providerId="ADAL" clId="{9555FC65-5A8C-4EE8-9D5B-8283D7A0923C}" dt="2026-01-28T05:55:22.401" v="47481" actId="108"/>
          <ac:spMkLst>
            <pc:docMk/>
            <pc:sldMk cId="2276297454" sldId="280"/>
            <ac:spMk id="1352" creationId="{BA5BB8E9-9F78-A1FD-8C3A-1B4B68D2870C}"/>
          </ac:spMkLst>
        </pc:spChg>
        <pc:spChg chg="mod">
          <ac:chgData name="Freda Shi" userId="e3bafef1-15f2-4eeb-acbe-fa674bab7991" providerId="ADAL" clId="{9555FC65-5A8C-4EE8-9D5B-8283D7A0923C}" dt="2026-01-28T05:55:22.401" v="47482" actId="108"/>
          <ac:spMkLst>
            <pc:docMk/>
            <pc:sldMk cId="2276297454" sldId="280"/>
            <ac:spMk id="1353" creationId="{5F29D2D2-7BFC-46B6-A670-D8B65C1BBF4C}"/>
          </ac:spMkLst>
        </pc:spChg>
        <pc:spChg chg="mod">
          <ac:chgData name="Freda Shi" userId="e3bafef1-15f2-4eeb-acbe-fa674bab7991" providerId="ADAL" clId="{9555FC65-5A8C-4EE8-9D5B-8283D7A0923C}" dt="2026-01-28T05:55:22.401" v="47483" actId="108"/>
          <ac:spMkLst>
            <pc:docMk/>
            <pc:sldMk cId="2276297454" sldId="280"/>
            <ac:spMk id="1354" creationId="{94833023-1998-2834-0043-8A6BCA8159D8}"/>
          </ac:spMkLst>
        </pc:spChg>
        <pc:spChg chg="mod">
          <ac:chgData name="Freda Shi" userId="e3bafef1-15f2-4eeb-acbe-fa674bab7991" providerId="ADAL" clId="{9555FC65-5A8C-4EE8-9D5B-8283D7A0923C}" dt="2026-01-28T05:55:22.401" v="47484" actId="108"/>
          <ac:spMkLst>
            <pc:docMk/>
            <pc:sldMk cId="2276297454" sldId="280"/>
            <ac:spMk id="1355" creationId="{BDC1DA36-A8AF-F66F-4F75-ED6500D2D4FD}"/>
          </ac:spMkLst>
        </pc:spChg>
        <pc:spChg chg="mod">
          <ac:chgData name="Freda Shi" userId="e3bafef1-15f2-4eeb-acbe-fa674bab7991" providerId="ADAL" clId="{9555FC65-5A8C-4EE8-9D5B-8283D7A0923C}" dt="2026-01-28T05:55:22.401" v="47485" actId="108"/>
          <ac:spMkLst>
            <pc:docMk/>
            <pc:sldMk cId="2276297454" sldId="280"/>
            <ac:spMk id="1356" creationId="{B6F2E2F3-8069-1E93-D898-B1168F9FC6EF}"/>
          </ac:spMkLst>
        </pc:spChg>
        <pc:spChg chg="mod">
          <ac:chgData name="Freda Shi" userId="e3bafef1-15f2-4eeb-acbe-fa674bab7991" providerId="ADAL" clId="{9555FC65-5A8C-4EE8-9D5B-8283D7A0923C}" dt="2026-01-28T05:55:22.401" v="47486" actId="108"/>
          <ac:spMkLst>
            <pc:docMk/>
            <pc:sldMk cId="2276297454" sldId="280"/>
            <ac:spMk id="1357" creationId="{0D1F9E2E-3C54-9B04-A6DF-2A399AEAEF1C}"/>
          </ac:spMkLst>
        </pc:spChg>
        <pc:spChg chg="mod">
          <ac:chgData name="Freda Shi" userId="e3bafef1-15f2-4eeb-acbe-fa674bab7991" providerId="ADAL" clId="{9555FC65-5A8C-4EE8-9D5B-8283D7A0923C}" dt="2026-01-28T05:55:22.401" v="47487" actId="108"/>
          <ac:spMkLst>
            <pc:docMk/>
            <pc:sldMk cId="2276297454" sldId="280"/>
            <ac:spMk id="1358" creationId="{E7337E5A-54C1-DC77-0219-CEA9A1D44019}"/>
          </ac:spMkLst>
        </pc:spChg>
        <pc:spChg chg="mod">
          <ac:chgData name="Freda Shi" userId="e3bafef1-15f2-4eeb-acbe-fa674bab7991" providerId="ADAL" clId="{9555FC65-5A8C-4EE8-9D5B-8283D7A0923C}" dt="2026-01-28T05:55:22.401" v="47488" actId="108"/>
          <ac:spMkLst>
            <pc:docMk/>
            <pc:sldMk cId="2276297454" sldId="280"/>
            <ac:spMk id="1359" creationId="{83B4F68E-FA25-A509-42FB-DB6E5C401BC4}"/>
          </ac:spMkLst>
        </pc:spChg>
        <pc:spChg chg="mod">
          <ac:chgData name="Freda Shi" userId="e3bafef1-15f2-4eeb-acbe-fa674bab7991" providerId="ADAL" clId="{9555FC65-5A8C-4EE8-9D5B-8283D7A0923C}" dt="2026-01-28T05:55:22.401" v="47489" actId="108"/>
          <ac:spMkLst>
            <pc:docMk/>
            <pc:sldMk cId="2276297454" sldId="280"/>
            <ac:spMk id="1360" creationId="{C8F26F36-58B8-BF2D-BD71-CF270DAF3FB2}"/>
          </ac:spMkLst>
        </pc:spChg>
        <pc:spChg chg="mod">
          <ac:chgData name="Freda Shi" userId="e3bafef1-15f2-4eeb-acbe-fa674bab7991" providerId="ADAL" clId="{9555FC65-5A8C-4EE8-9D5B-8283D7A0923C}" dt="2026-01-28T05:55:22.401" v="47490" actId="108"/>
          <ac:spMkLst>
            <pc:docMk/>
            <pc:sldMk cId="2276297454" sldId="280"/>
            <ac:spMk id="1361" creationId="{7CCF96AD-A184-38A4-F2B8-9EDAA93C92FD}"/>
          </ac:spMkLst>
        </pc:spChg>
        <pc:spChg chg="mod">
          <ac:chgData name="Freda Shi" userId="e3bafef1-15f2-4eeb-acbe-fa674bab7991" providerId="ADAL" clId="{9555FC65-5A8C-4EE8-9D5B-8283D7A0923C}" dt="2026-01-28T05:55:22.401" v="47491" actId="108"/>
          <ac:spMkLst>
            <pc:docMk/>
            <pc:sldMk cId="2276297454" sldId="280"/>
            <ac:spMk id="1362" creationId="{1F999864-F7B9-9DD2-63D4-AF8808D870CC}"/>
          </ac:spMkLst>
        </pc:spChg>
        <pc:spChg chg="add del">
          <ac:chgData name="Freda Shi" userId="e3bafef1-15f2-4eeb-acbe-fa674bab7991" providerId="ADAL" clId="{9555FC65-5A8C-4EE8-9D5B-8283D7A0923C}" dt="2026-01-28T05:55:26.424" v="47497" actId="478"/>
          <ac:spMkLst>
            <pc:docMk/>
            <pc:sldMk cId="2276297454" sldId="280"/>
            <ac:spMk id="1593" creationId="{1AB39D93-1309-FC19-C04E-D600F49816F4}"/>
          </ac:spMkLst>
        </pc:spChg>
        <pc:spChg chg="add mod">
          <ac:chgData name="Freda Shi" userId="e3bafef1-15f2-4eeb-acbe-fa674bab7991" providerId="ADAL" clId="{9555FC65-5A8C-4EE8-9D5B-8283D7A0923C}" dt="2026-01-28T05:58:35.490" v="47994" actId="20577"/>
          <ac:spMkLst>
            <pc:docMk/>
            <pc:sldMk cId="2276297454" sldId="280"/>
            <ac:spMk id="1594" creationId="{542E89AD-756D-B193-B38B-ED8185553DCC}"/>
          </ac:spMkLst>
        </pc:spChg>
        <pc:grpChg chg="del">
          <ac:chgData name="Freda Shi" userId="e3bafef1-15f2-4eeb-acbe-fa674bab7991" providerId="ADAL" clId="{9555FC65-5A8C-4EE8-9D5B-8283D7A0923C}" dt="2026-01-28T05:46:51.144" v="45809" actId="478"/>
          <ac:grpSpMkLst>
            <pc:docMk/>
            <pc:sldMk cId="2276297454" sldId="280"/>
            <ac:grpSpMk id="3" creationId="{E6B93F4D-2F3B-00AA-F25C-D16B5A7A60E6}"/>
          </ac:grpSpMkLst>
        </pc:grpChg>
        <pc:grpChg chg="del mod ord">
          <ac:chgData name="Freda Shi" userId="e3bafef1-15f2-4eeb-acbe-fa674bab7991" providerId="ADAL" clId="{9555FC65-5A8C-4EE8-9D5B-8283D7A0923C}" dt="2026-01-28T05:47:16.264" v="45864" actId="478"/>
          <ac:grpSpMkLst>
            <pc:docMk/>
            <pc:sldMk cId="2276297454" sldId="280"/>
            <ac:grpSpMk id="49" creationId="{55FA813E-B32C-DD57-F0E3-7A83B323BDDF}"/>
          </ac:grpSpMkLst>
        </pc:grpChg>
        <pc:grpChg chg="del">
          <ac:chgData name="Freda Shi" userId="e3bafef1-15f2-4eeb-acbe-fa674bab7991" providerId="ADAL" clId="{9555FC65-5A8C-4EE8-9D5B-8283D7A0923C}" dt="2026-01-28T05:46:51.154" v="45832" actId="478"/>
          <ac:grpSpMkLst>
            <pc:docMk/>
            <pc:sldMk cId="2276297454" sldId="280"/>
            <ac:grpSpMk id="50" creationId="{4528BFD7-3552-8F89-7C04-FEB948D266B3}"/>
          </ac:grpSpMkLst>
        </pc:grpChg>
        <pc:grpChg chg="del">
          <ac:chgData name="Freda Shi" userId="e3bafef1-15f2-4eeb-acbe-fa674bab7991" providerId="ADAL" clId="{9555FC65-5A8C-4EE8-9D5B-8283D7A0923C}" dt="2026-01-28T05:44:45.142" v="45688" actId="478"/>
          <ac:grpSpMkLst>
            <pc:docMk/>
            <pc:sldMk cId="2276297454" sldId="280"/>
            <ac:grpSpMk id="376" creationId="{B7661457-60FF-23B2-C25B-0C1A5827F55C}"/>
          </ac:grpSpMkLst>
        </pc:grpChg>
        <pc:grpChg chg="del">
          <ac:chgData name="Freda Shi" userId="e3bafef1-15f2-4eeb-acbe-fa674bab7991" providerId="ADAL" clId="{9555FC65-5A8C-4EE8-9D5B-8283D7A0923C}" dt="2026-01-28T05:44:45.142" v="45688" actId="478"/>
          <ac:grpSpMkLst>
            <pc:docMk/>
            <pc:sldMk cId="2276297454" sldId="280"/>
            <ac:grpSpMk id="568" creationId="{FBEA7EE0-23A0-A0EC-941D-9FCA1C8188A3}"/>
          </ac:grpSpMkLst>
        </pc:grpChg>
        <pc:grpChg chg="del mod ord">
          <ac:chgData name="Freda Shi" userId="e3bafef1-15f2-4eeb-acbe-fa674bab7991" providerId="ADAL" clId="{9555FC65-5A8C-4EE8-9D5B-8283D7A0923C}" dt="2026-01-28T05:51:08.187" v="45920" actId="478"/>
          <ac:grpSpMkLst>
            <pc:docMk/>
            <pc:sldMk cId="2276297454" sldId="280"/>
            <ac:grpSpMk id="569" creationId="{F234165E-EFB0-5004-5BA6-FBF5E9550E75}"/>
          </ac:grpSpMkLst>
        </pc:grpChg>
        <pc:grpChg chg="del">
          <ac:chgData name="Freda Shi" userId="e3bafef1-15f2-4eeb-acbe-fa674bab7991" providerId="ADAL" clId="{9555FC65-5A8C-4EE8-9D5B-8283D7A0923C}" dt="2026-01-28T05:47:16.275" v="45888" actId="478"/>
          <ac:grpSpMkLst>
            <pc:docMk/>
            <pc:sldMk cId="2276297454" sldId="280"/>
            <ac:grpSpMk id="570" creationId="{BF28FBC9-4372-CE00-C76D-BC10680B72A4}"/>
          </ac:grpSpMkLst>
        </pc:grpChg>
        <pc:grpChg chg="del">
          <ac:chgData name="Freda Shi" userId="e3bafef1-15f2-4eeb-acbe-fa674bab7991" providerId="ADAL" clId="{9555FC65-5A8C-4EE8-9D5B-8283D7A0923C}" dt="2026-01-28T05:44:37.472" v="45686" actId="478"/>
          <ac:grpSpMkLst>
            <pc:docMk/>
            <pc:sldMk cId="2276297454" sldId="280"/>
            <ac:grpSpMk id="594" creationId="{8618638A-BE2F-7ED7-8453-022FF0C17845}"/>
          </ac:grpSpMkLst>
        </pc:grpChg>
        <pc:grpChg chg="add del mod ord">
          <ac:chgData name="Freda Shi" userId="e3bafef1-15f2-4eeb-acbe-fa674bab7991" providerId="ADAL" clId="{9555FC65-5A8C-4EE8-9D5B-8283D7A0923C}" dt="2026-01-28T05:55:22.385" v="47439" actId="478"/>
          <ac:grpSpMkLst>
            <pc:docMk/>
            <pc:sldMk cId="2276297454" sldId="280"/>
            <ac:grpSpMk id="798" creationId="{91A30DFB-98B5-B86E-AC35-FFC734099686}"/>
          </ac:grpSpMkLst>
        </pc:grpChg>
        <pc:grpChg chg="del">
          <ac:chgData name="Freda Shi" userId="e3bafef1-15f2-4eeb-acbe-fa674bab7991" providerId="ADAL" clId="{9555FC65-5A8C-4EE8-9D5B-8283D7A0923C}" dt="2026-01-28T05:51:08.318" v="46150" actId="478"/>
          <ac:grpSpMkLst>
            <pc:docMk/>
            <pc:sldMk cId="2276297454" sldId="280"/>
            <ac:grpSpMk id="799" creationId="{601B1123-AE83-67AF-A061-8FACC3220670}"/>
          </ac:grpSpMkLst>
        </pc:grpChg>
        <pc:grpChg chg="del">
          <ac:chgData name="Freda Shi" userId="e3bafef1-15f2-4eeb-acbe-fa674bab7991" providerId="ADAL" clId="{9555FC65-5A8C-4EE8-9D5B-8283D7A0923C}" dt="2026-01-28T05:55:26.424" v="47497" actId="478"/>
          <ac:grpSpMkLst>
            <pc:docMk/>
            <pc:sldMk cId="2276297454" sldId="280"/>
            <ac:grpSpMk id="824" creationId="{50EDE6F5-05EA-1212-CAC3-6B2A541E0893}"/>
          </ac:grpSpMkLst>
        </pc:grpChg>
        <pc:grpChg chg="mod ord">
          <ac:chgData name="Freda Shi" userId="e3bafef1-15f2-4eeb-acbe-fa674bab7991" providerId="ADAL" clId="{9555FC65-5A8C-4EE8-9D5B-8283D7A0923C}" dt="2026-01-28T05:54:51.050" v="46726" actId="1076"/>
          <ac:grpSpMkLst>
            <pc:docMk/>
            <pc:sldMk cId="2276297454" sldId="280"/>
            <ac:grpSpMk id="847" creationId="{68902B54-507B-CFC0-EB60-07C6F62D5A43}"/>
          </ac:grpSpMkLst>
        </pc:grpChg>
        <pc:grpChg chg="add del">
          <ac:chgData name="Freda Shi" userId="e3bafef1-15f2-4eeb-acbe-fa674bab7991" providerId="ADAL" clId="{9555FC65-5A8C-4EE8-9D5B-8283D7A0923C}" dt="2026-01-28T05:54:50.291" v="46471" actId="478"/>
          <ac:grpSpMkLst>
            <pc:docMk/>
            <pc:sldMk cId="2276297454" sldId="280"/>
            <ac:grpSpMk id="848" creationId="{DFB131C6-E085-9E47-4E83-648AED815801}"/>
          </ac:grpSpMkLst>
        </pc:grpChg>
        <pc:grpChg chg="mod ord">
          <ac:chgData name="Freda Shi" userId="e3bafef1-15f2-4eeb-acbe-fa674bab7991" providerId="ADAL" clId="{9555FC65-5A8C-4EE8-9D5B-8283D7A0923C}" dt="2026-01-28T05:55:36.731" v="47498" actId="12788"/>
          <ac:grpSpMkLst>
            <pc:docMk/>
            <pc:sldMk cId="2276297454" sldId="280"/>
            <ac:grpSpMk id="1363" creationId="{66D68CDC-189D-4D74-B78D-9F5D3A1D7B41}"/>
          </ac:grpSpMkLst>
        </pc:grpChg>
        <pc:grpChg chg="del">
          <ac:chgData name="Freda Shi" userId="e3bafef1-15f2-4eeb-acbe-fa674bab7991" providerId="ADAL" clId="{9555FC65-5A8C-4EE8-9D5B-8283D7A0923C}" dt="2026-01-28T05:55:22.401" v="47493" actId="478"/>
          <ac:grpSpMkLst>
            <pc:docMk/>
            <pc:sldMk cId="2276297454" sldId="280"/>
            <ac:grpSpMk id="1364" creationId="{51A784D5-3D23-3564-A86C-A60BF3339B06}"/>
          </ac:grpSpMkLst>
        </pc:grpChg>
        <pc:picChg chg="mod">
          <ac:chgData name="Freda Shi" userId="e3bafef1-15f2-4eeb-acbe-fa674bab7991" providerId="ADAL" clId="{9555FC65-5A8C-4EE8-9D5B-8283D7A0923C}" dt="2026-01-28T05:46:51.087" v="45786" actId="14100"/>
          <ac:picMkLst>
            <pc:docMk/>
            <pc:sldMk cId="2276297454" sldId="280"/>
            <ac:picMk id="26" creationId="{D26C4160-DC42-74E8-F204-D2201B2EE98D}"/>
          </ac:picMkLst>
        </pc:picChg>
        <pc:picChg chg="mod">
          <ac:chgData name="Freda Shi" userId="e3bafef1-15f2-4eeb-acbe-fa674bab7991" providerId="ADAL" clId="{9555FC65-5A8C-4EE8-9D5B-8283D7A0923C}" dt="2026-01-28T05:47:16.209" v="45839" actId="14100"/>
          <ac:picMkLst>
            <pc:docMk/>
            <pc:sldMk cId="2276297454" sldId="280"/>
            <ac:picMk id="519" creationId="{32FA66DD-5BE8-8DAC-428C-91C3F2A83A56}"/>
          </ac:picMkLst>
        </pc:picChg>
        <pc:picChg chg="mod">
          <ac:chgData name="Freda Shi" userId="e3bafef1-15f2-4eeb-acbe-fa674bab7991" providerId="ADAL" clId="{9555FC65-5A8C-4EE8-9D5B-8283D7A0923C}" dt="2026-01-28T05:51:03.196" v="45894" actId="14100"/>
          <ac:picMkLst>
            <pc:docMk/>
            <pc:sldMk cId="2276297454" sldId="280"/>
            <ac:picMk id="593" creationId="{6E3AB41D-EA1F-1720-F54A-F1EA541ADE4A}"/>
          </ac:picMkLst>
        </pc:picChg>
        <pc:picChg chg="mod">
          <ac:chgData name="Freda Shi" userId="e3bafef1-15f2-4eeb-acbe-fa674bab7991" providerId="ADAL" clId="{9555FC65-5A8C-4EE8-9D5B-8283D7A0923C}" dt="2026-01-28T05:54:46.092" v="46210" actId="14100"/>
          <ac:picMkLst>
            <pc:docMk/>
            <pc:sldMk cId="2276297454" sldId="280"/>
            <ac:picMk id="823" creationId="{AF9095D4-60A8-8F35-36C7-3340C85D6237}"/>
          </ac:picMkLst>
        </pc:picChg>
        <pc:picChg chg="mod ord">
          <ac:chgData name="Freda Shi" userId="e3bafef1-15f2-4eeb-acbe-fa674bab7991" providerId="ADAL" clId="{9555FC65-5A8C-4EE8-9D5B-8283D7A0923C}" dt="2026-01-28T05:55:12.968" v="47201" actId="14100"/>
          <ac:picMkLst>
            <pc:docMk/>
            <pc:sldMk cId="2276297454" sldId="280"/>
            <ac:picMk id="1078" creationId="{ED19E17A-A8AE-EF9C-5942-659397B5D4A9}"/>
          </ac:picMkLst>
        </pc:picChg>
        <pc:picChg chg="mod">
          <ac:chgData name="Freda Shi" userId="e3bafef1-15f2-4eeb-acbe-fa674bab7991" providerId="ADAL" clId="{9555FC65-5A8C-4EE8-9D5B-8283D7A0923C}" dt="2026-01-28T05:55:21.901" v="47206" actId="14100"/>
          <ac:picMkLst>
            <pc:docMk/>
            <pc:sldMk cId="2276297454" sldId="280"/>
            <ac:picMk id="1309" creationId="{2C8EBE3B-4A6D-E827-422F-7D9C2FB84293}"/>
          </ac:picMkLst>
        </pc:picChg>
      </pc:sldChg>
      <pc:sldChg chg="modSp add mod modAnim">
        <pc:chgData name="Freda Shi" userId="e3bafef1-15f2-4eeb-acbe-fa674bab7991" providerId="ADAL" clId="{9555FC65-5A8C-4EE8-9D5B-8283D7A0923C}" dt="2026-01-28T15:27:46.542" v="48663"/>
        <pc:sldMkLst>
          <pc:docMk/>
          <pc:sldMk cId="2378129045" sldId="281"/>
        </pc:sldMkLst>
        <pc:spChg chg="mod">
          <ac:chgData name="Freda Shi" userId="e3bafef1-15f2-4eeb-acbe-fa674bab7991" providerId="ADAL" clId="{9555FC65-5A8C-4EE8-9D5B-8283D7A0923C}" dt="2026-01-28T15:22:44.513" v="48007" actId="20577"/>
          <ac:spMkLst>
            <pc:docMk/>
            <pc:sldMk cId="2378129045" sldId="281"/>
            <ac:spMk id="2" creationId="{56CCBD41-490D-484A-BADF-7A03968F9389}"/>
          </ac:spMkLst>
        </pc:spChg>
        <pc:spChg chg="mod">
          <ac:chgData name="Freda Shi" userId="e3bafef1-15f2-4eeb-acbe-fa674bab7991" providerId="ADAL" clId="{9555FC65-5A8C-4EE8-9D5B-8283D7A0923C}" dt="2026-01-28T15:27:19.699" v="48660" actId="20577"/>
          <ac:spMkLst>
            <pc:docMk/>
            <pc:sldMk cId="2378129045" sldId="281"/>
            <ac:spMk id="3" creationId="{62132FB3-CC1A-DBF9-8208-4EB411FC5568}"/>
          </ac:spMkLst>
        </pc:spChg>
      </pc:sldChg>
      <pc:sldMasterChg chg="delSldLayout modSldLayout">
        <pc:chgData name="Freda Shi" userId="e3bafef1-15f2-4eeb-acbe-fa674bab7991" providerId="ADAL" clId="{9555FC65-5A8C-4EE8-9D5B-8283D7A0923C}" dt="2026-01-14T04:07:22.491" v="30298" actId="47"/>
        <pc:sldMasterMkLst>
          <pc:docMk/>
          <pc:sldMasterMk cId="1118528081" sldId="2147483648"/>
        </pc:sldMasterMkLst>
      </pc:sldMasterChg>
    </pc:docChg>
  </pc:docChgLst>
  <pc:docChgLst>
    <pc:chgData name="Freda Shi" userId="e3bafef1-15f2-4eeb-acbe-fa674bab7991" providerId="ADAL" clId="{F7E09A7F-F1A3-4C6E-A9E7-CA601CD0AD84}"/>
    <pc:docChg chg="custSel addSld delSld modSld sldOrd modSection">
      <pc:chgData name="Freda Shi" userId="e3bafef1-15f2-4eeb-acbe-fa674bab7991" providerId="ADAL" clId="{F7E09A7F-F1A3-4C6E-A9E7-CA601CD0AD84}" dt="2026-01-27T22:26:15.128" v="527" actId="20577"/>
      <pc:docMkLst>
        <pc:docMk/>
      </pc:docMkLst>
      <pc:sldChg chg="modSp mod">
        <pc:chgData name="Freda Shi" userId="e3bafef1-15f2-4eeb-acbe-fa674bab7991" providerId="ADAL" clId="{F7E09A7F-F1A3-4C6E-A9E7-CA601CD0AD84}" dt="2026-01-07T22:24:14.642" v="48" actId="20577"/>
        <pc:sldMkLst>
          <pc:docMk/>
          <pc:sldMk cId="228913878" sldId="256"/>
        </pc:sldMkLst>
        <pc:spChg chg="mod">
          <ac:chgData name="Freda Shi" userId="e3bafef1-15f2-4eeb-acbe-fa674bab7991" providerId="ADAL" clId="{F7E09A7F-F1A3-4C6E-A9E7-CA601CD0AD84}" dt="2026-01-07T22:24:14.642" v="48" actId="20577"/>
          <ac:spMkLst>
            <pc:docMk/>
            <pc:sldMk cId="228913878" sldId="256"/>
            <ac:spMk id="4" creationId="{DA47CF05-BE52-90FA-5147-DA56FCE560BA}"/>
          </ac:spMkLst>
        </pc:spChg>
      </pc:sldChg>
      <pc:sldChg chg="modSp">
        <pc:chgData name="Freda Shi" userId="e3bafef1-15f2-4eeb-acbe-fa674bab7991" providerId="ADAL" clId="{F7E09A7F-F1A3-4C6E-A9E7-CA601CD0AD84}" dt="2026-01-27T22:03:24.764" v="167" actId="20577"/>
        <pc:sldMkLst>
          <pc:docMk/>
          <pc:sldMk cId="2451393201" sldId="257"/>
        </pc:sldMkLst>
        <pc:spChg chg="mod">
          <ac:chgData name="Freda Shi" userId="e3bafef1-15f2-4eeb-acbe-fa674bab7991" providerId="ADAL" clId="{F7E09A7F-F1A3-4C6E-A9E7-CA601CD0AD84}" dt="2026-01-27T22:03:24.764" v="167" actId="20577"/>
          <ac:spMkLst>
            <pc:docMk/>
            <pc:sldMk cId="2451393201" sldId="257"/>
            <ac:spMk id="3" creationId="{2CBA080E-F02B-7F72-2742-D701D040202F}"/>
          </ac:spMkLst>
        </pc:spChg>
      </pc:sldChg>
      <pc:sldChg chg="modSp new mod">
        <pc:chgData name="Freda Shi" userId="e3bafef1-15f2-4eeb-acbe-fa674bab7991" providerId="ADAL" clId="{F7E09A7F-F1A3-4C6E-A9E7-CA601CD0AD84}" dt="2026-01-27T22:04:07.350" v="192" actId="20577"/>
        <pc:sldMkLst>
          <pc:docMk/>
          <pc:sldMk cId="1896540082" sldId="259"/>
        </pc:sldMkLst>
        <pc:spChg chg="mod">
          <ac:chgData name="Freda Shi" userId="e3bafef1-15f2-4eeb-acbe-fa674bab7991" providerId="ADAL" clId="{F7E09A7F-F1A3-4C6E-A9E7-CA601CD0AD84}" dt="2026-01-27T22:04:07.350" v="192" actId="20577"/>
          <ac:spMkLst>
            <pc:docMk/>
            <pc:sldMk cId="1896540082" sldId="259"/>
            <ac:spMk id="2" creationId="{E2C7B07E-A3D1-3C2B-B017-E96EB120E8C8}"/>
          </ac:spMkLst>
        </pc:spChg>
      </pc:sldChg>
      <pc:sldChg chg="addSp delSp modSp new mod modAnim">
        <pc:chgData name="Freda Shi" userId="e3bafef1-15f2-4eeb-acbe-fa674bab7991" providerId="ADAL" clId="{F7E09A7F-F1A3-4C6E-A9E7-CA601CD0AD84}" dt="2026-01-27T22:06:21.357" v="357" actId="1035"/>
        <pc:sldMkLst>
          <pc:docMk/>
          <pc:sldMk cId="2957008578" sldId="260"/>
        </pc:sldMkLst>
        <pc:spChg chg="mod">
          <ac:chgData name="Freda Shi" userId="e3bafef1-15f2-4eeb-acbe-fa674bab7991" providerId="ADAL" clId="{F7E09A7F-F1A3-4C6E-A9E7-CA601CD0AD84}" dt="2026-01-27T22:04:31.013" v="260" actId="20577"/>
          <ac:spMkLst>
            <pc:docMk/>
            <pc:sldMk cId="2957008578" sldId="260"/>
            <ac:spMk id="2" creationId="{D64A1339-442F-8D60-58D5-ED760199DFF0}"/>
          </ac:spMkLst>
        </pc:spChg>
        <pc:spChg chg="del">
          <ac:chgData name="Freda Shi" userId="e3bafef1-15f2-4eeb-acbe-fa674bab7991" providerId="ADAL" clId="{F7E09A7F-F1A3-4C6E-A9E7-CA601CD0AD84}" dt="2026-01-27T22:04:35.264" v="261" actId="478"/>
          <ac:spMkLst>
            <pc:docMk/>
            <pc:sldMk cId="2957008578" sldId="260"/>
            <ac:spMk id="3" creationId="{BC369F58-465C-DE54-05FF-E4FA3C131EA8}"/>
          </ac:spMkLst>
        </pc:spChg>
        <pc:spChg chg="add mod">
          <ac:chgData name="Freda Shi" userId="e3bafef1-15f2-4eeb-acbe-fa674bab7991" providerId="ADAL" clId="{F7E09A7F-F1A3-4C6E-A9E7-CA601CD0AD84}" dt="2026-01-27T22:05:38.626" v="291" actId="164"/>
          <ac:spMkLst>
            <pc:docMk/>
            <pc:sldMk cId="2957008578" sldId="260"/>
            <ac:spMk id="5" creationId="{7C5959A8-F72C-5744-C2EF-364567C6A7F3}"/>
          </ac:spMkLst>
        </pc:spChg>
        <pc:spChg chg="add mod">
          <ac:chgData name="Freda Shi" userId="e3bafef1-15f2-4eeb-acbe-fa674bab7991" providerId="ADAL" clId="{F7E09A7F-F1A3-4C6E-A9E7-CA601CD0AD84}" dt="2026-01-27T22:05:38.626" v="291" actId="164"/>
          <ac:spMkLst>
            <pc:docMk/>
            <pc:sldMk cId="2957008578" sldId="260"/>
            <ac:spMk id="7" creationId="{48F5B6D8-CC6C-9149-A3F5-3630FE14632C}"/>
          </ac:spMkLst>
        </pc:spChg>
        <pc:spChg chg="add mod">
          <ac:chgData name="Freda Shi" userId="e3bafef1-15f2-4eeb-acbe-fa674bab7991" providerId="ADAL" clId="{F7E09A7F-F1A3-4C6E-A9E7-CA601CD0AD84}" dt="2026-01-27T22:05:38.626" v="291" actId="164"/>
          <ac:spMkLst>
            <pc:docMk/>
            <pc:sldMk cId="2957008578" sldId="260"/>
            <ac:spMk id="9" creationId="{46C89437-2046-C461-1453-8FCC0894F7F9}"/>
          </ac:spMkLst>
        </pc:spChg>
        <pc:spChg chg="add mod">
          <ac:chgData name="Freda Shi" userId="e3bafef1-15f2-4eeb-acbe-fa674bab7991" providerId="ADAL" clId="{F7E09A7F-F1A3-4C6E-A9E7-CA601CD0AD84}" dt="2026-01-27T22:05:34.921" v="290" actId="164"/>
          <ac:spMkLst>
            <pc:docMk/>
            <pc:sldMk cId="2957008578" sldId="260"/>
            <ac:spMk id="10" creationId="{93FF4D32-F115-7ACA-2177-18DE423D7A7B}"/>
          </ac:spMkLst>
        </pc:spChg>
        <pc:spChg chg="add mod">
          <ac:chgData name="Freda Shi" userId="e3bafef1-15f2-4eeb-acbe-fa674bab7991" providerId="ADAL" clId="{F7E09A7F-F1A3-4C6E-A9E7-CA601CD0AD84}" dt="2026-01-27T22:05:34.921" v="290" actId="164"/>
          <ac:spMkLst>
            <pc:docMk/>
            <pc:sldMk cId="2957008578" sldId="260"/>
            <ac:spMk id="12" creationId="{6ECB7C89-765C-2F83-D8DE-65B3CC26526B}"/>
          </ac:spMkLst>
        </pc:spChg>
        <pc:spChg chg="add mod">
          <ac:chgData name="Freda Shi" userId="e3bafef1-15f2-4eeb-acbe-fa674bab7991" providerId="ADAL" clId="{F7E09A7F-F1A3-4C6E-A9E7-CA601CD0AD84}" dt="2026-01-27T22:05:34.921" v="290" actId="164"/>
          <ac:spMkLst>
            <pc:docMk/>
            <pc:sldMk cId="2957008578" sldId="260"/>
            <ac:spMk id="14" creationId="{1FA55B4D-85AD-0E25-2662-78EE4A6A7BDD}"/>
          </ac:spMkLst>
        </pc:spChg>
        <pc:spChg chg="add mod">
          <ac:chgData name="Freda Shi" userId="e3bafef1-15f2-4eeb-acbe-fa674bab7991" providerId="ADAL" clId="{F7E09A7F-F1A3-4C6E-A9E7-CA601CD0AD84}" dt="2026-01-27T22:06:16.558" v="317" actId="164"/>
          <ac:spMkLst>
            <pc:docMk/>
            <pc:sldMk cId="2957008578" sldId="260"/>
            <ac:spMk id="17" creationId="{B978D0BD-B262-BDF3-6219-D39B66EC9C33}"/>
          </ac:spMkLst>
        </pc:spChg>
        <pc:spChg chg="add mod">
          <ac:chgData name="Freda Shi" userId="e3bafef1-15f2-4eeb-acbe-fa674bab7991" providerId="ADAL" clId="{F7E09A7F-F1A3-4C6E-A9E7-CA601CD0AD84}" dt="2026-01-27T22:06:16.558" v="317" actId="164"/>
          <ac:spMkLst>
            <pc:docMk/>
            <pc:sldMk cId="2957008578" sldId="260"/>
            <ac:spMk id="19" creationId="{48985B42-362C-8E79-8E33-B8BD2757F8DE}"/>
          </ac:spMkLst>
        </pc:spChg>
        <pc:spChg chg="add mod">
          <ac:chgData name="Freda Shi" userId="e3bafef1-15f2-4eeb-acbe-fa674bab7991" providerId="ADAL" clId="{F7E09A7F-F1A3-4C6E-A9E7-CA601CD0AD84}" dt="2026-01-27T22:06:16.558" v="317" actId="164"/>
          <ac:spMkLst>
            <pc:docMk/>
            <pc:sldMk cId="2957008578" sldId="260"/>
            <ac:spMk id="21" creationId="{26D95425-6F16-8D64-CE24-4CD36061D59E}"/>
          </ac:spMkLst>
        </pc:spChg>
        <pc:grpChg chg="add mod">
          <ac:chgData name="Freda Shi" userId="e3bafef1-15f2-4eeb-acbe-fa674bab7991" providerId="ADAL" clId="{F7E09A7F-F1A3-4C6E-A9E7-CA601CD0AD84}" dt="2026-01-27T22:06:00.580" v="315" actId="1036"/>
          <ac:grpSpMkLst>
            <pc:docMk/>
            <pc:sldMk cId="2957008578" sldId="260"/>
            <ac:grpSpMk id="15" creationId="{BF2B6156-398E-4C97-D8D8-33046AFBCCC9}"/>
          </ac:grpSpMkLst>
        </pc:grpChg>
        <pc:grpChg chg="add mod">
          <ac:chgData name="Freda Shi" userId="e3bafef1-15f2-4eeb-acbe-fa674bab7991" providerId="ADAL" clId="{F7E09A7F-F1A3-4C6E-A9E7-CA601CD0AD84}" dt="2026-01-27T22:06:00.580" v="315" actId="1036"/>
          <ac:grpSpMkLst>
            <pc:docMk/>
            <pc:sldMk cId="2957008578" sldId="260"/>
            <ac:grpSpMk id="16" creationId="{BB96D3EA-003F-69BD-3F9C-6B9E7441F82B}"/>
          </ac:grpSpMkLst>
        </pc:grpChg>
        <pc:grpChg chg="add mod">
          <ac:chgData name="Freda Shi" userId="e3bafef1-15f2-4eeb-acbe-fa674bab7991" providerId="ADAL" clId="{F7E09A7F-F1A3-4C6E-A9E7-CA601CD0AD84}" dt="2026-01-27T22:06:21.357" v="357" actId="1035"/>
          <ac:grpSpMkLst>
            <pc:docMk/>
            <pc:sldMk cId="2957008578" sldId="260"/>
            <ac:grpSpMk id="22" creationId="{07658E36-30B4-D1D5-2EC5-9A63C29E0B76}"/>
          </ac:grpSpMkLst>
        </pc:grpChg>
        <pc:cxnChg chg="add mod">
          <ac:chgData name="Freda Shi" userId="e3bafef1-15f2-4eeb-acbe-fa674bab7991" providerId="ADAL" clId="{F7E09A7F-F1A3-4C6E-A9E7-CA601CD0AD84}" dt="2026-01-27T22:05:38.626" v="291" actId="164"/>
          <ac:cxnSpMkLst>
            <pc:docMk/>
            <pc:sldMk cId="2957008578" sldId="260"/>
            <ac:cxnSpMk id="6" creationId="{9331BADD-65C2-EE3E-2980-550CFC10FFE3}"/>
          </ac:cxnSpMkLst>
        </pc:cxnChg>
        <pc:cxnChg chg="add mod">
          <ac:chgData name="Freda Shi" userId="e3bafef1-15f2-4eeb-acbe-fa674bab7991" providerId="ADAL" clId="{F7E09A7F-F1A3-4C6E-A9E7-CA601CD0AD84}" dt="2026-01-27T22:05:38.626" v="291" actId="164"/>
          <ac:cxnSpMkLst>
            <pc:docMk/>
            <pc:sldMk cId="2957008578" sldId="260"/>
            <ac:cxnSpMk id="8" creationId="{8E738D57-072C-27F5-5DA3-2B50166D0839}"/>
          </ac:cxnSpMkLst>
        </pc:cxnChg>
        <pc:cxnChg chg="add mod">
          <ac:chgData name="Freda Shi" userId="e3bafef1-15f2-4eeb-acbe-fa674bab7991" providerId="ADAL" clId="{F7E09A7F-F1A3-4C6E-A9E7-CA601CD0AD84}" dt="2026-01-27T22:05:34.921" v="290" actId="164"/>
          <ac:cxnSpMkLst>
            <pc:docMk/>
            <pc:sldMk cId="2957008578" sldId="260"/>
            <ac:cxnSpMk id="11" creationId="{D80DECA1-873D-1EAF-BC80-676413C499B6}"/>
          </ac:cxnSpMkLst>
        </pc:cxnChg>
        <pc:cxnChg chg="add mod">
          <ac:chgData name="Freda Shi" userId="e3bafef1-15f2-4eeb-acbe-fa674bab7991" providerId="ADAL" clId="{F7E09A7F-F1A3-4C6E-A9E7-CA601CD0AD84}" dt="2026-01-27T22:05:34.921" v="290" actId="164"/>
          <ac:cxnSpMkLst>
            <pc:docMk/>
            <pc:sldMk cId="2957008578" sldId="260"/>
            <ac:cxnSpMk id="13" creationId="{B5722652-FFFC-4416-8321-70ADBE53EE98}"/>
          </ac:cxnSpMkLst>
        </pc:cxnChg>
        <pc:cxnChg chg="add mod">
          <ac:chgData name="Freda Shi" userId="e3bafef1-15f2-4eeb-acbe-fa674bab7991" providerId="ADAL" clId="{F7E09A7F-F1A3-4C6E-A9E7-CA601CD0AD84}" dt="2026-01-27T22:06:16.558" v="317" actId="164"/>
          <ac:cxnSpMkLst>
            <pc:docMk/>
            <pc:sldMk cId="2957008578" sldId="260"/>
            <ac:cxnSpMk id="18" creationId="{E61E23A1-0C96-971F-E406-975ED75716B3}"/>
          </ac:cxnSpMkLst>
        </pc:cxnChg>
        <pc:cxnChg chg="add mod">
          <ac:chgData name="Freda Shi" userId="e3bafef1-15f2-4eeb-acbe-fa674bab7991" providerId="ADAL" clId="{F7E09A7F-F1A3-4C6E-A9E7-CA601CD0AD84}" dt="2026-01-27T22:06:16.558" v="317" actId="164"/>
          <ac:cxnSpMkLst>
            <pc:docMk/>
            <pc:sldMk cId="2957008578" sldId="260"/>
            <ac:cxnSpMk id="20" creationId="{3D1E65D2-A8D4-F94C-8BB5-22A4C5F7949F}"/>
          </ac:cxnSpMkLst>
        </pc:cxnChg>
      </pc:sldChg>
      <pc:sldChg chg="modSp new mod">
        <pc:chgData name="Freda Shi" userId="e3bafef1-15f2-4eeb-acbe-fa674bab7991" providerId="ADAL" clId="{F7E09A7F-F1A3-4C6E-A9E7-CA601CD0AD84}" dt="2026-01-27T22:26:15.128" v="527" actId="20577"/>
        <pc:sldMkLst>
          <pc:docMk/>
          <pc:sldMk cId="2592467692" sldId="261"/>
        </pc:sldMkLst>
        <pc:spChg chg="mod">
          <ac:chgData name="Freda Shi" userId="e3bafef1-15f2-4eeb-acbe-fa674bab7991" providerId="ADAL" clId="{F7E09A7F-F1A3-4C6E-A9E7-CA601CD0AD84}" dt="2026-01-27T22:06:41.783" v="377" actId="20577"/>
          <ac:spMkLst>
            <pc:docMk/>
            <pc:sldMk cId="2592467692" sldId="261"/>
            <ac:spMk id="2" creationId="{72DA83F9-0256-817C-A1F9-3C30AB1ED38B}"/>
          </ac:spMkLst>
        </pc:spChg>
        <pc:spChg chg="mod">
          <ac:chgData name="Freda Shi" userId="e3bafef1-15f2-4eeb-acbe-fa674bab7991" providerId="ADAL" clId="{F7E09A7F-F1A3-4C6E-A9E7-CA601CD0AD84}" dt="2026-01-27T22:26:15.128" v="527" actId="20577"/>
          <ac:spMkLst>
            <pc:docMk/>
            <pc:sldMk cId="2592467692" sldId="261"/>
            <ac:spMk id="3" creationId="{512A29E0-2E82-F1A6-11D2-AAB618441EDD}"/>
          </ac:spMkLst>
        </pc:spChg>
        <pc:grpChg chg="mod">
          <ac:chgData name="Freda Shi" userId="e3bafef1-15f2-4eeb-acbe-fa674bab7991" providerId="ADAL" clId="{F7E09A7F-F1A3-4C6E-A9E7-CA601CD0AD84}" dt="2026-01-27T22:15:30.434" v="451" actId="1035"/>
          <ac:grpSpMkLst>
            <pc:docMk/>
            <pc:sldMk cId="2592467692" sldId="261"/>
            <ac:grpSpMk id="60" creationId="{897E8FD0-82C5-398B-9CF2-3237B03D653F}"/>
          </ac:grpSpMkLst>
        </pc:grpChg>
        <pc:picChg chg="mod">
          <ac:chgData name="Freda Shi" userId="e3bafef1-15f2-4eeb-acbe-fa674bab7991" providerId="ADAL" clId="{F7E09A7F-F1A3-4C6E-A9E7-CA601CD0AD84}" dt="2026-01-27T22:15:22.315" v="419" actId="14100"/>
          <ac:picMkLst>
            <pc:docMk/>
            <pc:sldMk cId="2592467692" sldId="261"/>
            <ac:picMk id="6" creationId="{8B5C581C-5631-D97D-7B30-83074DFBDF4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F14591-F67C-BB40-CBEA-594509238A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AC0E14-87F2-B254-51B1-B8AC2F64E0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68D9A-29E5-4846-BB23-DBAC39FAAE65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CB69ED-85D8-1CE2-FD53-9AC6B149BC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25E9E-8D74-A434-CC6A-221BA33515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8EB59-9011-4E29-9A14-88257365A9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3691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8D97B-9B66-446E-9E81-F5FF4B6B06C9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8F659-E204-4DAB-9308-784DA0D833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83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370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2429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5D17F-FE50-A67C-09EF-52EBD87DA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54291-13B3-8486-6440-A6430EADD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921DD-18FF-0F86-6878-AE72A7E56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A0DA6-F23B-736E-B101-5706757E3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0295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5543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8F659-E204-4DAB-9308-784DA0D833B0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3684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Image sources: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https://www.google.com/search?q=large+language+models+model+sizes&amp;tbm=isch&amp;ved=2ahUKEwievKL-xY-CAxVWKd4AHTt8ABUQ2-cCegQIABAA&amp;oq=large+language+models+model+sizes&amp;gs_lcp=CgNpbWcQAzoNCAAQigUQsQMQgwEQQzoHCAAQGBCABDoECAAQHlDbBVj0EWDwEmgAcAB4AIABU4gBpAeSAQIxM5gBAKABAaoBC2d3cy13aXotaW1nwAEB&amp;sclient=img&amp;ei=KCw4ZZ6IDdbS-LYPu_iBqAE&amp;bih=883&amp;biw=1728&amp;rlz=1C5CHFA_enUS1080#imgrc=fuOrSa4WC7hxB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https://www.google.com/search?q=large+language+models+model+sizes&amp;tbm=isch&amp;ved=2ahUKEwievKL-xY-CAxVWKd4AHTt8ABUQ2-cCegQIABAA&amp;oq=large+language+models+model+sizes&amp;gs_lcp=CgNpbWcQAzoNCAAQigUQsQMQgwEQQzoHCAAQGBCABDoECAAQHlDbBVj0EWDwEmgAcAB4AIABU4gBpAeSAQIxM5gBAKABAaoBC2d3cy13aXotaW1nwAEB&amp;sclient=img&amp;ei=KCw4ZZ6IDdbS-LYPu_iBqAE&amp;bih=883&amp;biw=1728&amp;rlz=1C5CHFA_enUS1080#imgrc=BYZ2hrO9BDjFh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</p:txBody>
      </p:sp>
      <p:sp>
        <p:nvSpPr>
          <p:cNvPr id="261" name="Google Shape;26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D81C-C0FB-D832-3BCF-FEA9913D6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B338F-1C9E-8F52-F9A4-E761E1084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8B4FD-FA43-ED01-B598-2DD3B4DD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7905-A51C-421C-8B94-09310336B0A2}" type="datetime1">
              <a:rPr lang="en-CA" smtClean="0"/>
              <a:t>2026-01-25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7A58B-BF2B-F261-F4BF-92803EEE2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0CB0-E893-4FAE-C932-C15080A4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838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E1F2-4C84-385C-A58A-13FDFBF16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51" y="0"/>
            <a:ext cx="11382498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19F1E-8F25-C9E0-1195-1CD303EA5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51" y="1325562"/>
            <a:ext cx="11382498" cy="5030787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Nunito" pitchFamily="2" charset="0"/>
              </a:defRPr>
            </a:lvl1pPr>
            <a:lvl2pPr>
              <a:lnSpc>
                <a:spcPct val="100000"/>
              </a:lnSpc>
              <a:defRPr>
                <a:latin typeface="Nunito" pitchFamily="2" charset="0"/>
              </a:defRPr>
            </a:lvl2pPr>
            <a:lvl3pPr>
              <a:lnSpc>
                <a:spcPct val="100000"/>
              </a:lnSpc>
              <a:defRPr>
                <a:latin typeface="Nunito" pitchFamily="2" charset="0"/>
              </a:defRPr>
            </a:lvl3pPr>
            <a:lvl4pPr>
              <a:lnSpc>
                <a:spcPct val="100000"/>
              </a:lnSpc>
              <a:defRPr>
                <a:latin typeface="Nunito" pitchFamily="2" charset="0"/>
              </a:defRPr>
            </a:lvl4pPr>
            <a:lvl5pPr>
              <a:lnSpc>
                <a:spcPct val="100000"/>
              </a:lnSpc>
              <a:defRPr>
                <a:latin typeface="Nunito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B4D42-F908-5E01-B590-10E1A39936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4751" y="6356350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83C35BBC-156D-41FD-9ADF-716B2914A275}" type="datetime1">
              <a:rPr lang="en-CA" smtClean="0"/>
              <a:t>2026-01-25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79C89-C314-DDEA-2C67-83BAC906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79454-EAA8-CA79-DF21-ACA68276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4049" y="6356350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6985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A206-0109-0A71-8D88-FDBEE7334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78106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Nunito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0E311-A575-C976-8612-0AAE40A72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F3AF7-1AE8-C53C-A886-BCA359B9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FF283ED9-7CF3-4A16-AD68-CCED7B0C68A9}" type="datetime1">
              <a:rPr lang="en-CA" smtClean="0"/>
              <a:t>2026-01-25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96467-644E-846D-3020-E63D41BA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BBBB6-1087-2307-E934-62264519F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665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A536-D24D-052D-890A-E0B5456B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51" y="0"/>
            <a:ext cx="11382498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21A84-A51B-FB50-9FE9-82902A231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4751" y="1325562"/>
            <a:ext cx="5615049" cy="5030787"/>
          </a:xfrm>
        </p:spPr>
        <p:txBody>
          <a:bodyPr/>
          <a:lstStyle>
            <a:lvl1pPr>
              <a:spcAft>
                <a:spcPts val="300"/>
              </a:spcAft>
              <a:defRPr>
                <a:latin typeface="Nunito" pitchFamily="2" charset="0"/>
              </a:defRPr>
            </a:lvl1pPr>
            <a:lvl2pPr>
              <a:spcAft>
                <a:spcPts val="300"/>
              </a:spcAft>
              <a:defRPr>
                <a:latin typeface="Nunito" pitchFamily="2" charset="0"/>
              </a:defRPr>
            </a:lvl2pPr>
            <a:lvl3pPr>
              <a:spcAft>
                <a:spcPts val="300"/>
              </a:spcAft>
              <a:defRPr>
                <a:latin typeface="Nunito" pitchFamily="2" charset="0"/>
              </a:defRPr>
            </a:lvl3pPr>
            <a:lvl4pPr>
              <a:spcAft>
                <a:spcPts val="300"/>
              </a:spcAft>
              <a:defRPr>
                <a:latin typeface="Nunito" pitchFamily="2" charset="0"/>
              </a:defRPr>
            </a:lvl4pPr>
            <a:lvl5pPr>
              <a:spcAft>
                <a:spcPts val="300"/>
              </a:spcAft>
              <a:defRPr>
                <a:latin typeface="Nunito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A5771-7497-4EA1-71BA-D8EF276E3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25563"/>
            <a:ext cx="5615048" cy="5030786"/>
          </a:xfrm>
        </p:spPr>
        <p:txBody>
          <a:bodyPr/>
          <a:lstStyle>
            <a:lvl1pPr>
              <a:spcAft>
                <a:spcPts val="300"/>
              </a:spcAft>
              <a:defRPr>
                <a:latin typeface="Nunito" pitchFamily="2" charset="0"/>
              </a:defRPr>
            </a:lvl1pPr>
            <a:lvl2pPr>
              <a:spcAft>
                <a:spcPts val="300"/>
              </a:spcAft>
              <a:defRPr>
                <a:latin typeface="Nunito" pitchFamily="2" charset="0"/>
              </a:defRPr>
            </a:lvl2pPr>
            <a:lvl3pPr>
              <a:spcAft>
                <a:spcPts val="300"/>
              </a:spcAft>
              <a:defRPr>
                <a:latin typeface="Nunito" pitchFamily="2" charset="0"/>
              </a:defRPr>
            </a:lvl3pPr>
            <a:lvl4pPr>
              <a:spcAft>
                <a:spcPts val="300"/>
              </a:spcAft>
              <a:defRPr>
                <a:latin typeface="Nunito" pitchFamily="2" charset="0"/>
              </a:defRPr>
            </a:lvl4pPr>
            <a:lvl5pPr>
              <a:spcAft>
                <a:spcPts val="300"/>
              </a:spcAft>
              <a:defRPr>
                <a:latin typeface="Nunito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996EB-B53E-50CA-0C2E-79F93FF54B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4751" y="6356350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7A9C5AE8-81DF-43BD-B0FE-D622180FEED6}" type="datetime1">
              <a:rPr lang="en-CA" smtClean="0"/>
              <a:t>2026-01-25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BA3BA-3C8C-8414-D264-DFE2469B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EFE18-BED3-97F6-752B-D8CA6FB2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4048" y="6356349"/>
            <a:ext cx="2743200" cy="365125"/>
          </a:xfrm>
        </p:spPr>
        <p:txBody>
          <a:bodyPr/>
          <a:lstStyle>
            <a:lvl1pPr>
              <a:defRPr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990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4D164D-A971-FFAC-2B99-B33123B4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51" y="365125"/>
            <a:ext cx="113824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C787C-DEE0-2018-EEBF-D0C6CE217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751" y="1825625"/>
            <a:ext cx="1138249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BF790-F8A0-E94B-A547-FFA5EBD11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475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</a:lstStyle>
          <a:p>
            <a:fld id="{6575A376-CF90-463F-B5BF-5AB20A7CAF2F}" type="datetime1">
              <a:rPr lang="en-CA" smtClean="0"/>
              <a:t>2026-01-25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B0501-175E-8C38-D79A-42B4B1ACD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81883-179C-670B-795E-1399264CA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404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unito" pitchFamily="2" charset="0"/>
              </a:defRPr>
            </a:lvl1pPr>
          </a:lstStyle>
          <a:p>
            <a:fld id="{A36FF760-4833-4FC2-9C74-46CD274694B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852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Nunito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3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unito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unito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Nunito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Nunito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hs@uwaterloo.c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aterloo-nlp/intro-to-nlp-projec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3.xm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8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5" Type="http://schemas.openxmlformats.org/officeDocument/2006/relationships/tags" Target="../tags/tag10.xml"/><Relationship Id="rId10" Type="http://schemas.openxmlformats.org/officeDocument/2006/relationships/image" Target="../media/image9.png"/><Relationship Id="rId4" Type="http://schemas.openxmlformats.org/officeDocument/2006/relationships/tags" Target="../tags/tag9.xml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tags" Target="../tags/tag36.xml"/><Relationship Id="rId21" Type="http://schemas.openxmlformats.org/officeDocument/2006/relationships/tags" Target="../tags/tag31.xml"/><Relationship Id="rId42" Type="http://schemas.openxmlformats.org/officeDocument/2006/relationships/tags" Target="../tags/tag52.xml"/><Relationship Id="rId47" Type="http://schemas.openxmlformats.org/officeDocument/2006/relationships/tags" Target="../tags/tag57.xml"/><Relationship Id="rId63" Type="http://schemas.openxmlformats.org/officeDocument/2006/relationships/tags" Target="../tags/tag73.xml"/><Relationship Id="rId68" Type="http://schemas.openxmlformats.org/officeDocument/2006/relationships/tags" Target="../tags/tag78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9" Type="http://schemas.openxmlformats.org/officeDocument/2006/relationships/tags" Target="../tags/tag39.xml"/><Relationship Id="rId11" Type="http://schemas.openxmlformats.org/officeDocument/2006/relationships/tags" Target="../tags/tag21.xml"/><Relationship Id="rId24" Type="http://schemas.openxmlformats.org/officeDocument/2006/relationships/tags" Target="../tags/tag34.xml"/><Relationship Id="rId32" Type="http://schemas.openxmlformats.org/officeDocument/2006/relationships/tags" Target="../tags/tag42.xml"/><Relationship Id="rId37" Type="http://schemas.openxmlformats.org/officeDocument/2006/relationships/tags" Target="../tags/tag47.xml"/><Relationship Id="rId40" Type="http://schemas.openxmlformats.org/officeDocument/2006/relationships/tags" Target="../tags/tag50.xml"/><Relationship Id="rId45" Type="http://schemas.openxmlformats.org/officeDocument/2006/relationships/tags" Target="../tags/tag55.xml"/><Relationship Id="rId53" Type="http://schemas.openxmlformats.org/officeDocument/2006/relationships/tags" Target="../tags/tag63.xml"/><Relationship Id="rId58" Type="http://schemas.openxmlformats.org/officeDocument/2006/relationships/tags" Target="../tags/tag68.xml"/><Relationship Id="rId66" Type="http://schemas.openxmlformats.org/officeDocument/2006/relationships/tags" Target="../tags/tag76.xml"/><Relationship Id="rId74" Type="http://schemas.openxmlformats.org/officeDocument/2006/relationships/tags" Target="../tags/tag84.xml"/><Relationship Id="rId5" Type="http://schemas.openxmlformats.org/officeDocument/2006/relationships/tags" Target="../tags/tag15.xml"/><Relationship Id="rId61" Type="http://schemas.openxmlformats.org/officeDocument/2006/relationships/tags" Target="../tags/tag71.xml"/><Relationship Id="rId19" Type="http://schemas.openxmlformats.org/officeDocument/2006/relationships/tags" Target="../tags/tag29.xml"/><Relationship Id="rId14" Type="http://schemas.openxmlformats.org/officeDocument/2006/relationships/tags" Target="../tags/tag24.xml"/><Relationship Id="rId22" Type="http://schemas.openxmlformats.org/officeDocument/2006/relationships/tags" Target="../tags/tag32.xml"/><Relationship Id="rId27" Type="http://schemas.openxmlformats.org/officeDocument/2006/relationships/tags" Target="../tags/tag37.xml"/><Relationship Id="rId30" Type="http://schemas.openxmlformats.org/officeDocument/2006/relationships/tags" Target="../tags/tag40.xml"/><Relationship Id="rId35" Type="http://schemas.openxmlformats.org/officeDocument/2006/relationships/tags" Target="../tags/tag45.xml"/><Relationship Id="rId43" Type="http://schemas.openxmlformats.org/officeDocument/2006/relationships/tags" Target="../tags/tag53.xml"/><Relationship Id="rId48" Type="http://schemas.openxmlformats.org/officeDocument/2006/relationships/tags" Target="../tags/tag58.xml"/><Relationship Id="rId56" Type="http://schemas.openxmlformats.org/officeDocument/2006/relationships/tags" Target="../tags/tag66.xml"/><Relationship Id="rId64" Type="http://schemas.openxmlformats.org/officeDocument/2006/relationships/tags" Target="../tags/tag74.xml"/><Relationship Id="rId69" Type="http://schemas.openxmlformats.org/officeDocument/2006/relationships/tags" Target="../tags/tag79.xml"/><Relationship Id="rId8" Type="http://schemas.openxmlformats.org/officeDocument/2006/relationships/tags" Target="../tags/tag18.xml"/><Relationship Id="rId51" Type="http://schemas.openxmlformats.org/officeDocument/2006/relationships/tags" Target="../tags/tag61.xml"/><Relationship Id="rId72" Type="http://schemas.openxmlformats.org/officeDocument/2006/relationships/tags" Target="../tags/tag82.xml"/><Relationship Id="rId3" Type="http://schemas.openxmlformats.org/officeDocument/2006/relationships/tags" Target="../tags/tag13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5" Type="http://schemas.openxmlformats.org/officeDocument/2006/relationships/tags" Target="../tags/tag35.xml"/><Relationship Id="rId33" Type="http://schemas.openxmlformats.org/officeDocument/2006/relationships/tags" Target="../tags/tag43.xml"/><Relationship Id="rId38" Type="http://schemas.openxmlformats.org/officeDocument/2006/relationships/tags" Target="../tags/tag48.xml"/><Relationship Id="rId46" Type="http://schemas.openxmlformats.org/officeDocument/2006/relationships/tags" Target="../tags/tag56.xml"/><Relationship Id="rId59" Type="http://schemas.openxmlformats.org/officeDocument/2006/relationships/tags" Target="../tags/tag69.xml"/><Relationship Id="rId67" Type="http://schemas.openxmlformats.org/officeDocument/2006/relationships/tags" Target="../tags/tag77.xml"/><Relationship Id="rId20" Type="http://schemas.openxmlformats.org/officeDocument/2006/relationships/tags" Target="../tags/tag30.xml"/><Relationship Id="rId41" Type="http://schemas.openxmlformats.org/officeDocument/2006/relationships/tags" Target="../tags/tag51.xml"/><Relationship Id="rId54" Type="http://schemas.openxmlformats.org/officeDocument/2006/relationships/tags" Target="../tags/tag64.xml"/><Relationship Id="rId62" Type="http://schemas.openxmlformats.org/officeDocument/2006/relationships/tags" Target="../tags/tag72.xml"/><Relationship Id="rId70" Type="http://schemas.openxmlformats.org/officeDocument/2006/relationships/tags" Target="../tags/tag80.xml"/><Relationship Id="rId75" Type="http://schemas.openxmlformats.org/officeDocument/2006/relationships/tags" Target="../tags/tag85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5" Type="http://schemas.openxmlformats.org/officeDocument/2006/relationships/tags" Target="../tags/tag25.xml"/><Relationship Id="rId23" Type="http://schemas.openxmlformats.org/officeDocument/2006/relationships/tags" Target="../tags/tag33.xml"/><Relationship Id="rId28" Type="http://schemas.openxmlformats.org/officeDocument/2006/relationships/tags" Target="../tags/tag38.xml"/><Relationship Id="rId36" Type="http://schemas.openxmlformats.org/officeDocument/2006/relationships/tags" Target="../tags/tag46.xml"/><Relationship Id="rId49" Type="http://schemas.openxmlformats.org/officeDocument/2006/relationships/tags" Target="../tags/tag59.xml"/><Relationship Id="rId57" Type="http://schemas.openxmlformats.org/officeDocument/2006/relationships/tags" Target="../tags/tag67.xml"/><Relationship Id="rId10" Type="http://schemas.openxmlformats.org/officeDocument/2006/relationships/tags" Target="../tags/tag20.xml"/><Relationship Id="rId31" Type="http://schemas.openxmlformats.org/officeDocument/2006/relationships/tags" Target="../tags/tag41.xml"/><Relationship Id="rId44" Type="http://schemas.openxmlformats.org/officeDocument/2006/relationships/tags" Target="../tags/tag54.xml"/><Relationship Id="rId52" Type="http://schemas.openxmlformats.org/officeDocument/2006/relationships/tags" Target="../tags/tag62.xml"/><Relationship Id="rId60" Type="http://schemas.openxmlformats.org/officeDocument/2006/relationships/tags" Target="../tags/tag70.xml"/><Relationship Id="rId65" Type="http://schemas.openxmlformats.org/officeDocument/2006/relationships/tags" Target="../tags/tag75.xml"/><Relationship Id="rId73" Type="http://schemas.openxmlformats.org/officeDocument/2006/relationships/tags" Target="../tags/tag83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9" Type="http://schemas.openxmlformats.org/officeDocument/2006/relationships/tags" Target="../tags/tag49.xml"/><Relationship Id="rId34" Type="http://schemas.openxmlformats.org/officeDocument/2006/relationships/tags" Target="../tags/tag44.xml"/><Relationship Id="rId50" Type="http://schemas.openxmlformats.org/officeDocument/2006/relationships/tags" Target="../tags/tag60.xml"/><Relationship Id="rId55" Type="http://schemas.openxmlformats.org/officeDocument/2006/relationships/tags" Target="../tags/tag65.xml"/><Relationship Id="rId76" Type="http://schemas.openxmlformats.org/officeDocument/2006/relationships/slideLayout" Target="../slideLayouts/slideLayout2.xml"/><Relationship Id="rId7" Type="http://schemas.openxmlformats.org/officeDocument/2006/relationships/tags" Target="../tags/tag17.xml"/><Relationship Id="rId71" Type="http://schemas.openxmlformats.org/officeDocument/2006/relationships/tags" Target="../tags/tag81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tags" Target="../tags/tag111.xml"/><Relationship Id="rId21" Type="http://schemas.openxmlformats.org/officeDocument/2006/relationships/tags" Target="../tags/tag106.xml"/><Relationship Id="rId42" Type="http://schemas.openxmlformats.org/officeDocument/2006/relationships/tags" Target="../tags/tag127.xml"/><Relationship Id="rId47" Type="http://schemas.openxmlformats.org/officeDocument/2006/relationships/tags" Target="../tags/tag132.xml"/><Relationship Id="rId63" Type="http://schemas.openxmlformats.org/officeDocument/2006/relationships/tags" Target="../tags/tag148.xml"/><Relationship Id="rId68" Type="http://schemas.openxmlformats.org/officeDocument/2006/relationships/tags" Target="../tags/tag153.xml"/><Relationship Id="rId84" Type="http://schemas.openxmlformats.org/officeDocument/2006/relationships/tags" Target="../tags/tag169.xml"/><Relationship Id="rId89" Type="http://schemas.openxmlformats.org/officeDocument/2006/relationships/tags" Target="../tags/tag174.xml"/><Relationship Id="rId112" Type="http://schemas.openxmlformats.org/officeDocument/2006/relationships/slideLayout" Target="../slideLayouts/slideLayout2.xml"/><Relationship Id="rId16" Type="http://schemas.openxmlformats.org/officeDocument/2006/relationships/tags" Target="../tags/tag101.xml"/><Relationship Id="rId107" Type="http://schemas.openxmlformats.org/officeDocument/2006/relationships/tags" Target="../tags/tag192.xml"/><Relationship Id="rId11" Type="http://schemas.openxmlformats.org/officeDocument/2006/relationships/tags" Target="../tags/tag96.xml"/><Relationship Id="rId32" Type="http://schemas.openxmlformats.org/officeDocument/2006/relationships/tags" Target="../tags/tag117.xml"/><Relationship Id="rId37" Type="http://schemas.openxmlformats.org/officeDocument/2006/relationships/tags" Target="../tags/tag122.xml"/><Relationship Id="rId53" Type="http://schemas.openxmlformats.org/officeDocument/2006/relationships/tags" Target="../tags/tag138.xml"/><Relationship Id="rId58" Type="http://schemas.openxmlformats.org/officeDocument/2006/relationships/tags" Target="../tags/tag143.xml"/><Relationship Id="rId74" Type="http://schemas.openxmlformats.org/officeDocument/2006/relationships/tags" Target="../tags/tag159.xml"/><Relationship Id="rId79" Type="http://schemas.openxmlformats.org/officeDocument/2006/relationships/tags" Target="../tags/tag164.xml"/><Relationship Id="rId102" Type="http://schemas.openxmlformats.org/officeDocument/2006/relationships/tags" Target="../tags/tag187.xml"/><Relationship Id="rId5" Type="http://schemas.openxmlformats.org/officeDocument/2006/relationships/tags" Target="../tags/tag90.xml"/><Relationship Id="rId90" Type="http://schemas.openxmlformats.org/officeDocument/2006/relationships/tags" Target="../tags/tag175.xml"/><Relationship Id="rId95" Type="http://schemas.openxmlformats.org/officeDocument/2006/relationships/tags" Target="../tags/tag180.xml"/><Relationship Id="rId22" Type="http://schemas.openxmlformats.org/officeDocument/2006/relationships/tags" Target="../tags/tag107.xml"/><Relationship Id="rId27" Type="http://schemas.openxmlformats.org/officeDocument/2006/relationships/tags" Target="../tags/tag112.xml"/><Relationship Id="rId43" Type="http://schemas.openxmlformats.org/officeDocument/2006/relationships/tags" Target="../tags/tag128.xml"/><Relationship Id="rId48" Type="http://schemas.openxmlformats.org/officeDocument/2006/relationships/tags" Target="../tags/tag133.xml"/><Relationship Id="rId64" Type="http://schemas.openxmlformats.org/officeDocument/2006/relationships/tags" Target="../tags/tag149.xml"/><Relationship Id="rId69" Type="http://schemas.openxmlformats.org/officeDocument/2006/relationships/tags" Target="../tags/tag154.xml"/><Relationship Id="rId80" Type="http://schemas.openxmlformats.org/officeDocument/2006/relationships/tags" Target="../tags/tag165.xml"/><Relationship Id="rId85" Type="http://schemas.openxmlformats.org/officeDocument/2006/relationships/tags" Target="../tags/tag170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33" Type="http://schemas.openxmlformats.org/officeDocument/2006/relationships/tags" Target="../tags/tag118.xml"/><Relationship Id="rId38" Type="http://schemas.openxmlformats.org/officeDocument/2006/relationships/tags" Target="../tags/tag123.xml"/><Relationship Id="rId59" Type="http://schemas.openxmlformats.org/officeDocument/2006/relationships/tags" Target="../tags/tag144.xml"/><Relationship Id="rId103" Type="http://schemas.openxmlformats.org/officeDocument/2006/relationships/tags" Target="../tags/tag188.xml"/><Relationship Id="rId108" Type="http://schemas.openxmlformats.org/officeDocument/2006/relationships/tags" Target="../tags/tag193.xml"/><Relationship Id="rId54" Type="http://schemas.openxmlformats.org/officeDocument/2006/relationships/tags" Target="../tags/tag139.xml"/><Relationship Id="rId70" Type="http://schemas.openxmlformats.org/officeDocument/2006/relationships/tags" Target="../tags/tag155.xml"/><Relationship Id="rId75" Type="http://schemas.openxmlformats.org/officeDocument/2006/relationships/tags" Target="../tags/tag160.xml"/><Relationship Id="rId91" Type="http://schemas.openxmlformats.org/officeDocument/2006/relationships/tags" Target="../tags/tag176.xml"/><Relationship Id="rId96" Type="http://schemas.openxmlformats.org/officeDocument/2006/relationships/tags" Target="../tags/tag18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5" Type="http://schemas.openxmlformats.org/officeDocument/2006/relationships/tags" Target="../tags/tag100.xml"/><Relationship Id="rId23" Type="http://schemas.openxmlformats.org/officeDocument/2006/relationships/tags" Target="../tags/tag108.xml"/><Relationship Id="rId28" Type="http://schemas.openxmlformats.org/officeDocument/2006/relationships/tags" Target="../tags/tag113.xml"/><Relationship Id="rId36" Type="http://schemas.openxmlformats.org/officeDocument/2006/relationships/tags" Target="../tags/tag121.xml"/><Relationship Id="rId49" Type="http://schemas.openxmlformats.org/officeDocument/2006/relationships/tags" Target="../tags/tag134.xml"/><Relationship Id="rId57" Type="http://schemas.openxmlformats.org/officeDocument/2006/relationships/tags" Target="../tags/tag142.xml"/><Relationship Id="rId106" Type="http://schemas.openxmlformats.org/officeDocument/2006/relationships/tags" Target="../tags/tag191.xml"/><Relationship Id="rId10" Type="http://schemas.openxmlformats.org/officeDocument/2006/relationships/tags" Target="../tags/tag95.xml"/><Relationship Id="rId31" Type="http://schemas.openxmlformats.org/officeDocument/2006/relationships/tags" Target="../tags/tag116.xml"/><Relationship Id="rId44" Type="http://schemas.openxmlformats.org/officeDocument/2006/relationships/tags" Target="../tags/tag129.xml"/><Relationship Id="rId52" Type="http://schemas.openxmlformats.org/officeDocument/2006/relationships/tags" Target="../tags/tag137.xml"/><Relationship Id="rId60" Type="http://schemas.openxmlformats.org/officeDocument/2006/relationships/tags" Target="../tags/tag145.xml"/><Relationship Id="rId65" Type="http://schemas.openxmlformats.org/officeDocument/2006/relationships/tags" Target="../tags/tag150.xml"/><Relationship Id="rId73" Type="http://schemas.openxmlformats.org/officeDocument/2006/relationships/tags" Target="../tags/tag158.xml"/><Relationship Id="rId78" Type="http://schemas.openxmlformats.org/officeDocument/2006/relationships/tags" Target="../tags/tag163.xml"/><Relationship Id="rId81" Type="http://schemas.openxmlformats.org/officeDocument/2006/relationships/tags" Target="../tags/tag166.xml"/><Relationship Id="rId86" Type="http://schemas.openxmlformats.org/officeDocument/2006/relationships/tags" Target="../tags/tag171.xml"/><Relationship Id="rId94" Type="http://schemas.openxmlformats.org/officeDocument/2006/relationships/tags" Target="../tags/tag179.xml"/><Relationship Id="rId99" Type="http://schemas.openxmlformats.org/officeDocument/2006/relationships/tags" Target="../tags/tag184.xml"/><Relationship Id="rId101" Type="http://schemas.openxmlformats.org/officeDocument/2006/relationships/tags" Target="../tags/tag186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3" Type="http://schemas.openxmlformats.org/officeDocument/2006/relationships/tags" Target="../tags/tag98.xml"/><Relationship Id="rId18" Type="http://schemas.openxmlformats.org/officeDocument/2006/relationships/tags" Target="../tags/tag103.xml"/><Relationship Id="rId39" Type="http://schemas.openxmlformats.org/officeDocument/2006/relationships/tags" Target="../tags/tag124.xml"/><Relationship Id="rId109" Type="http://schemas.openxmlformats.org/officeDocument/2006/relationships/tags" Target="../tags/tag194.xml"/><Relationship Id="rId34" Type="http://schemas.openxmlformats.org/officeDocument/2006/relationships/tags" Target="../tags/tag119.xml"/><Relationship Id="rId50" Type="http://schemas.openxmlformats.org/officeDocument/2006/relationships/tags" Target="../tags/tag135.xml"/><Relationship Id="rId55" Type="http://schemas.openxmlformats.org/officeDocument/2006/relationships/tags" Target="../tags/tag140.xml"/><Relationship Id="rId76" Type="http://schemas.openxmlformats.org/officeDocument/2006/relationships/tags" Target="../tags/tag161.xml"/><Relationship Id="rId97" Type="http://schemas.openxmlformats.org/officeDocument/2006/relationships/tags" Target="../tags/tag182.xml"/><Relationship Id="rId104" Type="http://schemas.openxmlformats.org/officeDocument/2006/relationships/tags" Target="../tags/tag189.xml"/><Relationship Id="rId7" Type="http://schemas.openxmlformats.org/officeDocument/2006/relationships/tags" Target="../tags/tag92.xml"/><Relationship Id="rId71" Type="http://schemas.openxmlformats.org/officeDocument/2006/relationships/tags" Target="../tags/tag156.xml"/><Relationship Id="rId92" Type="http://schemas.openxmlformats.org/officeDocument/2006/relationships/tags" Target="../tags/tag177.xml"/><Relationship Id="rId2" Type="http://schemas.openxmlformats.org/officeDocument/2006/relationships/tags" Target="../tags/tag87.xml"/><Relationship Id="rId29" Type="http://schemas.openxmlformats.org/officeDocument/2006/relationships/tags" Target="../tags/tag114.xml"/><Relationship Id="rId24" Type="http://schemas.openxmlformats.org/officeDocument/2006/relationships/tags" Target="../tags/tag109.xml"/><Relationship Id="rId40" Type="http://schemas.openxmlformats.org/officeDocument/2006/relationships/tags" Target="../tags/tag125.xml"/><Relationship Id="rId45" Type="http://schemas.openxmlformats.org/officeDocument/2006/relationships/tags" Target="../tags/tag130.xml"/><Relationship Id="rId66" Type="http://schemas.openxmlformats.org/officeDocument/2006/relationships/tags" Target="../tags/tag151.xml"/><Relationship Id="rId87" Type="http://schemas.openxmlformats.org/officeDocument/2006/relationships/tags" Target="../tags/tag172.xml"/><Relationship Id="rId110" Type="http://schemas.openxmlformats.org/officeDocument/2006/relationships/tags" Target="../tags/tag195.xml"/><Relationship Id="rId61" Type="http://schemas.openxmlformats.org/officeDocument/2006/relationships/tags" Target="../tags/tag146.xml"/><Relationship Id="rId82" Type="http://schemas.openxmlformats.org/officeDocument/2006/relationships/tags" Target="../tags/tag167.xml"/><Relationship Id="rId19" Type="http://schemas.openxmlformats.org/officeDocument/2006/relationships/tags" Target="../tags/tag104.xml"/><Relationship Id="rId14" Type="http://schemas.openxmlformats.org/officeDocument/2006/relationships/tags" Target="../tags/tag99.xml"/><Relationship Id="rId30" Type="http://schemas.openxmlformats.org/officeDocument/2006/relationships/tags" Target="../tags/tag115.xml"/><Relationship Id="rId35" Type="http://schemas.openxmlformats.org/officeDocument/2006/relationships/tags" Target="../tags/tag120.xml"/><Relationship Id="rId56" Type="http://schemas.openxmlformats.org/officeDocument/2006/relationships/tags" Target="../tags/tag141.xml"/><Relationship Id="rId77" Type="http://schemas.openxmlformats.org/officeDocument/2006/relationships/tags" Target="../tags/tag162.xml"/><Relationship Id="rId100" Type="http://schemas.openxmlformats.org/officeDocument/2006/relationships/tags" Target="../tags/tag185.xml"/><Relationship Id="rId105" Type="http://schemas.openxmlformats.org/officeDocument/2006/relationships/tags" Target="../tags/tag190.xml"/><Relationship Id="rId8" Type="http://schemas.openxmlformats.org/officeDocument/2006/relationships/tags" Target="../tags/tag93.xml"/><Relationship Id="rId51" Type="http://schemas.openxmlformats.org/officeDocument/2006/relationships/tags" Target="../tags/tag136.xml"/><Relationship Id="rId72" Type="http://schemas.openxmlformats.org/officeDocument/2006/relationships/tags" Target="../tags/tag157.xml"/><Relationship Id="rId93" Type="http://schemas.openxmlformats.org/officeDocument/2006/relationships/tags" Target="../tags/tag178.xml"/><Relationship Id="rId98" Type="http://schemas.openxmlformats.org/officeDocument/2006/relationships/tags" Target="../tags/tag183.xml"/><Relationship Id="rId3" Type="http://schemas.openxmlformats.org/officeDocument/2006/relationships/tags" Target="../tags/tag88.xml"/><Relationship Id="rId25" Type="http://schemas.openxmlformats.org/officeDocument/2006/relationships/tags" Target="../tags/tag110.xml"/><Relationship Id="rId46" Type="http://schemas.openxmlformats.org/officeDocument/2006/relationships/tags" Target="../tags/tag131.xml"/><Relationship Id="rId67" Type="http://schemas.openxmlformats.org/officeDocument/2006/relationships/tags" Target="../tags/tag152.xml"/><Relationship Id="rId20" Type="http://schemas.openxmlformats.org/officeDocument/2006/relationships/tags" Target="../tags/tag105.xml"/><Relationship Id="rId41" Type="http://schemas.openxmlformats.org/officeDocument/2006/relationships/tags" Target="../tags/tag126.xml"/><Relationship Id="rId62" Type="http://schemas.openxmlformats.org/officeDocument/2006/relationships/tags" Target="../tags/tag147.xml"/><Relationship Id="rId83" Type="http://schemas.openxmlformats.org/officeDocument/2006/relationships/tags" Target="../tags/tag168.xml"/><Relationship Id="rId88" Type="http://schemas.openxmlformats.org/officeDocument/2006/relationships/tags" Target="../tags/tag173.xml"/><Relationship Id="rId111" Type="http://schemas.openxmlformats.org/officeDocument/2006/relationships/tags" Target="../tags/tag196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tags" Target="../tags/tag222.xml"/><Relationship Id="rId21" Type="http://schemas.openxmlformats.org/officeDocument/2006/relationships/tags" Target="../tags/tag217.xml"/><Relationship Id="rId42" Type="http://schemas.openxmlformats.org/officeDocument/2006/relationships/tags" Target="../tags/tag238.xml"/><Relationship Id="rId47" Type="http://schemas.openxmlformats.org/officeDocument/2006/relationships/tags" Target="../tags/tag243.xml"/><Relationship Id="rId63" Type="http://schemas.openxmlformats.org/officeDocument/2006/relationships/tags" Target="../tags/tag259.xml"/><Relationship Id="rId68" Type="http://schemas.openxmlformats.org/officeDocument/2006/relationships/tags" Target="../tags/tag264.xml"/><Relationship Id="rId7" Type="http://schemas.openxmlformats.org/officeDocument/2006/relationships/tags" Target="../tags/tag203.xml"/><Relationship Id="rId71" Type="http://schemas.openxmlformats.org/officeDocument/2006/relationships/image" Target="../media/image16.png"/><Relationship Id="rId2" Type="http://schemas.openxmlformats.org/officeDocument/2006/relationships/tags" Target="../tags/tag198.xml"/><Relationship Id="rId16" Type="http://schemas.openxmlformats.org/officeDocument/2006/relationships/tags" Target="../tags/tag212.xml"/><Relationship Id="rId29" Type="http://schemas.openxmlformats.org/officeDocument/2006/relationships/tags" Target="../tags/tag225.xml"/><Relationship Id="rId11" Type="http://schemas.openxmlformats.org/officeDocument/2006/relationships/tags" Target="../tags/tag207.xml"/><Relationship Id="rId24" Type="http://schemas.openxmlformats.org/officeDocument/2006/relationships/tags" Target="../tags/tag220.xml"/><Relationship Id="rId32" Type="http://schemas.openxmlformats.org/officeDocument/2006/relationships/tags" Target="../tags/tag228.xml"/><Relationship Id="rId37" Type="http://schemas.openxmlformats.org/officeDocument/2006/relationships/tags" Target="../tags/tag233.xml"/><Relationship Id="rId40" Type="http://schemas.openxmlformats.org/officeDocument/2006/relationships/tags" Target="../tags/tag236.xml"/><Relationship Id="rId45" Type="http://schemas.openxmlformats.org/officeDocument/2006/relationships/tags" Target="../tags/tag241.xml"/><Relationship Id="rId53" Type="http://schemas.openxmlformats.org/officeDocument/2006/relationships/tags" Target="../tags/tag249.xml"/><Relationship Id="rId58" Type="http://schemas.openxmlformats.org/officeDocument/2006/relationships/tags" Target="../tags/tag254.xml"/><Relationship Id="rId66" Type="http://schemas.openxmlformats.org/officeDocument/2006/relationships/tags" Target="../tags/tag262.xml"/><Relationship Id="rId5" Type="http://schemas.openxmlformats.org/officeDocument/2006/relationships/tags" Target="../tags/tag201.xml"/><Relationship Id="rId61" Type="http://schemas.openxmlformats.org/officeDocument/2006/relationships/tags" Target="../tags/tag257.xml"/><Relationship Id="rId19" Type="http://schemas.openxmlformats.org/officeDocument/2006/relationships/tags" Target="../tags/tag215.xml"/><Relationship Id="rId14" Type="http://schemas.openxmlformats.org/officeDocument/2006/relationships/tags" Target="../tags/tag210.xml"/><Relationship Id="rId22" Type="http://schemas.openxmlformats.org/officeDocument/2006/relationships/tags" Target="../tags/tag218.xml"/><Relationship Id="rId27" Type="http://schemas.openxmlformats.org/officeDocument/2006/relationships/tags" Target="../tags/tag223.xml"/><Relationship Id="rId30" Type="http://schemas.openxmlformats.org/officeDocument/2006/relationships/tags" Target="../tags/tag226.xml"/><Relationship Id="rId35" Type="http://schemas.openxmlformats.org/officeDocument/2006/relationships/tags" Target="../tags/tag231.xml"/><Relationship Id="rId43" Type="http://schemas.openxmlformats.org/officeDocument/2006/relationships/tags" Target="../tags/tag239.xml"/><Relationship Id="rId48" Type="http://schemas.openxmlformats.org/officeDocument/2006/relationships/tags" Target="../tags/tag244.xml"/><Relationship Id="rId56" Type="http://schemas.openxmlformats.org/officeDocument/2006/relationships/tags" Target="../tags/tag252.xml"/><Relationship Id="rId64" Type="http://schemas.openxmlformats.org/officeDocument/2006/relationships/tags" Target="../tags/tag260.xml"/><Relationship Id="rId69" Type="http://schemas.openxmlformats.org/officeDocument/2006/relationships/tags" Target="../tags/tag265.xml"/><Relationship Id="rId8" Type="http://schemas.openxmlformats.org/officeDocument/2006/relationships/tags" Target="../tags/tag204.xml"/><Relationship Id="rId51" Type="http://schemas.openxmlformats.org/officeDocument/2006/relationships/tags" Target="../tags/tag247.xml"/><Relationship Id="rId3" Type="http://schemas.openxmlformats.org/officeDocument/2006/relationships/tags" Target="../tags/tag199.xml"/><Relationship Id="rId12" Type="http://schemas.openxmlformats.org/officeDocument/2006/relationships/tags" Target="../tags/tag208.xml"/><Relationship Id="rId17" Type="http://schemas.openxmlformats.org/officeDocument/2006/relationships/tags" Target="../tags/tag213.xml"/><Relationship Id="rId25" Type="http://schemas.openxmlformats.org/officeDocument/2006/relationships/tags" Target="../tags/tag221.xml"/><Relationship Id="rId33" Type="http://schemas.openxmlformats.org/officeDocument/2006/relationships/tags" Target="../tags/tag229.xml"/><Relationship Id="rId38" Type="http://schemas.openxmlformats.org/officeDocument/2006/relationships/tags" Target="../tags/tag234.xml"/><Relationship Id="rId46" Type="http://schemas.openxmlformats.org/officeDocument/2006/relationships/tags" Target="../tags/tag242.xml"/><Relationship Id="rId59" Type="http://schemas.openxmlformats.org/officeDocument/2006/relationships/tags" Target="../tags/tag255.xml"/><Relationship Id="rId67" Type="http://schemas.openxmlformats.org/officeDocument/2006/relationships/tags" Target="../tags/tag263.xml"/><Relationship Id="rId20" Type="http://schemas.openxmlformats.org/officeDocument/2006/relationships/tags" Target="../tags/tag216.xml"/><Relationship Id="rId41" Type="http://schemas.openxmlformats.org/officeDocument/2006/relationships/tags" Target="../tags/tag237.xml"/><Relationship Id="rId54" Type="http://schemas.openxmlformats.org/officeDocument/2006/relationships/tags" Target="../tags/tag250.xml"/><Relationship Id="rId62" Type="http://schemas.openxmlformats.org/officeDocument/2006/relationships/tags" Target="../tags/tag258.xml"/><Relationship Id="rId70" Type="http://schemas.openxmlformats.org/officeDocument/2006/relationships/slideLayout" Target="../slideLayouts/slideLayout2.xml"/><Relationship Id="rId1" Type="http://schemas.openxmlformats.org/officeDocument/2006/relationships/tags" Target="../tags/tag197.xml"/><Relationship Id="rId6" Type="http://schemas.openxmlformats.org/officeDocument/2006/relationships/tags" Target="../tags/tag202.xml"/><Relationship Id="rId15" Type="http://schemas.openxmlformats.org/officeDocument/2006/relationships/tags" Target="../tags/tag211.xml"/><Relationship Id="rId23" Type="http://schemas.openxmlformats.org/officeDocument/2006/relationships/tags" Target="../tags/tag219.xml"/><Relationship Id="rId28" Type="http://schemas.openxmlformats.org/officeDocument/2006/relationships/tags" Target="../tags/tag224.xml"/><Relationship Id="rId36" Type="http://schemas.openxmlformats.org/officeDocument/2006/relationships/tags" Target="../tags/tag232.xml"/><Relationship Id="rId49" Type="http://schemas.openxmlformats.org/officeDocument/2006/relationships/tags" Target="../tags/tag245.xml"/><Relationship Id="rId57" Type="http://schemas.openxmlformats.org/officeDocument/2006/relationships/tags" Target="../tags/tag253.xml"/><Relationship Id="rId10" Type="http://schemas.openxmlformats.org/officeDocument/2006/relationships/tags" Target="../tags/tag206.xml"/><Relationship Id="rId31" Type="http://schemas.openxmlformats.org/officeDocument/2006/relationships/tags" Target="../tags/tag227.xml"/><Relationship Id="rId44" Type="http://schemas.openxmlformats.org/officeDocument/2006/relationships/tags" Target="../tags/tag240.xml"/><Relationship Id="rId52" Type="http://schemas.openxmlformats.org/officeDocument/2006/relationships/tags" Target="../tags/tag248.xml"/><Relationship Id="rId60" Type="http://schemas.openxmlformats.org/officeDocument/2006/relationships/tags" Target="../tags/tag256.xml"/><Relationship Id="rId65" Type="http://schemas.openxmlformats.org/officeDocument/2006/relationships/tags" Target="../tags/tag261.xml"/><Relationship Id="rId4" Type="http://schemas.openxmlformats.org/officeDocument/2006/relationships/tags" Target="../tags/tag200.xml"/><Relationship Id="rId9" Type="http://schemas.openxmlformats.org/officeDocument/2006/relationships/tags" Target="../tags/tag205.xml"/><Relationship Id="rId13" Type="http://schemas.openxmlformats.org/officeDocument/2006/relationships/tags" Target="../tags/tag209.xml"/><Relationship Id="rId18" Type="http://schemas.openxmlformats.org/officeDocument/2006/relationships/tags" Target="../tags/tag214.xml"/><Relationship Id="rId39" Type="http://schemas.openxmlformats.org/officeDocument/2006/relationships/tags" Target="../tags/tag235.xml"/><Relationship Id="rId34" Type="http://schemas.openxmlformats.org/officeDocument/2006/relationships/tags" Target="../tags/tag230.xml"/><Relationship Id="rId50" Type="http://schemas.openxmlformats.org/officeDocument/2006/relationships/tags" Target="../tags/tag246.xml"/><Relationship Id="rId55" Type="http://schemas.openxmlformats.org/officeDocument/2006/relationships/tags" Target="../tags/tag251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278.xml"/><Relationship Id="rId18" Type="http://schemas.openxmlformats.org/officeDocument/2006/relationships/tags" Target="../tags/tag283.xml"/><Relationship Id="rId26" Type="http://schemas.openxmlformats.org/officeDocument/2006/relationships/tags" Target="../tags/tag291.xml"/><Relationship Id="rId39" Type="http://schemas.openxmlformats.org/officeDocument/2006/relationships/tags" Target="../tags/tag304.xml"/><Relationship Id="rId21" Type="http://schemas.openxmlformats.org/officeDocument/2006/relationships/tags" Target="../tags/tag286.xml"/><Relationship Id="rId34" Type="http://schemas.openxmlformats.org/officeDocument/2006/relationships/tags" Target="../tags/tag299.xml"/><Relationship Id="rId42" Type="http://schemas.openxmlformats.org/officeDocument/2006/relationships/tags" Target="../tags/tag307.xml"/><Relationship Id="rId47" Type="http://schemas.openxmlformats.org/officeDocument/2006/relationships/tags" Target="../tags/tag312.xml"/><Relationship Id="rId50" Type="http://schemas.openxmlformats.org/officeDocument/2006/relationships/tags" Target="../tags/tag315.xml"/><Relationship Id="rId55" Type="http://schemas.openxmlformats.org/officeDocument/2006/relationships/tags" Target="../tags/tag320.xml"/><Relationship Id="rId7" Type="http://schemas.openxmlformats.org/officeDocument/2006/relationships/tags" Target="../tags/tag272.xml"/><Relationship Id="rId2" Type="http://schemas.openxmlformats.org/officeDocument/2006/relationships/tags" Target="../tags/tag267.xml"/><Relationship Id="rId16" Type="http://schemas.openxmlformats.org/officeDocument/2006/relationships/tags" Target="../tags/tag281.xml"/><Relationship Id="rId29" Type="http://schemas.openxmlformats.org/officeDocument/2006/relationships/tags" Target="../tags/tag294.xml"/><Relationship Id="rId11" Type="http://schemas.openxmlformats.org/officeDocument/2006/relationships/tags" Target="../tags/tag276.xml"/><Relationship Id="rId24" Type="http://schemas.openxmlformats.org/officeDocument/2006/relationships/tags" Target="../tags/tag289.xml"/><Relationship Id="rId32" Type="http://schemas.openxmlformats.org/officeDocument/2006/relationships/tags" Target="../tags/tag297.xml"/><Relationship Id="rId37" Type="http://schemas.openxmlformats.org/officeDocument/2006/relationships/tags" Target="../tags/tag302.xml"/><Relationship Id="rId40" Type="http://schemas.openxmlformats.org/officeDocument/2006/relationships/tags" Target="../tags/tag305.xml"/><Relationship Id="rId45" Type="http://schemas.openxmlformats.org/officeDocument/2006/relationships/tags" Target="../tags/tag310.xml"/><Relationship Id="rId53" Type="http://schemas.openxmlformats.org/officeDocument/2006/relationships/tags" Target="../tags/tag318.xml"/><Relationship Id="rId58" Type="http://schemas.openxmlformats.org/officeDocument/2006/relationships/image" Target="../media/image17.png"/><Relationship Id="rId5" Type="http://schemas.openxmlformats.org/officeDocument/2006/relationships/tags" Target="../tags/tag270.xml"/><Relationship Id="rId19" Type="http://schemas.openxmlformats.org/officeDocument/2006/relationships/tags" Target="../tags/tag284.xml"/><Relationship Id="rId4" Type="http://schemas.openxmlformats.org/officeDocument/2006/relationships/tags" Target="../tags/tag269.xml"/><Relationship Id="rId9" Type="http://schemas.openxmlformats.org/officeDocument/2006/relationships/tags" Target="../tags/tag274.xml"/><Relationship Id="rId14" Type="http://schemas.openxmlformats.org/officeDocument/2006/relationships/tags" Target="../tags/tag279.xml"/><Relationship Id="rId22" Type="http://schemas.openxmlformats.org/officeDocument/2006/relationships/tags" Target="../tags/tag287.xml"/><Relationship Id="rId27" Type="http://schemas.openxmlformats.org/officeDocument/2006/relationships/tags" Target="../tags/tag292.xml"/><Relationship Id="rId30" Type="http://schemas.openxmlformats.org/officeDocument/2006/relationships/tags" Target="../tags/tag295.xml"/><Relationship Id="rId35" Type="http://schemas.openxmlformats.org/officeDocument/2006/relationships/tags" Target="../tags/tag300.xml"/><Relationship Id="rId43" Type="http://schemas.openxmlformats.org/officeDocument/2006/relationships/tags" Target="../tags/tag308.xml"/><Relationship Id="rId48" Type="http://schemas.openxmlformats.org/officeDocument/2006/relationships/tags" Target="../tags/tag313.xml"/><Relationship Id="rId56" Type="http://schemas.openxmlformats.org/officeDocument/2006/relationships/tags" Target="../tags/tag321.xml"/><Relationship Id="rId8" Type="http://schemas.openxmlformats.org/officeDocument/2006/relationships/tags" Target="../tags/tag273.xml"/><Relationship Id="rId51" Type="http://schemas.openxmlformats.org/officeDocument/2006/relationships/tags" Target="../tags/tag316.xml"/><Relationship Id="rId3" Type="http://schemas.openxmlformats.org/officeDocument/2006/relationships/tags" Target="../tags/tag268.xml"/><Relationship Id="rId12" Type="http://schemas.openxmlformats.org/officeDocument/2006/relationships/tags" Target="../tags/tag277.xml"/><Relationship Id="rId17" Type="http://schemas.openxmlformats.org/officeDocument/2006/relationships/tags" Target="../tags/tag282.xml"/><Relationship Id="rId25" Type="http://schemas.openxmlformats.org/officeDocument/2006/relationships/tags" Target="../tags/tag290.xml"/><Relationship Id="rId33" Type="http://schemas.openxmlformats.org/officeDocument/2006/relationships/tags" Target="../tags/tag298.xml"/><Relationship Id="rId38" Type="http://schemas.openxmlformats.org/officeDocument/2006/relationships/tags" Target="../tags/tag303.xml"/><Relationship Id="rId46" Type="http://schemas.openxmlformats.org/officeDocument/2006/relationships/tags" Target="../tags/tag311.xml"/><Relationship Id="rId20" Type="http://schemas.openxmlformats.org/officeDocument/2006/relationships/tags" Target="../tags/tag285.xml"/><Relationship Id="rId41" Type="http://schemas.openxmlformats.org/officeDocument/2006/relationships/tags" Target="../tags/tag306.xml"/><Relationship Id="rId54" Type="http://schemas.openxmlformats.org/officeDocument/2006/relationships/tags" Target="../tags/tag319.xml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15" Type="http://schemas.openxmlformats.org/officeDocument/2006/relationships/tags" Target="../tags/tag280.xml"/><Relationship Id="rId23" Type="http://schemas.openxmlformats.org/officeDocument/2006/relationships/tags" Target="../tags/tag288.xml"/><Relationship Id="rId28" Type="http://schemas.openxmlformats.org/officeDocument/2006/relationships/tags" Target="../tags/tag293.xml"/><Relationship Id="rId36" Type="http://schemas.openxmlformats.org/officeDocument/2006/relationships/tags" Target="../tags/tag301.xml"/><Relationship Id="rId49" Type="http://schemas.openxmlformats.org/officeDocument/2006/relationships/tags" Target="../tags/tag314.xml"/><Relationship Id="rId57" Type="http://schemas.openxmlformats.org/officeDocument/2006/relationships/slideLayout" Target="../slideLayouts/slideLayout2.xml"/><Relationship Id="rId10" Type="http://schemas.openxmlformats.org/officeDocument/2006/relationships/tags" Target="../tags/tag275.xml"/><Relationship Id="rId31" Type="http://schemas.openxmlformats.org/officeDocument/2006/relationships/tags" Target="../tags/tag296.xml"/><Relationship Id="rId44" Type="http://schemas.openxmlformats.org/officeDocument/2006/relationships/tags" Target="../tags/tag309.xml"/><Relationship Id="rId52" Type="http://schemas.openxmlformats.org/officeDocument/2006/relationships/tags" Target="../tags/tag317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tags" Target="../tags/tag347.xml"/><Relationship Id="rId21" Type="http://schemas.openxmlformats.org/officeDocument/2006/relationships/tags" Target="../tags/tag342.xml"/><Relationship Id="rId42" Type="http://schemas.openxmlformats.org/officeDocument/2006/relationships/tags" Target="../tags/tag363.xml"/><Relationship Id="rId47" Type="http://schemas.openxmlformats.org/officeDocument/2006/relationships/tags" Target="../tags/tag368.xml"/><Relationship Id="rId63" Type="http://schemas.openxmlformats.org/officeDocument/2006/relationships/tags" Target="../tags/tag384.xml"/><Relationship Id="rId68" Type="http://schemas.openxmlformats.org/officeDocument/2006/relationships/tags" Target="../tags/tag389.xml"/><Relationship Id="rId84" Type="http://schemas.openxmlformats.org/officeDocument/2006/relationships/tags" Target="../tags/tag405.xml"/><Relationship Id="rId89" Type="http://schemas.openxmlformats.org/officeDocument/2006/relationships/tags" Target="../tags/tag410.xml"/><Relationship Id="rId112" Type="http://schemas.openxmlformats.org/officeDocument/2006/relationships/slideLayout" Target="../slideLayouts/slideLayout2.xml"/><Relationship Id="rId16" Type="http://schemas.openxmlformats.org/officeDocument/2006/relationships/tags" Target="../tags/tag337.xml"/><Relationship Id="rId107" Type="http://schemas.openxmlformats.org/officeDocument/2006/relationships/tags" Target="../tags/tag428.xml"/><Relationship Id="rId11" Type="http://schemas.openxmlformats.org/officeDocument/2006/relationships/tags" Target="../tags/tag332.xml"/><Relationship Id="rId32" Type="http://schemas.openxmlformats.org/officeDocument/2006/relationships/tags" Target="../tags/tag353.xml"/><Relationship Id="rId37" Type="http://schemas.openxmlformats.org/officeDocument/2006/relationships/tags" Target="../tags/tag358.xml"/><Relationship Id="rId53" Type="http://schemas.openxmlformats.org/officeDocument/2006/relationships/tags" Target="../tags/tag374.xml"/><Relationship Id="rId58" Type="http://schemas.openxmlformats.org/officeDocument/2006/relationships/tags" Target="../tags/tag379.xml"/><Relationship Id="rId74" Type="http://schemas.openxmlformats.org/officeDocument/2006/relationships/tags" Target="../tags/tag395.xml"/><Relationship Id="rId79" Type="http://schemas.openxmlformats.org/officeDocument/2006/relationships/tags" Target="../tags/tag400.xml"/><Relationship Id="rId102" Type="http://schemas.openxmlformats.org/officeDocument/2006/relationships/tags" Target="../tags/tag423.xml"/><Relationship Id="rId5" Type="http://schemas.openxmlformats.org/officeDocument/2006/relationships/tags" Target="../tags/tag326.xml"/><Relationship Id="rId90" Type="http://schemas.openxmlformats.org/officeDocument/2006/relationships/tags" Target="../tags/tag411.xml"/><Relationship Id="rId95" Type="http://schemas.openxmlformats.org/officeDocument/2006/relationships/tags" Target="../tags/tag416.xml"/><Relationship Id="rId22" Type="http://schemas.openxmlformats.org/officeDocument/2006/relationships/tags" Target="../tags/tag343.xml"/><Relationship Id="rId27" Type="http://schemas.openxmlformats.org/officeDocument/2006/relationships/tags" Target="../tags/tag348.xml"/><Relationship Id="rId43" Type="http://schemas.openxmlformats.org/officeDocument/2006/relationships/tags" Target="../tags/tag364.xml"/><Relationship Id="rId48" Type="http://schemas.openxmlformats.org/officeDocument/2006/relationships/tags" Target="../tags/tag369.xml"/><Relationship Id="rId64" Type="http://schemas.openxmlformats.org/officeDocument/2006/relationships/tags" Target="../tags/tag385.xml"/><Relationship Id="rId69" Type="http://schemas.openxmlformats.org/officeDocument/2006/relationships/tags" Target="../tags/tag390.xml"/><Relationship Id="rId80" Type="http://schemas.openxmlformats.org/officeDocument/2006/relationships/tags" Target="../tags/tag401.xml"/><Relationship Id="rId85" Type="http://schemas.openxmlformats.org/officeDocument/2006/relationships/tags" Target="../tags/tag406.xml"/><Relationship Id="rId12" Type="http://schemas.openxmlformats.org/officeDocument/2006/relationships/tags" Target="../tags/tag333.xml"/><Relationship Id="rId17" Type="http://schemas.openxmlformats.org/officeDocument/2006/relationships/tags" Target="../tags/tag338.xml"/><Relationship Id="rId33" Type="http://schemas.openxmlformats.org/officeDocument/2006/relationships/tags" Target="../tags/tag354.xml"/><Relationship Id="rId38" Type="http://schemas.openxmlformats.org/officeDocument/2006/relationships/tags" Target="../tags/tag359.xml"/><Relationship Id="rId59" Type="http://schemas.openxmlformats.org/officeDocument/2006/relationships/tags" Target="../tags/tag380.xml"/><Relationship Id="rId103" Type="http://schemas.openxmlformats.org/officeDocument/2006/relationships/tags" Target="../tags/tag424.xml"/><Relationship Id="rId108" Type="http://schemas.openxmlformats.org/officeDocument/2006/relationships/tags" Target="../tags/tag429.xml"/><Relationship Id="rId54" Type="http://schemas.openxmlformats.org/officeDocument/2006/relationships/tags" Target="../tags/tag375.xml"/><Relationship Id="rId70" Type="http://schemas.openxmlformats.org/officeDocument/2006/relationships/tags" Target="../tags/tag391.xml"/><Relationship Id="rId75" Type="http://schemas.openxmlformats.org/officeDocument/2006/relationships/tags" Target="../tags/tag396.xml"/><Relationship Id="rId91" Type="http://schemas.openxmlformats.org/officeDocument/2006/relationships/tags" Target="../tags/tag412.xml"/><Relationship Id="rId96" Type="http://schemas.openxmlformats.org/officeDocument/2006/relationships/tags" Target="../tags/tag417.xml"/><Relationship Id="rId1" Type="http://schemas.openxmlformats.org/officeDocument/2006/relationships/tags" Target="../tags/tag322.xml"/><Relationship Id="rId6" Type="http://schemas.openxmlformats.org/officeDocument/2006/relationships/tags" Target="../tags/tag327.xml"/><Relationship Id="rId15" Type="http://schemas.openxmlformats.org/officeDocument/2006/relationships/tags" Target="../tags/tag336.xml"/><Relationship Id="rId23" Type="http://schemas.openxmlformats.org/officeDocument/2006/relationships/tags" Target="../tags/tag344.xml"/><Relationship Id="rId28" Type="http://schemas.openxmlformats.org/officeDocument/2006/relationships/tags" Target="../tags/tag349.xml"/><Relationship Id="rId36" Type="http://schemas.openxmlformats.org/officeDocument/2006/relationships/tags" Target="../tags/tag357.xml"/><Relationship Id="rId49" Type="http://schemas.openxmlformats.org/officeDocument/2006/relationships/tags" Target="../tags/tag370.xml"/><Relationship Id="rId57" Type="http://schemas.openxmlformats.org/officeDocument/2006/relationships/tags" Target="../tags/tag378.xml"/><Relationship Id="rId106" Type="http://schemas.openxmlformats.org/officeDocument/2006/relationships/tags" Target="../tags/tag427.xml"/><Relationship Id="rId10" Type="http://schemas.openxmlformats.org/officeDocument/2006/relationships/tags" Target="../tags/tag331.xml"/><Relationship Id="rId31" Type="http://schemas.openxmlformats.org/officeDocument/2006/relationships/tags" Target="../tags/tag352.xml"/><Relationship Id="rId44" Type="http://schemas.openxmlformats.org/officeDocument/2006/relationships/tags" Target="../tags/tag365.xml"/><Relationship Id="rId52" Type="http://schemas.openxmlformats.org/officeDocument/2006/relationships/tags" Target="../tags/tag373.xml"/><Relationship Id="rId60" Type="http://schemas.openxmlformats.org/officeDocument/2006/relationships/tags" Target="../tags/tag381.xml"/><Relationship Id="rId65" Type="http://schemas.openxmlformats.org/officeDocument/2006/relationships/tags" Target="../tags/tag386.xml"/><Relationship Id="rId73" Type="http://schemas.openxmlformats.org/officeDocument/2006/relationships/tags" Target="../tags/tag394.xml"/><Relationship Id="rId78" Type="http://schemas.openxmlformats.org/officeDocument/2006/relationships/tags" Target="../tags/tag399.xml"/><Relationship Id="rId81" Type="http://schemas.openxmlformats.org/officeDocument/2006/relationships/tags" Target="../tags/tag402.xml"/><Relationship Id="rId86" Type="http://schemas.openxmlformats.org/officeDocument/2006/relationships/tags" Target="../tags/tag407.xml"/><Relationship Id="rId94" Type="http://schemas.openxmlformats.org/officeDocument/2006/relationships/tags" Target="../tags/tag415.xml"/><Relationship Id="rId99" Type="http://schemas.openxmlformats.org/officeDocument/2006/relationships/tags" Target="../tags/tag420.xml"/><Relationship Id="rId101" Type="http://schemas.openxmlformats.org/officeDocument/2006/relationships/tags" Target="../tags/tag422.xml"/><Relationship Id="rId4" Type="http://schemas.openxmlformats.org/officeDocument/2006/relationships/tags" Target="../tags/tag325.xml"/><Relationship Id="rId9" Type="http://schemas.openxmlformats.org/officeDocument/2006/relationships/tags" Target="../tags/tag330.xml"/><Relationship Id="rId13" Type="http://schemas.openxmlformats.org/officeDocument/2006/relationships/tags" Target="../tags/tag334.xml"/><Relationship Id="rId18" Type="http://schemas.openxmlformats.org/officeDocument/2006/relationships/tags" Target="../tags/tag339.xml"/><Relationship Id="rId39" Type="http://schemas.openxmlformats.org/officeDocument/2006/relationships/tags" Target="../tags/tag360.xml"/><Relationship Id="rId109" Type="http://schemas.openxmlformats.org/officeDocument/2006/relationships/tags" Target="../tags/tag430.xml"/><Relationship Id="rId34" Type="http://schemas.openxmlformats.org/officeDocument/2006/relationships/tags" Target="../tags/tag355.xml"/><Relationship Id="rId50" Type="http://schemas.openxmlformats.org/officeDocument/2006/relationships/tags" Target="../tags/tag371.xml"/><Relationship Id="rId55" Type="http://schemas.openxmlformats.org/officeDocument/2006/relationships/tags" Target="../tags/tag376.xml"/><Relationship Id="rId76" Type="http://schemas.openxmlformats.org/officeDocument/2006/relationships/tags" Target="../tags/tag397.xml"/><Relationship Id="rId97" Type="http://schemas.openxmlformats.org/officeDocument/2006/relationships/tags" Target="../tags/tag418.xml"/><Relationship Id="rId104" Type="http://schemas.openxmlformats.org/officeDocument/2006/relationships/tags" Target="../tags/tag425.xml"/><Relationship Id="rId7" Type="http://schemas.openxmlformats.org/officeDocument/2006/relationships/tags" Target="../tags/tag328.xml"/><Relationship Id="rId71" Type="http://schemas.openxmlformats.org/officeDocument/2006/relationships/tags" Target="../tags/tag392.xml"/><Relationship Id="rId92" Type="http://schemas.openxmlformats.org/officeDocument/2006/relationships/tags" Target="../tags/tag413.xml"/><Relationship Id="rId2" Type="http://schemas.openxmlformats.org/officeDocument/2006/relationships/tags" Target="../tags/tag323.xml"/><Relationship Id="rId29" Type="http://schemas.openxmlformats.org/officeDocument/2006/relationships/tags" Target="../tags/tag350.xml"/><Relationship Id="rId24" Type="http://schemas.openxmlformats.org/officeDocument/2006/relationships/tags" Target="../tags/tag345.xml"/><Relationship Id="rId40" Type="http://schemas.openxmlformats.org/officeDocument/2006/relationships/tags" Target="../tags/tag361.xml"/><Relationship Id="rId45" Type="http://schemas.openxmlformats.org/officeDocument/2006/relationships/tags" Target="../tags/tag366.xml"/><Relationship Id="rId66" Type="http://schemas.openxmlformats.org/officeDocument/2006/relationships/tags" Target="../tags/tag387.xml"/><Relationship Id="rId87" Type="http://schemas.openxmlformats.org/officeDocument/2006/relationships/tags" Target="../tags/tag408.xml"/><Relationship Id="rId110" Type="http://schemas.openxmlformats.org/officeDocument/2006/relationships/tags" Target="../tags/tag431.xml"/><Relationship Id="rId61" Type="http://schemas.openxmlformats.org/officeDocument/2006/relationships/tags" Target="../tags/tag382.xml"/><Relationship Id="rId82" Type="http://schemas.openxmlformats.org/officeDocument/2006/relationships/tags" Target="../tags/tag403.xml"/><Relationship Id="rId19" Type="http://schemas.openxmlformats.org/officeDocument/2006/relationships/tags" Target="../tags/tag340.xml"/><Relationship Id="rId14" Type="http://schemas.openxmlformats.org/officeDocument/2006/relationships/tags" Target="../tags/tag335.xml"/><Relationship Id="rId30" Type="http://schemas.openxmlformats.org/officeDocument/2006/relationships/tags" Target="../tags/tag351.xml"/><Relationship Id="rId35" Type="http://schemas.openxmlformats.org/officeDocument/2006/relationships/tags" Target="../tags/tag356.xml"/><Relationship Id="rId56" Type="http://schemas.openxmlformats.org/officeDocument/2006/relationships/tags" Target="../tags/tag377.xml"/><Relationship Id="rId77" Type="http://schemas.openxmlformats.org/officeDocument/2006/relationships/tags" Target="../tags/tag398.xml"/><Relationship Id="rId100" Type="http://schemas.openxmlformats.org/officeDocument/2006/relationships/tags" Target="../tags/tag421.xml"/><Relationship Id="rId105" Type="http://schemas.openxmlformats.org/officeDocument/2006/relationships/tags" Target="../tags/tag426.xml"/><Relationship Id="rId8" Type="http://schemas.openxmlformats.org/officeDocument/2006/relationships/tags" Target="../tags/tag329.xml"/><Relationship Id="rId51" Type="http://schemas.openxmlformats.org/officeDocument/2006/relationships/tags" Target="../tags/tag372.xml"/><Relationship Id="rId72" Type="http://schemas.openxmlformats.org/officeDocument/2006/relationships/tags" Target="../tags/tag393.xml"/><Relationship Id="rId93" Type="http://schemas.openxmlformats.org/officeDocument/2006/relationships/tags" Target="../tags/tag414.xml"/><Relationship Id="rId98" Type="http://schemas.openxmlformats.org/officeDocument/2006/relationships/tags" Target="../tags/tag419.xml"/><Relationship Id="rId3" Type="http://schemas.openxmlformats.org/officeDocument/2006/relationships/tags" Target="../tags/tag324.xml"/><Relationship Id="rId25" Type="http://schemas.openxmlformats.org/officeDocument/2006/relationships/tags" Target="../tags/tag346.xml"/><Relationship Id="rId46" Type="http://schemas.openxmlformats.org/officeDocument/2006/relationships/tags" Target="../tags/tag367.xml"/><Relationship Id="rId67" Type="http://schemas.openxmlformats.org/officeDocument/2006/relationships/tags" Target="../tags/tag388.xml"/><Relationship Id="rId20" Type="http://schemas.openxmlformats.org/officeDocument/2006/relationships/tags" Target="../tags/tag341.xml"/><Relationship Id="rId41" Type="http://schemas.openxmlformats.org/officeDocument/2006/relationships/tags" Target="../tags/tag362.xml"/><Relationship Id="rId62" Type="http://schemas.openxmlformats.org/officeDocument/2006/relationships/tags" Target="../tags/tag383.xml"/><Relationship Id="rId83" Type="http://schemas.openxmlformats.org/officeDocument/2006/relationships/tags" Target="../tags/tag404.xml"/><Relationship Id="rId88" Type="http://schemas.openxmlformats.org/officeDocument/2006/relationships/tags" Target="../tags/tag409.xml"/><Relationship Id="rId111" Type="http://schemas.openxmlformats.org/officeDocument/2006/relationships/tags" Target="../tags/tag432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tags" Target="../tags/tag549.xml"/><Relationship Id="rId21" Type="http://schemas.openxmlformats.org/officeDocument/2006/relationships/tags" Target="../tags/tag453.xml"/><Relationship Id="rId42" Type="http://schemas.openxmlformats.org/officeDocument/2006/relationships/tags" Target="../tags/tag474.xml"/><Relationship Id="rId47" Type="http://schemas.openxmlformats.org/officeDocument/2006/relationships/tags" Target="../tags/tag479.xml"/><Relationship Id="rId63" Type="http://schemas.openxmlformats.org/officeDocument/2006/relationships/tags" Target="../tags/tag495.xml"/><Relationship Id="rId68" Type="http://schemas.openxmlformats.org/officeDocument/2006/relationships/tags" Target="../tags/tag500.xml"/><Relationship Id="rId84" Type="http://schemas.openxmlformats.org/officeDocument/2006/relationships/tags" Target="../tags/tag516.xml"/><Relationship Id="rId89" Type="http://schemas.openxmlformats.org/officeDocument/2006/relationships/tags" Target="../tags/tag521.xml"/><Relationship Id="rId112" Type="http://schemas.openxmlformats.org/officeDocument/2006/relationships/tags" Target="../tags/tag544.xml"/><Relationship Id="rId16" Type="http://schemas.openxmlformats.org/officeDocument/2006/relationships/tags" Target="../tags/tag448.xml"/><Relationship Id="rId107" Type="http://schemas.openxmlformats.org/officeDocument/2006/relationships/tags" Target="../tags/tag539.xml"/><Relationship Id="rId11" Type="http://schemas.openxmlformats.org/officeDocument/2006/relationships/tags" Target="../tags/tag443.xml"/><Relationship Id="rId32" Type="http://schemas.openxmlformats.org/officeDocument/2006/relationships/tags" Target="../tags/tag464.xml"/><Relationship Id="rId37" Type="http://schemas.openxmlformats.org/officeDocument/2006/relationships/tags" Target="../tags/tag469.xml"/><Relationship Id="rId53" Type="http://schemas.openxmlformats.org/officeDocument/2006/relationships/tags" Target="../tags/tag485.xml"/><Relationship Id="rId58" Type="http://schemas.openxmlformats.org/officeDocument/2006/relationships/tags" Target="../tags/tag490.xml"/><Relationship Id="rId74" Type="http://schemas.openxmlformats.org/officeDocument/2006/relationships/tags" Target="../tags/tag506.xml"/><Relationship Id="rId79" Type="http://schemas.openxmlformats.org/officeDocument/2006/relationships/tags" Target="../tags/tag511.xml"/><Relationship Id="rId102" Type="http://schemas.openxmlformats.org/officeDocument/2006/relationships/tags" Target="../tags/tag534.xml"/><Relationship Id="rId123" Type="http://schemas.openxmlformats.org/officeDocument/2006/relationships/tags" Target="../tags/tag555.xml"/><Relationship Id="rId128" Type="http://schemas.openxmlformats.org/officeDocument/2006/relationships/tags" Target="../tags/tag560.xml"/><Relationship Id="rId5" Type="http://schemas.openxmlformats.org/officeDocument/2006/relationships/tags" Target="../tags/tag437.xml"/><Relationship Id="rId90" Type="http://schemas.openxmlformats.org/officeDocument/2006/relationships/tags" Target="../tags/tag522.xml"/><Relationship Id="rId95" Type="http://schemas.openxmlformats.org/officeDocument/2006/relationships/tags" Target="../tags/tag527.xml"/><Relationship Id="rId22" Type="http://schemas.openxmlformats.org/officeDocument/2006/relationships/tags" Target="../tags/tag454.xml"/><Relationship Id="rId27" Type="http://schemas.openxmlformats.org/officeDocument/2006/relationships/tags" Target="../tags/tag459.xml"/><Relationship Id="rId43" Type="http://schemas.openxmlformats.org/officeDocument/2006/relationships/tags" Target="../tags/tag475.xml"/><Relationship Id="rId48" Type="http://schemas.openxmlformats.org/officeDocument/2006/relationships/tags" Target="../tags/tag480.xml"/><Relationship Id="rId64" Type="http://schemas.openxmlformats.org/officeDocument/2006/relationships/tags" Target="../tags/tag496.xml"/><Relationship Id="rId69" Type="http://schemas.openxmlformats.org/officeDocument/2006/relationships/tags" Target="../tags/tag501.xml"/><Relationship Id="rId113" Type="http://schemas.openxmlformats.org/officeDocument/2006/relationships/tags" Target="../tags/tag545.xml"/><Relationship Id="rId118" Type="http://schemas.openxmlformats.org/officeDocument/2006/relationships/tags" Target="../tags/tag550.xml"/><Relationship Id="rId80" Type="http://schemas.openxmlformats.org/officeDocument/2006/relationships/tags" Target="../tags/tag512.xml"/><Relationship Id="rId85" Type="http://schemas.openxmlformats.org/officeDocument/2006/relationships/tags" Target="../tags/tag517.xml"/><Relationship Id="rId12" Type="http://schemas.openxmlformats.org/officeDocument/2006/relationships/tags" Target="../tags/tag444.xml"/><Relationship Id="rId17" Type="http://schemas.openxmlformats.org/officeDocument/2006/relationships/tags" Target="../tags/tag449.xml"/><Relationship Id="rId33" Type="http://schemas.openxmlformats.org/officeDocument/2006/relationships/tags" Target="../tags/tag465.xml"/><Relationship Id="rId38" Type="http://schemas.openxmlformats.org/officeDocument/2006/relationships/tags" Target="../tags/tag470.xml"/><Relationship Id="rId59" Type="http://schemas.openxmlformats.org/officeDocument/2006/relationships/tags" Target="../tags/tag491.xml"/><Relationship Id="rId103" Type="http://schemas.openxmlformats.org/officeDocument/2006/relationships/tags" Target="../tags/tag535.xml"/><Relationship Id="rId108" Type="http://schemas.openxmlformats.org/officeDocument/2006/relationships/tags" Target="../tags/tag540.xml"/><Relationship Id="rId124" Type="http://schemas.openxmlformats.org/officeDocument/2006/relationships/tags" Target="../tags/tag556.xml"/><Relationship Id="rId129" Type="http://schemas.openxmlformats.org/officeDocument/2006/relationships/slideLayout" Target="../slideLayouts/slideLayout2.xml"/><Relationship Id="rId54" Type="http://schemas.openxmlformats.org/officeDocument/2006/relationships/tags" Target="../tags/tag486.xml"/><Relationship Id="rId70" Type="http://schemas.openxmlformats.org/officeDocument/2006/relationships/tags" Target="../tags/tag502.xml"/><Relationship Id="rId75" Type="http://schemas.openxmlformats.org/officeDocument/2006/relationships/tags" Target="../tags/tag507.xml"/><Relationship Id="rId91" Type="http://schemas.openxmlformats.org/officeDocument/2006/relationships/tags" Target="../tags/tag523.xml"/><Relationship Id="rId96" Type="http://schemas.openxmlformats.org/officeDocument/2006/relationships/tags" Target="../tags/tag528.xml"/><Relationship Id="rId1" Type="http://schemas.openxmlformats.org/officeDocument/2006/relationships/tags" Target="../tags/tag433.xml"/><Relationship Id="rId6" Type="http://schemas.openxmlformats.org/officeDocument/2006/relationships/tags" Target="../tags/tag438.xml"/><Relationship Id="rId23" Type="http://schemas.openxmlformats.org/officeDocument/2006/relationships/tags" Target="../tags/tag455.xml"/><Relationship Id="rId28" Type="http://schemas.openxmlformats.org/officeDocument/2006/relationships/tags" Target="../tags/tag460.xml"/><Relationship Id="rId49" Type="http://schemas.openxmlformats.org/officeDocument/2006/relationships/tags" Target="../tags/tag481.xml"/><Relationship Id="rId114" Type="http://schemas.openxmlformats.org/officeDocument/2006/relationships/tags" Target="../tags/tag546.xml"/><Relationship Id="rId119" Type="http://schemas.openxmlformats.org/officeDocument/2006/relationships/tags" Target="../tags/tag551.xml"/><Relationship Id="rId44" Type="http://schemas.openxmlformats.org/officeDocument/2006/relationships/tags" Target="../tags/tag476.xml"/><Relationship Id="rId60" Type="http://schemas.openxmlformats.org/officeDocument/2006/relationships/tags" Target="../tags/tag492.xml"/><Relationship Id="rId65" Type="http://schemas.openxmlformats.org/officeDocument/2006/relationships/tags" Target="../tags/tag497.xml"/><Relationship Id="rId81" Type="http://schemas.openxmlformats.org/officeDocument/2006/relationships/tags" Target="../tags/tag513.xml"/><Relationship Id="rId86" Type="http://schemas.openxmlformats.org/officeDocument/2006/relationships/tags" Target="../tags/tag518.xml"/><Relationship Id="rId13" Type="http://schemas.openxmlformats.org/officeDocument/2006/relationships/tags" Target="../tags/tag445.xml"/><Relationship Id="rId18" Type="http://schemas.openxmlformats.org/officeDocument/2006/relationships/tags" Target="../tags/tag450.xml"/><Relationship Id="rId39" Type="http://schemas.openxmlformats.org/officeDocument/2006/relationships/tags" Target="../tags/tag471.xml"/><Relationship Id="rId109" Type="http://schemas.openxmlformats.org/officeDocument/2006/relationships/tags" Target="../tags/tag541.xml"/><Relationship Id="rId34" Type="http://schemas.openxmlformats.org/officeDocument/2006/relationships/tags" Target="../tags/tag466.xml"/><Relationship Id="rId50" Type="http://schemas.openxmlformats.org/officeDocument/2006/relationships/tags" Target="../tags/tag482.xml"/><Relationship Id="rId55" Type="http://schemas.openxmlformats.org/officeDocument/2006/relationships/tags" Target="../tags/tag487.xml"/><Relationship Id="rId76" Type="http://schemas.openxmlformats.org/officeDocument/2006/relationships/tags" Target="../tags/tag508.xml"/><Relationship Id="rId97" Type="http://schemas.openxmlformats.org/officeDocument/2006/relationships/tags" Target="../tags/tag529.xml"/><Relationship Id="rId104" Type="http://schemas.openxmlformats.org/officeDocument/2006/relationships/tags" Target="../tags/tag536.xml"/><Relationship Id="rId120" Type="http://schemas.openxmlformats.org/officeDocument/2006/relationships/tags" Target="../tags/tag552.xml"/><Relationship Id="rId125" Type="http://schemas.openxmlformats.org/officeDocument/2006/relationships/tags" Target="../tags/tag557.xml"/><Relationship Id="rId7" Type="http://schemas.openxmlformats.org/officeDocument/2006/relationships/tags" Target="../tags/tag439.xml"/><Relationship Id="rId71" Type="http://schemas.openxmlformats.org/officeDocument/2006/relationships/tags" Target="../tags/tag503.xml"/><Relationship Id="rId92" Type="http://schemas.openxmlformats.org/officeDocument/2006/relationships/tags" Target="../tags/tag524.xml"/><Relationship Id="rId2" Type="http://schemas.openxmlformats.org/officeDocument/2006/relationships/tags" Target="../tags/tag434.xml"/><Relationship Id="rId29" Type="http://schemas.openxmlformats.org/officeDocument/2006/relationships/tags" Target="../tags/tag461.xml"/><Relationship Id="rId24" Type="http://schemas.openxmlformats.org/officeDocument/2006/relationships/tags" Target="../tags/tag456.xml"/><Relationship Id="rId40" Type="http://schemas.openxmlformats.org/officeDocument/2006/relationships/tags" Target="../tags/tag472.xml"/><Relationship Id="rId45" Type="http://schemas.openxmlformats.org/officeDocument/2006/relationships/tags" Target="../tags/tag477.xml"/><Relationship Id="rId66" Type="http://schemas.openxmlformats.org/officeDocument/2006/relationships/tags" Target="../tags/tag498.xml"/><Relationship Id="rId87" Type="http://schemas.openxmlformats.org/officeDocument/2006/relationships/tags" Target="../tags/tag519.xml"/><Relationship Id="rId110" Type="http://schemas.openxmlformats.org/officeDocument/2006/relationships/tags" Target="../tags/tag542.xml"/><Relationship Id="rId115" Type="http://schemas.openxmlformats.org/officeDocument/2006/relationships/tags" Target="../tags/tag547.xml"/><Relationship Id="rId61" Type="http://schemas.openxmlformats.org/officeDocument/2006/relationships/tags" Target="../tags/tag493.xml"/><Relationship Id="rId82" Type="http://schemas.openxmlformats.org/officeDocument/2006/relationships/tags" Target="../tags/tag514.xml"/><Relationship Id="rId19" Type="http://schemas.openxmlformats.org/officeDocument/2006/relationships/tags" Target="../tags/tag451.xml"/><Relationship Id="rId14" Type="http://schemas.openxmlformats.org/officeDocument/2006/relationships/tags" Target="../tags/tag446.xml"/><Relationship Id="rId30" Type="http://schemas.openxmlformats.org/officeDocument/2006/relationships/tags" Target="../tags/tag462.xml"/><Relationship Id="rId35" Type="http://schemas.openxmlformats.org/officeDocument/2006/relationships/tags" Target="../tags/tag467.xml"/><Relationship Id="rId56" Type="http://schemas.openxmlformats.org/officeDocument/2006/relationships/tags" Target="../tags/tag488.xml"/><Relationship Id="rId77" Type="http://schemas.openxmlformats.org/officeDocument/2006/relationships/tags" Target="../tags/tag509.xml"/><Relationship Id="rId100" Type="http://schemas.openxmlformats.org/officeDocument/2006/relationships/tags" Target="../tags/tag532.xml"/><Relationship Id="rId105" Type="http://schemas.openxmlformats.org/officeDocument/2006/relationships/tags" Target="../tags/tag537.xml"/><Relationship Id="rId126" Type="http://schemas.openxmlformats.org/officeDocument/2006/relationships/tags" Target="../tags/tag558.xml"/><Relationship Id="rId8" Type="http://schemas.openxmlformats.org/officeDocument/2006/relationships/tags" Target="../tags/tag440.xml"/><Relationship Id="rId51" Type="http://schemas.openxmlformats.org/officeDocument/2006/relationships/tags" Target="../tags/tag483.xml"/><Relationship Id="rId72" Type="http://schemas.openxmlformats.org/officeDocument/2006/relationships/tags" Target="../tags/tag504.xml"/><Relationship Id="rId93" Type="http://schemas.openxmlformats.org/officeDocument/2006/relationships/tags" Target="../tags/tag525.xml"/><Relationship Id="rId98" Type="http://schemas.openxmlformats.org/officeDocument/2006/relationships/tags" Target="../tags/tag530.xml"/><Relationship Id="rId121" Type="http://schemas.openxmlformats.org/officeDocument/2006/relationships/tags" Target="../tags/tag553.xml"/><Relationship Id="rId3" Type="http://schemas.openxmlformats.org/officeDocument/2006/relationships/tags" Target="../tags/tag435.xml"/><Relationship Id="rId25" Type="http://schemas.openxmlformats.org/officeDocument/2006/relationships/tags" Target="../tags/tag457.xml"/><Relationship Id="rId46" Type="http://schemas.openxmlformats.org/officeDocument/2006/relationships/tags" Target="../tags/tag478.xml"/><Relationship Id="rId67" Type="http://schemas.openxmlformats.org/officeDocument/2006/relationships/tags" Target="../tags/tag499.xml"/><Relationship Id="rId116" Type="http://schemas.openxmlformats.org/officeDocument/2006/relationships/tags" Target="../tags/tag548.xml"/><Relationship Id="rId20" Type="http://schemas.openxmlformats.org/officeDocument/2006/relationships/tags" Target="../tags/tag452.xml"/><Relationship Id="rId41" Type="http://schemas.openxmlformats.org/officeDocument/2006/relationships/tags" Target="../tags/tag473.xml"/><Relationship Id="rId62" Type="http://schemas.openxmlformats.org/officeDocument/2006/relationships/tags" Target="../tags/tag494.xml"/><Relationship Id="rId83" Type="http://schemas.openxmlformats.org/officeDocument/2006/relationships/tags" Target="../tags/tag515.xml"/><Relationship Id="rId88" Type="http://schemas.openxmlformats.org/officeDocument/2006/relationships/tags" Target="../tags/tag520.xml"/><Relationship Id="rId111" Type="http://schemas.openxmlformats.org/officeDocument/2006/relationships/tags" Target="../tags/tag543.xml"/><Relationship Id="rId15" Type="http://schemas.openxmlformats.org/officeDocument/2006/relationships/tags" Target="../tags/tag447.xml"/><Relationship Id="rId36" Type="http://schemas.openxmlformats.org/officeDocument/2006/relationships/tags" Target="../tags/tag468.xml"/><Relationship Id="rId57" Type="http://schemas.openxmlformats.org/officeDocument/2006/relationships/tags" Target="../tags/tag489.xml"/><Relationship Id="rId106" Type="http://schemas.openxmlformats.org/officeDocument/2006/relationships/tags" Target="../tags/tag538.xml"/><Relationship Id="rId127" Type="http://schemas.openxmlformats.org/officeDocument/2006/relationships/tags" Target="../tags/tag559.xml"/><Relationship Id="rId10" Type="http://schemas.openxmlformats.org/officeDocument/2006/relationships/tags" Target="../tags/tag442.xml"/><Relationship Id="rId31" Type="http://schemas.openxmlformats.org/officeDocument/2006/relationships/tags" Target="../tags/tag463.xml"/><Relationship Id="rId52" Type="http://schemas.openxmlformats.org/officeDocument/2006/relationships/tags" Target="../tags/tag484.xml"/><Relationship Id="rId73" Type="http://schemas.openxmlformats.org/officeDocument/2006/relationships/tags" Target="../tags/tag505.xml"/><Relationship Id="rId78" Type="http://schemas.openxmlformats.org/officeDocument/2006/relationships/tags" Target="../tags/tag510.xml"/><Relationship Id="rId94" Type="http://schemas.openxmlformats.org/officeDocument/2006/relationships/tags" Target="../tags/tag526.xml"/><Relationship Id="rId99" Type="http://schemas.openxmlformats.org/officeDocument/2006/relationships/tags" Target="../tags/tag531.xml"/><Relationship Id="rId101" Type="http://schemas.openxmlformats.org/officeDocument/2006/relationships/tags" Target="../tags/tag533.xml"/><Relationship Id="rId122" Type="http://schemas.openxmlformats.org/officeDocument/2006/relationships/tags" Target="../tags/tag554.xml"/><Relationship Id="rId4" Type="http://schemas.openxmlformats.org/officeDocument/2006/relationships/tags" Target="../tags/tag436.xml"/><Relationship Id="rId9" Type="http://schemas.openxmlformats.org/officeDocument/2006/relationships/tags" Target="../tags/tag441.xml"/><Relationship Id="rId26" Type="http://schemas.openxmlformats.org/officeDocument/2006/relationships/tags" Target="../tags/tag458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573.xml"/><Relationship Id="rId18" Type="http://schemas.openxmlformats.org/officeDocument/2006/relationships/tags" Target="../tags/tag578.xml"/><Relationship Id="rId26" Type="http://schemas.openxmlformats.org/officeDocument/2006/relationships/tags" Target="../tags/tag586.xml"/><Relationship Id="rId39" Type="http://schemas.openxmlformats.org/officeDocument/2006/relationships/tags" Target="../tags/tag599.xml"/><Relationship Id="rId21" Type="http://schemas.openxmlformats.org/officeDocument/2006/relationships/tags" Target="../tags/tag581.xml"/><Relationship Id="rId34" Type="http://schemas.openxmlformats.org/officeDocument/2006/relationships/tags" Target="../tags/tag594.xml"/><Relationship Id="rId42" Type="http://schemas.openxmlformats.org/officeDocument/2006/relationships/tags" Target="../tags/tag602.xml"/><Relationship Id="rId47" Type="http://schemas.openxmlformats.org/officeDocument/2006/relationships/tags" Target="../tags/tag607.xml"/><Relationship Id="rId50" Type="http://schemas.openxmlformats.org/officeDocument/2006/relationships/tags" Target="../tags/tag610.xml"/><Relationship Id="rId55" Type="http://schemas.openxmlformats.org/officeDocument/2006/relationships/image" Target="../media/image18.png"/><Relationship Id="rId7" Type="http://schemas.openxmlformats.org/officeDocument/2006/relationships/tags" Target="../tags/tag567.xml"/><Relationship Id="rId2" Type="http://schemas.openxmlformats.org/officeDocument/2006/relationships/tags" Target="../tags/tag562.xml"/><Relationship Id="rId16" Type="http://schemas.openxmlformats.org/officeDocument/2006/relationships/tags" Target="../tags/tag576.xml"/><Relationship Id="rId29" Type="http://schemas.openxmlformats.org/officeDocument/2006/relationships/tags" Target="../tags/tag589.xml"/><Relationship Id="rId11" Type="http://schemas.openxmlformats.org/officeDocument/2006/relationships/tags" Target="../tags/tag571.xml"/><Relationship Id="rId24" Type="http://schemas.openxmlformats.org/officeDocument/2006/relationships/tags" Target="../tags/tag584.xml"/><Relationship Id="rId32" Type="http://schemas.openxmlformats.org/officeDocument/2006/relationships/tags" Target="../tags/tag592.xml"/><Relationship Id="rId37" Type="http://schemas.openxmlformats.org/officeDocument/2006/relationships/tags" Target="../tags/tag597.xml"/><Relationship Id="rId40" Type="http://schemas.openxmlformats.org/officeDocument/2006/relationships/tags" Target="../tags/tag600.xml"/><Relationship Id="rId45" Type="http://schemas.openxmlformats.org/officeDocument/2006/relationships/tags" Target="../tags/tag605.xml"/><Relationship Id="rId53" Type="http://schemas.openxmlformats.org/officeDocument/2006/relationships/tags" Target="../tags/tag613.xml"/><Relationship Id="rId5" Type="http://schemas.openxmlformats.org/officeDocument/2006/relationships/tags" Target="../tags/tag565.xml"/><Relationship Id="rId10" Type="http://schemas.openxmlformats.org/officeDocument/2006/relationships/tags" Target="../tags/tag570.xml"/><Relationship Id="rId19" Type="http://schemas.openxmlformats.org/officeDocument/2006/relationships/tags" Target="../tags/tag579.xml"/><Relationship Id="rId31" Type="http://schemas.openxmlformats.org/officeDocument/2006/relationships/tags" Target="../tags/tag591.xml"/><Relationship Id="rId44" Type="http://schemas.openxmlformats.org/officeDocument/2006/relationships/tags" Target="../tags/tag604.xml"/><Relationship Id="rId52" Type="http://schemas.openxmlformats.org/officeDocument/2006/relationships/tags" Target="../tags/tag612.xml"/><Relationship Id="rId4" Type="http://schemas.openxmlformats.org/officeDocument/2006/relationships/tags" Target="../tags/tag564.xml"/><Relationship Id="rId9" Type="http://schemas.openxmlformats.org/officeDocument/2006/relationships/tags" Target="../tags/tag569.xml"/><Relationship Id="rId14" Type="http://schemas.openxmlformats.org/officeDocument/2006/relationships/tags" Target="../tags/tag574.xml"/><Relationship Id="rId22" Type="http://schemas.openxmlformats.org/officeDocument/2006/relationships/tags" Target="../tags/tag582.xml"/><Relationship Id="rId27" Type="http://schemas.openxmlformats.org/officeDocument/2006/relationships/tags" Target="../tags/tag587.xml"/><Relationship Id="rId30" Type="http://schemas.openxmlformats.org/officeDocument/2006/relationships/tags" Target="../tags/tag590.xml"/><Relationship Id="rId35" Type="http://schemas.openxmlformats.org/officeDocument/2006/relationships/tags" Target="../tags/tag595.xml"/><Relationship Id="rId43" Type="http://schemas.openxmlformats.org/officeDocument/2006/relationships/tags" Target="../tags/tag603.xml"/><Relationship Id="rId48" Type="http://schemas.openxmlformats.org/officeDocument/2006/relationships/tags" Target="../tags/tag608.xml"/><Relationship Id="rId8" Type="http://schemas.openxmlformats.org/officeDocument/2006/relationships/tags" Target="../tags/tag568.xml"/><Relationship Id="rId51" Type="http://schemas.openxmlformats.org/officeDocument/2006/relationships/tags" Target="../tags/tag611.xml"/><Relationship Id="rId3" Type="http://schemas.openxmlformats.org/officeDocument/2006/relationships/tags" Target="../tags/tag563.xml"/><Relationship Id="rId12" Type="http://schemas.openxmlformats.org/officeDocument/2006/relationships/tags" Target="../tags/tag572.xml"/><Relationship Id="rId17" Type="http://schemas.openxmlformats.org/officeDocument/2006/relationships/tags" Target="../tags/tag577.xml"/><Relationship Id="rId25" Type="http://schemas.openxmlformats.org/officeDocument/2006/relationships/tags" Target="../tags/tag585.xml"/><Relationship Id="rId33" Type="http://schemas.openxmlformats.org/officeDocument/2006/relationships/tags" Target="../tags/tag593.xml"/><Relationship Id="rId38" Type="http://schemas.openxmlformats.org/officeDocument/2006/relationships/tags" Target="../tags/tag598.xml"/><Relationship Id="rId46" Type="http://schemas.openxmlformats.org/officeDocument/2006/relationships/tags" Target="../tags/tag606.xml"/><Relationship Id="rId20" Type="http://schemas.openxmlformats.org/officeDocument/2006/relationships/tags" Target="../tags/tag580.xml"/><Relationship Id="rId41" Type="http://schemas.openxmlformats.org/officeDocument/2006/relationships/tags" Target="../tags/tag601.xml"/><Relationship Id="rId54" Type="http://schemas.openxmlformats.org/officeDocument/2006/relationships/slideLayout" Target="../slideLayouts/slideLayout2.xml"/><Relationship Id="rId1" Type="http://schemas.openxmlformats.org/officeDocument/2006/relationships/tags" Target="../tags/tag561.xml"/><Relationship Id="rId6" Type="http://schemas.openxmlformats.org/officeDocument/2006/relationships/tags" Target="../tags/tag566.xml"/><Relationship Id="rId15" Type="http://schemas.openxmlformats.org/officeDocument/2006/relationships/tags" Target="../tags/tag575.xml"/><Relationship Id="rId23" Type="http://schemas.openxmlformats.org/officeDocument/2006/relationships/tags" Target="../tags/tag583.xml"/><Relationship Id="rId28" Type="http://schemas.openxmlformats.org/officeDocument/2006/relationships/tags" Target="../tags/tag588.xml"/><Relationship Id="rId36" Type="http://schemas.openxmlformats.org/officeDocument/2006/relationships/tags" Target="../tags/tag596.xml"/><Relationship Id="rId49" Type="http://schemas.openxmlformats.org/officeDocument/2006/relationships/tags" Target="../tags/tag60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A47CF05-BE52-90FA-5147-DA56FCE56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615" y="852285"/>
            <a:ext cx="11356770" cy="257671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dirty="0">
                <a:latin typeface="Nunito" pitchFamily="2" charset="0"/>
              </a:rPr>
              <a:t>CS 489/698</a:t>
            </a:r>
            <a:r>
              <a:rPr lang="en-CA" sz="3200" dirty="0"/>
              <a:t>:</a:t>
            </a:r>
            <a:r>
              <a:rPr lang="zh-CN" altLang="en-US" sz="3200" dirty="0"/>
              <a:t> </a:t>
            </a:r>
            <a:r>
              <a:rPr lang="en-CA" altLang="zh-CN" sz="3200" dirty="0"/>
              <a:t>Introduction</a:t>
            </a:r>
            <a:r>
              <a:rPr lang="zh-CN" altLang="en-US" sz="3200" dirty="0"/>
              <a:t> </a:t>
            </a:r>
            <a:r>
              <a:rPr lang="en-CA" altLang="zh-CN" sz="3200" dirty="0"/>
              <a:t>to</a:t>
            </a:r>
            <a:r>
              <a:rPr lang="zh-CN" altLang="en-US" sz="3200" dirty="0"/>
              <a:t> </a:t>
            </a:r>
            <a:r>
              <a:rPr lang="en-CA" altLang="zh-CN" sz="3200" dirty="0"/>
              <a:t>Natural</a:t>
            </a:r>
            <a:r>
              <a:rPr lang="zh-CN" altLang="en-US" sz="3200" dirty="0"/>
              <a:t> </a:t>
            </a:r>
            <a:r>
              <a:rPr lang="en-CA" altLang="zh-CN" sz="3200" dirty="0"/>
              <a:t>Language</a:t>
            </a:r>
            <a:r>
              <a:rPr lang="zh-CN" altLang="en-US" sz="3200" dirty="0"/>
              <a:t> </a:t>
            </a:r>
            <a:r>
              <a:rPr lang="en-CA" altLang="zh-CN" sz="3200" dirty="0"/>
              <a:t>Processing</a:t>
            </a:r>
            <a:br>
              <a:rPr lang="en-CA" altLang="zh-CN" sz="3200" dirty="0"/>
            </a:br>
            <a:br>
              <a:rPr lang="en-CA" altLang="zh-CN" sz="3200" dirty="0"/>
            </a:br>
            <a:r>
              <a:rPr lang="en-CA" altLang="zh-CN" sz="3200" dirty="0"/>
              <a:t>Lecture </a:t>
            </a:r>
            <a:r>
              <a:rPr lang="en-US" altLang="zh-CN" sz="3200" dirty="0"/>
              <a:t>6.1: Language Modeling I</a:t>
            </a:r>
            <a:endParaRPr kumimoji="1" lang="zh-CN" altLang="en-US" sz="3200" dirty="0">
              <a:solidFill>
                <a:srgbClr val="5F86A3"/>
              </a:solidFill>
              <a:latin typeface="Nunito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B5EE4A-907F-5295-FED3-0CC20CF8B67E}"/>
              </a:ext>
            </a:extLst>
          </p:cNvPr>
          <p:cNvSpPr txBox="1">
            <a:spLocks/>
          </p:cNvSpPr>
          <p:nvPr/>
        </p:nvSpPr>
        <p:spPr>
          <a:xfrm>
            <a:off x="417615" y="4014439"/>
            <a:ext cx="11356770" cy="2304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71463">
              <a:lnSpc>
                <a:spcPct val="110000"/>
              </a:lnSpc>
            </a:pPr>
            <a:r>
              <a:rPr lang="en-US" altLang="zh-CN" dirty="0">
                <a:latin typeface="Nunito" pitchFamily="2" charset="0"/>
              </a:rPr>
              <a:t>Instructor: </a:t>
            </a:r>
            <a:r>
              <a:rPr lang="en-CA" dirty="0">
                <a:latin typeface="Nunito" pitchFamily="2" charset="0"/>
              </a:rPr>
              <a:t>Freda Shi</a:t>
            </a:r>
          </a:p>
          <a:p>
            <a:pPr defTabSz="271463">
              <a:lnSpc>
                <a:spcPct val="110000"/>
              </a:lnSpc>
            </a:pPr>
            <a:r>
              <a:rPr lang="en-CA" sz="2000" i="1" dirty="0">
                <a:latin typeface="Nunito" pitchFamily="2" charset="0"/>
                <a:hlinkClick r:id="rId3"/>
              </a:rPr>
              <a:t>fhs@uwaterloo.ca</a:t>
            </a:r>
            <a:endParaRPr lang="en-CA" sz="2000" i="1" dirty="0">
              <a:latin typeface="Nunito" pitchFamily="2" charset="0"/>
            </a:endParaRPr>
          </a:p>
          <a:p>
            <a:pPr defTabSz="271463">
              <a:lnSpc>
                <a:spcPct val="110000"/>
              </a:lnSpc>
            </a:pPr>
            <a:r>
              <a:rPr lang="en-CA" sz="2000" i="1" dirty="0">
                <a:latin typeface="Nunito" pitchFamily="2" charset="0"/>
              </a:rPr>
              <a:t>January 26</a:t>
            </a:r>
            <a:r>
              <a:rPr lang="en-CA" sz="2000" i="1" baseline="30000" dirty="0">
                <a:latin typeface="Nunito" pitchFamily="2" charset="0"/>
              </a:rPr>
              <a:t>th</a:t>
            </a:r>
            <a:r>
              <a:rPr lang="en-CA" sz="2000" i="1" dirty="0">
                <a:latin typeface="Nunito" pitchFamily="2" charset="0"/>
              </a:rPr>
              <a:t> 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D75A6F-5017-1386-DB7C-FF6230794E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59" b="5871"/>
          <a:stretch>
            <a:fillRect/>
          </a:stretch>
        </p:blipFill>
        <p:spPr>
          <a:xfrm>
            <a:off x="9053559" y="6128089"/>
            <a:ext cx="3019497" cy="67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3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E0C3-1A06-7647-5A9B-85E5E9C29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A080E-F02B-7F72-2742-D701D0402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Assignment 1 should be submitted via LEARN to be properly graded.</a:t>
            </a:r>
          </a:p>
          <a:p>
            <a:pPr lvl="1"/>
            <a:r>
              <a:rPr lang="en-CA" dirty="0"/>
              <a:t>Added one DP encoder that is more suitable with </a:t>
            </a:r>
            <a:r>
              <a:rPr lang="en-CA" dirty="0" err="1"/>
              <a:t>SentencePiece</a:t>
            </a:r>
            <a:r>
              <a:rPr lang="en-CA" dirty="0"/>
              <a:t>-like algorithms.</a:t>
            </a:r>
          </a:p>
          <a:p>
            <a:pPr lvl="1"/>
            <a:r>
              <a:rPr lang="en-CA" dirty="0"/>
              <a:t>Your final mark will be based on the better compression ratio applying to both algorithms.</a:t>
            </a:r>
          </a:p>
          <a:p>
            <a:r>
              <a:rPr lang="en-CA" dirty="0"/>
              <a:t>CS698: Two projects with different dues</a:t>
            </a:r>
          </a:p>
          <a:p>
            <a:pPr lvl="1"/>
            <a:r>
              <a:rPr lang="en-CA" dirty="0"/>
              <a:t>Project 1 (shared with CS489,</a:t>
            </a:r>
            <a:r>
              <a:rPr lang="zh-CN" altLang="en-US" dirty="0"/>
              <a:t> </a:t>
            </a:r>
            <a:r>
              <a:rPr lang="en-CA" altLang="zh-CN" dirty="0"/>
              <a:t>25%</a:t>
            </a:r>
            <a:r>
              <a:rPr lang="en-CA" dirty="0"/>
              <a:t>): The Interstellar Autocomplete Challenge</a:t>
            </a:r>
          </a:p>
          <a:p>
            <a:pPr lvl="2"/>
            <a:r>
              <a:rPr lang="en-CA" dirty="0"/>
              <a:t>Initial proposal due: Feb 2</a:t>
            </a:r>
            <a:r>
              <a:rPr lang="en-CA" baseline="30000" dirty="0"/>
              <a:t>nd</a:t>
            </a:r>
          </a:p>
          <a:p>
            <a:pPr lvl="2"/>
            <a:r>
              <a:rPr lang="en-CA" dirty="0"/>
              <a:t>Midterm check-in due: Feb 23</a:t>
            </a:r>
            <a:r>
              <a:rPr lang="en-CA" baseline="30000" dirty="0"/>
              <a:t>rd</a:t>
            </a:r>
            <a:r>
              <a:rPr lang="en-CA" dirty="0"/>
              <a:t> </a:t>
            </a:r>
          </a:p>
          <a:p>
            <a:pPr lvl="2"/>
            <a:r>
              <a:rPr lang="en-CA" dirty="0"/>
              <a:t>Final submission: Final exam weeks</a:t>
            </a:r>
          </a:p>
          <a:p>
            <a:pPr lvl="2"/>
            <a:r>
              <a:rPr lang="en-CA" dirty="0"/>
              <a:t>Details at </a:t>
            </a:r>
            <a:r>
              <a:rPr lang="en-CA" dirty="0">
                <a:hlinkClick r:id="rId3"/>
              </a:rPr>
              <a:t>https://github.com/waterloo-nlp/intro-to-nlp-project</a:t>
            </a:r>
            <a:r>
              <a:rPr lang="en-CA" dirty="0"/>
              <a:t> </a:t>
            </a:r>
          </a:p>
          <a:p>
            <a:pPr lvl="1"/>
            <a:r>
              <a:rPr lang="en-CA" dirty="0"/>
              <a:t>Project 2 (NLP-related research project at your own choice; 25%)</a:t>
            </a:r>
          </a:p>
          <a:p>
            <a:pPr lvl="2"/>
            <a:r>
              <a:rPr lang="en-CA" dirty="0"/>
              <a:t>Proposal/midterm check-in due Feb 23</a:t>
            </a:r>
            <a:r>
              <a:rPr lang="en-CA" baseline="30000" dirty="0"/>
              <a:t>rd</a:t>
            </a:r>
            <a:r>
              <a:rPr lang="en-CA" dirty="0"/>
              <a:t>: 1-page PDF</a:t>
            </a:r>
          </a:p>
          <a:p>
            <a:pPr lvl="2"/>
            <a:r>
              <a:rPr lang="en-CA" dirty="0"/>
              <a:t>Final submission: Final exam weeks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45699-832A-7A4B-2F75-EC21D4646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139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3DC87-6D05-1BAE-7DA8-ED081A88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CBD41-490D-484A-BADF-7A03968F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32FB3-CC1A-DBF9-8208-4EB411FC5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Kaggle public leaderboard (training set) performance does (usually positively) correlate with but not guarantee the performance on held-out data.</a:t>
            </a:r>
          </a:p>
          <a:p>
            <a:pPr lvl="1"/>
            <a:r>
              <a:rPr lang="en-CA" dirty="0"/>
              <a:t>Example (sentiment classification): </a:t>
            </a:r>
          </a:p>
          <a:p>
            <a:pPr marL="457200" lvl="1" indent="0">
              <a:buNone/>
            </a:pPr>
            <a:r>
              <a:rPr lang="en-CA" dirty="0"/>
              <a:t>	if sentence in training set:</a:t>
            </a:r>
          </a:p>
          <a:p>
            <a:pPr marL="457200" lvl="1" indent="0">
              <a:buNone/>
            </a:pPr>
            <a:r>
              <a:rPr lang="en-CA" dirty="0"/>
              <a:t>	    return label of sentence in training set</a:t>
            </a:r>
          </a:p>
          <a:p>
            <a:pPr marL="457200" lvl="1" indent="0">
              <a:buNone/>
            </a:pPr>
            <a:r>
              <a:rPr lang="en-CA" dirty="0"/>
              <a:t>       else:</a:t>
            </a:r>
          </a:p>
          <a:p>
            <a:pPr marL="457200" lvl="1" indent="0">
              <a:buNone/>
            </a:pPr>
            <a:r>
              <a:rPr lang="en-CA" dirty="0"/>
              <a:t>           return random label in {0, 1}</a:t>
            </a:r>
          </a:p>
          <a:p>
            <a:r>
              <a:rPr lang="en-CA" dirty="0"/>
              <a:t>Don’t optimize too hard on the training set, otherwise your model might overfit.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Suggestion: reserve some training examples to estimate the performance on the held-out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A741D-BD9B-1F85-F6D1-0A8F8E6E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812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F86A-7F5C-B572-2836-52465C02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Outline: Language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B6FCA-FB35-B10A-3BDA-10A39DB9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Language modeling</a:t>
            </a:r>
          </a:p>
          <a:p>
            <a:pPr lvl="1"/>
            <a:r>
              <a:rPr lang="en-CA" dirty="0"/>
              <a:t>General approach</a:t>
            </a:r>
          </a:p>
          <a:p>
            <a:pPr lvl="1"/>
            <a:r>
              <a:rPr lang="en-CA" dirty="0"/>
              <a:t>N-gram language models</a:t>
            </a:r>
          </a:p>
          <a:p>
            <a:pPr lvl="1"/>
            <a:r>
              <a:rPr lang="en-CA" dirty="0"/>
              <a:t>Autoregressive language models</a:t>
            </a:r>
          </a:p>
          <a:p>
            <a:pPr lvl="1"/>
            <a:r>
              <a:rPr lang="en-CA" dirty="0"/>
              <a:t>Masked language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B2E49-5D55-9BB8-FCDD-0CF1BF65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5273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8770-1D81-A592-C608-B81A3EA24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Recap: Distributional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E2F8-3BC2-81BF-31E5-B6FF02C9E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CA" i="1" dirty="0"/>
              <a:t>You shall know a word by the company it keeps. </a:t>
            </a:r>
          </a:p>
          <a:p>
            <a:pPr marL="0" indent="0" algn="r">
              <a:buNone/>
            </a:pPr>
            <a:r>
              <a:rPr lang="en-CA" dirty="0"/>
              <a:t>-- J. R. Firth, 1957</a:t>
            </a:r>
          </a:p>
          <a:p>
            <a:pPr marL="0" indent="0" algn="r">
              <a:buNone/>
            </a:pPr>
            <a:endParaRPr lang="en-CA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bottle of </a:t>
            </a:r>
            <a:r>
              <a:rPr lang="en-US" i="1" dirty="0" err="1"/>
              <a:t>tezgüino</a:t>
            </a:r>
            <a:r>
              <a:rPr lang="en-US" dirty="0"/>
              <a:t> is on the table.</a:t>
            </a:r>
          </a:p>
          <a:p>
            <a:pPr marL="0" indent="0">
              <a:buNone/>
            </a:pPr>
            <a:r>
              <a:rPr lang="en-US" dirty="0"/>
              <a:t>Everybody likes </a:t>
            </a:r>
            <a:r>
              <a:rPr lang="en-US" i="1" dirty="0" err="1"/>
              <a:t>tezgüino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Don’t have </a:t>
            </a:r>
            <a:r>
              <a:rPr lang="en-US" i="1" dirty="0" err="1"/>
              <a:t>tezgüino</a:t>
            </a:r>
            <a:r>
              <a:rPr lang="en-US" dirty="0"/>
              <a:t> before you drive.</a:t>
            </a:r>
          </a:p>
          <a:p>
            <a:pPr marL="0" indent="0">
              <a:buNone/>
            </a:pPr>
            <a:r>
              <a:rPr lang="en-US" dirty="0"/>
              <a:t>We make </a:t>
            </a:r>
            <a:r>
              <a:rPr lang="en-US" i="1" dirty="0" err="1"/>
              <a:t>tezgüino</a:t>
            </a:r>
            <a:r>
              <a:rPr lang="en-US" dirty="0"/>
              <a:t> out of corn.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E3BA5-9CBA-244C-000E-E089EE037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5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EA5853-A923-AD43-50D5-3BD73261CA84}"/>
              </a:ext>
            </a:extLst>
          </p:cNvPr>
          <p:cNvSpPr txBox="1"/>
          <p:nvPr/>
        </p:nvSpPr>
        <p:spPr>
          <a:xfrm>
            <a:off x="6564351" y="3429000"/>
            <a:ext cx="5222898" cy="2069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sz="2400" dirty="0">
                <a:latin typeface="Nunito" pitchFamily="2" charset="0"/>
              </a:rPr>
              <a:t>A bottle of _____ is on the table.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sz="2400" dirty="0">
                <a:latin typeface="Nunito" pitchFamily="2" charset="0"/>
              </a:rPr>
              <a:t>Everybody likes _____.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sz="2400" dirty="0">
                <a:latin typeface="Nunito" pitchFamily="2" charset="0"/>
              </a:rPr>
              <a:t>Don’t have _____ before you drive.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sz="2400" dirty="0">
                <a:latin typeface="Nunito" pitchFamily="2" charset="0"/>
              </a:rPr>
              <a:t>We make _____ out of corn.</a:t>
            </a:r>
          </a:p>
        </p:txBody>
      </p:sp>
    </p:spTree>
    <p:extLst>
      <p:ext uri="{BB962C8B-B14F-4D97-AF65-F5344CB8AC3E}">
        <p14:creationId xmlns:p14="http://schemas.microsoft.com/office/powerpoint/2010/main" val="21912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94F5C-C56F-1E82-308F-FF132E93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Shannon Game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B3E7B-1918-C765-CBF5-8571B670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6</a:t>
            </a:fld>
            <a:endParaRPr lang="en-CA"/>
          </a:p>
        </p:txBody>
      </p:sp>
      <p:sp>
        <p:nvSpPr>
          <p:cNvPr id="5" name="Google Shape;145;p7">
            <a:extLst>
              <a:ext uri="{FF2B5EF4-FFF2-40B4-BE49-F238E27FC236}">
                <a16:creationId xmlns:a16="http://schemas.microsoft.com/office/drawing/2014/main" id="{1D1F1F35-EBE3-3005-9919-DBF89B015AB8}"/>
              </a:ext>
            </a:extLst>
          </p:cNvPr>
          <p:cNvSpPr txBox="1">
            <a:spLocks noGrp="1"/>
          </p:cNvSpPr>
          <p:nvPr/>
        </p:nvSpPr>
        <p:spPr>
          <a:xfrm>
            <a:off x="404751" y="1325563"/>
            <a:ext cx="609503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>
                <a:latin typeface="Nunito" pitchFamily="2" charset="0"/>
              </a:rPr>
              <a:t>The Shannon game [Shannon 1951]:</a:t>
            </a:r>
            <a:endParaRPr sz="2400">
              <a:latin typeface="Nunito" pitchFamily="2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>
                <a:latin typeface="Nunito" pitchFamily="2" charset="0"/>
              </a:rPr>
              <a:t>How well can you predict the next letter?</a:t>
            </a:r>
            <a:endParaRPr sz="2400">
              <a:latin typeface="Nunito" pitchFamily="2" charset="0"/>
            </a:endParaRPr>
          </a:p>
        </p:txBody>
      </p:sp>
      <p:pic>
        <p:nvPicPr>
          <p:cNvPr id="6" name="Google Shape;148;p7">
            <a:extLst>
              <a:ext uri="{FF2B5EF4-FFF2-40B4-BE49-F238E27FC236}">
                <a16:creationId xmlns:a16="http://schemas.microsoft.com/office/drawing/2014/main" id="{74A02A45-4C71-78E2-DCFB-5991FADEFE8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74261" y="911607"/>
            <a:ext cx="5153744" cy="1819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49;p7" descr="Claude Shannon father of information theory 100 years old today">
            <a:extLst>
              <a:ext uri="{FF2B5EF4-FFF2-40B4-BE49-F238E27FC236}">
                <a16:creationId xmlns:a16="http://schemas.microsoft.com/office/drawing/2014/main" id="{0FB8A276-B0B5-3F00-DB4F-B393D23DE6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2522" y="2850838"/>
            <a:ext cx="2980090" cy="3095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47;p7">
            <a:extLst>
              <a:ext uri="{FF2B5EF4-FFF2-40B4-BE49-F238E27FC236}">
                <a16:creationId xmlns:a16="http://schemas.microsoft.com/office/drawing/2014/main" id="{AD54AE40-042F-DB77-140D-A263985819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126" y="3002306"/>
            <a:ext cx="6596284" cy="21087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595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83F9-0256-817C-A1F9-3C30AB1E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Language Models: General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2A29E0-2E82-F1A6-11D2-AAB618441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dirty="0"/>
                  <a:t>Language model computes a probability distribution over strings in a language:</a:t>
                </a:r>
              </a:p>
              <a:p>
                <a:endParaRPr lang="en-CA" dirty="0"/>
              </a:p>
              <a:p>
                <a:pPr marL="0" indent="0">
                  <a:buNone/>
                </a:pPr>
                <a:endParaRPr lang="en-CA" sz="1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CA" dirty="0"/>
                  <a:t>:</a:t>
                </a:r>
                <a:r>
                  <a:rPr lang="en-CA" b="1" dirty="0"/>
                  <a:t> </a:t>
                </a:r>
                <a:r>
                  <a:rPr lang="en-CA" dirty="0"/>
                  <a:t>A string with tokens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CA" dirty="0"/>
                  <a:t>. </a:t>
                </a:r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2A29E0-2E82-F1A6-11D2-AAB618441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7"/>
                <a:stretch>
                  <a:fillRect l="-803" t="-9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B9FF2-02AA-55A3-6EC9-14EC1B919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7</a:t>
            </a:fld>
            <a:endParaRPr lang="en-CA"/>
          </a:p>
        </p:txBody>
      </p:sp>
      <p:pic>
        <p:nvPicPr>
          <p:cNvPr id="5" name="Google Shape;206;p12">
            <a:extLst>
              <a:ext uri="{FF2B5EF4-FFF2-40B4-BE49-F238E27FC236}">
                <a16:creationId xmlns:a16="http://schemas.microsoft.com/office/drawing/2014/main" id="{71CAF5F4-72DE-F632-18D0-F8680EAF44B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31920" y="3803592"/>
            <a:ext cx="6928160" cy="24028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roup 65" descr="\documentclass{article}&#10;\usepackage{nunito}&#10;\usepackage[linguistics]{forest}&#10;\usepackage{amsmath,amssymb}&#10;\pagestyle{empty}&#10;\begin{document}&#10;&#10;\begin{align*}&#10;P(\mathbf{x})&#10;\end{align*}&#10;&#10;&#10;\end{document}" title="IguanaTex Shape Display">
            <a:extLst>
              <a:ext uri="{FF2B5EF4-FFF2-40B4-BE49-F238E27FC236}">
                <a16:creationId xmlns:a16="http://schemas.microsoft.com/office/drawing/2014/main" id="{CE874EA5-FEA1-8922-5C01-2D881D2CC35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91927" y="2004741"/>
            <a:ext cx="608146" cy="296069"/>
            <a:chOff x="9266873" y="4834539"/>
            <a:chExt cx="608146" cy="296069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E3E8AF5-2C42-035F-624E-43BF2EF14B6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9266873" y="4854376"/>
              <a:ext cx="214350" cy="202215"/>
            </a:xfrm>
            <a:custGeom>
              <a:avLst/>
              <a:gdLst>
                <a:gd name="csX0" fmla="*/ 79178 w 214350"/>
                <a:gd name="csY0" fmla="*/ 108742 h 202215"/>
                <a:gd name="csX1" fmla="*/ 130214 w 214350"/>
                <a:gd name="csY1" fmla="*/ 108742 h 202215"/>
                <a:gd name="csX2" fmla="*/ 214573 w 214350"/>
                <a:gd name="csY2" fmla="*/ 44791 h 202215"/>
                <a:gd name="csX3" fmla="*/ 155432 w 214350"/>
                <a:gd name="csY3" fmla="*/ 85 h 202215"/>
                <a:gd name="csX4" fmla="*/ 58163 w 214350"/>
                <a:gd name="csY4" fmla="*/ 85 h 202215"/>
                <a:gd name="csX5" fmla="*/ 49157 w 214350"/>
                <a:gd name="csY5" fmla="*/ 5710 h 202215"/>
                <a:gd name="csX6" fmla="*/ 57863 w 214350"/>
                <a:gd name="csY6" fmla="*/ 9263 h 202215"/>
                <a:gd name="csX7" fmla="*/ 70772 w 214350"/>
                <a:gd name="csY7" fmla="*/ 9855 h 202215"/>
                <a:gd name="csX8" fmla="*/ 77377 w 214350"/>
                <a:gd name="csY8" fmla="*/ 14592 h 202215"/>
                <a:gd name="csX9" fmla="*/ 76176 w 214350"/>
                <a:gd name="csY9" fmla="*/ 20217 h 202215"/>
                <a:gd name="csX10" fmla="*/ 35948 w 214350"/>
                <a:gd name="csY10" fmla="*/ 179207 h 202215"/>
                <a:gd name="csX11" fmla="*/ 8629 w 214350"/>
                <a:gd name="csY11" fmla="*/ 193122 h 202215"/>
                <a:gd name="csX12" fmla="*/ 223 w 214350"/>
                <a:gd name="csY12" fmla="*/ 198747 h 202215"/>
                <a:gd name="csX13" fmla="*/ 4726 w 214350"/>
                <a:gd name="csY13" fmla="*/ 202300 h 202215"/>
                <a:gd name="csX14" fmla="*/ 42853 w 214350"/>
                <a:gd name="csY14" fmla="*/ 201412 h 202215"/>
                <a:gd name="csX15" fmla="*/ 62066 w 214350"/>
                <a:gd name="csY15" fmla="*/ 201708 h 202215"/>
                <a:gd name="csX16" fmla="*/ 81580 w 214350"/>
                <a:gd name="csY16" fmla="*/ 202300 h 202215"/>
                <a:gd name="csX17" fmla="*/ 87584 w 214350"/>
                <a:gd name="csY17" fmla="*/ 196379 h 202215"/>
                <a:gd name="csX18" fmla="*/ 79178 w 214350"/>
                <a:gd name="csY18" fmla="*/ 193122 h 202215"/>
                <a:gd name="csX19" fmla="*/ 59665 w 214350"/>
                <a:gd name="csY19" fmla="*/ 187793 h 202215"/>
                <a:gd name="csX20" fmla="*/ 60565 w 214350"/>
                <a:gd name="csY20" fmla="*/ 182760 h 202215"/>
                <a:gd name="csX21" fmla="*/ 79178 w 214350"/>
                <a:gd name="csY21" fmla="*/ 108742 h 202215"/>
                <a:gd name="csX22" fmla="*/ 100793 w 214350"/>
                <a:gd name="csY22" fmla="*/ 20513 h 202215"/>
                <a:gd name="csX23" fmla="*/ 117005 w 214350"/>
                <a:gd name="csY23" fmla="*/ 9263 h 202215"/>
                <a:gd name="csX24" fmla="*/ 145825 w 214350"/>
                <a:gd name="csY24" fmla="*/ 9263 h 202215"/>
                <a:gd name="csX25" fmla="*/ 186654 w 214350"/>
                <a:gd name="csY25" fmla="*/ 37686 h 202215"/>
                <a:gd name="csX26" fmla="*/ 168941 w 214350"/>
                <a:gd name="csY26" fmla="*/ 85353 h 202215"/>
                <a:gd name="csX27" fmla="*/ 122709 w 214350"/>
                <a:gd name="csY27" fmla="*/ 101044 h 202215"/>
                <a:gd name="csX28" fmla="*/ 80379 w 214350"/>
                <a:gd name="csY28" fmla="*/ 101044 h 202215"/>
                <a:gd name="csX29" fmla="*/ 100793 w 214350"/>
                <a:gd name="csY29" fmla="*/ 20513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4350" h="202215">
                  <a:moveTo>
                    <a:pt x="79178" y="108742"/>
                  </a:moveTo>
                  <a:lnTo>
                    <a:pt x="130214" y="108742"/>
                  </a:lnTo>
                  <a:cubicBezTo>
                    <a:pt x="172844" y="108742"/>
                    <a:pt x="214573" y="77951"/>
                    <a:pt x="214573" y="44791"/>
                  </a:cubicBezTo>
                  <a:cubicBezTo>
                    <a:pt x="214573" y="21994"/>
                    <a:pt x="194759" y="85"/>
                    <a:pt x="155432" y="85"/>
                  </a:cubicBezTo>
                  <a:lnTo>
                    <a:pt x="58163" y="85"/>
                  </a:lnTo>
                  <a:cubicBezTo>
                    <a:pt x="52459" y="85"/>
                    <a:pt x="49157" y="85"/>
                    <a:pt x="49157" y="5710"/>
                  </a:cubicBezTo>
                  <a:cubicBezTo>
                    <a:pt x="49157" y="9263"/>
                    <a:pt x="51859" y="9263"/>
                    <a:pt x="57863" y="9263"/>
                  </a:cubicBezTo>
                  <a:cubicBezTo>
                    <a:pt x="61766" y="9263"/>
                    <a:pt x="67170" y="9559"/>
                    <a:pt x="70772" y="9855"/>
                  </a:cubicBezTo>
                  <a:cubicBezTo>
                    <a:pt x="75576" y="10447"/>
                    <a:pt x="77377" y="11335"/>
                    <a:pt x="77377" y="14592"/>
                  </a:cubicBezTo>
                  <a:cubicBezTo>
                    <a:pt x="77377" y="15776"/>
                    <a:pt x="77077" y="16665"/>
                    <a:pt x="76176" y="20217"/>
                  </a:cubicBezTo>
                  <a:lnTo>
                    <a:pt x="35948" y="179207"/>
                  </a:lnTo>
                  <a:cubicBezTo>
                    <a:pt x="32946" y="190754"/>
                    <a:pt x="32345" y="193122"/>
                    <a:pt x="8629" y="193122"/>
                  </a:cubicBezTo>
                  <a:cubicBezTo>
                    <a:pt x="3525" y="193122"/>
                    <a:pt x="223" y="193122"/>
                    <a:pt x="223" y="198747"/>
                  </a:cubicBezTo>
                  <a:cubicBezTo>
                    <a:pt x="223" y="202300"/>
                    <a:pt x="3825" y="202300"/>
                    <a:pt x="4726" y="202300"/>
                  </a:cubicBezTo>
                  <a:cubicBezTo>
                    <a:pt x="13132" y="202300"/>
                    <a:pt x="34447" y="201412"/>
                    <a:pt x="42853" y="201412"/>
                  </a:cubicBezTo>
                  <a:cubicBezTo>
                    <a:pt x="49157" y="201412"/>
                    <a:pt x="55762" y="201708"/>
                    <a:pt x="62066" y="201708"/>
                  </a:cubicBezTo>
                  <a:cubicBezTo>
                    <a:pt x="68671" y="201708"/>
                    <a:pt x="75275" y="202300"/>
                    <a:pt x="81580" y="202300"/>
                  </a:cubicBezTo>
                  <a:cubicBezTo>
                    <a:pt x="83681" y="202300"/>
                    <a:pt x="87584" y="202300"/>
                    <a:pt x="87584" y="196379"/>
                  </a:cubicBezTo>
                  <a:cubicBezTo>
                    <a:pt x="87584" y="193122"/>
                    <a:pt x="84882" y="193122"/>
                    <a:pt x="79178" y="193122"/>
                  </a:cubicBezTo>
                  <a:cubicBezTo>
                    <a:pt x="68070" y="193122"/>
                    <a:pt x="59665" y="193122"/>
                    <a:pt x="59665" y="187793"/>
                  </a:cubicBezTo>
                  <a:cubicBezTo>
                    <a:pt x="59665" y="186016"/>
                    <a:pt x="60265" y="184536"/>
                    <a:pt x="60565" y="182760"/>
                  </a:cubicBezTo>
                  <a:lnTo>
                    <a:pt x="79178" y="108742"/>
                  </a:lnTo>
                  <a:close/>
                  <a:moveTo>
                    <a:pt x="100793" y="20513"/>
                  </a:moveTo>
                  <a:cubicBezTo>
                    <a:pt x="103495" y="10151"/>
                    <a:pt x="104096" y="9263"/>
                    <a:pt x="117005" y="9263"/>
                  </a:cubicBezTo>
                  <a:lnTo>
                    <a:pt x="145825" y="9263"/>
                  </a:lnTo>
                  <a:cubicBezTo>
                    <a:pt x="170742" y="9263"/>
                    <a:pt x="186654" y="17257"/>
                    <a:pt x="186654" y="37686"/>
                  </a:cubicBezTo>
                  <a:cubicBezTo>
                    <a:pt x="186654" y="49232"/>
                    <a:pt x="180649" y="74694"/>
                    <a:pt x="168941" y="85353"/>
                  </a:cubicBezTo>
                  <a:cubicBezTo>
                    <a:pt x="153931" y="98676"/>
                    <a:pt x="135918" y="101044"/>
                    <a:pt x="122709" y="101044"/>
                  </a:cubicBezTo>
                  <a:lnTo>
                    <a:pt x="80379" y="101044"/>
                  </a:lnTo>
                  <a:lnTo>
                    <a:pt x="100793" y="20513"/>
                  </a:lnTo>
                  <a:close/>
                </a:path>
              </a:pathLst>
            </a:custGeom>
            <a:solidFill>
              <a:srgbClr val="000000"/>
            </a:solidFill>
            <a:ln w="29874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3C46B99-3BDA-EE8A-2917-835FA273C6B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9519021" y="4834539"/>
              <a:ext cx="69648" cy="296069"/>
            </a:xfrm>
            <a:custGeom>
              <a:avLst/>
              <a:gdLst>
                <a:gd name="csX0" fmla="*/ 69879 w 69648"/>
                <a:gd name="csY0" fmla="*/ 293194 h 296069"/>
                <a:gd name="csX1" fmla="*/ 64776 w 69648"/>
                <a:gd name="csY1" fmla="*/ 286680 h 296069"/>
                <a:gd name="csX2" fmla="*/ 17643 w 69648"/>
                <a:gd name="csY2" fmla="*/ 148120 h 296069"/>
                <a:gd name="csX3" fmla="*/ 65977 w 69648"/>
                <a:gd name="csY3" fmla="*/ 8079 h 296069"/>
                <a:gd name="csX4" fmla="*/ 69879 w 69648"/>
                <a:gd name="csY4" fmla="*/ 3045 h 296069"/>
                <a:gd name="csX5" fmla="*/ 66877 w 69648"/>
                <a:gd name="csY5" fmla="*/ 85 h 296069"/>
                <a:gd name="csX6" fmla="*/ 19144 w 69648"/>
                <a:gd name="csY6" fmla="*/ 57818 h 296069"/>
                <a:gd name="csX7" fmla="*/ 231 w 69648"/>
                <a:gd name="csY7" fmla="*/ 148120 h 296069"/>
                <a:gd name="csX8" fmla="*/ 20045 w 69648"/>
                <a:gd name="csY8" fmla="*/ 240493 h 296069"/>
                <a:gd name="csX9" fmla="*/ 66877 w 69648"/>
                <a:gd name="csY9" fmla="*/ 296154 h 296069"/>
                <a:gd name="csX10" fmla="*/ 69879 w 69648"/>
                <a:gd name="csY10" fmla="*/ 293194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9648" h="296069">
                  <a:moveTo>
                    <a:pt x="69879" y="293194"/>
                  </a:moveTo>
                  <a:cubicBezTo>
                    <a:pt x="69879" y="292306"/>
                    <a:pt x="69879" y="291713"/>
                    <a:pt x="64776" y="286680"/>
                  </a:cubicBezTo>
                  <a:cubicBezTo>
                    <a:pt x="27250" y="249375"/>
                    <a:pt x="17643" y="193418"/>
                    <a:pt x="17643" y="148120"/>
                  </a:cubicBezTo>
                  <a:cubicBezTo>
                    <a:pt x="17643" y="96603"/>
                    <a:pt x="29051" y="45087"/>
                    <a:pt x="65977" y="8079"/>
                  </a:cubicBezTo>
                  <a:cubicBezTo>
                    <a:pt x="69879" y="4526"/>
                    <a:pt x="69879" y="3934"/>
                    <a:pt x="69879" y="3045"/>
                  </a:cubicBezTo>
                  <a:cubicBezTo>
                    <a:pt x="69879" y="973"/>
                    <a:pt x="68679" y="85"/>
                    <a:pt x="66877" y="85"/>
                  </a:cubicBezTo>
                  <a:cubicBezTo>
                    <a:pt x="63875" y="85"/>
                    <a:pt x="36856" y="20217"/>
                    <a:pt x="19144" y="57818"/>
                  </a:cubicBezTo>
                  <a:cubicBezTo>
                    <a:pt x="3833" y="90386"/>
                    <a:pt x="231" y="123250"/>
                    <a:pt x="231" y="148120"/>
                  </a:cubicBezTo>
                  <a:cubicBezTo>
                    <a:pt x="231" y="171213"/>
                    <a:pt x="3533" y="207037"/>
                    <a:pt x="20045" y="240493"/>
                  </a:cubicBezTo>
                  <a:cubicBezTo>
                    <a:pt x="38057" y="276910"/>
                    <a:pt x="63875" y="296154"/>
                    <a:pt x="66877" y="296154"/>
                  </a:cubicBezTo>
                  <a:cubicBezTo>
                    <a:pt x="68679" y="296154"/>
                    <a:pt x="69879" y="295266"/>
                    <a:pt x="69879" y="293194"/>
                  </a:cubicBezTo>
                  <a:close/>
                </a:path>
              </a:pathLst>
            </a:custGeom>
            <a:solidFill>
              <a:srgbClr val="000000"/>
            </a:solidFill>
            <a:ln w="29874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4F08EF2-BFC6-35B2-6E20-96A41559F7E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9612654" y="4925136"/>
              <a:ext cx="169018" cy="131454"/>
            </a:xfrm>
            <a:custGeom>
              <a:avLst/>
              <a:gdLst>
                <a:gd name="csX0" fmla="*/ 97503 w 169018"/>
                <a:gd name="csY0" fmla="*/ 58706 h 131454"/>
                <a:gd name="csX1" fmla="*/ 132627 w 169018"/>
                <a:gd name="csY1" fmla="*/ 20217 h 131454"/>
                <a:gd name="csX2" fmla="*/ 163249 w 169018"/>
                <a:gd name="csY2" fmla="*/ 14000 h 131454"/>
                <a:gd name="csX3" fmla="*/ 163249 w 169018"/>
                <a:gd name="csY3" fmla="*/ 85 h 131454"/>
                <a:gd name="csX4" fmla="*/ 135629 w 169018"/>
                <a:gd name="csY4" fmla="*/ 973 h 131454"/>
                <a:gd name="csX5" fmla="*/ 104708 w 169018"/>
                <a:gd name="csY5" fmla="*/ 85 h 131454"/>
                <a:gd name="csX6" fmla="*/ 104708 w 169018"/>
                <a:gd name="csY6" fmla="*/ 14000 h 131454"/>
                <a:gd name="csX7" fmla="*/ 116116 w 169018"/>
                <a:gd name="csY7" fmla="*/ 16665 h 131454"/>
                <a:gd name="csX8" fmla="*/ 113714 w 169018"/>
                <a:gd name="csY8" fmla="*/ 20217 h 131454"/>
                <a:gd name="csX9" fmla="*/ 88496 w 169018"/>
                <a:gd name="csY9" fmla="*/ 48048 h 131454"/>
                <a:gd name="csX10" fmla="*/ 59076 w 169018"/>
                <a:gd name="csY10" fmla="*/ 14000 h 131454"/>
                <a:gd name="csX11" fmla="*/ 71084 w 169018"/>
                <a:gd name="csY11" fmla="*/ 14000 h 131454"/>
                <a:gd name="csX12" fmla="*/ 71084 w 169018"/>
                <a:gd name="csY12" fmla="*/ 85 h 131454"/>
                <a:gd name="csX13" fmla="*/ 34759 w 169018"/>
                <a:gd name="csY13" fmla="*/ 973 h 131454"/>
                <a:gd name="csX14" fmla="*/ 1736 w 169018"/>
                <a:gd name="csY14" fmla="*/ 85 h 131454"/>
                <a:gd name="csX15" fmla="*/ 1736 w 169018"/>
                <a:gd name="csY15" fmla="*/ 14000 h 131454"/>
                <a:gd name="csX16" fmla="*/ 23051 w 169018"/>
                <a:gd name="csY16" fmla="*/ 14000 h 131454"/>
                <a:gd name="csX17" fmla="*/ 69883 w 169018"/>
                <a:gd name="csY17" fmla="*/ 68477 h 131454"/>
                <a:gd name="csX18" fmla="*/ 30556 w 169018"/>
                <a:gd name="csY18" fmla="*/ 111999 h 131454"/>
                <a:gd name="csX19" fmla="*/ 234 w 169018"/>
                <a:gd name="csY19" fmla="*/ 117624 h 131454"/>
                <a:gd name="csX20" fmla="*/ 234 w 169018"/>
                <a:gd name="csY20" fmla="*/ 131540 h 131454"/>
                <a:gd name="csX21" fmla="*/ 27854 w 169018"/>
                <a:gd name="csY21" fmla="*/ 130651 h 131454"/>
                <a:gd name="csX22" fmla="*/ 58776 w 169018"/>
                <a:gd name="csY22" fmla="*/ 131540 h 131454"/>
                <a:gd name="csX23" fmla="*/ 58776 w 169018"/>
                <a:gd name="csY23" fmla="*/ 117624 h 131454"/>
                <a:gd name="csX24" fmla="*/ 47668 w 169018"/>
                <a:gd name="csY24" fmla="*/ 114368 h 131454"/>
                <a:gd name="csX25" fmla="*/ 49769 w 169018"/>
                <a:gd name="csY25" fmla="*/ 111407 h 131454"/>
                <a:gd name="csX26" fmla="*/ 78890 w 169018"/>
                <a:gd name="csY26" fmla="*/ 79135 h 131454"/>
                <a:gd name="csX27" fmla="*/ 111913 w 169018"/>
                <a:gd name="csY27" fmla="*/ 117624 h 131454"/>
                <a:gd name="csX28" fmla="*/ 100205 w 169018"/>
                <a:gd name="csY28" fmla="*/ 117624 h 131454"/>
                <a:gd name="csX29" fmla="*/ 100205 w 169018"/>
                <a:gd name="csY29" fmla="*/ 131540 h 131454"/>
                <a:gd name="csX30" fmla="*/ 136230 w 169018"/>
                <a:gd name="csY30" fmla="*/ 130651 h 131454"/>
                <a:gd name="csX31" fmla="*/ 169253 w 169018"/>
                <a:gd name="csY31" fmla="*/ 131540 h 131454"/>
                <a:gd name="csX32" fmla="*/ 169253 w 169018"/>
                <a:gd name="csY32" fmla="*/ 117624 h 131454"/>
                <a:gd name="csX33" fmla="*/ 147938 w 169018"/>
                <a:gd name="csY33" fmla="*/ 117624 h 131454"/>
                <a:gd name="csX34" fmla="*/ 97503 w 169018"/>
                <a:gd name="csY34" fmla="*/ 58706 h 1314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69018" h="131454">
                  <a:moveTo>
                    <a:pt x="97503" y="58706"/>
                  </a:moveTo>
                  <a:lnTo>
                    <a:pt x="132627" y="20217"/>
                  </a:lnTo>
                  <a:cubicBezTo>
                    <a:pt x="136530" y="16072"/>
                    <a:pt x="138331" y="14000"/>
                    <a:pt x="163249" y="14000"/>
                  </a:cubicBezTo>
                  <a:lnTo>
                    <a:pt x="163249" y="85"/>
                  </a:lnTo>
                  <a:cubicBezTo>
                    <a:pt x="152741" y="677"/>
                    <a:pt x="137131" y="973"/>
                    <a:pt x="135629" y="973"/>
                  </a:cubicBezTo>
                  <a:cubicBezTo>
                    <a:pt x="128124" y="973"/>
                    <a:pt x="113114" y="381"/>
                    <a:pt x="104708" y="85"/>
                  </a:cubicBezTo>
                  <a:lnTo>
                    <a:pt x="104708" y="14000"/>
                  </a:lnTo>
                  <a:cubicBezTo>
                    <a:pt x="108911" y="14000"/>
                    <a:pt x="112513" y="14592"/>
                    <a:pt x="116116" y="16665"/>
                  </a:cubicBezTo>
                  <a:cubicBezTo>
                    <a:pt x="114915" y="18441"/>
                    <a:pt x="114915" y="19033"/>
                    <a:pt x="113714" y="20217"/>
                  </a:cubicBezTo>
                  <a:lnTo>
                    <a:pt x="88496" y="48048"/>
                  </a:lnTo>
                  <a:lnTo>
                    <a:pt x="59076" y="14000"/>
                  </a:lnTo>
                  <a:lnTo>
                    <a:pt x="71084" y="14000"/>
                  </a:lnTo>
                  <a:lnTo>
                    <a:pt x="71084" y="85"/>
                  </a:lnTo>
                  <a:cubicBezTo>
                    <a:pt x="63279" y="381"/>
                    <a:pt x="44365" y="973"/>
                    <a:pt x="34759" y="973"/>
                  </a:cubicBezTo>
                  <a:cubicBezTo>
                    <a:pt x="25152" y="973"/>
                    <a:pt x="11642" y="381"/>
                    <a:pt x="1736" y="85"/>
                  </a:cubicBezTo>
                  <a:lnTo>
                    <a:pt x="1736" y="14000"/>
                  </a:lnTo>
                  <a:lnTo>
                    <a:pt x="23051" y="14000"/>
                  </a:lnTo>
                  <a:lnTo>
                    <a:pt x="69883" y="68477"/>
                  </a:lnTo>
                  <a:lnTo>
                    <a:pt x="30556" y="111999"/>
                  </a:lnTo>
                  <a:cubicBezTo>
                    <a:pt x="25452" y="117624"/>
                    <a:pt x="14645" y="117624"/>
                    <a:pt x="234" y="117624"/>
                  </a:cubicBezTo>
                  <a:lnTo>
                    <a:pt x="234" y="131540"/>
                  </a:lnTo>
                  <a:cubicBezTo>
                    <a:pt x="10742" y="130948"/>
                    <a:pt x="26353" y="130651"/>
                    <a:pt x="27854" y="130651"/>
                  </a:cubicBezTo>
                  <a:cubicBezTo>
                    <a:pt x="35359" y="130651"/>
                    <a:pt x="52771" y="131244"/>
                    <a:pt x="58776" y="131540"/>
                  </a:cubicBezTo>
                  <a:lnTo>
                    <a:pt x="58776" y="117624"/>
                  </a:lnTo>
                  <a:cubicBezTo>
                    <a:pt x="53372" y="117624"/>
                    <a:pt x="47668" y="116144"/>
                    <a:pt x="47668" y="114368"/>
                  </a:cubicBezTo>
                  <a:cubicBezTo>
                    <a:pt x="47668" y="114072"/>
                    <a:pt x="47668" y="113775"/>
                    <a:pt x="49769" y="111407"/>
                  </a:cubicBezTo>
                  <a:lnTo>
                    <a:pt x="78890" y="79135"/>
                  </a:lnTo>
                  <a:lnTo>
                    <a:pt x="111913" y="117624"/>
                  </a:lnTo>
                  <a:lnTo>
                    <a:pt x="100205" y="117624"/>
                  </a:lnTo>
                  <a:lnTo>
                    <a:pt x="100205" y="131540"/>
                  </a:lnTo>
                  <a:cubicBezTo>
                    <a:pt x="108010" y="131244"/>
                    <a:pt x="126323" y="130651"/>
                    <a:pt x="136230" y="130651"/>
                  </a:cubicBezTo>
                  <a:cubicBezTo>
                    <a:pt x="145837" y="130651"/>
                    <a:pt x="159346" y="131244"/>
                    <a:pt x="169253" y="131540"/>
                  </a:cubicBezTo>
                  <a:lnTo>
                    <a:pt x="169253" y="117624"/>
                  </a:lnTo>
                  <a:lnTo>
                    <a:pt x="147938" y="117624"/>
                  </a:lnTo>
                  <a:lnTo>
                    <a:pt x="97503" y="58706"/>
                  </a:lnTo>
                  <a:close/>
                </a:path>
              </a:pathLst>
            </a:custGeom>
            <a:solidFill>
              <a:srgbClr val="000000"/>
            </a:solidFill>
            <a:ln w="29874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5CB6E2B-6E2F-D785-2F56-435B64D0FF49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805371" y="4834539"/>
              <a:ext cx="69648" cy="296069"/>
            </a:xfrm>
            <a:custGeom>
              <a:avLst/>
              <a:gdLst>
                <a:gd name="csX0" fmla="*/ 69889 w 69648"/>
                <a:gd name="csY0" fmla="*/ 148120 h 296069"/>
                <a:gd name="csX1" fmla="*/ 50076 w 69648"/>
                <a:gd name="csY1" fmla="*/ 55746 h 296069"/>
                <a:gd name="csX2" fmla="*/ 3243 w 69648"/>
                <a:gd name="csY2" fmla="*/ 85 h 296069"/>
                <a:gd name="csX3" fmla="*/ 241 w 69648"/>
                <a:gd name="csY3" fmla="*/ 3045 h 296069"/>
                <a:gd name="csX4" fmla="*/ 5945 w 69648"/>
                <a:gd name="csY4" fmla="*/ 9855 h 296069"/>
                <a:gd name="csX5" fmla="*/ 52477 w 69648"/>
                <a:gd name="csY5" fmla="*/ 148120 h 296069"/>
                <a:gd name="csX6" fmla="*/ 4143 w 69648"/>
                <a:gd name="csY6" fmla="*/ 288161 h 296069"/>
                <a:gd name="csX7" fmla="*/ 241 w 69648"/>
                <a:gd name="csY7" fmla="*/ 293194 h 296069"/>
                <a:gd name="csX8" fmla="*/ 3243 w 69648"/>
                <a:gd name="csY8" fmla="*/ 296154 h 296069"/>
                <a:gd name="csX9" fmla="*/ 50976 w 69648"/>
                <a:gd name="csY9" fmla="*/ 238421 h 296069"/>
                <a:gd name="csX10" fmla="*/ 69889 w 69648"/>
                <a:gd name="csY10" fmla="*/ 148120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9648" h="296069">
                  <a:moveTo>
                    <a:pt x="69889" y="148120"/>
                  </a:moveTo>
                  <a:cubicBezTo>
                    <a:pt x="69889" y="125026"/>
                    <a:pt x="66587" y="89202"/>
                    <a:pt x="50076" y="55746"/>
                  </a:cubicBezTo>
                  <a:cubicBezTo>
                    <a:pt x="32063" y="19329"/>
                    <a:pt x="6245" y="85"/>
                    <a:pt x="3243" y="85"/>
                  </a:cubicBezTo>
                  <a:cubicBezTo>
                    <a:pt x="1441" y="85"/>
                    <a:pt x="241" y="1269"/>
                    <a:pt x="241" y="3045"/>
                  </a:cubicBezTo>
                  <a:cubicBezTo>
                    <a:pt x="241" y="3934"/>
                    <a:pt x="241" y="4526"/>
                    <a:pt x="5945" y="9855"/>
                  </a:cubicBezTo>
                  <a:cubicBezTo>
                    <a:pt x="35365" y="39166"/>
                    <a:pt x="52477" y="86241"/>
                    <a:pt x="52477" y="148120"/>
                  </a:cubicBezTo>
                  <a:cubicBezTo>
                    <a:pt x="52477" y="198747"/>
                    <a:pt x="41369" y="250856"/>
                    <a:pt x="4143" y="288161"/>
                  </a:cubicBezTo>
                  <a:cubicBezTo>
                    <a:pt x="241" y="291713"/>
                    <a:pt x="241" y="292306"/>
                    <a:pt x="241" y="293194"/>
                  </a:cubicBezTo>
                  <a:cubicBezTo>
                    <a:pt x="241" y="294970"/>
                    <a:pt x="1441" y="296154"/>
                    <a:pt x="3243" y="296154"/>
                  </a:cubicBezTo>
                  <a:cubicBezTo>
                    <a:pt x="6245" y="296154"/>
                    <a:pt x="33264" y="276022"/>
                    <a:pt x="50976" y="238421"/>
                  </a:cubicBezTo>
                  <a:cubicBezTo>
                    <a:pt x="66287" y="205853"/>
                    <a:pt x="69889" y="172989"/>
                    <a:pt x="69889" y="148120"/>
                  </a:cubicBezTo>
                  <a:close/>
                </a:path>
              </a:pathLst>
            </a:custGeom>
            <a:solidFill>
              <a:srgbClr val="000000"/>
            </a:solidFill>
            <a:ln w="29874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59246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611A1-9874-3B3E-B21A-9FFF6B7FA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BABA5-13F3-4F84-3070-1E78788B5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Language Models: General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0AE75-2592-22E0-5C0D-405E5D177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Language model computes a probability distribution over strings in </a:t>
            </a:r>
            <a:r>
              <a:rPr lang="en-CA" dirty="0">
                <a:solidFill>
                  <a:srgbClr val="0070C0"/>
                </a:solidFill>
              </a:rPr>
              <a:t>a language</a:t>
            </a:r>
            <a:r>
              <a:rPr lang="en-CA" dirty="0"/>
              <a:t>: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5510C-AA91-0EE1-4125-684A09AA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8</a:t>
            </a:fld>
            <a:endParaRPr lang="en-CA"/>
          </a:p>
        </p:txBody>
      </p:sp>
      <p:pic>
        <p:nvPicPr>
          <p:cNvPr id="6" name="Google Shape;222;p13">
            <a:extLst>
              <a:ext uri="{FF2B5EF4-FFF2-40B4-BE49-F238E27FC236}">
                <a16:creationId xmlns:a16="http://schemas.microsoft.com/office/drawing/2014/main" id="{B6BA9BE6-2872-541A-D282-5C93A146B0A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92922" y="3081759"/>
            <a:ext cx="1785495" cy="2508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23;p13">
            <a:extLst>
              <a:ext uri="{FF2B5EF4-FFF2-40B4-BE49-F238E27FC236}">
                <a16:creationId xmlns:a16="http://schemas.microsoft.com/office/drawing/2014/main" id="{F82901B8-F1B7-30EE-ADD6-427B8FCA2D1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887425" y="3213953"/>
            <a:ext cx="337217" cy="2173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224;p13">
            <a:extLst>
              <a:ext uri="{FF2B5EF4-FFF2-40B4-BE49-F238E27FC236}">
                <a16:creationId xmlns:a16="http://schemas.microsoft.com/office/drawing/2014/main" id="{6AFFA33B-61CF-7902-369A-76772ECE9D4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19284" y="3105673"/>
            <a:ext cx="2088266" cy="2396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225;p13">
            <a:extLst>
              <a:ext uri="{FF2B5EF4-FFF2-40B4-BE49-F238E27FC236}">
                <a16:creationId xmlns:a16="http://schemas.microsoft.com/office/drawing/2014/main" id="{A6E6AD4E-0402-B521-309D-0B1CAD49C53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5146696" y="3188307"/>
            <a:ext cx="388639" cy="2199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226;p13">
            <a:extLst>
              <a:ext uri="{FF2B5EF4-FFF2-40B4-BE49-F238E27FC236}">
                <a16:creationId xmlns:a16="http://schemas.microsoft.com/office/drawing/2014/main" id="{F8081C3A-4947-5A05-9107-762C8B6EC2E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00923" y="3230066"/>
            <a:ext cx="337217" cy="2173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227;p13">
            <a:extLst>
              <a:ext uri="{FF2B5EF4-FFF2-40B4-BE49-F238E27FC236}">
                <a16:creationId xmlns:a16="http://schemas.microsoft.com/office/drawing/2014/main" id="{DA7AA31C-92A3-A1BA-E70B-DA7EA9B0B5E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9560194" y="3204420"/>
            <a:ext cx="388639" cy="2199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228;p13">
            <a:extLst>
              <a:ext uri="{FF2B5EF4-FFF2-40B4-BE49-F238E27FC236}">
                <a16:creationId xmlns:a16="http://schemas.microsoft.com/office/drawing/2014/main" id="{55C40AC5-9B81-DC5B-3660-570FB55C700D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43167" y="4068427"/>
            <a:ext cx="551462" cy="510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229;p13">
            <a:extLst>
              <a:ext uri="{FF2B5EF4-FFF2-40B4-BE49-F238E27FC236}">
                <a16:creationId xmlns:a16="http://schemas.microsoft.com/office/drawing/2014/main" id="{625456ED-855B-FE71-02C9-EEC812BADF4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56667" y="4032692"/>
            <a:ext cx="551462" cy="5106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roup 66" descr="\documentclass{article}&#10;\usepackage{nunito}&#10;\usepackage[linguistics]{forest}&#10;\usepackage{amsmath,amssymb}&#10;\pagestyle{empty}&#10;\begin{document}&#10;&#10;\begin{align*}&#10;P(\mathbf{x})&#10;\end{align*}&#10;&#10;&#10;\end{document}" title="IguanaTex Shape Display">
            <a:extLst>
              <a:ext uri="{FF2B5EF4-FFF2-40B4-BE49-F238E27FC236}">
                <a16:creationId xmlns:a16="http://schemas.microsoft.com/office/drawing/2014/main" id="{AF29882C-B830-A7B5-088A-4CD9D28B9FC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91927" y="2004741"/>
            <a:ext cx="608146" cy="296069"/>
            <a:chOff x="9266873" y="4834539"/>
            <a:chExt cx="608146" cy="296069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C5B046E-9090-5496-DD38-30AF183F076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9266873" y="4854376"/>
              <a:ext cx="214350" cy="202215"/>
            </a:xfrm>
            <a:custGeom>
              <a:avLst/>
              <a:gdLst>
                <a:gd name="csX0" fmla="*/ 79178 w 214350"/>
                <a:gd name="csY0" fmla="*/ 108742 h 202215"/>
                <a:gd name="csX1" fmla="*/ 130214 w 214350"/>
                <a:gd name="csY1" fmla="*/ 108742 h 202215"/>
                <a:gd name="csX2" fmla="*/ 214573 w 214350"/>
                <a:gd name="csY2" fmla="*/ 44791 h 202215"/>
                <a:gd name="csX3" fmla="*/ 155432 w 214350"/>
                <a:gd name="csY3" fmla="*/ 85 h 202215"/>
                <a:gd name="csX4" fmla="*/ 58163 w 214350"/>
                <a:gd name="csY4" fmla="*/ 85 h 202215"/>
                <a:gd name="csX5" fmla="*/ 49157 w 214350"/>
                <a:gd name="csY5" fmla="*/ 5710 h 202215"/>
                <a:gd name="csX6" fmla="*/ 57863 w 214350"/>
                <a:gd name="csY6" fmla="*/ 9263 h 202215"/>
                <a:gd name="csX7" fmla="*/ 70772 w 214350"/>
                <a:gd name="csY7" fmla="*/ 9855 h 202215"/>
                <a:gd name="csX8" fmla="*/ 77377 w 214350"/>
                <a:gd name="csY8" fmla="*/ 14592 h 202215"/>
                <a:gd name="csX9" fmla="*/ 76176 w 214350"/>
                <a:gd name="csY9" fmla="*/ 20217 h 202215"/>
                <a:gd name="csX10" fmla="*/ 35948 w 214350"/>
                <a:gd name="csY10" fmla="*/ 179207 h 202215"/>
                <a:gd name="csX11" fmla="*/ 8629 w 214350"/>
                <a:gd name="csY11" fmla="*/ 193122 h 202215"/>
                <a:gd name="csX12" fmla="*/ 223 w 214350"/>
                <a:gd name="csY12" fmla="*/ 198747 h 202215"/>
                <a:gd name="csX13" fmla="*/ 4726 w 214350"/>
                <a:gd name="csY13" fmla="*/ 202300 h 202215"/>
                <a:gd name="csX14" fmla="*/ 42853 w 214350"/>
                <a:gd name="csY14" fmla="*/ 201412 h 202215"/>
                <a:gd name="csX15" fmla="*/ 62066 w 214350"/>
                <a:gd name="csY15" fmla="*/ 201708 h 202215"/>
                <a:gd name="csX16" fmla="*/ 81580 w 214350"/>
                <a:gd name="csY16" fmla="*/ 202300 h 202215"/>
                <a:gd name="csX17" fmla="*/ 87584 w 214350"/>
                <a:gd name="csY17" fmla="*/ 196379 h 202215"/>
                <a:gd name="csX18" fmla="*/ 79178 w 214350"/>
                <a:gd name="csY18" fmla="*/ 193122 h 202215"/>
                <a:gd name="csX19" fmla="*/ 59665 w 214350"/>
                <a:gd name="csY19" fmla="*/ 187793 h 202215"/>
                <a:gd name="csX20" fmla="*/ 60565 w 214350"/>
                <a:gd name="csY20" fmla="*/ 182760 h 202215"/>
                <a:gd name="csX21" fmla="*/ 79178 w 214350"/>
                <a:gd name="csY21" fmla="*/ 108742 h 202215"/>
                <a:gd name="csX22" fmla="*/ 100793 w 214350"/>
                <a:gd name="csY22" fmla="*/ 20513 h 202215"/>
                <a:gd name="csX23" fmla="*/ 117005 w 214350"/>
                <a:gd name="csY23" fmla="*/ 9263 h 202215"/>
                <a:gd name="csX24" fmla="*/ 145825 w 214350"/>
                <a:gd name="csY24" fmla="*/ 9263 h 202215"/>
                <a:gd name="csX25" fmla="*/ 186654 w 214350"/>
                <a:gd name="csY25" fmla="*/ 37686 h 202215"/>
                <a:gd name="csX26" fmla="*/ 168941 w 214350"/>
                <a:gd name="csY26" fmla="*/ 85353 h 202215"/>
                <a:gd name="csX27" fmla="*/ 122709 w 214350"/>
                <a:gd name="csY27" fmla="*/ 101044 h 202215"/>
                <a:gd name="csX28" fmla="*/ 80379 w 214350"/>
                <a:gd name="csY28" fmla="*/ 101044 h 202215"/>
                <a:gd name="csX29" fmla="*/ 100793 w 214350"/>
                <a:gd name="csY29" fmla="*/ 20513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4350" h="202215">
                  <a:moveTo>
                    <a:pt x="79178" y="108742"/>
                  </a:moveTo>
                  <a:lnTo>
                    <a:pt x="130214" y="108742"/>
                  </a:lnTo>
                  <a:cubicBezTo>
                    <a:pt x="172844" y="108742"/>
                    <a:pt x="214573" y="77951"/>
                    <a:pt x="214573" y="44791"/>
                  </a:cubicBezTo>
                  <a:cubicBezTo>
                    <a:pt x="214573" y="21994"/>
                    <a:pt x="194759" y="85"/>
                    <a:pt x="155432" y="85"/>
                  </a:cubicBezTo>
                  <a:lnTo>
                    <a:pt x="58163" y="85"/>
                  </a:lnTo>
                  <a:cubicBezTo>
                    <a:pt x="52459" y="85"/>
                    <a:pt x="49157" y="85"/>
                    <a:pt x="49157" y="5710"/>
                  </a:cubicBezTo>
                  <a:cubicBezTo>
                    <a:pt x="49157" y="9263"/>
                    <a:pt x="51859" y="9263"/>
                    <a:pt x="57863" y="9263"/>
                  </a:cubicBezTo>
                  <a:cubicBezTo>
                    <a:pt x="61766" y="9263"/>
                    <a:pt x="67170" y="9559"/>
                    <a:pt x="70772" y="9855"/>
                  </a:cubicBezTo>
                  <a:cubicBezTo>
                    <a:pt x="75576" y="10447"/>
                    <a:pt x="77377" y="11335"/>
                    <a:pt x="77377" y="14592"/>
                  </a:cubicBezTo>
                  <a:cubicBezTo>
                    <a:pt x="77377" y="15776"/>
                    <a:pt x="77077" y="16665"/>
                    <a:pt x="76176" y="20217"/>
                  </a:cubicBezTo>
                  <a:lnTo>
                    <a:pt x="35948" y="179207"/>
                  </a:lnTo>
                  <a:cubicBezTo>
                    <a:pt x="32946" y="190754"/>
                    <a:pt x="32345" y="193122"/>
                    <a:pt x="8629" y="193122"/>
                  </a:cubicBezTo>
                  <a:cubicBezTo>
                    <a:pt x="3525" y="193122"/>
                    <a:pt x="223" y="193122"/>
                    <a:pt x="223" y="198747"/>
                  </a:cubicBezTo>
                  <a:cubicBezTo>
                    <a:pt x="223" y="202300"/>
                    <a:pt x="3825" y="202300"/>
                    <a:pt x="4726" y="202300"/>
                  </a:cubicBezTo>
                  <a:cubicBezTo>
                    <a:pt x="13132" y="202300"/>
                    <a:pt x="34447" y="201412"/>
                    <a:pt x="42853" y="201412"/>
                  </a:cubicBezTo>
                  <a:cubicBezTo>
                    <a:pt x="49157" y="201412"/>
                    <a:pt x="55762" y="201708"/>
                    <a:pt x="62066" y="201708"/>
                  </a:cubicBezTo>
                  <a:cubicBezTo>
                    <a:pt x="68671" y="201708"/>
                    <a:pt x="75275" y="202300"/>
                    <a:pt x="81580" y="202300"/>
                  </a:cubicBezTo>
                  <a:cubicBezTo>
                    <a:pt x="83681" y="202300"/>
                    <a:pt x="87584" y="202300"/>
                    <a:pt x="87584" y="196379"/>
                  </a:cubicBezTo>
                  <a:cubicBezTo>
                    <a:pt x="87584" y="193122"/>
                    <a:pt x="84882" y="193122"/>
                    <a:pt x="79178" y="193122"/>
                  </a:cubicBezTo>
                  <a:cubicBezTo>
                    <a:pt x="68070" y="193122"/>
                    <a:pt x="59665" y="193122"/>
                    <a:pt x="59665" y="187793"/>
                  </a:cubicBezTo>
                  <a:cubicBezTo>
                    <a:pt x="59665" y="186016"/>
                    <a:pt x="60265" y="184536"/>
                    <a:pt x="60565" y="182760"/>
                  </a:cubicBezTo>
                  <a:lnTo>
                    <a:pt x="79178" y="108742"/>
                  </a:lnTo>
                  <a:close/>
                  <a:moveTo>
                    <a:pt x="100793" y="20513"/>
                  </a:moveTo>
                  <a:cubicBezTo>
                    <a:pt x="103495" y="10151"/>
                    <a:pt x="104096" y="9263"/>
                    <a:pt x="117005" y="9263"/>
                  </a:cubicBezTo>
                  <a:lnTo>
                    <a:pt x="145825" y="9263"/>
                  </a:lnTo>
                  <a:cubicBezTo>
                    <a:pt x="170742" y="9263"/>
                    <a:pt x="186654" y="17257"/>
                    <a:pt x="186654" y="37686"/>
                  </a:cubicBezTo>
                  <a:cubicBezTo>
                    <a:pt x="186654" y="49232"/>
                    <a:pt x="180649" y="74694"/>
                    <a:pt x="168941" y="85353"/>
                  </a:cubicBezTo>
                  <a:cubicBezTo>
                    <a:pt x="153931" y="98676"/>
                    <a:pt x="135918" y="101044"/>
                    <a:pt x="122709" y="101044"/>
                  </a:cubicBezTo>
                  <a:lnTo>
                    <a:pt x="80379" y="101044"/>
                  </a:lnTo>
                  <a:lnTo>
                    <a:pt x="100793" y="20513"/>
                  </a:lnTo>
                  <a:close/>
                </a:path>
              </a:pathLst>
            </a:custGeom>
            <a:solidFill>
              <a:srgbClr val="000000"/>
            </a:solidFill>
            <a:ln w="29874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4D59BE-B7BA-CC8E-64D9-54AE21402CB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9519021" y="4834539"/>
              <a:ext cx="69648" cy="296069"/>
            </a:xfrm>
            <a:custGeom>
              <a:avLst/>
              <a:gdLst>
                <a:gd name="csX0" fmla="*/ 69879 w 69648"/>
                <a:gd name="csY0" fmla="*/ 293194 h 296069"/>
                <a:gd name="csX1" fmla="*/ 64776 w 69648"/>
                <a:gd name="csY1" fmla="*/ 286680 h 296069"/>
                <a:gd name="csX2" fmla="*/ 17643 w 69648"/>
                <a:gd name="csY2" fmla="*/ 148120 h 296069"/>
                <a:gd name="csX3" fmla="*/ 65977 w 69648"/>
                <a:gd name="csY3" fmla="*/ 8079 h 296069"/>
                <a:gd name="csX4" fmla="*/ 69879 w 69648"/>
                <a:gd name="csY4" fmla="*/ 3045 h 296069"/>
                <a:gd name="csX5" fmla="*/ 66877 w 69648"/>
                <a:gd name="csY5" fmla="*/ 85 h 296069"/>
                <a:gd name="csX6" fmla="*/ 19144 w 69648"/>
                <a:gd name="csY6" fmla="*/ 57818 h 296069"/>
                <a:gd name="csX7" fmla="*/ 231 w 69648"/>
                <a:gd name="csY7" fmla="*/ 148120 h 296069"/>
                <a:gd name="csX8" fmla="*/ 20045 w 69648"/>
                <a:gd name="csY8" fmla="*/ 240493 h 296069"/>
                <a:gd name="csX9" fmla="*/ 66877 w 69648"/>
                <a:gd name="csY9" fmla="*/ 296154 h 296069"/>
                <a:gd name="csX10" fmla="*/ 69879 w 69648"/>
                <a:gd name="csY10" fmla="*/ 293194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9648" h="296069">
                  <a:moveTo>
                    <a:pt x="69879" y="293194"/>
                  </a:moveTo>
                  <a:cubicBezTo>
                    <a:pt x="69879" y="292306"/>
                    <a:pt x="69879" y="291713"/>
                    <a:pt x="64776" y="286680"/>
                  </a:cubicBezTo>
                  <a:cubicBezTo>
                    <a:pt x="27250" y="249375"/>
                    <a:pt x="17643" y="193418"/>
                    <a:pt x="17643" y="148120"/>
                  </a:cubicBezTo>
                  <a:cubicBezTo>
                    <a:pt x="17643" y="96603"/>
                    <a:pt x="29051" y="45087"/>
                    <a:pt x="65977" y="8079"/>
                  </a:cubicBezTo>
                  <a:cubicBezTo>
                    <a:pt x="69879" y="4526"/>
                    <a:pt x="69879" y="3934"/>
                    <a:pt x="69879" y="3045"/>
                  </a:cubicBezTo>
                  <a:cubicBezTo>
                    <a:pt x="69879" y="973"/>
                    <a:pt x="68679" y="85"/>
                    <a:pt x="66877" y="85"/>
                  </a:cubicBezTo>
                  <a:cubicBezTo>
                    <a:pt x="63875" y="85"/>
                    <a:pt x="36856" y="20217"/>
                    <a:pt x="19144" y="57818"/>
                  </a:cubicBezTo>
                  <a:cubicBezTo>
                    <a:pt x="3833" y="90386"/>
                    <a:pt x="231" y="123250"/>
                    <a:pt x="231" y="148120"/>
                  </a:cubicBezTo>
                  <a:cubicBezTo>
                    <a:pt x="231" y="171213"/>
                    <a:pt x="3533" y="207037"/>
                    <a:pt x="20045" y="240493"/>
                  </a:cubicBezTo>
                  <a:cubicBezTo>
                    <a:pt x="38057" y="276910"/>
                    <a:pt x="63875" y="296154"/>
                    <a:pt x="66877" y="296154"/>
                  </a:cubicBezTo>
                  <a:cubicBezTo>
                    <a:pt x="68679" y="296154"/>
                    <a:pt x="69879" y="295266"/>
                    <a:pt x="69879" y="293194"/>
                  </a:cubicBezTo>
                  <a:close/>
                </a:path>
              </a:pathLst>
            </a:custGeom>
            <a:solidFill>
              <a:srgbClr val="000000"/>
            </a:solidFill>
            <a:ln w="29874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FDC9BE1-0472-6D04-18FA-E6D50812299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9612654" y="4925136"/>
              <a:ext cx="169018" cy="131454"/>
            </a:xfrm>
            <a:custGeom>
              <a:avLst/>
              <a:gdLst>
                <a:gd name="csX0" fmla="*/ 97503 w 169018"/>
                <a:gd name="csY0" fmla="*/ 58706 h 131454"/>
                <a:gd name="csX1" fmla="*/ 132627 w 169018"/>
                <a:gd name="csY1" fmla="*/ 20217 h 131454"/>
                <a:gd name="csX2" fmla="*/ 163249 w 169018"/>
                <a:gd name="csY2" fmla="*/ 14000 h 131454"/>
                <a:gd name="csX3" fmla="*/ 163249 w 169018"/>
                <a:gd name="csY3" fmla="*/ 85 h 131454"/>
                <a:gd name="csX4" fmla="*/ 135629 w 169018"/>
                <a:gd name="csY4" fmla="*/ 973 h 131454"/>
                <a:gd name="csX5" fmla="*/ 104708 w 169018"/>
                <a:gd name="csY5" fmla="*/ 85 h 131454"/>
                <a:gd name="csX6" fmla="*/ 104708 w 169018"/>
                <a:gd name="csY6" fmla="*/ 14000 h 131454"/>
                <a:gd name="csX7" fmla="*/ 116116 w 169018"/>
                <a:gd name="csY7" fmla="*/ 16665 h 131454"/>
                <a:gd name="csX8" fmla="*/ 113714 w 169018"/>
                <a:gd name="csY8" fmla="*/ 20217 h 131454"/>
                <a:gd name="csX9" fmla="*/ 88496 w 169018"/>
                <a:gd name="csY9" fmla="*/ 48048 h 131454"/>
                <a:gd name="csX10" fmla="*/ 59076 w 169018"/>
                <a:gd name="csY10" fmla="*/ 14000 h 131454"/>
                <a:gd name="csX11" fmla="*/ 71084 w 169018"/>
                <a:gd name="csY11" fmla="*/ 14000 h 131454"/>
                <a:gd name="csX12" fmla="*/ 71084 w 169018"/>
                <a:gd name="csY12" fmla="*/ 85 h 131454"/>
                <a:gd name="csX13" fmla="*/ 34759 w 169018"/>
                <a:gd name="csY13" fmla="*/ 973 h 131454"/>
                <a:gd name="csX14" fmla="*/ 1736 w 169018"/>
                <a:gd name="csY14" fmla="*/ 85 h 131454"/>
                <a:gd name="csX15" fmla="*/ 1736 w 169018"/>
                <a:gd name="csY15" fmla="*/ 14000 h 131454"/>
                <a:gd name="csX16" fmla="*/ 23051 w 169018"/>
                <a:gd name="csY16" fmla="*/ 14000 h 131454"/>
                <a:gd name="csX17" fmla="*/ 69883 w 169018"/>
                <a:gd name="csY17" fmla="*/ 68477 h 131454"/>
                <a:gd name="csX18" fmla="*/ 30556 w 169018"/>
                <a:gd name="csY18" fmla="*/ 111999 h 131454"/>
                <a:gd name="csX19" fmla="*/ 234 w 169018"/>
                <a:gd name="csY19" fmla="*/ 117624 h 131454"/>
                <a:gd name="csX20" fmla="*/ 234 w 169018"/>
                <a:gd name="csY20" fmla="*/ 131540 h 131454"/>
                <a:gd name="csX21" fmla="*/ 27854 w 169018"/>
                <a:gd name="csY21" fmla="*/ 130651 h 131454"/>
                <a:gd name="csX22" fmla="*/ 58776 w 169018"/>
                <a:gd name="csY22" fmla="*/ 131540 h 131454"/>
                <a:gd name="csX23" fmla="*/ 58776 w 169018"/>
                <a:gd name="csY23" fmla="*/ 117624 h 131454"/>
                <a:gd name="csX24" fmla="*/ 47668 w 169018"/>
                <a:gd name="csY24" fmla="*/ 114368 h 131454"/>
                <a:gd name="csX25" fmla="*/ 49769 w 169018"/>
                <a:gd name="csY25" fmla="*/ 111407 h 131454"/>
                <a:gd name="csX26" fmla="*/ 78890 w 169018"/>
                <a:gd name="csY26" fmla="*/ 79135 h 131454"/>
                <a:gd name="csX27" fmla="*/ 111913 w 169018"/>
                <a:gd name="csY27" fmla="*/ 117624 h 131454"/>
                <a:gd name="csX28" fmla="*/ 100205 w 169018"/>
                <a:gd name="csY28" fmla="*/ 117624 h 131454"/>
                <a:gd name="csX29" fmla="*/ 100205 w 169018"/>
                <a:gd name="csY29" fmla="*/ 131540 h 131454"/>
                <a:gd name="csX30" fmla="*/ 136230 w 169018"/>
                <a:gd name="csY30" fmla="*/ 130651 h 131454"/>
                <a:gd name="csX31" fmla="*/ 169253 w 169018"/>
                <a:gd name="csY31" fmla="*/ 131540 h 131454"/>
                <a:gd name="csX32" fmla="*/ 169253 w 169018"/>
                <a:gd name="csY32" fmla="*/ 117624 h 131454"/>
                <a:gd name="csX33" fmla="*/ 147938 w 169018"/>
                <a:gd name="csY33" fmla="*/ 117624 h 131454"/>
                <a:gd name="csX34" fmla="*/ 97503 w 169018"/>
                <a:gd name="csY34" fmla="*/ 58706 h 1314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69018" h="131454">
                  <a:moveTo>
                    <a:pt x="97503" y="58706"/>
                  </a:moveTo>
                  <a:lnTo>
                    <a:pt x="132627" y="20217"/>
                  </a:lnTo>
                  <a:cubicBezTo>
                    <a:pt x="136530" y="16072"/>
                    <a:pt x="138331" y="14000"/>
                    <a:pt x="163249" y="14000"/>
                  </a:cubicBezTo>
                  <a:lnTo>
                    <a:pt x="163249" y="85"/>
                  </a:lnTo>
                  <a:cubicBezTo>
                    <a:pt x="152741" y="677"/>
                    <a:pt x="137131" y="973"/>
                    <a:pt x="135629" y="973"/>
                  </a:cubicBezTo>
                  <a:cubicBezTo>
                    <a:pt x="128124" y="973"/>
                    <a:pt x="113114" y="381"/>
                    <a:pt x="104708" y="85"/>
                  </a:cubicBezTo>
                  <a:lnTo>
                    <a:pt x="104708" y="14000"/>
                  </a:lnTo>
                  <a:cubicBezTo>
                    <a:pt x="108911" y="14000"/>
                    <a:pt x="112513" y="14592"/>
                    <a:pt x="116116" y="16665"/>
                  </a:cubicBezTo>
                  <a:cubicBezTo>
                    <a:pt x="114915" y="18441"/>
                    <a:pt x="114915" y="19033"/>
                    <a:pt x="113714" y="20217"/>
                  </a:cubicBezTo>
                  <a:lnTo>
                    <a:pt x="88496" y="48048"/>
                  </a:lnTo>
                  <a:lnTo>
                    <a:pt x="59076" y="14000"/>
                  </a:lnTo>
                  <a:lnTo>
                    <a:pt x="71084" y="14000"/>
                  </a:lnTo>
                  <a:lnTo>
                    <a:pt x="71084" y="85"/>
                  </a:lnTo>
                  <a:cubicBezTo>
                    <a:pt x="63279" y="381"/>
                    <a:pt x="44365" y="973"/>
                    <a:pt x="34759" y="973"/>
                  </a:cubicBezTo>
                  <a:cubicBezTo>
                    <a:pt x="25152" y="973"/>
                    <a:pt x="11642" y="381"/>
                    <a:pt x="1736" y="85"/>
                  </a:cubicBezTo>
                  <a:lnTo>
                    <a:pt x="1736" y="14000"/>
                  </a:lnTo>
                  <a:lnTo>
                    <a:pt x="23051" y="14000"/>
                  </a:lnTo>
                  <a:lnTo>
                    <a:pt x="69883" y="68477"/>
                  </a:lnTo>
                  <a:lnTo>
                    <a:pt x="30556" y="111999"/>
                  </a:lnTo>
                  <a:cubicBezTo>
                    <a:pt x="25452" y="117624"/>
                    <a:pt x="14645" y="117624"/>
                    <a:pt x="234" y="117624"/>
                  </a:cubicBezTo>
                  <a:lnTo>
                    <a:pt x="234" y="131540"/>
                  </a:lnTo>
                  <a:cubicBezTo>
                    <a:pt x="10742" y="130948"/>
                    <a:pt x="26353" y="130651"/>
                    <a:pt x="27854" y="130651"/>
                  </a:cubicBezTo>
                  <a:cubicBezTo>
                    <a:pt x="35359" y="130651"/>
                    <a:pt x="52771" y="131244"/>
                    <a:pt x="58776" y="131540"/>
                  </a:cubicBezTo>
                  <a:lnTo>
                    <a:pt x="58776" y="117624"/>
                  </a:lnTo>
                  <a:cubicBezTo>
                    <a:pt x="53372" y="117624"/>
                    <a:pt x="47668" y="116144"/>
                    <a:pt x="47668" y="114368"/>
                  </a:cubicBezTo>
                  <a:cubicBezTo>
                    <a:pt x="47668" y="114072"/>
                    <a:pt x="47668" y="113775"/>
                    <a:pt x="49769" y="111407"/>
                  </a:cubicBezTo>
                  <a:lnTo>
                    <a:pt x="78890" y="79135"/>
                  </a:lnTo>
                  <a:lnTo>
                    <a:pt x="111913" y="117624"/>
                  </a:lnTo>
                  <a:lnTo>
                    <a:pt x="100205" y="117624"/>
                  </a:lnTo>
                  <a:lnTo>
                    <a:pt x="100205" y="131540"/>
                  </a:lnTo>
                  <a:cubicBezTo>
                    <a:pt x="108010" y="131244"/>
                    <a:pt x="126323" y="130651"/>
                    <a:pt x="136230" y="130651"/>
                  </a:cubicBezTo>
                  <a:cubicBezTo>
                    <a:pt x="145837" y="130651"/>
                    <a:pt x="159346" y="131244"/>
                    <a:pt x="169253" y="131540"/>
                  </a:cubicBezTo>
                  <a:lnTo>
                    <a:pt x="169253" y="117624"/>
                  </a:lnTo>
                  <a:lnTo>
                    <a:pt x="147938" y="117624"/>
                  </a:lnTo>
                  <a:lnTo>
                    <a:pt x="97503" y="58706"/>
                  </a:lnTo>
                  <a:close/>
                </a:path>
              </a:pathLst>
            </a:custGeom>
            <a:solidFill>
              <a:srgbClr val="000000"/>
            </a:solidFill>
            <a:ln w="29874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AA82352-43B7-FA43-BA05-46CA08A1A32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805371" y="4834539"/>
              <a:ext cx="69648" cy="296069"/>
            </a:xfrm>
            <a:custGeom>
              <a:avLst/>
              <a:gdLst>
                <a:gd name="csX0" fmla="*/ 69889 w 69648"/>
                <a:gd name="csY0" fmla="*/ 148120 h 296069"/>
                <a:gd name="csX1" fmla="*/ 50076 w 69648"/>
                <a:gd name="csY1" fmla="*/ 55746 h 296069"/>
                <a:gd name="csX2" fmla="*/ 3243 w 69648"/>
                <a:gd name="csY2" fmla="*/ 85 h 296069"/>
                <a:gd name="csX3" fmla="*/ 241 w 69648"/>
                <a:gd name="csY3" fmla="*/ 3045 h 296069"/>
                <a:gd name="csX4" fmla="*/ 5945 w 69648"/>
                <a:gd name="csY4" fmla="*/ 9855 h 296069"/>
                <a:gd name="csX5" fmla="*/ 52477 w 69648"/>
                <a:gd name="csY5" fmla="*/ 148120 h 296069"/>
                <a:gd name="csX6" fmla="*/ 4143 w 69648"/>
                <a:gd name="csY6" fmla="*/ 288161 h 296069"/>
                <a:gd name="csX7" fmla="*/ 241 w 69648"/>
                <a:gd name="csY7" fmla="*/ 293194 h 296069"/>
                <a:gd name="csX8" fmla="*/ 3243 w 69648"/>
                <a:gd name="csY8" fmla="*/ 296154 h 296069"/>
                <a:gd name="csX9" fmla="*/ 50976 w 69648"/>
                <a:gd name="csY9" fmla="*/ 238421 h 296069"/>
                <a:gd name="csX10" fmla="*/ 69889 w 69648"/>
                <a:gd name="csY10" fmla="*/ 148120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9648" h="296069">
                  <a:moveTo>
                    <a:pt x="69889" y="148120"/>
                  </a:moveTo>
                  <a:cubicBezTo>
                    <a:pt x="69889" y="125026"/>
                    <a:pt x="66587" y="89202"/>
                    <a:pt x="50076" y="55746"/>
                  </a:cubicBezTo>
                  <a:cubicBezTo>
                    <a:pt x="32063" y="19329"/>
                    <a:pt x="6245" y="85"/>
                    <a:pt x="3243" y="85"/>
                  </a:cubicBezTo>
                  <a:cubicBezTo>
                    <a:pt x="1441" y="85"/>
                    <a:pt x="241" y="1269"/>
                    <a:pt x="241" y="3045"/>
                  </a:cubicBezTo>
                  <a:cubicBezTo>
                    <a:pt x="241" y="3934"/>
                    <a:pt x="241" y="4526"/>
                    <a:pt x="5945" y="9855"/>
                  </a:cubicBezTo>
                  <a:cubicBezTo>
                    <a:pt x="35365" y="39166"/>
                    <a:pt x="52477" y="86241"/>
                    <a:pt x="52477" y="148120"/>
                  </a:cubicBezTo>
                  <a:cubicBezTo>
                    <a:pt x="52477" y="198747"/>
                    <a:pt x="41369" y="250856"/>
                    <a:pt x="4143" y="288161"/>
                  </a:cubicBezTo>
                  <a:cubicBezTo>
                    <a:pt x="241" y="291713"/>
                    <a:pt x="241" y="292306"/>
                    <a:pt x="241" y="293194"/>
                  </a:cubicBezTo>
                  <a:cubicBezTo>
                    <a:pt x="241" y="294970"/>
                    <a:pt x="1441" y="296154"/>
                    <a:pt x="3243" y="296154"/>
                  </a:cubicBezTo>
                  <a:cubicBezTo>
                    <a:pt x="6245" y="296154"/>
                    <a:pt x="33264" y="276022"/>
                    <a:pt x="50976" y="238421"/>
                  </a:cubicBezTo>
                  <a:cubicBezTo>
                    <a:pt x="66287" y="205853"/>
                    <a:pt x="69889" y="172989"/>
                    <a:pt x="69889" y="148120"/>
                  </a:cubicBezTo>
                  <a:close/>
                </a:path>
              </a:pathLst>
            </a:custGeom>
            <a:solidFill>
              <a:srgbClr val="000000"/>
            </a:solidFill>
            <a:ln w="29874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522548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>
            <a:spLocks noGrp="1"/>
          </p:cNvSpPr>
          <p:nvPr>
            <p:ph type="body" idx="1"/>
          </p:nvPr>
        </p:nvSpPr>
        <p:spPr>
          <a:xfrm>
            <a:off x="718457" y="641717"/>
            <a:ext cx="5377543" cy="786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Nowadays: large </a:t>
            </a:r>
            <a:r>
              <a:rPr lang="en-US" sz="2800">
                <a:solidFill>
                  <a:srgbClr val="0070C0"/>
                </a:solidFill>
              </a:rPr>
              <a:t>language models</a:t>
            </a:r>
            <a:endParaRPr/>
          </a:p>
        </p:txBody>
      </p:sp>
      <p:pic>
        <p:nvPicPr>
          <p:cNvPr id="266" name="Google Shape;26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7137" y="841670"/>
            <a:ext cx="2794579" cy="1378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Comparison of selected large language models developed since 2018, with their model size and developer. GPT-4, released in March 2023, was excluded due to an unknown number of parameters.">
            <a:extLst>
              <a:ext uri="{FF2B5EF4-FFF2-40B4-BE49-F238E27FC236}">
                <a16:creationId xmlns:a16="http://schemas.microsoft.com/office/drawing/2014/main" id="{7901825D-F360-7261-F75B-B11F5436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57" y="2678655"/>
            <a:ext cx="6239048" cy="3464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54E90A-5BB9-50E9-EC77-C3B3DE520161}"/>
              </a:ext>
            </a:extLst>
          </p:cNvPr>
          <p:cNvSpPr txBox="1"/>
          <p:nvPr/>
        </p:nvSpPr>
        <p:spPr>
          <a:xfrm>
            <a:off x="7255727" y="5449230"/>
            <a:ext cx="3783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Nunito" pitchFamily="2" charset="0"/>
              </a:rPr>
              <a:t>Figure credit: Kath et al. (2023)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ED51F-58B1-1915-80CE-77841DEC1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Languages models are now everywhere!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6BA02-E5B3-BDC4-B879-44AE5D2B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10</a:t>
            </a:fld>
            <a:endParaRPr lang="en-CA"/>
          </a:p>
        </p:txBody>
      </p:sp>
      <p:pic>
        <p:nvPicPr>
          <p:cNvPr id="5" name="Google Shape;275;p18">
            <a:extLst>
              <a:ext uri="{FF2B5EF4-FFF2-40B4-BE49-F238E27FC236}">
                <a16:creationId xmlns:a16="http://schemas.microsoft.com/office/drawing/2014/main" id="{8716C833-3005-8DFB-4B62-98EAA0413D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751" y="1325563"/>
            <a:ext cx="4653915" cy="448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76;p18">
            <a:extLst>
              <a:ext uri="{FF2B5EF4-FFF2-40B4-BE49-F238E27FC236}">
                <a16:creationId xmlns:a16="http://schemas.microsoft.com/office/drawing/2014/main" id="{D1E1B1DA-C503-41A4-3AD2-1D34BEBBB2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000" t="14519" r="3555" b="11407"/>
          <a:stretch/>
        </p:blipFill>
        <p:spPr>
          <a:xfrm>
            <a:off x="5745761" y="1708459"/>
            <a:ext cx="5725960" cy="34410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8603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29126-E02A-94B5-39C7-39E757BE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39743-81A7-ADCF-134D-C100074A6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Language Models: General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09ECE0-8BB4-2A4E-DB17-9DE5ECB8E7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CA" dirty="0"/>
                  <a:t>Language modeling: assign probabilities to token sequences.</a:t>
                </a:r>
              </a:p>
              <a:p>
                <a:pPr marL="0" indent="0">
                  <a:buNone/>
                </a:pPr>
                <a:r>
                  <a:rPr lang="en-CA" dirty="0"/>
                  <a:t>Why?</a:t>
                </a:r>
              </a:p>
              <a:p>
                <a:pPr lvl="1">
                  <a:lnSpc>
                    <a:spcPct val="120000"/>
                  </a:lnSpc>
                  <a:spcAft>
                    <a:spcPts val="0"/>
                  </a:spcAft>
                  <a:buClr>
                    <a:schemeClr val="dk1"/>
                  </a:buClr>
                  <a:buSzPts val="3000"/>
                </a:pPr>
                <a:r>
                  <a:rPr lang="en-US" sz="2400" dirty="0"/>
                  <a:t>Machine translation:</a:t>
                </a:r>
              </a:p>
              <a:p>
                <a:pPr lvl="2">
                  <a:lnSpc>
                    <a:spcPct val="120000"/>
                  </a:lnSpc>
                  <a:spcAft>
                    <a:spcPts val="0"/>
                  </a:spcAft>
                  <a:buClr>
                    <a:schemeClr val="dk1"/>
                  </a:buClr>
                  <a:buSzPts val="2000"/>
                </a:pPr>
                <a:r>
                  <a:rPr lang="en-US" sz="2400" dirty="0"/>
                  <a:t>P(</a:t>
                </a:r>
                <a:r>
                  <a:rPr lang="en-US" sz="2400" i="1" dirty="0"/>
                  <a:t>turn the camera off</a:t>
                </a:r>
                <a:r>
                  <a:rPr lang="en-US" sz="2400" dirty="0"/>
                  <a:t>) &gt; P(</a:t>
                </a:r>
                <a:r>
                  <a:rPr lang="en-US" sz="2400" i="1" dirty="0"/>
                  <a:t>put the camera out</a:t>
                </a:r>
                <a:r>
                  <a:rPr lang="en-US" sz="2400" dirty="0"/>
                  <a:t>)</a:t>
                </a:r>
              </a:p>
              <a:p>
                <a:pPr lvl="1">
                  <a:lnSpc>
                    <a:spcPct val="120000"/>
                  </a:lnSpc>
                  <a:spcAft>
                    <a:spcPts val="0"/>
                  </a:spcAft>
                  <a:buClr>
                    <a:schemeClr val="dk1"/>
                  </a:buClr>
                  <a:buSzPts val="3000"/>
                </a:pPr>
                <a:r>
                  <a:rPr lang="en-US" sz="2400" dirty="0"/>
                  <a:t>Speech recognition:</a:t>
                </a:r>
              </a:p>
              <a:p>
                <a:pPr lvl="2">
                  <a:lnSpc>
                    <a:spcPct val="120000"/>
                  </a:lnSpc>
                  <a:spcAft>
                    <a:spcPts val="0"/>
                  </a:spcAft>
                  <a:buClr>
                    <a:schemeClr val="dk1"/>
                  </a:buClr>
                  <a:buSzPts val="2000"/>
                </a:pPr>
                <a:r>
                  <a:rPr lang="en-US" sz="2400" dirty="0"/>
                  <a:t>P(</a:t>
                </a:r>
                <a:r>
                  <a:rPr lang="en-US" sz="2400" i="1" dirty="0"/>
                  <a:t>I need to recognize speech</a:t>
                </a:r>
                <a:r>
                  <a:rPr lang="en-US" sz="2400" dirty="0"/>
                  <a:t>) &gt; P(</a:t>
                </a:r>
                <a:r>
                  <a:rPr lang="en-US" sz="2400" i="1" dirty="0"/>
                  <a:t>I need to wreck a nice speech</a:t>
                </a:r>
                <a:r>
                  <a:rPr lang="en-US" sz="2400" dirty="0"/>
                  <a:t>)</a:t>
                </a:r>
              </a:p>
              <a:p>
                <a:pPr lvl="1">
                  <a:lnSpc>
                    <a:spcPct val="120000"/>
                  </a:lnSpc>
                  <a:spcAft>
                    <a:spcPts val="0"/>
                  </a:spcAft>
                  <a:buClr>
                    <a:schemeClr val="dk1"/>
                  </a:buClr>
                  <a:buSzPts val="3000"/>
                </a:pPr>
                <a:r>
                  <a:rPr lang="en-US" sz="2400" dirty="0"/>
                  <a:t>Spelling/grammar correction:</a:t>
                </a:r>
              </a:p>
              <a:p>
                <a:pPr lvl="2">
                  <a:lnSpc>
                    <a:spcPct val="120000"/>
                  </a:lnSpc>
                  <a:spcAft>
                    <a:spcPts val="0"/>
                  </a:spcAft>
                  <a:buClr>
                    <a:schemeClr val="dk1"/>
                  </a:buClr>
                  <a:buSzPts val="2000"/>
                </a:pPr>
                <a:r>
                  <a:rPr lang="en-US" sz="2400" dirty="0"/>
                  <a:t>The office is about fifteen minuets from my house</a:t>
                </a:r>
              </a:p>
              <a:p>
                <a:pPr lvl="2">
                  <a:lnSpc>
                    <a:spcPct val="120000"/>
                  </a:lnSpc>
                  <a:spcAft>
                    <a:spcPts val="0"/>
                  </a:spcAft>
                  <a:buClr>
                    <a:schemeClr val="dk1"/>
                  </a:buClr>
                  <a:buSzPts val="2200"/>
                </a:pPr>
                <a:r>
                  <a:rPr lang="en-US" sz="2400" dirty="0"/>
                  <a:t>P(</a:t>
                </a:r>
                <a:r>
                  <a:rPr lang="en-US" sz="2400" i="1" dirty="0"/>
                  <a:t>about fifteen minutes from</a:t>
                </a:r>
                <a:r>
                  <a:rPr lang="en-US" sz="2400" dirty="0"/>
                  <a:t>) &gt; P(</a:t>
                </a:r>
                <a:r>
                  <a:rPr lang="en-US" sz="2400" i="1" dirty="0"/>
                  <a:t>about fifteen minuets from</a:t>
                </a:r>
                <a:r>
                  <a:rPr lang="en-US" sz="2400" dirty="0"/>
                  <a:t>)</a:t>
                </a: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r>
                  <a:rPr lang="en-CA" dirty="0"/>
                  <a:t>(modeling) Define a statistical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CA" dirty="0"/>
                  <a:t>where </a:t>
                </a:r>
                <a14:m>
                  <m:oMath xmlns:m="http://schemas.openxmlformats.org/officeDocument/2006/math">
                    <m:r>
                      <a:rPr lang="en-CA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CA" dirty="0"/>
                  <a:t> is a string.</a:t>
                </a:r>
              </a:p>
              <a:p>
                <a:r>
                  <a:rPr lang="en-CA" dirty="0"/>
                  <a:t>(learning) Estimate the parameters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CA" dirty="0"/>
                  <a:t> from data (by maximizing likelihood).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09ECE0-8BB4-2A4E-DB17-9DE5ECB8E7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69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1D8C2-7B16-3A8E-CA2D-365A0B937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752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2D56-30DC-5A99-4E0F-A7BF42503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Language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3878C-E8B1-A557-D516-BDEB60558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Goal – Compute the probability of a sequence of words: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Relatedly, modeling probability of the next word: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Relatedly, modeling the probability of a masked word given its context: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A model that computes any of the above is called a </a:t>
            </a:r>
            <a:r>
              <a:rPr lang="en-CA" dirty="0">
                <a:solidFill>
                  <a:srgbClr val="0070C0"/>
                </a:solidFill>
              </a:rPr>
              <a:t>language model</a:t>
            </a:r>
            <a:r>
              <a:rPr lang="en-CA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FE992-4D2A-558B-EB3B-5086F851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12</a:t>
            </a:fld>
            <a:endParaRPr lang="en-CA"/>
          </a:p>
        </p:txBody>
      </p:sp>
      <p:grpSp>
        <p:nvGrpSpPr>
          <p:cNvPr id="85" name="Group 84" descr="\documentclass{article}&#10;\usepackage{amsmath,amssymb}&#10;\pagestyle{empty}&#10;\begin{document}&#10;&#10;\begin{align*}&#10;P(\mathbf{x}_{1:n})=P(x_1, x_2, \ldots, x_n)&#10;\end{align*}&#10;&#10;&#10;\end{document}" title="IguanaTex Shape Display">
            <a:extLst>
              <a:ext uri="{FF2B5EF4-FFF2-40B4-BE49-F238E27FC236}">
                <a16:creationId xmlns:a16="http://schemas.microsoft.com/office/drawing/2014/main" id="{67BAD671-F053-2857-EC39-9E119B34B22F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287718" y="1892300"/>
            <a:ext cx="3616565" cy="296069"/>
            <a:chOff x="7044518" y="4188404"/>
            <a:chExt cx="3616565" cy="296069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9EE502C-8E49-B6CE-E186-0F70D9E4AE14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7044518" y="4208241"/>
              <a:ext cx="216814" cy="202215"/>
            </a:xfrm>
            <a:custGeom>
              <a:avLst/>
              <a:gdLst>
                <a:gd name="csX0" fmla="*/ 80037 w 216814"/>
                <a:gd name="csY0" fmla="*/ 108742 h 202215"/>
                <a:gd name="csX1" fmla="*/ 131659 w 216814"/>
                <a:gd name="csY1" fmla="*/ 108742 h 202215"/>
                <a:gd name="csX2" fmla="*/ 216988 w 216814"/>
                <a:gd name="csY2" fmla="*/ 44791 h 202215"/>
                <a:gd name="csX3" fmla="*/ 157166 w 216814"/>
                <a:gd name="csY3" fmla="*/ 85 h 202215"/>
                <a:gd name="csX4" fmla="*/ 58780 w 216814"/>
                <a:gd name="csY4" fmla="*/ 85 h 202215"/>
                <a:gd name="csX5" fmla="*/ 49670 w 216814"/>
                <a:gd name="csY5" fmla="*/ 5710 h 202215"/>
                <a:gd name="csX6" fmla="*/ 58477 w 216814"/>
                <a:gd name="csY6" fmla="*/ 9263 h 202215"/>
                <a:gd name="csX7" fmla="*/ 71534 w 216814"/>
                <a:gd name="csY7" fmla="*/ 9855 h 202215"/>
                <a:gd name="csX8" fmla="*/ 78215 w 216814"/>
                <a:gd name="csY8" fmla="*/ 14592 h 202215"/>
                <a:gd name="csX9" fmla="*/ 77000 w 216814"/>
                <a:gd name="csY9" fmla="*/ 20217 h 202215"/>
                <a:gd name="csX10" fmla="*/ 36309 w 216814"/>
                <a:gd name="csY10" fmla="*/ 179207 h 202215"/>
                <a:gd name="csX11" fmla="*/ 8676 w 216814"/>
                <a:gd name="csY11" fmla="*/ 193122 h 202215"/>
                <a:gd name="csX12" fmla="*/ 174 w 216814"/>
                <a:gd name="csY12" fmla="*/ 198747 h 202215"/>
                <a:gd name="csX13" fmla="*/ 4729 w 216814"/>
                <a:gd name="csY13" fmla="*/ 202300 h 202215"/>
                <a:gd name="csX14" fmla="*/ 43293 w 216814"/>
                <a:gd name="csY14" fmla="*/ 201412 h 202215"/>
                <a:gd name="csX15" fmla="*/ 62728 w 216814"/>
                <a:gd name="csY15" fmla="*/ 201708 h 202215"/>
                <a:gd name="csX16" fmla="*/ 82466 w 216814"/>
                <a:gd name="csY16" fmla="*/ 202300 h 202215"/>
                <a:gd name="csX17" fmla="*/ 88539 w 216814"/>
                <a:gd name="csY17" fmla="*/ 196379 h 202215"/>
                <a:gd name="csX18" fmla="*/ 80037 w 216814"/>
                <a:gd name="csY18" fmla="*/ 193122 h 202215"/>
                <a:gd name="csX19" fmla="*/ 60299 w 216814"/>
                <a:gd name="csY19" fmla="*/ 187793 h 202215"/>
                <a:gd name="csX20" fmla="*/ 61209 w 216814"/>
                <a:gd name="csY20" fmla="*/ 182760 h 202215"/>
                <a:gd name="csX21" fmla="*/ 80037 w 216814"/>
                <a:gd name="csY21" fmla="*/ 108742 h 202215"/>
                <a:gd name="csX22" fmla="*/ 101900 w 216814"/>
                <a:gd name="csY22" fmla="*/ 20513 h 202215"/>
                <a:gd name="csX23" fmla="*/ 118298 w 216814"/>
                <a:gd name="csY23" fmla="*/ 9263 h 202215"/>
                <a:gd name="csX24" fmla="*/ 147449 w 216814"/>
                <a:gd name="csY24" fmla="*/ 9263 h 202215"/>
                <a:gd name="csX25" fmla="*/ 188747 w 216814"/>
                <a:gd name="csY25" fmla="*/ 37686 h 202215"/>
                <a:gd name="csX26" fmla="*/ 170831 w 216814"/>
                <a:gd name="csY26" fmla="*/ 85353 h 202215"/>
                <a:gd name="csX27" fmla="*/ 124067 w 216814"/>
                <a:gd name="csY27" fmla="*/ 101044 h 202215"/>
                <a:gd name="csX28" fmla="*/ 81251 w 216814"/>
                <a:gd name="csY28" fmla="*/ 101044 h 202215"/>
                <a:gd name="csX29" fmla="*/ 101900 w 216814"/>
                <a:gd name="csY29" fmla="*/ 20513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814" h="202215">
                  <a:moveTo>
                    <a:pt x="80037" y="108742"/>
                  </a:moveTo>
                  <a:lnTo>
                    <a:pt x="131659" y="108742"/>
                  </a:lnTo>
                  <a:cubicBezTo>
                    <a:pt x="174779" y="108742"/>
                    <a:pt x="216988" y="77951"/>
                    <a:pt x="216988" y="44791"/>
                  </a:cubicBezTo>
                  <a:cubicBezTo>
                    <a:pt x="216988" y="21994"/>
                    <a:pt x="196946" y="85"/>
                    <a:pt x="157166" y="85"/>
                  </a:cubicBezTo>
                  <a:lnTo>
                    <a:pt x="58780" y="85"/>
                  </a:lnTo>
                  <a:cubicBezTo>
                    <a:pt x="53011" y="85"/>
                    <a:pt x="49670" y="85"/>
                    <a:pt x="49670" y="5710"/>
                  </a:cubicBezTo>
                  <a:cubicBezTo>
                    <a:pt x="49670" y="9263"/>
                    <a:pt x="52403" y="9263"/>
                    <a:pt x="58477" y="9263"/>
                  </a:cubicBezTo>
                  <a:cubicBezTo>
                    <a:pt x="62424" y="9263"/>
                    <a:pt x="67890" y="9559"/>
                    <a:pt x="71534" y="9855"/>
                  </a:cubicBezTo>
                  <a:cubicBezTo>
                    <a:pt x="76393" y="10447"/>
                    <a:pt x="78215" y="11335"/>
                    <a:pt x="78215" y="14592"/>
                  </a:cubicBezTo>
                  <a:cubicBezTo>
                    <a:pt x="78215" y="15776"/>
                    <a:pt x="77911" y="16665"/>
                    <a:pt x="77000" y="20217"/>
                  </a:cubicBezTo>
                  <a:lnTo>
                    <a:pt x="36309" y="179207"/>
                  </a:lnTo>
                  <a:cubicBezTo>
                    <a:pt x="33273" y="190754"/>
                    <a:pt x="32665" y="193122"/>
                    <a:pt x="8676" y="193122"/>
                  </a:cubicBezTo>
                  <a:cubicBezTo>
                    <a:pt x="3514" y="193122"/>
                    <a:pt x="174" y="193122"/>
                    <a:pt x="174" y="198747"/>
                  </a:cubicBezTo>
                  <a:cubicBezTo>
                    <a:pt x="174" y="202300"/>
                    <a:pt x="3818" y="202300"/>
                    <a:pt x="4729" y="202300"/>
                  </a:cubicBezTo>
                  <a:cubicBezTo>
                    <a:pt x="13231" y="202300"/>
                    <a:pt x="34791" y="201412"/>
                    <a:pt x="43293" y="201412"/>
                  </a:cubicBezTo>
                  <a:cubicBezTo>
                    <a:pt x="49670" y="201412"/>
                    <a:pt x="56351" y="201708"/>
                    <a:pt x="62728" y="201708"/>
                  </a:cubicBezTo>
                  <a:cubicBezTo>
                    <a:pt x="69408" y="201708"/>
                    <a:pt x="76089" y="202300"/>
                    <a:pt x="82466" y="202300"/>
                  </a:cubicBezTo>
                  <a:cubicBezTo>
                    <a:pt x="84591" y="202300"/>
                    <a:pt x="88539" y="202300"/>
                    <a:pt x="88539" y="196379"/>
                  </a:cubicBezTo>
                  <a:cubicBezTo>
                    <a:pt x="88539" y="193122"/>
                    <a:pt x="85806" y="193122"/>
                    <a:pt x="80037" y="193122"/>
                  </a:cubicBezTo>
                  <a:cubicBezTo>
                    <a:pt x="68801" y="193122"/>
                    <a:pt x="60299" y="193122"/>
                    <a:pt x="60299" y="187793"/>
                  </a:cubicBezTo>
                  <a:cubicBezTo>
                    <a:pt x="60299" y="186016"/>
                    <a:pt x="60906" y="184536"/>
                    <a:pt x="61209" y="182760"/>
                  </a:cubicBezTo>
                  <a:lnTo>
                    <a:pt x="80037" y="108742"/>
                  </a:lnTo>
                  <a:close/>
                  <a:moveTo>
                    <a:pt x="101900" y="20513"/>
                  </a:moveTo>
                  <a:cubicBezTo>
                    <a:pt x="104633" y="10151"/>
                    <a:pt x="105240" y="9263"/>
                    <a:pt x="118298" y="9263"/>
                  </a:cubicBezTo>
                  <a:lnTo>
                    <a:pt x="147449" y="9263"/>
                  </a:lnTo>
                  <a:cubicBezTo>
                    <a:pt x="172653" y="9263"/>
                    <a:pt x="188747" y="17257"/>
                    <a:pt x="188747" y="37686"/>
                  </a:cubicBezTo>
                  <a:cubicBezTo>
                    <a:pt x="188747" y="49232"/>
                    <a:pt x="182674" y="74694"/>
                    <a:pt x="170831" y="85353"/>
                  </a:cubicBezTo>
                  <a:cubicBezTo>
                    <a:pt x="155648" y="98676"/>
                    <a:pt x="137428" y="101044"/>
                    <a:pt x="124067" y="101044"/>
                  </a:cubicBezTo>
                  <a:lnTo>
                    <a:pt x="81251" y="101044"/>
                  </a:lnTo>
                  <a:lnTo>
                    <a:pt x="101900" y="2051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00159A6-026A-688E-BAF9-32662650AF9B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299564" y="4188404"/>
              <a:ext cx="70449" cy="296069"/>
            </a:xfrm>
            <a:custGeom>
              <a:avLst/>
              <a:gdLst>
                <a:gd name="csX0" fmla="*/ 70631 w 70449"/>
                <a:gd name="csY0" fmla="*/ 293194 h 296069"/>
                <a:gd name="csX1" fmla="*/ 65469 w 70449"/>
                <a:gd name="csY1" fmla="*/ 286680 h 296069"/>
                <a:gd name="csX2" fmla="*/ 17794 w 70449"/>
                <a:gd name="csY2" fmla="*/ 148120 h 296069"/>
                <a:gd name="csX3" fmla="*/ 66683 w 70449"/>
                <a:gd name="csY3" fmla="*/ 8079 h 296069"/>
                <a:gd name="csX4" fmla="*/ 70631 w 70449"/>
                <a:gd name="csY4" fmla="*/ 3045 h 296069"/>
                <a:gd name="csX5" fmla="*/ 67594 w 70449"/>
                <a:gd name="csY5" fmla="*/ 85 h 296069"/>
                <a:gd name="csX6" fmla="*/ 19312 w 70449"/>
                <a:gd name="csY6" fmla="*/ 57818 h 296069"/>
                <a:gd name="csX7" fmla="*/ 181 w 70449"/>
                <a:gd name="csY7" fmla="*/ 148120 h 296069"/>
                <a:gd name="csX8" fmla="*/ 20223 w 70449"/>
                <a:gd name="csY8" fmla="*/ 240493 h 296069"/>
                <a:gd name="csX9" fmla="*/ 67594 w 70449"/>
                <a:gd name="csY9" fmla="*/ 296154 h 296069"/>
                <a:gd name="csX10" fmla="*/ 70631 w 70449"/>
                <a:gd name="csY10" fmla="*/ 293194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631" y="293194"/>
                  </a:moveTo>
                  <a:cubicBezTo>
                    <a:pt x="70631" y="292306"/>
                    <a:pt x="70631" y="291713"/>
                    <a:pt x="65469" y="286680"/>
                  </a:cubicBezTo>
                  <a:cubicBezTo>
                    <a:pt x="27511" y="249375"/>
                    <a:pt x="17794" y="193418"/>
                    <a:pt x="17794" y="148120"/>
                  </a:cubicBezTo>
                  <a:cubicBezTo>
                    <a:pt x="17794" y="96603"/>
                    <a:pt x="29333" y="45087"/>
                    <a:pt x="66683" y="8079"/>
                  </a:cubicBezTo>
                  <a:cubicBezTo>
                    <a:pt x="70631" y="4526"/>
                    <a:pt x="70631" y="3934"/>
                    <a:pt x="70631" y="3045"/>
                  </a:cubicBezTo>
                  <a:cubicBezTo>
                    <a:pt x="70631" y="973"/>
                    <a:pt x="69416" y="85"/>
                    <a:pt x="67594" y="85"/>
                  </a:cubicBezTo>
                  <a:cubicBezTo>
                    <a:pt x="64558" y="85"/>
                    <a:pt x="37228" y="20217"/>
                    <a:pt x="19312" y="57818"/>
                  </a:cubicBezTo>
                  <a:cubicBezTo>
                    <a:pt x="3825" y="90386"/>
                    <a:pt x="181" y="123250"/>
                    <a:pt x="181" y="148120"/>
                  </a:cubicBezTo>
                  <a:cubicBezTo>
                    <a:pt x="181" y="171213"/>
                    <a:pt x="3522" y="207037"/>
                    <a:pt x="20223" y="240493"/>
                  </a:cubicBezTo>
                  <a:cubicBezTo>
                    <a:pt x="38443" y="276910"/>
                    <a:pt x="64558" y="296154"/>
                    <a:pt x="67594" y="296154"/>
                  </a:cubicBezTo>
                  <a:cubicBezTo>
                    <a:pt x="69416" y="296154"/>
                    <a:pt x="70631" y="295266"/>
                    <a:pt x="70631" y="293194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63A8E45-8BDC-1828-30D7-4B95666EE457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394273" y="4279001"/>
              <a:ext cx="170961" cy="131454"/>
            </a:xfrm>
            <a:custGeom>
              <a:avLst/>
              <a:gdLst>
                <a:gd name="csX0" fmla="*/ 98571 w 170961"/>
                <a:gd name="csY0" fmla="*/ 58706 h 131454"/>
                <a:gd name="csX1" fmla="*/ 134100 w 170961"/>
                <a:gd name="csY1" fmla="*/ 20217 h 131454"/>
                <a:gd name="csX2" fmla="*/ 165073 w 170961"/>
                <a:gd name="csY2" fmla="*/ 14000 h 131454"/>
                <a:gd name="csX3" fmla="*/ 165073 w 170961"/>
                <a:gd name="csY3" fmla="*/ 85 h 131454"/>
                <a:gd name="csX4" fmla="*/ 137137 w 170961"/>
                <a:gd name="csY4" fmla="*/ 973 h 131454"/>
                <a:gd name="csX5" fmla="*/ 105859 w 170961"/>
                <a:gd name="csY5" fmla="*/ 85 h 131454"/>
                <a:gd name="csX6" fmla="*/ 105859 w 170961"/>
                <a:gd name="csY6" fmla="*/ 14000 h 131454"/>
                <a:gd name="csX7" fmla="*/ 117399 w 170961"/>
                <a:gd name="csY7" fmla="*/ 16665 h 131454"/>
                <a:gd name="csX8" fmla="*/ 114969 w 170961"/>
                <a:gd name="csY8" fmla="*/ 20217 h 131454"/>
                <a:gd name="csX9" fmla="*/ 89462 w 170961"/>
                <a:gd name="csY9" fmla="*/ 48048 h 131454"/>
                <a:gd name="csX10" fmla="*/ 59703 w 170961"/>
                <a:gd name="csY10" fmla="*/ 14000 h 131454"/>
                <a:gd name="csX11" fmla="*/ 71849 w 170961"/>
                <a:gd name="csY11" fmla="*/ 14000 h 131454"/>
                <a:gd name="csX12" fmla="*/ 71849 w 170961"/>
                <a:gd name="csY12" fmla="*/ 85 h 131454"/>
                <a:gd name="csX13" fmla="*/ 35106 w 170961"/>
                <a:gd name="csY13" fmla="*/ 973 h 131454"/>
                <a:gd name="csX14" fmla="*/ 1704 w 170961"/>
                <a:gd name="csY14" fmla="*/ 85 h 131454"/>
                <a:gd name="csX15" fmla="*/ 1704 w 170961"/>
                <a:gd name="csY15" fmla="*/ 14000 h 131454"/>
                <a:gd name="csX16" fmla="*/ 23264 w 170961"/>
                <a:gd name="csY16" fmla="*/ 14000 h 131454"/>
                <a:gd name="csX17" fmla="*/ 70635 w 170961"/>
                <a:gd name="csY17" fmla="*/ 68477 h 131454"/>
                <a:gd name="csX18" fmla="*/ 30855 w 170961"/>
                <a:gd name="csY18" fmla="*/ 111999 h 131454"/>
                <a:gd name="csX19" fmla="*/ 185 w 170961"/>
                <a:gd name="csY19" fmla="*/ 117624 h 131454"/>
                <a:gd name="csX20" fmla="*/ 185 w 170961"/>
                <a:gd name="csY20" fmla="*/ 131540 h 131454"/>
                <a:gd name="csX21" fmla="*/ 28122 w 170961"/>
                <a:gd name="csY21" fmla="*/ 130651 h 131454"/>
                <a:gd name="csX22" fmla="*/ 59399 w 170961"/>
                <a:gd name="csY22" fmla="*/ 131540 h 131454"/>
                <a:gd name="csX23" fmla="*/ 59399 w 170961"/>
                <a:gd name="csY23" fmla="*/ 117624 h 131454"/>
                <a:gd name="csX24" fmla="*/ 48164 w 170961"/>
                <a:gd name="csY24" fmla="*/ 114368 h 131454"/>
                <a:gd name="csX25" fmla="*/ 50289 w 170961"/>
                <a:gd name="csY25" fmla="*/ 111407 h 131454"/>
                <a:gd name="csX26" fmla="*/ 79745 w 170961"/>
                <a:gd name="csY26" fmla="*/ 79135 h 131454"/>
                <a:gd name="csX27" fmla="*/ 113147 w 170961"/>
                <a:gd name="csY27" fmla="*/ 117624 h 131454"/>
                <a:gd name="csX28" fmla="*/ 101304 w 170961"/>
                <a:gd name="csY28" fmla="*/ 117624 h 131454"/>
                <a:gd name="csX29" fmla="*/ 101304 w 170961"/>
                <a:gd name="csY29" fmla="*/ 131540 h 131454"/>
                <a:gd name="csX30" fmla="*/ 137744 w 170961"/>
                <a:gd name="csY30" fmla="*/ 130651 h 131454"/>
                <a:gd name="csX31" fmla="*/ 171147 w 170961"/>
                <a:gd name="csY31" fmla="*/ 131540 h 131454"/>
                <a:gd name="csX32" fmla="*/ 171147 w 170961"/>
                <a:gd name="csY32" fmla="*/ 117624 h 131454"/>
                <a:gd name="csX33" fmla="*/ 149587 w 170961"/>
                <a:gd name="csY33" fmla="*/ 117624 h 131454"/>
                <a:gd name="csX34" fmla="*/ 98571 w 170961"/>
                <a:gd name="csY34" fmla="*/ 58706 h 1314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961" h="131454">
                  <a:moveTo>
                    <a:pt x="98571" y="58706"/>
                  </a:moveTo>
                  <a:lnTo>
                    <a:pt x="134100" y="20217"/>
                  </a:lnTo>
                  <a:cubicBezTo>
                    <a:pt x="138047" y="16072"/>
                    <a:pt x="139869" y="14000"/>
                    <a:pt x="165073" y="14000"/>
                  </a:cubicBezTo>
                  <a:lnTo>
                    <a:pt x="165073" y="85"/>
                  </a:lnTo>
                  <a:cubicBezTo>
                    <a:pt x="154445" y="677"/>
                    <a:pt x="138655" y="973"/>
                    <a:pt x="137137" y="973"/>
                  </a:cubicBezTo>
                  <a:cubicBezTo>
                    <a:pt x="129545" y="973"/>
                    <a:pt x="114362" y="381"/>
                    <a:pt x="105859" y="85"/>
                  </a:cubicBezTo>
                  <a:lnTo>
                    <a:pt x="105859" y="14000"/>
                  </a:lnTo>
                  <a:cubicBezTo>
                    <a:pt x="110111" y="14000"/>
                    <a:pt x="113755" y="14592"/>
                    <a:pt x="117399" y="16665"/>
                  </a:cubicBezTo>
                  <a:cubicBezTo>
                    <a:pt x="116184" y="18441"/>
                    <a:pt x="116184" y="19033"/>
                    <a:pt x="114969" y="20217"/>
                  </a:cubicBezTo>
                  <a:lnTo>
                    <a:pt x="89462" y="48048"/>
                  </a:lnTo>
                  <a:lnTo>
                    <a:pt x="59703" y="14000"/>
                  </a:lnTo>
                  <a:lnTo>
                    <a:pt x="71849" y="14000"/>
                  </a:lnTo>
                  <a:lnTo>
                    <a:pt x="71849" y="85"/>
                  </a:lnTo>
                  <a:cubicBezTo>
                    <a:pt x="63954" y="381"/>
                    <a:pt x="44823" y="973"/>
                    <a:pt x="35106" y="973"/>
                  </a:cubicBezTo>
                  <a:cubicBezTo>
                    <a:pt x="25389" y="973"/>
                    <a:pt x="11724" y="381"/>
                    <a:pt x="1704" y="85"/>
                  </a:cubicBezTo>
                  <a:lnTo>
                    <a:pt x="1704" y="14000"/>
                  </a:lnTo>
                  <a:lnTo>
                    <a:pt x="23264" y="14000"/>
                  </a:lnTo>
                  <a:lnTo>
                    <a:pt x="70635" y="68477"/>
                  </a:lnTo>
                  <a:lnTo>
                    <a:pt x="30855" y="111999"/>
                  </a:lnTo>
                  <a:cubicBezTo>
                    <a:pt x="25693" y="117624"/>
                    <a:pt x="14761" y="117624"/>
                    <a:pt x="185" y="117624"/>
                  </a:cubicBezTo>
                  <a:lnTo>
                    <a:pt x="185" y="131540"/>
                  </a:lnTo>
                  <a:cubicBezTo>
                    <a:pt x="10813" y="130948"/>
                    <a:pt x="26604" y="130651"/>
                    <a:pt x="28122" y="130651"/>
                  </a:cubicBezTo>
                  <a:cubicBezTo>
                    <a:pt x="35714" y="130651"/>
                    <a:pt x="53326" y="131244"/>
                    <a:pt x="59399" y="131540"/>
                  </a:cubicBezTo>
                  <a:lnTo>
                    <a:pt x="59399" y="117624"/>
                  </a:lnTo>
                  <a:cubicBezTo>
                    <a:pt x="53933" y="117624"/>
                    <a:pt x="48164" y="116144"/>
                    <a:pt x="48164" y="114368"/>
                  </a:cubicBezTo>
                  <a:cubicBezTo>
                    <a:pt x="48164" y="114072"/>
                    <a:pt x="48164" y="113775"/>
                    <a:pt x="50289" y="111407"/>
                  </a:cubicBezTo>
                  <a:lnTo>
                    <a:pt x="79745" y="79135"/>
                  </a:lnTo>
                  <a:lnTo>
                    <a:pt x="113147" y="117624"/>
                  </a:lnTo>
                  <a:lnTo>
                    <a:pt x="101304" y="117624"/>
                  </a:lnTo>
                  <a:lnTo>
                    <a:pt x="101304" y="131540"/>
                  </a:lnTo>
                  <a:cubicBezTo>
                    <a:pt x="109200" y="131244"/>
                    <a:pt x="127723" y="130651"/>
                    <a:pt x="137744" y="130651"/>
                  </a:cubicBezTo>
                  <a:cubicBezTo>
                    <a:pt x="147461" y="130651"/>
                    <a:pt x="161126" y="131244"/>
                    <a:pt x="171147" y="131540"/>
                  </a:cubicBezTo>
                  <a:lnTo>
                    <a:pt x="171147" y="117624"/>
                  </a:lnTo>
                  <a:lnTo>
                    <a:pt x="149587" y="117624"/>
                  </a:lnTo>
                  <a:lnTo>
                    <a:pt x="98571" y="58706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107D8DF-06EA-48BF-217B-DAA7A9CDBA9A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595066" y="4317253"/>
              <a:ext cx="77372" cy="137613"/>
            </a:xfrm>
            <a:custGeom>
              <a:avLst/>
              <a:gdLst>
                <a:gd name="csX0" fmla="*/ 48231 w 77372"/>
                <a:gd name="csY0" fmla="*/ 5889 h 137613"/>
                <a:gd name="csX1" fmla="*/ 41854 w 77372"/>
                <a:gd name="csY1" fmla="*/ 86 h 137613"/>
                <a:gd name="csX2" fmla="*/ 191 w 77372"/>
                <a:gd name="csY2" fmla="*/ 13350 h 137613"/>
                <a:gd name="csX3" fmla="*/ 191 w 77372"/>
                <a:gd name="csY3" fmla="*/ 20811 h 137613"/>
                <a:gd name="csX4" fmla="*/ 31013 w 77372"/>
                <a:gd name="csY4" fmla="*/ 15008 h 137613"/>
                <a:gd name="csX5" fmla="*/ 31013 w 77372"/>
                <a:gd name="csY5" fmla="*/ 120705 h 137613"/>
                <a:gd name="csX6" fmla="*/ 9757 w 77372"/>
                <a:gd name="csY6" fmla="*/ 130238 h 137613"/>
                <a:gd name="csX7" fmla="*/ 1679 w 77372"/>
                <a:gd name="csY7" fmla="*/ 130238 h 137613"/>
                <a:gd name="csX8" fmla="*/ 1679 w 77372"/>
                <a:gd name="csY8" fmla="*/ 137699 h 137613"/>
                <a:gd name="csX9" fmla="*/ 39515 w 77372"/>
                <a:gd name="csY9" fmla="*/ 136870 h 137613"/>
                <a:gd name="csX10" fmla="*/ 77564 w 77372"/>
                <a:gd name="csY10" fmla="*/ 137699 h 137613"/>
                <a:gd name="csX11" fmla="*/ 77564 w 77372"/>
                <a:gd name="csY11" fmla="*/ 130238 h 137613"/>
                <a:gd name="csX12" fmla="*/ 69487 w 77372"/>
                <a:gd name="csY12" fmla="*/ 130238 h 137613"/>
                <a:gd name="csX13" fmla="*/ 48231 w 77372"/>
                <a:gd name="csY13" fmla="*/ 120705 h 137613"/>
                <a:gd name="csX14" fmla="*/ 48231 w 77372"/>
                <a:gd name="csY14" fmla="*/ 5889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72" h="137613">
                  <a:moveTo>
                    <a:pt x="48231" y="5889"/>
                  </a:moveTo>
                  <a:cubicBezTo>
                    <a:pt x="48231" y="293"/>
                    <a:pt x="47805" y="86"/>
                    <a:pt x="41854" y="86"/>
                  </a:cubicBezTo>
                  <a:cubicBezTo>
                    <a:pt x="28250" y="13143"/>
                    <a:pt x="8906" y="13350"/>
                    <a:pt x="191" y="13350"/>
                  </a:cubicBezTo>
                  <a:lnTo>
                    <a:pt x="191" y="20811"/>
                  </a:lnTo>
                  <a:cubicBezTo>
                    <a:pt x="5293" y="20811"/>
                    <a:pt x="19322" y="20811"/>
                    <a:pt x="31013" y="15008"/>
                  </a:cubicBezTo>
                  <a:lnTo>
                    <a:pt x="31013" y="120705"/>
                  </a:lnTo>
                  <a:cubicBezTo>
                    <a:pt x="31013" y="127544"/>
                    <a:pt x="31013" y="130238"/>
                    <a:pt x="9757" y="130238"/>
                  </a:cubicBezTo>
                  <a:lnTo>
                    <a:pt x="1679" y="130238"/>
                  </a:lnTo>
                  <a:lnTo>
                    <a:pt x="1679" y="137699"/>
                  </a:lnTo>
                  <a:cubicBezTo>
                    <a:pt x="5505" y="137492"/>
                    <a:pt x="31651" y="136870"/>
                    <a:pt x="39515" y="136870"/>
                  </a:cubicBezTo>
                  <a:cubicBezTo>
                    <a:pt x="46105" y="136870"/>
                    <a:pt x="72888" y="137492"/>
                    <a:pt x="77564" y="137699"/>
                  </a:cubicBezTo>
                  <a:lnTo>
                    <a:pt x="77564" y="130238"/>
                  </a:lnTo>
                  <a:lnTo>
                    <a:pt x="69487" y="130238"/>
                  </a:lnTo>
                  <a:cubicBezTo>
                    <a:pt x="48231" y="130238"/>
                    <a:pt x="48231" y="127544"/>
                    <a:pt x="48231" y="120705"/>
                  </a:cubicBezTo>
                  <a:lnTo>
                    <a:pt x="48231" y="5889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635B7C2-5C27-67C1-E559-796E3563A476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715047" y="4365542"/>
              <a:ext cx="24444" cy="89324"/>
            </a:xfrm>
            <a:custGeom>
              <a:avLst/>
              <a:gdLst>
                <a:gd name="csX0" fmla="*/ 24640 w 24444"/>
                <a:gd name="csY0" fmla="*/ 12107 h 89324"/>
                <a:gd name="csX1" fmla="*/ 12524 w 24444"/>
                <a:gd name="csY1" fmla="*/ 86 h 89324"/>
                <a:gd name="csX2" fmla="*/ 195 w 24444"/>
                <a:gd name="csY2" fmla="*/ 11899 h 89324"/>
                <a:gd name="csX3" fmla="*/ 12311 w 24444"/>
                <a:gd name="csY3" fmla="*/ 23920 h 89324"/>
                <a:gd name="csX4" fmla="*/ 24640 w 24444"/>
                <a:gd name="csY4" fmla="*/ 12107 h 89324"/>
                <a:gd name="csX5" fmla="*/ 24640 w 24444"/>
                <a:gd name="csY5" fmla="*/ 77597 h 89324"/>
                <a:gd name="csX6" fmla="*/ 12524 w 24444"/>
                <a:gd name="csY6" fmla="*/ 65577 h 89324"/>
                <a:gd name="csX7" fmla="*/ 195 w 24444"/>
                <a:gd name="csY7" fmla="*/ 77390 h 89324"/>
                <a:gd name="csX8" fmla="*/ 12311 w 24444"/>
                <a:gd name="csY8" fmla="*/ 89410 h 89324"/>
                <a:gd name="csX9" fmla="*/ 24640 w 24444"/>
                <a:gd name="csY9" fmla="*/ 77597 h 8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444" h="89324">
                  <a:moveTo>
                    <a:pt x="24640" y="12107"/>
                  </a:moveTo>
                  <a:cubicBezTo>
                    <a:pt x="24640" y="4853"/>
                    <a:pt x="18688" y="86"/>
                    <a:pt x="12524" y="86"/>
                  </a:cubicBezTo>
                  <a:cubicBezTo>
                    <a:pt x="5084" y="86"/>
                    <a:pt x="195" y="5889"/>
                    <a:pt x="195" y="11899"/>
                  </a:cubicBezTo>
                  <a:cubicBezTo>
                    <a:pt x="195" y="19153"/>
                    <a:pt x="6147" y="23920"/>
                    <a:pt x="12311" y="23920"/>
                  </a:cubicBezTo>
                  <a:cubicBezTo>
                    <a:pt x="19751" y="23920"/>
                    <a:pt x="24640" y="18117"/>
                    <a:pt x="24640" y="12107"/>
                  </a:cubicBezTo>
                  <a:close/>
                  <a:moveTo>
                    <a:pt x="24640" y="77597"/>
                  </a:moveTo>
                  <a:cubicBezTo>
                    <a:pt x="24640" y="70344"/>
                    <a:pt x="18688" y="65577"/>
                    <a:pt x="12524" y="65577"/>
                  </a:cubicBezTo>
                  <a:cubicBezTo>
                    <a:pt x="5084" y="65577"/>
                    <a:pt x="195" y="71380"/>
                    <a:pt x="195" y="77390"/>
                  </a:cubicBezTo>
                  <a:cubicBezTo>
                    <a:pt x="195" y="84644"/>
                    <a:pt x="6147" y="89410"/>
                    <a:pt x="12311" y="89410"/>
                  </a:cubicBezTo>
                  <a:cubicBezTo>
                    <a:pt x="19751" y="89410"/>
                    <a:pt x="24640" y="83607"/>
                    <a:pt x="24640" y="77597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4F31355-9B72-4C4E-11E7-6E263D936AE0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771677" y="4363470"/>
              <a:ext cx="129875" cy="93469"/>
            </a:xfrm>
            <a:custGeom>
              <a:avLst/>
              <a:gdLst>
                <a:gd name="csX0" fmla="*/ 16140 w 129875"/>
                <a:gd name="csY0" fmla="*/ 78426 h 93469"/>
                <a:gd name="csX1" fmla="*/ 14014 w 129875"/>
                <a:gd name="csY1" fmla="*/ 86923 h 93469"/>
                <a:gd name="csX2" fmla="*/ 21241 w 129875"/>
                <a:gd name="csY2" fmla="*/ 93555 h 93469"/>
                <a:gd name="csX3" fmla="*/ 29531 w 129875"/>
                <a:gd name="csY3" fmla="*/ 88996 h 93469"/>
                <a:gd name="csX4" fmla="*/ 33357 w 129875"/>
                <a:gd name="csY4" fmla="*/ 76146 h 93469"/>
                <a:gd name="csX5" fmla="*/ 38034 w 129875"/>
                <a:gd name="csY5" fmla="*/ 57494 h 93469"/>
                <a:gd name="csX6" fmla="*/ 41647 w 129875"/>
                <a:gd name="csY6" fmla="*/ 43608 h 93469"/>
                <a:gd name="csX7" fmla="*/ 50575 w 129875"/>
                <a:gd name="csY7" fmla="*/ 24956 h 93469"/>
                <a:gd name="csX8" fmla="*/ 82459 w 129875"/>
                <a:gd name="csY8" fmla="*/ 5889 h 93469"/>
                <a:gd name="csX9" fmla="*/ 95001 w 129875"/>
                <a:gd name="csY9" fmla="*/ 20397 h 93469"/>
                <a:gd name="csX10" fmla="*/ 82459 w 129875"/>
                <a:gd name="csY10" fmla="*/ 64541 h 93469"/>
                <a:gd name="csX11" fmla="*/ 79271 w 129875"/>
                <a:gd name="csY11" fmla="*/ 75732 h 93469"/>
                <a:gd name="csX12" fmla="*/ 99464 w 129875"/>
                <a:gd name="csY12" fmla="*/ 93555 h 93469"/>
                <a:gd name="csX13" fmla="*/ 130073 w 129875"/>
                <a:gd name="csY13" fmla="*/ 61846 h 93469"/>
                <a:gd name="csX14" fmla="*/ 126672 w 129875"/>
                <a:gd name="csY14" fmla="*/ 59152 h 93469"/>
                <a:gd name="csX15" fmla="*/ 122634 w 129875"/>
                <a:gd name="csY15" fmla="*/ 62675 h 93469"/>
                <a:gd name="csX16" fmla="*/ 100102 w 129875"/>
                <a:gd name="csY16" fmla="*/ 87752 h 93469"/>
                <a:gd name="csX17" fmla="*/ 94788 w 129875"/>
                <a:gd name="csY17" fmla="*/ 80499 h 93469"/>
                <a:gd name="csX18" fmla="*/ 99677 w 129875"/>
                <a:gd name="csY18" fmla="*/ 63712 h 93469"/>
                <a:gd name="csX19" fmla="*/ 110943 w 129875"/>
                <a:gd name="csY19" fmla="*/ 23713 h 93469"/>
                <a:gd name="csX20" fmla="*/ 83310 w 129875"/>
                <a:gd name="csY20" fmla="*/ 86 h 93469"/>
                <a:gd name="csX21" fmla="*/ 47386 w 129875"/>
                <a:gd name="csY21" fmla="*/ 18946 h 93469"/>
                <a:gd name="csX22" fmla="*/ 24642 w 129875"/>
                <a:gd name="csY22" fmla="*/ 86 h 93469"/>
                <a:gd name="csX23" fmla="*/ 7850 w 129875"/>
                <a:gd name="csY23" fmla="*/ 11278 h 93469"/>
                <a:gd name="csX24" fmla="*/ 198 w 129875"/>
                <a:gd name="csY24" fmla="*/ 31795 h 93469"/>
                <a:gd name="csX25" fmla="*/ 3811 w 129875"/>
                <a:gd name="csY25" fmla="*/ 34489 h 93469"/>
                <a:gd name="csX26" fmla="*/ 8487 w 129875"/>
                <a:gd name="csY26" fmla="*/ 28272 h 93469"/>
                <a:gd name="csX27" fmla="*/ 24005 w 129875"/>
                <a:gd name="csY27" fmla="*/ 5889 h 93469"/>
                <a:gd name="csX28" fmla="*/ 31019 w 129875"/>
                <a:gd name="csY28" fmla="*/ 16044 h 93469"/>
                <a:gd name="csX29" fmla="*/ 27618 w 129875"/>
                <a:gd name="csY29" fmla="*/ 33246 h 93469"/>
                <a:gd name="csX30" fmla="*/ 22942 w 129875"/>
                <a:gd name="csY30" fmla="*/ 51898 h 93469"/>
                <a:gd name="csX31" fmla="*/ 16140 w 129875"/>
                <a:gd name="csY31" fmla="*/ 78426 h 93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875" h="93469">
                  <a:moveTo>
                    <a:pt x="16140" y="78426"/>
                  </a:moveTo>
                  <a:cubicBezTo>
                    <a:pt x="15289" y="81120"/>
                    <a:pt x="14014" y="86302"/>
                    <a:pt x="14014" y="86923"/>
                  </a:cubicBezTo>
                  <a:cubicBezTo>
                    <a:pt x="14014" y="91483"/>
                    <a:pt x="17840" y="93555"/>
                    <a:pt x="21241" y="93555"/>
                  </a:cubicBezTo>
                  <a:cubicBezTo>
                    <a:pt x="25067" y="93555"/>
                    <a:pt x="28468" y="90861"/>
                    <a:pt x="29531" y="88996"/>
                  </a:cubicBezTo>
                  <a:cubicBezTo>
                    <a:pt x="30594" y="87131"/>
                    <a:pt x="32295" y="80499"/>
                    <a:pt x="33357" y="76146"/>
                  </a:cubicBezTo>
                  <a:cubicBezTo>
                    <a:pt x="34420" y="72209"/>
                    <a:pt x="36758" y="62675"/>
                    <a:pt x="38034" y="57494"/>
                  </a:cubicBezTo>
                  <a:cubicBezTo>
                    <a:pt x="39309" y="52935"/>
                    <a:pt x="40584" y="48375"/>
                    <a:pt x="41647" y="43608"/>
                  </a:cubicBezTo>
                  <a:cubicBezTo>
                    <a:pt x="43985" y="35111"/>
                    <a:pt x="44411" y="33453"/>
                    <a:pt x="50575" y="24956"/>
                  </a:cubicBezTo>
                  <a:cubicBezTo>
                    <a:pt x="56527" y="16666"/>
                    <a:pt x="66517" y="5889"/>
                    <a:pt x="82459" y="5889"/>
                  </a:cubicBezTo>
                  <a:cubicBezTo>
                    <a:pt x="94788" y="5889"/>
                    <a:pt x="95001" y="16459"/>
                    <a:pt x="95001" y="20397"/>
                  </a:cubicBezTo>
                  <a:cubicBezTo>
                    <a:pt x="95001" y="32831"/>
                    <a:pt x="85860" y="55836"/>
                    <a:pt x="82459" y="64541"/>
                  </a:cubicBezTo>
                  <a:cubicBezTo>
                    <a:pt x="80121" y="70344"/>
                    <a:pt x="79271" y="72209"/>
                    <a:pt x="79271" y="75732"/>
                  </a:cubicBezTo>
                  <a:cubicBezTo>
                    <a:pt x="79271" y="86716"/>
                    <a:pt x="88624" y="93555"/>
                    <a:pt x="99464" y="93555"/>
                  </a:cubicBezTo>
                  <a:cubicBezTo>
                    <a:pt x="120721" y="93555"/>
                    <a:pt x="130073" y="64955"/>
                    <a:pt x="130073" y="61846"/>
                  </a:cubicBezTo>
                  <a:cubicBezTo>
                    <a:pt x="130073" y="59152"/>
                    <a:pt x="127310" y="59152"/>
                    <a:pt x="126672" y="59152"/>
                  </a:cubicBezTo>
                  <a:cubicBezTo>
                    <a:pt x="123697" y="59152"/>
                    <a:pt x="123484" y="60396"/>
                    <a:pt x="122634" y="62675"/>
                  </a:cubicBezTo>
                  <a:cubicBezTo>
                    <a:pt x="117745" y="79255"/>
                    <a:pt x="108605" y="87752"/>
                    <a:pt x="100102" y="87752"/>
                  </a:cubicBezTo>
                  <a:cubicBezTo>
                    <a:pt x="95638" y="87752"/>
                    <a:pt x="94788" y="84851"/>
                    <a:pt x="94788" y="80499"/>
                  </a:cubicBezTo>
                  <a:cubicBezTo>
                    <a:pt x="94788" y="75732"/>
                    <a:pt x="95851" y="73038"/>
                    <a:pt x="99677" y="63712"/>
                  </a:cubicBezTo>
                  <a:cubicBezTo>
                    <a:pt x="102228" y="57287"/>
                    <a:pt x="110943" y="35318"/>
                    <a:pt x="110943" y="23713"/>
                  </a:cubicBezTo>
                  <a:cubicBezTo>
                    <a:pt x="110943" y="3609"/>
                    <a:pt x="94575" y="86"/>
                    <a:pt x="83310" y="86"/>
                  </a:cubicBezTo>
                  <a:cubicBezTo>
                    <a:pt x="65667" y="86"/>
                    <a:pt x="53763" y="10656"/>
                    <a:pt x="47386" y="18946"/>
                  </a:cubicBezTo>
                  <a:cubicBezTo>
                    <a:pt x="45899" y="4646"/>
                    <a:pt x="33357" y="86"/>
                    <a:pt x="24642" y="86"/>
                  </a:cubicBezTo>
                  <a:cubicBezTo>
                    <a:pt x="15502" y="86"/>
                    <a:pt x="10613" y="6511"/>
                    <a:pt x="7850" y="11278"/>
                  </a:cubicBezTo>
                  <a:cubicBezTo>
                    <a:pt x="3173" y="18946"/>
                    <a:pt x="198" y="30759"/>
                    <a:pt x="198" y="31795"/>
                  </a:cubicBezTo>
                  <a:cubicBezTo>
                    <a:pt x="198" y="34489"/>
                    <a:pt x="3173" y="34489"/>
                    <a:pt x="3811" y="34489"/>
                  </a:cubicBezTo>
                  <a:cubicBezTo>
                    <a:pt x="6787" y="34489"/>
                    <a:pt x="7000" y="33868"/>
                    <a:pt x="8487" y="28272"/>
                  </a:cubicBezTo>
                  <a:cubicBezTo>
                    <a:pt x="11676" y="16044"/>
                    <a:pt x="15715" y="5889"/>
                    <a:pt x="24005" y="5889"/>
                  </a:cubicBezTo>
                  <a:cubicBezTo>
                    <a:pt x="29531" y="5889"/>
                    <a:pt x="31019" y="10449"/>
                    <a:pt x="31019" y="16044"/>
                  </a:cubicBezTo>
                  <a:cubicBezTo>
                    <a:pt x="31019" y="19982"/>
                    <a:pt x="29106" y="27650"/>
                    <a:pt x="27618" y="33246"/>
                  </a:cubicBezTo>
                  <a:cubicBezTo>
                    <a:pt x="26130" y="38842"/>
                    <a:pt x="24005" y="47339"/>
                    <a:pt x="22942" y="51898"/>
                  </a:cubicBezTo>
                  <a:lnTo>
                    <a:pt x="16140" y="78426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D23F8E1-0BF6-4A60-A724-C25C8DD5BD5E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7944288" y="4188404"/>
              <a:ext cx="70449" cy="296069"/>
            </a:xfrm>
            <a:custGeom>
              <a:avLst/>
              <a:gdLst>
                <a:gd name="csX0" fmla="*/ 70652 w 70449"/>
                <a:gd name="csY0" fmla="*/ 148120 h 296069"/>
                <a:gd name="csX1" fmla="*/ 50611 w 70449"/>
                <a:gd name="csY1" fmla="*/ 55746 h 296069"/>
                <a:gd name="csX2" fmla="*/ 3240 w 70449"/>
                <a:gd name="csY2" fmla="*/ 85 h 296069"/>
                <a:gd name="csX3" fmla="*/ 203 w 70449"/>
                <a:gd name="csY3" fmla="*/ 3045 h 296069"/>
                <a:gd name="csX4" fmla="*/ 5973 w 70449"/>
                <a:gd name="csY4" fmla="*/ 9855 h 296069"/>
                <a:gd name="csX5" fmla="*/ 53040 w 70449"/>
                <a:gd name="csY5" fmla="*/ 148120 h 296069"/>
                <a:gd name="csX6" fmla="*/ 4151 w 70449"/>
                <a:gd name="csY6" fmla="*/ 288161 h 296069"/>
                <a:gd name="csX7" fmla="*/ 203 w 70449"/>
                <a:gd name="csY7" fmla="*/ 293194 h 296069"/>
                <a:gd name="csX8" fmla="*/ 3240 w 70449"/>
                <a:gd name="csY8" fmla="*/ 296154 h 296069"/>
                <a:gd name="csX9" fmla="*/ 51522 w 70449"/>
                <a:gd name="csY9" fmla="*/ 238421 h 296069"/>
                <a:gd name="csX10" fmla="*/ 70652 w 70449"/>
                <a:gd name="csY10" fmla="*/ 148120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652" y="148120"/>
                  </a:moveTo>
                  <a:cubicBezTo>
                    <a:pt x="70652" y="125026"/>
                    <a:pt x="67312" y="89202"/>
                    <a:pt x="50611" y="55746"/>
                  </a:cubicBezTo>
                  <a:cubicBezTo>
                    <a:pt x="32391" y="19329"/>
                    <a:pt x="6276" y="85"/>
                    <a:pt x="3240" y="85"/>
                  </a:cubicBezTo>
                  <a:cubicBezTo>
                    <a:pt x="1418" y="85"/>
                    <a:pt x="203" y="1269"/>
                    <a:pt x="203" y="3045"/>
                  </a:cubicBezTo>
                  <a:cubicBezTo>
                    <a:pt x="203" y="3934"/>
                    <a:pt x="203" y="4526"/>
                    <a:pt x="5973" y="9855"/>
                  </a:cubicBezTo>
                  <a:cubicBezTo>
                    <a:pt x="35731" y="39166"/>
                    <a:pt x="53040" y="86241"/>
                    <a:pt x="53040" y="148120"/>
                  </a:cubicBezTo>
                  <a:cubicBezTo>
                    <a:pt x="53040" y="198747"/>
                    <a:pt x="41805" y="250856"/>
                    <a:pt x="4151" y="288161"/>
                  </a:cubicBezTo>
                  <a:cubicBezTo>
                    <a:pt x="203" y="291713"/>
                    <a:pt x="203" y="292306"/>
                    <a:pt x="203" y="293194"/>
                  </a:cubicBezTo>
                  <a:cubicBezTo>
                    <a:pt x="203" y="294970"/>
                    <a:pt x="1418" y="296154"/>
                    <a:pt x="3240" y="296154"/>
                  </a:cubicBezTo>
                  <a:cubicBezTo>
                    <a:pt x="6276" y="296154"/>
                    <a:pt x="33606" y="276022"/>
                    <a:pt x="51522" y="238421"/>
                  </a:cubicBezTo>
                  <a:cubicBezTo>
                    <a:pt x="67008" y="205853"/>
                    <a:pt x="70652" y="172989"/>
                    <a:pt x="70652" y="148120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5966DDA-8335-085A-C472-93706A4D278C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146423" y="4301799"/>
              <a:ext cx="201934" cy="69280"/>
            </a:xfrm>
            <a:custGeom>
              <a:avLst/>
              <a:gdLst>
                <a:gd name="csX0" fmla="*/ 191820 w 201934"/>
                <a:gd name="csY0" fmla="*/ 11927 h 69280"/>
                <a:gd name="csX1" fmla="*/ 202144 w 201934"/>
                <a:gd name="csY1" fmla="*/ 6006 h 69280"/>
                <a:gd name="csX2" fmla="*/ 192124 w 201934"/>
                <a:gd name="csY2" fmla="*/ 85 h 69280"/>
                <a:gd name="csX3" fmla="*/ 10230 w 201934"/>
                <a:gd name="csY3" fmla="*/ 85 h 69280"/>
                <a:gd name="csX4" fmla="*/ 210 w 201934"/>
                <a:gd name="csY4" fmla="*/ 6006 h 69280"/>
                <a:gd name="csX5" fmla="*/ 10534 w 201934"/>
                <a:gd name="csY5" fmla="*/ 11927 h 69280"/>
                <a:gd name="csX6" fmla="*/ 191820 w 201934"/>
                <a:gd name="csY6" fmla="*/ 11927 h 69280"/>
                <a:gd name="csX7" fmla="*/ 192124 w 201934"/>
                <a:gd name="csY7" fmla="*/ 69365 h 69280"/>
                <a:gd name="csX8" fmla="*/ 202144 w 201934"/>
                <a:gd name="csY8" fmla="*/ 63444 h 69280"/>
                <a:gd name="csX9" fmla="*/ 191820 w 201934"/>
                <a:gd name="csY9" fmla="*/ 57522 h 69280"/>
                <a:gd name="csX10" fmla="*/ 10534 w 201934"/>
                <a:gd name="csY10" fmla="*/ 57522 h 69280"/>
                <a:gd name="csX11" fmla="*/ 210 w 201934"/>
                <a:gd name="csY11" fmla="*/ 63444 h 69280"/>
                <a:gd name="csX12" fmla="*/ 10230 w 201934"/>
                <a:gd name="csY12" fmla="*/ 69365 h 69280"/>
                <a:gd name="csX13" fmla="*/ 192124 w 201934"/>
                <a:gd name="csY13" fmla="*/ 69365 h 692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934" h="69280">
                  <a:moveTo>
                    <a:pt x="191820" y="11927"/>
                  </a:moveTo>
                  <a:cubicBezTo>
                    <a:pt x="196375" y="11927"/>
                    <a:pt x="202144" y="11927"/>
                    <a:pt x="202144" y="6006"/>
                  </a:cubicBezTo>
                  <a:cubicBezTo>
                    <a:pt x="202144" y="85"/>
                    <a:pt x="196375" y="85"/>
                    <a:pt x="192124" y="85"/>
                  </a:cubicBezTo>
                  <a:lnTo>
                    <a:pt x="10230" y="85"/>
                  </a:lnTo>
                  <a:cubicBezTo>
                    <a:pt x="5979" y="85"/>
                    <a:pt x="210" y="85"/>
                    <a:pt x="210" y="6006"/>
                  </a:cubicBezTo>
                  <a:cubicBezTo>
                    <a:pt x="210" y="11927"/>
                    <a:pt x="5979" y="11927"/>
                    <a:pt x="10534" y="11927"/>
                  </a:cubicBezTo>
                  <a:lnTo>
                    <a:pt x="191820" y="11927"/>
                  </a:lnTo>
                  <a:close/>
                  <a:moveTo>
                    <a:pt x="192124" y="69365"/>
                  </a:moveTo>
                  <a:cubicBezTo>
                    <a:pt x="196375" y="69365"/>
                    <a:pt x="202144" y="69365"/>
                    <a:pt x="202144" y="63444"/>
                  </a:cubicBezTo>
                  <a:cubicBezTo>
                    <a:pt x="202144" y="57522"/>
                    <a:pt x="196375" y="57522"/>
                    <a:pt x="191820" y="57522"/>
                  </a:cubicBezTo>
                  <a:lnTo>
                    <a:pt x="10534" y="57522"/>
                  </a:lnTo>
                  <a:cubicBezTo>
                    <a:pt x="5979" y="57522"/>
                    <a:pt x="210" y="57522"/>
                    <a:pt x="210" y="63444"/>
                  </a:cubicBezTo>
                  <a:cubicBezTo>
                    <a:pt x="210" y="69365"/>
                    <a:pt x="5979" y="69365"/>
                    <a:pt x="10230" y="69365"/>
                  </a:cubicBezTo>
                  <a:lnTo>
                    <a:pt x="192124" y="69365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24F4360-403D-8680-205D-DFA9C618525E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462095" y="4208241"/>
              <a:ext cx="216814" cy="202215"/>
            </a:xfrm>
            <a:custGeom>
              <a:avLst/>
              <a:gdLst>
                <a:gd name="csX0" fmla="*/ 80083 w 216814"/>
                <a:gd name="csY0" fmla="*/ 108742 h 202215"/>
                <a:gd name="csX1" fmla="*/ 131705 w 216814"/>
                <a:gd name="csY1" fmla="*/ 108742 h 202215"/>
                <a:gd name="csX2" fmla="*/ 217034 w 216814"/>
                <a:gd name="csY2" fmla="*/ 44791 h 202215"/>
                <a:gd name="csX3" fmla="*/ 157213 w 216814"/>
                <a:gd name="csY3" fmla="*/ 85 h 202215"/>
                <a:gd name="csX4" fmla="*/ 58827 w 216814"/>
                <a:gd name="csY4" fmla="*/ 85 h 202215"/>
                <a:gd name="csX5" fmla="*/ 49717 w 216814"/>
                <a:gd name="csY5" fmla="*/ 5710 h 202215"/>
                <a:gd name="csX6" fmla="*/ 58523 w 216814"/>
                <a:gd name="csY6" fmla="*/ 9263 h 202215"/>
                <a:gd name="csX7" fmla="*/ 71581 w 216814"/>
                <a:gd name="csY7" fmla="*/ 9855 h 202215"/>
                <a:gd name="csX8" fmla="*/ 78261 w 216814"/>
                <a:gd name="csY8" fmla="*/ 14592 h 202215"/>
                <a:gd name="csX9" fmla="*/ 77046 w 216814"/>
                <a:gd name="csY9" fmla="*/ 20217 h 202215"/>
                <a:gd name="csX10" fmla="*/ 36356 w 216814"/>
                <a:gd name="csY10" fmla="*/ 179207 h 202215"/>
                <a:gd name="csX11" fmla="*/ 8723 w 216814"/>
                <a:gd name="csY11" fmla="*/ 193122 h 202215"/>
                <a:gd name="csX12" fmla="*/ 220 w 216814"/>
                <a:gd name="csY12" fmla="*/ 198747 h 202215"/>
                <a:gd name="csX13" fmla="*/ 4775 w 216814"/>
                <a:gd name="csY13" fmla="*/ 202300 h 202215"/>
                <a:gd name="csX14" fmla="*/ 43340 w 216814"/>
                <a:gd name="csY14" fmla="*/ 201412 h 202215"/>
                <a:gd name="csX15" fmla="*/ 62774 w 216814"/>
                <a:gd name="csY15" fmla="*/ 201708 h 202215"/>
                <a:gd name="csX16" fmla="*/ 82512 w 216814"/>
                <a:gd name="csY16" fmla="*/ 202300 h 202215"/>
                <a:gd name="csX17" fmla="*/ 88586 w 216814"/>
                <a:gd name="csY17" fmla="*/ 196379 h 202215"/>
                <a:gd name="csX18" fmla="*/ 80083 w 216814"/>
                <a:gd name="csY18" fmla="*/ 193122 h 202215"/>
                <a:gd name="csX19" fmla="*/ 60345 w 216814"/>
                <a:gd name="csY19" fmla="*/ 187793 h 202215"/>
                <a:gd name="csX20" fmla="*/ 61256 w 216814"/>
                <a:gd name="csY20" fmla="*/ 182760 h 202215"/>
                <a:gd name="csX21" fmla="*/ 80083 w 216814"/>
                <a:gd name="csY21" fmla="*/ 108742 h 202215"/>
                <a:gd name="csX22" fmla="*/ 101947 w 216814"/>
                <a:gd name="csY22" fmla="*/ 20513 h 202215"/>
                <a:gd name="csX23" fmla="*/ 118344 w 216814"/>
                <a:gd name="csY23" fmla="*/ 9263 h 202215"/>
                <a:gd name="csX24" fmla="*/ 147496 w 216814"/>
                <a:gd name="csY24" fmla="*/ 9263 h 202215"/>
                <a:gd name="csX25" fmla="*/ 188794 w 216814"/>
                <a:gd name="csY25" fmla="*/ 37686 h 202215"/>
                <a:gd name="csX26" fmla="*/ 170878 w 216814"/>
                <a:gd name="csY26" fmla="*/ 85353 h 202215"/>
                <a:gd name="csX27" fmla="*/ 124114 w 216814"/>
                <a:gd name="csY27" fmla="*/ 101044 h 202215"/>
                <a:gd name="csX28" fmla="*/ 81298 w 216814"/>
                <a:gd name="csY28" fmla="*/ 101044 h 202215"/>
                <a:gd name="csX29" fmla="*/ 101947 w 216814"/>
                <a:gd name="csY29" fmla="*/ 20513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814" h="202215">
                  <a:moveTo>
                    <a:pt x="80083" y="108742"/>
                  </a:moveTo>
                  <a:lnTo>
                    <a:pt x="131705" y="108742"/>
                  </a:lnTo>
                  <a:cubicBezTo>
                    <a:pt x="174825" y="108742"/>
                    <a:pt x="217034" y="77951"/>
                    <a:pt x="217034" y="44791"/>
                  </a:cubicBezTo>
                  <a:cubicBezTo>
                    <a:pt x="217034" y="21994"/>
                    <a:pt x="196993" y="85"/>
                    <a:pt x="157213" y="85"/>
                  </a:cubicBezTo>
                  <a:lnTo>
                    <a:pt x="58827" y="85"/>
                  </a:lnTo>
                  <a:cubicBezTo>
                    <a:pt x="53057" y="85"/>
                    <a:pt x="49717" y="85"/>
                    <a:pt x="49717" y="5710"/>
                  </a:cubicBezTo>
                  <a:cubicBezTo>
                    <a:pt x="49717" y="9263"/>
                    <a:pt x="52450" y="9263"/>
                    <a:pt x="58523" y="9263"/>
                  </a:cubicBezTo>
                  <a:cubicBezTo>
                    <a:pt x="62471" y="9263"/>
                    <a:pt x="67937" y="9559"/>
                    <a:pt x="71581" y="9855"/>
                  </a:cubicBezTo>
                  <a:cubicBezTo>
                    <a:pt x="76439" y="10447"/>
                    <a:pt x="78261" y="11335"/>
                    <a:pt x="78261" y="14592"/>
                  </a:cubicBezTo>
                  <a:cubicBezTo>
                    <a:pt x="78261" y="15776"/>
                    <a:pt x="77957" y="16665"/>
                    <a:pt x="77046" y="20217"/>
                  </a:cubicBezTo>
                  <a:lnTo>
                    <a:pt x="36356" y="179207"/>
                  </a:lnTo>
                  <a:cubicBezTo>
                    <a:pt x="33319" y="190754"/>
                    <a:pt x="32712" y="193122"/>
                    <a:pt x="8723" y="193122"/>
                  </a:cubicBezTo>
                  <a:cubicBezTo>
                    <a:pt x="3560" y="193122"/>
                    <a:pt x="220" y="193122"/>
                    <a:pt x="220" y="198747"/>
                  </a:cubicBezTo>
                  <a:cubicBezTo>
                    <a:pt x="220" y="202300"/>
                    <a:pt x="3864" y="202300"/>
                    <a:pt x="4775" y="202300"/>
                  </a:cubicBezTo>
                  <a:cubicBezTo>
                    <a:pt x="13278" y="202300"/>
                    <a:pt x="34837" y="201412"/>
                    <a:pt x="43340" y="201412"/>
                  </a:cubicBezTo>
                  <a:cubicBezTo>
                    <a:pt x="49717" y="201412"/>
                    <a:pt x="56397" y="201708"/>
                    <a:pt x="62774" y="201708"/>
                  </a:cubicBezTo>
                  <a:cubicBezTo>
                    <a:pt x="69455" y="201708"/>
                    <a:pt x="76135" y="202300"/>
                    <a:pt x="82512" y="202300"/>
                  </a:cubicBezTo>
                  <a:cubicBezTo>
                    <a:pt x="84638" y="202300"/>
                    <a:pt x="88586" y="202300"/>
                    <a:pt x="88586" y="196379"/>
                  </a:cubicBezTo>
                  <a:cubicBezTo>
                    <a:pt x="88586" y="193122"/>
                    <a:pt x="85853" y="193122"/>
                    <a:pt x="80083" y="193122"/>
                  </a:cubicBezTo>
                  <a:cubicBezTo>
                    <a:pt x="68848" y="193122"/>
                    <a:pt x="60345" y="193122"/>
                    <a:pt x="60345" y="187793"/>
                  </a:cubicBezTo>
                  <a:cubicBezTo>
                    <a:pt x="60345" y="186016"/>
                    <a:pt x="60952" y="184536"/>
                    <a:pt x="61256" y="182760"/>
                  </a:cubicBezTo>
                  <a:lnTo>
                    <a:pt x="80083" y="108742"/>
                  </a:lnTo>
                  <a:close/>
                  <a:moveTo>
                    <a:pt x="101947" y="20513"/>
                  </a:moveTo>
                  <a:cubicBezTo>
                    <a:pt x="104680" y="10151"/>
                    <a:pt x="105287" y="9263"/>
                    <a:pt x="118344" y="9263"/>
                  </a:cubicBezTo>
                  <a:lnTo>
                    <a:pt x="147496" y="9263"/>
                  </a:lnTo>
                  <a:cubicBezTo>
                    <a:pt x="172700" y="9263"/>
                    <a:pt x="188794" y="17257"/>
                    <a:pt x="188794" y="37686"/>
                  </a:cubicBezTo>
                  <a:cubicBezTo>
                    <a:pt x="188794" y="49232"/>
                    <a:pt x="182721" y="74694"/>
                    <a:pt x="170878" y="85353"/>
                  </a:cubicBezTo>
                  <a:cubicBezTo>
                    <a:pt x="155695" y="98676"/>
                    <a:pt x="137475" y="101044"/>
                    <a:pt x="124114" y="101044"/>
                  </a:cubicBezTo>
                  <a:lnTo>
                    <a:pt x="81298" y="101044"/>
                  </a:lnTo>
                  <a:lnTo>
                    <a:pt x="101947" y="2051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1DF8D04-FED1-39C9-8B0B-42CE0D7909C1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717141" y="4188404"/>
              <a:ext cx="70449" cy="296069"/>
            </a:xfrm>
            <a:custGeom>
              <a:avLst/>
              <a:gdLst>
                <a:gd name="csX0" fmla="*/ 70677 w 70449"/>
                <a:gd name="csY0" fmla="*/ 293194 h 296069"/>
                <a:gd name="csX1" fmla="*/ 65515 w 70449"/>
                <a:gd name="csY1" fmla="*/ 286680 h 296069"/>
                <a:gd name="csX2" fmla="*/ 17840 w 70449"/>
                <a:gd name="csY2" fmla="*/ 148120 h 296069"/>
                <a:gd name="csX3" fmla="*/ 66730 w 70449"/>
                <a:gd name="csY3" fmla="*/ 8079 h 296069"/>
                <a:gd name="csX4" fmla="*/ 70677 w 70449"/>
                <a:gd name="csY4" fmla="*/ 3045 h 296069"/>
                <a:gd name="csX5" fmla="*/ 67641 w 70449"/>
                <a:gd name="csY5" fmla="*/ 85 h 296069"/>
                <a:gd name="csX6" fmla="*/ 19359 w 70449"/>
                <a:gd name="csY6" fmla="*/ 57818 h 296069"/>
                <a:gd name="csX7" fmla="*/ 228 w 70449"/>
                <a:gd name="csY7" fmla="*/ 148120 h 296069"/>
                <a:gd name="csX8" fmla="*/ 20270 w 70449"/>
                <a:gd name="csY8" fmla="*/ 240493 h 296069"/>
                <a:gd name="csX9" fmla="*/ 67641 w 70449"/>
                <a:gd name="csY9" fmla="*/ 296154 h 296069"/>
                <a:gd name="csX10" fmla="*/ 70677 w 70449"/>
                <a:gd name="csY10" fmla="*/ 293194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677" y="293194"/>
                  </a:moveTo>
                  <a:cubicBezTo>
                    <a:pt x="70677" y="292306"/>
                    <a:pt x="70677" y="291713"/>
                    <a:pt x="65515" y="286680"/>
                  </a:cubicBezTo>
                  <a:cubicBezTo>
                    <a:pt x="27557" y="249375"/>
                    <a:pt x="17840" y="193418"/>
                    <a:pt x="17840" y="148120"/>
                  </a:cubicBezTo>
                  <a:cubicBezTo>
                    <a:pt x="17840" y="96603"/>
                    <a:pt x="29379" y="45087"/>
                    <a:pt x="66730" y="8079"/>
                  </a:cubicBezTo>
                  <a:cubicBezTo>
                    <a:pt x="70677" y="4526"/>
                    <a:pt x="70677" y="3934"/>
                    <a:pt x="70677" y="3045"/>
                  </a:cubicBezTo>
                  <a:cubicBezTo>
                    <a:pt x="70677" y="973"/>
                    <a:pt x="69463" y="85"/>
                    <a:pt x="67641" y="85"/>
                  </a:cubicBezTo>
                  <a:cubicBezTo>
                    <a:pt x="64604" y="85"/>
                    <a:pt x="37275" y="20217"/>
                    <a:pt x="19359" y="57818"/>
                  </a:cubicBezTo>
                  <a:cubicBezTo>
                    <a:pt x="3872" y="90386"/>
                    <a:pt x="228" y="123250"/>
                    <a:pt x="228" y="148120"/>
                  </a:cubicBezTo>
                  <a:cubicBezTo>
                    <a:pt x="228" y="171213"/>
                    <a:pt x="3568" y="207037"/>
                    <a:pt x="20270" y="240493"/>
                  </a:cubicBezTo>
                  <a:cubicBezTo>
                    <a:pt x="38489" y="276910"/>
                    <a:pt x="64604" y="296154"/>
                    <a:pt x="67641" y="296154"/>
                  </a:cubicBezTo>
                  <a:cubicBezTo>
                    <a:pt x="69463" y="296154"/>
                    <a:pt x="70677" y="295266"/>
                    <a:pt x="70677" y="293194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D5A0A07-DF70-9841-7359-8B7D42211491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8813975" y="4279593"/>
              <a:ext cx="151223" cy="134119"/>
            </a:xfrm>
            <a:custGeom>
              <a:avLst/>
              <a:gdLst>
                <a:gd name="csX0" fmla="*/ 92848 w 151223"/>
                <a:gd name="csY0" fmla="*/ 41534 h 134119"/>
                <a:gd name="csX1" fmla="*/ 122911 w 151223"/>
                <a:gd name="csY1" fmla="*/ 6598 h 134119"/>
                <a:gd name="csX2" fmla="*/ 138094 w 151223"/>
                <a:gd name="csY2" fmla="*/ 10447 h 134119"/>
                <a:gd name="csX3" fmla="*/ 123518 w 151223"/>
                <a:gd name="csY3" fmla="*/ 26435 h 134119"/>
                <a:gd name="csX4" fmla="*/ 135057 w 151223"/>
                <a:gd name="csY4" fmla="*/ 36797 h 134119"/>
                <a:gd name="csX5" fmla="*/ 151455 w 151223"/>
                <a:gd name="csY5" fmla="*/ 19625 h 134119"/>
                <a:gd name="csX6" fmla="*/ 123215 w 151223"/>
                <a:gd name="csY6" fmla="*/ 85 h 134119"/>
                <a:gd name="csX7" fmla="*/ 91330 w 151223"/>
                <a:gd name="csY7" fmla="*/ 22586 h 134119"/>
                <a:gd name="csX8" fmla="*/ 58535 w 151223"/>
                <a:gd name="csY8" fmla="*/ 85 h 134119"/>
                <a:gd name="csX9" fmla="*/ 9645 w 151223"/>
                <a:gd name="csY9" fmla="*/ 45679 h 134119"/>
                <a:gd name="csX10" fmla="*/ 13289 w 151223"/>
                <a:gd name="csY10" fmla="*/ 48640 h 134119"/>
                <a:gd name="csX11" fmla="*/ 17237 w 151223"/>
                <a:gd name="csY11" fmla="*/ 45383 h 134119"/>
                <a:gd name="csX12" fmla="*/ 57927 w 151223"/>
                <a:gd name="csY12" fmla="*/ 6598 h 134119"/>
                <a:gd name="csX13" fmla="*/ 74325 w 151223"/>
                <a:gd name="csY13" fmla="*/ 26435 h 134119"/>
                <a:gd name="csX14" fmla="*/ 57927 w 151223"/>
                <a:gd name="csY14" fmla="*/ 96899 h 134119"/>
                <a:gd name="csX15" fmla="*/ 29080 w 151223"/>
                <a:gd name="csY15" fmla="*/ 127691 h 134119"/>
                <a:gd name="csX16" fmla="*/ 13896 w 151223"/>
                <a:gd name="csY16" fmla="*/ 123842 h 134119"/>
                <a:gd name="csX17" fmla="*/ 28169 w 151223"/>
                <a:gd name="csY17" fmla="*/ 107854 h 134119"/>
                <a:gd name="csX18" fmla="*/ 16933 w 151223"/>
                <a:gd name="csY18" fmla="*/ 97492 h 134119"/>
                <a:gd name="csX19" fmla="*/ 232 w 151223"/>
                <a:gd name="csY19" fmla="*/ 114664 h 134119"/>
                <a:gd name="csX20" fmla="*/ 28776 w 151223"/>
                <a:gd name="csY20" fmla="*/ 134204 h 134119"/>
                <a:gd name="csX21" fmla="*/ 60660 w 151223"/>
                <a:gd name="csY21" fmla="*/ 111703 h 134119"/>
                <a:gd name="csX22" fmla="*/ 93456 w 151223"/>
                <a:gd name="csY22" fmla="*/ 134204 h 134119"/>
                <a:gd name="csX23" fmla="*/ 142042 w 151223"/>
                <a:gd name="csY23" fmla="*/ 88610 h 134119"/>
                <a:gd name="csX24" fmla="*/ 138398 w 151223"/>
                <a:gd name="csY24" fmla="*/ 85649 h 134119"/>
                <a:gd name="csX25" fmla="*/ 134450 w 151223"/>
                <a:gd name="csY25" fmla="*/ 88906 h 134119"/>
                <a:gd name="csX26" fmla="*/ 94063 w 151223"/>
                <a:gd name="csY26" fmla="*/ 127691 h 134119"/>
                <a:gd name="csX27" fmla="*/ 77362 w 151223"/>
                <a:gd name="csY27" fmla="*/ 108150 h 134119"/>
                <a:gd name="csX28" fmla="*/ 82524 w 151223"/>
                <a:gd name="csY28" fmla="*/ 82096 h 134119"/>
                <a:gd name="csX29" fmla="*/ 92848 w 151223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223" h="134119">
                  <a:moveTo>
                    <a:pt x="92848" y="41534"/>
                  </a:moveTo>
                  <a:cubicBezTo>
                    <a:pt x="94670" y="33837"/>
                    <a:pt x="101655" y="6598"/>
                    <a:pt x="122911" y="6598"/>
                  </a:cubicBezTo>
                  <a:cubicBezTo>
                    <a:pt x="124429" y="6598"/>
                    <a:pt x="131717" y="6598"/>
                    <a:pt x="138094" y="10447"/>
                  </a:cubicBezTo>
                  <a:cubicBezTo>
                    <a:pt x="129591" y="11927"/>
                    <a:pt x="123518" y="19329"/>
                    <a:pt x="123518" y="26435"/>
                  </a:cubicBezTo>
                  <a:cubicBezTo>
                    <a:pt x="123518" y="31172"/>
                    <a:pt x="126858" y="36797"/>
                    <a:pt x="135057" y="36797"/>
                  </a:cubicBezTo>
                  <a:cubicBezTo>
                    <a:pt x="141738" y="36797"/>
                    <a:pt x="151455" y="31468"/>
                    <a:pt x="151455" y="19625"/>
                  </a:cubicBezTo>
                  <a:cubicBezTo>
                    <a:pt x="151455" y="4230"/>
                    <a:pt x="133539" y="85"/>
                    <a:pt x="123215" y="85"/>
                  </a:cubicBezTo>
                  <a:cubicBezTo>
                    <a:pt x="105602" y="85"/>
                    <a:pt x="94974" y="15776"/>
                    <a:pt x="91330" y="22586"/>
                  </a:cubicBezTo>
                  <a:cubicBezTo>
                    <a:pt x="83739" y="3045"/>
                    <a:pt x="67341" y="85"/>
                    <a:pt x="58535" y="85"/>
                  </a:cubicBezTo>
                  <a:cubicBezTo>
                    <a:pt x="26954" y="85"/>
                    <a:pt x="9645" y="38278"/>
                    <a:pt x="9645" y="45679"/>
                  </a:cubicBezTo>
                  <a:cubicBezTo>
                    <a:pt x="9645" y="48640"/>
                    <a:pt x="12682" y="48640"/>
                    <a:pt x="13289" y="48640"/>
                  </a:cubicBezTo>
                  <a:cubicBezTo>
                    <a:pt x="15718" y="48640"/>
                    <a:pt x="16629" y="48048"/>
                    <a:pt x="17237" y="45383"/>
                  </a:cubicBezTo>
                  <a:cubicBezTo>
                    <a:pt x="27561" y="14000"/>
                    <a:pt x="47603" y="6598"/>
                    <a:pt x="57927" y="6598"/>
                  </a:cubicBezTo>
                  <a:cubicBezTo>
                    <a:pt x="63697" y="6598"/>
                    <a:pt x="74325" y="9263"/>
                    <a:pt x="74325" y="26435"/>
                  </a:cubicBezTo>
                  <a:cubicBezTo>
                    <a:pt x="74325" y="35613"/>
                    <a:pt x="69163" y="55450"/>
                    <a:pt x="57927" y="96899"/>
                  </a:cubicBezTo>
                  <a:cubicBezTo>
                    <a:pt x="53069" y="115256"/>
                    <a:pt x="42441" y="127691"/>
                    <a:pt x="29080" y="127691"/>
                  </a:cubicBezTo>
                  <a:cubicBezTo>
                    <a:pt x="27258" y="127691"/>
                    <a:pt x="20273" y="127691"/>
                    <a:pt x="13896" y="123842"/>
                  </a:cubicBezTo>
                  <a:cubicBezTo>
                    <a:pt x="21488" y="122361"/>
                    <a:pt x="28169" y="116144"/>
                    <a:pt x="28169" y="107854"/>
                  </a:cubicBezTo>
                  <a:cubicBezTo>
                    <a:pt x="28169" y="99860"/>
                    <a:pt x="21488" y="97492"/>
                    <a:pt x="16933" y="97492"/>
                  </a:cubicBezTo>
                  <a:cubicBezTo>
                    <a:pt x="7823" y="97492"/>
                    <a:pt x="232" y="105189"/>
                    <a:pt x="232" y="114664"/>
                  </a:cubicBezTo>
                  <a:cubicBezTo>
                    <a:pt x="232" y="128283"/>
                    <a:pt x="15415" y="134204"/>
                    <a:pt x="28776" y="134204"/>
                  </a:cubicBezTo>
                  <a:cubicBezTo>
                    <a:pt x="48818" y="134204"/>
                    <a:pt x="59749" y="113479"/>
                    <a:pt x="60660" y="111703"/>
                  </a:cubicBezTo>
                  <a:cubicBezTo>
                    <a:pt x="64304" y="122658"/>
                    <a:pt x="75236" y="134204"/>
                    <a:pt x="93456" y="134204"/>
                  </a:cubicBezTo>
                  <a:cubicBezTo>
                    <a:pt x="124733" y="134204"/>
                    <a:pt x="142042" y="96011"/>
                    <a:pt x="142042" y="88610"/>
                  </a:cubicBezTo>
                  <a:cubicBezTo>
                    <a:pt x="142042" y="85649"/>
                    <a:pt x="139309" y="85649"/>
                    <a:pt x="138398" y="85649"/>
                  </a:cubicBezTo>
                  <a:cubicBezTo>
                    <a:pt x="135665" y="85649"/>
                    <a:pt x="135057" y="86833"/>
                    <a:pt x="134450" y="88906"/>
                  </a:cubicBezTo>
                  <a:cubicBezTo>
                    <a:pt x="124429" y="120585"/>
                    <a:pt x="103780" y="127691"/>
                    <a:pt x="94063" y="127691"/>
                  </a:cubicBezTo>
                  <a:cubicBezTo>
                    <a:pt x="82220" y="127691"/>
                    <a:pt x="77362" y="118217"/>
                    <a:pt x="77362" y="108150"/>
                  </a:cubicBezTo>
                  <a:cubicBezTo>
                    <a:pt x="77362" y="101637"/>
                    <a:pt x="79184" y="95123"/>
                    <a:pt x="82524" y="82096"/>
                  </a:cubicBezTo>
                  <a:lnTo>
                    <a:pt x="92848" y="41534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D1D1BFA-BC37-86FF-8FF4-BCC75514E09C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9001890" y="4317253"/>
              <a:ext cx="77372" cy="137613"/>
            </a:xfrm>
            <a:custGeom>
              <a:avLst/>
              <a:gdLst>
                <a:gd name="csX0" fmla="*/ 48277 w 77372"/>
                <a:gd name="csY0" fmla="*/ 5889 h 137613"/>
                <a:gd name="csX1" fmla="*/ 41900 w 77372"/>
                <a:gd name="csY1" fmla="*/ 86 h 137613"/>
                <a:gd name="csX2" fmla="*/ 237 w 77372"/>
                <a:gd name="csY2" fmla="*/ 13350 h 137613"/>
                <a:gd name="csX3" fmla="*/ 237 w 77372"/>
                <a:gd name="csY3" fmla="*/ 20811 h 137613"/>
                <a:gd name="csX4" fmla="*/ 31059 w 77372"/>
                <a:gd name="csY4" fmla="*/ 15008 h 137613"/>
                <a:gd name="csX5" fmla="*/ 31059 w 77372"/>
                <a:gd name="csY5" fmla="*/ 120705 h 137613"/>
                <a:gd name="csX6" fmla="*/ 9803 w 77372"/>
                <a:gd name="csY6" fmla="*/ 130238 h 137613"/>
                <a:gd name="csX7" fmla="*/ 1725 w 77372"/>
                <a:gd name="csY7" fmla="*/ 130238 h 137613"/>
                <a:gd name="csX8" fmla="*/ 1725 w 77372"/>
                <a:gd name="csY8" fmla="*/ 137699 h 137613"/>
                <a:gd name="csX9" fmla="*/ 39562 w 77372"/>
                <a:gd name="csY9" fmla="*/ 136870 h 137613"/>
                <a:gd name="csX10" fmla="*/ 77610 w 77372"/>
                <a:gd name="csY10" fmla="*/ 137699 h 137613"/>
                <a:gd name="csX11" fmla="*/ 77610 w 77372"/>
                <a:gd name="csY11" fmla="*/ 130238 h 137613"/>
                <a:gd name="csX12" fmla="*/ 69533 w 77372"/>
                <a:gd name="csY12" fmla="*/ 130238 h 137613"/>
                <a:gd name="csX13" fmla="*/ 48277 w 77372"/>
                <a:gd name="csY13" fmla="*/ 120705 h 137613"/>
                <a:gd name="csX14" fmla="*/ 48277 w 77372"/>
                <a:gd name="csY14" fmla="*/ 5889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72" h="137613">
                  <a:moveTo>
                    <a:pt x="48277" y="5889"/>
                  </a:moveTo>
                  <a:cubicBezTo>
                    <a:pt x="48277" y="293"/>
                    <a:pt x="47852" y="86"/>
                    <a:pt x="41900" y="86"/>
                  </a:cubicBezTo>
                  <a:cubicBezTo>
                    <a:pt x="28296" y="13143"/>
                    <a:pt x="8953" y="13350"/>
                    <a:pt x="237" y="13350"/>
                  </a:cubicBezTo>
                  <a:lnTo>
                    <a:pt x="237" y="20811"/>
                  </a:lnTo>
                  <a:cubicBezTo>
                    <a:pt x="5339" y="20811"/>
                    <a:pt x="19368" y="20811"/>
                    <a:pt x="31059" y="15008"/>
                  </a:cubicBezTo>
                  <a:lnTo>
                    <a:pt x="31059" y="120705"/>
                  </a:lnTo>
                  <a:cubicBezTo>
                    <a:pt x="31059" y="127544"/>
                    <a:pt x="31059" y="130238"/>
                    <a:pt x="9803" y="130238"/>
                  </a:cubicBezTo>
                  <a:lnTo>
                    <a:pt x="1725" y="130238"/>
                  </a:lnTo>
                  <a:lnTo>
                    <a:pt x="1725" y="137699"/>
                  </a:lnTo>
                  <a:cubicBezTo>
                    <a:pt x="5552" y="137492"/>
                    <a:pt x="31697" y="136870"/>
                    <a:pt x="39562" y="136870"/>
                  </a:cubicBezTo>
                  <a:cubicBezTo>
                    <a:pt x="46151" y="136870"/>
                    <a:pt x="72934" y="137492"/>
                    <a:pt x="77610" y="137699"/>
                  </a:cubicBezTo>
                  <a:lnTo>
                    <a:pt x="77610" y="130238"/>
                  </a:lnTo>
                  <a:lnTo>
                    <a:pt x="69533" y="130238"/>
                  </a:lnTo>
                  <a:cubicBezTo>
                    <a:pt x="48277" y="130238"/>
                    <a:pt x="48277" y="127544"/>
                    <a:pt x="48277" y="120705"/>
                  </a:cubicBezTo>
                  <a:lnTo>
                    <a:pt x="48277" y="5889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DE895BA-9522-3DE2-00EC-0B6D0E67D35C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141062" y="4379073"/>
              <a:ext cx="35528" cy="88524"/>
            </a:xfrm>
            <a:custGeom>
              <a:avLst/>
              <a:gdLst>
                <a:gd name="csX0" fmla="*/ 35770 w 35528"/>
                <a:gd name="csY0" fmla="*/ 31172 h 88524"/>
                <a:gd name="csX1" fmla="*/ 16336 w 35528"/>
                <a:gd name="csY1" fmla="*/ 85 h 88524"/>
                <a:gd name="csX2" fmla="*/ 242 w 35528"/>
                <a:gd name="csY2" fmla="*/ 15776 h 88524"/>
                <a:gd name="csX3" fmla="*/ 16336 w 35528"/>
                <a:gd name="csY3" fmla="*/ 31468 h 88524"/>
                <a:gd name="csX4" fmla="*/ 26964 w 35528"/>
                <a:gd name="csY4" fmla="*/ 27619 h 88524"/>
                <a:gd name="csX5" fmla="*/ 28482 w 35528"/>
                <a:gd name="csY5" fmla="*/ 26731 h 88524"/>
                <a:gd name="csX6" fmla="*/ 29090 w 35528"/>
                <a:gd name="csY6" fmla="*/ 31172 h 88524"/>
                <a:gd name="csX7" fmla="*/ 8441 w 35528"/>
                <a:gd name="csY7" fmla="*/ 80616 h 88524"/>
                <a:gd name="csX8" fmla="*/ 5100 w 35528"/>
                <a:gd name="csY8" fmla="*/ 85353 h 88524"/>
                <a:gd name="csX9" fmla="*/ 8137 w 35528"/>
                <a:gd name="csY9" fmla="*/ 88610 h 88524"/>
                <a:gd name="csX10" fmla="*/ 35770 w 35528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28" h="88524">
                  <a:moveTo>
                    <a:pt x="35770" y="31172"/>
                  </a:moveTo>
                  <a:cubicBezTo>
                    <a:pt x="35770" y="11631"/>
                    <a:pt x="28179" y="85"/>
                    <a:pt x="16336" y="85"/>
                  </a:cubicBezTo>
                  <a:cubicBezTo>
                    <a:pt x="6315" y="85"/>
                    <a:pt x="242" y="7486"/>
                    <a:pt x="242" y="15776"/>
                  </a:cubicBezTo>
                  <a:cubicBezTo>
                    <a:pt x="242" y="23770"/>
                    <a:pt x="6315" y="31468"/>
                    <a:pt x="16336" y="31468"/>
                  </a:cubicBezTo>
                  <a:cubicBezTo>
                    <a:pt x="19980" y="31468"/>
                    <a:pt x="23928" y="30284"/>
                    <a:pt x="26964" y="27619"/>
                  </a:cubicBezTo>
                  <a:cubicBezTo>
                    <a:pt x="27875" y="27027"/>
                    <a:pt x="28179" y="26731"/>
                    <a:pt x="28482" y="26731"/>
                  </a:cubicBezTo>
                  <a:cubicBezTo>
                    <a:pt x="28786" y="26731"/>
                    <a:pt x="29090" y="27027"/>
                    <a:pt x="29090" y="31172"/>
                  </a:cubicBezTo>
                  <a:cubicBezTo>
                    <a:pt x="29090" y="53081"/>
                    <a:pt x="18462" y="70845"/>
                    <a:pt x="8441" y="80616"/>
                  </a:cubicBezTo>
                  <a:cubicBezTo>
                    <a:pt x="5100" y="83872"/>
                    <a:pt x="5100" y="84465"/>
                    <a:pt x="5100" y="85353"/>
                  </a:cubicBezTo>
                  <a:cubicBezTo>
                    <a:pt x="5100" y="87425"/>
                    <a:pt x="6619" y="88610"/>
                    <a:pt x="8137" y="88610"/>
                  </a:cubicBezTo>
                  <a:cubicBezTo>
                    <a:pt x="11477" y="88610"/>
                    <a:pt x="35770" y="65812"/>
                    <a:pt x="35770" y="3117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E5D4D6D-42E8-8BDF-8401-91934C188EBE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258713" y="4279593"/>
              <a:ext cx="151223" cy="134119"/>
            </a:xfrm>
            <a:custGeom>
              <a:avLst/>
              <a:gdLst>
                <a:gd name="csX0" fmla="*/ 92863 w 151223"/>
                <a:gd name="csY0" fmla="*/ 41534 h 134119"/>
                <a:gd name="csX1" fmla="*/ 122925 w 151223"/>
                <a:gd name="csY1" fmla="*/ 6598 h 134119"/>
                <a:gd name="csX2" fmla="*/ 138109 w 151223"/>
                <a:gd name="csY2" fmla="*/ 10447 h 134119"/>
                <a:gd name="csX3" fmla="*/ 123533 w 151223"/>
                <a:gd name="csY3" fmla="*/ 26435 h 134119"/>
                <a:gd name="csX4" fmla="*/ 135072 w 151223"/>
                <a:gd name="csY4" fmla="*/ 36797 h 134119"/>
                <a:gd name="csX5" fmla="*/ 151470 w 151223"/>
                <a:gd name="csY5" fmla="*/ 19625 h 134119"/>
                <a:gd name="csX6" fmla="*/ 123229 w 151223"/>
                <a:gd name="csY6" fmla="*/ 85 h 134119"/>
                <a:gd name="csX7" fmla="*/ 91345 w 151223"/>
                <a:gd name="csY7" fmla="*/ 22586 h 134119"/>
                <a:gd name="csX8" fmla="*/ 58549 w 151223"/>
                <a:gd name="csY8" fmla="*/ 85 h 134119"/>
                <a:gd name="csX9" fmla="*/ 9660 w 151223"/>
                <a:gd name="csY9" fmla="*/ 45679 h 134119"/>
                <a:gd name="csX10" fmla="*/ 13304 w 151223"/>
                <a:gd name="csY10" fmla="*/ 48640 h 134119"/>
                <a:gd name="csX11" fmla="*/ 17251 w 151223"/>
                <a:gd name="csY11" fmla="*/ 45383 h 134119"/>
                <a:gd name="csX12" fmla="*/ 57942 w 151223"/>
                <a:gd name="csY12" fmla="*/ 6598 h 134119"/>
                <a:gd name="csX13" fmla="*/ 74340 w 151223"/>
                <a:gd name="csY13" fmla="*/ 26435 h 134119"/>
                <a:gd name="csX14" fmla="*/ 57942 w 151223"/>
                <a:gd name="csY14" fmla="*/ 96899 h 134119"/>
                <a:gd name="csX15" fmla="*/ 29094 w 151223"/>
                <a:gd name="csY15" fmla="*/ 127691 h 134119"/>
                <a:gd name="csX16" fmla="*/ 13911 w 151223"/>
                <a:gd name="csY16" fmla="*/ 123842 h 134119"/>
                <a:gd name="csX17" fmla="*/ 28183 w 151223"/>
                <a:gd name="csY17" fmla="*/ 107854 h 134119"/>
                <a:gd name="csX18" fmla="*/ 16948 w 151223"/>
                <a:gd name="csY18" fmla="*/ 97492 h 134119"/>
                <a:gd name="csX19" fmla="*/ 246 w 151223"/>
                <a:gd name="csY19" fmla="*/ 114664 h 134119"/>
                <a:gd name="csX20" fmla="*/ 28791 w 151223"/>
                <a:gd name="csY20" fmla="*/ 134204 h 134119"/>
                <a:gd name="csX21" fmla="*/ 60675 w 151223"/>
                <a:gd name="csY21" fmla="*/ 111703 h 134119"/>
                <a:gd name="csX22" fmla="*/ 93470 w 151223"/>
                <a:gd name="csY22" fmla="*/ 134204 h 134119"/>
                <a:gd name="csX23" fmla="*/ 142056 w 151223"/>
                <a:gd name="csY23" fmla="*/ 88610 h 134119"/>
                <a:gd name="csX24" fmla="*/ 138412 w 151223"/>
                <a:gd name="csY24" fmla="*/ 85649 h 134119"/>
                <a:gd name="csX25" fmla="*/ 134465 w 151223"/>
                <a:gd name="csY25" fmla="*/ 88906 h 134119"/>
                <a:gd name="csX26" fmla="*/ 94078 w 151223"/>
                <a:gd name="csY26" fmla="*/ 127691 h 134119"/>
                <a:gd name="csX27" fmla="*/ 77376 w 151223"/>
                <a:gd name="csY27" fmla="*/ 108150 h 134119"/>
                <a:gd name="csX28" fmla="*/ 82539 w 151223"/>
                <a:gd name="csY28" fmla="*/ 82096 h 134119"/>
                <a:gd name="csX29" fmla="*/ 92863 w 151223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223" h="134119">
                  <a:moveTo>
                    <a:pt x="92863" y="41534"/>
                  </a:moveTo>
                  <a:cubicBezTo>
                    <a:pt x="94685" y="33837"/>
                    <a:pt x="101669" y="6598"/>
                    <a:pt x="122925" y="6598"/>
                  </a:cubicBezTo>
                  <a:cubicBezTo>
                    <a:pt x="124444" y="6598"/>
                    <a:pt x="131732" y="6598"/>
                    <a:pt x="138109" y="10447"/>
                  </a:cubicBezTo>
                  <a:cubicBezTo>
                    <a:pt x="129606" y="11927"/>
                    <a:pt x="123533" y="19329"/>
                    <a:pt x="123533" y="26435"/>
                  </a:cubicBezTo>
                  <a:cubicBezTo>
                    <a:pt x="123533" y="31172"/>
                    <a:pt x="126873" y="36797"/>
                    <a:pt x="135072" y="36797"/>
                  </a:cubicBezTo>
                  <a:cubicBezTo>
                    <a:pt x="141753" y="36797"/>
                    <a:pt x="151470" y="31468"/>
                    <a:pt x="151470" y="19625"/>
                  </a:cubicBezTo>
                  <a:cubicBezTo>
                    <a:pt x="151470" y="4230"/>
                    <a:pt x="133554" y="85"/>
                    <a:pt x="123229" y="85"/>
                  </a:cubicBezTo>
                  <a:cubicBezTo>
                    <a:pt x="105617" y="85"/>
                    <a:pt x="94989" y="15776"/>
                    <a:pt x="91345" y="22586"/>
                  </a:cubicBezTo>
                  <a:cubicBezTo>
                    <a:pt x="83753" y="3045"/>
                    <a:pt x="67355" y="85"/>
                    <a:pt x="58549" y="85"/>
                  </a:cubicBezTo>
                  <a:cubicBezTo>
                    <a:pt x="26969" y="85"/>
                    <a:pt x="9660" y="38278"/>
                    <a:pt x="9660" y="45679"/>
                  </a:cubicBezTo>
                  <a:cubicBezTo>
                    <a:pt x="9660" y="48640"/>
                    <a:pt x="12696" y="48640"/>
                    <a:pt x="13304" y="48640"/>
                  </a:cubicBezTo>
                  <a:cubicBezTo>
                    <a:pt x="15733" y="48640"/>
                    <a:pt x="16644" y="48048"/>
                    <a:pt x="17251" y="45383"/>
                  </a:cubicBezTo>
                  <a:cubicBezTo>
                    <a:pt x="27576" y="14000"/>
                    <a:pt x="47617" y="6598"/>
                    <a:pt x="57942" y="6598"/>
                  </a:cubicBezTo>
                  <a:cubicBezTo>
                    <a:pt x="63712" y="6598"/>
                    <a:pt x="74340" y="9263"/>
                    <a:pt x="74340" y="26435"/>
                  </a:cubicBezTo>
                  <a:cubicBezTo>
                    <a:pt x="74340" y="35613"/>
                    <a:pt x="69177" y="55450"/>
                    <a:pt x="57942" y="96899"/>
                  </a:cubicBezTo>
                  <a:cubicBezTo>
                    <a:pt x="53083" y="115256"/>
                    <a:pt x="42455" y="127691"/>
                    <a:pt x="29094" y="127691"/>
                  </a:cubicBezTo>
                  <a:cubicBezTo>
                    <a:pt x="27272" y="127691"/>
                    <a:pt x="20288" y="127691"/>
                    <a:pt x="13911" y="123842"/>
                  </a:cubicBezTo>
                  <a:cubicBezTo>
                    <a:pt x="21503" y="122361"/>
                    <a:pt x="28183" y="116144"/>
                    <a:pt x="28183" y="107854"/>
                  </a:cubicBezTo>
                  <a:cubicBezTo>
                    <a:pt x="28183" y="99860"/>
                    <a:pt x="21503" y="97492"/>
                    <a:pt x="16948" y="97492"/>
                  </a:cubicBezTo>
                  <a:cubicBezTo>
                    <a:pt x="7838" y="97492"/>
                    <a:pt x="246" y="105189"/>
                    <a:pt x="246" y="114664"/>
                  </a:cubicBezTo>
                  <a:cubicBezTo>
                    <a:pt x="246" y="128283"/>
                    <a:pt x="15429" y="134204"/>
                    <a:pt x="28791" y="134204"/>
                  </a:cubicBezTo>
                  <a:cubicBezTo>
                    <a:pt x="48832" y="134204"/>
                    <a:pt x="59764" y="113479"/>
                    <a:pt x="60675" y="111703"/>
                  </a:cubicBezTo>
                  <a:cubicBezTo>
                    <a:pt x="64319" y="122658"/>
                    <a:pt x="75251" y="134204"/>
                    <a:pt x="93470" y="134204"/>
                  </a:cubicBezTo>
                  <a:cubicBezTo>
                    <a:pt x="124747" y="134204"/>
                    <a:pt x="142056" y="96011"/>
                    <a:pt x="142056" y="88610"/>
                  </a:cubicBezTo>
                  <a:cubicBezTo>
                    <a:pt x="142056" y="85649"/>
                    <a:pt x="139323" y="85649"/>
                    <a:pt x="138412" y="85649"/>
                  </a:cubicBezTo>
                  <a:cubicBezTo>
                    <a:pt x="135679" y="85649"/>
                    <a:pt x="135072" y="86833"/>
                    <a:pt x="134465" y="88906"/>
                  </a:cubicBezTo>
                  <a:cubicBezTo>
                    <a:pt x="124444" y="120585"/>
                    <a:pt x="103795" y="127691"/>
                    <a:pt x="94078" y="127691"/>
                  </a:cubicBezTo>
                  <a:cubicBezTo>
                    <a:pt x="82235" y="127691"/>
                    <a:pt x="77376" y="118217"/>
                    <a:pt x="77376" y="108150"/>
                  </a:cubicBezTo>
                  <a:cubicBezTo>
                    <a:pt x="77376" y="101637"/>
                    <a:pt x="79198" y="95123"/>
                    <a:pt x="82539" y="82096"/>
                  </a:cubicBezTo>
                  <a:lnTo>
                    <a:pt x="92863" y="41534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96C27B1-5297-C768-6635-C4D710271BB0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9436849" y="4317253"/>
              <a:ext cx="93952" cy="137613"/>
            </a:xfrm>
            <a:custGeom>
              <a:avLst/>
              <a:gdLst>
                <a:gd name="csX0" fmla="*/ 94205 w 93952"/>
                <a:gd name="csY0" fmla="*/ 99980 h 137613"/>
                <a:gd name="csX1" fmla="*/ 86978 w 93952"/>
                <a:gd name="csY1" fmla="*/ 99980 h 137613"/>
                <a:gd name="csX2" fmla="*/ 81451 w 93952"/>
                <a:gd name="csY2" fmla="*/ 118840 h 137613"/>
                <a:gd name="csX3" fmla="*/ 60407 w 93952"/>
                <a:gd name="csY3" fmla="*/ 120083 h 137613"/>
                <a:gd name="csX4" fmla="*/ 21296 w 93952"/>
                <a:gd name="csY4" fmla="*/ 120083 h 137613"/>
                <a:gd name="csX5" fmla="*/ 63808 w 93952"/>
                <a:gd name="csY5" fmla="*/ 85265 h 137613"/>
                <a:gd name="csX6" fmla="*/ 94205 w 93952"/>
                <a:gd name="csY6" fmla="*/ 40500 h 137613"/>
                <a:gd name="csX7" fmla="*/ 44465 w 93952"/>
                <a:gd name="csY7" fmla="*/ 86 h 137613"/>
                <a:gd name="csX8" fmla="*/ 252 w 93952"/>
                <a:gd name="csY8" fmla="*/ 37184 h 137613"/>
                <a:gd name="csX9" fmla="*/ 11518 w 93952"/>
                <a:gd name="csY9" fmla="*/ 48790 h 137613"/>
                <a:gd name="csX10" fmla="*/ 22784 w 93952"/>
                <a:gd name="csY10" fmla="*/ 37805 h 137613"/>
                <a:gd name="csX11" fmla="*/ 10243 w 93952"/>
                <a:gd name="csY11" fmla="*/ 26821 h 137613"/>
                <a:gd name="csX12" fmla="*/ 41277 w 93952"/>
                <a:gd name="csY12" fmla="*/ 7547 h 137613"/>
                <a:gd name="csX13" fmla="*/ 73586 w 93952"/>
                <a:gd name="csY13" fmla="*/ 40500 h 137613"/>
                <a:gd name="csX14" fmla="*/ 53605 w 93952"/>
                <a:gd name="csY14" fmla="*/ 80291 h 137613"/>
                <a:gd name="csX15" fmla="*/ 2378 w 93952"/>
                <a:gd name="csY15" fmla="*/ 129617 h 137613"/>
                <a:gd name="csX16" fmla="*/ 252 w 93952"/>
                <a:gd name="csY16" fmla="*/ 137699 h 137613"/>
                <a:gd name="csX17" fmla="*/ 87828 w 93952"/>
                <a:gd name="csY17" fmla="*/ 137699 h 137613"/>
                <a:gd name="csX18" fmla="*/ 94205 w 93952"/>
                <a:gd name="csY18" fmla="*/ 99980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3952" h="137613">
                  <a:moveTo>
                    <a:pt x="94205" y="99980"/>
                  </a:moveTo>
                  <a:lnTo>
                    <a:pt x="86978" y="99980"/>
                  </a:lnTo>
                  <a:cubicBezTo>
                    <a:pt x="86340" y="104540"/>
                    <a:pt x="84214" y="116767"/>
                    <a:pt x="81451" y="118840"/>
                  </a:cubicBezTo>
                  <a:cubicBezTo>
                    <a:pt x="79751" y="120083"/>
                    <a:pt x="63383" y="120083"/>
                    <a:pt x="60407" y="120083"/>
                  </a:cubicBezTo>
                  <a:lnTo>
                    <a:pt x="21296" y="120083"/>
                  </a:lnTo>
                  <a:cubicBezTo>
                    <a:pt x="43615" y="100809"/>
                    <a:pt x="51055" y="95006"/>
                    <a:pt x="63808" y="85265"/>
                  </a:cubicBezTo>
                  <a:cubicBezTo>
                    <a:pt x="79538" y="73038"/>
                    <a:pt x="94205" y="60188"/>
                    <a:pt x="94205" y="40500"/>
                  </a:cubicBezTo>
                  <a:cubicBezTo>
                    <a:pt x="94205" y="15423"/>
                    <a:pt x="71673" y="86"/>
                    <a:pt x="44465" y="86"/>
                  </a:cubicBezTo>
                  <a:cubicBezTo>
                    <a:pt x="18107" y="86"/>
                    <a:pt x="252" y="18117"/>
                    <a:pt x="252" y="37184"/>
                  </a:cubicBezTo>
                  <a:cubicBezTo>
                    <a:pt x="252" y="47753"/>
                    <a:pt x="9392" y="48790"/>
                    <a:pt x="11518" y="48790"/>
                  </a:cubicBezTo>
                  <a:cubicBezTo>
                    <a:pt x="16619" y="48790"/>
                    <a:pt x="22784" y="45266"/>
                    <a:pt x="22784" y="37805"/>
                  </a:cubicBezTo>
                  <a:cubicBezTo>
                    <a:pt x="22784" y="34075"/>
                    <a:pt x="21296" y="26821"/>
                    <a:pt x="10243" y="26821"/>
                  </a:cubicBezTo>
                  <a:cubicBezTo>
                    <a:pt x="16832" y="12107"/>
                    <a:pt x="31286" y="7547"/>
                    <a:pt x="41277" y="7547"/>
                  </a:cubicBezTo>
                  <a:cubicBezTo>
                    <a:pt x="62533" y="7547"/>
                    <a:pt x="73586" y="23713"/>
                    <a:pt x="73586" y="40500"/>
                  </a:cubicBezTo>
                  <a:cubicBezTo>
                    <a:pt x="73586" y="58530"/>
                    <a:pt x="60407" y="72831"/>
                    <a:pt x="53605" y="80291"/>
                  </a:cubicBezTo>
                  <a:lnTo>
                    <a:pt x="2378" y="129617"/>
                  </a:lnTo>
                  <a:cubicBezTo>
                    <a:pt x="252" y="131482"/>
                    <a:pt x="252" y="131896"/>
                    <a:pt x="252" y="137699"/>
                  </a:cubicBezTo>
                  <a:lnTo>
                    <a:pt x="87828" y="137699"/>
                  </a:lnTo>
                  <a:lnTo>
                    <a:pt x="94205" y="99980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E66ACAC-2FCA-E29D-6782-AE7220B4510A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9585799" y="4379073"/>
              <a:ext cx="35528" cy="88524"/>
            </a:xfrm>
            <a:custGeom>
              <a:avLst/>
              <a:gdLst>
                <a:gd name="csX0" fmla="*/ 35785 w 35528"/>
                <a:gd name="csY0" fmla="*/ 31172 h 88524"/>
                <a:gd name="csX1" fmla="*/ 16351 w 35528"/>
                <a:gd name="csY1" fmla="*/ 85 h 88524"/>
                <a:gd name="csX2" fmla="*/ 257 w 35528"/>
                <a:gd name="csY2" fmla="*/ 15776 h 88524"/>
                <a:gd name="csX3" fmla="*/ 16351 w 35528"/>
                <a:gd name="csY3" fmla="*/ 31468 h 88524"/>
                <a:gd name="csX4" fmla="*/ 26979 w 35528"/>
                <a:gd name="csY4" fmla="*/ 27619 h 88524"/>
                <a:gd name="csX5" fmla="*/ 28497 w 35528"/>
                <a:gd name="csY5" fmla="*/ 26731 h 88524"/>
                <a:gd name="csX6" fmla="*/ 29104 w 35528"/>
                <a:gd name="csY6" fmla="*/ 31172 h 88524"/>
                <a:gd name="csX7" fmla="*/ 8455 w 35528"/>
                <a:gd name="csY7" fmla="*/ 80616 h 88524"/>
                <a:gd name="csX8" fmla="*/ 5115 w 35528"/>
                <a:gd name="csY8" fmla="*/ 85353 h 88524"/>
                <a:gd name="csX9" fmla="*/ 8152 w 35528"/>
                <a:gd name="csY9" fmla="*/ 88610 h 88524"/>
                <a:gd name="csX10" fmla="*/ 35785 w 35528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28" h="88524">
                  <a:moveTo>
                    <a:pt x="35785" y="31172"/>
                  </a:moveTo>
                  <a:cubicBezTo>
                    <a:pt x="35785" y="11631"/>
                    <a:pt x="28193" y="85"/>
                    <a:pt x="16351" y="85"/>
                  </a:cubicBezTo>
                  <a:cubicBezTo>
                    <a:pt x="6330" y="85"/>
                    <a:pt x="257" y="7486"/>
                    <a:pt x="257" y="15776"/>
                  </a:cubicBezTo>
                  <a:cubicBezTo>
                    <a:pt x="257" y="23770"/>
                    <a:pt x="6330" y="31468"/>
                    <a:pt x="16351" y="31468"/>
                  </a:cubicBezTo>
                  <a:cubicBezTo>
                    <a:pt x="19995" y="31468"/>
                    <a:pt x="23942" y="30284"/>
                    <a:pt x="26979" y="27619"/>
                  </a:cubicBezTo>
                  <a:cubicBezTo>
                    <a:pt x="27890" y="27027"/>
                    <a:pt x="28193" y="26731"/>
                    <a:pt x="28497" y="26731"/>
                  </a:cubicBezTo>
                  <a:cubicBezTo>
                    <a:pt x="28801" y="26731"/>
                    <a:pt x="29104" y="27027"/>
                    <a:pt x="29104" y="31172"/>
                  </a:cubicBezTo>
                  <a:cubicBezTo>
                    <a:pt x="29104" y="53081"/>
                    <a:pt x="18476" y="70845"/>
                    <a:pt x="8455" y="80616"/>
                  </a:cubicBezTo>
                  <a:cubicBezTo>
                    <a:pt x="5115" y="83872"/>
                    <a:pt x="5115" y="84465"/>
                    <a:pt x="5115" y="85353"/>
                  </a:cubicBezTo>
                  <a:cubicBezTo>
                    <a:pt x="5115" y="87425"/>
                    <a:pt x="6633" y="88610"/>
                    <a:pt x="8152" y="88610"/>
                  </a:cubicBezTo>
                  <a:cubicBezTo>
                    <a:pt x="11492" y="88610"/>
                    <a:pt x="35785" y="65812"/>
                    <a:pt x="35785" y="3117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F88C8E0-F42A-D459-4602-4CA138DFA676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720758" y="4379073"/>
              <a:ext cx="32188" cy="31383"/>
            </a:xfrm>
            <a:custGeom>
              <a:avLst/>
              <a:gdLst>
                <a:gd name="csX0" fmla="*/ 32449 w 32188"/>
                <a:gd name="csY0" fmla="*/ 15776 h 31383"/>
                <a:gd name="csX1" fmla="*/ 16355 w 32188"/>
                <a:gd name="csY1" fmla="*/ 85 h 31383"/>
                <a:gd name="csX2" fmla="*/ 261 w 32188"/>
                <a:gd name="csY2" fmla="*/ 15776 h 31383"/>
                <a:gd name="csX3" fmla="*/ 16355 w 32188"/>
                <a:gd name="csY3" fmla="*/ 31468 h 31383"/>
                <a:gd name="csX4" fmla="*/ 32449 w 32188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88" h="31383">
                  <a:moveTo>
                    <a:pt x="32449" y="15776"/>
                  </a:moveTo>
                  <a:cubicBezTo>
                    <a:pt x="32449" y="7190"/>
                    <a:pt x="25161" y="85"/>
                    <a:pt x="16355" y="85"/>
                  </a:cubicBezTo>
                  <a:cubicBezTo>
                    <a:pt x="7549" y="85"/>
                    <a:pt x="261" y="7190"/>
                    <a:pt x="261" y="15776"/>
                  </a:cubicBezTo>
                  <a:cubicBezTo>
                    <a:pt x="261" y="24362"/>
                    <a:pt x="7549" y="31468"/>
                    <a:pt x="16355" y="31468"/>
                  </a:cubicBezTo>
                  <a:cubicBezTo>
                    <a:pt x="25161" y="31468"/>
                    <a:pt x="32449" y="24362"/>
                    <a:pt x="32449" y="15776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9926293-F7F7-8A7C-B1B3-717C7E486F75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9855718" y="4379073"/>
              <a:ext cx="32188" cy="31383"/>
            </a:xfrm>
            <a:custGeom>
              <a:avLst/>
              <a:gdLst>
                <a:gd name="csX0" fmla="*/ 32453 w 32188"/>
                <a:gd name="csY0" fmla="*/ 15776 h 31383"/>
                <a:gd name="csX1" fmla="*/ 16359 w 32188"/>
                <a:gd name="csY1" fmla="*/ 85 h 31383"/>
                <a:gd name="csX2" fmla="*/ 265 w 32188"/>
                <a:gd name="csY2" fmla="*/ 15776 h 31383"/>
                <a:gd name="csX3" fmla="*/ 16359 w 32188"/>
                <a:gd name="csY3" fmla="*/ 31468 h 31383"/>
                <a:gd name="csX4" fmla="*/ 32453 w 32188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88" h="31383">
                  <a:moveTo>
                    <a:pt x="32453" y="15776"/>
                  </a:moveTo>
                  <a:cubicBezTo>
                    <a:pt x="32453" y="7190"/>
                    <a:pt x="25166" y="85"/>
                    <a:pt x="16359" y="85"/>
                  </a:cubicBezTo>
                  <a:cubicBezTo>
                    <a:pt x="7553" y="85"/>
                    <a:pt x="265" y="7190"/>
                    <a:pt x="265" y="15776"/>
                  </a:cubicBezTo>
                  <a:cubicBezTo>
                    <a:pt x="265" y="24362"/>
                    <a:pt x="7553" y="31468"/>
                    <a:pt x="16359" y="31468"/>
                  </a:cubicBezTo>
                  <a:cubicBezTo>
                    <a:pt x="25166" y="31468"/>
                    <a:pt x="32453" y="24362"/>
                    <a:pt x="32453" y="15776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2F26A70-6230-26C2-8286-A6816F980841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9990677" y="4379073"/>
              <a:ext cx="32188" cy="31383"/>
            </a:xfrm>
            <a:custGeom>
              <a:avLst/>
              <a:gdLst>
                <a:gd name="csX0" fmla="*/ 32458 w 32188"/>
                <a:gd name="csY0" fmla="*/ 15776 h 31383"/>
                <a:gd name="csX1" fmla="*/ 16364 w 32188"/>
                <a:gd name="csY1" fmla="*/ 85 h 31383"/>
                <a:gd name="csX2" fmla="*/ 270 w 32188"/>
                <a:gd name="csY2" fmla="*/ 15776 h 31383"/>
                <a:gd name="csX3" fmla="*/ 16364 w 32188"/>
                <a:gd name="csY3" fmla="*/ 31468 h 31383"/>
                <a:gd name="csX4" fmla="*/ 32458 w 32188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88" h="31383">
                  <a:moveTo>
                    <a:pt x="32458" y="15776"/>
                  </a:moveTo>
                  <a:cubicBezTo>
                    <a:pt x="32458" y="7190"/>
                    <a:pt x="25170" y="85"/>
                    <a:pt x="16364" y="85"/>
                  </a:cubicBezTo>
                  <a:cubicBezTo>
                    <a:pt x="7558" y="85"/>
                    <a:pt x="270" y="7190"/>
                    <a:pt x="270" y="15776"/>
                  </a:cubicBezTo>
                  <a:cubicBezTo>
                    <a:pt x="270" y="24362"/>
                    <a:pt x="7558" y="31468"/>
                    <a:pt x="16364" y="31468"/>
                  </a:cubicBezTo>
                  <a:cubicBezTo>
                    <a:pt x="25170" y="31468"/>
                    <a:pt x="32458" y="24362"/>
                    <a:pt x="32458" y="15776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C4B723A-A018-6977-6D13-EEFE79A6D1D3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125637" y="4379073"/>
              <a:ext cx="35528" cy="88524"/>
            </a:xfrm>
            <a:custGeom>
              <a:avLst/>
              <a:gdLst>
                <a:gd name="csX0" fmla="*/ 35803 w 35528"/>
                <a:gd name="csY0" fmla="*/ 31172 h 88524"/>
                <a:gd name="csX1" fmla="*/ 16368 w 35528"/>
                <a:gd name="csY1" fmla="*/ 85 h 88524"/>
                <a:gd name="csX2" fmla="*/ 274 w 35528"/>
                <a:gd name="csY2" fmla="*/ 15776 h 88524"/>
                <a:gd name="csX3" fmla="*/ 16368 w 35528"/>
                <a:gd name="csY3" fmla="*/ 31468 h 88524"/>
                <a:gd name="csX4" fmla="*/ 26996 w 35528"/>
                <a:gd name="csY4" fmla="*/ 27619 h 88524"/>
                <a:gd name="csX5" fmla="*/ 28515 w 35528"/>
                <a:gd name="csY5" fmla="*/ 26731 h 88524"/>
                <a:gd name="csX6" fmla="*/ 29122 w 35528"/>
                <a:gd name="csY6" fmla="*/ 31172 h 88524"/>
                <a:gd name="csX7" fmla="*/ 8473 w 35528"/>
                <a:gd name="csY7" fmla="*/ 80616 h 88524"/>
                <a:gd name="csX8" fmla="*/ 5133 w 35528"/>
                <a:gd name="csY8" fmla="*/ 85353 h 88524"/>
                <a:gd name="csX9" fmla="*/ 8169 w 35528"/>
                <a:gd name="csY9" fmla="*/ 88610 h 88524"/>
                <a:gd name="csX10" fmla="*/ 35803 w 35528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28" h="88524">
                  <a:moveTo>
                    <a:pt x="35803" y="31172"/>
                  </a:moveTo>
                  <a:cubicBezTo>
                    <a:pt x="35803" y="11631"/>
                    <a:pt x="28211" y="85"/>
                    <a:pt x="16368" y="85"/>
                  </a:cubicBezTo>
                  <a:cubicBezTo>
                    <a:pt x="6347" y="85"/>
                    <a:pt x="274" y="7486"/>
                    <a:pt x="274" y="15776"/>
                  </a:cubicBezTo>
                  <a:cubicBezTo>
                    <a:pt x="274" y="23770"/>
                    <a:pt x="6347" y="31468"/>
                    <a:pt x="16368" y="31468"/>
                  </a:cubicBezTo>
                  <a:cubicBezTo>
                    <a:pt x="20012" y="31468"/>
                    <a:pt x="23960" y="30284"/>
                    <a:pt x="26996" y="27619"/>
                  </a:cubicBezTo>
                  <a:cubicBezTo>
                    <a:pt x="27907" y="27027"/>
                    <a:pt x="28211" y="26731"/>
                    <a:pt x="28515" y="26731"/>
                  </a:cubicBezTo>
                  <a:cubicBezTo>
                    <a:pt x="28818" y="26731"/>
                    <a:pt x="29122" y="27027"/>
                    <a:pt x="29122" y="31172"/>
                  </a:cubicBezTo>
                  <a:cubicBezTo>
                    <a:pt x="29122" y="53081"/>
                    <a:pt x="18494" y="70845"/>
                    <a:pt x="8473" y="80616"/>
                  </a:cubicBezTo>
                  <a:cubicBezTo>
                    <a:pt x="5133" y="83872"/>
                    <a:pt x="5133" y="84465"/>
                    <a:pt x="5133" y="85353"/>
                  </a:cubicBezTo>
                  <a:cubicBezTo>
                    <a:pt x="5133" y="87425"/>
                    <a:pt x="6651" y="88610"/>
                    <a:pt x="8169" y="88610"/>
                  </a:cubicBezTo>
                  <a:cubicBezTo>
                    <a:pt x="11510" y="88610"/>
                    <a:pt x="35803" y="65812"/>
                    <a:pt x="35803" y="3117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88D9544-F672-557A-4ACA-80580D4C6B44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0243288" y="4279593"/>
              <a:ext cx="151223" cy="134119"/>
            </a:xfrm>
            <a:custGeom>
              <a:avLst/>
              <a:gdLst>
                <a:gd name="csX0" fmla="*/ 92895 w 151223"/>
                <a:gd name="csY0" fmla="*/ 41534 h 134119"/>
                <a:gd name="csX1" fmla="*/ 122958 w 151223"/>
                <a:gd name="csY1" fmla="*/ 6598 h 134119"/>
                <a:gd name="csX2" fmla="*/ 138141 w 151223"/>
                <a:gd name="csY2" fmla="*/ 10447 h 134119"/>
                <a:gd name="csX3" fmla="*/ 123565 w 151223"/>
                <a:gd name="csY3" fmla="*/ 26435 h 134119"/>
                <a:gd name="csX4" fmla="*/ 135104 w 151223"/>
                <a:gd name="csY4" fmla="*/ 36797 h 134119"/>
                <a:gd name="csX5" fmla="*/ 151502 w 151223"/>
                <a:gd name="csY5" fmla="*/ 19625 h 134119"/>
                <a:gd name="csX6" fmla="*/ 123261 w 151223"/>
                <a:gd name="csY6" fmla="*/ 85 h 134119"/>
                <a:gd name="csX7" fmla="*/ 91377 w 151223"/>
                <a:gd name="csY7" fmla="*/ 22586 h 134119"/>
                <a:gd name="csX8" fmla="*/ 58582 w 151223"/>
                <a:gd name="csY8" fmla="*/ 85 h 134119"/>
                <a:gd name="csX9" fmla="*/ 9692 w 151223"/>
                <a:gd name="csY9" fmla="*/ 45679 h 134119"/>
                <a:gd name="csX10" fmla="*/ 13336 w 151223"/>
                <a:gd name="csY10" fmla="*/ 48640 h 134119"/>
                <a:gd name="csX11" fmla="*/ 17284 w 151223"/>
                <a:gd name="csY11" fmla="*/ 45383 h 134119"/>
                <a:gd name="csX12" fmla="*/ 57974 w 151223"/>
                <a:gd name="csY12" fmla="*/ 6598 h 134119"/>
                <a:gd name="csX13" fmla="*/ 74372 w 151223"/>
                <a:gd name="csY13" fmla="*/ 26435 h 134119"/>
                <a:gd name="csX14" fmla="*/ 57974 w 151223"/>
                <a:gd name="csY14" fmla="*/ 96899 h 134119"/>
                <a:gd name="csX15" fmla="*/ 29126 w 151223"/>
                <a:gd name="csY15" fmla="*/ 127691 h 134119"/>
                <a:gd name="csX16" fmla="*/ 13943 w 151223"/>
                <a:gd name="csY16" fmla="*/ 123842 h 134119"/>
                <a:gd name="csX17" fmla="*/ 28215 w 151223"/>
                <a:gd name="csY17" fmla="*/ 107854 h 134119"/>
                <a:gd name="csX18" fmla="*/ 16980 w 151223"/>
                <a:gd name="csY18" fmla="*/ 97492 h 134119"/>
                <a:gd name="csX19" fmla="*/ 279 w 151223"/>
                <a:gd name="csY19" fmla="*/ 114664 h 134119"/>
                <a:gd name="csX20" fmla="*/ 28823 w 151223"/>
                <a:gd name="csY20" fmla="*/ 134204 h 134119"/>
                <a:gd name="csX21" fmla="*/ 60707 w 151223"/>
                <a:gd name="csY21" fmla="*/ 111703 h 134119"/>
                <a:gd name="csX22" fmla="*/ 93503 w 151223"/>
                <a:gd name="csY22" fmla="*/ 134204 h 134119"/>
                <a:gd name="csX23" fmla="*/ 142088 w 151223"/>
                <a:gd name="csY23" fmla="*/ 88610 h 134119"/>
                <a:gd name="csX24" fmla="*/ 138445 w 151223"/>
                <a:gd name="csY24" fmla="*/ 85649 h 134119"/>
                <a:gd name="csX25" fmla="*/ 134497 w 151223"/>
                <a:gd name="csY25" fmla="*/ 88906 h 134119"/>
                <a:gd name="csX26" fmla="*/ 94110 w 151223"/>
                <a:gd name="csY26" fmla="*/ 127691 h 134119"/>
                <a:gd name="csX27" fmla="*/ 77409 w 151223"/>
                <a:gd name="csY27" fmla="*/ 108150 h 134119"/>
                <a:gd name="csX28" fmla="*/ 82571 w 151223"/>
                <a:gd name="csY28" fmla="*/ 82096 h 134119"/>
                <a:gd name="csX29" fmla="*/ 92895 w 151223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223" h="134119">
                  <a:moveTo>
                    <a:pt x="92895" y="41534"/>
                  </a:moveTo>
                  <a:cubicBezTo>
                    <a:pt x="94717" y="33837"/>
                    <a:pt x="101701" y="6598"/>
                    <a:pt x="122958" y="6598"/>
                  </a:cubicBezTo>
                  <a:cubicBezTo>
                    <a:pt x="124476" y="6598"/>
                    <a:pt x="131764" y="6598"/>
                    <a:pt x="138141" y="10447"/>
                  </a:cubicBezTo>
                  <a:cubicBezTo>
                    <a:pt x="129638" y="11927"/>
                    <a:pt x="123565" y="19329"/>
                    <a:pt x="123565" y="26435"/>
                  </a:cubicBezTo>
                  <a:cubicBezTo>
                    <a:pt x="123565" y="31172"/>
                    <a:pt x="126905" y="36797"/>
                    <a:pt x="135104" y="36797"/>
                  </a:cubicBezTo>
                  <a:cubicBezTo>
                    <a:pt x="141785" y="36797"/>
                    <a:pt x="151502" y="31468"/>
                    <a:pt x="151502" y="19625"/>
                  </a:cubicBezTo>
                  <a:cubicBezTo>
                    <a:pt x="151502" y="4230"/>
                    <a:pt x="133586" y="85"/>
                    <a:pt x="123261" y="85"/>
                  </a:cubicBezTo>
                  <a:cubicBezTo>
                    <a:pt x="105649" y="85"/>
                    <a:pt x="95021" y="15776"/>
                    <a:pt x="91377" y="22586"/>
                  </a:cubicBezTo>
                  <a:cubicBezTo>
                    <a:pt x="83786" y="3045"/>
                    <a:pt x="67388" y="85"/>
                    <a:pt x="58582" y="85"/>
                  </a:cubicBezTo>
                  <a:cubicBezTo>
                    <a:pt x="27001" y="85"/>
                    <a:pt x="9692" y="38278"/>
                    <a:pt x="9692" y="45679"/>
                  </a:cubicBezTo>
                  <a:cubicBezTo>
                    <a:pt x="9692" y="48640"/>
                    <a:pt x="12729" y="48640"/>
                    <a:pt x="13336" y="48640"/>
                  </a:cubicBezTo>
                  <a:cubicBezTo>
                    <a:pt x="15765" y="48640"/>
                    <a:pt x="16676" y="48048"/>
                    <a:pt x="17284" y="45383"/>
                  </a:cubicBezTo>
                  <a:cubicBezTo>
                    <a:pt x="27608" y="14000"/>
                    <a:pt x="47650" y="6598"/>
                    <a:pt x="57974" y="6598"/>
                  </a:cubicBezTo>
                  <a:cubicBezTo>
                    <a:pt x="63744" y="6598"/>
                    <a:pt x="74372" y="9263"/>
                    <a:pt x="74372" y="26435"/>
                  </a:cubicBezTo>
                  <a:cubicBezTo>
                    <a:pt x="74372" y="35613"/>
                    <a:pt x="69210" y="55450"/>
                    <a:pt x="57974" y="96899"/>
                  </a:cubicBezTo>
                  <a:cubicBezTo>
                    <a:pt x="53116" y="115256"/>
                    <a:pt x="42488" y="127691"/>
                    <a:pt x="29126" y="127691"/>
                  </a:cubicBezTo>
                  <a:cubicBezTo>
                    <a:pt x="27305" y="127691"/>
                    <a:pt x="20320" y="127691"/>
                    <a:pt x="13943" y="123842"/>
                  </a:cubicBezTo>
                  <a:cubicBezTo>
                    <a:pt x="21535" y="122361"/>
                    <a:pt x="28215" y="116144"/>
                    <a:pt x="28215" y="107854"/>
                  </a:cubicBezTo>
                  <a:cubicBezTo>
                    <a:pt x="28215" y="99860"/>
                    <a:pt x="21535" y="97492"/>
                    <a:pt x="16980" y="97492"/>
                  </a:cubicBezTo>
                  <a:cubicBezTo>
                    <a:pt x="7870" y="97492"/>
                    <a:pt x="279" y="105189"/>
                    <a:pt x="279" y="114664"/>
                  </a:cubicBezTo>
                  <a:cubicBezTo>
                    <a:pt x="279" y="128283"/>
                    <a:pt x="15462" y="134204"/>
                    <a:pt x="28823" y="134204"/>
                  </a:cubicBezTo>
                  <a:cubicBezTo>
                    <a:pt x="48864" y="134204"/>
                    <a:pt x="59796" y="113479"/>
                    <a:pt x="60707" y="111703"/>
                  </a:cubicBezTo>
                  <a:cubicBezTo>
                    <a:pt x="64351" y="122658"/>
                    <a:pt x="75283" y="134204"/>
                    <a:pt x="93503" y="134204"/>
                  </a:cubicBezTo>
                  <a:cubicBezTo>
                    <a:pt x="124780" y="134204"/>
                    <a:pt x="142088" y="96011"/>
                    <a:pt x="142088" y="88610"/>
                  </a:cubicBezTo>
                  <a:cubicBezTo>
                    <a:pt x="142088" y="85649"/>
                    <a:pt x="139356" y="85649"/>
                    <a:pt x="138445" y="85649"/>
                  </a:cubicBezTo>
                  <a:cubicBezTo>
                    <a:pt x="135712" y="85649"/>
                    <a:pt x="135104" y="86833"/>
                    <a:pt x="134497" y="88906"/>
                  </a:cubicBezTo>
                  <a:cubicBezTo>
                    <a:pt x="124476" y="120585"/>
                    <a:pt x="103827" y="127691"/>
                    <a:pt x="94110" y="127691"/>
                  </a:cubicBezTo>
                  <a:cubicBezTo>
                    <a:pt x="82267" y="127691"/>
                    <a:pt x="77409" y="118217"/>
                    <a:pt x="77409" y="108150"/>
                  </a:cubicBezTo>
                  <a:cubicBezTo>
                    <a:pt x="77409" y="101637"/>
                    <a:pt x="79231" y="95123"/>
                    <a:pt x="82571" y="82096"/>
                  </a:cubicBezTo>
                  <a:lnTo>
                    <a:pt x="92895" y="41534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8CBB9AD-C48E-D68F-9986-2FE3A2D80368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0418023" y="4363470"/>
              <a:ext cx="129875" cy="93469"/>
            </a:xfrm>
            <a:custGeom>
              <a:avLst/>
              <a:gdLst>
                <a:gd name="csX0" fmla="*/ 16227 w 129875"/>
                <a:gd name="csY0" fmla="*/ 78426 h 93469"/>
                <a:gd name="csX1" fmla="*/ 14101 w 129875"/>
                <a:gd name="csY1" fmla="*/ 86923 h 93469"/>
                <a:gd name="csX2" fmla="*/ 21328 w 129875"/>
                <a:gd name="csY2" fmla="*/ 93555 h 93469"/>
                <a:gd name="csX3" fmla="*/ 29618 w 129875"/>
                <a:gd name="csY3" fmla="*/ 88996 h 93469"/>
                <a:gd name="csX4" fmla="*/ 33444 w 129875"/>
                <a:gd name="csY4" fmla="*/ 76146 h 93469"/>
                <a:gd name="csX5" fmla="*/ 38121 w 129875"/>
                <a:gd name="csY5" fmla="*/ 57494 h 93469"/>
                <a:gd name="csX6" fmla="*/ 41734 w 129875"/>
                <a:gd name="csY6" fmla="*/ 43608 h 93469"/>
                <a:gd name="csX7" fmla="*/ 50662 w 129875"/>
                <a:gd name="csY7" fmla="*/ 24956 h 93469"/>
                <a:gd name="csX8" fmla="*/ 82546 w 129875"/>
                <a:gd name="csY8" fmla="*/ 5889 h 93469"/>
                <a:gd name="csX9" fmla="*/ 95087 w 129875"/>
                <a:gd name="csY9" fmla="*/ 20397 h 93469"/>
                <a:gd name="csX10" fmla="*/ 82546 w 129875"/>
                <a:gd name="csY10" fmla="*/ 64541 h 93469"/>
                <a:gd name="csX11" fmla="*/ 79358 w 129875"/>
                <a:gd name="csY11" fmla="*/ 75732 h 93469"/>
                <a:gd name="csX12" fmla="*/ 99551 w 129875"/>
                <a:gd name="csY12" fmla="*/ 93555 h 93469"/>
                <a:gd name="csX13" fmla="*/ 130160 w 129875"/>
                <a:gd name="csY13" fmla="*/ 61846 h 93469"/>
                <a:gd name="csX14" fmla="*/ 126759 w 129875"/>
                <a:gd name="csY14" fmla="*/ 59152 h 93469"/>
                <a:gd name="csX15" fmla="*/ 122721 w 129875"/>
                <a:gd name="csY15" fmla="*/ 62675 h 93469"/>
                <a:gd name="csX16" fmla="*/ 100189 w 129875"/>
                <a:gd name="csY16" fmla="*/ 87752 h 93469"/>
                <a:gd name="csX17" fmla="*/ 94875 w 129875"/>
                <a:gd name="csY17" fmla="*/ 80499 h 93469"/>
                <a:gd name="csX18" fmla="*/ 99764 w 129875"/>
                <a:gd name="csY18" fmla="*/ 63712 h 93469"/>
                <a:gd name="csX19" fmla="*/ 111030 w 129875"/>
                <a:gd name="csY19" fmla="*/ 23713 h 93469"/>
                <a:gd name="csX20" fmla="*/ 83396 w 129875"/>
                <a:gd name="csY20" fmla="*/ 86 h 93469"/>
                <a:gd name="csX21" fmla="*/ 47473 w 129875"/>
                <a:gd name="csY21" fmla="*/ 18946 h 93469"/>
                <a:gd name="csX22" fmla="*/ 24729 w 129875"/>
                <a:gd name="csY22" fmla="*/ 86 h 93469"/>
                <a:gd name="csX23" fmla="*/ 7937 w 129875"/>
                <a:gd name="csY23" fmla="*/ 11278 h 93469"/>
                <a:gd name="csX24" fmla="*/ 284 w 129875"/>
                <a:gd name="csY24" fmla="*/ 31795 h 93469"/>
                <a:gd name="csX25" fmla="*/ 3898 w 129875"/>
                <a:gd name="csY25" fmla="*/ 34489 h 93469"/>
                <a:gd name="csX26" fmla="*/ 8574 w 129875"/>
                <a:gd name="csY26" fmla="*/ 28272 h 93469"/>
                <a:gd name="csX27" fmla="*/ 24091 w 129875"/>
                <a:gd name="csY27" fmla="*/ 5889 h 93469"/>
                <a:gd name="csX28" fmla="*/ 31106 w 129875"/>
                <a:gd name="csY28" fmla="*/ 16044 h 93469"/>
                <a:gd name="csX29" fmla="*/ 27705 w 129875"/>
                <a:gd name="csY29" fmla="*/ 33246 h 93469"/>
                <a:gd name="csX30" fmla="*/ 23029 w 129875"/>
                <a:gd name="csY30" fmla="*/ 51898 h 93469"/>
                <a:gd name="csX31" fmla="*/ 16227 w 129875"/>
                <a:gd name="csY31" fmla="*/ 78426 h 93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875" h="93469">
                  <a:moveTo>
                    <a:pt x="16227" y="78426"/>
                  </a:moveTo>
                  <a:cubicBezTo>
                    <a:pt x="15376" y="81120"/>
                    <a:pt x="14101" y="86302"/>
                    <a:pt x="14101" y="86923"/>
                  </a:cubicBezTo>
                  <a:cubicBezTo>
                    <a:pt x="14101" y="91483"/>
                    <a:pt x="17927" y="93555"/>
                    <a:pt x="21328" y="93555"/>
                  </a:cubicBezTo>
                  <a:cubicBezTo>
                    <a:pt x="25154" y="93555"/>
                    <a:pt x="28555" y="90861"/>
                    <a:pt x="29618" y="88996"/>
                  </a:cubicBezTo>
                  <a:cubicBezTo>
                    <a:pt x="30681" y="87131"/>
                    <a:pt x="32381" y="80499"/>
                    <a:pt x="33444" y="76146"/>
                  </a:cubicBezTo>
                  <a:cubicBezTo>
                    <a:pt x="34507" y="72209"/>
                    <a:pt x="36845" y="62675"/>
                    <a:pt x="38121" y="57494"/>
                  </a:cubicBezTo>
                  <a:cubicBezTo>
                    <a:pt x="39396" y="52935"/>
                    <a:pt x="40671" y="48375"/>
                    <a:pt x="41734" y="43608"/>
                  </a:cubicBezTo>
                  <a:cubicBezTo>
                    <a:pt x="44072" y="35111"/>
                    <a:pt x="44497" y="33453"/>
                    <a:pt x="50662" y="24956"/>
                  </a:cubicBezTo>
                  <a:cubicBezTo>
                    <a:pt x="56614" y="16666"/>
                    <a:pt x="66604" y="5889"/>
                    <a:pt x="82546" y="5889"/>
                  </a:cubicBezTo>
                  <a:cubicBezTo>
                    <a:pt x="94875" y="5889"/>
                    <a:pt x="95087" y="16459"/>
                    <a:pt x="95087" y="20397"/>
                  </a:cubicBezTo>
                  <a:cubicBezTo>
                    <a:pt x="95087" y="32831"/>
                    <a:pt x="85947" y="55836"/>
                    <a:pt x="82546" y="64541"/>
                  </a:cubicBezTo>
                  <a:cubicBezTo>
                    <a:pt x="80208" y="70344"/>
                    <a:pt x="79358" y="72209"/>
                    <a:pt x="79358" y="75732"/>
                  </a:cubicBezTo>
                  <a:cubicBezTo>
                    <a:pt x="79358" y="86716"/>
                    <a:pt x="88711" y="93555"/>
                    <a:pt x="99551" y="93555"/>
                  </a:cubicBezTo>
                  <a:cubicBezTo>
                    <a:pt x="120808" y="93555"/>
                    <a:pt x="130160" y="64955"/>
                    <a:pt x="130160" y="61846"/>
                  </a:cubicBezTo>
                  <a:cubicBezTo>
                    <a:pt x="130160" y="59152"/>
                    <a:pt x="127397" y="59152"/>
                    <a:pt x="126759" y="59152"/>
                  </a:cubicBezTo>
                  <a:cubicBezTo>
                    <a:pt x="123783" y="59152"/>
                    <a:pt x="123571" y="60396"/>
                    <a:pt x="122721" y="62675"/>
                  </a:cubicBezTo>
                  <a:cubicBezTo>
                    <a:pt x="117832" y="79255"/>
                    <a:pt x="108691" y="87752"/>
                    <a:pt x="100189" y="87752"/>
                  </a:cubicBezTo>
                  <a:cubicBezTo>
                    <a:pt x="95725" y="87752"/>
                    <a:pt x="94875" y="84851"/>
                    <a:pt x="94875" y="80499"/>
                  </a:cubicBezTo>
                  <a:cubicBezTo>
                    <a:pt x="94875" y="75732"/>
                    <a:pt x="95938" y="73038"/>
                    <a:pt x="99764" y="63712"/>
                  </a:cubicBezTo>
                  <a:cubicBezTo>
                    <a:pt x="102315" y="57287"/>
                    <a:pt x="111030" y="35318"/>
                    <a:pt x="111030" y="23713"/>
                  </a:cubicBezTo>
                  <a:cubicBezTo>
                    <a:pt x="111030" y="3609"/>
                    <a:pt x="94662" y="86"/>
                    <a:pt x="83396" y="86"/>
                  </a:cubicBezTo>
                  <a:cubicBezTo>
                    <a:pt x="65754" y="86"/>
                    <a:pt x="53850" y="10656"/>
                    <a:pt x="47473" y="18946"/>
                  </a:cubicBezTo>
                  <a:cubicBezTo>
                    <a:pt x="45985" y="4646"/>
                    <a:pt x="33444" y="86"/>
                    <a:pt x="24729" y="86"/>
                  </a:cubicBezTo>
                  <a:cubicBezTo>
                    <a:pt x="15589" y="86"/>
                    <a:pt x="10700" y="6511"/>
                    <a:pt x="7937" y="11278"/>
                  </a:cubicBezTo>
                  <a:cubicBezTo>
                    <a:pt x="3260" y="18946"/>
                    <a:pt x="284" y="30759"/>
                    <a:pt x="284" y="31795"/>
                  </a:cubicBezTo>
                  <a:cubicBezTo>
                    <a:pt x="284" y="34489"/>
                    <a:pt x="3260" y="34489"/>
                    <a:pt x="3898" y="34489"/>
                  </a:cubicBezTo>
                  <a:cubicBezTo>
                    <a:pt x="6874" y="34489"/>
                    <a:pt x="7086" y="33868"/>
                    <a:pt x="8574" y="28272"/>
                  </a:cubicBezTo>
                  <a:cubicBezTo>
                    <a:pt x="11763" y="16044"/>
                    <a:pt x="15801" y="5889"/>
                    <a:pt x="24091" y="5889"/>
                  </a:cubicBezTo>
                  <a:cubicBezTo>
                    <a:pt x="29618" y="5889"/>
                    <a:pt x="31106" y="10449"/>
                    <a:pt x="31106" y="16044"/>
                  </a:cubicBezTo>
                  <a:cubicBezTo>
                    <a:pt x="31106" y="19982"/>
                    <a:pt x="29193" y="27650"/>
                    <a:pt x="27705" y="33246"/>
                  </a:cubicBezTo>
                  <a:cubicBezTo>
                    <a:pt x="26217" y="38842"/>
                    <a:pt x="24091" y="47339"/>
                    <a:pt x="23029" y="51898"/>
                  </a:cubicBezTo>
                  <a:lnTo>
                    <a:pt x="16227" y="78426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B04F2D8-FDCB-0440-6FD0-F06D97CBFDF2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0590634" y="4188404"/>
              <a:ext cx="70449" cy="296069"/>
            </a:xfrm>
            <a:custGeom>
              <a:avLst/>
              <a:gdLst>
                <a:gd name="csX0" fmla="*/ 70739 w 70449"/>
                <a:gd name="csY0" fmla="*/ 148120 h 296069"/>
                <a:gd name="csX1" fmla="*/ 50698 w 70449"/>
                <a:gd name="csY1" fmla="*/ 55746 h 296069"/>
                <a:gd name="csX2" fmla="*/ 3326 w 70449"/>
                <a:gd name="csY2" fmla="*/ 85 h 296069"/>
                <a:gd name="csX3" fmla="*/ 290 w 70449"/>
                <a:gd name="csY3" fmla="*/ 3045 h 296069"/>
                <a:gd name="csX4" fmla="*/ 6059 w 70449"/>
                <a:gd name="csY4" fmla="*/ 9855 h 296069"/>
                <a:gd name="csX5" fmla="*/ 53127 w 70449"/>
                <a:gd name="csY5" fmla="*/ 148120 h 296069"/>
                <a:gd name="csX6" fmla="*/ 4237 w 70449"/>
                <a:gd name="csY6" fmla="*/ 288161 h 296069"/>
                <a:gd name="csX7" fmla="*/ 290 w 70449"/>
                <a:gd name="csY7" fmla="*/ 293194 h 296069"/>
                <a:gd name="csX8" fmla="*/ 3326 w 70449"/>
                <a:gd name="csY8" fmla="*/ 296154 h 296069"/>
                <a:gd name="csX9" fmla="*/ 51609 w 70449"/>
                <a:gd name="csY9" fmla="*/ 238421 h 296069"/>
                <a:gd name="csX10" fmla="*/ 70739 w 70449"/>
                <a:gd name="csY10" fmla="*/ 148120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739" y="148120"/>
                  </a:moveTo>
                  <a:cubicBezTo>
                    <a:pt x="70739" y="125026"/>
                    <a:pt x="67399" y="89202"/>
                    <a:pt x="50698" y="55746"/>
                  </a:cubicBezTo>
                  <a:cubicBezTo>
                    <a:pt x="32478" y="19329"/>
                    <a:pt x="6363" y="85"/>
                    <a:pt x="3326" y="85"/>
                  </a:cubicBezTo>
                  <a:cubicBezTo>
                    <a:pt x="1504" y="85"/>
                    <a:pt x="290" y="1269"/>
                    <a:pt x="290" y="3045"/>
                  </a:cubicBezTo>
                  <a:cubicBezTo>
                    <a:pt x="290" y="3934"/>
                    <a:pt x="290" y="4526"/>
                    <a:pt x="6059" y="9855"/>
                  </a:cubicBezTo>
                  <a:cubicBezTo>
                    <a:pt x="35818" y="39166"/>
                    <a:pt x="53127" y="86241"/>
                    <a:pt x="53127" y="148120"/>
                  </a:cubicBezTo>
                  <a:cubicBezTo>
                    <a:pt x="53127" y="198747"/>
                    <a:pt x="41891" y="250856"/>
                    <a:pt x="4237" y="288161"/>
                  </a:cubicBezTo>
                  <a:cubicBezTo>
                    <a:pt x="290" y="291713"/>
                    <a:pt x="290" y="292306"/>
                    <a:pt x="290" y="293194"/>
                  </a:cubicBezTo>
                  <a:cubicBezTo>
                    <a:pt x="290" y="294970"/>
                    <a:pt x="1504" y="296154"/>
                    <a:pt x="3326" y="296154"/>
                  </a:cubicBezTo>
                  <a:cubicBezTo>
                    <a:pt x="6363" y="296154"/>
                    <a:pt x="33693" y="276022"/>
                    <a:pt x="51609" y="238421"/>
                  </a:cubicBezTo>
                  <a:cubicBezTo>
                    <a:pt x="67095" y="205853"/>
                    <a:pt x="70739" y="172989"/>
                    <a:pt x="70739" y="148120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62" name="Group 161" descr="\documentclass{article}&#10;\usepackage{nunito}&#10;\usepackage[linguistics]{forest}&#10;\usepackage{amsmath,amssymb}&#10;\pagestyle{empty}&#10;\begin{document}&#10;&#10;\begin{align*}&#10;P(x_n \mid x_1, x_2, \ldots, x_{n-1})&#10;\end{align*}&#10;&#10;&#10;\end{document}" title="IguanaTex Shape Display">
            <a:extLst>
              <a:ext uri="{FF2B5EF4-FFF2-40B4-BE49-F238E27FC236}">
                <a16:creationId xmlns:a16="http://schemas.microsoft.com/office/drawing/2014/main" id="{6090F42C-666E-F28D-5916-7A3504CC7E06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537616" y="2971180"/>
            <a:ext cx="3116768" cy="296069"/>
            <a:chOff x="8127903" y="4834539"/>
            <a:chExt cx="3116768" cy="296069"/>
          </a:xfrm>
        </p:grpSpPr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EA344CD9-650E-18FE-FD78-38A4B3BAE793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8127903" y="4854376"/>
              <a:ext cx="217866" cy="202215"/>
            </a:xfrm>
            <a:custGeom>
              <a:avLst/>
              <a:gdLst>
                <a:gd name="csX0" fmla="*/ 80433 w 217866"/>
                <a:gd name="csY0" fmla="*/ 108742 h 202215"/>
                <a:gd name="csX1" fmla="*/ 132306 w 217866"/>
                <a:gd name="csY1" fmla="*/ 108742 h 202215"/>
                <a:gd name="csX2" fmla="*/ 218049 w 217866"/>
                <a:gd name="csY2" fmla="*/ 44791 h 202215"/>
                <a:gd name="csX3" fmla="*/ 157937 w 217866"/>
                <a:gd name="csY3" fmla="*/ 85 h 202215"/>
                <a:gd name="csX4" fmla="*/ 59073 w 217866"/>
                <a:gd name="csY4" fmla="*/ 85 h 202215"/>
                <a:gd name="csX5" fmla="*/ 49919 w 217866"/>
                <a:gd name="csY5" fmla="*/ 5710 h 202215"/>
                <a:gd name="csX6" fmla="*/ 58768 w 217866"/>
                <a:gd name="csY6" fmla="*/ 9263 h 202215"/>
                <a:gd name="csX7" fmla="*/ 71889 w 217866"/>
                <a:gd name="csY7" fmla="*/ 9855 h 202215"/>
                <a:gd name="csX8" fmla="*/ 78602 w 217866"/>
                <a:gd name="csY8" fmla="*/ 14592 h 202215"/>
                <a:gd name="csX9" fmla="*/ 77381 w 217866"/>
                <a:gd name="csY9" fmla="*/ 20217 h 202215"/>
                <a:gd name="csX10" fmla="*/ 36493 w 217866"/>
                <a:gd name="csY10" fmla="*/ 179207 h 202215"/>
                <a:gd name="csX11" fmla="*/ 8726 w 217866"/>
                <a:gd name="csY11" fmla="*/ 193122 h 202215"/>
                <a:gd name="csX12" fmla="*/ 182 w 217866"/>
                <a:gd name="csY12" fmla="*/ 198747 h 202215"/>
                <a:gd name="csX13" fmla="*/ 4759 w 217866"/>
                <a:gd name="csY13" fmla="*/ 202300 h 202215"/>
                <a:gd name="csX14" fmla="*/ 43511 w 217866"/>
                <a:gd name="csY14" fmla="*/ 201412 h 202215"/>
                <a:gd name="csX15" fmla="*/ 63040 w 217866"/>
                <a:gd name="csY15" fmla="*/ 201708 h 202215"/>
                <a:gd name="csX16" fmla="*/ 82874 w 217866"/>
                <a:gd name="csY16" fmla="*/ 202300 h 202215"/>
                <a:gd name="csX17" fmla="*/ 88976 w 217866"/>
                <a:gd name="csY17" fmla="*/ 196379 h 202215"/>
                <a:gd name="csX18" fmla="*/ 80433 w 217866"/>
                <a:gd name="csY18" fmla="*/ 193122 h 202215"/>
                <a:gd name="csX19" fmla="*/ 60599 w 217866"/>
                <a:gd name="csY19" fmla="*/ 187793 h 202215"/>
                <a:gd name="csX20" fmla="*/ 61514 w 217866"/>
                <a:gd name="csY20" fmla="*/ 182760 h 202215"/>
                <a:gd name="csX21" fmla="*/ 80433 w 217866"/>
                <a:gd name="csY21" fmla="*/ 108742 h 202215"/>
                <a:gd name="csX22" fmla="*/ 102402 w 217866"/>
                <a:gd name="csY22" fmla="*/ 20513 h 202215"/>
                <a:gd name="csX23" fmla="*/ 118880 w 217866"/>
                <a:gd name="csY23" fmla="*/ 9263 h 202215"/>
                <a:gd name="csX24" fmla="*/ 148173 w 217866"/>
                <a:gd name="csY24" fmla="*/ 9263 h 202215"/>
                <a:gd name="csX25" fmla="*/ 189671 w 217866"/>
                <a:gd name="csY25" fmla="*/ 37686 h 202215"/>
                <a:gd name="csX26" fmla="*/ 171668 w 217866"/>
                <a:gd name="csY26" fmla="*/ 85353 h 202215"/>
                <a:gd name="csX27" fmla="*/ 124677 w 217866"/>
                <a:gd name="csY27" fmla="*/ 101044 h 202215"/>
                <a:gd name="csX28" fmla="*/ 81653 w 217866"/>
                <a:gd name="csY28" fmla="*/ 101044 h 202215"/>
                <a:gd name="csX29" fmla="*/ 102402 w 217866"/>
                <a:gd name="csY29" fmla="*/ 20513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7866" h="202215">
                  <a:moveTo>
                    <a:pt x="80433" y="108742"/>
                  </a:moveTo>
                  <a:lnTo>
                    <a:pt x="132306" y="108742"/>
                  </a:lnTo>
                  <a:cubicBezTo>
                    <a:pt x="175635" y="108742"/>
                    <a:pt x="218049" y="77951"/>
                    <a:pt x="218049" y="44791"/>
                  </a:cubicBezTo>
                  <a:cubicBezTo>
                    <a:pt x="218049" y="21994"/>
                    <a:pt x="197910" y="85"/>
                    <a:pt x="157937" y="85"/>
                  </a:cubicBezTo>
                  <a:lnTo>
                    <a:pt x="59073" y="85"/>
                  </a:lnTo>
                  <a:cubicBezTo>
                    <a:pt x="53276" y="85"/>
                    <a:pt x="49919" y="85"/>
                    <a:pt x="49919" y="5710"/>
                  </a:cubicBezTo>
                  <a:cubicBezTo>
                    <a:pt x="49919" y="9263"/>
                    <a:pt x="52665" y="9263"/>
                    <a:pt x="58768" y="9263"/>
                  </a:cubicBezTo>
                  <a:cubicBezTo>
                    <a:pt x="62735" y="9263"/>
                    <a:pt x="68227" y="9559"/>
                    <a:pt x="71889" y="9855"/>
                  </a:cubicBezTo>
                  <a:cubicBezTo>
                    <a:pt x="76771" y="10447"/>
                    <a:pt x="78602" y="11335"/>
                    <a:pt x="78602" y="14592"/>
                  </a:cubicBezTo>
                  <a:cubicBezTo>
                    <a:pt x="78602" y="15776"/>
                    <a:pt x="78297" y="16665"/>
                    <a:pt x="77381" y="20217"/>
                  </a:cubicBezTo>
                  <a:lnTo>
                    <a:pt x="36493" y="179207"/>
                  </a:lnTo>
                  <a:cubicBezTo>
                    <a:pt x="33442" y="190754"/>
                    <a:pt x="32832" y="193122"/>
                    <a:pt x="8726" y="193122"/>
                  </a:cubicBezTo>
                  <a:cubicBezTo>
                    <a:pt x="3539" y="193122"/>
                    <a:pt x="182" y="193122"/>
                    <a:pt x="182" y="198747"/>
                  </a:cubicBezTo>
                  <a:cubicBezTo>
                    <a:pt x="182" y="202300"/>
                    <a:pt x="3844" y="202300"/>
                    <a:pt x="4759" y="202300"/>
                  </a:cubicBezTo>
                  <a:cubicBezTo>
                    <a:pt x="13303" y="202300"/>
                    <a:pt x="34967" y="201412"/>
                    <a:pt x="43511" y="201412"/>
                  </a:cubicBezTo>
                  <a:cubicBezTo>
                    <a:pt x="49919" y="201412"/>
                    <a:pt x="56632" y="201708"/>
                    <a:pt x="63040" y="201708"/>
                  </a:cubicBezTo>
                  <a:cubicBezTo>
                    <a:pt x="69753" y="201708"/>
                    <a:pt x="76466" y="202300"/>
                    <a:pt x="82874" y="202300"/>
                  </a:cubicBezTo>
                  <a:cubicBezTo>
                    <a:pt x="85010" y="202300"/>
                    <a:pt x="88976" y="202300"/>
                    <a:pt x="88976" y="196379"/>
                  </a:cubicBezTo>
                  <a:cubicBezTo>
                    <a:pt x="88976" y="193122"/>
                    <a:pt x="86230" y="193122"/>
                    <a:pt x="80433" y="193122"/>
                  </a:cubicBezTo>
                  <a:cubicBezTo>
                    <a:pt x="69143" y="193122"/>
                    <a:pt x="60599" y="193122"/>
                    <a:pt x="60599" y="187793"/>
                  </a:cubicBezTo>
                  <a:cubicBezTo>
                    <a:pt x="60599" y="186016"/>
                    <a:pt x="61209" y="184536"/>
                    <a:pt x="61514" y="182760"/>
                  </a:cubicBezTo>
                  <a:lnTo>
                    <a:pt x="80433" y="108742"/>
                  </a:lnTo>
                  <a:close/>
                  <a:moveTo>
                    <a:pt x="102402" y="20513"/>
                  </a:moveTo>
                  <a:cubicBezTo>
                    <a:pt x="105149" y="10151"/>
                    <a:pt x="105759" y="9263"/>
                    <a:pt x="118880" y="9263"/>
                  </a:cubicBezTo>
                  <a:lnTo>
                    <a:pt x="148173" y="9263"/>
                  </a:lnTo>
                  <a:cubicBezTo>
                    <a:pt x="173499" y="9263"/>
                    <a:pt x="189671" y="17257"/>
                    <a:pt x="189671" y="37686"/>
                  </a:cubicBezTo>
                  <a:cubicBezTo>
                    <a:pt x="189671" y="49232"/>
                    <a:pt x="183568" y="74694"/>
                    <a:pt x="171668" y="85353"/>
                  </a:cubicBezTo>
                  <a:cubicBezTo>
                    <a:pt x="156411" y="98676"/>
                    <a:pt x="138103" y="101044"/>
                    <a:pt x="124677" y="101044"/>
                  </a:cubicBezTo>
                  <a:lnTo>
                    <a:pt x="81653" y="101044"/>
                  </a:lnTo>
                  <a:lnTo>
                    <a:pt x="102402" y="20513"/>
                  </a:ln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8ED5CB27-D560-80AD-2747-CEACC8DA9BEA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8384187" y="4834539"/>
              <a:ext cx="70791" cy="296069"/>
            </a:xfrm>
            <a:custGeom>
              <a:avLst/>
              <a:gdLst>
                <a:gd name="csX0" fmla="*/ 70981 w 70791"/>
                <a:gd name="csY0" fmla="*/ 293194 h 296069"/>
                <a:gd name="csX1" fmla="*/ 65794 w 70791"/>
                <a:gd name="csY1" fmla="*/ 286680 h 296069"/>
                <a:gd name="csX2" fmla="*/ 17888 w 70791"/>
                <a:gd name="csY2" fmla="*/ 148120 h 296069"/>
                <a:gd name="csX3" fmla="*/ 67014 w 70791"/>
                <a:gd name="csY3" fmla="*/ 8079 h 296069"/>
                <a:gd name="csX4" fmla="*/ 70981 w 70791"/>
                <a:gd name="csY4" fmla="*/ 3045 h 296069"/>
                <a:gd name="csX5" fmla="*/ 67930 w 70791"/>
                <a:gd name="csY5" fmla="*/ 85 h 296069"/>
                <a:gd name="csX6" fmla="*/ 19413 w 70791"/>
                <a:gd name="csY6" fmla="*/ 57818 h 296069"/>
                <a:gd name="csX7" fmla="*/ 190 w 70791"/>
                <a:gd name="csY7" fmla="*/ 148120 h 296069"/>
                <a:gd name="csX8" fmla="*/ 20329 w 70791"/>
                <a:gd name="csY8" fmla="*/ 240493 h 296069"/>
                <a:gd name="csX9" fmla="*/ 67930 w 70791"/>
                <a:gd name="csY9" fmla="*/ 296154 h 296069"/>
                <a:gd name="csX10" fmla="*/ 70981 w 70791"/>
                <a:gd name="csY10" fmla="*/ 293194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791" h="296069">
                  <a:moveTo>
                    <a:pt x="70981" y="293194"/>
                  </a:moveTo>
                  <a:cubicBezTo>
                    <a:pt x="70981" y="292306"/>
                    <a:pt x="70981" y="291713"/>
                    <a:pt x="65794" y="286680"/>
                  </a:cubicBezTo>
                  <a:cubicBezTo>
                    <a:pt x="27652" y="249375"/>
                    <a:pt x="17888" y="193418"/>
                    <a:pt x="17888" y="148120"/>
                  </a:cubicBezTo>
                  <a:cubicBezTo>
                    <a:pt x="17888" y="96603"/>
                    <a:pt x="29483" y="45087"/>
                    <a:pt x="67014" y="8079"/>
                  </a:cubicBezTo>
                  <a:cubicBezTo>
                    <a:pt x="70981" y="4526"/>
                    <a:pt x="70981" y="3934"/>
                    <a:pt x="70981" y="3045"/>
                  </a:cubicBezTo>
                  <a:cubicBezTo>
                    <a:pt x="70981" y="973"/>
                    <a:pt x="69761" y="85"/>
                    <a:pt x="67930" y="85"/>
                  </a:cubicBezTo>
                  <a:cubicBezTo>
                    <a:pt x="64879" y="85"/>
                    <a:pt x="37416" y="20217"/>
                    <a:pt x="19413" y="57818"/>
                  </a:cubicBezTo>
                  <a:cubicBezTo>
                    <a:pt x="3851" y="90386"/>
                    <a:pt x="190" y="123250"/>
                    <a:pt x="190" y="148120"/>
                  </a:cubicBezTo>
                  <a:cubicBezTo>
                    <a:pt x="190" y="171213"/>
                    <a:pt x="3546" y="207037"/>
                    <a:pt x="20329" y="240493"/>
                  </a:cubicBezTo>
                  <a:cubicBezTo>
                    <a:pt x="38637" y="276910"/>
                    <a:pt x="64879" y="296154"/>
                    <a:pt x="67930" y="296154"/>
                  </a:cubicBezTo>
                  <a:cubicBezTo>
                    <a:pt x="69761" y="296154"/>
                    <a:pt x="70981" y="295266"/>
                    <a:pt x="70981" y="293194"/>
                  </a:cubicBez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6AD2A10-FA7E-0EA1-2580-07F8011C4C24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8481492" y="4925728"/>
              <a:ext cx="151957" cy="134119"/>
            </a:xfrm>
            <a:custGeom>
              <a:avLst/>
              <a:gdLst>
                <a:gd name="csX0" fmla="*/ 93260 w 151957"/>
                <a:gd name="csY0" fmla="*/ 41534 h 134119"/>
                <a:gd name="csX1" fmla="*/ 123468 w 151957"/>
                <a:gd name="csY1" fmla="*/ 6598 h 134119"/>
                <a:gd name="csX2" fmla="*/ 138725 w 151957"/>
                <a:gd name="csY2" fmla="*/ 10447 h 134119"/>
                <a:gd name="csX3" fmla="*/ 124079 w 151957"/>
                <a:gd name="csY3" fmla="*/ 26435 h 134119"/>
                <a:gd name="csX4" fmla="*/ 135674 w 151957"/>
                <a:gd name="csY4" fmla="*/ 36797 h 134119"/>
                <a:gd name="csX5" fmla="*/ 152151 w 151957"/>
                <a:gd name="csY5" fmla="*/ 19625 h 134119"/>
                <a:gd name="csX6" fmla="*/ 123774 w 151957"/>
                <a:gd name="csY6" fmla="*/ 85 h 134119"/>
                <a:gd name="csX7" fmla="*/ 91734 w 151957"/>
                <a:gd name="csY7" fmla="*/ 22586 h 134119"/>
                <a:gd name="csX8" fmla="*/ 58780 w 151957"/>
                <a:gd name="csY8" fmla="*/ 85 h 134119"/>
                <a:gd name="csX9" fmla="*/ 9653 w 151957"/>
                <a:gd name="csY9" fmla="*/ 45679 h 134119"/>
                <a:gd name="csX10" fmla="*/ 13315 w 151957"/>
                <a:gd name="csY10" fmla="*/ 48640 h 134119"/>
                <a:gd name="csX11" fmla="*/ 17281 w 151957"/>
                <a:gd name="csY11" fmla="*/ 45383 h 134119"/>
                <a:gd name="csX12" fmla="*/ 58169 w 151957"/>
                <a:gd name="csY12" fmla="*/ 6598 h 134119"/>
                <a:gd name="csX13" fmla="*/ 74647 w 151957"/>
                <a:gd name="csY13" fmla="*/ 26435 h 134119"/>
                <a:gd name="csX14" fmla="*/ 58169 w 151957"/>
                <a:gd name="csY14" fmla="*/ 96899 h 134119"/>
                <a:gd name="csX15" fmla="*/ 29182 w 151957"/>
                <a:gd name="csY15" fmla="*/ 127691 h 134119"/>
                <a:gd name="csX16" fmla="*/ 13925 w 151957"/>
                <a:gd name="csY16" fmla="*/ 123842 h 134119"/>
                <a:gd name="csX17" fmla="*/ 28266 w 151957"/>
                <a:gd name="csY17" fmla="*/ 107854 h 134119"/>
                <a:gd name="csX18" fmla="*/ 16976 w 151957"/>
                <a:gd name="csY18" fmla="*/ 97492 h 134119"/>
                <a:gd name="csX19" fmla="*/ 194 w 151957"/>
                <a:gd name="csY19" fmla="*/ 114664 h 134119"/>
                <a:gd name="csX20" fmla="*/ 28876 w 151957"/>
                <a:gd name="csY20" fmla="*/ 134204 h 134119"/>
                <a:gd name="csX21" fmla="*/ 60916 w 151957"/>
                <a:gd name="csY21" fmla="*/ 111703 h 134119"/>
                <a:gd name="csX22" fmla="*/ 93870 w 151957"/>
                <a:gd name="csY22" fmla="*/ 134204 h 134119"/>
                <a:gd name="csX23" fmla="*/ 142692 w 151957"/>
                <a:gd name="csY23" fmla="*/ 88610 h 134119"/>
                <a:gd name="csX24" fmla="*/ 139030 w 151957"/>
                <a:gd name="csY24" fmla="*/ 85649 h 134119"/>
                <a:gd name="csX25" fmla="*/ 135064 w 151957"/>
                <a:gd name="csY25" fmla="*/ 88906 h 134119"/>
                <a:gd name="csX26" fmla="*/ 94481 w 151957"/>
                <a:gd name="csY26" fmla="*/ 127691 h 134119"/>
                <a:gd name="csX27" fmla="*/ 77698 w 151957"/>
                <a:gd name="csY27" fmla="*/ 108150 h 134119"/>
                <a:gd name="csX28" fmla="*/ 82885 w 151957"/>
                <a:gd name="csY28" fmla="*/ 82096 h 134119"/>
                <a:gd name="csX29" fmla="*/ 93260 w 151957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957" h="134119">
                  <a:moveTo>
                    <a:pt x="93260" y="41534"/>
                  </a:moveTo>
                  <a:cubicBezTo>
                    <a:pt x="95091" y="33837"/>
                    <a:pt x="102109" y="6598"/>
                    <a:pt x="123468" y="6598"/>
                  </a:cubicBezTo>
                  <a:cubicBezTo>
                    <a:pt x="124994" y="6598"/>
                    <a:pt x="132317" y="6598"/>
                    <a:pt x="138725" y="10447"/>
                  </a:cubicBezTo>
                  <a:cubicBezTo>
                    <a:pt x="130181" y="11927"/>
                    <a:pt x="124079" y="19329"/>
                    <a:pt x="124079" y="26435"/>
                  </a:cubicBezTo>
                  <a:cubicBezTo>
                    <a:pt x="124079" y="31172"/>
                    <a:pt x="127435" y="36797"/>
                    <a:pt x="135674" y="36797"/>
                  </a:cubicBezTo>
                  <a:cubicBezTo>
                    <a:pt x="142387" y="36797"/>
                    <a:pt x="152151" y="31468"/>
                    <a:pt x="152151" y="19625"/>
                  </a:cubicBezTo>
                  <a:cubicBezTo>
                    <a:pt x="152151" y="4230"/>
                    <a:pt x="134148" y="85"/>
                    <a:pt x="123774" y="85"/>
                  </a:cubicBezTo>
                  <a:cubicBezTo>
                    <a:pt x="106076" y="85"/>
                    <a:pt x="95396" y="15776"/>
                    <a:pt x="91734" y="22586"/>
                  </a:cubicBezTo>
                  <a:cubicBezTo>
                    <a:pt x="84106" y="3045"/>
                    <a:pt x="67629" y="85"/>
                    <a:pt x="58780" y="85"/>
                  </a:cubicBezTo>
                  <a:cubicBezTo>
                    <a:pt x="27046" y="85"/>
                    <a:pt x="9653" y="38278"/>
                    <a:pt x="9653" y="45679"/>
                  </a:cubicBezTo>
                  <a:cubicBezTo>
                    <a:pt x="9653" y="48640"/>
                    <a:pt x="12704" y="48640"/>
                    <a:pt x="13315" y="48640"/>
                  </a:cubicBezTo>
                  <a:cubicBezTo>
                    <a:pt x="15756" y="48640"/>
                    <a:pt x="16671" y="48048"/>
                    <a:pt x="17281" y="45383"/>
                  </a:cubicBezTo>
                  <a:cubicBezTo>
                    <a:pt x="27656" y="14000"/>
                    <a:pt x="47795" y="6598"/>
                    <a:pt x="58169" y="6598"/>
                  </a:cubicBezTo>
                  <a:cubicBezTo>
                    <a:pt x="63967" y="6598"/>
                    <a:pt x="74647" y="9263"/>
                    <a:pt x="74647" y="26435"/>
                  </a:cubicBezTo>
                  <a:cubicBezTo>
                    <a:pt x="74647" y="35613"/>
                    <a:pt x="69459" y="55450"/>
                    <a:pt x="58169" y="96899"/>
                  </a:cubicBezTo>
                  <a:cubicBezTo>
                    <a:pt x="53287" y="115256"/>
                    <a:pt x="42608" y="127691"/>
                    <a:pt x="29182" y="127691"/>
                  </a:cubicBezTo>
                  <a:cubicBezTo>
                    <a:pt x="27351" y="127691"/>
                    <a:pt x="20333" y="127691"/>
                    <a:pt x="13925" y="123842"/>
                  </a:cubicBezTo>
                  <a:cubicBezTo>
                    <a:pt x="21553" y="122361"/>
                    <a:pt x="28266" y="116144"/>
                    <a:pt x="28266" y="107854"/>
                  </a:cubicBezTo>
                  <a:cubicBezTo>
                    <a:pt x="28266" y="99860"/>
                    <a:pt x="21553" y="97492"/>
                    <a:pt x="16976" y="97492"/>
                  </a:cubicBezTo>
                  <a:cubicBezTo>
                    <a:pt x="7822" y="97492"/>
                    <a:pt x="194" y="105189"/>
                    <a:pt x="194" y="114664"/>
                  </a:cubicBezTo>
                  <a:cubicBezTo>
                    <a:pt x="194" y="128283"/>
                    <a:pt x="15450" y="134204"/>
                    <a:pt x="28876" y="134204"/>
                  </a:cubicBezTo>
                  <a:cubicBezTo>
                    <a:pt x="49015" y="134204"/>
                    <a:pt x="60000" y="113479"/>
                    <a:pt x="60916" y="111703"/>
                  </a:cubicBezTo>
                  <a:cubicBezTo>
                    <a:pt x="64577" y="122658"/>
                    <a:pt x="75562" y="134204"/>
                    <a:pt x="93870" y="134204"/>
                  </a:cubicBezTo>
                  <a:cubicBezTo>
                    <a:pt x="125299" y="134204"/>
                    <a:pt x="142692" y="96011"/>
                    <a:pt x="142692" y="88610"/>
                  </a:cubicBezTo>
                  <a:cubicBezTo>
                    <a:pt x="142692" y="85649"/>
                    <a:pt x="139946" y="85649"/>
                    <a:pt x="139030" y="85649"/>
                  </a:cubicBezTo>
                  <a:cubicBezTo>
                    <a:pt x="136284" y="85649"/>
                    <a:pt x="135674" y="86833"/>
                    <a:pt x="135064" y="88906"/>
                  </a:cubicBezTo>
                  <a:cubicBezTo>
                    <a:pt x="124994" y="120585"/>
                    <a:pt x="104245" y="127691"/>
                    <a:pt x="94481" y="127691"/>
                  </a:cubicBezTo>
                  <a:cubicBezTo>
                    <a:pt x="82580" y="127691"/>
                    <a:pt x="77698" y="118217"/>
                    <a:pt x="77698" y="108150"/>
                  </a:cubicBezTo>
                  <a:cubicBezTo>
                    <a:pt x="77698" y="101637"/>
                    <a:pt x="79529" y="95123"/>
                    <a:pt x="82885" y="82096"/>
                  </a:cubicBezTo>
                  <a:lnTo>
                    <a:pt x="93260" y="41534"/>
                  </a:ln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A9512114-7280-19BC-109D-320DAA3381F5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8657075" y="5009605"/>
              <a:ext cx="130506" cy="93469"/>
            </a:xfrm>
            <a:custGeom>
              <a:avLst/>
              <a:gdLst>
                <a:gd name="csX0" fmla="*/ 16219 w 130506"/>
                <a:gd name="csY0" fmla="*/ 78426 h 93469"/>
                <a:gd name="csX1" fmla="*/ 14083 w 130506"/>
                <a:gd name="csY1" fmla="*/ 86923 h 93469"/>
                <a:gd name="csX2" fmla="*/ 21345 w 130506"/>
                <a:gd name="csY2" fmla="*/ 93555 h 93469"/>
                <a:gd name="csX3" fmla="*/ 29675 w 130506"/>
                <a:gd name="csY3" fmla="*/ 88996 h 93469"/>
                <a:gd name="csX4" fmla="*/ 33520 w 130506"/>
                <a:gd name="csY4" fmla="*/ 76146 h 93469"/>
                <a:gd name="csX5" fmla="*/ 38219 w 130506"/>
                <a:gd name="csY5" fmla="*/ 57494 h 93469"/>
                <a:gd name="csX6" fmla="*/ 41850 w 130506"/>
                <a:gd name="csY6" fmla="*/ 43608 h 93469"/>
                <a:gd name="csX7" fmla="*/ 50821 w 130506"/>
                <a:gd name="csY7" fmla="*/ 24956 h 93469"/>
                <a:gd name="csX8" fmla="*/ 82861 w 130506"/>
                <a:gd name="csY8" fmla="*/ 5889 h 93469"/>
                <a:gd name="csX9" fmla="*/ 95463 w 130506"/>
                <a:gd name="csY9" fmla="*/ 20397 h 93469"/>
                <a:gd name="csX10" fmla="*/ 82861 w 130506"/>
                <a:gd name="csY10" fmla="*/ 64541 h 93469"/>
                <a:gd name="csX11" fmla="*/ 79657 w 130506"/>
                <a:gd name="csY11" fmla="*/ 75732 h 93469"/>
                <a:gd name="csX12" fmla="*/ 99948 w 130506"/>
                <a:gd name="csY12" fmla="*/ 93555 h 93469"/>
                <a:gd name="csX13" fmla="*/ 130706 w 130506"/>
                <a:gd name="csY13" fmla="*/ 61846 h 93469"/>
                <a:gd name="csX14" fmla="*/ 127288 w 130506"/>
                <a:gd name="csY14" fmla="*/ 59152 h 93469"/>
                <a:gd name="csX15" fmla="*/ 123230 w 130506"/>
                <a:gd name="csY15" fmla="*/ 62675 h 93469"/>
                <a:gd name="csX16" fmla="*/ 100589 w 130506"/>
                <a:gd name="csY16" fmla="*/ 87752 h 93469"/>
                <a:gd name="csX17" fmla="*/ 95249 w 130506"/>
                <a:gd name="csY17" fmla="*/ 80499 h 93469"/>
                <a:gd name="csX18" fmla="*/ 100162 w 130506"/>
                <a:gd name="csY18" fmla="*/ 63712 h 93469"/>
                <a:gd name="csX19" fmla="*/ 111482 w 130506"/>
                <a:gd name="csY19" fmla="*/ 23713 h 93469"/>
                <a:gd name="csX20" fmla="*/ 83715 w 130506"/>
                <a:gd name="csY20" fmla="*/ 86 h 93469"/>
                <a:gd name="csX21" fmla="*/ 47617 w 130506"/>
                <a:gd name="csY21" fmla="*/ 18946 h 93469"/>
                <a:gd name="csX22" fmla="*/ 24763 w 130506"/>
                <a:gd name="csY22" fmla="*/ 86 h 93469"/>
                <a:gd name="csX23" fmla="*/ 7889 w 130506"/>
                <a:gd name="csY23" fmla="*/ 11278 h 93469"/>
                <a:gd name="csX24" fmla="*/ 199 w 130506"/>
                <a:gd name="csY24" fmla="*/ 31795 h 93469"/>
                <a:gd name="csX25" fmla="*/ 3830 w 130506"/>
                <a:gd name="csY25" fmla="*/ 34489 h 93469"/>
                <a:gd name="csX26" fmla="*/ 8530 w 130506"/>
                <a:gd name="csY26" fmla="*/ 28272 h 93469"/>
                <a:gd name="csX27" fmla="*/ 24122 w 130506"/>
                <a:gd name="csY27" fmla="*/ 5889 h 93469"/>
                <a:gd name="csX28" fmla="*/ 31171 w 130506"/>
                <a:gd name="csY28" fmla="*/ 16044 h 93469"/>
                <a:gd name="csX29" fmla="*/ 27753 w 130506"/>
                <a:gd name="csY29" fmla="*/ 33246 h 93469"/>
                <a:gd name="csX30" fmla="*/ 23054 w 130506"/>
                <a:gd name="csY30" fmla="*/ 51898 h 93469"/>
                <a:gd name="csX31" fmla="*/ 16219 w 130506"/>
                <a:gd name="csY31" fmla="*/ 78426 h 93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30506" h="93469">
                  <a:moveTo>
                    <a:pt x="16219" y="78426"/>
                  </a:moveTo>
                  <a:cubicBezTo>
                    <a:pt x="15365" y="81120"/>
                    <a:pt x="14083" y="86302"/>
                    <a:pt x="14083" y="86923"/>
                  </a:cubicBezTo>
                  <a:cubicBezTo>
                    <a:pt x="14083" y="91483"/>
                    <a:pt x="17928" y="93555"/>
                    <a:pt x="21345" y="93555"/>
                  </a:cubicBezTo>
                  <a:cubicBezTo>
                    <a:pt x="25190" y="93555"/>
                    <a:pt x="28608" y="90861"/>
                    <a:pt x="29675" y="88996"/>
                  </a:cubicBezTo>
                  <a:cubicBezTo>
                    <a:pt x="30743" y="87131"/>
                    <a:pt x="32452" y="80499"/>
                    <a:pt x="33520" y="76146"/>
                  </a:cubicBezTo>
                  <a:cubicBezTo>
                    <a:pt x="34588" y="72209"/>
                    <a:pt x="36938" y="62675"/>
                    <a:pt x="38219" y="57494"/>
                  </a:cubicBezTo>
                  <a:cubicBezTo>
                    <a:pt x="39501" y="52935"/>
                    <a:pt x="40782" y="48375"/>
                    <a:pt x="41850" y="43608"/>
                  </a:cubicBezTo>
                  <a:cubicBezTo>
                    <a:pt x="44200" y="35111"/>
                    <a:pt x="44627" y="33453"/>
                    <a:pt x="50821" y="24956"/>
                  </a:cubicBezTo>
                  <a:cubicBezTo>
                    <a:pt x="56802" y="16666"/>
                    <a:pt x="66841" y="5889"/>
                    <a:pt x="82861" y="5889"/>
                  </a:cubicBezTo>
                  <a:cubicBezTo>
                    <a:pt x="95249" y="5889"/>
                    <a:pt x="95463" y="16459"/>
                    <a:pt x="95463" y="20397"/>
                  </a:cubicBezTo>
                  <a:cubicBezTo>
                    <a:pt x="95463" y="32831"/>
                    <a:pt x="86278" y="55836"/>
                    <a:pt x="82861" y="64541"/>
                  </a:cubicBezTo>
                  <a:cubicBezTo>
                    <a:pt x="80511" y="70344"/>
                    <a:pt x="79657" y="72209"/>
                    <a:pt x="79657" y="75732"/>
                  </a:cubicBezTo>
                  <a:cubicBezTo>
                    <a:pt x="79657" y="86716"/>
                    <a:pt x="89055" y="93555"/>
                    <a:pt x="99948" y="93555"/>
                  </a:cubicBezTo>
                  <a:cubicBezTo>
                    <a:pt x="121308" y="93555"/>
                    <a:pt x="130706" y="64955"/>
                    <a:pt x="130706" y="61846"/>
                  </a:cubicBezTo>
                  <a:cubicBezTo>
                    <a:pt x="130706" y="59152"/>
                    <a:pt x="127929" y="59152"/>
                    <a:pt x="127288" y="59152"/>
                  </a:cubicBezTo>
                  <a:cubicBezTo>
                    <a:pt x="124298" y="59152"/>
                    <a:pt x="124084" y="60396"/>
                    <a:pt x="123230" y="62675"/>
                  </a:cubicBezTo>
                  <a:cubicBezTo>
                    <a:pt x="118317" y="79255"/>
                    <a:pt x="109133" y="87752"/>
                    <a:pt x="100589" y="87752"/>
                  </a:cubicBezTo>
                  <a:cubicBezTo>
                    <a:pt x="96103" y="87752"/>
                    <a:pt x="95249" y="84851"/>
                    <a:pt x="95249" y="80499"/>
                  </a:cubicBezTo>
                  <a:cubicBezTo>
                    <a:pt x="95249" y="75732"/>
                    <a:pt x="96317" y="73038"/>
                    <a:pt x="100162" y="63712"/>
                  </a:cubicBezTo>
                  <a:cubicBezTo>
                    <a:pt x="102725" y="57287"/>
                    <a:pt x="111482" y="35318"/>
                    <a:pt x="111482" y="23713"/>
                  </a:cubicBezTo>
                  <a:cubicBezTo>
                    <a:pt x="111482" y="3609"/>
                    <a:pt x="95035" y="86"/>
                    <a:pt x="83715" y="86"/>
                  </a:cubicBezTo>
                  <a:cubicBezTo>
                    <a:pt x="65987" y="86"/>
                    <a:pt x="54025" y="10656"/>
                    <a:pt x="47617" y="18946"/>
                  </a:cubicBezTo>
                  <a:cubicBezTo>
                    <a:pt x="46122" y="4646"/>
                    <a:pt x="33520" y="86"/>
                    <a:pt x="24763" y="86"/>
                  </a:cubicBezTo>
                  <a:cubicBezTo>
                    <a:pt x="15578" y="86"/>
                    <a:pt x="10666" y="6511"/>
                    <a:pt x="7889" y="11278"/>
                  </a:cubicBezTo>
                  <a:cubicBezTo>
                    <a:pt x="3190" y="18946"/>
                    <a:pt x="199" y="30759"/>
                    <a:pt x="199" y="31795"/>
                  </a:cubicBezTo>
                  <a:cubicBezTo>
                    <a:pt x="199" y="34489"/>
                    <a:pt x="3190" y="34489"/>
                    <a:pt x="3830" y="34489"/>
                  </a:cubicBezTo>
                  <a:cubicBezTo>
                    <a:pt x="6821" y="34489"/>
                    <a:pt x="7034" y="33868"/>
                    <a:pt x="8530" y="28272"/>
                  </a:cubicBezTo>
                  <a:cubicBezTo>
                    <a:pt x="11734" y="16044"/>
                    <a:pt x="15792" y="5889"/>
                    <a:pt x="24122" y="5889"/>
                  </a:cubicBezTo>
                  <a:cubicBezTo>
                    <a:pt x="29675" y="5889"/>
                    <a:pt x="31171" y="10449"/>
                    <a:pt x="31171" y="16044"/>
                  </a:cubicBezTo>
                  <a:cubicBezTo>
                    <a:pt x="31171" y="19982"/>
                    <a:pt x="29248" y="27650"/>
                    <a:pt x="27753" y="33246"/>
                  </a:cubicBezTo>
                  <a:cubicBezTo>
                    <a:pt x="26258" y="38842"/>
                    <a:pt x="24122" y="47339"/>
                    <a:pt x="23054" y="51898"/>
                  </a:cubicBezTo>
                  <a:lnTo>
                    <a:pt x="16219" y="78426"/>
                  </a:ln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C948C7A-4238-DF6E-83AC-0CE274F9D03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8934200" y="4834539"/>
              <a:ext cx="12205" cy="296069"/>
            </a:xfrm>
            <a:custGeom>
              <a:avLst/>
              <a:gdLst>
                <a:gd name="csX0" fmla="*/ 12413 w 12205"/>
                <a:gd name="csY0" fmla="*/ 10743 h 296069"/>
                <a:gd name="csX1" fmla="*/ 6310 w 12205"/>
                <a:gd name="csY1" fmla="*/ 85 h 296069"/>
                <a:gd name="csX2" fmla="*/ 208 w 12205"/>
                <a:gd name="csY2" fmla="*/ 10743 h 296069"/>
                <a:gd name="csX3" fmla="*/ 208 w 12205"/>
                <a:gd name="csY3" fmla="*/ 285496 h 296069"/>
                <a:gd name="csX4" fmla="*/ 6310 w 12205"/>
                <a:gd name="csY4" fmla="*/ 296154 h 296069"/>
                <a:gd name="csX5" fmla="*/ 12413 w 12205"/>
                <a:gd name="csY5" fmla="*/ 285496 h 296069"/>
                <a:gd name="csX6" fmla="*/ 12413 w 12205"/>
                <a:gd name="csY6" fmla="*/ 10743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205" h="296069">
                  <a:moveTo>
                    <a:pt x="12413" y="10743"/>
                  </a:moveTo>
                  <a:cubicBezTo>
                    <a:pt x="12413" y="5414"/>
                    <a:pt x="12413" y="85"/>
                    <a:pt x="6310" y="85"/>
                  </a:cubicBezTo>
                  <a:cubicBezTo>
                    <a:pt x="208" y="85"/>
                    <a:pt x="208" y="5414"/>
                    <a:pt x="208" y="10743"/>
                  </a:cubicBezTo>
                  <a:lnTo>
                    <a:pt x="208" y="285496"/>
                  </a:lnTo>
                  <a:cubicBezTo>
                    <a:pt x="208" y="290825"/>
                    <a:pt x="208" y="296154"/>
                    <a:pt x="6310" y="296154"/>
                  </a:cubicBezTo>
                  <a:cubicBezTo>
                    <a:pt x="12413" y="296154"/>
                    <a:pt x="12413" y="290825"/>
                    <a:pt x="12413" y="285496"/>
                  </a:cubicBezTo>
                  <a:lnTo>
                    <a:pt x="12413" y="10743"/>
                  </a:ln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72CA5C3E-593A-772F-1187-8130A44AE03C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9076256" y="4925728"/>
              <a:ext cx="151957" cy="134119"/>
            </a:xfrm>
            <a:custGeom>
              <a:avLst/>
              <a:gdLst>
                <a:gd name="csX0" fmla="*/ 93279 w 151957"/>
                <a:gd name="csY0" fmla="*/ 41534 h 134119"/>
                <a:gd name="csX1" fmla="*/ 123488 w 151957"/>
                <a:gd name="csY1" fmla="*/ 6598 h 134119"/>
                <a:gd name="csX2" fmla="*/ 138745 w 151957"/>
                <a:gd name="csY2" fmla="*/ 10447 h 134119"/>
                <a:gd name="csX3" fmla="*/ 124098 w 151957"/>
                <a:gd name="csY3" fmla="*/ 26435 h 134119"/>
                <a:gd name="csX4" fmla="*/ 135693 w 151957"/>
                <a:gd name="csY4" fmla="*/ 36797 h 134119"/>
                <a:gd name="csX5" fmla="*/ 152171 w 151957"/>
                <a:gd name="csY5" fmla="*/ 19625 h 134119"/>
                <a:gd name="csX6" fmla="*/ 123793 w 151957"/>
                <a:gd name="csY6" fmla="*/ 85 h 134119"/>
                <a:gd name="csX7" fmla="*/ 91754 w 151957"/>
                <a:gd name="csY7" fmla="*/ 22586 h 134119"/>
                <a:gd name="csX8" fmla="*/ 58799 w 151957"/>
                <a:gd name="csY8" fmla="*/ 85 h 134119"/>
                <a:gd name="csX9" fmla="*/ 9672 w 151957"/>
                <a:gd name="csY9" fmla="*/ 45679 h 134119"/>
                <a:gd name="csX10" fmla="*/ 13334 w 151957"/>
                <a:gd name="csY10" fmla="*/ 48640 h 134119"/>
                <a:gd name="csX11" fmla="*/ 17301 w 151957"/>
                <a:gd name="csY11" fmla="*/ 45383 h 134119"/>
                <a:gd name="csX12" fmla="*/ 58189 w 151957"/>
                <a:gd name="csY12" fmla="*/ 6598 h 134119"/>
                <a:gd name="csX13" fmla="*/ 74666 w 151957"/>
                <a:gd name="csY13" fmla="*/ 26435 h 134119"/>
                <a:gd name="csX14" fmla="*/ 58189 w 151957"/>
                <a:gd name="csY14" fmla="*/ 96899 h 134119"/>
                <a:gd name="csX15" fmla="*/ 29201 w 151957"/>
                <a:gd name="csY15" fmla="*/ 127691 h 134119"/>
                <a:gd name="csX16" fmla="*/ 13944 w 151957"/>
                <a:gd name="csY16" fmla="*/ 123842 h 134119"/>
                <a:gd name="csX17" fmla="*/ 28286 w 151957"/>
                <a:gd name="csY17" fmla="*/ 107854 h 134119"/>
                <a:gd name="csX18" fmla="*/ 16996 w 151957"/>
                <a:gd name="csY18" fmla="*/ 97492 h 134119"/>
                <a:gd name="csX19" fmla="*/ 213 w 151957"/>
                <a:gd name="csY19" fmla="*/ 114664 h 134119"/>
                <a:gd name="csX20" fmla="*/ 28896 w 151957"/>
                <a:gd name="csY20" fmla="*/ 134204 h 134119"/>
                <a:gd name="csX21" fmla="*/ 60935 w 151957"/>
                <a:gd name="csY21" fmla="*/ 111703 h 134119"/>
                <a:gd name="csX22" fmla="*/ 93890 w 151957"/>
                <a:gd name="csY22" fmla="*/ 134204 h 134119"/>
                <a:gd name="csX23" fmla="*/ 142711 w 151957"/>
                <a:gd name="csY23" fmla="*/ 88610 h 134119"/>
                <a:gd name="csX24" fmla="*/ 139050 w 151957"/>
                <a:gd name="csY24" fmla="*/ 85649 h 134119"/>
                <a:gd name="csX25" fmla="*/ 135083 w 151957"/>
                <a:gd name="csY25" fmla="*/ 88906 h 134119"/>
                <a:gd name="csX26" fmla="*/ 94500 w 151957"/>
                <a:gd name="csY26" fmla="*/ 127691 h 134119"/>
                <a:gd name="csX27" fmla="*/ 77717 w 151957"/>
                <a:gd name="csY27" fmla="*/ 108150 h 134119"/>
                <a:gd name="csX28" fmla="*/ 82905 w 151957"/>
                <a:gd name="csY28" fmla="*/ 82096 h 134119"/>
                <a:gd name="csX29" fmla="*/ 93279 w 151957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957" h="134119">
                  <a:moveTo>
                    <a:pt x="93279" y="41534"/>
                  </a:moveTo>
                  <a:cubicBezTo>
                    <a:pt x="95110" y="33837"/>
                    <a:pt x="102128" y="6598"/>
                    <a:pt x="123488" y="6598"/>
                  </a:cubicBezTo>
                  <a:cubicBezTo>
                    <a:pt x="125013" y="6598"/>
                    <a:pt x="132337" y="6598"/>
                    <a:pt x="138745" y="10447"/>
                  </a:cubicBezTo>
                  <a:cubicBezTo>
                    <a:pt x="130201" y="11927"/>
                    <a:pt x="124098" y="19329"/>
                    <a:pt x="124098" y="26435"/>
                  </a:cubicBezTo>
                  <a:cubicBezTo>
                    <a:pt x="124098" y="31172"/>
                    <a:pt x="127455" y="36797"/>
                    <a:pt x="135693" y="36797"/>
                  </a:cubicBezTo>
                  <a:cubicBezTo>
                    <a:pt x="142406" y="36797"/>
                    <a:pt x="152171" y="31468"/>
                    <a:pt x="152171" y="19625"/>
                  </a:cubicBezTo>
                  <a:cubicBezTo>
                    <a:pt x="152171" y="4230"/>
                    <a:pt x="134168" y="85"/>
                    <a:pt x="123793" y="85"/>
                  </a:cubicBezTo>
                  <a:cubicBezTo>
                    <a:pt x="106095" y="85"/>
                    <a:pt x="95415" y="15776"/>
                    <a:pt x="91754" y="22586"/>
                  </a:cubicBezTo>
                  <a:cubicBezTo>
                    <a:pt x="84125" y="3045"/>
                    <a:pt x="67648" y="85"/>
                    <a:pt x="58799" y="85"/>
                  </a:cubicBezTo>
                  <a:cubicBezTo>
                    <a:pt x="27065" y="85"/>
                    <a:pt x="9672" y="38278"/>
                    <a:pt x="9672" y="45679"/>
                  </a:cubicBezTo>
                  <a:cubicBezTo>
                    <a:pt x="9672" y="48640"/>
                    <a:pt x="12724" y="48640"/>
                    <a:pt x="13334" y="48640"/>
                  </a:cubicBezTo>
                  <a:cubicBezTo>
                    <a:pt x="15775" y="48640"/>
                    <a:pt x="16690" y="48048"/>
                    <a:pt x="17301" y="45383"/>
                  </a:cubicBezTo>
                  <a:cubicBezTo>
                    <a:pt x="27675" y="14000"/>
                    <a:pt x="47814" y="6598"/>
                    <a:pt x="58189" y="6598"/>
                  </a:cubicBezTo>
                  <a:cubicBezTo>
                    <a:pt x="63986" y="6598"/>
                    <a:pt x="74666" y="9263"/>
                    <a:pt x="74666" y="26435"/>
                  </a:cubicBezTo>
                  <a:cubicBezTo>
                    <a:pt x="74666" y="35613"/>
                    <a:pt x="69479" y="55450"/>
                    <a:pt x="58189" y="96899"/>
                  </a:cubicBezTo>
                  <a:cubicBezTo>
                    <a:pt x="53307" y="115256"/>
                    <a:pt x="42627" y="127691"/>
                    <a:pt x="29201" y="127691"/>
                  </a:cubicBezTo>
                  <a:cubicBezTo>
                    <a:pt x="27370" y="127691"/>
                    <a:pt x="20352" y="127691"/>
                    <a:pt x="13944" y="123842"/>
                  </a:cubicBezTo>
                  <a:cubicBezTo>
                    <a:pt x="21573" y="122361"/>
                    <a:pt x="28286" y="116144"/>
                    <a:pt x="28286" y="107854"/>
                  </a:cubicBezTo>
                  <a:cubicBezTo>
                    <a:pt x="28286" y="99860"/>
                    <a:pt x="21573" y="97492"/>
                    <a:pt x="16996" y="97492"/>
                  </a:cubicBezTo>
                  <a:cubicBezTo>
                    <a:pt x="7842" y="97492"/>
                    <a:pt x="213" y="105189"/>
                    <a:pt x="213" y="114664"/>
                  </a:cubicBezTo>
                  <a:cubicBezTo>
                    <a:pt x="213" y="128283"/>
                    <a:pt x="15470" y="134204"/>
                    <a:pt x="28896" y="134204"/>
                  </a:cubicBezTo>
                  <a:cubicBezTo>
                    <a:pt x="49035" y="134204"/>
                    <a:pt x="60020" y="113479"/>
                    <a:pt x="60935" y="111703"/>
                  </a:cubicBezTo>
                  <a:cubicBezTo>
                    <a:pt x="64597" y="122658"/>
                    <a:pt x="75582" y="134204"/>
                    <a:pt x="93890" y="134204"/>
                  </a:cubicBezTo>
                  <a:cubicBezTo>
                    <a:pt x="125319" y="134204"/>
                    <a:pt x="142711" y="96011"/>
                    <a:pt x="142711" y="88610"/>
                  </a:cubicBezTo>
                  <a:cubicBezTo>
                    <a:pt x="142711" y="85649"/>
                    <a:pt x="139965" y="85649"/>
                    <a:pt x="139050" y="85649"/>
                  </a:cubicBezTo>
                  <a:cubicBezTo>
                    <a:pt x="136303" y="85649"/>
                    <a:pt x="135693" y="86833"/>
                    <a:pt x="135083" y="88906"/>
                  </a:cubicBezTo>
                  <a:cubicBezTo>
                    <a:pt x="125013" y="120585"/>
                    <a:pt x="104264" y="127691"/>
                    <a:pt x="94500" y="127691"/>
                  </a:cubicBezTo>
                  <a:cubicBezTo>
                    <a:pt x="82600" y="127691"/>
                    <a:pt x="77717" y="118217"/>
                    <a:pt x="77717" y="108150"/>
                  </a:cubicBezTo>
                  <a:cubicBezTo>
                    <a:pt x="77717" y="101637"/>
                    <a:pt x="79548" y="95123"/>
                    <a:pt x="82905" y="82096"/>
                  </a:cubicBezTo>
                  <a:lnTo>
                    <a:pt x="93279" y="41534"/>
                  </a:ln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3EBBFE0-4C96-D5B5-F62D-D2814774B41D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9265082" y="4963388"/>
              <a:ext cx="77748" cy="137613"/>
            </a:xfrm>
            <a:custGeom>
              <a:avLst/>
              <a:gdLst>
                <a:gd name="csX0" fmla="*/ 48491 w 77748"/>
                <a:gd name="csY0" fmla="*/ 5889 h 137613"/>
                <a:gd name="csX1" fmla="*/ 42083 w 77748"/>
                <a:gd name="csY1" fmla="*/ 86 h 137613"/>
                <a:gd name="csX2" fmla="*/ 219 w 77748"/>
                <a:gd name="csY2" fmla="*/ 13350 h 137613"/>
                <a:gd name="csX3" fmla="*/ 219 w 77748"/>
                <a:gd name="csY3" fmla="*/ 20811 h 137613"/>
                <a:gd name="csX4" fmla="*/ 31190 w 77748"/>
                <a:gd name="csY4" fmla="*/ 15008 h 137613"/>
                <a:gd name="csX5" fmla="*/ 31190 w 77748"/>
                <a:gd name="csY5" fmla="*/ 120705 h 137613"/>
                <a:gd name="csX6" fmla="*/ 9831 w 77748"/>
                <a:gd name="csY6" fmla="*/ 130238 h 137613"/>
                <a:gd name="csX7" fmla="*/ 1714 w 77748"/>
                <a:gd name="csY7" fmla="*/ 130238 h 137613"/>
                <a:gd name="csX8" fmla="*/ 1714 w 77748"/>
                <a:gd name="csY8" fmla="*/ 137699 h 137613"/>
                <a:gd name="csX9" fmla="*/ 39734 w 77748"/>
                <a:gd name="csY9" fmla="*/ 136870 h 137613"/>
                <a:gd name="csX10" fmla="*/ 77967 w 77748"/>
                <a:gd name="csY10" fmla="*/ 137699 h 137613"/>
                <a:gd name="csX11" fmla="*/ 77967 w 77748"/>
                <a:gd name="csY11" fmla="*/ 130238 h 137613"/>
                <a:gd name="csX12" fmla="*/ 69851 w 77748"/>
                <a:gd name="csY12" fmla="*/ 130238 h 137613"/>
                <a:gd name="csX13" fmla="*/ 48491 w 77748"/>
                <a:gd name="csY13" fmla="*/ 120705 h 137613"/>
                <a:gd name="csX14" fmla="*/ 48491 w 77748"/>
                <a:gd name="csY14" fmla="*/ 5889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748" h="137613">
                  <a:moveTo>
                    <a:pt x="48491" y="5889"/>
                  </a:moveTo>
                  <a:cubicBezTo>
                    <a:pt x="48491" y="293"/>
                    <a:pt x="48064" y="86"/>
                    <a:pt x="42083" y="86"/>
                  </a:cubicBezTo>
                  <a:cubicBezTo>
                    <a:pt x="28413" y="13143"/>
                    <a:pt x="8976" y="13350"/>
                    <a:pt x="219" y="13350"/>
                  </a:cubicBezTo>
                  <a:lnTo>
                    <a:pt x="219" y="20811"/>
                  </a:lnTo>
                  <a:cubicBezTo>
                    <a:pt x="5345" y="20811"/>
                    <a:pt x="19442" y="20811"/>
                    <a:pt x="31190" y="15008"/>
                  </a:cubicBezTo>
                  <a:lnTo>
                    <a:pt x="31190" y="120705"/>
                  </a:lnTo>
                  <a:cubicBezTo>
                    <a:pt x="31190" y="127544"/>
                    <a:pt x="31190" y="130238"/>
                    <a:pt x="9831" y="130238"/>
                  </a:cubicBezTo>
                  <a:lnTo>
                    <a:pt x="1714" y="130238"/>
                  </a:lnTo>
                  <a:lnTo>
                    <a:pt x="1714" y="137699"/>
                  </a:lnTo>
                  <a:cubicBezTo>
                    <a:pt x="5559" y="137492"/>
                    <a:pt x="31831" y="136870"/>
                    <a:pt x="39734" y="136870"/>
                  </a:cubicBezTo>
                  <a:cubicBezTo>
                    <a:pt x="46355" y="136870"/>
                    <a:pt x="73268" y="137492"/>
                    <a:pt x="77967" y="137699"/>
                  </a:cubicBezTo>
                  <a:lnTo>
                    <a:pt x="77967" y="130238"/>
                  </a:lnTo>
                  <a:lnTo>
                    <a:pt x="69851" y="130238"/>
                  </a:lnTo>
                  <a:cubicBezTo>
                    <a:pt x="48491" y="130238"/>
                    <a:pt x="48491" y="127544"/>
                    <a:pt x="48491" y="120705"/>
                  </a:cubicBezTo>
                  <a:lnTo>
                    <a:pt x="48491" y="5889"/>
                  </a:ln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B56FE43-70B4-3F2C-C2A5-64BB91E5C300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9404930" y="5025208"/>
              <a:ext cx="35700" cy="88524"/>
            </a:xfrm>
            <a:custGeom>
              <a:avLst/>
              <a:gdLst>
                <a:gd name="csX0" fmla="*/ 35924 w 35700"/>
                <a:gd name="csY0" fmla="*/ 31172 h 88524"/>
                <a:gd name="csX1" fmla="*/ 16395 w 35700"/>
                <a:gd name="csY1" fmla="*/ 85 h 88524"/>
                <a:gd name="csX2" fmla="*/ 223 w 35700"/>
                <a:gd name="csY2" fmla="*/ 15776 h 88524"/>
                <a:gd name="csX3" fmla="*/ 16395 w 35700"/>
                <a:gd name="csY3" fmla="*/ 31468 h 88524"/>
                <a:gd name="csX4" fmla="*/ 27075 w 35700"/>
                <a:gd name="csY4" fmla="*/ 27619 h 88524"/>
                <a:gd name="csX5" fmla="*/ 28601 w 35700"/>
                <a:gd name="csY5" fmla="*/ 26731 h 88524"/>
                <a:gd name="csX6" fmla="*/ 29211 w 35700"/>
                <a:gd name="csY6" fmla="*/ 31172 h 88524"/>
                <a:gd name="csX7" fmla="*/ 8462 w 35700"/>
                <a:gd name="csY7" fmla="*/ 80616 h 88524"/>
                <a:gd name="csX8" fmla="*/ 5105 w 35700"/>
                <a:gd name="csY8" fmla="*/ 85353 h 88524"/>
                <a:gd name="csX9" fmla="*/ 8157 w 35700"/>
                <a:gd name="csY9" fmla="*/ 88610 h 88524"/>
                <a:gd name="csX10" fmla="*/ 35924 w 35700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700" h="88524">
                  <a:moveTo>
                    <a:pt x="35924" y="31172"/>
                  </a:moveTo>
                  <a:cubicBezTo>
                    <a:pt x="35924" y="11631"/>
                    <a:pt x="28296" y="85"/>
                    <a:pt x="16395" y="85"/>
                  </a:cubicBezTo>
                  <a:cubicBezTo>
                    <a:pt x="6326" y="85"/>
                    <a:pt x="223" y="7486"/>
                    <a:pt x="223" y="15776"/>
                  </a:cubicBezTo>
                  <a:cubicBezTo>
                    <a:pt x="223" y="23770"/>
                    <a:pt x="6326" y="31468"/>
                    <a:pt x="16395" y="31468"/>
                  </a:cubicBezTo>
                  <a:cubicBezTo>
                    <a:pt x="20057" y="31468"/>
                    <a:pt x="24024" y="30284"/>
                    <a:pt x="27075" y="27619"/>
                  </a:cubicBezTo>
                  <a:cubicBezTo>
                    <a:pt x="27991" y="27027"/>
                    <a:pt x="28296" y="26731"/>
                    <a:pt x="28601" y="26731"/>
                  </a:cubicBezTo>
                  <a:cubicBezTo>
                    <a:pt x="28906" y="26731"/>
                    <a:pt x="29211" y="27027"/>
                    <a:pt x="29211" y="31172"/>
                  </a:cubicBezTo>
                  <a:cubicBezTo>
                    <a:pt x="29211" y="53081"/>
                    <a:pt x="18531" y="70845"/>
                    <a:pt x="8462" y="80616"/>
                  </a:cubicBezTo>
                  <a:cubicBezTo>
                    <a:pt x="5105" y="83872"/>
                    <a:pt x="5105" y="84465"/>
                    <a:pt x="5105" y="85353"/>
                  </a:cubicBezTo>
                  <a:cubicBezTo>
                    <a:pt x="5105" y="87425"/>
                    <a:pt x="6631" y="88610"/>
                    <a:pt x="8157" y="88610"/>
                  </a:cubicBezTo>
                  <a:cubicBezTo>
                    <a:pt x="11513" y="88610"/>
                    <a:pt x="35924" y="65812"/>
                    <a:pt x="35924" y="31172"/>
                  </a:cubicBez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5E6B3D7-AE81-73D5-51D3-410438AFF063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9523152" y="4925728"/>
              <a:ext cx="151957" cy="134119"/>
            </a:xfrm>
            <a:custGeom>
              <a:avLst/>
              <a:gdLst>
                <a:gd name="csX0" fmla="*/ 93294 w 151957"/>
                <a:gd name="csY0" fmla="*/ 41534 h 134119"/>
                <a:gd name="csX1" fmla="*/ 123502 w 151957"/>
                <a:gd name="csY1" fmla="*/ 6598 h 134119"/>
                <a:gd name="csX2" fmla="*/ 138759 w 151957"/>
                <a:gd name="csY2" fmla="*/ 10447 h 134119"/>
                <a:gd name="csX3" fmla="*/ 124113 w 151957"/>
                <a:gd name="csY3" fmla="*/ 26435 h 134119"/>
                <a:gd name="csX4" fmla="*/ 135708 w 151957"/>
                <a:gd name="csY4" fmla="*/ 36797 h 134119"/>
                <a:gd name="csX5" fmla="*/ 152185 w 151957"/>
                <a:gd name="csY5" fmla="*/ 19625 h 134119"/>
                <a:gd name="csX6" fmla="*/ 123808 w 151957"/>
                <a:gd name="csY6" fmla="*/ 85 h 134119"/>
                <a:gd name="csX7" fmla="*/ 91768 w 151957"/>
                <a:gd name="csY7" fmla="*/ 22586 h 134119"/>
                <a:gd name="csX8" fmla="*/ 58814 w 151957"/>
                <a:gd name="csY8" fmla="*/ 85 h 134119"/>
                <a:gd name="csX9" fmla="*/ 9687 w 151957"/>
                <a:gd name="csY9" fmla="*/ 45679 h 134119"/>
                <a:gd name="csX10" fmla="*/ 13349 w 151957"/>
                <a:gd name="csY10" fmla="*/ 48640 h 134119"/>
                <a:gd name="csX11" fmla="*/ 17315 w 151957"/>
                <a:gd name="csY11" fmla="*/ 45383 h 134119"/>
                <a:gd name="csX12" fmla="*/ 58203 w 151957"/>
                <a:gd name="csY12" fmla="*/ 6598 h 134119"/>
                <a:gd name="csX13" fmla="*/ 74681 w 151957"/>
                <a:gd name="csY13" fmla="*/ 26435 h 134119"/>
                <a:gd name="csX14" fmla="*/ 58203 w 151957"/>
                <a:gd name="csY14" fmla="*/ 96899 h 134119"/>
                <a:gd name="csX15" fmla="*/ 29216 w 151957"/>
                <a:gd name="csY15" fmla="*/ 127691 h 134119"/>
                <a:gd name="csX16" fmla="*/ 13959 w 151957"/>
                <a:gd name="csY16" fmla="*/ 123842 h 134119"/>
                <a:gd name="csX17" fmla="*/ 28300 w 151957"/>
                <a:gd name="csY17" fmla="*/ 107854 h 134119"/>
                <a:gd name="csX18" fmla="*/ 17010 w 151957"/>
                <a:gd name="csY18" fmla="*/ 97492 h 134119"/>
                <a:gd name="csX19" fmla="*/ 228 w 151957"/>
                <a:gd name="csY19" fmla="*/ 114664 h 134119"/>
                <a:gd name="csX20" fmla="*/ 28910 w 151957"/>
                <a:gd name="csY20" fmla="*/ 134204 h 134119"/>
                <a:gd name="csX21" fmla="*/ 60950 w 151957"/>
                <a:gd name="csY21" fmla="*/ 111703 h 134119"/>
                <a:gd name="csX22" fmla="*/ 93904 w 151957"/>
                <a:gd name="csY22" fmla="*/ 134204 h 134119"/>
                <a:gd name="csX23" fmla="*/ 142726 w 151957"/>
                <a:gd name="csY23" fmla="*/ 88610 h 134119"/>
                <a:gd name="csX24" fmla="*/ 139064 w 151957"/>
                <a:gd name="csY24" fmla="*/ 85649 h 134119"/>
                <a:gd name="csX25" fmla="*/ 135098 w 151957"/>
                <a:gd name="csY25" fmla="*/ 88906 h 134119"/>
                <a:gd name="csX26" fmla="*/ 94515 w 151957"/>
                <a:gd name="csY26" fmla="*/ 127691 h 134119"/>
                <a:gd name="csX27" fmla="*/ 77732 w 151957"/>
                <a:gd name="csY27" fmla="*/ 108150 h 134119"/>
                <a:gd name="csX28" fmla="*/ 82919 w 151957"/>
                <a:gd name="csY28" fmla="*/ 82096 h 134119"/>
                <a:gd name="csX29" fmla="*/ 93294 w 151957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957" h="134119">
                  <a:moveTo>
                    <a:pt x="93294" y="41534"/>
                  </a:moveTo>
                  <a:cubicBezTo>
                    <a:pt x="95125" y="33837"/>
                    <a:pt x="102143" y="6598"/>
                    <a:pt x="123502" y="6598"/>
                  </a:cubicBezTo>
                  <a:cubicBezTo>
                    <a:pt x="125028" y="6598"/>
                    <a:pt x="132351" y="6598"/>
                    <a:pt x="138759" y="10447"/>
                  </a:cubicBezTo>
                  <a:cubicBezTo>
                    <a:pt x="130215" y="11927"/>
                    <a:pt x="124113" y="19329"/>
                    <a:pt x="124113" y="26435"/>
                  </a:cubicBezTo>
                  <a:cubicBezTo>
                    <a:pt x="124113" y="31172"/>
                    <a:pt x="127469" y="36797"/>
                    <a:pt x="135708" y="36797"/>
                  </a:cubicBezTo>
                  <a:cubicBezTo>
                    <a:pt x="142421" y="36797"/>
                    <a:pt x="152185" y="31468"/>
                    <a:pt x="152185" y="19625"/>
                  </a:cubicBezTo>
                  <a:cubicBezTo>
                    <a:pt x="152185" y="4230"/>
                    <a:pt x="134182" y="85"/>
                    <a:pt x="123808" y="85"/>
                  </a:cubicBezTo>
                  <a:cubicBezTo>
                    <a:pt x="106110" y="85"/>
                    <a:pt x="95430" y="15776"/>
                    <a:pt x="91768" y="22586"/>
                  </a:cubicBezTo>
                  <a:cubicBezTo>
                    <a:pt x="84140" y="3045"/>
                    <a:pt x="67663" y="85"/>
                    <a:pt x="58814" y="85"/>
                  </a:cubicBezTo>
                  <a:cubicBezTo>
                    <a:pt x="27080" y="85"/>
                    <a:pt x="9687" y="38278"/>
                    <a:pt x="9687" y="45679"/>
                  </a:cubicBezTo>
                  <a:cubicBezTo>
                    <a:pt x="9687" y="48640"/>
                    <a:pt x="12738" y="48640"/>
                    <a:pt x="13349" y="48640"/>
                  </a:cubicBezTo>
                  <a:cubicBezTo>
                    <a:pt x="15790" y="48640"/>
                    <a:pt x="16705" y="48048"/>
                    <a:pt x="17315" y="45383"/>
                  </a:cubicBezTo>
                  <a:cubicBezTo>
                    <a:pt x="27690" y="14000"/>
                    <a:pt x="47829" y="6598"/>
                    <a:pt x="58203" y="6598"/>
                  </a:cubicBezTo>
                  <a:cubicBezTo>
                    <a:pt x="64001" y="6598"/>
                    <a:pt x="74681" y="9263"/>
                    <a:pt x="74681" y="26435"/>
                  </a:cubicBezTo>
                  <a:cubicBezTo>
                    <a:pt x="74681" y="35613"/>
                    <a:pt x="69493" y="55450"/>
                    <a:pt x="58203" y="96899"/>
                  </a:cubicBezTo>
                  <a:cubicBezTo>
                    <a:pt x="53321" y="115256"/>
                    <a:pt x="42642" y="127691"/>
                    <a:pt x="29216" y="127691"/>
                  </a:cubicBezTo>
                  <a:cubicBezTo>
                    <a:pt x="27385" y="127691"/>
                    <a:pt x="20367" y="127691"/>
                    <a:pt x="13959" y="123842"/>
                  </a:cubicBezTo>
                  <a:cubicBezTo>
                    <a:pt x="21587" y="122361"/>
                    <a:pt x="28300" y="116144"/>
                    <a:pt x="28300" y="107854"/>
                  </a:cubicBezTo>
                  <a:cubicBezTo>
                    <a:pt x="28300" y="99860"/>
                    <a:pt x="21587" y="97492"/>
                    <a:pt x="17010" y="97492"/>
                  </a:cubicBezTo>
                  <a:cubicBezTo>
                    <a:pt x="7856" y="97492"/>
                    <a:pt x="228" y="105189"/>
                    <a:pt x="228" y="114664"/>
                  </a:cubicBezTo>
                  <a:cubicBezTo>
                    <a:pt x="228" y="128283"/>
                    <a:pt x="15484" y="134204"/>
                    <a:pt x="28910" y="134204"/>
                  </a:cubicBezTo>
                  <a:cubicBezTo>
                    <a:pt x="49049" y="134204"/>
                    <a:pt x="60034" y="113479"/>
                    <a:pt x="60950" y="111703"/>
                  </a:cubicBezTo>
                  <a:cubicBezTo>
                    <a:pt x="64611" y="122658"/>
                    <a:pt x="75596" y="134204"/>
                    <a:pt x="93904" y="134204"/>
                  </a:cubicBezTo>
                  <a:cubicBezTo>
                    <a:pt x="125333" y="134204"/>
                    <a:pt x="142726" y="96011"/>
                    <a:pt x="142726" y="88610"/>
                  </a:cubicBezTo>
                  <a:cubicBezTo>
                    <a:pt x="142726" y="85649"/>
                    <a:pt x="139980" y="85649"/>
                    <a:pt x="139064" y="85649"/>
                  </a:cubicBezTo>
                  <a:cubicBezTo>
                    <a:pt x="136318" y="85649"/>
                    <a:pt x="135708" y="86833"/>
                    <a:pt x="135098" y="88906"/>
                  </a:cubicBezTo>
                  <a:cubicBezTo>
                    <a:pt x="125028" y="120585"/>
                    <a:pt x="104279" y="127691"/>
                    <a:pt x="94515" y="127691"/>
                  </a:cubicBezTo>
                  <a:cubicBezTo>
                    <a:pt x="82614" y="127691"/>
                    <a:pt x="77732" y="118217"/>
                    <a:pt x="77732" y="108150"/>
                  </a:cubicBezTo>
                  <a:cubicBezTo>
                    <a:pt x="77732" y="101637"/>
                    <a:pt x="79563" y="95123"/>
                    <a:pt x="82919" y="82096"/>
                  </a:cubicBezTo>
                  <a:lnTo>
                    <a:pt x="93294" y="41534"/>
                  </a:ln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B682EE8-D0A4-6503-8270-FAC3A831A672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9702153" y="4963388"/>
              <a:ext cx="94408" cy="137613"/>
            </a:xfrm>
            <a:custGeom>
              <a:avLst/>
              <a:gdLst>
                <a:gd name="csX0" fmla="*/ 94642 w 94408"/>
                <a:gd name="csY0" fmla="*/ 99980 h 137613"/>
                <a:gd name="csX1" fmla="*/ 87380 w 94408"/>
                <a:gd name="csY1" fmla="*/ 99980 h 137613"/>
                <a:gd name="csX2" fmla="*/ 81827 w 94408"/>
                <a:gd name="csY2" fmla="*/ 118840 h 137613"/>
                <a:gd name="csX3" fmla="*/ 60681 w 94408"/>
                <a:gd name="csY3" fmla="*/ 120083 h 137613"/>
                <a:gd name="csX4" fmla="*/ 21379 w 94408"/>
                <a:gd name="csY4" fmla="*/ 120083 h 137613"/>
                <a:gd name="csX5" fmla="*/ 64098 w 94408"/>
                <a:gd name="csY5" fmla="*/ 85265 h 137613"/>
                <a:gd name="csX6" fmla="*/ 94642 w 94408"/>
                <a:gd name="csY6" fmla="*/ 40500 h 137613"/>
                <a:gd name="csX7" fmla="*/ 44661 w 94408"/>
                <a:gd name="csY7" fmla="*/ 86 h 137613"/>
                <a:gd name="csX8" fmla="*/ 233 w 94408"/>
                <a:gd name="csY8" fmla="*/ 37184 h 137613"/>
                <a:gd name="csX9" fmla="*/ 11554 w 94408"/>
                <a:gd name="csY9" fmla="*/ 48790 h 137613"/>
                <a:gd name="csX10" fmla="*/ 22874 w 94408"/>
                <a:gd name="csY10" fmla="*/ 37805 h 137613"/>
                <a:gd name="csX11" fmla="*/ 10272 w 94408"/>
                <a:gd name="csY11" fmla="*/ 26821 h 137613"/>
                <a:gd name="csX12" fmla="*/ 41457 w 94408"/>
                <a:gd name="csY12" fmla="*/ 7547 h 137613"/>
                <a:gd name="csX13" fmla="*/ 73924 w 94408"/>
                <a:gd name="csY13" fmla="*/ 40500 h 137613"/>
                <a:gd name="csX14" fmla="*/ 53846 w 94408"/>
                <a:gd name="csY14" fmla="*/ 80291 h 137613"/>
                <a:gd name="csX15" fmla="*/ 2369 w 94408"/>
                <a:gd name="csY15" fmla="*/ 129617 h 137613"/>
                <a:gd name="csX16" fmla="*/ 233 w 94408"/>
                <a:gd name="csY16" fmla="*/ 137699 h 137613"/>
                <a:gd name="csX17" fmla="*/ 88234 w 94408"/>
                <a:gd name="csY17" fmla="*/ 137699 h 137613"/>
                <a:gd name="csX18" fmla="*/ 94642 w 94408"/>
                <a:gd name="csY18" fmla="*/ 99980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4408" h="137613">
                  <a:moveTo>
                    <a:pt x="94642" y="99980"/>
                  </a:moveTo>
                  <a:lnTo>
                    <a:pt x="87380" y="99980"/>
                  </a:lnTo>
                  <a:cubicBezTo>
                    <a:pt x="86739" y="104540"/>
                    <a:pt x="84603" y="116767"/>
                    <a:pt x="81827" y="118840"/>
                  </a:cubicBezTo>
                  <a:cubicBezTo>
                    <a:pt x="80118" y="120083"/>
                    <a:pt x="63671" y="120083"/>
                    <a:pt x="60681" y="120083"/>
                  </a:cubicBezTo>
                  <a:lnTo>
                    <a:pt x="21379" y="120083"/>
                  </a:lnTo>
                  <a:cubicBezTo>
                    <a:pt x="43807" y="100809"/>
                    <a:pt x="51283" y="95006"/>
                    <a:pt x="64098" y="85265"/>
                  </a:cubicBezTo>
                  <a:cubicBezTo>
                    <a:pt x="79904" y="73038"/>
                    <a:pt x="94642" y="60188"/>
                    <a:pt x="94642" y="40500"/>
                  </a:cubicBezTo>
                  <a:cubicBezTo>
                    <a:pt x="94642" y="15423"/>
                    <a:pt x="72001" y="86"/>
                    <a:pt x="44661" y="86"/>
                  </a:cubicBezTo>
                  <a:cubicBezTo>
                    <a:pt x="18175" y="86"/>
                    <a:pt x="233" y="18117"/>
                    <a:pt x="233" y="37184"/>
                  </a:cubicBezTo>
                  <a:cubicBezTo>
                    <a:pt x="233" y="47753"/>
                    <a:pt x="9418" y="48790"/>
                    <a:pt x="11554" y="48790"/>
                  </a:cubicBezTo>
                  <a:cubicBezTo>
                    <a:pt x="16680" y="48790"/>
                    <a:pt x="22874" y="45266"/>
                    <a:pt x="22874" y="37805"/>
                  </a:cubicBezTo>
                  <a:cubicBezTo>
                    <a:pt x="22874" y="34075"/>
                    <a:pt x="21379" y="26821"/>
                    <a:pt x="10272" y="26821"/>
                  </a:cubicBezTo>
                  <a:cubicBezTo>
                    <a:pt x="16894" y="12107"/>
                    <a:pt x="31418" y="7547"/>
                    <a:pt x="41457" y="7547"/>
                  </a:cubicBezTo>
                  <a:cubicBezTo>
                    <a:pt x="62817" y="7547"/>
                    <a:pt x="73924" y="23713"/>
                    <a:pt x="73924" y="40500"/>
                  </a:cubicBezTo>
                  <a:cubicBezTo>
                    <a:pt x="73924" y="58530"/>
                    <a:pt x="60681" y="72831"/>
                    <a:pt x="53846" y="80291"/>
                  </a:cubicBezTo>
                  <a:lnTo>
                    <a:pt x="2369" y="129617"/>
                  </a:lnTo>
                  <a:cubicBezTo>
                    <a:pt x="233" y="131482"/>
                    <a:pt x="233" y="131896"/>
                    <a:pt x="233" y="137699"/>
                  </a:cubicBezTo>
                  <a:lnTo>
                    <a:pt x="88234" y="137699"/>
                  </a:lnTo>
                  <a:lnTo>
                    <a:pt x="94642" y="99980"/>
                  </a:ln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05D3B546-3EEE-852A-CDF1-59A2DA1940E0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9851826" y="5025208"/>
              <a:ext cx="35700" cy="88524"/>
            </a:xfrm>
            <a:custGeom>
              <a:avLst/>
              <a:gdLst>
                <a:gd name="csX0" fmla="*/ 35939 w 35700"/>
                <a:gd name="csY0" fmla="*/ 31172 h 88524"/>
                <a:gd name="csX1" fmla="*/ 16410 w 35700"/>
                <a:gd name="csY1" fmla="*/ 85 h 88524"/>
                <a:gd name="csX2" fmla="*/ 238 w 35700"/>
                <a:gd name="csY2" fmla="*/ 15776 h 88524"/>
                <a:gd name="csX3" fmla="*/ 16410 w 35700"/>
                <a:gd name="csY3" fmla="*/ 31468 h 88524"/>
                <a:gd name="csX4" fmla="*/ 27090 w 35700"/>
                <a:gd name="csY4" fmla="*/ 27619 h 88524"/>
                <a:gd name="csX5" fmla="*/ 28615 w 35700"/>
                <a:gd name="csY5" fmla="*/ 26731 h 88524"/>
                <a:gd name="csX6" fmla="*/ 29226 w 35700"/>
                <a:gd name="csY6" fmla="*/ 31172 h 88524"/>
                <a:gd name="csX7" fmla="*/ 8477 w 35700"/>
                <a:gd name="csY7" fmla="*/ 80616 h 88524"/>
                <a:gd name="csX8" fmla="*/ 5120 w 35700"/>
                <a:gd name="csY8" fmla="*/ 85353 h 88524"/>
                <a:gd name="csX9" fmla="*/ 8171 w 35700"/>
                <a:gd name="csY9" fmla="*/ 88610 h 88524"/>
                <a:gd name="csX10" fmla="*/ 35939 w 35700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700" h="88524">
                  <a:moveTo>
                    <a:pt x="35939" y="31172"/>
                  </a:moveTo>
                  <a:cubicBezTo>
                    <a:pt x="35939" y="11631"/>
                    <a:pt x="28310" y="85"/>
                    <a:pt x="16410" y="85"/>
                  </a:cubicBezTo>
                  <a:cubicBezTo>
                    <a:pt x="6341" y="85"/>
                    <a:pt x="238" y="7486"/>
                    <a:pt x="238" y="15776"/>
                  </a:cubicBezTo>
                  <a:cubicBezTo>
                    <a:pt x="238" y="23770"/>
                    <a:pt x="6341" y="31468"/>
                    <a:pt x="16410" y="31468"/>
                  </a:cubicBezTo>
                  <a:cubicBezTo>
                    <a:pt x="20072" y="31468"/>
                    <a:pt x="24038" y="30284"/>
                    <a:pt x="27090" y="27619"/>
                  </a:cubicBezTo>
                  <a:cubicBezTo>
                    <a:pt x="28005" y="27027"/>
                    <a:pt x="28310" y="26731"/>
                    <a:pt x="28615" y="26731"/>
                  </a:cubicBezTo>
                  <a:cubicBezTo>
                    <a:pt x="28921" y="26731"/>
                    <a:pt x="29226" y="27027"/>
                    <a:pt x="29226" y="31172"/>
                  </a:cubicBezTo>
                  <a:cubicBezTo>
                    <a:pt x="29226" y="53081"/>
                    <a:pt x="18546" y="70845"/>
                    <a:pt x="8477" y="80616"/>
                  </a:cubicBezTo>
                  <a:cubicBezTo>
                    <a:pt x="5120" y="83872"/>
                    <a:pt x="5120" y="84465"/>
                    <a:pt x="5120" y="85353"/>
                  </a:cubicBezTo>
                  <a:cubicBezTo>
                    <a:pt x="5120" y="87425"/>
                    <a:pt x="6646" y="88610"/>
                    <a:pt x="8171" y="88610"/>
                  </a:cubicBezTo>
                  <a:cubicBezTo>
                    <a:pt x="11528" y="88610"/>
                    <a:pt x="35939" y="65812"/>
                    <a:pt x="35939" y="31172"/>
                  </a:cubicBez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BC47C39D-7083-FD97-77B0-8C8FBF1FA410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9987441" y="5025208"/>
              <a:ext cx="32344" cy="31383"/>
            </a:xfrm>
            <a:custGeom>
              <a:avLst/>
              <a:gdLst>
                <a:gd name="csX0" fmla="*/ 32587 w 32344"/>
                <a:gd name="csY0" fmla="*/ 15776 h 31383"/>
                <a:gd name="csX1" fmla="*/ 16414 w 32344"/>
                <a:gd name="csY1" fmla="*/ 85 h 31383"/>
                <a:gd name="csX2" fmla="*/ 242 w 32344"/>
                <a:gd name="csY2" fmla="*/ 15776 h 31383"/>
                <a:gd name="csX3" fmla="*/ 16414 w 32344"/>
                <a:gd name="csY3" fmla="*/ 31468 h 31383"/>
                <a:gd name="csX4" fmla="*/ 32587 w 32344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44" h="31383">
                  <a:moveTo>
                    <a:pt x="32587" y="15776"/>
                  </a:moveTo>
                  <a:cubicBezTo>
                    <a:pt x="32587" y="7190"/>
                    <a:pt x="25263" y="85"/>
                    <a:pt x="16414" y="85"/>
                  </a:cubicBezTo>
                  <a:cubicBezTo>
                    <a:pt x="7566" y="85"/>
                    <a:pt x="242" y="7190"/>
                    <a:pt x="242" y="15776"/>
                  </a:cubicBezTo>
                  <a:cubicBezTo>
                    <a:pt x="242" y="24362"/>
                    <a:pt x="7566" y="31468"/>
                    <a:pt x="16414" y="31468"/>
                  </a:cubicBezTo>
                  <a:cubicBezTo>
                    <a:pt x="25263" y="31468"/>
                    <a:pt x="32587" y="24362"/>
                    <a:pt x="32587" y="15776"/>
                  </a:cubicBez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771D933-AF95-FC85-8D99-A864A279F5CE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0123055" y="5025208"/>
              <a:ext cx="32344" cy="31383"/>
            </a:xfrm>
            <a:custGeom>
              <a:avLst/>
              <a:gdLst>
                <a:gd name="csX0" fmla="*/ 32591 w 32344"/>
                <a:gd name="csY0" fmla="*/ 15776 h 31383"/>
                <a:gd name="csX1" fmla="*/ 16419 w 32344"/>
                <a:gd name="csY1" fmla="*/ 85 h 31383"/>
                <a:gd name="csX2" fmla="*/ 247 w 32344"/>
                <a:gd name="csY2" fmla="*/ 15776 h 31383"/>
                <a:gd name="csX3" fmla="*/ 16419 w 32344"/>
                <a:gd name="csY3" fmla="*/ 31468 h 31383"/>
                <a:gd name="csX4" fmla="*/ 32591 w 32344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44" h="31383">
                  <a:moveTo>
                    <a:pt x="32591" y="15776"/>
                  </a:moveTo>
                  <a:cubicBezTo>
                    <a:pt x="32591" y="7190"/>
                    <a:pt x="25268" y="85"/>
                    <a:pt x="16419" y="85"/>
                  </a:cubicBezTo>
                  <a:cubicBezTo>
                    <a:pt x="7570" y="85"/>
                    <a:pt x="247" y="7190"/>
                    <a:pt x="247" y="15776"/>
                  </a:cubicBezTo>
                  <a:cubicBezTo>
                    <a:pt x="247" y="24362"/>
                    <a:pt x="7570" y="31468"/>
                    <a:pt x="16419" y="31468"/>
                  </a:cubicBezTo>
                  <a:cubicBezTo>
                    <a:pt x="25268" y="31468"/>
                    <a:pt x="32591" y="24362"/>
                    <a:pt x="32591" y="15776"/>
                  </a:cubicBez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2FB9D69F-5E06-2FC7-D842-74B2EA5F073F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0258670" y="5025208"/>
              <a:ext cx="32344" cy="31383"/>
            </a:xfrm>
            <a:custGeom>
              <a:avLst/>
              <a:gdLst>
                <a:gd name="csX0" fmla="*/ 32596 w 32344"/>
                <a:gd name="csY0" fmla="*/ 15776 h 31383"/>
                <a:gd name="csX1" fmla="*/ 16423 w 32344"/>
                <a:gd name="csY1" fmla="*/ 85 h 31383"/>
                <a:gd name="csX2" fmla="*/ 251 w 32344"/>
                <a:gd name="csY2" fmla="*/ 15776 h 31383"/>
                <a:gd name="csX3" fmla="*/ 16423 w 32344"/>
                <a:gd name="csY3" fmla="*/ 31468 h 31383"/>
                <a:gd name="csX4" fmla="*/ 32596 w 32344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344" h="31383">
                  <a:moveTo>
                    <a:pt x="32596" y="15776"/>
                  </a:moveTo>
                  <a:cubicBezTo>
                    <a:pt x="32596" y="7190"/>
                    <a:pt x="25272" y="85"/>
                    <a:pt x="16423" y="85"/>
                  </a:cubicBezTo>
                  <a:cubicBezTo>
                    <a:pt x="7574" y="85"/>
                    <a:pt x="251" y="7190"/>
                    <a:pt x="251" y="15776"/>
                  </a:cubicBezTo>
                  <a:cubicBezTo>
                    <a:pt x="251" y="24362"/>
                    <a:pt x="7574" y="31468"/>
                    <a:pt x="16423" y="31468"/>
                  </a:cubicBezTo>
                  <a:cubicBezTo>
                    <a:pt x="25272" y="31468"/>
                    <a:pt x="32596" y="24362"/>
                    <a:pt x="32596" y="15776"/>
                  </a:cubicBez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3ECF4678-EC58-6FEC-C4ED-A8646D521027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0394285" y="5025208"/>
              <a:ext cx="35700" cy="88524"/>
            </a:xfrm>
            <a:custGeom>
              <a:avLst/>
              <a:gdLst>
                <a:gd name="csX0" fmla="*/ 35956 w 35700"/>
                <a:gd name="csY0" fmla="*/ 31172 h 88524"/>
                <a:gd name="csX1" fmla="*/ 16428 w 35700"/>
                <a:gd name="csY1" fmla="*/ 85 h 88524"/>
                <a:gd name="csX2" fmla="*/ 256 w 35700"/>
                <a:gd name="csY2" fmla="*/ 15776 h 88524"/>
                <a:gd name="csX3" fmla="*/ 16428 w 35700"/>
                <a:gd name="csY3" fmla="*/ 31468 h 88524"/>
                <a:gd name="csX4" fmla="*/ 27107 w 35700"/>
                <a:gd name="csY4" fmla="*/ 27619 h 88524"/>
                <a:gd name="csX5" fmla="*/ 28633 w 35700"/>
                <a:gd name="csY5" fmla="*/ 26731 h 88524"/>
                <a:gd name="csX6" fmla="*/ 29243 w 35700"/>
                <a:gd name="csY6" fmla="*/ 31172 h 88524"/>
                <a:gd name="csX7" fmla="*/ 8494 w 35700"/>
                <a:gd name="csY7" fmla="*/ 80616 h 88524"/>
                <a:gd name="csX8" fmla="*/ 5138 w 35700"/>
                <a:gd name="csY8" fmla="*/ 85353 h 88524"/>
                <a:gd name="csX9" fmla="*/ 8189 w 35700"/>
                <a:gd name="csY9" fmla="*/ 88610 h 88524"/>
                <a:gd name="csX10" fmla="*/ 35956 w 35700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700" h="88524">
                  <a:moveTo>
                    <a:pt x="35956" y="31172"/>
                  </a:moveTo>
                  <a:cubicBezTo>
                    <a:pt x="35956" y="11631"/>
                    <a:pt x="28328" y="85"/>
                    <a:pt x="16428" y="85"/>
                  </a:cubicBezTo>
                  <a:cubicBezTo>
                    <a:pt x="6358" y="85"/>
                    <a:pt x="256" y="7486"/>
                    <a:pt x="256" y="15776"/>
                  </a:cubicBezTo>
                  <a:cubicBezTo>
                    <a:pt x="256" y="23770"/>
                    <a:pt x="6358" y="31468"/>
                    <a:pt x="16428" y="31468"/>
                  </a:cubicBezTo>
                  <a:cubicBezTo>
                    <a:pt x="20089" y="31468"/>
                    <a:pt x="24056" y="30284"/>
                    <a:pt x="27107" y="27619"/>
                  </a:cubicBezTo>
                  <a:cubicBezTo>
                    <a:pt x="28023" y="27027"/>
                    <a:pt x="28328" y="26731"/>
                    <a:pt x="28633" y="26731"/>
                  </a:cubicBezTo>
                  <a:cubicBezTo>
                    <a:pt x="28938" y="26731"/>
                    <a:pt x="29243" y="27027"/>
                    <a:pt x="29243" y="31172"/>
                  </a:cubicBezTo>
                  <a:cubicBezTo>
                    <a:pt x="29243" y="53081"/>
                    <a:pt x="18564" y="70845"/>
                    <a:pt x="8494" y="80616"/>
                  </a:cubicBezTo>
                  <a:cubicBezTo>
                    <a:pt x="5138" y="83872"/>
                    <a:pt x="5138" y="84465"/>
                    <a:pt x="5138" y="85353"/>
                  </a:cubicBezTo>
                  <a:cubicBezTo>
                    <a:pt x="5138" y="87425"/>
                    <a:pt x="6663" y="88610"/>
                    <a:pt x="8189" y="88610"/>
                  </a:cubicBezTo>
                  <a:cubicBezTo>
                    <a:pt x="11546" y="88610"/>
                    <a:pt x="35956" y="65812"/>
                    <a:pt x="35956" y="31172"/>
                  </a:cubicBez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47C5149-341F-9A06-E3D5-838BED2E0A40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0512507" y="4925728"/>
              <a:ext cx="151957" cy="134119"/>
            </a:xfrm>
            <a:custGeom>
              <a:avLst/>
              <a:gdLst>
                <a:gd name="csX0" fmla="*/ 93326 w 151957"/>
                <a:gd name="csY0" fmla="*/ 41534 h 134119"/>
                <a:gd name="csX1" fmla="*/ 123535 w 151957"/>
                <a:gd name="csY1" fmla="*/ 6598 h 134119"/>
                <a:gd name="csX2" fmla="*/ 138791 w 151957"/>
                <a:gd name="csY2" fmla="*/ 10447 h 134119"/>
                <a:gd name="csX3" fmla="*/ 124145 w 151957"/>
                <a:gd name="csY3" fmla="*/ 26435 h 134119"/>
                <a:gd name="csX4" fmla="*/ 135740 w 151957"/>
                <a:gd name="csY4" fmla="*/ 36797 h 134119"/>
                <a:gd name="csX5" fmla="*/ 152217 w 151957"/>
                <a:gd name="csY5" fmla="*/ 19625 h 134119"/>
                <a:gd name="csX6" fmla="*/ 123840 w 151957"/>
                <a:gd name="csY6" fmla="*/ 85 h 134119"/>
                <a:gd name="csX7" fmla="*/ 91801 w 151957"/>
                <a:gd name="csY7" fmla="*/ 22586 h 134119"/>
                <a:gd name="csX8" fmla="*/ 58846 w 151957"/>
                <a:gd name="csY8" fmla="*/ 85 h 134119"/>
                <a:gd name="csX9" fmla="*/ 9719 w 151957"/>
                <a:gd name="csY9" fmla="*/ 45679 h 134119"/>
                <a:gd name="csX10" fmla="*/ 13381 w 151957"/>
                <a:gd name="csY10" fmla="*/ 48640 h 134119"/>
                <a:gd name="csX11" fmla="*/ 17348 w 151957"/>
                <a:gd name="csY11" fmla="*/ 45383 h 134119"/>
                <a:gd name="csX12" fmla="*/ 58236 w 151957"/>
                <a:gd name="csY12" fmla="*/ 6598 h 134119"/>
                <a:gd name="csX13" fmla="*/ 74713 w 151957"/>
                <a:gd name="csY13" fmla="*/ 26435 h 134119"/>
                <a:gd name="csX14" fmla="*/ 58236 w 151957"/>
                <a:gd name="csY14" fmla="*/ 96899 h 134119"/>
                <a:gd name="csX15" fmla="*/ 29248 w 151957"/>
                <a:gd name="csY15" fmla="*/ 127691 h 134119"/>
                <a:gd name="csX16" fmla="*/ 13991 w 151957"/>
                <a:gd name="csY16" fmla="*/ 123842 h 134119"/>
                <a:gd name="csX17" fmla="*/ 28332 w 151957"/>
                <a:gd name="csY17" fmla="*/ 107854 h 134119"/>
                <a:gd name="csX18" fmla="*/ 17042 w 151957"/>
                <a:gd name="csY18" fmla="*/ 97492 h 134119"/>
                <a:gd name="csX19" fmla="*/ 260 w 151957"/>
                <a:gd name="csY19" fmla="*/ 114664 h 134119"/>
                <a:gd name="csX20" fmla="*/ 28943 w 151957"/>
                <a:gd name="csY20" fmla="*/ 134204 h 134119"/>
                <a:gd name="csX21" fmla="*/ 60982 w 151957"/>
                <a:gd name="csY21" fmla="*/ 111703 h 134119"/>
                <a:gd name="csX22" fmla="*/ 93937 w 151957"/>
                <a:gd name="csY22" fmla="*/ 134204 h 134119"/>
                <a:gd name="csX23" fmla="*/ 142758 w 151957"/>
                <a:gd name="csY23" fmla="*/ 88610 h 134119"/>
                <a:gd name="csX24" fmla="*/ 139097 w 151957"/>
                <a:gd name="csY24" fmla="*/ 85649 h 134119"/>
                <a:gd name="csX25" fmla="*/ 135130 w 151957"/>
                <a:gd name="csY25" fmla="*/ 88906 h 134119"/>
                <a:gd name="csX26" fmla="*/ 94547 w 151957"/>
                <a:gd name="csY26" fmla="*/ 127691 h 134119"/>
                <a:gd name="csX27" fmla="*/ 77764 w 151957"/>
                <a:gd name="csY27" fmla="*/ 108150 h 134119"/>
                <a:gd name="csX28" fmla="*/ 82952 w 151957"/>
                <a:gd name="csY28" fmla="*/ 82096 h 134119"/>
                <a:gd name="csX29" fmla="*/ 93326 w 151957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957" h="134119">
                  <a:moveTo>
                    <a:pt x="93326" y="41534"/>
                  </a:moveTo>
                  <a:cubicBezTo>
                    <a:pt x="95157" y="33837"/>
                    <a:pt x="102175" y="6598"/>
                    <a:pt x="123535" y="6598"/>
                  </a:cubicBezTo>
                  <a:cubicBezTo>
                    <a:pt x="125060" y="6598"/>
                    <a:pt x="132384" y="6598"/>
                    <a:pt x="138791" y="10447"/>
                  </a:cubicBezTo>
                  <a:cubicBezTo>
                    <a:pt x="130248" y="11927"/>
                    <a:pt x="124145" y="19329"/>
                    <a:pt x="124145" y="26435"/>
                  </a:cubicBezTo>
                  <a:cubicBezTo>
                    <a:pt x="124145" y="31172"/>
                    <a:pt x="127501" y="36797"/>
                    <a:pt x="135740" y="36797"/>
                  </a:cubicBezTo>
                  <a:cubicBezTo>
                    <a:pt x="142453" y="36797"/>
                    <a:pt x="152217" y="31468"/>
                    <a:pt x="152217" y="19625"/>
                  </a:cubicBezTo>
                  <a:cubicBezTo>
                    <a:pt x="152217" y="4230"/>
                    <a:pt x="134214" y="85"/>
                    <a:pt x="123840" y="85"/>
                  </a:cubicBezTo>
                  <a:cubicBezTo>
                    <a:pt x="106142" y="85"/>
                    <a:pt x="95462" y="15776"/>
                    <a:pt x="91801" y="22586"/>
                  </a:cubicBezTo>
                  <a:cubicBezTo>
                    <a:pt x="84172" y="3045"/>
                    <a:pt x="67695" y="85"/>
                    <a:pt x="58846" y="85"/>
                  </a:cubicBezTo>
                  <a:cubicBezTo>
                    <a:pt x="27112" y="85"/>
                    <a:pt x="9719" y="38278"/>
                    <a:pt x="9719" y="45679"/>
                  </a:cubicBezTo>
                  <a:cubicBezTo>
                    <a:pt x="9719" y="48640"/>
                    <a:pt x="12771" y="48640"/>
                    <a:pt x="13381" y="48640"/>
                  </a:cubicBezTo>
                  <a:cubicBezTo>
                    <a:pt x="15822" y="48640"/>
                    <a:pt x="16737" y="48048"/>
                    <a:pt x="17348" y="45383"/>
                  </a:cubicBezTo>
                  <a:cubicBezTo>
                    <a:pt x="27722" y="14000"/>
                    <a:pt x="47861" y="6598"/>
                    <a:pt x="58236" y="6598"/>
                  </a:cubicBezTo>
                  <a:cubicBezTo>
                    <a:pt x="64033" y="6598"/>
                    <a:pt x="74713" y="9263"/>
                    <a:pt x="74713" y="26435"/>
                  </a:cubicBezTo>
                  <a:cubicBezTo>
                    <a:pt x="74713" y="35613"/>
                    <a:pt x="69526" y="55450"/>
                    <a:pt x="58236" y="96899"/>
                  </a:cubicBezTo>
                  <a:cubicBezTo>
                    <a:pt x="53354" y="115256"/>
                    <a:pt x="42674" y="127691"/>
                    <a:pt x="29248" y="127691"/>
                  </a:cubicBezTo>
                  <a:cubicBezTo>
                    <a:pt x="27417" y="127691"/>
                    <a:pt x="20399" y="127691"/>
                    <a:pt x="13991" y="123842"/>
                  </a:cubicBezTo>
                  <a:cubicBezTo>
                    <a:pt x="21619" y="122361"/>
                    <a:pt x="28332" y="116144"/>
                    <a:pt x="28332" y="107854"/>
                  </a:cubicBezTo>
                  <a:cubicBezTo>
                    <a:pt x="28332" y="99860"/>
                    <a:pt x="21619" y="97492"/>
                    <a:pt x="17042" y="97492"/>
                  </a:cubicBezTo>
                  <a:cubicBezTo>
                    <a:pt x="7888" y="97492"/>
                    <a:pt x="260" y="105189"/>
                    <a:pt x="260" y="114664"/>
                  </a:cubicBezTo>
                  <a:cubicBezTo>
                    <a:pt x="260" y="128283"/>
                    <a:pt x="15517" y="134204"/>
                    <a:pt x="28943" y="134204"/>
                  </a:cubicBezTo>
                  <a:cubicBezTo>
                    <a:pt x="49082" y="134204"/>
                    <a:pt x="60067" y="113479"/>
                    <a:pt x="60982" y="111703"/>
                  </a:cubicBezTo>
                  <a:cubicBezTo>
                    <a:pt x="64644" y="122658"/>
                    <a:pt x="75628" y="134204"/>
                    <a:pt x="93937" y="134204"/>
                  </a:cubicBezTo>
                  <a:cubicBezTo>
                    <a:pt x="125365" y="134204"/>
                    <a:pt x="142758" y="96011"/>
                    <a:pt x="142758" y="88610"/>
                  </a:cubicBezTo>
                  <a:cubicBezTo>
                    <a:pt x="142758" y="85649"/>
                    <a:pt x="140012" y="85649"/>
                    <a:pt x="139097" y="85649"/>
                  </a:cubicBezTo>
                  <a:cubicBezTo>
                    <a:pt x="136350" y="85649"/>
                    <a:pt x="135740" y="86833"/>
                    <a:pt x="135130" y="88906"/>
                  </a:cubicBezTo>
                  <a:cubicBezTo>
                    <a:pt x="125060" y="120585"/>
                    <a:pt x="104311" y="127691"/>
                    <a:pt x="94547" y="127691"/>
                  </a:cubicBezTo>
                  <a:cubicBezTo>
                    <a:pt x="82647" y="127691"/>
                    <a:pt x="77764" y="118217"/>
                    <a:pt x="77764" y="108150"/>
                  </a:cubicBezTo>
                  <a:cubicBezTo>
                    <a:pt x="77764" y="101637"/>
                    <a:pt x="79595" y="95123"/>
                    <a:pt x="82952" y="82096"/>
                  </a:cubicBezTo>
                  <a:lnTo>
                    <a:pt x="93326" y="41534"/>
                  </a:ln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F5EB99D9-E10E-0DF1-D22A-D21C0B527BFD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0688090" y="5009605"/>
              <a:ext cx="130506" cy="93469"/>
            </a:xfrm>
            <a:custGeom>
              <a:avLst/>
              <a:gdLst>
                <a:gd name="csX0" fmla="*/ 16285 w 130506"/>
                <a:gd name="csY0" fmla="*/ 78426 h 93469"/>
                <a:gd name="csX1" fmla="*/ 14149 w 130506"/>
                <a:gd name="csY1" fmla="*/ 86923 h 93469"/>
                <a:gd name="csX2" fmla="*/ 21412 w 130506"/>
                <a:gd name="csY2" fmla="*/ 93555 h 93469"/>
                <a:gd name="csX3" fmla="*/ 29742 w 130506"/>
                <a:gd name="csY3" fmla="*/ 88996 h 93469"/>
                <a:gd name="csX4" fmla="*/ 33586 w 130506"/>
                <a:gd name="csY4" fmla="*/ 76146 h 93469"/>
                <a:gd name="csX5" fmla="*/ 38286 w 130506"/>
                <a:gd name="csY5" fmla="*/ 57494 h 93469"/>
                <a:gd name="csX6" fmla="*/ 41917 w 130506"/>
                <a:gd name="csY6" fmla="*/ 43608 h 93469"/>
                <a:gd name="csX7" fmla="*/ 50888 w 130506"/>
                <a:gd name="csY7" fmla="*/ 24956 h 93469"/>
                <a:gd name="csX8" fmla="*/ 82927 w 130506"/>
                <a:gd name="csY8" fmla="*/ 5889 h 93469"/>
                <a:gd name="csX9" fmla="*/ 95529 w 130506"/>
                <a:gd name="csY9" fmla="*/ 20397 h 93469"/>
                <a:gd name="csX10" fmla="*/ 82927 w 130506"/>
                <a:gd name="csY10" fmla="*/ 64541 h 93469"/>
                <a:gd name="csX11" fmla="*/ 79723 w 130506"/>
                <a:gd name="csY11" fmla="*/ 75732 h 93469"/>
                <a:gd name="csX12" fmla="*/ 100014 w 130506"/>
                <a:gd name="csY12" fmla="*/ 93555 h 93469"/>
                <a:gd name="csX13" fmla="*/ 130772 w 130506"/>
                <a:gd name="csY13" fmla="*/ 61846 h 93469"/>
                <a:gd name="csX14" fmla="*/ 127355 w 130506"/>
                <a:gd name="csY14" fmla="*/ 59152 h 93469"/>
                <a:gd name="csX15" fmla="*/ 123296 w 130506"/>
                <a:gd name="csY15" fmla="*/ 62675 h 93469"/>
                <a:gd name="csX16" fmla="*/ 100655 w 130506"/>
                <a:gd name="csY16" fmla="*/ 87752 h 93469"/>
                <a:gd name="csX17" fmla="*/ 95315 w 130506"/>
                <a:gd name="csY17" fmla="*/ 80499 h 93469"/>
                <a:gd name="csX18" fmla="*/ 100228 w 130506"/>
                <a:gd name="csY18" fmla="*/ 63712 h 93469"/>
                <a:gd name="csX19" fmla="*/ 111549 w 130506"/>
                <a:gd name="csY19" fmla="*/ 23713 h 93469"/>
                <a:gd name="csX20" fmla="*/ 83781 w 130506"/>
                <a:gd name="csY20" fmla="*/ 86 h 93469"/>
                <a:gd name="csX21" fmla="*/ 47684 w 130506"/>
                <a:gd name="csY21" fmla="*/ 18946 h 93469"/>
                <a:gd name="csX22" fmla="*/ 24829 w 130506"/>
                <a:gd name="csY22" fmla="*/ 86 h 93469"/>
                <a:gd name="csX23" fmla="*/ 7955 w 130506"/>
                <a:gd name="csY23" fmla="*/ 11278 h 93469"/>
                <a:gd name="csX24" fmla="*/ 266 w 130506"/>
                <a:gd name="csY24" fmla="*/ 31795 h 93469"/>
                <a:gd name="csX25" fmla="*/ 3897 w 130506"/>
                <a:gd name="csY25" fmla="*/ 34489 h 93469"/>
                <a:gd name="csX26" fmla="*/ 8596 w 130506"/>
                <a:gd name="csY26" fmla="*/ 28272 h 93469"/>
                <a:gd name="csX27" fmla="*/ 24188 w 130506"/>
                <a:gd name="csY27" fmla="*/ 5889 h 93469"/>
                <a:gd name="csX28" fmla="*/ 31237 w 130506"/>
                <a:gd name="csY28" fmla="*/ 16044 h 93469"/>
                <a:gd name="csX29" fmla="*/ 27819 w 130506"/>
                <a:gd name="csY29" fmla="*/ 33246 h 93469"/>
                <a:gd name="csX30" fmla="*/ 23120 w 130506"/>
                <a:gd name="csY30" fmla="*/ 51898 h 93469"/>
                <a:gd name="csX31" fmla="*/ 16285 w 130506"/>
                <a:gd name="csY31" fmla="*/ 78426 h 93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30506" h="93469">
                  <a:moveTo>
                    <a:pt x="16285" y="78426"/>
                  </a:moveTo>
                  <a:cubicBezTo>
                    <a:pt x="15431" y="81120"/>
                    <a:pt x="14149" y="86302"/>
                    <a:pt x="14149" y="86923"/>
                  </a:cubicBezTo>
                  <a:cubicBezTo>
                    <a:pt x="14149" y="91483"/>
                    <a:pt x="17994" y="93555"/>
                    <a:pt x="21412" y="93555"/>
                  </a:cubicBezTo>
                  <a:cubicBezTo>
                    <a:pt x="25256" y="93555"/>
                    <a:pt x="28674" y="90861"/>
                    <a:pt x="29742" y="88996"/>
                  </a:cubicBezTo>
                  <a:cubicBezTo>
                    <a:pt x="30810" y="87131"/>
                    <a:pt x="32519" y="80499"/>
                    <a:pt x="33586" y="76146"/>
                  </a:cubicBezTo>
                  <a:cubicBezTo>
                    <a:pt x="34654" y="72209"/>
                    <a:pt x="37004" y="62675"/>
                    <a:pt x="38286" y="57494"/>
                  </a:cubicBezTo>
                  <a:cubicBezTo>
                    <a:pt x="39567" y="52935"/>
                    <a:pt x="40849" y="48375"/>
                    <a:pt x="41917" y="43608"/>
                  </a:cubicBezTo>
                  <a:cubicBezTo>
                    <a:pt x="44266" y="35111"/>
                    <a:pt x="44693" y="33453"/>
                    <a:pt x="50888" y="24956"/>
                  </a:cubicBezTo>
                  <a:cubicBezTo>
                    <a:pt x="56868" y="16666"/>
                    <a:pt x="66907" y="5889"/>
                    <a:pt x="82927" y="5889"/>
                  </a:cubicBezTo>
                  <a:cubicBezTo>
                    <a:pt x="95315" y="5889"/>
                    <a:pt x="95529" y="16459"/>
                    <a:pt x="95529" y="20397"/>
                  </a:cubicBezTo>
                  <a:cubicBezTo>
                    <a:pt x="95529" y="32831"/>
                    <a:pt x="86344" y="55836"/>
                    <a:pt x="82927" y="64541"/>
                  </a:cubicBezTo>
                  <a:cubicBezTo>
                    <a:pt x="80577" y="70344"/>
                    <a:pt x="79723" y="72209"/>
                    <a:pt x="79723" y="75732"/>
                  </a:cubicBezTo>
                  <a:cubicBezTo>
                    <a:pt x="79723" y="86716"/>
                    <a:pt x="89121" y="93555"/>
                    <a:pt x="100014" y="93555"/>
                  </a:cubicBezTo>
                  <a:cubicBezTo>
                    <a:pt x="121374" y="93555"/>
                    <a:pt x="130772" y="64955"/>
                    <a:pt x="130772" y="61846"/>
                  </a:cubicBezTo>
                  <a:cubicBezTo>
                    <a:pt x="130772" y="59152"/>
                    <a:pt x="127995" y="59152"/>
                    <a:pt x="127355" y="59152"/>
                  </a:cubicBezTo>
                  <a:cubicBezTo>
                    <a:pt x="124364" y="59152"/>
                    <a:pt x="124151" y="60396"/>
                    <a:pt x="123296" y="62675"/>
                  </a:cubicBezTo>
                  <a:cubicBezTo>
                    <a:pt x="118384" y="79255"/>
                    <a:pt x="109199" y="87752"/>
                    <a:pt x="100655" y="87752"/>
                  </a:cubicBezTo>
                  <a:cubicBezTo>
                    <a:pt x="96170" y="87752"/>
                    <a:pt x="95315" y="84851"/>
                    <a:pt x="95315" y="80499"/>
                  </a:cubicBezTo>
                  <a:cubicBezTo>
                    <a:pt x="95315" y="75732"/>
                    <a:pt x="96383" y="73038"/>
                    <a:pt x="100228" y="63712"/>
                  </a:cubicBezTo>
                  <a:cubicBezTo>
                    <a:pt x="102791" y="57287"/>
                    <a:pt x="111549" y="35318"/>
                    <a:pt x="111549" y="23713"/>
                  </a:cubicBezTo>
                  <a:cubicBezTo>
                    <a:pt x="111549" y="3609"/>
                    <a:pt x="95102" y="86"/>
                    <a:pt x="83781" y="86"/>
                  </a:cubicBezTo>
                  <a:cubicBezTo>
                    <a:pt x="66053" y="86"/>
                    <a:pt x="54092" y="10656"/>
                    <a:pt x="47684" y="18946"/>
                  </a:cubicBezTo>
                  <a:cubicBezTo>
                    <a:pt x="46189" y="4646"/>
                    <a:pt x="33586" y="86"/>
                    <a:pt x="24829" y="86"/>
                  </a:cubicBezTo>
                  <a:cubicBezTo>
                    <a:pt x="15645" y="86"/>
                    <a:pt x="10732" y="6511"/>
                    <a:pt x="7955" y="11278"/>
                  </a:cubicBezTo>
                  <a:cubicBezTo>
                    <a:pt x="3256" y="18946"/>
                    <a:pt x="266" y="30759"/>
                    <a:pt x="266" y="31795"/>
                  </a:cubicBezTo>
                  <a:cubicBezTo>
                    <a:pt x="266" y="34489"/>
                    <a:pt x="3256" y="34489"/>
                    <a:pt x="3897" y="34489"/>
                  </a:cubicBezTo>
                  <a:cubicBezTo>
                    <a:pt x="6887" y="34489"/>
                    <a:pt x="7101" y="33868"/>
                    <a:pt x="8596" y="28272"/>
                  </a:cubicBezTo>
                  <a:cubicBezTo>
                    <a:pt x="11800" y="16044"/>
                    <a:pt x="15858" y="5889"/>
                    <a:pt x="24188" y="5889"/>
                  </a:cubicBezTo>
                  <a:cubicBezTo>
                    <a:pt x="29742" y="5889"/>
                    <a:pt x="31237" y="10449"/>
                    <a:pt x="31237" y="16044"/>
                  </a:cubicBezTo>
                  <a:cubicBezTo>
                    <a:pt x="31237" y="19982"/>
                    <a:pt x="29315" y="27650"/>
                    <a:pt x="27819" y="33246"/>
                  </a:cubicBezTo>
                  <a:cubicBezTo>
                    <a:pt x="26324" y="38842"/>
                    <a:pt x="24188" y="47339"/>
                    <a:pt x="23120" y="51898"/>
                  </a:cubicBezTo>
                  <a:lnTo>
                    <a:pt x="16285" y="78426"/>
                  </a:ln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3DAFCC7-5398-BAAD-8320-0E698E4E8491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0851958" y="5044008"/>
              <a:ext cx="144390" cy="10155"/>
            </a:xfrm>
            <a:custGeom>
              <a:avLst/>
              <a:gdLst>
                <a:gd name="csX0" fmla="*/ 136117 w 144390"/>
                <a:gd name="csY0" fmla="*/ 10241 h 10155"/>
                <a:gd name="csX1" fmla="*/ 144661 w 144390"/>
                <a:gd name="csY1" fmla="*/ 5267 h 10155"/>
                <a:gd name="csX2" fmla="*/ 136117 w 144390"/>
                <a:gd name="csY2" fmla="*/ 86 h 10155"/>
                <a:gd name="csX3" fmla="*/ 8814 w 144390"/>
                <a:gd name="csY3" fmla="*/ 86 h 10155"/>
                <a:gd name="csX4" fmla="*/ 271 w 144390"/>
                <a:gd name="csY4" fmla="*/ 5060 h 10155"/>
                <a:gd name="csX5" fmla="*/ 8814 w 144390"/>
                <a:gd name="csY5" fmla="*/ 10241 h 10155"/>
                <a:gd name="csX6" fmla="*/ 136117 w 144390"/>
                <a:gd name="csY6" fmla="*/ 10241 h 101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4390" h="10155">
                  <a:moveTo>
                    <a:pt x="136117" y="10241"/>
                  </a:moveTo>
                  <a:cubicBezTo>
                    <a:pt x="139534" y="10241"/>
                    <a:pt x="144661" y="10241"/>
                    <a:pt x="144661" y="5267"/>
                  </a:cubicBezTo>
                  <a:cubicBezTo>
                    <a:pt x="144661" y="86"/>
                    <a:pt x="139748" y="86"/>
                    <a:pt x="136117" y="86"/>
                  </a:cubicBezTo>
                  <a:lnTo>
                    <a:pt x="8814" y="86"/>
                  </a:lnTo>
                  <a:cubicBezTo>
                    <a:pt x="5397" y="86"/>
                    <a:pt x="271" y="86"/>
                    <a:pt x="271" y="5060"/>
                  </a:cubicBezTo>
                  <a:cubicBezTo>
                    <a:pt x="271" y="10241"/>
                    <a:pt x="5183" y="10241"/>
                    <a:pt x="8814" y="10241"/>
                  </a:cubicBezTo>
                  <a:lnTo>
                    <a:pt x="136117" y="10241"/>
                  </a:ln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9C4FC4E0-30E6-FE0C-46AE-989E4715466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1042882" y="4963388"/>
              <a:ext cx="77748" cy="137613"/>
            </a:xfrm>
            <a:custGeom>
              <a:avLst/>
              <a:gdLst>
                <a:gd name="csX0" fmla="*/ 48549 w 77748"/>
                <a:gd name="csY0" fmla="*/ 5889 h 137613"/>
                <a:gd name="csX1" fmla="*/ 42141 w 77748"/>
                <a:gd name="csY1" fmla="*/ 86 h 137613"/>
                <a:gd name="csX2" fmla="*/ 277 w 77748"/>
                <a:gd name="csY2" fmla="*/ 13350 h 137613"/>
                <a:gd name="csX3" fmla="*/ 277 w 77748"/>
                <a:gd name="csY3" fmla="*/ 20811 h 137613"/>
                <a:gd name="csX4" fmla="*/ 31248 w 77748"/>
                <a:gd name="csY4" fmla="*/ 15008 h 137613"/>
                <a:gd name="csX5" fmla="*/ 31248 w 77748"/>
                <a:gd name="csY5" fmla="*/ 120705 h 137613"/>
                <a:gd name="csX6" fmla="*/ 9889 w 77748"/>
                <a:gd name="csY6" fmla="*/ 130238 h 137613"/>
                <a:gd name="csX7" fmla="*/ 1772 w 77748"/>
                <a:gd name="csY7" fmla="*/ 130238 h 137613"/>
                <a:gd name="csX8" fmla="*/ 1772 w 77748"/>
                <a:gd name="csY8" fmla="*/ 137699 h 137613"/>
                <a:gd name="csX9" fmla="*/ 39792 w 77748"/>
                <a:gd name="csY9" fmla="*/ 136870 h 137613"/>
                <a:gd name="csX10" fmla="*/ 78025 w 77748"/>
                <a:gd name="csY10" fmla="*/ 137699 h 137613"/>
                <a:gd name="csX11" fmla="*/ 78025 w 77748"/>
                <a:gd name="csY11" fmla="*/ 130238 h 137613"/>
                <a:gd name="csX12" fmla="*/ 69909 w 77748"/>
                <a:gd name="csY12" fmla="*/ 130238 h 137613"/>
                <a:gd name="csX13" fmla="*/ 48549 w 77748"/>
                <a:gd name="csY13" fmla="*/ 120705 h 137613"/>
                <a:gd name="csX14" fmla="*/ 48549 w 77748"/>
                <a:gd name="csY14" fmla="*/ 5889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748" h="137613">
                  <a:moveTo>
                    <a:pt x="48549" y="5889"/>
                  </a:moveTo>
                  <a:cubicBezTo>
                    <a:pt x="48549" y="293"/>
                    <a:pt x="48122" y="86"/>
                    <a:pt x="42141" y="86"/>
                  </a:cubicBezTo>
                  <a:cubicBezTo>
                    <a:pt x="28471" y="13143"/>
                    <a:pt x="9034" y="13350"/>
                    <a:pt x="277" y="13350"/>
                  </a:cubicBezTo>
                  <a:lnTo>
                    <a:pt x="277" y="20811"/>
                  </a:lnTo>
                  <a:cubicBezTo>
                    <a:pt x="5403" y="20811"/>
                    <a:pt x="19500" y="20811"/>
                    <a:pt x="31248" y="15008"/>
                  </a:cubicBezTo>
                  <a:lnTo>
                    <a:pt x="31248" y="120705"/>
                  </a:lnTo>
                  <a:cubicBezTo>
                    <a:pt x="31248" y="127544"/>
                    <a:pt x="31248" y="130238"/>
                    <a:pt x="9889" y="130238"/>
                  </a:cubicBezTo>
                  <a:lnTo>
                    <a:pt x="1772" y="130238"/>
                  </a:lnTo>
                  <a:lnTo>
                    <a:pt x="1772" y="137699"/>
                  </a:lnTo>
                  <a:cubicBezTo>
                    <a:pt x="5617" y="137492"/>
                    <a:pt x="31889" y="136870"/>
                    <a:pt x="39792" y="136870"/>
                  </a:cubicBezTo>
                  <a:cubicBezTo>
                    <a:pt x="46413" y="136870"/>
                    <a:pt x="73326" y="137492"/>
                    <a:pt x="78025" y="137699"/>
                  </a:cubicBezTo>
                  <a:lnTo>
                    <a:pt x="78025" y="130238"/>
                  </a:lnTo>
                  <a:lnTo>
                    <a:pt x="69909" y="130238"/>
                  </a:lnTo>
                  <a:cubicBezTo>
                    <a:pt x="48549" y="130238"/>
                    <a:pt x="48549" y="127544"/>
                    <a:pt x="48549" y="120705"/>
                  </a:cubicBezTo>
                  <a:lnTo>
                    <a:pt x="48549" y="5889"/>
                  </a:ln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220E6E83-69B8-5667-517C-CA0A4423A1A5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1173880" y="4834539"/>
              <a:ext cx="70791" cy="296069"/>
            </a:xfrm>
            <a:custGeom>
              <a:avLst/>
              <a:gdLst>
                <a:gd name="csX0" fmla="*/ 71073 w 70791"/>
                <a:gd name="csY0" fmla="*/ 148120 h 296069"/>
                <a:gd name="csX1" fmla="*/ 50934 w 70791"/>
                <a:gd name="csY1" fmla="*/ 55746 h 296069"/>
                <a:gd name="csX2" fmla="*/ 3333 w 70791"/>
                <a:gd name="csY2" fmla="*/ 85 h 296069"/>
                <a:gd name="csX3" fmla="*/ 281 w 70791"/>
                <a:gd name="csY3" fmla="*/ 3045 h 296069"/>
                <a:gd name="csX4" fmla="*/ 6079 w 70791"/>
                <a:gd name="csY4" fmla="*/ 9855 h 296069"/>
                <a:gd name="csX5" fmla="*/ 53375 w 70791"/>
                <a:gd name="csY5" fmla="*/ 148120 h 296069"/>
                <a:gd name="csX6" fmla="*/ 4248 w 70791"/>
                <a:gd name="csY6" fmla="*/ 288161 h 296069"/>
                <a:gd name="csX7" fmla="*/ 281 w 70791"/>
                <a:gd name="csY7" fmla="*/ 293194 h 296069"/>
                <a:gd name="csX8" fmla="*/ 3333 w 70791"/>
                <a:gd name="csY8" fmla="*/ 296154 h 296069"/>
                <a:gd name="csX9" fmla="*/ 51849 w 70791"/>
                <a:gd name="csY9" fmla="*/ 238421 h 296069"/>
                <a:gd name="csX10" fmla="*/ 71073 w 70791"/>
                <a:gd name="csY10" fmla="*/ 148120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791" h="296069">
                  <a:moveTo>
                    <a:pt x="71073" y="148120"/>
                  </a:moveTo>
                  <a:cubicBezTo>
                    <a:pt x="71073" y="125026"/>
                    <a:pt x="67716" y="89202"/>
                    <a:pt x="50934" y="55746"/>
                  </a:cubicBezTo>
                  <a:cubicBezTo>
                    <a:pt x="32626" y="19329"/>
                    <a:pt x="6384" y="85"/>
                    <a:pt x="3333" y="85"/>
                  </a:cubicBezTo>
                  <a:cubicBezTo>
                    <a:pt x="1502" y="85"/>
                    <a:pt x="281" y="1269"/>
                    <a:pt x="281" y="3045"/>
                  </a:cubicBezTo>
                  <a:cubicBezTo>
                    <a:pt x="281" y="3934"/>
                    <a:pt x="281" y="4526"/>
                    <a:pt x="6079" y="9855"/>
                  </a:cubicBezTo>
                  <a:cubicBezTo>
                    <a:pt x="35982" y="39166"/>
                    <a:pt x="53375" y="86241"/>
                    <a:pt x="53375" y="148120"/>
                  </a:cubicBezTo>
                  <a:cubicBezTo>
                    <a:pt x="53375" y="198747"/>
                    <a:pt x="42085" y="250856"/>
                    <a:pt x="4248" y="288161"/>
                  </a:cubicBezTo>
                  <a:cubicBezTo>
                    <a:pt x="281" y="291713"/>
                    <a:pt x="281" y="292306"/>
                    <a:pt x="281" y="293194"/>
                  </a:cubicBezTo>
                  <a:cubicBezTo>
                    <a:pt x="281" y="294970"/>
                    <a:pt x="1502" y="296154"/>
                    <a:pt x="3333" y="296154"/>
                  </a:cubicBezTo>
                  <a:cubicBezTo>
                    <a:pt x="6384" y="296154"/>
                    <a:pt x="33846" y="276022"/>
                    <a:pt x="51849" y="238421"/>
                  </a:cubicBezTo>
                  <a:cubicBezTo>
                    <a:pt x="67411" y="205853"/>
                    <a:pt x="71073" y="172989"/>
                    <a:pt x="71073" y="148120"/>
                  </a:cubicBezTo>
                  <a:close/>
                </a:path>
              </a:pathLst>
            </a:custGeom>
            <a:solidFill>
              <a:srgbClr val="000000"/>
            </a:solidFill>
            <a:ln w="3060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95" name="Group 194" descr="\documentclass{article}&#10;\usepackage{nunito}&#10;\usepackage[linguistics]{forest}&#10;\usepackage{amsmath,amssymb}&#10;\pagestyle{empty}&#10;\begin{document}&#10;&#10;\begin{align*}&#10;P(x_k\mid x_1, \ldots, x_{k-1}, x_{k+1}, \ldots, x_n)&#10;\end{align*}&#10;&#10;&#10;\end{document}" title="IguanaTex Shape Display">
            <a:extLst>
              <a:ext uri="{FF2B5EF4-FFF2-40B4-BE49-F238E27FC236}">
                <a16:creationId xmlns:a16="http://schemas.microsoft.com/office/drawing/2014/main" id="{3634F0F3-CE3C-5ABD-16BA-692C61467DC2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3890120" y="4227544"/>
            <a:ext cx="4411761" cy="296069"/>
            <a:chOff x="7458060" y="4834539"/>
            <a:chExt cx="4411761" cy="296069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3BBFBF9-FC67-7E4A-B525-77024762865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458060" y="4854376"/>
              <a:ext cx="217185" cy="202215"/>
            </a:xfrm>
            <a:custGeom>
              <a:avLst/>
              <a:gdLst>
                <a:gd name="csX0" fmla="*/ 80160 w 217185"/>
                <a:gd name="csY0" fmla="*/ 108742 h 202215"/>
                <a:gd name="csX1" fmla="*/ 131871 w 217185"/>
                <a:gd name="csY1" fmla="*/ 108742 h 202215"/>
                <a:gd name="csX2" fmla="*/ 217346 w 217185"/>
                <a:gd name="csY2" fmla="*/ 44791 h 202215"/>
                <a:gd name="csX3" fmla="*/ 157422 w 217185"/>
                <a:gd name="csY3" fmla="*/ 85 h 202215"/>
                <a:gd name="csX4" fmla="*/ 58868 w 217185"/>
                <a:gd name="csY4" fmla="*/ 85 h 202215"/>
                <a:gd name="csX5" fmla="*/ 49742 w 217185"/>
                <a:gd name="csY5" fmla="*/ 5710 h 202215"/>
                <a:gd name="csX6" fmla="*/ 58563 w 217185"/>
                <a:gd name="csY6" fmla="*/ 9263 h 202215"/>
                <a:gd name="csX7" fmla="*/ 71643 w 217185"/>
                <a:gd name="csY7" fmla="*/ 9855 h 202215"/>
                <a:gd name="csX8" fmla="*/ 78335 w 217185"/>
                <a:gd name="csY8" fmla="*/ 14592 h 202215"/>
                <a:gd name="csX9" fmla="*/ 77119 w 217185"/>
                <a:gd name="csY9" fmla="*/ 20217 h 202215"/>
                <a:gd name="csX10" fmla="*/ 36358 w 217185"/>
                <a:gd name="csY10" fmla="*/ 179207 h 202215"/>
                <a:gd name="csX11" fmla="*/ 8678 w 217185"/>
                <a:gd name="csY11" fmla="*/ 193122 h 202215"/>
                <a:gd name="csX12" fmla="*/ 161 w 217185"/>
                <a:gd name="csY12" fmla="*/ 198747 h 202215"/>
                <a:gd name="csX13" fmla="*/ 4723 w 217185"/>
                <a:gd name="csY13" fmla="*/ 202300 h 202215"/>
                <a:gd name="csX14" fmla="*/ 43354 w 217185"/>
                <a:gd name="csY14" fmla="*/ 201412 h 202215"/>
                <a:gd name="csX15" fmla="*/ 62822 w 217185"/>
                <a:gd name="csY15" fmla="*/ 201708 h 202215"/>
                <a:gd name="csX16" fmla="*/ 82594 w 217185"/>
                <a:gd name="csY16" fmla="*/ 202300 h 202215"/>
                <a:gd name="csX17" fmla="*/ 88677 w 217185"/>
                <a:gd name="csY17" fmla="*/ 196379 h 202215"/>
                <a:gd name="csX18" fmla="*/ 80160 w 217185"/>
                <a:gd name="csY18" fmla="*/ 193122 h 202215"/>
                <a:gd name="csX19" fmla="*/ 60389 w 217185"/>
                <a:gd name="csY19" fmla="*/ 187793 h 202215"/>
                <a:gd name="csX20" fmla="*/ 61301 w 217185"/>
                <a:gd name="csY20" fmla="*/ 182760 h 202215"/>
                <a:gd name="csX21" fmla="*/ 80160 w 217185"/>
                <a:gd name="csY21" fmla="*/ 108742 h 202215"/>
                <a:gd name="csX22" fmla="*/ 102061 w 217185"/>
                <a:gd name="csY22" fmla="*/ 20513 h 202215"/>
                <a:gd name="csX23" fmla="*/ 118487 w 217185"/>
                <a:gd name="csY23" fmla="*/ 9263 h 202215"/>
                <a:gd name="csX24" fmla="*/ 147689 w 217185"/>
                <a:gd name="csY24" fmla="*/ 9263 h 202215"/>
                <a:gd name="csX25" fmla="*/ 189057 w 217185"/>
                <a:gd name="csY25" fmla="*/ 37686 h 202215"/>
                <a:gd name="csX26" fmla="*/ 171111 w 217185"/>
                <a:gd name="csY26" fmla="*/ 85353 h 202215"/>
                <a:gd name="csX27" fmla="*/ 124267 w 217185"/>
                <a:gd name="csY27" fmla="*/ 101044 h 202215"/>
                <a:gd name="csX28" fmla="*/ 81377 w 217185"/>
                <a:gd name="csY28" fmla="*/ 101044 h 202215"/>
                <a:gd name="csX29" fmla="*/ 102061 w 217185"/>
                <a:gd name="csY29" fmla="*/ 20513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7185" h="202215">
                  <a:moveTo>
                    <a:pt x="80160" y="108742"/>
                  </a:moveTo>
                  <a:lnTo>
                    <a:pt x="131871" y="108742"/>
                  </a:lnTo>
                  <a:cubicBezTo>
                    <a:pt x="175065" y="108742"/>
                    <a:pt x="217346" y="77951"/>
                    <a:pt x="217346" y="44791"/>
                  </a:cubicBezTo>
                  <a:cubicBezTo>
                    <a:pt x="217346" y="21994"/>
                    <a:pt x="197270" y="85"/>
                    <a:pt x="157422" y="85"/>
                  </a:cubicBezTo>
                  <a:lnTo>
                    <a:pt x="58868" y="85"/>
                  </a:lnTo>
                  <a:cubicBezTo>
                    <a:pt x="53088" y="85"/>
                    <a:pt x="49742" y="85"/>
                    <a:pt x="49742" y="5710"/>
                  </a:cubicBezTo>
                  <a:cubicBezTo>
                    <a:pt x="49742" y="9263"/>
                    <a:pt x="52480" y="9263"/>
                    <a:pt x="58563" y="9263"/>
                  </a:cubicBezTo>
                  <a:cubicBezTo>
                    <a:pt x="62518" y="9263"/>
                    <a:pt x="67993" y="9559"/>
                    <a:pt x="71643" y="9855"/>
                  </a:cubicBezTo>
                  <a:cubicBezTo>
                    <a:pt x="76510" y="10447"/>
                    <a:pt x="78335" y="11335"/>
                    <a:pt x="78335" y="14592"/>
                  </a:cubicBezTo>
                  <a:cubicBezTo>
                    <a:pt x="78335" y="15776"/>
                    <a:pt x="78031" y="16665"/>
                    <a:pt x="77119" y="20217"/>
                  </a:cubicBezTo>
                  <a:lnTo>
                    <a:pt x="36358" y="179207"/>
                  </a:lnTo>
                  <a:cubicBezTo>
                    <a:pt x="33316" y="190754"/>
                    <a:pt x="32708" y="193122"/>
                    <a:pt x="8678" y="193122"/>
                  </a:cubicBezTo>
                  <a:cubicBezTo>
                    <a:pt x="3507" y="193122"/>
                    <a:pt x="161" y="193122"/>
                    <a:pt x="161" y="198747"/>
                  </a:cubicBezTo>
                  <a:cubicBezTo>
                    <a:pt x="161" y="202300"/>
                    <a:pt x="3811" y="202300"/>
                    <a:pt x="4723" y="202300"/>
                  </a:cubicBezTo>
                  <a:cubicBezTo>
                    <a:pt x="13240" y="202300"/>
                    <a:pt x="34837" y="201412"/>
                    <a:pt x="43354" y="201412"/>
                  </a:cubicBezTo>
                  <a:cubicBezTo>
                    <a:pt x="49742" y="201412"/>
                    <a:pt x="56434" y="201708"/>
                    <a:pt x="62822" y="201708"/>
                  </a:cubicBezTo>
                  <a:cubicBezTo>
                    <a:pt x="69514" y="201708"/>
                    <a:pt x="76206" y="202300"/>
                    <a:pt x="82594" y="202300"/>
                  </a:cubicBezTo>
                  <a:cubicBezTo>
                    <a:pt x="84723" y="202300"/>
                    <a:pt x="88677" y="202300"/>
                    <a:pt x="88677" y="196379"/>
                  </a:cubicBezTo>
                  <a:cubicBezTo>
                    <a:pt x="88677" y="193122"/>
                    <a:pt x="85940" y="193122"/>
                    <a:pt x="80160" y="193122"/>
                  </a:cubicBezTo>
                  <a:cubicBezTo>
                    <a:pt x="68906" y="193122"/>
                    <a:pt x="60389" y="193122"/>
                    <a:pt x="60389" y="187793"/>
                  </a:cubicBezTo>
                  <a:cubicBezTo>
                    <a:pt x="60389" y="186016"/>
                    <a:pt x="60997" y="184536"/>
                    <a:pt x="61301" y="182760"/>
                  </a:cubicBezTo>
                  <a:lnTo>
                    <a:pt x="80160" y="108742"/>
                  </a:lnTo>
                  <a:close/>
                  <a:moveTo>
                    <a:pt x="102061" y="20513"/>
                  </a:moveTo>
                  <a:cubicBezTo>
                    <a:pt x="104799" y="10151"/>
                    <a:pt x="105407" y="9263"/>
                    <a:pt x="118487" y="9263"/>
                  </a:cubicBezTo>
                  <a:lnTo>
                    <a:pt x="147689" y="9263"/>
                  </a:lnTo>
                  <a:cubicBezTo>
                    <a:pt x="172936" y="9263"/>
                    <a:pt x="189057" y="17257"/>
                    <a:pt x="189057" y="37686"/>
                  </a:cubicBezTo>
                  <a:cubicBezTo>
                    <a:pt x="189057" y="49232"/>
                    <a:pt x="182974" y="74694"/>
                    <a:pt x="171111" y="85353"/>
                  </a:cubicBezTo>
                  <a:cubicBezTo>
                    <a:pt x="155901" y="98676"/>
                    <a:pt x="137651" y="101044"/>
                    <a:pt x="124267" y="101044"/>
                  </a:cubicBezTo>
                  <a:lnTo>
                    <a:pt x="81377" y="101044"/>
                  </a:lnTo>
                  <a:lnTo>
                    <a:pt x="102061" y="20513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9B67AEBB-C518-E25F-8E8A-89EB2DBC3F89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713543" y="4834539"/>
              <a:ext cx="70570" cy="296069"/>
            </a:xfrm>
            <a:custGeom>
              <a:avLst/>
              <a:gdLst>
                <a:gd name="csX0" fmla="*/ 70739 w 70570"/>
                <a:gd name="csY0" fmla="*/ 293194 h 296069"/>
                <a:gd name="csX1" fmla="*/ 65567 w 70570"/>
                <a:gd name="csY1" fmla="*/ 286680 h 296069"/>
                <a:gd name="csX2" fmla="*/ 17811 w 70570"/>
                <a:gd name="csY2" fmla="*/ 148120 h 296069"/>
                <a:gd name="csX3" fmla="*/ 66784 w 70570"/>
                <a:gd name="csY3" fmla="*/ 8079 h 296069"/>
                <a:gd name="csX4" fmla="*/ 70739 w 70570"/>
                <a:gd name="csY4" fmla="*/ 3045 h 296069"/>
                <a:gd name="csX5" fmla="*/ 67697 w 70570"/>
                <a:gd name="csY5" fmla="*/ 85 h 296069"/>
                <a:gd name="csX6" fmla="*/ 19332 w 70570"/>
                <a:gd name="csY6" fmla="*/ 57818 h 296069"/>
                <a:gd name="csX7" fmla="*/ 168 w 70570"/>
                <a:gd name="csY7" fmla="*/ 148120 h 296069"/>
                <a:gd name="csX8" fmla="*/ 20244 w 70570"/>
                <a:gd name="csY8" fmla="*/ 240493 h 296069"/>
                <a:gd name="csX9" fmla="*/ 67697 w 70570"/>
                <a:gd name="csY9" fmla="*/ 296154 h 296069"/>
                <a:gd name="csX10" fmla="*/ 70739 w 70570"/>
                <a:gd name="csY10" fmla="*/ 293194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70" h="296069">
                  <a:moveTo>
                    <a:pt x="70739" y="293194"/>
                  </a:moveTo>
                  <a:cubicBezTo>
                    <a:pt x="70739" y="292306"/>
                    <a:pt x="70739" y="291713"/>
                    <a:pt x="65567" y="286680"/>
                  </a:cubicBezTo>
                  <a:cubicBezTo>
                    <a:pt x="27545" y="249375"/>
                    <a:pt x="17811" y="193418"/>
                    <a:pt x="17811" y="148120"/>
                  </a:cubicBezTo>
                  <a:cubicBezTo>
                    <a:pt x="17811" y="96603"/>
                    <a:pt x="29370" y="45087"/>
                    <a:pt x="66784" y="8079"/>
                  </a:cubicBezTo>
                  <a:cubicBezTo>
                    <a:pt x="70739" y="4526"/>
                    <a:pt x="70739" y="3934"/>
                    <a:pt x="70739" y="3045"/>
                  </a:cubicBezTo>
                  <a:cubicBezTo>
                    <a:pt x="70739" y="973"/>
                    <a:pt x="69522" y="85"/>
                    <a:pt x="67697" y="85"/>
                  </a:cubicBezTo>
                  <a:cubicBezTo>
                    <a:pt x="64655" y="85"/>
                    <a:pt x="37279" y="20217"/>
                    <a:pt x="19332" y="57818"/>
                  </a:cubicBezTo>
                  <a:cubicBezTo>
                    <a:pt x="3819" y="90386"/>
                    <a:pt x="168" y="123250"/>
                    <a:pt x="168" y="148120"/>
                  </a:cubicBezTo>
                  <a:cubicBezTo>
                    <a:pt x="168" y="171213"/>
                    <a:pt x="3514" y="207037"/>
                    <a:pt x="20244" y="240493"/>
                  </a:cubicBezTo>
                  <a:cubicBezTo>
                    <a:pt x="38495" y="276910"/>
                    <a:pt x="64655" y="296154"/>
                    <a:pt x="67697" y="296154"/>
                  </a:cubicBezTo>
                  <a:cubicBezTo>
                    <a:pt x="69522" y="296154"/>
                    <a:pt x="70739" y="295266"/>
                    <a:pt x="70739" y="293194"/>
                  </a:cubicBez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38CD062-C94E-4D7C-4ACA-6DEEE833ABB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810544" y="4925728"/>
              <a:ext cx="151482" cy="134119"/>
            </a:xfrm>
            <a:custGeom>
              <a:avLst/>
              <a:gdLst>
                <a:gd name="csX0" fmla="*/ 92948 w 151482"/>
                <a:gd name="csY0" fmla="*/ 41534 h 134119"/>
                <a:gd name="csX1" fmla="*/ 123062 w 151482"/>
                <a:gd name="csY1" fmla="*/ 6598 h 134119"/>
                <a:gd name="csX2" fmla="*/ 138271 w 151482"/>
                <a:gd name="csY2" fmla="*/ 10447 h 134119"/>
                <a:gd name="csX3" fmla="*/ 123670 w 151482"/>
                <a:gd name="csY3" fmla="*/ 26435 h 134119"/>
                <a:gd name="csX4" fmla="*/ 135229 w 151482"/>
                <a:gd name="csY4" fmla="*/ 36797 h 134119"/>
                <a:gd name="csX5" fmla="*/ 151655 w 151482"/>
                <a:gd name="csY5" fmla="*/ 19625 h 134119"/>
                <a:gd name="csX6" fmla="*/ 123366 w 151482"/>
                <a:gd name="csY6" fmla="*/ 85 h 134119"/>
                <a:gd name="csX7" fmla="*/ 91427 w 151482"/>
                <a:gd name="csY7" fmla="*/ 22586 h 134119"/>
                <a:gd name="csX8" fmla="*/ 58575 w 151482"/>
                <a:gd name="csY8" fmla="*/ 85 h 134119"/>
                <a:gd name="csX9" fmla="*/ 9602 w 151482"/>
                <a:gd name="csY9" fmla="*/ 45679 h 134119"/>
                <a:gd name="csX10" fmla="*/ 13252 w 151482"/>
                <a:gd name="csY10" fmla="*/ 48640 h 134119"/>
                <a:gd name="csX11" fmla="*/ 17206 w 151482"/>
                <a:gd name="csY11" fmla="*/ 45383 h 134119"/>
                <a:gd name="csX12" fmla="*/ 57967 w 151482"/>
                <a:gd name="csY12" fmla="*/ 6598 h 134119"/>
                <a:gd name="csX13" fmla="*/ 74393 w 151482"/>
                <a:gd name="csY13" fmla="*/ 26435 h 134119"/>
                <a:gd name="csX14" fmla="*/ 57967 w 151482"/>
                <a:gd name="csY14" fmla="*/ 96899 h 134119"/>
                <a:gd name="csX15" fmla="*/ 29070 w 151482"/>
                <a:gd name="csY15" fmla="*/ 127691 h 134119"/>
                <a:gd name="csX16" fmla="*/ 13860 w 151482"/>
                <a:gd name="csY16" fmla="*/ 123842 h 134119"/>
                <a:gd name="csX17" fmla="*/ 28157 w 151482"/>
                <a:gd name="csY17" fmla="*/ 107854 h 134119"/>
                <a:gd name="csX18" fmla="*/ 16902 w 151482"/>
                <a:gd name="csY18" fmla="*/ 97492 h 134119"/>
                <a:gd name="csX19" fmla="*/ 172 w 151482"/>
                <a:gd name="csY19" fmla="*/ 114664 h 134119"/>
                <a:gd name="csX20" fmla="*/ 28765 w 151482"/>
                <a:gd name="csY20" fmla="*/ 134204 h 134119"/>
                <a:gd name="csX21" fmla="*/ 60704 w 151482"/>
                <a:gd name="csY21" fmla="*/ 111703 h 134119"/>
                <a:gd name="csX22" fmla="*/ 93556 w 151482"/>
                <a:gd name="csY22" fmla="*/ 134204 h 134119"/>
                <a:gd name="csX23" fmla="*/ 142225 w 151482"/>
                <a:gd name="csY23" fmla="*/ 88610 h 134119"/>
                <a:gd name="csX24" fmla="*/ 138575 w 151482"/>
                <a:gd name="csY24" fmla="*/ 85649 h 134119"/>
                <a:gd name="csX25" fmla="*/ 134620 w 151482"/>
                <a:gd name="csY25" fmla="*/ 88906 h 134119"/>
                <a:gd name="csX26" fmla="*/ 94164 w 151482"/>
                <a:gd name="csY26" fmla="*/ 127691 h 134119"/>
                <a:gd name="csX27" fmla="*/ 77434 w 151482"/>
                <a:gd name="csY27" fmla="*/ 108150 h 134119"/>
                <a:gd name="csX28" fmla="*/ 82605 w 151482"/>
                <a:gd name="csY28" fmla="*/ 82096 h 134119"/>
                <a:gd name="csX29" fmla="*/ 92948 w 151482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82" h="134119">
                  <a:moveTo>
                    <a:pt x="92948" y="41534"/>
                  </a:moveTo>
                  <a:cubicBezTo>
                    <a:pt x="94773" y="33837"/>
                    <a:pt x="101769" y="6598"/>
                    <a:pt x="123062" y="6598"/>
                  </a:cubicBezTo>
                  <a:cubicBezTo>
                    <a:pt x="124582" y="6598"/>
                    <a:pt x="131883" y="6598"/>
                    <a:pt x="138271" y="10447"/>
                  </a:cubicBezTo>
                  <a:cubicBezTo>
                    <a:pt x="129754" y="11927"/>
                    <a:pt x="123670" y="19329"/>
                    <a:pt x="123670" y="26435"/>
                  </a:cubicBezTo>
                  <a:cubicBezTo>
                    <a:pt x="123670" y="31172"/>
                    <a:pt x="127016" y="36797"/>
                    <a:pt x="135229" y="36797"/>
                  </a:cubicBezTo>
                  <a:cubicBezTo>
                    <a:pt x="141921" y="36797"/>
                    <a:pt x="151655" y="31468"/>
                    <a:pt x="151655" y="19625"/>
                  </a:cubicBezTo>
                  <a:cubicBezTo>
                    <a:pt x="151655" y="4230"/>
                    <a:pt x="133708" y="85"/>
                    <a:pt x="123366" y="85"/>
                  </a:cubicBezTo>
                  <a:cubicBezTo>
                    <a:pt x="105723" y="85"/>
                    <a:pt x="95077" y="15776"/>
                    <a:pt x="91427" y="22586"/>
                  </a:cubicBezTo>
                  <a:cubicBezTo>
                    <a:pt x="83822" y="3045"/>
                    <a:pt x="67396" y="85"/>
                    <a:pt x="58575" y="85"/>
                  </a:cubicBezTo>
                  <a:cubicBezTo>
                    <a:pt x="26940" y="85"/>
                    <a:pt x="9602" y="38278"/>
                    <a:pt x="9602" y="45679"/>
                  </a:cubicBezTo>
                  <a:cubicBezTo>
                    <a:pt x="9602" y="48640"/>
                    <a:pt x="12644" y="48640"/>
                    <a:pt x="13252" y="48640"/>
                  </a:cubicBezTo>
                  <a:cubicBezTo>
                    <a:pt x="15686" y="48640"/>
                    <a:pt x="16598" y="48048"/>
                    <a:pt x="17206" y="45383"/>
                  </a:cubicBezTo>
                  <a:cubicBezTo>
                    <a:pt x="27549" y="14000"/>
                    <a:pt x="47625" y="6598"/>
                    <a:pt x="57967" y="6598"/>
                  </a:cubicBezTo>
                  <a:cubicBezTo>
                    <a:pt x="63746" y="6598"/>
                    <a:pt x="74393" y="9263"/>
                    <a:pt x="74393" y="26435"/>
                  </a:cubicBezTo>
                  <a:cubicBezTo>
                    <a:pt x="74393" y="35613"/>
                    <a:pt x="69221" y="55450"/>
                    <a:pt x="57967" y="96899"/>
                  </a:cubicBezTo>
                  <a:cubicBezTo>
                    <a:pt x="53100" y="115256"/>
                    <a:pt x="42454" y="127691"/>
                    <a:pt x="29070" y="127691"/>
                  </a:cubicBezTo>
                  <a:cubicBezTo>
                    <a:pt x="27244" y="127691"/>
                    <a:pt x="20248" y="127691"/>
                    <a:pt x="13860" y="123842"/>
                  </a:cubicBezTo>
                  <a:cubicBezTo>
                    <a:pt x="21465" y="122361"/>
                    <a:pt x="28157" y="116144"/>
                    <a:pt x="28157" y="107854"/>
                  </a:cubicBezTo>
                  <a:cubicBezTo>
                    <a:pt x="28157" y="99860"/>
                    <a:pt x="21465" y="97492"/>
                    <a:pt x="16902" y="97492"/>
                  </a:cubicBezTo>
                  <a:cubicBezTo>
                    <a:pt x="7777" y="97492"/>
                    <a:pt x="172" y="105189"/>
                    <a:pt x="172" y="114664"/>
                  </a:cubicBezTo>
                  <a:cubicBezTo>
                    <a:pt x="172" y="128283"/>
                    <a:pt x="15381" y="134204"/>
                    <a:pt x="28765" y="134204"/>
                  </a:cubicBezTo>
                  <a:cubicBezTo>
                    <a:pt x="48841" y="134204"/>
                    <a:pt x="59792" y="113479"/>
                    <a:pt x="60704" y="111703"/>
                  </a:cubicBezTo>
                  <a:cubicBezTo>
                    <a:pt x="64355" y="122658"/>
                    <a:pt x="75305" y="134204"/>
                    <a:pt x="93556" y="134204"/>
                  </a:cubicBezTo>
                  <a:cubicBezTo>
                    <a:pt x="124887" y="134204"/>
                    <a:pt x="142225" y="96011"/>
                    <a:pt x="142225" y="88610"/>
                  </a:cubicBezTo>
                  <a:cubicBezTo>
                    <a:pt x="142225" y="85649"/>
                    <a:pt x="139487" y="85649"/>
                    <a:pt x="138575" y="85649"/>
                  </a:cubicBezTo>
                  <a:cubicBezTo>
                    <a:pt x="135837" y="85649"/>
                    <a:pt x="135229" y="86833"/>
                    <a:pt x="134620" y="88906"/>
                  </a:cubicBezTo>
                  <a:cubicBezTo>
                    <a:pt x="124582" y="120585"/>
                    <a:pt x="103898" y="127691"/>
                    <a:pt x="94164" y="127691"/>
                  </a:cubicBezTo>
                  <a:cubicBezTo>
                    <a:pt x="82301" y="127691"/>
                    <a:pt x="77434" y="118217"/>
                    <a:pt x="77434" y="108150"/>
                  </a:cubicBezTo>
                  <a:cubicBezTo>
                    <a:pt x="77434" y="101637"/>
                    <a:pt x="79259" y="95123"/>
                    <a:pt x="82605" y="82096"/>
                  </a:cubicBezTo>
                  <a:lnTo>
                    <a:pt x="92948" y="41534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5EAC097F-F798-3B39-CACE-48B4D7E19EE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991540" y="4957171"/>
              <a:ext cx="104760" cy="145903"/>
            </a:xfrm>
            <a:custGeom>
              <a:avLst/>
              <a:gdLst>
                <a:gd name="csX0" fmla="*/ 50855 w 104760"/>
                <a:gd name="csY0" fmla="*/ 6304 h 145903"/>
                <a:gd name="csX1" fmla="*/ 51706 w 104760"/>
                <a:gd name="csY1" fmla="*/ 2988 h 145903"/>
                <a:gd name="csX2" fmla="*/ 48299 w 104760"/>
                <a:gd name="csY2" fmla="*/ 86 h 145903"/>
                <a:gd name="csX3" fmla="*/ 21045 w 104760"/>
                <a:gd name="csY3" fmla="*/ 2159 h 145903"/>
                <a:gd name="csX4" fmla="*/ 16360 w 104760"/>
                <a:gd name="csY4" fmla="*/ 6925 h 145903"/>
                <a:gd name="csX5" fmla="*/ 21897 w 104760"/>
                <a:gd name="csY5" fmla="*/ 9827 h 145903"/>
                <a:gd name="csX6" fmla="*/ 32117 w 104760"/>
                <a:gd name="csY6" fmla="*/ 12936 h 145903"/>
                <a:gd name="csX7" fmla="*/ 31265 w 104760"/>
                <a:gd name="csY7" fmla="*/ 17495 h 145903"/>
                <a:gd name="csX8" fmla="*/ 1243 w 104760"/>
                <a:gd name="csY8" fmla="*/ 134798 h 145903"/>
                <a:gd name="csX9" fmla="*/ 178 w 104760"/>
                <a:gd name="csY9" fmla="*/ 139357 h 145903"/>
                <a:gd name="csX10" fmla="*/ 7418 w 104760"/>
                <a:gd name="csY10" fmla="*/ 145989 h 145903"/>
                <a:gd name="csX11" fmla="*/ 17212 w 104760"/>
                <a:gd name="csY11" fmla="*/ 137285 h 145903"/>
                <a:gd name="csX12" fmla="*/ 27646 w 104760"/>
                <a:gd name="csY12" fmla="*/ 97079 h 145903"/>
                <a:gd name="csX13" fmla="*/ 54900 w 104760"/>
                <a:gd name="csY13" fmla="*/ 114073 h 145903"/>
                <a:gd name="csX14" fmla="*/ 54474 w 104760"/>
                <a:gd name="csY14" fmla="*/ 118218 h 145903"/>
                <a:gd name="csX15" fmla="*/ 53623 w 104760"/>
                <a:gd name="csY15" fmla="*/ 124643 h 145903"/>
                <a:gd name="csX16" fmla="*/ 76193 w 104760"/>
                <a:gd name="csY16" fmla="*/ 145989 h 145903"/>
                <a:gd name="csX17" fmla="*/ 103235 w 104760"/>
                <a:gd name="csY17" fmla="*/ 114280 h 145903"/>
                <a:gd name="csX18" fmla="*/ 99828 w 104760"/>
                <a:gd name="csY18" fmla="*/ 111586 h 145903"/>
                <a:gd name="csX19" fmla="*/ 95569 w 104760"/>
                <a:gd name="csY19" fmla="*/ 116560 h 145903"/>
                <a:gd name="csX20" fmla="*/ 76832 w 104760"/>
                <a:gd name="csY20" fmla="*/ 140186 h 145903"/>
                <a:gd name="csX21" fmla="*/ 69379 w 104760"/>
                <a:gd name="csY21" fmla="*/ 129409 h 145903"/>
                <a:gd name="csX22" fmla="*/ 70657 w 104760"/>
                <a:gd name="csY22" fmla="*/ 120083 h 145903"/>
                <a:gd name="csX23" fmla="*/ 71721 w 104760"/>
                <a:gd name="csY23" fmla="*/ 113659 h 145903"/>
                <a:gd name="csX24" fmla="*/ 37227 w 104760"/>
                <a:gd name="csY24" fmla="*/ 91690 h 145903"/>
                <a:gd name="csX25" fmla="*/ 54900 w 104760"/>
                <a:gd name="csY25" fmla="*/ 78012 h 145903"/>
                <a:gd name="csX26" fmla="*/ 88330 w 104760"/>
                <a:gd name="csY26" fmla="*/ 58323 h 145903"/>
                <a:gd name="csX27" fmla="*/ 95356 w 104760"/>
                <a:gd name="csY27" fmla="*/ 61017 h 145903"/>
                <a:gd name="csX28" fmla="*/ 84284 w 104760"/>
                <a:gd name="csY28" fmla="*/ 72623 h 145903"/>
                <a:gd name="csX29" fmla="*/ 92801 w 104760"/>
                <a:gd name="csY29" fmla="*/ 80291 h 145903"/>
                <a:gd name="csX30" fmla="*/ 104938 w 104760"/>
                <a:gd name="csY30" fmla="*/ 67028 h 145903"/>
                <a:gd name="csX31" fmla="*/ 88543 w 104760"/>
                <a:gd name="csY31" fmla="*/ 52520 h 145903"/>
                <a:gd name="csX32" fmla="*/ 54474 w 104760"/>
                <a:gd name="csY32" fmla="*/ 70758 h 145903"/>
                <a:gd name="csX33" fmla="*/ 29775 w 104760"/>
                <a:gd name="csY33" fmla="*/ 88996 h 145903"/>
                <a:gd name="csX34" fmla="*/ 50855 w 104760"/>
                <a:gd name="csY34" fmla="*/ 6304 h 145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04760" h="145903">
                  <a:moveTo>
                    <a:pt x="50855" y="6304"/>
                  </a:moveTo>
                  <a:cubicBezTo>
                    <a:pt x="51068" y="5889"/>
                    <a:pt x="51706" y="3195"/>
                    <a:pt x="51706" y="2988"/>
                  </a:cubicBezTo>
                  <a:cubicBezTo>
                    <a:pt x="51706" y="1951"/>
                    <a:pt x="50855" y="86"/>
                    <a:pt x="48299" y="86"/>
                  </a:cubicBezTo>
                  <a:cubicBezTo>
                    <a:pt x="44041" y="86"/>
                    <a:pt x="26368" y="1744"/>
                    <a:pt x="21045" y="2159"/>
                  </a:cubicBezTo>
                  <a:cubicBezTo>
                    <a:pt x="19341" y="2366"/>
                    <a:pt x="16360" y="2573"/>
                    <a:pt x="16360" y="6925"/>
                  </a:cubicBezTo>
                  <a:cubicBezTo>
                    <a:pt x="16360" y="9827"/>
                    <a:pt x="19341" y="9827"/>
                    <a:pt x="21897" y="9827"/>
                  </a:cubicBezTo>
                  <a:cubicBezTo>
                    <a:pt x="32117" y="9827"/>
                    <a:pt x="32117" y="11278"/>
                    <a:pt x="32117" y="12936"/>
                  </a:cubicBezTo>
                  <a:cubicBezTo>
                    <a:pt x="32117" y="14386"/>
                    <a:pt x="31691" y="15630"/>
                    <a:pt x="31265" y="17495"/>
                  </a:cubicBezTo>
                  <a:lnTo>
                    <a:pt x="1243" y="134798"/>
                  </a:lnTo>
                  <a:cubicBezTo>
                    <a:pt x="178" y="138528"/>
                    <a:pt x="178" y="138943"/>
                    <a:pt x="178" y="139357"/>
                  </a:cubicBezTo>
                  <a:cubicBezTo>
                    <a:pt x="178" y="142466"/>
                    <a:pt x="2733" y="145989"/>
                    <a:pt x="7418" y="145989"/>
                  </a:cubicBezTo>
                  <a:cubicBezTo>
                    <a:pt x="13167" y="145989"/>
                    <a:pt x="15935" y="141844"/>
                    <a:pt x="17212" y="137285"/>
                  </a:cubicBezTo>
                  <a:cubicBezTo>
                    <a:pt x="17638" y="136456"/>
                    <a:pt x="26794" y="99980"/>
                    <a:pt x="27646" y="97079"/>
                  </a:cubicBezTo>
                  <a:cubicBezTo>
                    <a:pt x="42763" y="98529"/>
                    <a:pt x="54900" y="103296"/>
                    <a:pt x="54900" y="114073"/>
                  </a:cubicBezTo>
                  <a:cubicBezTo>
                    <a:pt x="54900" y="115109"/>
                    <a:pt x="54900" y="116146"/>
                    <a:pt x="54474" y="118218"/>
                  </a:cubicBezTo>
                  <a:cubicBezTo>
                    <a:pt x="53623" y="121327"/>
                    <a:pt x="53623" y="122363"/>
                    <a:pt x="53623" y="124643"/>
                  </a:cubicBezTo>
                  <a:cubicBezTo>
                    <a:pt x="53623" y="139357"/>
                    <a:pt x="65972" y="145989"/>
                    <a:pt x="76193" y="145989"/>
                  </a:cubicBezTo>
                  <a:cubicBezTo>
                    <a:pt x="96847" y="145989"/>
                    <a:pt x="103235" y="114488"/>
                    <a:pt x="103235" y="114280"/>
                  </a:cubicBezTo>
                  <a:cubicBezTo>
                    <a:pt x="103235" y="111586"/>
                    <a:pt x="100467" y="111586"/>
                    <a:pt x="99828" y="111586"/>
                  </a:cubicBezTo>
                  <a:cubicBezTo>
                    <a:pt x="96847" y="111586"/>
                    <a:pt x="96634" y="112622"/>
                    <a:pt x="95569" y="116560"/>
                  </a:cubicBezTo>
                  <a:cubicBezTo>
                    <a:pt x="93014" y="125472"/>
                    <a:pt x="87265" y="140186"/>
                    <a:pt x="76832" y="140186"/>
                  </a:cubicBezTo>
                  <a:cubicBezTo>
                    <a:pt x="71083" y="140186"/>
                    <a:pt x="69379" y="135005"/>
                    <a:pt x="69379" y="129409"/>
                  </a:cubicBezTo>
                  <a:cubicBezTo>
                    <a:pt x="69379" y="125886"/>
                    <a:pt x="69379" y="125472"/>
                    <a:pt x="70657" y="120083"/>
                  </a:cubicBezTo>
                  <a:cubicBezTo>
                    <a:pt x="70870" y="119462"/>
                    <a:pt x="71721" y="115938"/>
                    <a:pt x="71721" y="113659"/>
                  </a:cubicBezTo>
                  <a:cubicBezTo>
                    <a:pt x="71721" y="95213"/>
                    <a:pt x="46170" y="92312"/>
                    <a:pt x="37227" y="91690"/>
                  </a:cubicBezTo>
                  <a:cubicBezTo>
                    <a:pt x="43402" y="87960"/>
                    <a:pt x="51280" y="81120"/>
                    <a:pt x="54900" y="78012"/>
                  </a:cubicBezTo>
                  <a:cubicBezTo>
                    <a:pt x="65760" y="68064"/>
                    <a:pt x="76406" y="58323"/>
                    <a:pt x="88330" y="58323"/>
                  </a:cubicBezTo>
                  <a:cubicBezTo>
                    <a:pt x="90885" y="58323"/>
                    <a:pt x="93653" y="58945"/>
                    <a:pt x="95356" y="61017"/>
                  </a:cubicBezTo>
                  <a:cubicBezTo>
                    <a:pt x="86200" y="62468"/>
                    <a:pt x="84284" y="69515"/>
                    <a:pt x="84284" y="72623"/>
                  </a:cubicBezTo>
                  <a:cubicBezTo>
                    <a:pt x="84284" y="77183"/>
                    <a:pt x="87904" y="80291"/>
                    <a:pt x="92801" y="80291"/>
                  </a:cubicBezTo>
                  <a:cubicBezTo>
                    <a:pt x="98550" y="80291"/>
                    <a:pt x="104938" y="75732"/>
                    <a:pt x="104938" y="67028"/>
                  </a:cubicBezTo>
                  <a:cubicBezTo>
                    <a:pt x="104938" y="60188"/>
                    <a:pt x="99828" y="52520"/>
                    <a:pt x="88543" y="52520"/>
                  </a:cubicBezTo>
                  <a:cubicBezTo>
                    <a:pt x="76406" y="52520"/>
                    <a:pt x="65334" y="61017"/>
                    <a:pt x="54474" y="70758"/>
                  </a:cubicBezTo>
                  <a:cubicBezTo>
                    <a:pt x="45531" y="79048"/>
                    <a:pt x="38505" y="85473"/>
                    <a:pt x="29775" y="88996"/>
                  </a:cubicBezTo>
                  <a:lnTo>
                    <a:pt x="50855" y="6304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E97E195-8EC1-F4D2-F405-527C164A17E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245923" y="4834539"/>
              <a:ext cx="12167" cy="296069"/>
            </a:xfrm>
            <a:custGeom>
              <a:avLst/>
              <a:gdLst>
                <a:gd name="csX0" fmla="*/ 12353 w 12167"/>
                <a:gd name="csY0" fmla="*/ 10743 h 296069"/>
                <a:gd name="csX1" fmla="*/ 6269 w 12167"/>
                <a:gd name="csY1" fmla="*/ 85 h 296069"/>
                <a:gd name="csX2" fmla="*/ 186 w 12167"/>
                <a:gd name="csY2" fmla="*/ 10743 h 296069"/>
                <a:gd name="csX3" fmla="*/ 186 w 12167"/>
                <a:gd name="csY3" fmla="*/ 285496 h 296069"/>
                <a:gd name="csX4" fmla="*/ 6269 w 12167"/>
                <a:gd name="csY4" fmla="*/ 296154 h 296069"/>
                <a:gd name="csX5" fmla="*/ 12353 w 12167"/>
                <a:gd name="csY5" fmla="*/ 285496 h 296069"/>
                <a:gd name="csX6" fmla="*/ 12353 w 12167"/>
                <a:gd name="csY6" fmla="*/ 10743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67" h="296069">
                  <a:moveTo>
                    <a:pt x="12353" y="10743"/>
                  </a:moveTo>
                  <a:cubicBezTo>
                    <a:pt x="12353" y="5414"/>
                    <a:pt x="12353" y="85"/>
                    <a:pt x="6269" y="85"/>
                  </a:cubicBezTo>
                  <a:cubicBezTo>
                    <a:pt x="186" y="85"/>
                    <a:pt x="186" y="5414"/>
                    <a:pt x="186" y="10743"/>
                  </a:cubicBezTo>
                  <a:lnTo>
                    <a:pt x="186" y="285496"/>
                  </a:lnTo>
                  <a:cubicBezTo>
                    <a:pt x="186" y="290825"/>
                    <a:pt x="186" y="296154"/>
                    <a:pt x="6269" y="296154"/>
                  </a:cubicBezTo>
                  <a:cubicBezTo>
                    <a:pt x="12353" y="296154"/>
                    <a:pt x="12353" y="290825"/>
                    <a:pt x="12353" y="285496"/>
                  </a:cubicBezTo>
                  <a:lnTo>
                    <a:pt x="12353" y="10743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6AD3FD3D-BBE7-408F-640E-0100AAE990BB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387534" y="4925728"/>
              <a:ext cx="151482" cy="134119"/>
            </a:xfrm>
            <a:custGeom>
              <a:avLst/>
              <a:gdLst>
                <a:gd name="csX0" fmla="*/ 92967 w 151482"/>
                <a:gd name="csY0" fmla="*/ 41534 h 134119"/>
                <a:gd name="csX1" fmla="*/ 123080 w 151482"/>
                <a:gd name="csY1" fmla="*/ 6598 h 134119"/>
                <a:gd name="csX2" fmla="*/ 138290 w 151482"/>
                <a:gd name="csY2" fmla="*/ 10447 h 134119"/>
                <a:gd name="csX3" fmla="*/ 123689 w 151482"/>
                <a:gd name="csY3" fmla="*/ 26435 h 134119"/>
                <a:gd name="csX4" fmla="*/ 135248 w 151482"/>
                <a:gd name="csY4" fmla="*/ 36797 h 134119"/>
                <a:gd name="csX5" fmla="*/ 151673 w 151482"/>
                <a:gd name="csY5" fmla="*/ 19625 h 134119"/>
                <a:gd name="csX6" fmla="*/ 123385 w 151482"/>
                <a:gd name="csY6" fmla="*/ 85 h 134119"/>
                <a:gd name="csX7" fmla="*/ 91446 w 151482"/>
                <a:gd name="csY7" fmla="*/ 22586 h 134119"/>
                <a:gd name="csX8" fmla="*/ 58594 w 151482"/>
                <a:gd name="csY8" fmla="*/ 85 h 134119"/>
                <a:gd name="csX9" fmla="*/ 9621 w 151482"/>
                <a:gd name="csY9" fmla="*/ 45679 h 134119"/>
                <a:gd name="csX10" fmla="*/ 13271 w 151482"/>
                <a:gd name="csY10" fmla="*/ 48640 h 134119"/>
                <a:gd name="csX11" fmla="*/ 17225 w 151482"/>
                <a:gd name="csY11" fmla="*/ 45383 h 134119"/>
                <a:gd name="csX12" fmla="*/ 57986 w 151482"/>
                <a:gd name="csY12" fmla="*/ 6598 h 134119"/>
                <a:gd name="csX13" fmla="*/ 74411 w 151482"/>
                <a:gd name="csY13" fmla="*/ 26435 h 134119"/>
                <a:gd name="csX14" fmla="*/ 57986 w 151482"/>
                <a:gd name="csY14" fmla="*/ 96899 h 134119"/>
                <a:gd name="csX15" fmla="*/ 29088 w 151482"/>
                <a:gd name="csY15" fmla="*/ 127691 h 134119"/>
                <a:gd name="csX16" fmla="*/ 13879 w 151482"/>
                <a:gd name="csY16" fmla="*/ 123842 h 134119"/>
                <a:gd name="csX17" fmla="*/ 28176 w 151482"/>
                <a:gd name="csY17" fmla="*/ 107854 h 134119"/>
                <a:gd name="csX18" fmla="*/ 16921 w 151482"/>
                <a:gd name="csY18" fmla="*/ 97492 h 134119"/>
                <a:gd name="csX19" fmla="*/ 191 w 151482"/>
                <a:gd name="csY19" fmla="*/ 114664 h 134119"/>
                <a:gd name="csX20" fmla="*/ 28784 w 151482"/>
                <a:gd name="csY20" fmla="*/ 134204 h 134119"/>
                <a:gd name="csX21" fmla="*/ 60723 w 151482"/>
                <a:gd name="csY21" fmla="*/ 111703 h 134119"/>
                <a:gd name="csX22" fmla="*/ 93575 w 151482"/>
                <a:gd name="csY22" fmla="*/ 134204 h 134119"/>
                <a:gd name="csX23" fmla="*/ 142244 w 151482"/>
                <a:gd name="csY23" fmla="*/ 88610 h 134119"/>
                <a:gd name="csX24" fmla="*/ 138594 w 151482"/>
                <a:gd name="csY24" fmla="*/ 85649 h 134119"/>
                <a:gd name="csX25" fmla="*/ 134639 w 151482"/>
                <a:gd name="csY25" fmla="*/ 88906 h 134119"/>
                <a:gd name="csX26" fmla="*/ 94183 w 151482"/>
                <a:gd name="csY26" fmla="*/ 127691 h 134119"/>
                <a:gd name="csX27" fmla="*/ 77453 w 151482"/>
                <a:gd name="csY27" fmla="*/ 108150 h 134119"/>
                <a:gd name="csX28" fmla="*/ 82624 w 151482"/>
                <a:gd name="csY28" fmla="*/ 82096 h 134119"/>
                <a:gd name="csX29" fmla="*/ 92967 w 151482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82" h="134119">
                  <a:moveTo>
                    <a:pt x="92967" y="41534"/>
                  </a:moveTo>
                  <a:cubicBezTo>
                    <a:pt x="94792" y="33837"/>
                    <a:pt x="101788" y="6598"/>
                    <a:pt x="123080" y="6598"/>
                  </a:cubicBezTo>
                  <a:cubicBezTo>
                    <a:pt x="124601" y="6598"/>
                    <a:pt x="131902" y="6598"/>
                    <a:pt x="138290" y="10447"/>
                  </a:cubicBezTo>
                  <a:cubicBezTo>
                    <a:pt x="129772" y="11927"/>
                    <a:pt x="123689" y="19329"/>
                    <a:pt x="123689" y="26435"/>
                  </a:cubicBezTo>
                  <a:cubicBezTo>
                    <a:pt x="123689" y="31172"/>
                    <a:pt x="127035" y="36797"/>
                    <a:pt x="135248" y="36797"/>
                  </a:cubicBezTo>
                  <a:cubicBezTo>
                    <a:pt x="141940" y="36797"/>
                    <a:pt x="151673" y="31468"/>
                    <a:pt x="151673" y="19625"/>
                  </a:cubicBezTo>
                  <a:cubicBezTo>
                    <a:pt x="151673" y="4230"/>
                    <a:pt x="133727" y="85"/>
                    <a:pt x="123385" y="85"/>
                  </a:cubicBezTo>
                  <a:cubicBezTo>
                    <a:pt x="105742" y="85"/>
                    <a:pt x="95096" y="15776"/>
                    <a:pt x="91446" y="22586"/>
                  </a:cubicBezTo>
                  <a:cubicBezTo>
                    <a:pt x="83841" y="3045"/>
                    <a:pt x="67415" y="85"/>
                    <a:pt x="58594" y="85"/>
                  </a:cubicBezTo>
                  <a:cubicBezTo>
                    <a:pt x="26959" y="85"/>
                    <a:pt x="9621" y="38278"/>
                    <a:pt x="9621" y="45679"/>
                  </a:cubicBezTo>
                  <a:cubicBezTo>
                    <a:pt x="9621" y="48640"/>
                    <a:pt x="12663" y="48640"/>
                    <a:pt x="13271" y="48640"/>
                  </a:cubicBezTo>
                  <a:cubicBezTo>
                    <a:pt x="15704" y="48640"/>
                    <a:pt x="16617" y="48048"/>
                    <a:pt x="17225" y="45383"/>
                  </a:cubicBezTo>
                  <a:cubicBezTo>
                    <a:pt x="27568" y="14000"/>
                    <a:pt x="47643" y="6598"/>
                    <a:pt x="57986" y="6598"/>
                  </a:cubicBezTo>
                  <a:cubicBezTo>
                    <a:pt x="63765" y="6598"/>
                    <a:pt x="74411" y="9263"/>
                    <a:pt x="74411" y="26435"/>
                  </a:cubicBezTo>
                  <a:cubicBezTo>
                    <a:pt x="74411" y="35613"/>
                    <a:pt x="69240" y="55450"/>
                    <a:pt x="57986" y="96899"/>
                  </a:cubicBezTo>
                  <a:cubicBezTo>
                    <a:pt x="53119" y="115256"/>
                    <a:pt x="42472" y="127691"/>
                    <a:pt x="29088" y="127691"/>
                  </a:cubicBezTo>
                  <a:cubicBezTo>
                    <a:pt x="27263" y="127691"/>
                    <a:pt x="20267" y="127691"/>
                    <a:pt x="13879" y="123842"/>
                  </a:cubicBezTo>
                  <a:cubicBezTo>
                    <a:pt x="21484" y="122361"/>
                    <a:pt x="28176" y="116144"/>
                    <a:pt x="28176" y="107854"/>
                  </a:cubicBezTo>
                  <a:cubicBezTo>
                    <a:pt x="28176" y="99860"/>
                    <a:pt x="21484" y="97492"/>
                    <a:pt x="16921" y="97492"/>
                  </a:cubicBezTo>
                  <a:cubicBezTo>
                    <a:pt x="7796" y="97492"/>
                    <a:pt x="191" y="105189"/>
                    <a:pt x="191" y="114664"/>
                  </a:cubicBezTo>
                  <a:cubicBezTo>
                    <a:pt x="191" y="128283"/>
                    <a:pt x="15400" y="134204"/>
                    <a:pt x="28784" y="134204"/>
                  </a:cubicBezTo>
                  <a:cubicBezTo>
                    <a:pt x="48860" y="134204"/>
                    <a:pt x="59811" y="113479"/>
                    <a:pt x="60723" y="111703"/>
                  </a:cubicBezTo>
                  <a:cubicBezTo>
                    <a:pt x="64373" y="122658"/>
                    <a:pt x="75324" y="134204"/>
                    <a:pt x="93575" y="134204"/>
                  </a:cubicBezTo>
                  <a:cubicBezTo>
                    <a:pt x="124906" y="134204"/>
                    <a:pt x="142244" y="96011"/>
                    <a:pt x="142244" y="88610"/>
                  </a:cubicBezTo>
                  <a:cubicBezTo>
                    <a:pt x="142244" y="85649"/>
                    <a:pt x="139506" y="85649"/>
                    <a:pt x="138594" y="85649"/>
                  </a:cubicBezTo>
                  <a:cubicBezTo>
                    <a:pt x="135856" y="85649"/>
                    <a:pt x="135248" y="86833"/>
                    <a:pt x="134639" y="88906"/>
                  </a:cubicBezTo>
                  <a:cubicBezTo>
                    <a:pt x="124601" y="120585"/>
                    <a:pt x="103917" y="127691"/>
                    <a:pt x="94183" y="127691"/>
                  </a:cubicBezTo>
                  <a:cubicBezTo>
                    <a:pt x="82320" y="127691"/>
                    <a:pt x="77453" y="118217"/>
                    <a:pt x="77453" y="108150"/>
                  </a:cubicBezTo>
                  <a:cubicBezTo>
                    <a:pt x="77453" y="101637"/>
                    <a:pt x="79278" y="95123"/>
                    <a:pt x="82624" y="82096"/>
                  </a:cubicBezTo>
                  <a:lnTo>
                    <a:pt x="92967" y="41534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4438C2A6-B9E7-703F-7651-4542319DDA4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575770" y="4963388"/>
              <a:ext cx="77505" cy="137613"/>
            </a:xfrm>
            <a:custGeom>
              <a:avLst/>
              <a:gdLst>
                <a:gd name="csX0" fmla="*/ 48318 w 77505"/>
                <a:gd name="csY0" fmla="*/ 5889 h 137613"/>
                <a:gd name="csX1" fmla="*/ 41931 w 77505"/>
                <a:gd name="csY1" fmla="*/ 86 h 137613"/>
                <a:gd name="csX2" fmla="*/ 197 w 77505"/>
                <a:gd name="csY2" fmla="*/ 13350 h 137613"/>
                <a:gd name="csX3" fmla="*/ 197 w 77505"/>
                <a:gd name="csY3" fmla="*/ 20811 h 137613"/>
                <a:gd name="csX4" fmla="*/ 31071 w 77505"/>
                <a:gd name="csY4" fmla="*/ 15008 h 137613"/>
                <a:gd name="csX5" fmla="*/ 31071 w 77505"/>
                <a:gd name="csY5" fmla="*/ 120705 h 137613"/>
                <a:gd name="csX6" fmla="*/ 9779 w 77505"/>
                <a:gd name="csY6" fmla="*/ 130238 h 137613"/>
                <a:gd name="csX7" fmla="*/ 1687 w 77505"/>
                <a:gd name="csY7" fmla="*/ 130238 h 137613"/>
                <a:gd name="csX8" fmla="*/ 1687 w 77505"/>
                <a:gd name="csY8" fmla="*/ 137699 h 137613"/>
                <a:gd name="csX9" fmla="*/ 39588 w 77505"/>
                <a:gd name="csY9" fmla="*/ 136870 h 137613"/>
                <a:gd name="csX10" fmla="*/ 77702 w 77505"/>
                <a:gd name="csY10" fmla="*/ 137699 h 137613"/>
                <a:gd name="csX11" fmla="*/ 77702 w 77505"/>
                <a:gd name="csY11" fmla="*/ 130238 h 137613"/>
                <a:gd name="csX12" fmla="*/ 69611 w 77505"/>
                <a:gd name="csY12" fmla="*/ 130238 h 137613"/>
                <a:gd name="csX13" fmla="*/ 48318 w 77505"/>
                <a:gd name="csY13" fmla="*/ 120705 h 137613"/>
                <a:gd name="csX14" fmla="*/ 48318 w 77505"/>
                <a:gd name="csY14" fmla="*/ 5889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05" h="137613">
                  <a:moveTo>
                    <a:pt x="48318" y="5889"/>
                  </a:moveTo>
                  <a:cubicBezTo>
                    <a:pt x="48318" y="293"/>
                    <a:pt x="47893" y="86"/>
                    <a:pt x="41931" y="86"/>
                  </a:cubicBezTo>
                  <a:cubicBezTo>
                    <a:pt x="28303" y="13143"/>
                    <a:pt x="8927" y="13350"/>
                    <a:pt x="197" y="13350"/>
                  </a:cubicBezTo>
                  <a:lnTo>
                    <a:pt x="197" y="20811"/>
                  </a:lnTo>
                  <a:cubicBezTo>
                    <a:pt x="5307" y="20811"/>
                    <a:pt x="19360" y="20811"/>
                    <a:pt x="31071" y="15008"/>
                  </a:cubicBezTo>
                  <a:lnTo>
                    <a:pt x="31071" y="120705"/>
                  </a:lnTo>
                  <a:cubicBezTo>
                    <a:pt x="31071" y="127544"/>
                    <a:pt x="31071" y="130238"/>
                    <a:pt x="9779" y="130238"/>
                  </a:cubicBezTo>
                  <a:lnTo>
                    <a:pt x="1687" y="130238"/>
                  </a:lnTo>
                  <a:lnTo>
                    <a:pt x="1687" y="137699"/>
                  </a:lnTo>
                  <a:cubicBezTo>
                    <a:pt x="5520" y="137492"/>
                    <a:pt x="31710" y="136870"/>
                    <a:pt x="39588" y="136870"/>
                  </a:cubicBezTo>
                  <a:cubicBezTo>
                    <a:pt x="46189" y="136870"/>
                    <a:pt x="73018" y="137492"/>
                    <a:pt x="77702" y="137699"/>
                  </a:cubicBezTo>
                  <a:lnTo>
                    <a:pt x="77702" y="130238"/>
                  </a:lnTo>
                  <a:lnTo>
                    <a:pt x="69611" y="130238"/>
                  </a:lnTo>
                  <a:cubicBezTo>
                    <a:pt x="48318" y="130238"/>
                    <a:pt x="48318" y="127544"/>
                    <a:pt x="48318" y="120705"/>
                  </a:cubicBezTo>
                  <a:lnTo>
                    <a:pt x="48318" y="5889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06181F3-10EC-F116-EF31-2A18C102A71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715181" y="5025208"/>
              <a:ext cx="35589" cy="88524"/>
            </a:xfrm>
            <a:custGeom>
              <a:avLst/>
              <a:gdLst>
                <a:gd name="csX0" fmla="*/ 35791 w 35589"/>
                <a:gd name="csY0" fmla="*/ 31172 h 88524"/>
                <a:gd name="csX1" fmla="*/ 16323 w 35589"/>
                <a:gd name="csY1" fmla="*/ 85 h 88524"/>
                <a:gd name="csX2" fmla="*/ 201 w 35589"/>
                <a:gd name="csY2" fmla="*/ 15776 h 88524"/>
                <a:gd name="csX3" fmla="*/ 16323 w 35589"/>
                <a:gd name="csY3" fmla="*/ 31468 h 88524"/>
                <a:gd name="csX4" fmla="*/ 26969 w 35589"/>
                <a:gd name="csY4" fmla="*/ 27619 h 88524"/>
                <a:gd name="csX5" fmla="*/ 28490 w 35589"/>
                <a:gd name="csY5" fmla="*/ 26731 h 88524"/>
                <a:gd name="csX6" fmla="*/ 29099 w 35589"/>
                <a:gd name="csY6" fmla="*/ 31172 h 88524"/>
                <a:gd name="csX7" fmla="*/ 8414 w 35589"/>
                <a:gd name="csY7" fmla="*/ 80616 h 88524"/>
                <a:gd name="csX8" fmla="*/ 5068 w 35589"/>
                <a:gd name="csY8" fmla="*/ 85353 h 88524"/>
                <a:gd name="csX9" fmla="*/ 8110 w 35589"/>
                <a:gd name="csY9" fmla="*/ 88610 h 88524"/>
                <a:gd name="csX10" fmla="*/ 35791 w 35589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89" h="88524">
                  <a:moveTo>
                    <a:pt x="35791" y="31172"/>
                  </a:moveTo>
                  <a:cubicBezTo>
                    <a:pt x="35791" y="11631"/>
                    <a:pt x="28186" y="85"/>
                    <a:pt x="16323" y="85"/>
                  </a:cubicBezTo>
                  <a:cubicBezTo>
                    <a:pt x="6285" y="85"/>
                    <a:pt x="201" y="7486"/>
                    <a:pt x="201" y="15776"/>
                  </a:cubicBezTo>
                  <a:cubicBezTo>
                    <a:pt x="201" y="23770"/>
                    <a:pt x="6285" y="31468"/>
                    <a:pt x="16323" y="31468"/>
                  </a:cubicBezTo>
                  <a:cubicBezTo>
                    <a:pt x="19973" y="31468"/>
                    <a:pt x="23928" y="30284"/>
                    <a:pt x="26969" y="27619"/>
                  </a:cubicBezTo>
                  <a:cubicBezTo>
                    <a:pt x="27882" y="27027"/>
                    <a:pt x="28186" y="26731"/>
                    <a:pt x="28490" y="26731"/>
                  </a:cubicBezTo>
                  <a:cubicBezTo>
                    <a:pt x="28794" y="26731"/>
                    <a:pt x="29099" y="27027"/>
                    <a:pt x="29099" y="31172"/>
                  </a:cubicBezTo>
                  <a:cubicBezTo>
                    <a:pt x="29099" y="53081"/>
                    <a:pt x="18452" y="70845"/>
                    <a:pt x="8414" y="80616"/>
                  </a:cubicBezTo>
                  <a:cubicBezTo>
                    <a:pt x="5068" y="83872"/>
                    <a:pt x="5068" y="84465"/>
                    <a:pt x="5068" y="85353"/>
                  </a:cubicBezTo>
                  <a:cubicBezTo>
                    <a:pt x="5068" y="87425"/>
                    <a:pt x="6589" y="88610"/>
                    <a:pt x="8110" y="88610"/>
                  </a:cubicBezTo>
                  <a:cubicBezTo>
                    <a:pt x="11456" y="88610"/>
                    <a:pt x="35791" y="65812"/>
                    <a:pt x="35791" y="31172"/>
                  </a:cubicBez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52CFC4F5-D28A-89D7-7A9D-4CCC1B88B6CD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850371" y="5025208"/>
              <a:ext cx="32243" cy="31383"/>
            </a:xfrm>
            <a:custGeom>
              <a:avLst/>
              <a:gdLst>
                <a:gd name="csX0" fmla="*/ 32449 w 32243"/>
                <a:gd name="csY0" fmla="*/ 15776 h 31383"/>
                <a:gd name="csX1" fmla="*/ 16327 w 32243"/>
                <a:gd name="csY1" fmla="*/ 85 h 31383"/>
                <a:gd name="csX2" fmla="*/ 206 w 32243"/>
                <a:gd name="csY2" fmla="*/ 15776 h 31383"/>
                <a:gd name="csX3" fmla="*/ 16327 w 32243"/>
                <a:gd name="csY3" fmla="*/ 31468 h 31383"/>
                <a:gd name="csX4" fmla="*/ 32449 w 32243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43" h="31383">
                  <a:moveTo>
                    <a:pt x="32449" y="15776"/>
                  </a:moveTo>
                  <a:cubicBezTo>
                    <a:pt x="32449" y="7190"/>
                    <a:pt x="25149" y="85"/>
                    <a:pt x="16327" y="85"/>
                  </a:cubicBezTo>
                  <a:cubicBezTo>
                    <a:pt x="7506" y="85"/>
                    <a:pt x="206" y="7190"/>
                    <a:pt x="206" y="15776"/>
                  </a:cubicBezTo>
                  <a:cubicBezTo>
                    <a:pt x="206" y="24362"/>
                    <a:pt x="7506" y="31468"/>
                    <a:pt x="16327" y="31468"/>
                  </a:cubicBezTo>
                  <a:cubicBezTo>
                    <a:pt x="25149" y="31468"/>
                    <a:pt x="32449" y="24362"/>
                    <a:pt x="32449" y="15776"/>
                  </a:cubicBez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D843124-20AB-5549-2673-658FA722904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985562" y="5025208"/>
              <a:ext cx="32243" cy="31383"/>
            </a:xfrm>
            <a:custGeom>
              <a:avLst/>
              <a:gdLst>
                <a:gd name="csX0" fmla="*/ 32453 w 32243"/>
                <a:gd name="csY0" fmla="*/ 15776 h 31383"/>
                <a:gd name="csX1" fmla="*/ 16332 w 32243"/>
                <a:gd name="csY1" fmla="*/ 85 h 31383"/>
                <a:gd name="csX2" fmla="*/ 210 w 32243"/>
                <a:gd name="csY2" fmla="*/ 15776 h 31383"/>
                <a:gd name="csX3" fmla="*/ 16332 w 32243"/>
                <a:gd name="csY3" fmla="*/ 31468 h 31383"/>
                <a:gd name="csX4" fmla="*/ 32453 w 32243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43" h="31383">
                  <a:moveTo>
                    <a:pt x="32453" y="15776"/>
                  </a:moveTo>
                  <a:cubicBezTo>
                    <a:pt x="32453" y="7190"/>
                    <a:pt x="25153" y="85"/>
                    <a:pt x="16332" y="85"/>
                  </a:cubicBezTo>
                  <a:cubicBezTo>
                    <a:pt x="7511" y="85"/>
                    <a:pt x="210" y="7190"/>
                    <a:pt x="210" y="15776"/>
                  </a:cubicBezTo>
                  <a:cubicBezTo>
                    <a:pt x="210" y="24362"/>
                    <a:pt x="7511" y="31468"/>
                    <a:pt x="16332" y="31468"/>
                  </a:cubicBezTo>
                  <a:cubicBezTo>
                    <a:pt x="25153" y="31468"/>
                    <a:pt x="32453" y="24362"/>
                    <a:pt x="32453" y="15776"/>
                  </a:cubicBez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59877EF0-229B-90AD-374C-9C4955CE790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120753" y="5025208"/>
              <a:ext cx="32243" cy="31383"/>
            </a:xfrm>
            <a:custGeom>
              <a:avLst/>
              <a:gdLst>
                <a:gd name="csX0" fmla="*/ 32458 w 32243"/>
                <a:gd name="csY0" fmla="*/ 15776 h 31383"/>
                <a:gd name="csX1" fmla="*/ 16336 w 32243"/>
                <a:gd name="csY1" fmla="*/ 85 h 31383"/>
                <a:gd name="csX2" fmla="*/ 215 w 32243"/>
                <a:gd name="csY2" fmla="*/ 15776 h 31383"/>
                <a:gd name="csX3" fmla="*/ 16336 w 32243"/>
                <a:gd name="csY3" fmla="*/ 31468 h 31383"/>
                <a:gd name="csX4" fmla="*/ 32458 w 32243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43" h="31383">
                  <a:moveTo>
                    <a:pt x="32458" y="15776"/>
                  </a:moveTo>
                  <a:cubicBezTo>
                    <a:pt x="32458" y="7190"/>
                    <a:pt x="25158" y="85"/>
                    <a:pt x="16336" y="85"/>
                  </a:cubicBezTo>
                  <a:cubicBezTo>
                    <a:pt x="7515" y="85"/>
                    <a:pt x="215" y="7190"/>
                    <a:pt x="215" y="15776"/>
                  </a:cubicBezTo>
                  <a:cubicBezTo>
                    <a:pt x="215" y="24362"/>
                    <a:pt x="7515" y="31468"/>
                    <a:pt x="16336" y="31468"/>
                  </a:cubicBezTo>
                  <a:cubicBezTo>
                    <a:pt x="25158" y="31468"/>
                    <a:pt x="32458" y="24362"/>
                    <a:pt x="32458" y="15776"/>
                  </a:cubicBez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BC03E56-D36B-0A72-59C5-72E12F66062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255943" y="5025208"/>
              <a:ext cx="35589" cy="88524"/>
            </a:xfrm>
            <a:custGeom>
              <a:avLst/>
              <a:gdLst>
                <a:gd name="csX0" fmla="*/ 35808 w 35589"/>
                <a:gd name="csY0" fmla="*/ 31172 h 88524"/>
                <a:gd name="csX1" fmla="*/ 16341 w 35589"/>
                <a:gd name="csY1" fmla="*/ 85 h 88524"/>
                <a:gd name="csX2" fmla="*/ 219 w 35589"/>
                <a:gd name="csY2" fmla="*/ 15776 h 88524"/>
                <a:gd name="csX3" fmla="*/ 16341 w 35589"/>
                <a:gd name="csY3" fmla="*/ 31468 h 88524"/>
                <a:gd name="csX4" fmla="*/ 26987 w 35589"/>
                <a:gd name="csY4" fmla="*/ 27619 h 88524"/>
                <a:gd name="csX5" fmla="*/ 28508 w 35589"/>
                <a:gd name="csY5" fmla="*/ 26731 h 88524"/>
                <a:gd name="csX6" fmla="*/ 29116 w 35589"/>
                <a:gd name="csY6" fmla="*/ 31172 h 88524"/>
                <a:gd name="csX7" fmla="*/ 8432 w 35589"/>
                <a:gd name="csY7" fmla="*/ 80616 h 88524"/>
                <a:gd name="csX8" fmla="*/ 5086 w 35589"/>
                <a:gd name="csY8" fmla="*/ 85353 h 88524"/>
                <a:gd name="csX9" fmla="*/ 8128 w 35589"/>
                <a:gd name="csY9" fmla="*/ 88610 h 88524"/>
                <a:gd name="csX10" fmla="*/ 35808 w 35589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89" h="88524">
                  <a:moveTo>
                    <a:pt x="35808" y="31172"/>
                  </a:moveTo>
                  <a:cubicBezTo>
                    <a:pt x="35808" y="11631"/>
                    <a:pt x="28204" y="85"/>
                    <a:pt x="16341" y="85"/>
                  </a:cubicBezTo>
                  <a:cubicBezTo>
                    <a:pt x="6303" y="85"/>
                    <a:pt x="219" y="7486"/>
                    <a:pt x="219" y="15776"/>
                  </a:cubicBezTo>
                  <a:cubicBezTo>
                    <a:pt x="219" y="23770"/>
                    <a:pt x="6303" y="31468"/>
                    <a:pt x="16341" y="31468"/>
                  </a:cubicBezTo>
                  <a:cubicBezTo>
                    <a:pt x="19991" y="31468"/>
                    <a:pt x="23945" y="30284"/>
                    <a:pt x="26987" y="27619"/>
                  </a:cubicBezTo>
                  <a:cubicBezTo>
                    <a:pt x="27900" y="27027"/>
                    <a:pt x="28204" y="26731"/>
                    <a:pt x="28508" y="26731"/>
                  </a:cubicBezTo>
                  <a:cubicBezTo>
                    <a:pt x="28812" y="26731"/>
                    <a:pt x="29116" y="27027"/>
                    <a:pt x="29116" y="31172"/>
                  </a:cubicBezTo>
                  <a:cubicBezTo>
                    <a:pt x="29116" y="53081"/>
                    <a:pt x="18470" y="70845"/>
                    <a:pt x="8432" y="80616"/>
                  </a:cubicBezTo>
                  <a:cubicBezTo>
                    <a:pt x="5086" y="83872"/>
                    <a:pt x="5086" y="84465"/>
                    <a:pt x="5086" y="85353"/>
                  </a:cubicBezTo>
                  <a:cubicBezTo>
                    <a:pt x="5086" y="87425"/>
                    <a:pt x="6607" y="88610"/>
                    <a:pt x="8128" y="88610"/>
                  </a:cubicBezTo>
                  <a:cubicBezTo>
                    <a:pt x="11474" y="88610"/>
                    <a:pt x="35808" y="65812"/>
                    <a:pt x="35808" y="31172"/>
                  </a:cubicBez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C6F93FFE-6C3C-8B46-52FD-2CD84F9D07A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373796" y="4925728"/>
              <a:ext cx="151482" cy="134119"/>
            </a:xfrm>
            <a:custGeom>
              <a:avLst/>
              <a:gdLst>
                <a:gd name="csX0" fmla="*/ 92999 w 151482"/>
                <a:gd name="csY0" fmla="*/ 41534 h 134119"/>
                <a:gd name="csX1" fmla="*/ 123113 w 151482"/>
                <a:gd name="csY1" fmla="*/ 6598 h 134119"/>
                <a:gd name="csX2" fmla="*/ 138322 w 151482"/>
                <a:gd name="csY2" fmla="*/ 10447 h 134119"/>
                <a:gd name="csX3" fmla="*/ 123721 w 151482"/>
                <a:gd name="csY3" fmla="*/ 26435 h 134119"/>
                <a:gd name="csX4" fmla="*/ 135280 w 151482"/>
                <a:gd name="csY4" fmla="*/ 36797 h 134119"/>
                <a:gd name="csX5" fmla="*/ 151706 w 151482"/>
                <a:gd name="csY5" fmla="*/ 19625 h 134119"/>
                <a:gd name="csX6" fmla="*/ 123417 w 151482"/>
                <a:gd name="csY6" fmla="*/ 85 h 134119"/>
                <a:gd name="csX7" fmla="*/ 91478 w 151482"/>
                <a:gd name="csY7" fmla="*/ 22586 h 134119"/>
                <a:gd name="csX8" fmla="*/ 58626 w 151482"/>
                <a:gd name="csY8" fmla="*/ 85 h 134119"/>
                <a:gd name="csX9" fmla="*/ 9653 w 151482"/>
                <a:gd name="csY9" fmla="*/ 45679 h 134119"/>
                <a:gd name="csX10" fmla="*/ 13303 w 151482"/>
                <a:gd name="csY10" fmla="*/ 48640 h 134119"/>
                <a:gd name="csX11" fmla="*/ 17258 w 151482"/>
                <a:gd name="csY11" fmla="*/ 45383 h 134119"/>
                <a:gd name="csX12" fmla="*/ 58018 w 151482"/>
                <a:gd name="csY12" fmla="*/ 6598 h 134119"/>
                <a:gd name="csX13" fmla="*/ 74444 w 151482"/>
                <a:gd name="csY13" fmla="*/ 26435 h 134119"/>
                <a:gd name="csX14" fmla="*/ 58018 w 151482"/>
                <a:gd name="csY14" fmla="*/ 96899 h 134119"/>
                <a:gd name="csX15" fmla="*/ 29121 w 151482"/>
                <a:gd name="csY15" fmla="*/ 127691 h 134119"/>
                <a:gd name="csX16" fmla="*/ 13912 w 151482"/>
                <a:gd name="csY16" fmla="*/ 123842 h 134119"/>
                <a:gd name="csX17" fmla="*/ 28208 w 151482"/>
                <a:gd name="csY17" fmla="*/ 107854 h 134119"/>
                <a:gd name="csX18" fmla="*/ 16953 w 151482"/>
                <a:gd name="csY18" fmla="*/ 97492 h 134119"/>
                <a:gd name="csX19" fmla="*/ 224 w 151482"/>
                <a:gd name="csY19" fmla="*/ 114664 h 134119"/>
                <a:gd name="csX20" fmla="*/ 28817 w 151482"/>
                <a:gd name="csY20" fmla="*/ 134204 h 134119"/>
                <a:gd name="csX21" fmla="*/ 60756 w 151482"/>
                <a:gd name="csY21" fmla="*/ 111703 h 134119"/>
                <a:gd name="csX22" fmla="*/ 93607 w 151482"/>
                <a:gd name="csY22" fmla="*/ 134204 h 134119"/>
                <a:gd name="csX23" fmla="*/ 142276 w 151482"/>
                <a:gd name="csY23" fmla="*/ 88610 h 134119"/>
                <a:gd name="csX24" fmla="*/ 138626 w 151482"/>
                <a:gd name="csY24" fmla="*/ 85649 h 134119"/>
                <a:gd name="csX25" fmla="*/ 134672 w 151482"/>
                <a:gd name="csY25" fmla="*/ 88906 h 134119"/>
                <a:gd name="csX26" fmla="*/ 94216 w 151482"/>
                <a:gd name="csY26" fmla="*/ 127691 h 134119"/>
                <a:gd name="csX27" fmla="*/ 77486 w 151482"/>
                <a:gd name="csY27" fmla="*/ 108150 h 134119"/>
                <a:gd name="csX28" fmla="*/ 82657 w 151482"/>
                <a:gd name="csY28" fmla="*/ 82096 h 134119"/>
                <a:gd name="csX29" fmla="*/ 92999 w 151482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82" h="134119">
                  <a:moveTo>
                    <a:pt x="92999" y="41534"/>
                  </a:moveTo>
                  <a:cubicBezTo>
                    <a:pt x="94824" y="33837"/>
                    <a:pt x="101820" y="6598"/>
                    <a:pt x="123113" y="6598"/>
                  </a:cubicBezTo>
                  <a:cubicBezTo>
                    <a:pt x="124634" y="6598"/>
                    <a:pt x="131934" y="6598"/>
                    <a:pt x="138322" y="10447"/>
                  </a:cubicBezTo>
                  <a:cubicBezTo>
                    <a:pt x="129805" y="11927"/>
                    <a:pt x="123721" y="19329"/>
                    <a:pt x="123721" y="26435"/>
                  </a:cubicBezTo>
                  <a:cubicBezTo>
                    <a:pt x="123721" y="31172"/>
                    <a:pt x="127067" y="36797"/>
                    <a:pt x="135280" y="36797"/>
                  </a:cubicBezTo>
                  <a:cubicBezTo>
                    <a:pt x="141972" y="36797"/>
                    <a:pt x="151706" y="31468"/>
                    <a:pt x="151706" y="19625"/>
                  </a:cubicBezTo>
                  <a:cubicBezTo>
                    <a:pt x="151706" y="4230"/>
                    <a:pt x="133759" y="85"/>
                    <a:pt x="123417" y="85"/>
                  </a:cubicBezTo>
                  <a:cubicBezTo>
                    <a:pt x="105774" y="85"/>
                    <a:pt x="95128" y="15776"/>
                    <a:pt x="91478" y="22586"/>
                  </a:cubicBezTo>
                  <a:cubicBezTo>
                    <a:pt x="83873" y="3045"/>
                    <a:pt x="67448" y="85"/>
                    <a:pt x="58626" y="85"/>
                  </a:cubicBezTo>
                  <a:cubicBezTo>
                    <a:pt x="26991" y="85"/>
                    <a:pt x="9653" y="38278"/>
                    <a:pt x="9653" y="45679"/>
                  </a:cubicBezTo>
                  <a:cubicBezTo>
                    <a:pt x="9653" y="48640"/>
                    <a:pt x="12695" y="48640"/>
                    <a:pt x="13303" y="48640"/>
                  </a:cubicBezTo>
                  <a:cubicBezTo>
                    <a:pt x="15737" y="48640"/>
                    <a:pt x="16649" y="48048"/>
                    <a:pt x="17258" y="45383"/>
                  </a:cubicBezTo>
                  <a:cubicBezTo>
                    <a:pt x="27600" y="14000"/>
                    <a:pt x="47676" y="6598"/>
                    <a:pt x="58018" y="6598"/>
                  </a:cubicBezTo>
                  <a:cubicBezTo>
                    <a:pt x="63797" y="6598"/>
                    <a:pt x="74444" y="9263"/>
                    <a:pt x="74444" y="26435"/>
                  </a:cubicBezTo>
                  <a:cubicBezTo>
                    <a:pt x="74444" y="35613"/>
                    <a:pt x="69273" y="55450"/>
                    <a:pt x="58018" y="96899"/>
                  </a:cubicBezTo>
                  <a:cubicBezTo>
                    <a:pt x="53151" y="115256"/>
                    <a:pt x="42505" y="127691"/>
                    <a:pt x="29121" y="127691"/>
                  </a:cubicBezTo>
                  <a:cubicBezTo>
                    <a:pt x="27296" y="127691"/>
                    <a:pt x="20299" y="127691"/>
                    <a:pt x="13912" y="123842"/>
                  </a:cubicBezTo>
                  <a:cubicBezTo>
                    <a:pt x="21516" y="122361"/>
                    <a:pt x="28208" y="116144"/>
                    <a:pt x="28208" y="107854"/>
                  </a:cubicBezTo>
                  <a:cubicBezTo>
                    <a:pt x="28208" y="99860"/>
                    <a:pt x="21516" y="97492"/>
                    <a:pt x="16953" y="97492"/>
                  </a:cubicBezTo>
                  <a:cubicBezTo>
                    <a:pt x="7828" y="97492"/>
                    <a:pt x="224" y="105189"/>
                    <a:pt x="224" y="114664"/>
                  </a:cubicBezTo>
                  <a:cubicBezTo>
                    <a:pt x="224" y="128283"/>
                    <a:pt x="15433" y="134204"/>
                    <a:pt x="28817" y="134204"/>
                  </a:cubicBezTo>
                  <a:cubicBezTo>
                    <a:pt x="48893" y="134204"/>
                    <a:pt x="59843" y="113479"/>
                    <a:pt x="60756" y="111703"/>
                  </a:cubicBezTo>
                  <a:cubicBezTo>
                    <a:pt x="64406" y="122658"/>
                    <a:pt x="75356" y="134204"/>
                    <a:pt x="93607" y="134204"/>
                  </a:cubicBezTo>
                  <a:cubicBezTo>
                    <a:pt x="124938" y="134204"/>
                    <a:pt x="142276" y="96011"/>
                    <a:pt x="142276" y="88610"/>
                  </a:cubicBezTo>
                  <a:cubicBezTo>
                    <a:pt x="142276" y="85649"/>
                    <a:pt x="139539" y="85649"/>
                    <a:pt x="138626" y="85649"/>
                  </a:cubicBezTo>
                  <a:cubicBezTo>
                    <a:pt x="135888" y="85649"/>
                    <a:pt x="135280" y="86833"/>
                    <a:pt x="134672" y="88906"/>
                  </a:cubicBezTo>
                  <a:cubicBezTo>
                    <a:pt x="124634" y="120585"/>
                    <a:pt x="103949" y="127691"/>
                    <a:pt x="94216" y="127691"/>
                  </a:cubicBezTo>
                  <a:cubicBezTo>
                    <a:pt x="82352" y="127691"/>
                    <a:pt x="77486" y="118217"/>
                    <a:pt x="77486" y="108150"/>
                  </a:cubicBezTo>
                  <a:cubicBezTo>
                    <a:pt x="77486" y="101637"/>
                    <a:pt x="79311" y="95123"/>
                    <a:pt x="82657" y="82096"/>
                  </a:cubicBezTo>
                  <a:lnTo>
                    <a:pt x="92999" y="41534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94AFABC-8679-D285-F6CB-0CFD4393C60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554792" y="4957171"/>
              <a:ext cx="104760" cy="145903"/>
            </a:xfrm>
            <a:custGeom>
              <a:avLst/>
              <a:gdLst>
                <a:gd name="csX0" fmla="*/ 50906 w 104760"/>
                <a:gd name="csY0" fmla="*/ 6304 h 145903"/>
                <a:gd name="csX1" fmla="*/ 51758 w 104760"/>
                <a:gd name="csY1" fmla="*/ 2988 h 145903"/>
                <a:gd name="csX2" fmla="*/ 48351 w 104760"/>
                <a:gd name="csY2" fmla="*/ 86 h 145903"/>
                <a:gd name="csX3" fmla="*/ 21096 w 104760"/>
                <a:gd name="csY3" fmla="*/ 2159 h 145903"/>
                <a:gd name="csX4" fmla="*/ 16412 w 104760"/>
                <a:gd name="csY4" fmla="*/ 6925 h 145903"/>
                <a:gd name="csX5" fmla="*/ 21948 w 104760"/>
                <a:gd name="csY5" fmla="*/ 9827 h 145903"/>
                <a:gd name="csX6" fmla="*/ 32168 w 104760"/>
                <a:gd name="csY6" fmla="*/ 12936 h 145903"/>
                <a:gd name="csX7" fmla="*/ 31317 w 104760"/>
                <a:gd name="csY7" fmla="*/ 17495 h 145903"/>
                <a:gd name="csX8" fmla="*/ 1294 w 104760"/>
                <a:gd name="csY8" fmla="*/ 134798 h 145903"/>
                <a:gd name="csX9" fmla="*/ 229 w 104760"/>
                <a:gd name="csY9" fmla="*/ 139357 h 145903"/>
                <a:gd name="csX10" fmla="*/ 7469 w 104760"/>
                <a:gd name="csY10" fmla="*/ 145989 h 145903"/>
                <a:gd name="csX11" fmla="*/ 17263 w 104760"/>
                <a:gd name="csY11" fmla="*/ 137285 h 145903"/>
                <a:gd name="csX12" fmla="*/ 27697 w 104760"/>
                <a:gd name="csY12" fmla="*/ 97079 h 145903"/>
                <a:gd name="csX13" fmla="*/ 54951 w 104760"/>
                <a:gd name="csY13" fmla="*/ 114073 h 145903"/>
                <a:gd name="csX14" fmla="*/ 54526 w 104760"/>
                <a:gd name="csY14" fmla="*/ 118218 h 145903"/>
                <a:gd name="csX15" fmla="*/ 53674 w 104760"/>
                <a:gd name="csY15" fmla="*/ 124643 h 145903"/>
                <a:gd name="csX16" fmla="*/ 76244 w 104760"/>
                <a:gd name="csY16" fmla="*/ 145989 h 145903"/>
                <a:gd name="csX17" fmla="*/ 103286 w 104760"/>
                <a:gd name="csY17" fmla="*/ 114280 h 145903"/>
                <a:gd name="csX18" fmla="*/ 99879 w 104760"/>
                <a:gd name="csY18" fmla="*/ 111586 h 145903"/>
                <a:gd name="csX19" fmla="*/ 95620 w 104760"/>
                <a:gd name="csY19" fmla="*/ 116560 h 145903"/>
                <a:gd name="csX20" fmla="*/ 76883 w 104760"/>
                <a:gd name="csY20" fmla="*/ 140186 h 145903"/>
                <a:gd name="csX21" fmla="*/ 69430 w 104760"/>
                <a:gd name="csY21" fmla="*/ 129409 h 145903"/>
                <a:gd name="csX22" fmla="*/ 70708 w 104760"/>
                <a:gd name="csY22" fmla="*/ 120083 h 145903"/>
                <a:gd name="csX23" fmla="*/ 71773 w 104760"/>
                <a:gd name="csY23" fmla="*/ 113659 h 145903"/>
                <a:gd name="csX24" fmla="*/ 37278 w 104760"/>
                <a:gd name="csY24" fmla="*/ 91690 h 145903"/>
                <a:gd name="csX25" fmla="*/ 54951 w 104760"/>
                <a:gd name="csY25" fmla="*/ 78012 h 145903"/>
                <a:gd name="csX26" fmla="*/ 88381 w 104760"/>
                <a:gd name="csY26" fmla="*/ 58323 h 145903"/>
                <a:gd name="csX27" fmla="*/ 95408 w 104760"/>
                <a:gd name="csY27" fmla="*/ 61017 h 145903"/>
                <a:gd name="csX28" fmla="*/ 84335 w 104760"/>
                <a:gd name="csY28" fmla="*/ 72623 h 145903"/>
                <a:gd name="csX29" fmla="*/ 92852 w 104760"/>
                <a:gd name="csY29" fmla="*/ 80291 h 145903"/>
                <a:gd name="csX30" fmla="*/ 104989 w 104760"/>
                <a:gd name="csY30" fmla="*/ 67028 h 145903"/>
                <a:gd name="csX31" fmla="*/ 88594 w 104760"/>
                <a:gd name="csY31" fmla="*/ 52520 h 145903"/>
                <a:gd name="csX32" fmla="*/ 54526 w 104760"/>
                <a:gd name="csY32" fmla="*/ 70758 h 145903"/>
                <a:gd name="csX33" fmla="*/ 29826 w 104760"/>
                <a:gd name="csY33" fmla="*/ 88996 h 145903"/>
                <a:gd name="csX34" fmla="*/ 50906 w 104760"/>
                <a:gd name="csY34" fmla="*/ 6304 h 145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04760" h="145903">
                  <a:moveTo>
                    <a:pt x="50906" y="6304"/>
                  </a:moveTo>
                  <a:cubicBezTo>
                    <a:pt x="51119" y="5889"/>
                    <a:pt x="51758" y="3195"/>
                    <a:pt x="51758" y="2988"/>
                  </a:cubicBezTo>
                  <a:cubicBezTo>
                    <a:pt x="51758" y="1951"/>
                    <a:pt x="50906" y="86"/>
                    <a:pt x="48351" y="86"/>
                  </a:cubicBezTo>
                  <a:cubicBezTo>
                    <a:pt x="44092" y="86"/>
                    <a:pt x="26419" y="1744"/>
                    <a:pt x="21096" y="2159"/>
                  </a:cubicBezTo>
                  <a:cubicBezTo>
                    <a:pt x="19393" y="2366"/>
                    <a:pt x="16412" y="2573"/>
                    <a:pt x="16412" y="6925"/>
                  </a:cubicBezTo>
                  <a:cubicBezTo>
                    <a:pt x="16412" y="9827"/>
                    <a:pt x="19393" y="9827"/>
                    <a:pt x="21948" y="9827"/>
                  </a:cubicBezTo>
                  <a:cubicBezTo>
                    <a:pt x="32168" y="9827"/>
                    <a:pt x="32168" y="11278"/>
                    <a:pt x="32168" y="12936"/>
                  </a:cubicBezTo>
                  <a:cubicBezTo>
                    <a:pt x="32168" y="14386"/>
                    <a:pt x="31742" y="15630"/>
                    <a:pt x="31317" y="17495"/>
                  </a:cubicBezTo>
                  <a:lnTo>
                    <a:pt x="1294" y="134798"/>
                  </a:lnTo>
                  <a:cubicBezTo>
                    <a:pt x="229" y="138528"/>
                    <a:pt x="229" y="138943"/>
                    <a:pt x="229" y="139357"/>
                  </a:cubicBezTo>
                  <a:cubicBezTo>
                    <a:pt x="229" y="142466"/>
                    <a:pt x="2784" y="145989"/>
                    <a:pt x="7469" y="145989"/>
                  </a:cubicBezTo>
                  <a:cubicBezTo>
                    <a:pt x="13218" y="145989"/>
                    <a:pt x="15986" y="141844"/>
                    <a:pt x="17263" y="137285"/>
                  </a:cubicBezTo>
                  <a:cubicBezTo>
                    <a:pt x="17689" y="136456"/>
                    <a:pt x="26845" y="99980"/>
                    <a:pt x="27697" y="97079"/>
                  </a:cubicBezTo>
                  <a:cubicBezTo>
                    <a:pt x="42815" y="98529"/>
                    <a:pt x="54951" y="103296"/>
                    <a:pt x="54951" y="114073"/>
                  </a:cubicBezTo>
                  <a:cubicBezTo>
                    <a:pt x="54951" y="115109"/>
                    <a:pt x="54951" y="116146"/>
                    <a:pt x="54526" y="118218"/>
                  </a:cubicBezTo>
                  <a:cubicBezTo>
                    <a:pt x="53674" y="121327"/>
                    <a:pt x="53674" y="122363"/>
                    <a:pt x="53674" y="124643"/>
                  </a:cubicBezTo>
                  <a:cubicBezTo>
                    <a:pt x="53674" y="139357"/>
                    <a:pt x="66024" y="145989"/>
                    <a:pt x="76244" y="145989"/>
                  </a:cubicBezTo>
                  <a:cubicBezTo>
                    <a:pt x="96898" y="145989"/>
                    <a:pt x="103286" y="114488"/>
                    <a:pt x="103286" y="114280"/>
                  </a:cubicBezTo>
                  <a:cubicBezTo>
                    <a:pt x="103286" y="111586"/>
                    <a:pt x="100518" y="111586"/>
                    <a:pt x="99879" y="111586"/>
                  </a:cubicBezTo>
                  <a:cubicBezTo>
                    <a:pt x="96898" y="111586"/>
                    <a:pt x="96685" y="112622"/>
                    <a:pt x="95620" y="116560"/>
                  </a:cubicBezTo>
                  <a:cubicBezTo>
                    <a:pt x="93065" y="125472"/>
                    <a:pt x="87316" y="140186"/>
                    <a:pt x="76883" y="140186"/>
                  </a:cubicBezTo>
                  <a:cubicBezTo>
                    <a:pt x="71134" y="140186"/>
                    <a:pt x="69430" y="135005"/>
                    <a:pt x="69430" y="129409"/>
                  </a:cubicBezTo>
                  <a:cubicBezTo>
                    <a:pt x="69430" y="125886"/>
                    <a:pt x="69430" y="125472"/>
                    <a:pt x="70708" y="120083"/>
                  </a:cubicBezTo>
                  <a:cubicBezTo>
                    <a:pt x="70921" y="119462"/>
                    <a:pt x="71773" y="115938"/>
                    <a:pt x="71773" y="113659"/>
                  </a:cubicBezTo>
                  <a:cubicBezTo>
                    <a:pt x="71773" y="95213"/>
                    <a:pt x="46221" y="92312"/>
                    <a:pt x="37278" y="91690"/>
                  </a:cubicBezTo>
                  <a:cubicBezTo>
                    <a:pt x="43453" y="87960"/>
                    <a:pt x="51332" y="81120"/>
                    <a:pt x="54951" y="78012"/>
                  </a:cubicBezTo>
                  <a:cubicBezTo>
                    <a:pt x="65811" y="68064"/>
                    <a:pt x="76457" y="58323"/>
                    <a:pt x="88381" y="58323"/>
                  </a:cubicBezTo>
                  <a:cubicBezTo>
                    <a:pt x="90936" y="58323"/>
                    <a:pt x="93704" y="58945"/>
                    <a:pt x="95408" y="61017"/>
                  </a:cubicBezTo>
                  <a:cubicBezTo>
                    <a:pt x="86252" y="62468"/>
                    <a:pt x="84335" y="69515"/>
                    <a:pt x="84335" y="72623"/>
                  </a:cubicBezTo>
                  <a:cubicBezTo>
                    <a:pt x="84335" y="77183"/>
                    <a:pt x="87955" y="80291"/>
                    <a:pt x="92852" y="80291"/>
                  </a:cubicBezTo>
                  <a:cubicBezTo>
                    <a:pt x="98601" y="80291"/>
                    <a:pt x="104989" y="75732"/>
                    <a:pt x="104989" y="67028"/>
                  </a:cubicBezTo>
                  <a:cubicBezTo>
                    <a:pt x="104989" y="60188"/>
                    <a:pt x="99879" y="52520"/>
                    <a:pt x="88594" y="52520"/>
                  </a:cubicBezTo>
                  <a:cubicBezTo>
                    <a:pt x="76457" y="52520"/>
                    <a:pt x="65385" y="61017"/>
                    <a:pt x="54526" y="70758"/>
                  </a:cubicBezTo>
                  <a:cubicBezTo>
                    <a:pt x="45583" y="79048"/>
                    <a:pt x="38556" y="85473"/>
                    <a:pt x="29826" y="88996"/>
                  </a:cubicBezTo>
                  <a:lnTo>
                    <a:pt x="50906" y="6304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244F7310-D03A-ADF8-9A15-F7BF47328BC8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696272" y="5044008"/>
              <a:ext cx="143938" cy="10155"/>
            </a:xfrm>
            <a:custGeom>
              <a:avLst/>
              <a:gdLst>
                <a:gd name="csX0" fmla="*/ 135655 w 143938"/>
                <a:gd name="csY0" fmla="*/ 10241 h 10155"/>
                <a:gd name="csX1" fmla="*/ 144172 w 143938"/>
                <a:gd name="csY1" fmla="*/ 5267 h 10155"/>
                <a:gd name="csX2" fmla="*/ 135655 w 143938"/>
                <a:gd name="csY2" fmla="*/ 86 h 10155"/>
                <a:gd name="csX3" fmla="*/ 8751 w 143938"/>
                <a:gd name="csY3" fmla="*/ 86 h 10155"/>
                <a:gd name="csX4" fmla="*/ 234 w 143938"/>
                <a:gd name="csY4" fmla="*/ 5060 h 10155"/>
                <a:gd name="csX5" fmla="*/ 8751 w 143938"/>
                <a:gd name="csY5" fmla="*/ 10241 h 10155"/>
                <a:gd name="csX6" fmla="*/ 135655 w 143938"/>
                <a:gd name="csY6" fmla="*/ 10241 h 101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938" h="10155">
                  <a:moveTo>
                    <a:pt x="135655" y="10241"/>
                  </a:moveTo>
                  <a:cubicBezTo>
                    <a:pt x="139062" y="10241"/>
                    <a:pt x="144172" y="10241"/>
                    <a:pt x="144172" y="5267"/>
                  </a:cubicBezTo>
                  <a:cubicBezTo>
                    <a:pt x="144172" y="86"/>
                    <a:pt x="139275" y="86"/>
                    <a:pt x="135655" y="86"/>
                  </a:cubicBezTo>
                  <a:lnTo>
                    <a:pt x="8751" y="86"/>
                  </a:lnTo>
                  <a:cubicBezTo>
                    <a:pt x="5344" y="86"/>
                    <a:pt x="234" y="86"/>
                    <a:pt x="234" y="5060"/>
                  </a:cubicBezTo>
                  <a:cubicBezTo>
                    <a:pt x="234" y="10241"/>
                    <a:pt x="5131" y="10241"/>
                    <a:pt x="8751" y="10241"/>
                  </a:cubicBezTo>
                  <a:lnTo>
                    <a:pt x="135655" y="10241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7D8C6F26-6037-6027-96A3-BAD312370673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886599" y="4963388"/>
              <a:ext cx="77505" cy="137613"/>
            </a:xfrm>
            <a:custGeom>
              <a:avLst/>
              <a:gdLst>
                <a:gd name="csX0" fmla="*/ 48361 w 77505"/>
                <a:gd name="csY0" fmla="*/ 5889 h 137613"/>
                <a:gd name="csX1" fmla="*/ 41974 w 77505"/>
                <a:gd name="csY1" fmla="*/ 86 h 137613"/>
                <a:gd name="csX2" fmla="*/ 240 w 77505"/>
                <a:gd name="csY2" fmla="*/ 13350 h 137613"/>
                <a:gd name="csX3" fmla="*/ 240 w 77505"/>
                <a:gd name="csY3" fmla="*/ 20811 h 137613"/>
                <a:gd name="csX4" fmla="*/ 31114 w 77505"/>
                <a:gd name="csY4" fmla="*/ 15008 h 137613"/>
                <a:gd name="csX5" fmla="*/ 31114 w 77505"/>
                <a:gd name="csY5" fmla="*/ 120705 h 137613"/>
                <a:gd name="csX6" fmla="*/ 9822 w 77505"/>
                <a:gd name="csY6" fmla="*/ 130238 h 137613"/>
                <a:gd name="csX7" fmla="*/ 1730 w 77505"/>
                <a:gd name="csY7" fmla="*/ 130238 h 137613"/>
                <a:gd name="csX8" fmla="*/ 1730 w 77505"/>
                <a:gd name="csY8" fmla="*/ 137699 h 137613"/>
                <a:gd name="csX9" fmla="*/ 39631 w 77505"/>
                <a:gd name="csY9" fmla="*/ 136870 h 137613"/>
                <a:gd name="csX10" fmla="*/ 77745 w 77505"/>
                <a:gd name="csY10" fmla="*/ 137699 h 137613"/>
                <a:gd name="csX11" fmla="*/ 77745 w 77505"/>
                <a:gd name="csY11" fmla="*/ 130238 h 137613"/>
                <a:gd name="csX12" fmla="*/ 69654 w 77505"/>
                <a:gd name="csY12" fmla="*/ 130238 h 137613"/>
                <a:gd name="csX13" fmla="*/ 48361 w 77505"/>
                <a:gd name="csY13" fmla="*/ 120705 h 137613"/>
                <a:gd name="csX14" fmla="*/ 48361 w 77505"/>
                <a:gd name="csY14" fmla="*/ 5889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05" h="137613">
                  <a:moveTo>
                    <a:pt x="48361" y="5889"/>
                  </a:moveTo>
                  <a:cubicBezTo>
                    <a:pt x="48361" y="293"/>
                    <a:pt x="47935" y="86"/>
                    <a:pt x="41974" y="86"/>
                  </a:cubicBezTo>
                  <a:cubicBezTo>
                    <a:pt x="28346" y="13143"/>
                    <a:pt x="8970" y="13350"/>
                    <a:pt x="240" y="13350"/>
                  </a:cubicBezTo>
                  <a:lnTo>
                    <a:pt x="240" y="20811"/>
                  </a:lnTo>
                  <a:cubicBezTo>
                    <a:pt x="5350" y="20811"/>
                    <a:pt x="19403" y="20811"/>
                    <a:pt x="31114" y="15008"/>
                  </a:cubicBezTo>
                  <a:lnTo>
                    <a:pt x="31114" y="120705"/>
                  </a:lnTo>
                  <a:cubicBezTo>
                    <a:pt x="31114" y="127544"/>
                    <a:pt x="31114" y="130238"/>
                    <a:pt x="9822" y="130238"/>
                  </a:cubicBezTo>
                  <a:lnTo>
                    <a:pt x="1730" y="130238"/>
                  </a:lnTo>
                  <a:lnTo>
                    <a:pt x="1730" y="137699"/>
                  </a:lnTo>
                  <a:cubicBezTo>
                    <a:pt x="5563" y="137492"/>
                    <a:pt x="31753" y="136870"/>
                    <a:pt x="39631" y="136870"/>
                  </a:cubicBezTo>
                  <a:cubicBezTo>
                    <a:pt x="46232" y="136870"/>
                    <a:pt x="73061" y="137492"/>
                    <a:pt x="77745" y="137699"/>
                  </a:cubicBezTo>
                  <a:lnTo>
                    <a:pt x="77745" y="130238"/>
                  </a:lnTo>
                  <a:lnTo>
                    <a:pt x="69654" y="130238"/>
                  </a:lnTo>
                  <a:cubicBezTo>
                    <a:pt x="48361" y="130238"/>
                    <a:pt x="48361" y="127544"/>
                    <a:pt x="48361" y="120705"/>
                  </a:cubicBezTo>
                  <a:lnTo>
                    <a:pt x="48361" y="5889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961AB6A-A869-BDD0-7559-A19C85EAAEB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026009" y="5025208"/>
              <a:ext cx="35589" cy="88524"/>
            </a:xfrm>
            <a:custGeom>
              <a:avLst/>
              <a:gdLst>
                <a:gd name="csX0" fmla="*/ 35834 w 35589"/>
                <a:gd name="csY0" fmla="*/ 31172 h 88524"/>
                <a:gd name="csX1" fmla="*/ 16366 w 35589"/>
                <a:gd name="csY1" fmla="*/ 85 h 88524"/>
                <a:gd name="csX2" fmla="*/ 244 w 35589"/>
                <a:gd name="csY2" fmla="*/ 15776 h 88524"/>
                <a:gd name="csX3" fmla="*/ 16366 w 35589"/>
                <a:gd name="csY3" fmla="*/ 31468 h 88524"/>
                <a:gd name="csX4" fmla="*/ 27012 w 35589"/>
                <a:gd name="csY4" fmla="*/ 27619 h 88524"/>
                <a:gd name="csX5" fmla="*/ 28533 w 35589"/>
                <a:gd name="csY5" fmla="*/ 26731 h 88524"/>
                <a:gd name="csX6" fmla="*/ 29142 w 35589"/>
                <a:gd name="csY6" fmla="*/ 31172 h 88524"/>
                <a:gd name="csX7" fmla="*/ 8457 w 35589"/>
                <a:gd name="csY7" fmla="*/ 80616 h 88524"/>
                <a:gd name="csX8" fmla="*/ 5111 w 35589"/>
                <a:gd name="csY8" fmla="*/ 85353 h 88524"/>
                <a:gd name="csX9" fmla="*/ 8153 w 35589"/>
                <a:gd name="csY9" fmla="*/ 88610 h 88524"/>
                <a:gd name="csX10" fmla="*/ 35834 w 35589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89" h="88524">
                  <a:moveTo>
                    <a:pt x="35834" y="31172"/>
                  </a:moveTo>
                  <a:cubicBezTo>
                    <a:pt x="35834" y="11631"/>
                    <a:pt x="28229" y="85"/>
                    <a:pt x="16366" y="85"/>
                  </a:cubicBezTo>
                  <a:cubicBezTo>
                    <a:pt x="6328" y="85"/>
                    <a:pt x="244" y="7486"/>
                    <a:pt x="244" y="15776"/>
                  </a:cubicBezTo>
                  <a:cubicBezTo>
                    <a:pt x="244" y="23770"/>
                    <a:pt x="6328" y="31468"/>
                    <a:pt x="16366" y="31468"/>
                  </a:cubicBezTo>
                  <a:cubicBezTo>
                    <a:pt x="20016" y="31468"/>
                    <a:pt x="23970" y="30284"/>
                    <a:pt x="27012" y="27619"/>
                  </a:cubicBezTo>
                  <a:cubicBezTo>
                    <a:pt x="27925" y="27027"/>
                    <a:pt x="28229" y="26731"/>
                    <a:pt x="28533" y="26731"/>
                  </a:cubicBezTo>
                  <a:cubicBezTo>
                    <a:pt x="28837" y="26731"/>
                    <a:pt x="29142" y="27027"/>
                    <a:pt x="29142" y="31172"/>
                  </a:cubicBezTo>
                  <a:cubicBezTo>
                    <a:pt x="29142" y="53081"/>
                    <a:pt x="18495" y="70845"/>
                    <a:pt x="8457" y="80616"/>
                  </a:cubicBezTo>
                  <a:cubicBezTo>
                    <a:pt x="5111" y="83872"/>
                    <a:pt x="5111" y="84465"/>
                    <a:pt x="5111" y="85353"/>
                  </a:cubicBezTo>
                  <a:cubicBezTo>
                    <a:pt x="5111" y="87425"/>
                    <a:pt x="6632" y="88610"/>
                    <a:pt x="8153" y="88610"/>
                  </a:cubicBezTo>
                  <a:cubicBezTo>
                    <a:pt x="11499" y="88610"/>
                    <a:pt x="35834" y="65812"/>
                    <a:pt x="35834" y="31172"/>
                  </a:cubicBez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1300190-650F-3896-A1EF-E3D97B518087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143861" y="4925728"/>
              <a:ext cx="151482" cy="134119"/>
            </a:xfrm>
            <a:custGeom>
              <a:avLst/>
              <a:gdLst>
                <a:gd name="csX0" fmla="*/ 93024 w 151482"/>
                <a:gd name="csY0" fmla="*/ 41534 h 134119"/>
                <a:gd name="csX1" fmla="*/ 123138 w 151482"/>
                <a:gd name="csY1" fmla="*/ 6598 h 134119"/>
                <a:gd name="csX2" fmla="*/ 138347 w 151482"/>
                <a:gd name="csY2" fmla="*/ 10447 h 134119"/>
                <a:gd name="csX3" fmla="*/ 123746 w 151482"/>
                <a:gd name="csY3" fmla="*/ 26435 h 134119"/>
                <a:gd name="csX4" fmla="*/ 135305 w 151482"/>
                <a:gd name="csY4" fmla="*/ 36797 h 134119"/>
                <a:gd name="csX5" fmla="*/ 151731 w 151482"/>
                <a:gd name="csY5" fmla="*/ 19625 h 134119"/>
                <a:gd name="csX6" fmla="*/ 123442 w 151482"/>
                <a:gd name="csY6" fmla="*/ 85 h 134119"/>
                <a:gd name="csX7" fmla="*/ 91503 w 151482"/>
                <a:gd name="csY7" fmla="*/ 22586 h 134119"/>
                <a:gd name="csX8" fmla="*/ 58652 w 151482"/>
                <a:gd name="csY8" fmla="*/ 85 h 134119"/>
                <a:gd name="csX9" fmla="*/ 9678 w 151482"/>
                <a:gd name="csY9" fmla="*/ 45679 h 134119"/>
                <a:gd name="csX10" fmla="*/ 13329 w 151482"/>
                <a:gd name="csY10" fmla="*/ 48640 h 134119"/>
                <a:gd name="csX11" fmla="*/ 17283 w 151482"/>
                <a:gd name="csY11" fmla="*/ 45383 h 134119"/>
                <a:gd name="csX12" fmla="*/ 58043 w 151482"/>
                <a:gd name="csY12" fmla="*/ 6598 h 134119"/>
                <a:gd name="csX13" fmla="*/ 74469 w 151482"/>
                <a:gd name="csY13" fmla="*/ 26435 h 134119"/>
                <a:gd name="csX14" fmla="*/ 58043 w 151482"/>
                <a:gd name="csY14" fmla="*/ 96899 h 134119"/>
                <a:gd name="csX15" fmla="*/ 29146 w 151482"/>
                <a:gd name="csY15" fmla="*/ 127691 h 134119"/>
                <a:gd name="csX16" fmla="*/ 13937 w 151482"/>
                <a:gd name="csY16" fmla="*/ 123842 h 134119"/>
                <a:gd name="csX17" fmla="*/ 28233 w 151482"/>
                <a:gd name="csY17" fmla="*/ 107854 h 134119"/>
                <a:gd name="csX18" fmla="*/ 16979 w 151482"/>
                <a:gd name="csY18" fmla="*/ 97492 h 134119"/>
                <a:gd name="csX19" fmla="*/ 249 w 151482"/>
                <a:gd name="csY19" fmla="*/ 114664 h 134119"/>
                <a:gd name="csX20" fmla="*/ 28842 w 151482"/>
                <a:gd name="csY20" fmla="*/ 134204 h 134119"/>
                <a:gd name="csX21" fmla="*/ 60781 w 151482"/>
                <a:gd name="csY21" fmla="*/ 111703 h 134119"/>
                <a:gd name="csX22" fmla="*/ 93632 w 151482"/>
                <a:gd name="csY22" fmla="*/ 134204 h 134119"/>
                <a:gd name="csX23" fmla="*/ 142301 w 151482"/>
                <a:gd name="csY23" fmla="*/ 88610 h 134119"/>
                <a:gd name="csX24" fmla="*/ 138651 w 151482"/>
                <a:gd name="csY24" fmla="*/ 85649 h 134119"/>
                <a:gd name="csX25" fmla="*/ 134697 w 151482"/>
                <a:gd name="csY25" fmla="*/ 88906 h 134119"/>
                <a:gd name="csX26" fmla="*/ 94241 w 151482"/>
                <a:gd name="csY26" fmla="*/ 127691 h 134119"/>
                <a:gd name="csX27" fmla="*/ 77511 w 151482"/>
                <a:gd name="csY27" fmla="*/ 108150 h 134119"/>
                <a:gd name="csX28" fmla="*/ 82682 w 151482"/>
                <a:gd name="csY28" fmla="*/ 82096 h 134119"/>
                <a:gd name="csX29" fmla="*/ 93024 w 151482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82" h="134119">
                  <a:moveTo>
                    <a:pt x="93024" y="41534"/>
                  </a:moveTo>
                  <a:cubicBezTo>
                    <a:pt x="94849" y="33837"/>
                    <a:pt x="101845" y="6598"/>
                    <a:pt x="123138" y="6598"/>
                  </a:cubicBezTo>
                  <a:cubicBezTo>
                    <a:pt x="124659" y="6598"/>
                    <a:pt x="131959" y="6598"/>
                    <a:pt x="138347" y="10447"/>
                  </a:cubicBezTo>
                  <a:cubicBezTo>
                    <a:pt x="129830" y="11927"/>
                    <a:pt x="123746" y="19329"/>
                    <a:pt x="123746" y="26435"/>
                  </a:cubicBezTo>
                  <a:cubicBezTo>
                    <a:pt x="123746" y="31172"/>
                    <a:pt x="127092" y="36797"/>
                    <a:pt x="135305" y="36797"/>
                  </a:cubicBezTo>
                  <a:cubicBezTo>
                    <a:pt x="141997" y="36797"/>
                    <a:pt x="151731" y="31468"/>
                    <a:pt x="151731" y="19625"/>
                  </a:cubicBezTo>
                  <a:cubicBezTo>
                    <a:pt x="151731" y="4230"/>
                    <a:pt x="133784" y="85"/>
                    <a:pt x="123442" y="85"/>
                  </a:cubicBezTo>
                  <a:cubicBezTo>
                    <a:pt x="105800" y="85"/>
                    <a:pt x="95153" y="15776"/>
                    <a:pt x="91503" y="22586"/>
                  </a:cubicBezTo>
                  <a:cubicBezTo>
                    <a:pt x="83899" y="3045"/>
                    <a:pt x="67473" y="85"/>
                    <a:pt x="58652" y="85"/>
                  </a:cubicBezTo>
                  <a:cubicBezTo>
                    <a:pt x="27017" y="85"/>
                    <a:pt x="9678" y="38278"/>
                    <a:pt x="9678" y="45679"/>
                  </a:cubicBezTo>
                  <a:cubicBezTo>
                    <a:pt x="9678" y="48640"/>
                    <a:pt x="12720" y="48640"/>
                    <a:pt x="13329" y="48640"/>
                  </a:cubicBezTo>
                  <a:cubicBezTo>
                    <a:pt x="15762" y="48640"/>
                    <a:pt x="16675" y="48048"/>
                    <a:pt x="17283" y="45383"/>
                  </a:cubicBezTo>
                  <a:cubicBezTo>
                    <a:pt x="27625" y="14000"/>
                    <a:pt x="47701" y="6598"/>
                    <a:pt x="58043" y="6598"/>
                  </a:cubicBezTo>
                  <a:cubicBezTo>
                    <a:pt x="63823" y="6598"/>
                    <a:pt x="74469" y="9263"/>
                    <a:pt x="74469" y="26435"/>
                  </a:cubicBezTo>
                  <a:cubicBezTo>
                    <a:pt x="74469" y="35613"/>
                    <a:pt x="69298" y="55450"/>
                    <a:pt x="58043" y="96899"/>
                  </a:cubicBezTo>
                  <a:cubicBezTo>
                    <a:pt x="53176" y="115256"/>
                    <a:pt x="42530" y="127691"/>
                    <a:pt x="29146" y="127691"/>
                  </a:cubicBezTo>
                  <a:cubicBezTo>
                    <a:pt x="27321" y="127691"/>
                    <a:pt x="20325" y="127691"/>
                    <a:pt x="13937" y="123842"/>
                  </a:cubicBezTo>
                  <a:cubicBezTo>
                    <a:pt x="21541" y="122361"/>
                    <a:pt x="28233" y="116144"/>
                    <a:pt x="28233" y="107854"/>
                  </a:cubicBezTo>
                  <a:cubicBezTo>
                    <a:pt x="28233" y="99860"/>
                    <a:pt x="21541" y="97492"/>
                    <a:pt x="16979" y="97492"/>
                  </a:cubicBezTo>
                  <a:cubicBezTo>
                    <a:pt x="7853" y="97492"/>
                    <a:pt x="249" y="105189"/>
                    <a:pt x="249" y="114664"/>
                  </a:cubicBezTo>
                  <a:cubicBezTo>
                    <a:pt x="249" y="128283"/>
                    <a:pt x="15458" y="134204"/>
                    <a:pt x="28842" y="134204"/>
                  </a:cubicBezTo>
                  <a:cubicBezTo>
                    <a:pt x="48918" y="134204"/>
                    <a:pt x="59868" y="113479"/>
                    <a:pt x="60781" y="111703"/>
                  </a:cubicBezTo>
                  <a:cubicBezTo>
                    <a:pt x="64431" y="122658"/>
                    <a:pt x="75382" y="134204"/>
                    <a:pt x="93632" y="134204"/>
                  </a:cubicBezTo>
                  <a:cubicBezTo>
                    <a:pt x="124963" y="134204"/>
                    <a:pt x="142301" y="96011"/>
                    <a:pt x="142301" y="88610"/>
                  </a:cubicBezTo>
                  <a:cubicBezTo>
                    <a:pt x="142301" y="85649"/>
                    <a:pt x="139564" y="85649"/>
                    <a:pt x="138651" y="85649"/>
                  </a:cubicBezTo>
                  <a:cubicBezTo>
                    <a:pt x="135914" y="85649"/>
                    <a:pt x="135305" y="86833"/>
                    <a:pt x="134697" y="88906"/>
                  </a:cubicBezTo>
                  <a:cubicBezTo>
                    <a:pt x="124659" y="120585"/>
                    <a:pt x="103975" y="127691"/>
                    <a:pt x="94241" y="127691"/>
                  </a:cubicBezTo>
                  <a:cubicBezTo>
                    <a:pt x="82378" y="127691"/>
                    <a:pt x="77511" y="118217"/>
                    <a:pt x="77511" y="108150"/>
                  </a:cubicBezTo>
                  <a:cubicBezTo>
                    <a:pt x="77511" y="101637"/>
                    <a:pt x="79336" y="95123"/>
                    <a:pt x="82682" y="82096"/>
                  </a:cubicBezTo>
                  <a:lnTo>
                    <a:pt x="93024" y="41534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5BFA05B-E37D-9DC8-7B13-CFCC05929211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324858" y="4957171"/>
              <a:ext cx="104760" cy="145903"/>
            </a:xfrm>
            <a:custGeom>
              <a:avLst/>
              <a:gdLst>
                <a:gd name="csX0" fmla="*/ 50931 w 104760"/>
                <a:gd name="csY0" fmla="*/ 6304 h 145903"/>
                <a:gd name="csX1" fmla="*/ 51783 w 104760"/>
                <a:gd name="csY1" fmla="*/ 2988 h 145903"/>
                <a:gd name="csX2" fmla="*/ 48376 w 104760"/>
                <a:gd name="csY2" fmla="*/ 86 h 145903"/>
                <a:gd name="csX3" fmla="*/ 21121 w 104760"/>
                <a:gd name="csY3" fmla="*/ 2159 h 145903"/>
                <a:gd name="csX4" fmla="*/ 16437 w 104760"/>
                <a:gd name="csY4" fmla="*/ 6925 h 145903"/>
                <a:gd name="csX5" fmla="*/ 21973 w 104760"/>
                <a:gd name="csY5" fmla="*/ 9827 h 145903"/>
                <a:gd name="csX6" fmla="*/ 32193 w 104760"/>
                <a:gd name="csY6" fmla="*/ 12936 h 145903"/>
                <a:gd name="csX7" fmla="*/ 31342 w 104760"/>
                <a:gd name="csY7" fmla="*/ 17495 h 145903"/>
                <a:gd name="csX8" fmla="*/ 1319 w 104760"/>
                <a:gd name="csY8" fmla="*/ 134798 h 145903"/>
                <a:gd name="csX9" fmla="*/ 254 w 104760"/>
                <a:gd name="csY9" fmla="*/ 139357 h 145903"/>
                <a:gd name="csX10" fmla="*/ 7494 w 104760"/>
                <a:gd name="csY10" fmla="*/ 145989 h 145903"/>
                <a:gd name="csX11" fmla="*/ 17289 w 104760"/>
                <a:gd name="csY11" fmla="*/ 137285 h 145903"/>
                <a:gd name="csX12" fmla="*/ 27722 w 104760"/>
                <a:gd name="csY12" fmla="*/ 97079 h 145903"/>
                <a:gd name="csX13" fmla="*/ 54977 w 104760"/>
                <a:gd name="csY13" fmla="*/ 114073 h 145903"/>
                <a:gd name="csX14" fmla="*/ 54551 w 104760"/>
                <a:gd name="csY14" fmla="*/ 118218 h 145903"/>
                <a:gd name="csX15" fmla="*/ 53699 w 104760"/>
                <a:gd name="csY15" fmla="*/ 124643 h 145903"/>
                <a:gd name="csX16" fmla="*/ 76269 w 104760"/>
                <a:gd name="csY16" fmla="*/ 145989 h 145903"/>
                <a:gd name="csX17" fmla="*/ 103311 w 104760"/>
                <a:gd name="csY17" fmla="*/ 114280 h 145903"/>
                <a:gd name="csX18" fmla="*/ 99904 w 104760"/>
                <a:gd name="csY18" fmla="*/ 111586 h 145903"/>
                <a:gd name="csX19" fmla="*/ 95646 w 104760"/>
                <a:gd name="csY19" fmla="*/ 116560 h 145903"/>
                <a:gd name="csX20" fmla="*/ 76908 w 104760"/>
                <a:gd name="csY20" fmla="*/ 140186 h 145903"/>
                <a:gd name="csX21" fmla="*/ 69456 w 104760"/>
                <a:gd name="csY21" fmla="*/ 129409 h 145903"/>
                <a:gd name="csX22" fmla="*/ 70733 w 104760"/>
                <a:gd name="csY22" fmla="*/ 120083 h 145903"/>
                <a:gd name="csX23" fmla="*/ 71798 w 104760"/>
                <a:gd name="csY23" fmla="*/ 113659 h 145903"/>
                <a:gd name="csX24" fmla="*/ 37304 w 104760"/>
                <a:gd name="csY24" fmla="*/ 91690 h 145903"/>
                <a:gd name="csX25" fmla="*/ 54977 w 104760"/>
                <a:gd name="csY25" fmla="*/ 78012 h 145903"/>
                <a:gd name="csX26" fmla="*/ 88406 w 104760"/>
                <a:gd name="csY26" fmla="*/ 58323 h 145903"/>
                <a:gd name="csX27" fmla="*/ 95433 w 104760"/>
                <a:gd name="csY27" fmla="*/ 61017 h 145903"/>
                <a:gd name="csX28" fmla="*/ 84361 w 104760"/>
                <a:gd name="csY28" fmla="*/ 72623 h 145903"/>
                <a:gd name="csX29" fmla="*/ 92878 w 104760"/>
                <a:gd name="csY29" fmla="*/ 80291 h 145903"/>
                <a:gd name="csX30" fmla="*/ 105014 w 104760"/>
                <a:gd name="csY30" fmla="*/ 67028 h 145903"/>
                <a:gd name="csX31" fmla="*/ 88619 w 104760"/>
                <a:gd name="csY31" fmla="*/ 52520 h 145903"/>
                <a:gd name="csX32" fmla="*/ 54551 w 104760"/>
                <a:gd name="csY32" fmla="*/ 70758 h 145903"/>
                <a:gd name="csX33" fmla="*/ 29851 w 104760"/>
                <a:gd name="csY33" fmla="*/ 88996 h 145903"/>
                <a:gd name="csX34" fmla="*/ 50931 w 104760"/>
                <a:gd name="csY34" fmla="*/ 6304 h 145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04760" h="145903">
                  <a:moveTo>
                    <a:pt x="50931" y="6304"/>
                  </a:moveTo>
                  <a:cubicBezTo>
                    <a:pt x="51144" y="5889"/>
                    <a:pt x="51783" y="3195"/>
                    <a:pt x="51783" y="2988"/>
                  </a:cubicBezTo>
                  <a:cubicBezTo>
                    <a:pt x="51783" y="1951"/>
                    <a:pt x="50931" y="86"/>
                    <a:pt x="48376" y="86"/>
                  </a:cubicBezTo>
                  <a:cubicBezTo>
                    <a:pt x="44117" y="86"/>
                    <a:pt x="26444" y="1744"/>
                    <a:pt x="21121" y="2159"/>
                  </a:cubicBezTo>
                  <a:cubicBezTo>
                    <a:pt x="19418" y="2366"/>
                    <a:pt x="16437" y="2573"/>
                    <a:pt x="16437" y="6925"/>
                  </a:cubicBezTo>
                  <a:cubicBezTo>
                    <a:pt x="16437" y="9827"/>
                    <a:pt x="19418" y="9827"/>
                    <a:pt x="21973" y="9827"/>
                  </a:cubicBezTo>
                  <a:cubicBezTo>
                    <a:pt x="32193" y="9827"/>
                    <a:pt x="32193" y="11278"/>
                    <a:pt x="32193" y="12936"/>
                  </a:cubicBezTo>
                  <a:cubicBezTo>
                    <a:pt x="32193" y="14386"/>
                    <a:pt x="31768" y="15630"/>
                    <a:pt x="31342" y="17495"/>
                  </a:cubicBezTo>
                  <a:lnTo>
                    <a:pt x="1319" y="134798"/>
                  </a:lnTo>
                  <a:cubicBezTo>
                    <a:pt x="254" y="138528"/>
                    <a:pt x="254" y="138943"/>
                    <a:pt x="254" y="139357"/>
                  </a:cubicBezTo>
                  <a:cubicBezTo>
                    <a:pt x="254" y="142466"/>
                    <a:pt x="2810" y="145989"/>
                    <a:pt x="7494" y="145989"/>
                  </a:cubicBezTo>
                  <a:cubicBezTo>
                    <a:pt x="13243" y="145989"/>
                    <a:pt x="16011" y="141844"/>
                    <a:pt x="17289" y="137285"/>
                  </a:cubicBezTo>
                  <a:cubicBezTo>
                    <a:pt x="17714" y="136456"/>
                    <a:pt x="26870" y="99980"/>
                    <a:pt x="27722" y="97079"/>
                  </a:cubicBezTo>
                  <a:cubicBezTo>
                    <a:pt x="42840" y="98529"/>
                    <a:pt x="54977" y="103296"/>
                    <a:pt x="54977" y="114073"/>
                  </a:cubicBezTo>
                  <a:cubicBezTo>
                    <a:pt x="54977" y="115109"/>
                    <a:pt x="54977" y="116146"/>
                    <a:pt x="54551" y="118218"/>
                  </a:cubicBezTo>
                  <a:cubicBezTo>
                    <a:pt x="53699" y="121327"/>
                    <a:pt x="53699" y="122363"/>
                    <a:pt x="53699" y="124643"/>
                  </a:cubicBezTo>
                  <a:cubicBezTo>
                    <a:pt x="53699" y="139357"/>
                    <a:pt x="66049" y="145989"/>
                    <a:pt x="76269" y="145989"/>
                  </a:cubicBezTo>
                  <a:cubicBezTo>
                    <a:pt x="96923" y="145989"/>
                    <a:pt x="103311" y="114488"/>
                    <a:pt x="103311" y="114280"/>
                  </a:cubicBezTo>
                  <a:cubicBezTo>
                    <a:pt x="103311" y="111586"/>
                    <a:pt x="100543" y="111586"/>
                    <a:pt x="99904" y="111586"/>
                  </a:cubicBezTo>
                  <a:cubicBezTo>
                    <a:pt x="96923" y="111586"/>
                    <a:pt x="96710" y="112622"/>
                    <a:pt x="95646" y="116560"/>
                  </a:cubicBezTo>
                  <a:cubicBezTo>
                    <a:pt x="93091" y="125472"/>
                    <a:pt x="87342" y="140186"/>
                    <a:pt x="76908" y="140186"/>
                  </a:cubicBezTo>
                  <a:cubicBezTo>
                    <a:pt x="71159" y="140186"/>
                    <a:pt x="69456" y="135005"/>
                    <a:pt x="69456" y="129409"/>
                  </a:cubicBezTo>
                  <a:cubicBezTo>
                    <a:pt x="69456" y="125886"/>
                    <a:pt x="69456" y="125472"/>
                    <a:pt x="70733" y="120083"/>
                  </a:cubicBezTo>
                  <a:cubicBezTo>
                    <a:pt x="70946" y="119462"/>
                    <a:pt x="71798" y="115938"/>
                    <a:pt x="71798" y="113659"/>
                  </a:cubicBezTo>
                  <a:cubicBezTo>
                    <a:pt x="71798" y="95213"/>
                    <a:pt x="46247" y="92312"/>
                    <a:pt x="37304" y="91690"/>
                  </a:cubicBezTo>
                  <a:cubicBezTo>
                    <a:pt x="43479" y="87960"/>
                    <a:pt x="51357" y="81120"/>
                    <a:pt x="54977" y="78012"/>
                  </a:cubicBezTo>
                  <a:cubicBezTo>
                    <a:pt x="65836" y="68064"/>
                    <a:pt x="76482" y="58323"/>
                    <a:pt x="88406" y="58323"/>
                  </a:cubicBezTo>
                  <a:cubicBezTo>
                    <a:pt x="90961" y="58323"/>
                    <a:pt x="93729" y="58945"/>
                    <a:pt x="95433" y="61017"/>
                  </a:cubicBezTo>
                  <a:cubicBezTo>
                    <a:pt x="86277" y="62468"/>
                    <a:pt x="84361" y="69515"/>
                    <a:pt x="84361" y="72623"/>
                  </a:cubicBezTo>
                  <a:cubicBezTo>
                    <a:pt x="84361" y="77183"/>
                    <a:pt x="87980" y="80291"/>
                    <a:pt x="92878" y="80291"/>
                  </a:cubicBezTo>
                  <a:cubicBezTo>
                    <a:pt x="98627" y="80291"/>
                    <a:pt x="105014" y="75732"/>
                    <a:pt x="105014" y="67028"/>
                  </a:cubicBezTo>
                  <a:cubicBezTo>
                    <a:pt x="105014" y="60188"/>
                    <a:pt x="99904" y="52520"/>
                    <a:pt x="88619" y="52520"/>
                  </a:cubicBezTo>
                  <a:cubicBezTo>
                    <a:pt x="76482" y="52520"/>
                    <a:pt x="65410" y="61017"/>
                    <a:pt x="54551" y="70758"/>
                  </a:cubicBezTo>
                  <a:cubicBezTo>
                    <a:pt x="45608" y="79048"/>
                    <a:pt x="38581" y="85473"/>
                    <a:pt x="29851" y="88996"/>
                  </a:cubicBezTo>
                  <a:lnTo>
                    <a:pt x="50931" y="6304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D1695E0-7634-491E-3F65-D6D4FA6A0025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0458246" y="4972714"/>
              <a:ext cx="156714" cy="152742"/>
            </a:xfrm>
            <a:custGeom>
              <a:avLst/>
              <a:gdLst>
                <a:gd name="csX0" fmla="*/ 83939 w 156714"/>
                <a:gd name="csY0" fmla="*/ 81535 h 152742"/>
                <a:gd name="csX1" fmla="*/ 149095 w 156714"/>
                <a:gd name="csY1" fmla="*/ 81535 h 152742"/>
                <a:gd name="csX2" fmla="*/ 156973 w 156714"/>
                <a:gd name="csY2" fmla="*/ 76561 h 152742"/>
                <a:gd name="csX3" fmla="*/ 149095 w 156714"/>
                <a:gd name="csY3" fmla="*/ 71380 h 152742"/>
                <a:gd name="csX4" fmla="*/ 83939 w 156714"/>
                <a:gd name="csY4" fmla="*/ 71380 h 152742"/>
                <a:gd name="csX5" fmla="*/ 83939 w 156714"/>
                <a:gd name="csY5" fmla="*/ 7754 h 152742"/>
                <a:gd name="csX6" fmla="*/ 78829 w 156714"/>
                <a:gd name="csY6" fmla="*/ 86 h 152742"/>
                <a:gd name="csX7" fmla="*/ 73506 w 156714"/>
                <a:gd name="csY7" fmla="*/ 7754 h 152742"/>
                <a:gd name="csX8" fmla="*/ 73506 w 156714"/>
                <a:gd name="csY8" fmla="*/ 71380 h 152742"/>
                <a:gd name="csX9" fmla="*/ 8137 w 156714"/>
                <a:gd name="csY9" fmla="*/ 71380 h 152742"/>
                <a:gd name="csX10" fmla="*/ 259 w 156714"/>
                <a:gd name="csY10" fmla="*/ 76354 h 152742"/>
                <a:gd name="csX11" fmla="*/ 8137 w 156714"/>
                <a:gd name="csY11" fmla="*/ 81535 h 152742"/>
                <a:gd name="csX12" fmla="*/ 73506 w 156714"/>
                <a:gd name="csY12" fmla="*/ 81535 h 152742"/>
                <a:gd name="csX13" fmla="*/ 73506 w 156714"/>
                <a:gd name="csY13" fmla="*/ 145160 h 152742"/>
                <a:gd name="csX14" fmla="*/ 78616 w 156714"/>
                <a:gd name="csY14" fmla="*/ 152829 h 152742"/>
                <a:gd name="csX15" fmla="*/ 83939 w 156714"/>
                <a:gd name="csY15" fmla="*/ 145160 h 152742"/>
                <a:gd name="csX16" fmla="*/ 83939 w 156714"/>
                <a:gd name="csY16" fmla="*/ 81535 h 152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6714" h="152742">
                  <a:moveTo>
                    <a:pt x="83939" y="81535"/>
                  </a:moveTo>
                  <a:lnTo>
                    <a:pt x="149095" y="81535"/>
                  </a:lnTo>
                  <a:cubicBezTo>
                    <a:pt x="151863" y="81535"/>
                    <a:pt x="156973" y="81535"/>
                    <a:pt x="156973" y="76561"/>
                  </a:cubicBezTo>
                  <a:cubicBezTo>
                    <a:pt x="156973" y="71380"/>
                    <a:pt x="152076" y="71380"/>
                    <a:pt x="149095" y="71380"/>
                  </a:cubicBezTo>
                  <a:lnTo>
                    <a:pt x="83939" y="71380"/>
                  </a:lnTo>
                  <a:lnTo>
                    <a:pt x="83939" y="7754"/>
                  </a:lnTo>
                  <a:cubicBezTo>
                    <a:pt x="83939" y="5060"/>
                    <a:pt x="83939" y="86"/>
                    <a:pt x="78829" y="86"/>
                  </a:cubicBezTo>
                  <a:cubicBezTo>
                    <a:pt x="73506" y="86"/>
                    <a:pt x="73506" y="4853"/>
                    <a:pt x="73506" y="7754"/>
                  </a:cubicBezTo>
                  <a:lnTo>
                    <a:pt x="73506" y="71380"/>
                  </a:lnTo>
                  <a:lnTo>
                    <a:pt x="8137" y="71380"/>
                  </a:lnTo>
                  <a:cubicBezTo>
                    <a:pt x="5369" y="71380"/>
                    <a:pt x="259" y="71380"/>
                    <a:pt x="259" y="76354"/>
                  </a:cubicBezTo>
                  <a:cubicBezTo>
                    <a:pt x="259" y="81535"/>
                    <a:pt x="5156" y="81535"/>
                    <a:pt x="8137" y="81535"/>
                  </a:cubicBezTo>
                  <a:lnTo>
                    <a:pt x="73506" y="81535"/>
                  </a:lnTo>
                  <a:lnTo>
                    <a:pt x="73506" y="145160"/>
                  </a:lnTo>
                  <a:cubicBezTo>
                    <a:pt x="73506" y="147855"/>
                    <a:pt x="73506" y="152829"/>
                    <a:pt x="78616" y="152829"/>
                  </a:cubicBezTo>
                  <a:cubicBezTo>
                    <a:pt x="83939" y="152829"/>
                    <a:pt x="83939" y="148062"/>
                    <a:pt x="83939" y="145160"/>
                  </a:cubicBezTo>
                  <a:lnTo>
                    <a:pt x="83939" y="81535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239CBA3-60BD-3B27-F50F-8EC26FC6D3AA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0653285" y="4963388"/>
              <a:ext cx="77505" cy="137613"/>
            </a:xfrm>
            <a:custGeom>
              <a:avLst/>
              <a:gdLst>
                <a:gd name="csX0" fmla="*/ 48386 w 77505"/>
                <a:gd name="csY0" fmla="*/ 5889 h 137613"/>
                <a:gd name="csX1" fmla="*/ 41999 w 77505"/>
                <a:gd name="csY1" fmla="*/ 86 h 137613"/>
                <a:gd name="csX2" fmla="*/ 265 w 77505"/>
                <a:gd name="csY2" fmla="*/ 13350 h 137613"/>
                <a:gd name="csX3" fmla="*/ 265 w 77505"/>
                <a:gd name="csY3" fmla="*/ 20811 h 137613"/>
                <a:gd name="csX4" fmla="*/ 31139 w 77505"/>
                <a:gd name="csY4" fmla="*/ 15008 h 137613"/>
                <a:gd name="csX5" fmla="*/ 31139 w 77505"/>
                <a:gd name="csY5" fmla="*/ 120705 h 137613"/>
                <a:gd name="csX6" fmla="*/ 9847 w 77505"/>
                <a:gd name="csY6" fmla="*/ 130238 h 137613"/>
                <a:gd name="csX7" fmla="*/ 1755 w 77505"/>
                <a:gd name="csY7" fmla="*/ 130238 h 137613"/>
                <a:gd name="csX8" fmla="*/ 1755 w 77505"/>
                <a:gd name="csY8" fmla="*/ 137699 h 137613"/>
                <a:gd name="csX9" fmla="*/ 39656 w 77505"/>
                <a:gd name="csY9" fmla="*/ 136870 h 137613"/>
                <a:gd name="csX10" fmla="*/ 77770 w 77505"/>
                <a:gd name="csY10" fmla="*/ 137699 h 137613"/>
                <a:gd name="csX11" fmla="*/ 77770 w 77505"/>
                <a:gd name="csY11" fmla="*/ 130238 h 137613"/>
                <a:gd name="csX12" fmla="*/ 69679 w 77505"/>
                <a:gd name="csY12" fmla="*/ 130238 h 137613"/>
                <a:gd name="csX13" fmla="*/ 48386 w 77505"/>
                <a:gd name="csY13" fmla="*/ 120705 h 137613"/>
                <a:gd name="csX14" fmla="*/ 48386 w 77505"/>
                <a:gd name="csY14" fmla="*/ 5889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505" h="137613">
                  <a:moveTo>
                    <a:pt x="48386" y="5889"/>
                  </a:moveTo>
                  <a:cubicBezTo>
                    <a:pt x="48386" y="293"/>
                    <a:pt x="47961" y="86"/>
                    <a:pt x="41999" y="86"/>
                  </a:cubicBezTo>
                  <a:cubicBezTo>
                    <a:pt x="28371" y="13143"/>
                    <a:pt x="8995" y="13350"/>
                    <a:pt x="265" y="13350"/>
                  </a:cubicBezTo>
                  <a:lnTo>
                    <a:pt x="265" y="20811"/>
                  </a:lnTo>
                  <a:cubicBezTo>
                    <a:pt x="5375" y="20811"/>
                    <a:pt x="19428" y="20811"/>
                    <a:pt x="31139" y="15008"/>
                  </a:cubicBezTo>
                  <a:lnTo>
                    <a:pt x="31139" y="120705"/>
                  </a:lnTo>
                  <a:cubicBezTo>
                    <a:pt x="31139" y="127544"/>
                    <a:pt x="31139" y="130238"/>
                    <a:pt x="9847" y="130238"/>
                  </a:cubicBezTo>
                  <a:lnTo>
                    <a:pt x="1755" y="130238"/>
                  </a:lnTo>
                  <a:lnTo>
                    <a:pt x="1755" y="137699"/>
                  </a:lnTo>
                  <a:cubicBezTo>
                    <a:pt x="5588" y="137492"/>
                    <a:pt x="31778" y="136870"/>
                    <a:pt x="39656" y="136870"/>
                  </a:cubicBezTo>
                  <a:cubicBezTo>
                    <a:pt x="46257" y="136870"/>
                    <a:pt x="73086" y="137492"/>
                    <a:pt x="77770" y="137699"/>
                  </a:cubicBezTo>
                  <a:lnTo>
                    <a:pt x="77770" y="130238"/>
                  </a:lnTo>
                  <a:lnTo>
                    <a:pt x="69679" y="130238"/>
                  </a:lnTo>
                  <a:cubicBezTo>
                    <a:pt x="48386" y="130238"/>
                    <a:pt x="48386" y="127544"/>
                    <a:pt x="48386" y="120705"/>
                  </a:cubicBezTo>
                  <a:lnTo>
                    <a:pt x="48386" y="5889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BA54F9F-9898-50FA-9CF7-3E6E763B4C55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0792695" y="5025208"/>
              <a:ext cx="35589" cy="88524"/>
            </a:xfrm>
            <a:custGeom>
              <a:avLst/>
              <a:gdLst>
                <a:gd name="csX0" fmla="*/ 35859 w 35589"/>
                <a:gd name="csY0" fmla="*/ 31172 h 88524"/>
                <a:gd name="csX1" fmla="*/ 16391 w 35589"/>
                <a:gd name="csY1" fmla="*/ 85 h 88524"/>
                <a:gd name="csX2" fmla="*/ 269 w 35589"/>
                <a:gd name="csY2" fmla="*/ 15776 h 88524"/>
                <a:gd name="csX3" fmla="*/ 16391 w 35589"/>
                <a:gd name="csY3" fmla="*/ 31468 h 88524"/>
                <a:gd name="csX4" fmla="*/ 27037 w 35589"/>
                <a:gd name="csY4" fmla="*/ 27619 h 88524"/>
                <a:gd name="csX5" fmla="*/ 28558 w 35589"/>
                <a:gd name="csY5" fmla="*/ 26731 h 88524"/>
                <a:gd name="csX6" fmla="*/ 29167 w 35589"/>
                <a:gd name="csY6" fmla="*/ 31172 h 88524"/>
                <a:gd name="csX7" fmla="*/ 8482 w 35589"/>
                <a:gd name="csY7" fmla="*/ 80616 h 88524"/>
                <a:gd name="csX8" fmla="*/ 5136 w 35589"/>
                <a:gd name="csY8" fmla="*/ 85353 h 88524"/>
                <a:gd name="csX9" fmla="*/ 8178 w 35589"/>
                <a:gd name="csY9" fmla="*/ 88610 h 88524"/>
                <a:gd name="csX10" fmla="*/ 35859 w 35589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89" h="88524">
                  <a:moveTo>
                    <a:pt x="35859" y="31172"/>
                  </a:moveTo>
                  <a:cubicBezTo>
                    <a:pt x="35859" y="11631"/>
                    <a:pt x="28254" y="85"/>
                    <a:pt x="16391" y="85"/>
                  </a:cubicBezTo>
                  <a:cubicBezTo>
                    <a:pt x="6353" y="85"/>
                    <a:pt x="269" y="7486"/>
                    <a:pt x="269" y="15776"/>
                  </a:cubicBezTo>
                  <a:cubicBezTo>
                    <a:pt x="269" y="23770"/>
                    <a:pt x="6353" y="31468"/>
                    <a:pt x="16391" y="31468"/>
                  </a:cubicBezTo>
                  <a:cubicBezTo>
                    <a:pt x="20041" y="31468"/>
                    <a:pt x="23996" y="30284"/>
                    <a:pt x="27037" y="27619"/>
                  </a:cubicBezTo>
                  <a:cubicBezTo>
                    <a:pt x="27950" y="27027"/>
                    <a:pt x="28254" y="26731"/>
                    <a:pt x="28558" y="26731"/>
                  </a:cubicBezTo>
                  <a:cubicBezTo>
                    <a:pt x="28862" y="26731"/>
                    <a:pt x="29167" y="27027"/>
                    <a:pt x="29167" y="31172"/>
                  </a:cubicBezTo>
                  <a:cubicBezTo>
                    <a:pt x="29167" y="53081"/>
                    <a:pt x="18520" y="70845"/>
                    <a:pt x="8482" y="80616"/>
                  </a:cubicBezTo>
                  <a:cubicBezTo>
                    <a:pt x="5136" y="83872"/>
                    <a:pt x="5136" y="84465"/>
                    <a:pt x="5136" y="85353"/>
                  </a:cubicBezTo>
                  <a:cubicBezTo>
                    <a:pt x="5136" y="87425"/>
                    <a:pt x="6657" y="88610"/>
                    <a:pt x="8178" y="88610"/>
                  </a:cubicBezTo>
                  <a:cubicBezTo>
                    <a:pt x="11524" y="88610"/>
                    <a:pt x="35859" y="65812"/>
                    <a:pt x="35859" y="31172"/>
                  </a:cubicBez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EC01B90F-BE05-15E1-A8DA-969A89FFE8E9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0927886" y="5025208"/>
              <a:ext cx="32243" cy="31383"/>
            </a:xfrm>
            <a:custGeom>
              <a:avLst/>
              <a:gdLst>
                <a:gd name="csX0" fmla="*/ 32517 w 32243"/>
                <a:gd name="csY0" fmla="*/ 15776 h 31383"/>
                <a:gd name="csX1" fmla="*/ 16395 w 32243"/>
                <a:gd name="csY1" fmla="*/ 85 h 31383"/>
                <a:gd name="csX2" fmla="*/ 274 w 32243"/>
                <a:gd name="csY2" fmla="*/ 15776 h 31383"/>
                <a:gd name="csX3" fmla="*/ 16395 w 32243"/>
                <a:gd name="csY3" fmla="*/ 31468 h 31383"/>
                <a:gd name="csX4" fmla="*/ 32517 w 32243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43" h="31383">
                  <a:moveTo>
                    <a:pt x="32517" y="15776"/>
                  </a:moveTo>
                  <a:cubicBezTo>
                    <a:pt x="32517" y="7190"/>
                    <a:pt x="25217" y="85"/>
                    <a:pt x="16395" y="85"/>
                  </a:cubicBezTo>
                  <a:cubicBezTo>
                    <a:pt x="7574" y="85"/>
                    <a:pt x="274" y="7190"/>
                    <a:pt x="274" y="15776"/>
                  </a:cubicBezTo>
                  <a:cubicBezTo>
                    <a:pt x="274" y="24362"/>
                    <a:pt x="7574" y="31468"/>
                    <a:pt x="16395" y="31468"/>
                  </a:cubicBezTo>
                  <a:cubicBezTo>
                    <a:pt x="25217" y="31468"/>
                    <a:pt x="32517" y="24362"/>
                    <a:pt x="32517" y="15776"/>
                  </a:cubicBez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063373A8-3EE3-A74B-BFA0-E0881478C0AE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1063076" y="5025208"/>
              <a:ext cx="32243" cy="31383"/>
            </a:xfrm>
            <a:custGeom>
              <a:avLst/>
              <a:gdLst>
                <a:gd name="csX0" fmla="*/ 32522 w 32243"/>
                <a:gd name="csY0" fmla="*/ 15776 h 31383"/>
                <a:gd name="csX1" fmla="*/ 16400 w 32243"/>
                <a:gd name="csY1" fmla="*/ 85 h 31383"/>
                <a:gd name="csX2" fmla="*/ 278 w 32243"/>
                <a:gd name="csY2" fmla="*/ 15776 h 31383"/>
                <a:gd name="csX3" fmla="*/ 16400 w 32243"/>
                <a:gd name="csY3" fmla="*/ 31468 h 31383"/>
                <a:gd name="csX4" fmla="*/ 32522 w 32243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43" h="31383">
                  <a:moveTo>
                    <a:pt x="32522" y="15776"/>
                  </a:moveTo>
                  <a:cubicBezTo>
                    <a:pt x="32522" y="7190"/>
                    <a:pt x="25221" y="85"/>
                    <a:pt x="16400" y="85"/>
                  </a:cubicBezTo>
                  <a:cubicBezTo>
                    <a:pt x="7579" y="85"/>
                    <a:pt x="278" y="7190"/>
                    <a:pt x="278" y="15776"/>
                  </a:cubicBezTo>
                  <a:cubicBezTo>
                    <a:pt x="278" y="24362"/>
                    <a:pt x="7579" y="31468"/>
                    <a:pt x="16400" y="31468"/>
                  </a:cubicBezTo>
                  <a:cubicBezTo>
                    <a:pt x="25221" y="31468"/>
                    <a:pt x="32522" y="24362"/>
                    <a:pt x="32522" y="15776"/>
                  </a:cubicBez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686C5E0C-9899-4FB2-1114-3340A8DA526B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1198267" y="5025208"/>
              <a:ext cx="32243" cy="31383"/>
            </a:xfrm>
            <a:custGeom>
              <a:avLst/>
              <a:gdLst>
                <a:gd name="csX0" fmla="*/ 32526 w 32243"/>
                <a:gd name="csY0" fmla="*/ 15776 h 31383"/>
                <a:gd name="csX1" fmla="*/ 16404 w 32243"/>
                <a:gd name="csY1" fmla="*/ 85 h 31383"/>
                <a:gd name="csX2" fmla="*/ 283 w 32243"/>
                <a:gd name="csY2" fmla="*/ 15776 h 31383"/>
                <a:gd name="csX3" fmla="*/ 16404 w 32243"/>
                <a:gd name="csY3" fmla="*/ 31468 h 31383"/>
                <a:gd name="csX4" fmla="*/ 32526 w 32243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43" h="31383">
                  <a:moveTo>
                    <a:pt x="32526" y="15776"/>
                  </a:moveTo>
                  <a:cubicBezTo>
                    <a:pt x="32526" y="7190"/>
                    <a:pt x="25226" y="85"/>
                    <a:pt x="16404" y="85"/>
                  </a:cubicBezTo>
                  <a:cubicBezTo>
                    <a:pt x="7583" y="85"/>
                    <a:pt x="283" y="7190"/>
                    <a:pt x="283" y="15776"/>
                  </a:cubicBezTo>
                  <a:cubicBezTo>
                    <a:pt x="283" y="24362"/>
                    <a:pt x="7583" y="31468"/>
                    <a:pt x="16404" y="31468"/>
                  </a:cubicBezTo>
                  <a:cubicBezTo>
                    <a:pt x="25226" y="31468"/>
                    <a:pt x="32526" y="24362"/>
                    <a:pt x="32526" y="15776"/>
                  </a:cubicBez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AEE166-A7F3-805C-92E4-1A67604CE4DF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1333458" y="5025208"/>
              <a:ext cx="35589" cy="88524"/>
            </a:xfrm>
            <a:custGeom>
              <a:avLst/>
              <a:gdLst>
                <a:gd name="csX0" fmla="*/ 35876 w 35589"/>
                <a:gd name="csY0" fmla="*/ 31172 h 88524"/>
                <a:gd name="csX1" fmla="*/ 16409 w 35589"/>
                <a:gd name="csY1" fmla="*/ 85 h 88524"/>
                <a:gd name="csX2" fmla="*/ 287 w 35589"/>
                <a:gd name="csY2" fmla="*/ 15776 h 88524"/>
                <a:gd name="csX3" fmla="*/ 16409 w 35589"/>
                <a:gd name="csY3" fmla="*/ 31468 h 88524"/>
                <a:gd name="csX4" fmla="*/ 27055 w 35589"/>
                <a:gd name="csY4" fmla="*/ 27619 h 88524"/>
                <a:gd name="csX5" fmla="*/ 28576 w 35589"/>
                <a:gd name="csY5" fmla="*/ 26731 h 88524"/>
                <a:gd name="csX6" fmla="*/ 29184 w 35589"/>
                <a:gd name="csY6" fmla="*/ 31172 h 88524"/>
                <a:gd name="csX7" fmla="*/ 8500 w 35589"/>
                <a:gd name="csY7" fmla="*/ 80616 h 88524"/>
                <a:gd name="csX8" fmla="*/ 5154 w 35589"/>
                <a:gd name="csY8" fmla="*/ 85353 h 88524"/>
                <a:gd name="csX9" fmla="*/ 8196 w 35589"/>
                <a:gd name="csY9" fmla="*/ 88610 h 88524"/>
                <a:gd name="csX10" fmla="*/ 35876 w 35589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89" h="88524">
                  <a:moveTo>
                    <a:pt x="35876" y="31172"/>
                  </a:moveTo>
                  <a:cubicBezTo>
                    <a:pt x="35876" y="11631"/>
                    <a:pt x="28272" y="85"/>
                    <a:pt x="16409" y="85"/>
                  </a:cubicBezTo>
                  <a:cubicBezTo>
                    <a:pt x="6371" y="85"/>
                    <a:pt x="287" y="7486"/>
                    <a:pt x="287" y="15776"/>
                  </a:cubicBezTo>
                  <a:cubicBezTo>
                    <a:pt x="287" y="23770"/>
                    <a:pt x="6371" y="31468"/>
                    <a:pt x="16409" y="31468"/>
                  </a:cubicBezTo>
                  <a:cubicBezTo>
                    <a:pt x="20059" y="31468"/>
                    <a:pt x="24013" y="30284"/>
                    <a:pt x="27055" y="27619"/>
                  </a:cubicBezTo>
                  <a:cubicBezTo>
                    <a:pt x="27968" y="27027"/>
                    <a:pt x="28272" y="26731"/>
                    <a:pt x="28576" y="26731"/>
                  </a:cubicBezTo>
                  <a:cubicBezTo>
                    <a:pt x="28880" y="26731"/>
                    <a:pt x="29184" y="27027"/>
                    <a:pt x="29184" y="31172"/>
                  </a:cubicBezTo>
                  <a:cubicBezTo>
                    <a:pt x="29184" y="53081"/>
                    <a:pt x="18538" y="70845"/>
                    <a:pt x="8500" y="80616"/>
                  </a:cubicBezTo>
                  <a:cubicBezTo>
                    <a:pt x="5154" y="83872"/>
                    <a:pt x="5154" y="84465"/>
                    <a:pt x="5154" y="85353"/>
                  </a:cubicBezTo>
                  <a:cubicBezTo>
                    <a:pt x="5154" y="87425"/>
                    <a:pt x="6675" y="88610"/>
                    <a:pt x="8196" y="88610"/>
                  </a:cubicBezTo>
                  <a:cubicBezTo>
                    <a:pt x="11542" y="88610"/>
                    <a:pt x="35876" y="65812"/>
                    <a:pt x="35876" y="31172"/>
                  </a:cubicBez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70CC9E57-7220-3A8B-6A4A-F916A58BA746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1451310" y="4925728"/>
              <a:ext cx="151482" cy="134119"/>
            </a:xfrm>
            <a:custGeom>
              <a:avLst/>
              <a:gdLst>
                <a:gd name="csX0" fmla="*/ 93067 w 151482"/>
                <a:gd name="csY0" fmla="*/ 41534 h 134119"/>
                <a:gd name="csX1" fmla="*/ 123181 w 151482"/>
                <a:gd name="csY1" fmla="*/ 6598 h 134119"/>
                <a:gd name="csX2" fmla="*/ 138390 w 151482"/>
                <a:gd name="csY2" fmla="*/ 10447 h 134119"/>
                <a:gd name="csX3" fmla="*/ 123789 w 151482"/>
                <a:gd name="csY3" fmla="*/ 26435 h 134119"/>
                <a:gd name="csX4" fmla="*/ 135348 w 151482"/>
                <a:gd name="csY4" fmla="*/ 36797 h 134119"/>
                <a:gd name="csX5" fmla="*/ 151774 w 151482"/>
                <a:gd name="csY5" fmla="*/ 19625 h 134119"/>
                <a:gd name="csX6" fmla="*/ 123485 w 151482"/>
                <a:gd name="csY6" fmla="*/ 85 h 134119"/>
                <a:gd name="csX7" fmla="*/ 91546 w 151482"/>
                <a:gd name="csY7" fmla="*/ 22586 h 134119"/>
                <a:gd name="csX8" fmla="*/ 58694 w 151482"/>
                <a:gd name="csY8" fmla="*/ 85 h 134119"/>
                <a:gd name="csX9" fmla="*/ 9721 w 151482"/>
                <a:gd name="csY9" fmla="*/ 45679 h 134119"/>
                <a:gd name="csX10" fmla="*/ 13371 w 151482"/>
                <a:gd name="csY10" fmla="*/ 48640 h 134119"/>
                <a:gd name="csX11" fmla="*/ 17326 w 151482"/>
                <a:gd name="csY11" fmla="*/ 45383 h 134119"/>
                <a:gd name="csX12" fmla="*/ 58086 w 151482"/>
                <a:gd name="csY12" fmla="*/ 6598 h 134119"/>
                <a:gd name="csX13" fmla="*/ 74512 w 151482"/>
                <a:gd name="csY13" fmla="*/ 26435 h 134119"/>
                <a:gd name="csX14" fmla="*/ 58086 w 151482"/>
                <a:gd name="csY14" fmla="*/ 96899 h 134119"/>
                <a:gd name="csX15" fmla="*/ 29189 w 151482"/>
                <a:gd name="csY15" fmla="*/ 127691 h 134119"/>
                <a:gd name="csX16" fmla="*/ 13980 w 151482"/>
                <a:gd name="csY16" fmla="*/ 123842 h 134119"/>
                <a:gd name="csX17" fmla="*/ 28276 w 151482"/>
                <a:gd name="csY17" fmla="*/ 107854 h 134119"/>
                <a:gd name="csX18" fmla="*/ 17022 w 151482"/>
                <a:gd name="csY18" fmla="*/ 97492 h 134119"/>
                <a:gd name="csX19" fmla="*/ 292 w 151482"/>
                <a:gd name="csY19" fmla="*/ 114664 h 134119"/>
                <a:gd name="csX20" fmla="*/ 28885 w 151482"/>
                <a:gd name="csY20" fmla="*/ 134204 h 134119"/>
                <a:gd name="csX21" fmla="*/ 60824 w 151482"/>
                <a:gd name="csY21" fmla="*/ 111703 h 134119"/>
                <a:gd name="csX22" fmla="*/ 93675 w 151482"/>
                <a:gd name="csY22" fmla="*/ 134204 h 134119"/>
                <a:gd name="csX23" fmla="*/ 142344 w 151482"/>
                <a:gd name="csY23" fmla="*/ 88610 h 134119"/>
                <a:gd name="csX24" fmla="*/ 138694 w 151482"/>
                <a:gd name="csY24" fmla="*/ 85649 h 134119"/>
                <a:gd name="csX25" fmla="*/ 134740 w 151482"/>
                <a:gd name="csY25" fmla="*/ 88906 h 134119"/>
                <a:gd name="csX26" fmla="*/ 94284 w 151482"/>
                <a:gd name="csY26" fmla="*/ 127691 h 134119"/>
                <a:gd name="csX27" fmla="*/ 77554 w 151482"/>
                <a:gd name="csY27" fmla="*/ 108150 h 134119"/>
                <a:gd name="csX28" fmla="*/ 82725 w 151482"/>
                <a:gd name="csY28" fmla="*/ 82096 h 134119"/>
                <a:gd name="csX29" fmla="*/ 93067 w 151482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82" h="134119">
                  <a:moveTo>
                    <a:pt x="93067" y="41534"/>
                  </a:moveTo>
                  <a:cubicBezTo>
                    <a:pt x="94892" y="33837"/>
                    <a:pt x="101888" y="6598"/>
                    <a:pt x="123181" y="6598"/>
                  </a:cubicBezTo>
                  <a:cubicBezTo>
                    <a:pt x="124702" y="6598"/>
                    <a:pt x="132002" y="6598"/>
                    <a:pt x="138390" y="10447"/>
                  </a:cubicBezTo>
                  <a:cubicBezTo>
                    <a:pt x="129873" y="11927"/>
                    <a:pt x="123789" y="19329"/>
                    <a:pt x="123789" y="26435"/>
                  </a:cubicBezTo>
                  <a:cubicBezTo>
                    <a:pt x="123789" y="31172"/>
                    <a:pt x="127135" y="36797"/>
                    <a:pt x="135348" y="36797"/>
                  </a:cubicBezTo>
                  <a:cubicBezTo>
                    <a:pt x="142040" y="36797"/>
                    <a:pt x="151774" y="31468"/>
                    <a:pt x="151774" y="19625"/>
                  </a:cubicBezTo>
                  <a:cubicBezTo>
                    <a:pt x="151774" y="4230"/>
                    <a:pt x="133827" y="85"/>
                    <a:pt x="123485" y="85"/>
                  </a:cubicBezTo>
                  <a:cubicBezTo>
                    <a:pt x="105842" y="85"/>
                    <a:pt x="95196" y="15776"/>
                    <a:pt x="91546" y="22586"/>
                  </a:cubicBezTo>
                  <a:cubicBezTo>
                    <a:pt x="83941" y="3045"/>
                    <a:pt x="67516" y="85"/>
                    <a:pt x="58694" y="85"/>
                  </a:cubicBezTo>
                  <a:cubicBezTo>
                    <a:pt x="27060" y="85"/>
                    <a:pt x="9721" y="38278"/>
                    <a:pt x="9721" y="45679"/>
                  </a:cubicBezTo>
                  <a:cubicBezTo>
                    <a:pt x="9721" y="48640"/>
                    <a:pt x="12763" y="48640"/>
                    <a:pt x="13371" y="48640"/>
                  </a:cubicBezTo>
                  <a:cubicBezTo>
                    <a:pt x="15805" y="48640"/>
                    <a:pt x="16717" y="48048"/>
                    <a:pt x="17326" y="45383"/>
                  </a:cubicBezTo>
                  <a:cubicBezTo>
                    <a:pt x="27668" y="14000"/>
                    <a:pt x="47744" y="6598"/>
                    <a:pt x="58086" y="6598"/>
                  </a:cubicBezTo>
                  <a:cubicBezTo>
                    <a:pt x="63865" y="6598"/>
                    <a:pt x="74512" y="9263"/>
                    <a:pt x="74512" y="26435"/>
                  </a:cubicBezTo>
                  <a:cubicBezTo>
                    <a:pt x="74512" y="35613"/>
                    <a:pt x="69341" y="55450"/>
                    <a:pt x="58086" y="96899"/>
                  </a:cubicBezTo>
                  <a:cubicBezTo>
                    <a:pt x="53219" y="115256"/>
                    <a:pt x="42573" y="127691"/>
                    <a:pt x="29189" y="127691"/>
                  </a:cubicBezTo>
                  <a:cubicBezTo>
                    <a:pt x="27364" y="127691"/>
                    <a:pt x="20368" y="127691"/>
                    <a:pt x="13980" y="123842"/>
                  </a:cubicBezTo>
                  <a:cubicBezTo>
                    <a:pt x="21584" y="122361"/>
                    <a:pt x="28276" y="116144"/>
                    <a:pt x="28276" y="107854"/>
                  </a:cubicBezTo>
                  <a:cubicBezTo>
                    <a:pt x="28276" y="99860"/>
                    <a:pt x="21584" y="97492"/>
                    <a:pt x="17022" y="97492"/>
                  </a:cubicBezTo>
                  <a:cubicBezTo>
                    <a:pt x="7896" y="97492"/>
                    <a:pt x="292" y="105189"/>
                    <a:pt x="292" y="114664"/>
                  </a:cubicBezTo>
                  <a:cubicBezTo>
                    <a:pt x="292" y="128283"/>
                    <a:pt x="15501" y="134204"/>
                    <a:pt x="28885" y="134204"/>
                  </a:cubicBezTo>
                  <a:cubicBezTo>
                    <a:pt x="48961" y="134204"/>
                    <a:pt x="59911" y="113479"/>
                    <a:pt x="60824" y="111703"/>
                  </a:cubicBezTo>
                  <a:cubicBezTo>
                    <a:pt x="64474" y="122658"/>
                    <a:pt x="75424" y="134204"/>
                    <a:pt x="93675" y="134204"/>
                  </a:cubicBezTo>
                  <a:cubicBezTo>
                    <a:pt x="125006" y="134204"/>
                    <a:pt x="142344" y="96011"/>
                    <a:pt x="142344" y="88610"/>
                  </a:cubicBezTo>
                  <a:cubicBezTo>
                    <a:pt x="142344" y="85649"/>
                    <a:pt x="139607" y="85649"/>
                    <a:pt x="138694" y="85649"/>
                  </a:cubicBezTo>
                  <a:cubicBezTo>
                    <a:pt x="135956" y="85649"/>
                    <a:pt x="135348" y="86833"/>
                    <a:pt x="134740" y="88906"/>
                  </a:cubicBezTo>
                  <a:cubicBezTo>
                    <a:pt x="124702" y="120585"/>
                    <a:pt x="104017" y="127691"/>
                    <a:pt x="94284" y="127691"/>
                  </a:cubicBezTo>
                  <a:cubicBezTo>
                    <a:pt x="82420" y="127691"/>
                    <a:pt x="77554" y="118217"/>
                    <a:pt x="77554" y="108150"/>
                  </a:cubicBezTo>
                  <a:cubicBezTo>
                    <a:pt x="77554" y="101637"/>
                    <a:pt x="79379" y="95123"/>
                    <a:pt x="82725" y="82096"/>
                  </a:cubicBezTo>
                  <a:lnTo>
                    <a:pt x="93067" y="41534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81E86A78-6B55-BB7A-744D-2C87622A2E14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1626344" y="5009605"/>
              <a:ext cx="130098" cy="93469"/>
            </a:xfrm>
            <a:custGeom>
              <a:avLst/>
              <a:gdLst>
                <a:gd name="csX0" fmla="*/ 16267 w 130098"/>
                <a:gd name="csY0" fmla="*/ 78426 h 93469"/>
                <a:gd name="csX1" fmla="*/ 14138 w 130098"/>
                <a:gd name="csY1" fmla="*/ 86923 h 93469"/>
                <a:gd name="csX2" fmla="*/ 21377 w 130098"/>
                <a:gd name="csY2" fmla="*/ 93555 h 93469"/>
                <a:gd name="csX3" fmla="*/ 29681 w 130098"/>
                <a:gd name="csY3" fmla="*/ 88996 h 93469"/>
                <a:gd name="csX4" fmla="*/ 33514 w 130098"/>
                <a:gd name="csY4" fmla="*/ 76146 h 93469"/>
                <a:gd name="csX5" fmla="*/ 38198 w 130098"/>
                <a:gd name="csY5" fmla="*/ 57494 h 93469"/>
                <a:gd name="csX6" fmla="*/ 41818 w 130098"/>
                <a:gd name="csY6" fmla="*/ 43608 h 93469"/>
                <a:gd name="csX7" fmla="*/ 50761 w 130098"/>
                <a:gd name="csY7" fmla="*/ 24956 h 93469"/>
                <a:gd name="csX8" fmla="*/ 82700 w 130098"/>
                <a:gd name="csY8" fmla="*/ 5889 h 93469"/>
                <a:gd name="csX9" fmla="*/ 95263 w 130098"/>
                <a:gd name="csY9" fmla="*/ 20397 h 93469"/>
                <a:gd name="csX10" fmla="*/ 82700 w 130098"/>
                <a:gd name="csY10" fmla="*/ 64541 h 93469"/>
                <a:gd name="csX11" fmla="*/ 79506 w 130098"/>
                <a:gd name="csY11" fmla="*/ 75732 h 93469"/>
                <a:gd name="csX12" fmla="*/ 99734 w 130098"/>
                <a:gd name="csY12" fmla="*/ 93555 h 93469"/>
                <a:gd name="csX13" fmla="*/ 130396 w 130098"/>
                <a:gd name="csY13" fmla="*/ 61846 h 93469"/>
                <a:gd name="csX14" fmla="*/ 126989 w 130098"/>
                <a:gd name="csY14" fmla="*/ 59152 h 93469"/>
                <a:gd name="csX15" fmla="*/ 122943 w 130098"/>
                <a:gd name="csY15" fmla="*/ 62675 h 93469"/>
                <a:gd name="csX16" fmla="*/ 100373 w 130098"/>
                <a:gd name="csY16" fmla="*/ 87752 h 93469"/>
                <a:gd name="csX17" fmla="*/ 95050 w 130098"/>
                <a:gd name="csY17" fmla="*/ 80499 h 93469"/>
                <a:gd name="csX18" fmla="*/ 99947 w 130098"/>
                <a:gd name="csY18" fmla="*/ 63712 h 93469"/>
                <a:gd name="csX19" fmla="*/ 111232 w 130098"/>
                <a:gd name="csY19" fmla="*/ 23713 h 93469"/>
                <a:gd name="csX20" fmla="*/ 83552 w 130098"/>
                <a:gd name="csY20" fmla="*/ 86 h 93469"/>
                <a:gd name="csX21" fmla="*/ 47567 w 130098"/>
                <a:gd name="csY21" fmla="*/ 18946 h 93469"/>
                <a:gd name="csX22" fmla="*/ 24784 w 130098"/>
                <a:gd name="csY22" fmla="*/ 86 h 93469"/>
                <a:gd name="csX23" fmla="*/ 7963 w 130098"/>
                <a:gd name="csY23" fmla="*/ 11278 h 93469"/>
                <a:gd name="csX24" fmla="*/ 297 w 130098"/>
                <a:gd name="csY24" fmla="*/ 31795 h 93469"/>
                <a:gd name="csX25" fmla="*/ 3917 w 130098"/>
                <a:gd name="csY25" fmla="*/ 34489 h 93469"/>
                <a:gd name="csX26" fmla="*/ 8601 w 130098"/>
                <a:gd name="csY26" fmla="*/ 28272 h 93469"/>
                <a:gd name="csX27" fmla="*/ 24145 w 130098"/>
                <a:gd name="csY27" fmla="*/ 5889 h 93469"/>
                <a:gd name="csX28" fmla="*/ 31172 w 130098"/>
                <a:gd name="csY28" fmla="*/ 16044 h 93469"/>
                <a:gd name="csX29" fmla="*/ 27765 w 130098"/>
                <a:gd name="csY29" fmla="*/ 33246 h 93469"/>
                <a:gd name="csX30" fmla="*/ 23080 w 130098"/>
                <a:gd name="csY30" fmla="*/ 51898 h 93469"/>
                <a:gd name="csX31" fmla="*/ 16267 w 130098"/>
                <a:gd name="csY31" fmla="*/ 78426 h 93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30098" h="93469">
                  <a:moveTo>
                    <a:pt x="16267" y="78426"/>
                  </a:moveTo>
                  <a:cubicBezTo>
                    <a:pt x="15415" y="81120"/>
                    <a:pt x="14138" y="86302"/>
                    <a:pt x="14138" y="86923"/>
                  </a:cubicBezTo>
                  <a:cubicBezTo>
                    <a:pt x="14138" y="91483"/>
                    <a:pt x="17970" y="93555"/>
                    <a:pt x="21377" y="93555"/>
                  </a:cubicBezTo>
                  <a:cubicBezTo>
                    <a:pt x="25210" y="93555"/>
                    <a:pt x="28617" y="90861"/>
                    <a:pt x="29681" y="88996"/>
                  </a:cubicBezTo>
                  <a:cubicBezTo>
                    <a:pt x="30746" y="87131"/>
                    <a:pt x="32449" y="80499"/>
                    <a:pt x="33514" y="76146"/>
                  </a:cubicBezTo>
                  <a:cubicBezTo>
                    <a:pt x="34578" y="72209"/>
                    <a:pt x="36921" y="62675"/>
                    <a:pt x="38198" y="57494"/>
                  </a:cubicBezTo>
                  <a:cubicBezTo>
                    <a:pt x="39476" y="52935"/>
                    <a:pt x="40753" y="48375"/>
                    <a:pt x="41818" y="43608"/>
                  </a:cubicBezTo>
                  <a:cubicBezTo>
                    <a:pt x="44160" y="35111"/>
                    <a:pt x="44586" y="33453"/>
                    <a:pt x="50761" y="24956"/>
                  </a:cubicBezTo>
                  <a:cubicBezTo>
                    <a:pt x="56723" y="16666"/>
                    <a:pt x="66730" y="5889"/>
                    <a:pt x="82700" y="5889"/>
                  </a:cubicBezTo>
                  <a:cubicBezTo>
                    <a:pt x="95050" y="5889"/>
                    <a:pt x="95263" y="16459"/>
                    <a:pt x="95263" y="20397"/>
                  </a:cubicBezTo>
                  <a:cubicBezTo>
                    <a:pt x="95263" y="32831"/>
                    <a:pt x="86107" y="55836"/>
                    <a:pt x="82700" y="64541"/>
                  </a:cubicBezTo>
                  <a:cubicBezTo>
                    <a:pt x="80358" y="70344"/>
                    <a:pt x="79506" y="72209"/>
                    <a:pt x="79506" y="75732"/>
                  </a:cubicBezTo>
                  <a:cubicBezTo>
                    <a:pt x="79506" y="86716"/>
                    <a:pt x="88875" y="93555"/>
                    <a:pt x="99734" y="93555"/>
                  </a:cubicBezTo>
                  <a:cubicBezTo>
                    <a:pt x="121027" y="93555"/>
                    <a:pt x="130396" y="64955"/>
                    <a:pt x="130396" y="61846"/>
                  </a:cubicBezTo>
                  <a:cubicBezTo>
                    <a:pt x="130396" y="59152"/>
                    <a:pt x="127628" y="59152"/>
                    <a:pt x="126989" y="59152"/>
                  </a:cubicBezTo>
                  <a:cubicBezTo>
                    <a:pt x="124008" y="59152"/>
                    <a:pt x="123795" y="60396"/>
                    <a:pt x="122943" y="62675"/>
                  </a:cubicBezTo>
                  <a:cubicBezTo>
                    <a:pt x="118046" y="79255"/>
                    <a:pt x="108890" y="87752"/>
                    <a:pt x="100373" y="87752"/>
                  </a:cubicBezTo>
                  <a:cubicBezTo>
                    <a:pt x="95901" y="87752"/>
                    <a:pt x="95050" y="84851"/>
                    <a:pt x="95050" y="80499"/>
                  </a:cubicBezTo>
                  <a:cubicBezTo>
                    <a:pt x="95050" y="75732"/>
                    <a:pt x="96114" y="73038"/>
                    <a:pt x="99947" y="63712"/>
                  </a:cubicBezTo>
                  <a:cubicBezTo>
                    <a:pt x="102502" y="57287"/>
                    <a:pt x="111232" y="35318"/>
                    <a:pt x="111232" y="23713"/>
                  </a:cubicBezTo>
                  <a:cubicBezTo>
                    <a:pt x="111232" y="3609"/>
                    <a:pt x="94837" y="86"/>
                    <a:pt x="83552" y="86"/>
                  </a:cubicBezTo>
                  <a:cubicBezTo>
                    <a:pt x="65879" y="86"/>
                    <a:pt x="53955" y="10656"/>
                    <a:pt x="47567" y="18946"/>
                  </a:cubicBezTo>
                  <a:cubicBezTo>
                    <a:pt x="46077" y="4646"/>
                    <a:pt x="33514" y="86"/>
                    <a:pt x="24784" y="86"/>
                  </a:cubicBezTo>
                  <a:cubicBezTo>
                    <a:pt x="15628" y="86"/>
                    <a:pt x="10731" y="6511"/>
                    <a:pt x="7963" y="11278"/>
                  </a:cubicBezTo>
                  <a:cubicBezTo>
                    <a:pt x="3278" y="18946"/>
                    <a:pt x="297" y="30759"/>
                    <a:pt x="297" y="31795"/>
                  </a:cubicBezTo>
                  <a:cubicBezTo>
                    <a:pt x="297" y="34489"/>
                    <a:pt x="3278" y="34489"/>
                    <a:pt x="3917" y="34489"/>
                  </a:cubicBezTo>
                  <a:cubicBezTo>
                    <a:pt x="6898" y="34489"/>
                    <a:pt x="7111" y="33868"/>
                    <a:pt x="8601" y="28272"/>
                  </a:cubicBezTo>
                  <a:cubicBezTo>
                    <a:pt x="11795" y="16044"/>
                    <a:pt x="15841" y="5889"/>
                    <a:pt x="24145" y="5889"/>
                  </a:cubicBezTo>
                  <a:cubicBezTo>
                    <a:pt x="29681" y="5889"/>
                    <a:pt x="31172" y="10449"/>
                    <a:pt x="31172" y="16044"/>
                  </a:cubicBezTo>
                  <a:cubicBezTo>
                    <a:pt x="31172" y="19982"/>
                    <a:pt x="29255" y="27650"/>
                    <a:pt x="27765" y="33246"/>
                  </a:cubicBezTo>
                  <a:cubicBezTo>
                    <a:pt x="26274" y="38842"/>
                    <a:pt x="24145" y="47339"/>
                    <a:pt x="23080" y="51898"/>
                  </a:cubicBezTo>
                  <a:lnTo>
                    <a:pt x="16267" y="78426"/>
                  </a:ln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A11C1ACE-F7D4-23A6-E723-C3FF7DABF8B5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1799251" y="4834539"/>
              <a:ext cx="70570" cy="296069"/>
            </a:xfrm>
            <a:custGeom>
              <a:avLst/>
              <a:gdLst>
                <a:gd name="csX0" fmla="*/ 70873 w 70570"/>
                <a:gd name="csY0" fmla="*/ 148120 h 296069"/>
                <a:gd name="csX1" fmla="*/ 50797 w 70570"/>
                <a:gd name="csY1" fmla="*/ 55746 h 296069"/>
                <a:gd name="csX2" fmla="*/ 3345 w 70570"/>
                <a:gd name="csY2" fmla="*/ 85 h 296069"/>
                <a:gd name="csX3" fmla="*/ 303 w 70570"/>
                <a:gd name="csY3" fmla="*/ 3045 h 296069"/>
                <a:gd name="csX4" fmla="*/ 6082 w 70570"/>
                <a:gd name="csY4" fmla="*/ 9855 h 296069"/>
                <a:gd name="csX5" fmla="*/ 53230 w 70570"/>
                <a:gd name="csY5" fmla="*/ 148120 h 296069"/>
                <a:gd name="csX6" fmla="*/ 4257 w 70570"/>
                <a:gd name="csY6" fmla="*/ 288161 h 296069"/>
                <a:gd name="csX7" fmla="*/ 303 w 70570"/>
                <a:gd name="csY7" fmla="*/ 293194 h 296069"/>
                <a:gd name="csX8" fmla="*/ 3345 w 70570"/>
                <a:gd name="csY8" fmla="*/ 296154 h 296069"/>
                <a:gd name="csX9" fmla="*/ 51709 w 70570"/>
                <a:gd name="csY9" fmla="*/ 238421 h 296069"/>
                <a:gd name="csX10" fmla="*/ 70873 w 70570"/>
                <a:gd name="csY10" fmla="*/ 148120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70" h="296069">
                  <a:moveTo>
                    <a:pt x="70873" y="148120"/>
                  </a:moveTo>
                  <a:cubicBezTo>
                    <a:pt x="70873" y="125026"/>
                    <a:pt x="67527" y="89202"/>
                    <a:pt x="50797" y="55746"/>
                  </a:cubicBezTo>
                  <a:cubicBezTo>
                    <a:pt x="32546" y="19329"/>
                    <a:pt x="6386" y="85"/>
                    <a:pt x="3345" y="85"/>
                  </a:cubicBezTo>
                  <a:cubicBezTo>
                    <a:pt x="1519" y="85"/>
                    <a:pt x="303" y="1269"/>
                    <a:pt x="303" y="3045"/>
                  </a:cubicBezTo>
                  <a:cubicBezTo>
                    <a:pt x="303" y="3934"/>
                    <a:pt x="303" y="4526"/>
                    <a:pt x="6082" y="9855"/>
                  </a:cubicBezTo>
                  <a:cubicBezTo>
                    <a:pt x="35892" y="39166"/>
                    <a:pt x="53230" y="86241"/>
                    <a:pt x="53230" y="148120"/>
                  </a:cubicBezTo>
                  <a:cubicBezTo>
                    <a:pt x="53230" y="198747"/>
                    <a:pt x="41976" y="250856"/>
                    <a:pt x="4257" y="288161"/>
                  </a:cubicBezTo>
                  <a:cubicBezTo>
                    <a:pt x="303" y="291713"/>
                    <a:pt x="303" y="292306"/>
                    <a:pt x="303" y="293194"/>
                  </a:cubicBezTo>
                  <a:cubicBezTo>
                    <a:pt x="303" y="294970"/>
                    <a:pt x="1519" y="296154"/>
                    <a:pt x="3345" y="296154"/>
                  </a:cubicBezTo>
                  <a:cubicBezTo>
                    <a:pt x="6386" y="296154"/>
                    <a:pt x="33763" y="276022"/>
                    <a:pt x="51709" y="238421"/>
                  </a:cubicBezTo>
                  <a:cubicBezTo>
                    <a:pt x="67223" y="205853"/>
                    <a:pt x="70873" y="172989"/>
                    <a:pt x="70873" y="148120"/>
                  </a:cubicBezTo>
                  <a:close/>
                </a:path>
              </a:pathLst>
            </a:custGeom>
            <a:solidFill>
              <a:srgbClr val="000000"/>
            </a:solidFill>
            <a:ln w="30532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425495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B22C3-BDD1-3B00-B810-7D8752D7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Language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B8F99-7AB9-DDE8-F586-7601A9578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How do we model </a:t>
            </a:r>
            <a:r>
              <a:rPr lang="en-US" altLang="zh-CN" dirty="0"/>
              <a:t>this?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Recap: the chain rule of probability.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haven’t yet made any independence assumptions! </a:t>
            </a:r>
            <a:r>
              <a:rPr lang="en-CA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07750-2C73-ADB7-F0E2-2043E249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13</a:t>
            </a:fld>
            <a:endParaRPr lang="en-CA"/>
          </a:p>
        </p:txBody>
      </p:sp>
      <p:grpSp>
        <p:nvGrpSpPr>
          <p:cNvPr id="5" name="Group 4" descr="\documentclass{article}&#10;\usepackage{amsmath,amssymb}&#10;\pagestyle{empty}&#10;\begin{document}&#10;&#10;\begin{align*}&#10;P(\mathbf{x}_{1:n})=P(x_1, x_2, \ldots, x_n)&#10;\end{align*}&#10;&#10;&#10;\end{document}" title="IguanaTex Shape Display">
            <a:extLst>
              <a:ext uri="{FF2B5EF4-FFF2-40B4-BE49-F238E27FC236}">
                <a16:creationId xmlns:a16="http://schemas.microsoft.com/office/drawing/2014/main" id="{E8717199-99AC-BE20-F6F4-217858C3508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287718" y="1290134"/>
            <a:ext cx="3616565" cy="296069"/>
            <a:chOff x="7044518" y="4188404"/>
            <a:chExt cx="3616565" cy="29606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E873CD-0C65-297B-D631-8D999B697686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7044518" y="4208241"/>
              <a:ext cx="216814" cy="202215"/>
            </a:xfrm>
            <a:custGeom>
              <a:avLst/>
              <a:gdLst>
                <a:gd name="csX0" fmla="*/ 80037 w 216814"/>
                <a:gd name="csY0" fmla="*/ 108742 h 202215"/>
                <a:gd name="csX1" fmla="*/ 131659 w 216814"/>
                <a:gd name="csY1" fmla="*/ 108742 h 202215"/>
                <a:gd name="csX2" fmla="*/ 216988 w 216814"/>
                <a:gd name="csY2" fmla="*/ 44791 h 202215"/>
                <a:gd name="csX3" fmla="*/ 157166 w 216814"/>
                <a:gd name="csY3" fmla="*/ 85 h 202215"/>
                <a:gd name="csX4" fmla="*/ 58780 w 216814"/>
                <a:gd name="csY4" fmla="*/ 85 h 202215"/>
                <a:gd name="csX5" fmla="*/ 49670 w 216814"/>
                <a:gd name="csY5" fmla="*/ 5710 h 202215"/>
                <a:gd name="csX6" fmla="*/ 58477 w 216814"/>
                <a:gd name="csY6" fmla="*/ 9263 h 202215"/>
                <a:gd name="csX7" fmla="*/ 71534 w 216814"/>
                <a:gd name="csY7" fmla="*/ 9855 h 202215"/>
                <a:gd name="csX8" fmla="*/ 78215 w 216814"/>
                <a:gd name="csY8" fmla="*/ 14592 h 202215"/>
                <a:gd name="csX9" fmla="*/ 77000 w 216814"/>
                <a:gd name="csY9" fmla="*/ 20217 h 202215"/>
                <a:gd name="csX10" fmla="*/ 36309 w 216814"/>
                <a:gd name="csY10" fmla="*/ 179207 h 202215"/>
                <a:gd name="csX11" fmla="*/ 8676 w 216814"/>
                <a:gd name="csY11" fmla="*/ 193122 h 202215"/>
                <a:gd name="csX12" fmla="*/ 174 w 216814"/>
                <a:gd name="csY12" fmla="*/ 198747 h 202215"/>
                <a:gd name="csX13" fmla="*/ 4729 w 216814"/>
                <a:gd name="csY13" fmla="*/ 202300 h 202215"/>
                <a:gd name="csX14" fmla="*/ 43293 w 216814"/>
                <a:gd name="csY14" fmla="*/ 201412 h 202215"/>
                <a:gd name="csX15" fmla="*/ 62728 w 216814"/>
                <a:gd name="csY15" fmla="*/ 201708 h 202215"/>
                <a:gd name="csX16" fmla="*/ 82466 w 216814"/>
                <a:gd name="csY16" fmla="*/ 202300 h 202215"/>
                <a:gd name="csX17" fmla="*/ 88539 w 216814"/>
                <a:gd name="csY17" fmla="*/ 196379 h 202215"/>
                <a:gd name="csX18" fmla="*/ 80037 w 216814"/>
                <a:gd name="csY18" fmla="*/ 193122 h 202215"/>
                <a:gd name="csX19" fmla="*/ 60299 w 216814"/>
                <a:gd name="csY19" fmla="*/ 187793 h 202215"/>
                <a:gd name="csX20" fmla="*/ 61209 w 216814"/>
                <a:gd name="csY20" fmla="*/ 182760 h 202215"/>
                <a:gd name="csX21" fmla="*/ 80037 w 216814"/>
                <a:gd name="csY21" fmla="*/ 108742 h 202215"/>
                <a:gd name="csX22" fmla="*/ 101900 w 216814"/>
                <a:gd name="csY22" fmla="*/ 20513 h 202215"/>
                <a:gd name="csX23" fmla="*/ 118298 w 216814"/>
                <a:gd name="csY23" fmla="*/ 9263 h 202215"/>
                <a:gd name="csX24" fmla="*/ 147449 w 216814"/>
                <a:gd name="csY24" fmla="*/ 9263 h 202215"/>
                <a:gd name="csX25" fmla="*/ 188747 w 216814"/>
                <a:gd name="csY25" fmla="*/ 37686 h 202215"/>
                <a:gd name="csX26" fmla="*/ 170831 w 216814"/>
                <a:gd name="csY26" fmla="*/ 85353 h 202215"/>
                <a:gd name="csX27" fmla="*/ 124067 w 216814"/>
                <a:gd name="csY27" fmla="*/ 101044 h 202215"/>
                <a:gd name="csX28" fmla="*/ 81251 w 216814"/>
                <a:gd name="csY28" fmla="*/ 101044 h 202215"/>
                <a:gd name="csX29" fmla="*/ 101900 w 216814"/>
                <a:gd name="csY29" fmla="*/ 20513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814" h="202215">
                  <a:moveTo>
                    <a:pt x="80037" y="108742"/>
                  </a:moveTo>
                  <a:lnTo>
                    <a:pt x="131659" y="108742"/>
                  </a:lnTo>
                  <a:cubicBezTo>
                    <a:pt x="174779" y="108742"/>
                    <a:pt x="216988" y="77951"/>
                    <a:pt x="216988" y="44791"/>
                  </a:cubicBezTo>
                  <a:cubicBezTo>
                    <a:pt x="216988" y="21994"/>
                    <a:pt x="196946" y="85"/>
                    <a:pt x="157166" y="85"/>
                  </a:cubicBezTo>
                  <a:lnTo>
                    <a:pt x="58780" y="85"/>
                  </a:lnTo>
                  <a:cubicBezTo>
                    <a:pt x="53011" y="85"/>
                    <a:pt x="49670" y="85"/>
                    <a:pt x="49670" y="5710"/>
                  </a:cubicBezTo>
                  <a:cubicBezTo>
                    <a:pt x="49670" y="9263"/>
                    <a:pt x="52403" y="9263"/>
                    <a:pt x="58477" y="9263"/>
                  </a:cubicBezTo>
                  <a:cubicBezTo>
                    <a:pt x="62424" y="9263"/>
                    <a:pt x="67890" y="9559"/>
                    <a:pt x="71534" y="9855"/>
                  </a:cubicBezTo>
                  <a:cubicBezTo>
                    <a:pt x="76393" y="10447"/>
                    <a:pt x="78215" y="11335"/>
                    <a:pt x="78215" y="14592"/>
                  </a:cubicBezTo>
                  <a:cubicBezTo>
                    <a:pt x="78215" y="15776"/>
                    <a:pt x="77911" y="16665"/>
                    <a:pt x="77000" y="20217"/>
                  </a:cubicBezTo>
                  <a:lnTo>
                    <a:pt x="36309" y="179207"/>
                  </a:lnTo>
                  <a:cubicBezTo>
                    <a:pt x="33273" y="190754"/>
                    <a:pt x="32665" y="193122"/>
                    <a:pt x="8676" y="193122"/>
                  </a:cubicBezTo>
                  <a:cubicBezTo>
                    <a:pt x="3514" y="193122"/>
                    <a:pt x="174" y="193122"/>
                    <a:pt x="174" y="198747"/>
                  </a:cubicBezTo>
                  <a:cubicBezTo>
                    <a:pt x="174" y="202300"/>
                    <a:pt x="3818" y="202300"/>
                    <a:pt x="4729" y="202300"/>
                  </a:cubicBezTo>
                  <a:cubicBezTo>
                    <a:pt x="13231" y="202300"/>
                    <a:pt x="34791" y="201412"/>
                    <a:pt x="43293" y="201412"/>
                  </a:cubicBezTo>
                  <a:cubicBezTo>
                    <a:pt x="49670" y="201412"/>
                    <a:pt x="56351" y="201708"/>
                    <a:pt x="62728" y="201708"/>
                  </a:cubicBezTo>
                  <a:cubicBezTo>
                    <a:pt x="69408" y="201708"/>
                    <a:pt x="76089" y="202300"/>
                    <a:pt x="82466" y="202300"/>
                  </a:cubicBezTo>
                  <a:cubicBezTo>
                    <a:pt x="84591" y="202300"/>
                    <a:pt x="88539" y="202300"/>
                    <a:pt x="88539" y="196379"/>
                  </a:cubicBezTo>
                  <a:cubicBezTo>
                    <a:pt x="88539" y="193122"/>
                    <a:pt x="85806" y="193122"/>
                    <a:pt x="80037" y="193122"/>
                  </a:cubicBezTo>
                  <a:cubicBezTo>
                    <a:pt x="68801" y="193122"/>
                    <a:pt x="60299" y="193122"/>
                    <a:pt x="60299" y="187793"/>
                  </a:cubicBezTo>
                  <a:cubicBezTo>
                    <a:pt x="60299" y="186016"/>
                    <a:pt x="60906" y="184536"/>
                    <a:pt x="61209" y="182760"/>
                  </a:cubicBezTo>
                  <a:lnTo>
                    <a:pt x="80037" y="108742"/>
                  </a:lnTo>
                  <a:close/>
                  <a:moveTo>
                    <a:pt x="101900" y="20513"/>
                  </a:moveTo>
                  <a:cubicBezTo>
                    <a:pt x="104633" y="10151"/>
                    <a:pt x="105240" y="9263"/>
                    <a:pt x="118298" y="9263"/>
                  </a:cubicBezTo>
                  <a:lnTo>
                    <a:pt x="147449" y="9263"/>
                  </a:lnTo>
                  <a:cubicBezTo>
                    <a:pt x="172653" y="9263"/>
                    <a:pt x="188747" y="17257"/>
                    <a:pt x="188747" y="37686"/>
                  </a:cubicBezTo>
                  <a:cubicBezTo>
                    <a:pt x="188747" y="49232"/>
                    <a:pt x="182674" y="74694"/>
                    <a:pt x="170831" y="85353"/>
                  </a:cubicBezTo>
                  <a:cubicBezTo>
                    <a:pt x="155648" y="98676"/>
                    <a:pt x="137428" y="101044"/>
                    <a:pt x="124067" y="101044"/>
                  </a:cubicBezTo>
                  <a:lnTo>
                    <a:pt x="81251" y="101044"/>
                  </a:lnTo>
                  <a:lnTo>
                    <a:pt x="101900" y="2051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8FD4689-B857-0909-4BE2-03E57213ECAB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7299564" y="4188404"/>
              <a:ext cx="70449" cy="296069"/>
            </a:xfrm>
            <a:custGeom>
              <a:avLst/>
              <a:gdLst>
                <a:gd name="csX0" fmla="*/ 70631 w 70449"/>
                <a:gd name="csY0" fmla="*/ 293194 h 296069"/>
                <a:gd name="csX1" fmla="*/ 65469 w 70449"/>
                <a:gd name="csY1" fmla="*/ 286680 h 296069"/>
                <a:gd name="csX2" fmla="*/ 17794 w 70449"/>
                <a:gd name="csY2" fmla="*/ 148120 h 296069"/>
                <a:gd name="csX3" fmla="*/ 66683 w 70449"/>
                <a:gd name="csY3" fmla="*/ 8079 h 296069"/>
                <a:gd name="csX4" fmla="*/ 70631 w 70449"/>
                <a:gd name="csY4" fmla="*/ 3045 h 296069"/>
                <a:gd name="csX5" fmla="*/ 67594 w 70449"/>
                <a:gd name="csY5" fmla="*/ 85 h 296069"/>
                <a:gd name="csX6" fmla="*/ 19312 w 70449"/>
                <a:gd name="csY6" fmla="*/ 57818 h 296069"/>
                <a:gd name="csX7" fmla="*/ 181 w 70449"/>
                <a:gd name="csY7" fmla="*/ 148120 h 296069"/>
                <a:gd name="csX8" fmla="*/ 20223 w 70449"/>
                <a:gd name="csY8" fmla="*/ 240493 h 296069"/>
                <a:gd name="csX9" fmla="*/ 67594 w 70449"/>
                <a:gd name="csY9" fmla="*/ 296154 h 296069"/>
                <a:gd name="csX10" fmla="*/ 70631 w 70449"/>
                <a:gd name="csY10" fmla="*/ 293194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631" y="293194"/>
                  </a:moveTo>
                  <a:cubicBezTo>
                    <a:pt x="70631" y="292306"/>
                    <a:pt x="70631" y="291713"/>
                    <a:pt x="65469" y="286680"/>
                  </a:cubicBezTo>
                  <a:cubicBezTo>
                    <a:pt x="27511" y="249375"/>
                    <a:pt x="17794" y="193418"/>
                    <a:pt x="17794" y="148120"/>
                  </a:cubicBezTo>
                  <a:cubicBezTo>
                    <a:pt x="17794" y="96603"/>
                    <a:pt x="29333" y="45087"/>
                    <a:pt x="66683" y="8079"/>
                  </a:cubicBezTo>
                  <a:cubicBezTo>
                    <a:pt x="70631" y="4526"/>
                    <a:pt x="70631" y="3934"/>
                    <a:pt x="70631" y="3045"/>
                  </a:cubicBezTo>
                  <a:cubicBezTo>
                    <a:pt x="70631" y="973"/>
                    <a:pt x="69416" y="85"/>
                    <a:pt x="67594" y="85"/>
                  </a:cubicBezTo>
                  <a:cubicBezTo>
                    <a:pt x="64558" y="85"/>
                    <a:pt x="37228" y="20217"/>
                    <a:pt x="19312" y="57818"/>
                  </a:cubicBezTo>
                  <a:cubicBezTo>
                    <a:pt x="3825" y="90386"/>
                    <a:pt x="181" y="123250"/>
                    <a:pt x="181" y="148120"/>
                  </a:cubicBezTo>
                  <a:cubicBezTo>
                    <a:pt x="181" y="171213"/>
                    <a:pt x="3522" y="207037"/>
                    <a:pt x="20223" y="240493"/>
                  </a:cubicBezTo>
                  <a:cubicBezTo>
                    <a:pt x="38443" y="276910"/>
                    <a:pt x="64558" y="296154"/>
                    <a:pt x="67594" y="296154"/>
                  </a:cubicBezTo>
                  <a:cubicBezTo>
                    <a:pt x="69416" y="296154"/>
                    <a:pt x="70631" y="295266"/>
                    <a:pt x="70631" y="293194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10F098-937E-2C10-AACF-A4F13B122D1E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7394273" y="4279001"/>
              <a:ext cx="170961" cy="131454"/>
            </a:xfrm>
            <a:custGeom>
              <a:avLst/>
              <a:gdLst>
                <a:gd name="csX0" fmla="*/ 98571 w 170961"/>
                <a:gd name="csY0" fmla="*/ 58706 h 131454"/>
                <a:gd name="csX1" fmla="*/ 134100 w 170961"/>
                <a:gd name="csY1" fmla="*/ 20217 h 131454"/>
                <a:gd name="csX2" fmla="*/ 165073 w 170961"/>
                <a:gd name="csY2" fmla="*/ 14000 h 131454"/>
                <a:gd name="csX3" fmla="*/ 165073 w 170961"/>
                <a:gd name="csY3" fmla="*/ 85 h 131454"/>
                <a:gd name="csX4" fmla="*/ 137137 w 170961"/>
                <a:gd name="csY4" fmla="*/ 973 h 131454"/>
                <a:gd name="csX5" fmla="*/ 105859 w 170961"/>
                <a:gd name="csY5" fmla="*/ 85 h 131454"/>
                <a:gd name="csX6" fmla="*/ 105859 w 170961"/>
                <a:gd name="csY6" fmla="*/ 14000 h 131454"/>
                <a:gd name="csX7" fmla="*/ 117399 w 170961"/>
                <a:gd name="csY7" fmla="*/ 16665 h 131454"/>
                <a:gd name="csX8" fmla="*/ 114969 w 170961"/>
                <a:gd name="csY8" fmla="*/ 20217 h 131454"/>
                <a:gd name="csX9" fmla="*/ 89462 w 170961"/>
                <a:gd name="csY9" fmla="*/ 48048 h 131454"/>
                <a:gd name="csX10" fmla="*/ 59703 w 170961"/>
                <a:gd name="csY10" fmla="*/ 14000 h 131454"/>
                <a:gd name="csX11" fmla="*/ 71849 w 170961"/>
                <a:gd name="csY11" fmla="*/ 14000 h 131454"/>
                <a:gd name="csX12" fmla="*/ 71849 w 170961"/>
                <a:gd name="csY12" fmla="*/ 85 h 131454"/>
                <a:gd name="csX13" fmla="*/ 35106 w 170961"/>
                <a:gd name="csY13" fmla="*/ 973 h 131454"/>
                <a:gd name="csX14" fmla="*/ 1704 w 170961"/>
                <a:gd name="csY14" fmla="*/ 85 h 131454"/>
                <a:gd name="csX15" fmla="*/ 1704 w 170961"/>
                <a:gd name="csY15" fmla="*/ 14000 h 131454"/>
                <a:gd name="csX16" fmla="*/ 23264 w 170961"/>
                <a:gd name="csY16" fmla="*/ 14000 h 131454"/>
                <a:gd name="csX17" fmla="*/ 70635 w 170961"/>
                <a:gd name="csY17" fmla="*/ 68477 h 131454"/>
                <a:gd name="csX18" fmla="*/ 30855 w 170961"/>
                <a:gd name="csY18" fmla="*/ 111999 h 131454"/>
                <a:gd name="csX19" fmla="*/ 185 w 170961"/>
                <a:gd name="csY19" fmla="*/ 117624 h 131454"/>
                <a:gd name="csX20" fmla="*/ 185 w 170961"/>
                <a:gd name="csY20" fmla="*/ 131540 h 131454"/>
                <a:gd name="csX21" fmla="*/ 28122 w 170961"/>
                <a:gd name="csY21" fmla="*/ 130651 h 131454"/>
                <a:gd name="csX22" fmla="*/ 59399 w 170961"/>
                <a:gd name="csY22" fmla="*/ 131540 h 131454"/>
                <a:gd name="csX23" fmla="*/ 59399 w 170961"/>
                <a:gd name="csY23" fmla="*/ 117624 h 131454"/>
                <a:gd name="csX24" fmla="*/ 48164 w 170961"/>
                <a:gd name="csY24" fmla="*/ 114368 h 131454"/>
                <a:gd name="csX25" fmla="*/ 50289 w 170961"/>
                <a:gd name="csY25" fmla="*/ 111407 h 131454"/>
                <a:gd name="csX26" fmla="*/ 79745 w 170961"/>
                <a:gd name="csY26" fmla="*/ 79135 h 131454"/>
                <a:gd name="csX27" fmla="*/ 113147 w 170961"/>
                <a:gd name="csY27" fmla="*/ 117624 h 131454"/>
                <a:gd name="csX28" fmla="*/ 101304 w 170961"/>
                <a:gd name="csY28" fmla="*/ 117624 h 131454"/>
                <a:gd name="csX29" fmla="*/ 101304 w 170961"/>
                <a:gd name="csY29" fmla="*/ 131540 h 131454"/>
                <a:gd name="csX30" fmla="*/ 137744 w 170961"/>
                <a:gd name="csY30" fmla="*/ 130651 h 131454"/>
                <a:gd name="csX31" fmla="*/ 171147 w 170961"/>
                <a:gd name="csY31" fmla="*/ 131540 h 131454"/>
                <a:gd name="csX32" fmla="*/ 171147 w 170961"/>
                <a:gd name="csY32" fmla="*/ 117624 h 131454"/>
                <a:gd name="csX33" fmla="*/ 149587 w 170961"/>
                <a:gd name="csY33" fmla="*/ 117624 h 131454"/>
                <a:gd name="csX34" fmla="*/ 98571 w 170961"/>
                <a:gd name="csY34" fmla="*/ 58706 h 1314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961" h="131454">
                  <a:moveTo>
                    <a:pt x="98571" y="58706"/>
                  </a:moveTo>
                  <a:lnTo>
                    <a:pt x="134100" y="20217"/>
                  </a:lnTo>
                  <a:cubicBezTo>
                    <a:pt x="138047" y="16072"/>
                    <a:pt x="139869" y="14000"/>
                    <a:pt x="165073" y="14000"/>
                  </a:cubicBezTo>
                  <a:lnTo>
                    <a:pt x="165073" y="85"/>
                  </a:lnTo>
                  <a:cubicBezTo>
                    <a:pt x="154445" y="677"/>
                    <a:pt x="138655" y="973"/>
                    <a:pt x="137137" y="973"/>
                  </a:cubicBezTo>
                  <a:cubicBezTo>
                    <a:pt x="129545" y="973"/>
                    <a:pt x="114362" y="381"/>
                    <a:pt x="105859" y="85"/>
                  </a:cubicBezTo>
                  <a:lnTo>
                    <a:pt x="105859" y="14000"/>
                  </a:lnTo>
                  <a:cubicBezTo>
                    <a:pt x="110111" y="14000"/>
                    <a:pt x="113755" y="14592"/>
                    <a:pt x="117399" y="16665"/>
                  </a:cubicBezTo>
                  <a:cubicBezTo>
                    <a:pt x="116184" y="18441"/>
                    <a:pt x="116184" y="19033"/>
                    <a:pt x="114969" y="20217"/>
                  </a:cubicBezTo>
                  <a:lnTo>
                    <a:pt x="89462" y="48048"/>
                  </a:lnTo>
                  <a:lnTo>
                    <a:pt x="59703" y="14000"/>
                  </a:lnTo>
                  <a:lnTo>
                    <a:pt x="71849" y="14000"/>
                  </a:lnTo>
                  <a:lnTo>
                    <a:pt x="71849" y="85"/>
                  </a:lnTo>
                  <a:cubicBezTo>
                    <a:pt x="63954" y="381"/>
                    <a:pt x="44823" y="973"/>
                    <a:pt x="35106" y="973"/>
                  </a:cubicBezTo>
                  <a:cubicBezTo>
                    <a:pt x="25389" y="973"/>
                    <a:pt x="11724" y="381"/>
                    <a:pt x="1704" y="85"/>
                  </a:cubicBezTo>
                  <a:lnTo>
                    <a:pt x="1704" y="14000"/>
                  </a:lnTo>
                  <a:lnTo>
                    <a:pt x="23264" y="14000"/>
                  </a:lnTo>
                  <a:lnTo>
                    <a:pt x="70635" y="68477"/>
                  </a:lnTo>
                  <a:lnTo>
                    <a:pt x="30855" y="111999"/>
                  </a:lnTo>
                  <a:cubicBezTo>
                    <a:pt x="25693" y="117624"/>
                    <a:pt x="14761" y="117624"/>
                    <a:pt x="185" y="117624"/>
                  </a:cubicBezTo>
                  <a:lnTo>
                    <a:pt x="185" y="131540"/>
                  </a:lnTo>
                  <a:cubicBezTo>
                    <a:pt x="10813" y="130948"/>
                    <a:pt x="26604" y="130651"/>
                    <a:pt x="28122" y="130651"/>
                  </a:cubicBezTo>
                  <a:cubicBezTo>
                    <a:pt x="35714" y="130651"/>
                    <a:pt x="53326" y="131244"/>
                    <a:pt x="59399" y="131540"/>
                  </a:cubicBezTo>
                  <a:lnTo>
                    <a:pt x="59399" y="117624"/>
                  </a:lnTo>
                  <a:cubicBezTo>
                    <a:pt x="53933" y="117624"/>
                    <a:pt x="48164" y="116144"/>
                    <a:pt x="48164" y="114368"/>
                  </a:cubicBezTo>
                  <a:cubicBezTo>
                    <a:pt x="48164" y="114072"/>
                    <a:pt x="48164" y="113775"/>
                    <a:pt x="50289" y="111407"/>
                  </a:cubicBezTo>
                  <a:lnTo>
                    <a:pt x="79745" y="79135"/>
                  </a:lnTo>
                  <a:lnTo>
                    <a:pt x="113147" y="117624"/>
                  </a:lnTo>
                  <a:lnTo>
                    <a:pt x="101304" y="117624"/>
                  </a:lnTo>
                  <a:lnTo>
                    <a:pt x="101304" y="131540"/>
                  </a:lnTo>
                  <a:cubicBezTo>
                    <a:pt x="109200" y="131244"/>
                    <a:pt x="127723" y="130651"/>
                    <a:pt x="137744" y="130651"/>
                  </a:cubicBezTo>
                  <a:cubicBezTo>
                    <a:pt x="147461" y="130651"/>
                    <a:pt x="161126" y="131244"/>
                    <a:pt x="171147" y="131540"/>
                  </a:cubicBezTo>
                  <a:lnTo>
                    <a:pt x="171147" y="117624"/>
                  </a:lnTo>
                  <a:lnTo>
                    <a:pt x="149587" y="117624"/>
                  </a:lnTo>
                  <a:lnTo>
                    <a:pt x="98571" y="58706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320E8CD-9E46-8B02-4C5A-A649B5D8832A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7595066" y="4317253"/>
              <a:ext cx="77372" cy="137613"/>
            </a:xfrm>
            <a:custGeom>
              <a:avLst/>
              <a:gdLst>
                <a:gd name="csX0" fmla="*/ 48231 w 77372"/>
                <a:gd name="csY0" fmla="*/ 5889 h 137613"/>
                <a:gd name="csX1" fmla="*/ 41854 w 77372"/>
                <a:gd name="csY1" fmla="*/ 86 h 137613"/>
                <a:gd name="csX2" fmla="*/ 191 w 77372"/>
                <a:gd name="csY2" fmla="*/ 13350 h 137613"/>
                <a:gd name="csX3" fmla="*/ 191 w 77372"/>
                <a:gd name="csY3" fmla="*/ 20811 h 137613"/>
                <a:gd name="csX4" fmla="*/ 31013 w 77372"/>
                <a:gd name="csY4" fmla="*/ 15008 h 137613"/>
                <a:gd name="csX5" fmla="*/ 31013 w 77372"/>
                <a:gd name="csY5" fmla="*/ 120705 h 137613"/>
                <a:gd name="csX6" fmla="*/ 9757 w 77372"/>
                <a:gd name="csY6" fmla="*/ 130238 h 137613"/>
                <a:gd name="csX7" fmla="*/ 1679 w 77372"/>
                <a:gd name="csY7" fmla="*/ 130238 h 137613"/>
                <a:gd name="csX8" fmla="*/ 1679 w 77372"/>
                <a:gd name="csY8" fmla="*/ 137699 h 137613"/>
                <a:gd name="csX9" fmla="*/ 39515 w 77372"/>
                <a:gd name="csY9" fmla="*/ 136870 h 137613"/>
                <a:gd name="csX10" fmla="*/ 77564 w 77372"/>
                <a:gd name="csY10" fmla="*/ 137699 h 137613"/>
                <a:gd name="csX11" fmla="*/ 77564 w 77372"/>
                <a:gd name="csY11" fmla="*/ 130238 h 137613"/>
                <a:gd name="csX12" fmla="*/ 69487 w 77372"/>
                <a:gd name="csY12" fmla="*/ 130238 h 137613"/>
                <a:gd name="csX13" fmla="*/ 48231 w 77372"/>
                <a:gd name="csY13" fmla="*/ 120705 h 137613"/>
                <a:gd name="csX14" fmla="*/ 48231 w 77372"/>
                <a:gd name="csY14" fmla="*/ 5889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72" h="137613">
                  <a:moveTo>
                    <a:pt x="48231" y="5889"/>
                  </a:moveTo>
                  <a:cubicBezTo>
                    <a:pt x="48231" y="293"/>
                    <a:pt x="47805" y="86"/>
                    <a:pt x="41854" y="86"/>
                  </a:cubicBezTo>
                  <a:cubicBezTo>
                    <a:pt x="28250" y="13143"/>
                    <a:pt x="8906" y="13350"/>
                    <a:pt x="191" y="13350"/>
                  </a:cubicBezTo>
                  <a:lnTo>
                    <a:pt x="191" y="20811"/>
                  </a:lnTo>
                  <a:cubicBezTo>
                    <a:pt x="5293" y="20811"/>
                    <a:pt x="19322" y="20811"/>
                    <a:pt x="31013" y="15008"/>
                  </a:cubicBezTo>
                  <a:lnTo>
                    <a:pt x="31013" y="120705"/>
                  </a:lnTo>
                  <a:cubicBezTo>
                    <a:pt x="31013" y="127544"/>
                    <a:pt x="31013" y="130238"/>
                    <a:pt x="9757" y="130238"/>
                  </a:cubicBezTo>
                  <a:lnTo>
                    <a:pt x="1679" y="130238"/>
                  </a:lnTo>
                  <a:lnTo>
                    <a:pt x="1679" y="137699"/>
                  </a:lnTo>
                  <a:cubicBezTo>
                    <a:pt x="5505" y="137492"/>
                    <a:pt x="31651" y="136870"/>
                    <a:pt x="39515" y="136870"/>
                  </a:cubicBezTo>
                  <a:cubicBezTo>
                    <a:pt x="46105" y="136870"/>
                    <a:pt x="72888" y="137492"/>
                    <a:pt x="77564" y="137699"/>
                  </a:cubicBezTo>
                  <a:lnTo>
                    <a:pt x="77564" y="130238"/>
                  </a:lnTo>
                  <a:lnTo>
                    <a:pt x="69487" y="130238"/>
                  </a:lnTo>
                  <a:cubicBezTo>
                    <a:pt x="48231" y="130238"/>
                    <a:pt x="48231" y="127544"/>
                    <a:pt x="48231" y="120705"/>
                  </a:cubicBezTo>
                  <a:lnTo>
                    <a:pt x="48231" y="5889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10B5236-6908-F0BA-AC05-0C15DFA6FAD7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7715047" y="4365542"/>
              <a:ext cx="24444" cy="89324"/>
            </a:xfrm>
            <a:custGeom>
              <a:avLst/>
              <a:gdLst>
                <a:gd name="csX0" fmla="*/ 24640 w 24444"/>
                <a:gd name="csY0" fmla="*/ 12107 h 89324"/>
                <a:gd name="csX1" fmla="*/ 12524 w 24444"/>
                <a:gd name="csY1" fmla="*/ 86 h 89324"/>
                <a:gd name="csX2" fmla="*/ 195 w 24444"/>
                <a:gd name="csY2" fmla="*/ 11899 h 89324"/>
                <a:gd name="csX3" fmla="*/ 12311 w 24444"/>
                <a:gd name="csY3" fmla="*/ 23920 h 89324"/>
                <a:gd name="csX4" fmla="*/ 24640 w 24444"/>
                <a:gd name="csY4" fmla="*/ 12107 h 89324"/>
                <a:gd name="csX5" fmla="*/ 24640 w 24444"/>
                <a:gd name="csY5" fmla="*/ 77597 h 89324"/>
                <a:gd name="csX6" fmla="*/ 12524 w 24444"/>
                <a:gd name="csY6" fmla="*/ 65577 h 89324"/>
                <a:gd name="csX7" fmla="*/ 195 w 24444"/>
                <a:gd name="csY7" fmla="*/ 77390 h 89324"/>
                <a:gd name="csX8" fmla="*/ 12311 w 24444"/>
                <a:gd name="csY8" fmla="*/ 89410 h 89324"/>
                <a:gd name="csX9" fmla="*/ 24640 w 24444"/>
                <a:gd name="csY9" fmla="*/ 77597 h 8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444" h="89324">
                  <a:moveTo>
                    <a:pt x="24640" y="12107"/>
                  </a:moveTo>
                  <a:cubicBezTo>
                    <a:pt x="24640" y="4853"/>
                    <a:pt x="18688" y="86"/>
                    <a:pt x="12524" y="86"/>
                  </a:cubicBezTo>
                  <a:cubicBezTo>
                    <a:pt x="5084" y="86"/>
                    <a:pt x="195" y="5889"/>
                    <a:pt x="195" y="11899"/>
                  </a:cubicBezTo>
                  <a:cubicBezTo>
                    <a:pt x="195" y="19153"/>
                    <a:pt x="6147" y="23920"/>
                    <a:pt x="12311" y="23920"/>
                  </a:cubicBezTo>
                  <a:cubicBezTo>
                    <a:pt x="19751" y="23920"/>
                    <a:pt x="24640" y="18117"/>
                    <a:pt x="24640" y="12107"/>
                  </a:cubicBezTo>
                  <a:close/>
                  <a:moveTo>
                    <a:pt x="24640" y="77597"/>
                  </a:moveTo>
                  <a:cubicBezTo>
                    <a:pt x="24640" y="70344"/>
                    <a:pt x="18688" y="65577"/>
                    <a:pt x="12524" y="65577"/>
                  </a:cubicBezTo>
                  <a:cubicBezTo>
                    <a:pt x="5084" y="65577"/>
                    <a:pt x="195" y="71380"/>
                    <a:pt x="195" y="77390"/>
                  </a:cubicBezTo>
                  <a:cubicBezTo>
                    <a:pt x="195" y="84644"/>
                    <a:pt x="6147" y="89410"/>
                    <a:pt x="12311" y="89410"/>
                  </a:cubicBezTo>
                  <a:cubicBezTo>
                    <a:pt x="19751" y="89410"/>
                    <a:pt x="24640" y="83607"/>
                    <a:pt x="24640" y="77597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5B03020-BCD6-CBA3-BF7B-B508A5DB51E5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7771677" y="4363470"/>
              <a:ext cx="129875" cy="93469"/>
            </a:xfrm>
            <a:custGeom>
              <a:avLst/>
              <a:gdLst>
                <a:gd name="csX0" fmla="*/ 16140 w 129875"/>
                <a:gd name="csY0" fmla="*/ 78426 h 93469"/>
                <a:gd name="csX1" fmla="*/ 14014 w 129875"/>
                <a:gd name="csY1" fmla="*/ 86923 h 93469"/>
                <a:gd name="csX2" fmla="*/ 21241 w 129875"/>
                <a:gd name="csY2" fmla="*/ 93555 h 93469"/>
                <a:gd name="csX3" fmla="*/ 29531 w 129875"/>
                <a:gd name="csY3" fmla="*/ 88996 h 93469"/>
                <a:gd name="csX4" fmla="*/ 33357 w 129875"/>
                <a:gd name="csY4" fmla="*/ 76146 h 93469"/>
                <a:gd name="csX5" fmla="*/ 38034 w 129875"/>
                <a:gd name="csY5" fmla="*/ 57494 h 93469"/>
                <a:gd name="csX6" fmla="*/ 41647 w 129875"/>
                <a:gd name="csY6" fmla="*/ 43608 h 93469"/>
                <a:gd name="csX7" fmla="*/ 50575 w 129875"/>
                <a:gd name="csY7" fmla="*/ 24956 h 93469"/>
                <a:gd name="csX8" fmla="*/ 82459 w 129875"/>
                <a:gd name="csY8" fmla="*/ 5889 h 93469"/>
                <a:gd name="csX9" fmla="*/ 95001 w 129875"/>
                <a:gd name="csY9" fmla="*/ 20397 h 93469"/>
                <a:gd name="csX10" fmla="*/ 82459 w 129875"/>
                <a:gd name="csY10" fmla="*/ 64541 h 93469"/>
                <a:gd name="csX11" fmla="*/ 79271 w 129875"/>
                <a:gd name="csY11" fmla="*/ 75732 h 93469"/>
                <a:gd name="csX12" fmla="*/ 99464 w 129875"/>
                <a:gd name="csY12" fmla="*/ 93555 h 93469"/>
                <a:gd name="csX13" fmla="*/ 130073 w 129875"/>
                <a:gd name="csY13" fmla="*/ 61846 h 93469"/>
                <a:gd name="csX14" fmla="*/ 126672 w 129875"/>
                <a:gd name="csY14" fmla="*/ 59152 h 93469"/>
                <a:gd name="csX15" fmla="*/ 122634 w 129875"/>
                <a:gd name="csY15" fmla="*/ 62675 h 93469"/>
                <a:gd name="csX16" fmla="*/ 100102 w 129875"/>
                <a:gd name="csY16" fmla="*/ 87752 h 93469"/>
                <a:gd name="csX17" fmla="*/ 94788 w 129875"/>
                <a:gd name="csY17" fmla="*/ 80499 h 93469"/>
                <a:gd name="csX18" fmla="*/ 99677 w 129875"/>
                <a:gd name="csY18" fmla="*/ 63712 h 93469"/>
                <a:gd name="csX19" fmla="*/ 110943 w 129875"/>
                <a:gd name="csY19" fmla="*/ 23713 h 93469"/>
                <a:gd name="csX20" fmla="*/ 83310 w 129875"/>
                <a:gd name="csY20" fmla="*/ 86 h 93469"/>
                <a:gd name="csX21" fmla="*/ 47386 w 129875"/>
                <a:gd name="csY21" fmla="*/ 18946 h 93469"/>
                <a:gd name="csX22" fmla="*/ 24642 w 129875"/>
                <a:gd name="csY22" fmla="*/ 86 h 93469"/>
                <a:gd name="csX23" fmla="*/ 7850 w 129875"/>
                <a:gd name="csY23" fmla="*/ 11278 h 93469"/>
                <a:gd name="csX24" fmla="*/ 198 w 129875"/>
                <a:gd name="csY24" fmla="*/ 31795 h 93469"/>
                <a:gd name="csX25" fmla="*/ 3811 w 129875"/>
                <a:gd name="csY25" fmla="*/ 34489 h 93469"/>
                <a:gd name="csX26" fmla="*/ 8487 w 129875"/>
                <a:gd name="csY26" fmla="*/ 28272 h 93469"/>
                <a:gd name="csX27" fmla="*/ 24005 w 129875"/>
                <a:gd name="csY27" fmla="*/ 5889 h 93469"/>
                <a:gd name="csX28" fmla="*/ 31019 w 129875"/>
                <a:gd name="csY28" fmla="*/ 16044 h 93469"/>
                <a:gd name="csX29" fmla="*/ 27618 w 129875"/>
                <a:gd name="csY29" fmla="*/ 33246 h 93469"/>
                <a:gd name="csX30" fmla="*/ 22942 w 129875"/>
                <a:gd name="csY30" fmla="*/ 51898 h 93469"/>
                <a:gd name="csX31" fmla="*/ 16140 w 129875"/>
                <a:gd name="csY31" fmla="*/ 78426 h 93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875" h="93469">
                  <a:moveTo>
                    <a:pt x="16140" y="78426"/>
                  </a:moveTo>
                  <a:cubicBezTo>
                    <a:pt x="15289" y="81120"/>
                    <a:pt x="14014" y="86302"/>
                    <a:pt x="14014" y="86923"/>
                  </a:cubicBezTo>
                  <a:cubicBezTo>
                    <a:pt x="14014" y="91483"/>
                    <a:pt x="17840" y="93555"/>
                    <a:pt x="21241" y="93555"/>
                  </a:cubicBezTo>
                  <a:cubicBezTo>
                    <a:pt x="25067" y="93555"/>
                    <a:pt x="28468" y="90861"/>
                    <a:pt x="29531" y="88996"/>
                  </a:cubicBezTo>
                  <a:cubicBezTo>
                    <a:pt x="30594" y="87131"/>
                    <a:pt x="32295" y="80499"/>
                    <a:pt x="33357" y="76146"/>
                  </a:cubicBezTo>
                  <a:cubicBezTo>
                    <a:pt x="34420" y="72209"/>
                    <a:pt x="36758" y="62675"/>
                    <a:pt x="38034" y="57494"/>
                  </a:cubicBezTo>
                  <a:cubicBezTo>
                    <a:pt x="39309" y="52935"/>
                    <a:pt x="40584" y="48375"/>
                    <a:pt x="41647" y="43608"/>
                  </a:cubicBezTo>
                  <a:cubicBezTo>
                    <a:pt x="43985" y="35111"/>
                    <a:pt x="44411" y="33453"/>
                    <a:pt x="50575" y="24956"/>
                  </a:cubicBezTo>
                  <a:cubicBezTo>
                    <a:pt x="56527" y="16666"/>
                    <a:pt x="66517" y="5889"/>
                    <a:pt x="82459" y="5889"/>
                  </a:cubicBezTo>
                  <a:cubicBezTo>
                    <a:pt x="94788" y="5889"/>
                    <a:pt x="95001" y="16459"/>
                    <a:pt x="95001" y="20397"/>
                  </a:cubicBezTo>
                  <a:cubicBezTo>
                    <a:pt x="95001" y="32831"/>
                    <a:pt x="85860" y="55836"/>
                    <a:pt x="82459" y="64541"/>
                  </a:cubicBezTo>
                  <a:cubicBezTo>
                    <a:pt x="80121" y="70344"/>
                    <a:pt x="79271" y="72209"/>
                    <a:pt x="79271" y="75732"/>
                  </a:cubicBezTo>
                  <a:cubicBezTo>
                    <a:pt x="79271" y="86716"/>
                    <a:pt x="88624" y="93555"/>
                    <a:pt x="99464" y="93555"/>
                  </a:cubicBezTo>
                  <a:cubicBezTo>
                    <a:pt x="120721" y="93555"/>
                    <a:pt x="130073" y="64955"/>
                    <a:pt x="130073" y="61846"/>
                  </a:cubicBezTo>
                  <a:cubicBezTo>
                    <a:pt x="130073" y="59152"/>
                    <a:pt x="127310" y="59152"/>
                    <a:pt x="126672" y="59152"/>
                  </a:cubicBezTo>
                  <a:cubicBezTo>
                    <a:pt x="123697" y="59152"/>
                    <a:pt x="123484" y="60396"/>
                    <a:pt x="122634" y="62675"/>
                  </a:cubicBezTo>
                  <a:cubicBezTo>
                    <a:pt x="117745" y="79255"/>
                    <a:pt x="108605" y="87752"/>
                    <a:pt x="100102" y="87752"/>
                  </a:cubicBezTo>
                  <a:cubicBezTo>
                    <a:pt x="95638" y="87752"/>
                    <a:pt x="94788" y="84851"/>
                    <a:pt x="94788" y="80499"/>
                  </a:cubicBezTo>
                  <a:cubicBezTo>
                    <a:pt x="94788" y="75732"/>
                    <a:pt x="95851" y="73038"/>
                    <a:pt x="99677" y="63712"/>
                  </a:cubicBezTo>
                  <a:cubicBezTo>
                    <a:pt x="102228" y="57287"/>
                    <a:pt x="110943" y="35318"/>
                    <a:pt x="110943" y="23713"/>
                  </a:cubicBezTo>
                  <a:cubicBezTo>
                    <a:pt x="110943" y="3609"/>
                    <a:pt x="94575" y="86"/>
                    <a:pt x="83310" y="86"/>
                  </a:cubicBezTo>
                  <a:cubicBezTo>
                    <a:pt x="65667" y="86"/>
                    <a:pt x="53763" y="10656"/>
                    <a:pt x="47386" y="18946"/>
                  </a:cubicBezTo>
                  <a:cubicBezTo>
                    <a:pt x="45899" y="4646"/>
                    <a:pt x="33357" y="86"/>
                    <a:pt x="24642" y="86"/>
                  </a:cubicBezTo>
                  <a:cubicBezTo>
                    <a:pt x="15502" y="86"/>
                    <a:pt x="10613" y="6511"/>
                    <a:pt x="7850" y="11278"/>
                  </a:cubicBezTo>
                  <a:cubicBezTo>
                    <a:pt x="3173" y="18946"/>
                    <a:pt x="198" y="30759"/>
                    <a:pt x="198" y="31795"/>
                  </a:cubicBezTo>
                  <a:cubicBezTo>
                    <a:pt x="198" y="34489"/>
                    <a:pt x="3173" y="34489"/>
                    <a:pt x="3811" y="34489"/>
                  </a:cubicBezTo>
                  <a:cubicBezTo>
                    <a:pt x="6787" y="34489"/>
                    <a:pt x="7000" y="33868"/>
                    <a:pt x="8487" y="28272"/>
                  </a:cubicBezTo>
                  <a:cubicBezTo>
                    <a:pt x="11676" y="16044"/>
                    <a:pt x="15715" y="5889"/>
                    <a:pt x="24005" y="5889"/>
                  </a:cubicBezTo>
                  <a:cubicBezTo>
                    <a:pt x="29531" y="5889"/>
                    <a:pt x="31019" y="10449"/>
                    <a:pt x="31019" y="16044"/>
                  </a:cubicBezTo>
                  <a:cubicBezTo>
                    <a:pt x="31019" y="19982"/>
                    <a:pt x="29106" y="27650"/>
                    <a:pt x="27618" y="33246"/>
                  </a:cubicBezTo>
                  <a:cubicBezTo>
                    <a:pt x="26130" y="38842"/>
                    <a:pt x="24005" y="47339"/>
                    <a:pt x="22942" y="51898"/>
                  </a:cubicBezTo>
                  <a:lnTo>
                    <a:pt x="16140" y="78426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5EB693B-ABF3-C4AB-9FD2-C0C8675FA5BF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7944288" y="4188404"/>
              <a:ext cx="70449" cy="296069"/>
            </a:xfrm>
            <a:custGeom>
              <a:avLst/>
              <a:gdLst>
                <a:gd name="csX0" fmla="*/ 70652 w 70449"/>
                <a:gd name="csY0" fmla="*/ 148120 h 296069"/>
                <a:gd name="csX1" fmla="*/ 50611 w 70449"/>
                <a:gd name="csY1" fmla="*/ 55746 h 296069"/>
                <a:gd name="csX2" fmla="*/ 3240 w 70449"/>
                <a:gd name="csY2" fmla="*/ 85 h 296069"/>
                <a:gd name="csX3" fmla="*/ 203 w 70449"/>
                <a:gd name="csY3" fmla="*/ 3045 h 296069"/>
                <a:gd name="csX4" fmla="*/ 5973 w 70449"/>
                <a:gd name="csY4" fmla="*/ 9855 h 296069"/>
                <a:gd name="csX5" fmla="*/ 53040 w 70449"/>
                <a:gd name="csY5" fmla="*/ 148120 h 296069"/>
                <a:gd name="csX6" fmla="*/ 4151 w 70449"/>
                <a:gd name="csY6" fmla="*/ 288161 h 296069"/>
                <a:gd name="csX7" fmla="*/ 203 w 70449"/>
                <a:gd name="csY7" fmla="*/ 293194 h 296069"/>
                <a:gd name="csX8" fmla="*/ 3240 w 70449"/>
                <a:gd name="csY8" fmla="*/ 296154 h 296069"/>
                <a:gd name="csX9" fmla="*/ 51522 w 70449"/>
                <a:gd name="csY9" fmla="*/ 238421 h 296069"/>
                <a:gd name="csX10" fmla="*/ 70652 w 70449"/>
                <a:gd name="csY10" fmla="*/ 148120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652" y="148120"/>
                  </a:moveTo>
                  <a:cubicBezTo>
                    <a:pt x="70652" y="125026"/>
                    <a:pt x="67312" y="89202"/>
                    <a:pt x="50611" y="55746"/>
                  </a:cubicBezTo>
                  <a:cubicBezTo>
                    <a:pt x="32391" y="19329"/>
                    <a:pt x="6276" y="85"/>
                    <a:pt x="3240" y="85"/>
                  </a:cubicBezTo>
                  <a:cubicBezTo>
                    <a:pt x="1418" y="85"/>
                    <a:pt x="203" y="1269"/>
                    <a:pt x="203" y="3045"/>
                  </a:cubicBezTo>
                  <a:cubicBezTo>
                    <a:pt x="203" y="3934"/>
                    <a:pt x="203" y="4526"/>
                    <a:pt x="5973" y="9855"/>
                  </a:cubicBezTo>
                  <a:cubicBezTo>
                    <a:pt x="35731" y="39166"/>
                    <a:pt x="53040" y="86241"/>
                    <a:pt x="53040" y="148120"/>
                  </a:cubicBezTo>
                  <a:cubicBezTo>
                    <a:pt x="53040" y="198747"/>
                    <a:pt x="41805" y="250856"/>
                    <a:pt x="4151" y="288161"/>
                  </a:cubicBezTo>
                  <a:cubicBezTo>
                    <a:pt x="203" y="291713"/>
                    <a:pt x="203" y="292306"/>
                    <a:pt x="203" y="293194"/>
                  </a:cubicBezTo>
                  <a:cubicBezTo>
                    <a:pt x="203" y="294970"/>
                    <a:pt x="1418" y="296154"/>
                    <a:pt x="3240" y="296154"/>
                  </a:cubicBezTo>
                  <a:cubicBezTo>
                    <a:pt x="6276" y="296154"/>
                    <a:pt x="33606" y="276022"/>
                    <a:pt x="51522" y="238421"/>
                  </a:cubicBezTo>
                  <a:cubicBezTo>
                    <a:pt x="67008" y="205853"/>
                    <a:pt x="70652" y="172989"/>
                    <a:pt x="70652" y="148120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3260E3E-8B58-E775-75EE-AE982AA17254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8146423" y="4301799"/>
              <a:ext cx="201934" cy="69280"/>
            </a:xfrm>
            <a:custGeom>
              <a:avLst/>
              <a:gdLst>
                <a:gd name="csX0" fmla="*/ 191820 w 201934"/>
                <a:gd name="csY0" fmla="*/ 11927 h 69280"/>
                <a:gd name="csX1" fmla="*/ 202144 w 201934"/>
                <a:gd name="csY1" fmla="*/ 6006 h 69280"/>
                <a:gd name="csX2" fmla="*/ 192124 w 201934"/>
                <a:gd name="csY2" fmla="*/ 85 h 69280"/>
                <a:gd name="csX3" fmla="*/ 10230 w 201934"/>
                <a:gd name="csY3" fmla="*/ 85 h 69280"/>
                <a:gd name="csX4" fmla="*/ 210 w 201934"/>
                <a:gd name="csY4" fmla="*/ 6006 h 69280"/>
                <a:gd name="csX5" fmla="*/ 10534 w 201934"/>
                <a:gd name="csY5" fmla="*/ 11927 h 69280"/>
                <a:gd name="csX6" fmla="*/ 191820 w 201934"/>
                <a:gd name="csY6" fmla="*/ 11927 h 69280"/>
                <a:gd name="csX7" fmla="*/ 192124 w 201934"/>
                <a:gd name="csY7" fmla="*/ 69365 h 69280"/>
                <a:gd name="csX8" fmla="*/ 202144 w 201934"/>
                <a:gd name="csY8" fmla="*/ 63444 h 69280"/>
                <a:gd name="csX9" fmla="*/ 191820 w 201934"/>
                <a:gd name="csY9" fmla="*/ 57522 h 69280"/>
                <a:gd name="csX10" fmla="*/ 10534 w 201934"/>
                <a:gd name="csY10" fmla="*/ 57522 h 69280"/>
                <a:gd name="csX11" fmla="*/ 210 w 201934"/>
                <a:gd name="csY11" fmla="*/ 63444 h 69280"/>
                <a:gd name="csX12" fmla="*/ 10230 w 201934"/>
                <a:gd name="csY12" fmla="*/ 69365 h 69280"/>
                <a:gd name="csX13" fmla="*/ 192124 w 201934"/>
                <a:gd name="csY13" fmla="*/ 69365 h 692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934" h="69280">
                  <a:moveTo>
                    <a:pt x="191820" y="11927"/>
                  </a:moveTo>
                  <a:cubicBezTo>
                    <a:pt x="196375" y="11927"/>
                    <a:pt x="202144" y="11927"/>
                    <a:pt x="202144" y="6006"/>
                  </a:cubicBezTo>
                  <a:cubicBezTo>
                    <a:pt x="202144" y="85"/>
                    <a:pt x="196375" y="85"/>
                    <a:pt x="192124" y="85"/>
                  </a:cubicBezTo>
                  <a:lnTo>
                    <a:pt x="10230" y="85"/>
                  </a:lnTo>
                  <a:cubicBezTo>
                    <a:pt x="5979" y="85"/>
                    <a:pt x="210" y="85"/>
                    <a:pt x="210" y="6006"/>
                  </a:cubicBezTo>
                  <a:cubicBezTo>
                    <a:pt x="210" y="11927"/>
                    <a:pt x="5979" y="11927"/>
                    <a:pt x="10534" y="11927"/>
                  </a:cubicBezTo>
                  <a:lnTo>
                    <a:pt x="191820" y="11927"/>
                  </a:lnTo>
                  <a:close/>
                  <a:moveTo>
                    <a:pt x="192124" y="69365"/>
                  </a:moveTo>
                  <a:cubicBezTo>
                    <a:pt x="196375" y="69365"/>
                    <a:pt x="202144" y="69365"/>
                    <a:pt x="202144" y="63444"/>
                  </a:cubicBezTo>
                  <a:cubicBezTo>
                    <a:pt x="202144" y="57522"/>
                    <a:pt x="196375" y="57522"/>
                    <a:pt x="191820" y="57522"/>
                  </a:cubicBezTo>
                  <a:lnTo>
                    <a:pt x="10534" y="57522"/>
                  </a:lnTo>
                  <a:cubicBezTo>
                    <a:pt x="5979" y="57522"/>
                    <a:pt x="210" y="57522"/>
                    <a:pt x="210" y="63444"/>
                  </a:cubicBezTo>
                  <a:cubicBezTo>
                    <a:pt x="210" y="69365"/>
                    <a:pt x="5979" y="69365"/>
                    <a:pt x="10230" y="69365"/>
                  </a:cubicBezTo>
                  <a:lnTo>
                    <a:pt x="192124" y="69365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628A341-90D6-034E-D5B7-9296955B11A1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8462095" y="4208241"/>
              <a:ext cx="216814" cy="202215"/>
            </a:xfrm>
            <a:custGeom>
              <a:avLst/>
              <a:gdLst>
                <a:gd name="csX0" fmla="*/ 80083 w 216814"/>
                <a:gd name="csY0" fmla="*/ 108742 h 202215"/>
                <a:gd name="csX1" fmla="*/ 131705 w 216814"/>
                <a:gd name="csY1" fmla="*/ 108742 h 202215"/>
                <a:gd name="csX2" fmla="*/ 217034 w 216814"/>
                <a:gd name="csY2" fmla="*/ 44791 h 202215"/>
                <a:gd name="csX3" fmla="*/ 157213 w 216814"/>
                <a:gd name="csY3" fmla="*/ 85 h 202215"/>
                <a:gd name="csX4" fmla="*/ 58827 w 216814"/>
                <a:gd name="csY4" fmla="*/ 85 h 202215"/>
                <a:gd name="csX5" fmla="*/ 49717 w 216814"/>
                <a:gd name="csY5" fmla="*/ 5710 h 202215"/>
                <a:gd name="csX6" fmla="*/ 58523 w 216814"/>
                <a:gd name="csY6" fmla="*/ 9263 h 202215"/>
                <a:gd name="csX7" fmla="*/ 71581 w 216814"/>
                <a:gd name="csY7" fmla="*/ 9855 h 202215"/>
                <a:gd name="csX8" fmla="*/ 78261 w 216814"/>
                <a:gd name="csY8" fmla="*/ 14592 h 202215"/>
                <a:gd name="csX9" fmla="*/ 77046 w 216814"/>
                <a:gd name="csY9" fmla="*/ 20217 h 202215"/>
                <a:gd name="csX10" fmla="*/ 36356 w 216814"/>
                <a:gd name="csY10" fmla="*/ 179207 h 202215"/>
                <a:gd name="csX11" fmla="*/ 8723 w 216814"/>
                <a:gd name="csY11" fmla="*/ 193122 h 202215"/>
                <a:gd name="csX12" fmla="*/ 220 w 216814"/>
                <a:gd name="csY12" fmla="*/ 198747 h 202215"/>
                <a:gd name="csX13" fmla="*/ 4775 w 216814"/>
                <a:gd name="csY13" fmla="*/ 202300 h 202215"/>
                <a:gd name="csX14" fmla="*/ 43340 w 216814"/>
                <a:gd name="csY14" fmla="*/ 201412 h 202215"/>
                <a:gd name="csX15" fmla="*/ 62774 w 216814"/>
                <a:gd name="csY15" fmla="*/ 201708 h 202215"/>
                <a:gd name="csX16" fmla="*/ 82512 w 216814"/>
                <a:gd name="csY16" fmla="*/ 202300 h 202215"/>
                <a:gd name="csX17" fmla="*/ 88586 w 216814"/>
                <a:gd name="csY17" fmla="*/ 196379 h 202215"/>
                <a:gd name="csX18" fmla="*/ 80083 w 216814"/>
                <a:gd name="csY18" fmla="*/ 193122 h 202215"/>
                <a:gd name="csX19" fmla="*/ 60345 w 216814"/>
                <a:gd name="csY19" fmla="*/ 187793 h 202215"/>
                <a:gd name="csX20" fmla="*/ 61256 w 216814"/>
                <a:gd name="csY20" fmla="*/ 182760 h 202215"/>
                <a:gd name="csX21" fmla="*/ 80083 w 216814"/>
                <a:gd name="csY21" fmla="*/ 108742 h 202215"/>
                <a:gd name="csX22" fmla="*/ 101947 w 216814"/>
                <a:gd name="csY22" fmla="*/ 20513 h 202215"/>
                <a:gd name="csX23" fmla="*/ 118344 w 216814"/>
                <a:gd name="csY23" fmla="*/ 9263 h 202215"/>
                <a:gd name="csX24" fmla="*/ 147496 w 216814"/>
                <a:gd name="csY24" fmla="*/ 9263 h 202215"/>
                <a:gd name="csX25" fmla="*/ 188794 w 216814"/>
                <a:gd name="csY25" fmla="*/ 37686 h 202215"/>
                <a:gd name="csX26" fmla="*/ 170878 w 216814"/>
                <a:gd name="csY26" fmla="*/ 85353 h 202215"/>
                <a:gd name="csX27" fmla="*/ 124114 w 216814"/>
                <a:gd name="csY27" fmla="*/ 101044 h 202215"/>
                <a:gd name="csX28" fmla="*/ 81298 w 216814"/>
                <a:gd name="csY28" fmla="*/ 101044 h 202215"/>
                <a:gd name="csX29" fmla="*/ 101947 w 216814"/>
                <a:gd name="csY29" fmla="*/ 20513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814" h="202215">
                  <a:moveTo>
                    <a:pt x="80083" y="108742"/>
                  </a:moveTo>
                  <a:lnTo>
                    <a:pt x="131705" y="108742"/>
                  </a:lnTo>
                  <a:cubicBezTo>
                    <a:pt x="174825" y="108742"/>
                    <a:pt x="217034" y="77951"/>
                    <a:pt x="217034" y="44791"/>
                  </a:cubicBezTo>
                  <a:cubicBezTo>
                    <a:pt x="217034" y="21994"/>
                    <a:pt x="196993" y="85"/>
                    <a:pt x="157213" y="85"/>
                  </a:cubicBezTo>
                  <a:lnTo>
                    <a:pt x="58827" y="85"/>
                  </a:lnTo>
                  <a:cubicBezTo>
                    <a:pt x="53057" y="85"/>
                    <a:pt x="49717" y="85"/>
                    <a:pt x="49717" y="5710"/>
                  </a:cubicBezTo>
                  <a:cubicBezTo>
                    <a:pt x="49717" y="9263"/>
                    <a:pt x="52450" y="9263"/>
                    <a:pt x="58523" y="9263"/>
                  </a:cubicBezTo>
                  <a:cubicBezTo>
                    <a:pt x="62471" y="9263"/>
                    <a:pt x="67937" y="9559"/>
                    <a:pt x="71581" y="9855"/>
                  </a:cubicBezTo>
                  <a:cubicBezTo>
                    <a:pt x="76439" y="10447"/>
                    <a:pt x="78261" y="11335"/>
                    <a:pt x="78261" y="14592"/>
                  </a:cubicBezTo>
                  <a:cubicBezTo>
                    <a:pt x="78261" y="15776"/>
                    <a:pt x="77957" y="16665"/>
                    <a:pt x="77046" y="20217"/>
                  </a:cubicBezTo>
                  <a:lnTo>
                    <a:pt x="36356" y="179207"/>
                  </a:lnTo>
                  <a:cubicBezTo>
                    <a:pt x="33319" y="190754"/>
                    <a:pt x="32712" y="193122"/>
                    <a:pt x="8723" y="193122"/>
                  </a:cubicBezTo>
                  <a:cubicBezTo>
                    <a:pt x="3560" y="193122"/>
                    <a:pt x="220" y="193122"/>
                    <a:pt x="220" y="198747"/>
                  </a:cubicBezTo>
                  <a:cubicBezTo>
                    <a:pt x="220" y="202300"/>
                    <a:pt x="3864" y="202300"/>
                    <a:pt x="4775" y="202300"/>
                  </a:cubicBezTo>
                  <a:cubicBezTo>
                    <a:pt x="13278" y="202300"/>
                    <a:pt x="34837" y="201412"/>
                    <a:pt x="43340" y="201412"/>
                  </a:cubicBezTo>
                  <a:cubicBezTo>
                    <a:pt x="49717" y="201412"/>
                    <a:pt x="56397" y="201708"/>
                    <a:pt x="62774" y="201708"/>
                  </a:cubicBezTo>
                  <a:cubicBezTo>
                    <a:pt x="69455" y="201708"/>
                    <a:pt x="76135" y="202300"/>
                    <a:pt x="82512" y="202300"/>
                  </a:cubicBezTo>
                  <a:cubicBezTo>
                    <a:pt x="84638" y="202300"/>
                    <a:pt x="88586" y="202300"/>
                    <a:pt x="88586" y="196379"/>
                  </a:cubicBezTo>
                  <a:cubicBezTo>
                    <a:pt x="88586" y="193122"/>
                    <a:pt x="85853" y="193122"/>
                    <a:pt x="80083" y="193122"/>
                  </a:cubicBezTo>
                  <a:cubicBezTo>
                    <a:pt x="68848" y="193122"/>
                    <a:pt x="60345" y="193122"/>
                    <a:pt x="60345" y="187793"/>
                  </a:cubicBezTo>
                  <a:cubicBezTo>
                    <a:pt x="60345" y="186016"/>
                    <a:pt x="60952" y="184536"/>
                    <a:pt x="61256" y="182760"/>
                  </a:cubicBezTo>
                  <a:lnTo>
                    <a:pt x="80083" y="108742"/>
                  </a:lnTo>
                  <a:close/>
                  <a:moveTo>
                    <a:pt x="101947" y="20513"/>
                  </a:moveTo>
                  <a:cubicBezTo>
                    <a:pt x="104680" y="10151"/>
                    <a:pt x="105287" y="9263"/>
                    <a:pt x="118344" y="9263"/>
                  </a:cubicBezTo>
                  <a:lnTo>
                    <a:pt x="147496" y="9263"/>
                  </a:lnTo>
                  <a:cubicBezTo>
                    <a:pt x="172700" y="9263"/>
                    <a:pt x="188794" y="17257"/>
                    <a:pt x="188794" y="37686"/>
                  </a:cubicBezTo>
                  <a:cubicBezTo>
                    <a:pt x="188794" y="49232"/>
                    <a:pt x="182721" y="74694"/>
                    <a:pt x="170878" y="85353"/>
                  </a:cubicBezTo>
                  <a:cubicBezTo>
                    <a:pt x="155695" y="98676"/>
                    <a:pt x="137475" y="101044"/>
                    <a:pt x="124114" y="101044"/>
                  </a:cubicBezTo>
                  <a:lnTo>
                    <a:pt x="81298" y="101044"/>
                  </a:lnTo>
                  <a:lnTo>
                    <a:pt x="101947" y="2051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14BEC9D-E674-B941-CCD7-F68B453697B8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8717141" y="4188404"/>
              <a:ext cx="70449" cy="296069"/>
            </a:xfrm>
            <a:custGeom>
              <a:avLst/>
              <a:gdLst>
                <a:gd name="csX0" fmla="*/ 70677 w 70449"/>
                <a:gd name="csY0" fmla="*/ 293194 h 296069"/>
                <a:gd name="csX1" fmla="*/ 65515 w 70449"/>
                <a:gd name="csY1" fmla="*/ 286680 h 296069"/>
                <a:gd name="csX2" fmla="*/ 17840 w 70449"/>
                <a:gd name="csY2" fmla="*/ 148120 h 296069"/>
                <a:gd name="csX3" fmla="*/ 66730 w 70449"/>
                <a:gd name="csY3" fmla="*/ 8079 h 296069"/>
                <a:gd name="csX4" fmla="*/ 70677 w 70449"/>
                <a:gd name="csY4" fmla="*/ 3045 h 296069"/>
                <a:gd name="csX5" fmla="*/ 67641 w 70449"/>
                <a:gd name="csY5" fmla="*/ 85 h 296069"/>
                <a:gd name="csX6" fmla="*/ 19359 w 70449"/>
                <a:gd name="csY6" fmla="*/ 57818 h 296069"/>
                <a:gd name="csX7" fmla="*/ 228 w 70449"/>
                <a:gd name="csY7" fmla="*/ 148120 h 296069"/>
                <a:gd name="csX8" fmla="*/ 20270 w 70449"/>
                <a:gd name="csY8" fmla="*/ 240493 h 296069"/>
                <a:gd name="csX9" fmla="*/ 67641 w 70449"/>
                <a:gd name="csY9" fmla="*/ 296154 h 296069"/>
                <a:gd name="csX10" fmla="*/ 70677 w 70449"/>
                <a:gd name="csY10" fmla="*/ 293194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677" y="293194"/>
                  </a:moveTo>
                  <a:cubicBezTo>
                    <a:pt x="70677" y="292306"/>
                    <a:pt x="70677" y="291713"/>
                    <a:pt x="65515" y="286680"/>
                  </a:cubicBezTo>
                  <a:cubicBezTo>
                    <a:pt x="27557" y="249375"/>
                    <a:pt x="17840" y="193418"/>
                    <a:pt x="17840" y="148120"/>
                  </a:cubicBezTo>
                  <a:cubicBezTo>
                    <a:pt x="17840" y="96603"/>
                    <a:pt x="29379" y="45087"/>
                    <a:pt x="66730" y="8079"/>
                  </a:cubicBezTo>
                  <a:cubicBezTo>
                    <a:pt x="70677" y="4526"/>
                    <a:pt x="70677" y="3934"/>
                    <a:pt x="70677" y="3045"/>
                  </a:cubicBezTo>
                  <a:cubicBezTo>
                    <a:pt x="70677" y="973"/>
                    <a:pt x="69463" y="85"/>
                    <a:pt x="67641" y="85"/>
                  </a:cubicBezTo>
                  <a:cubicBezTo>
                    <a:pt x="64604" y="85"/>
                    <a:pt x="37275" y="20217"/>
                    <a:pt x="19359" y="57818"/>
                  </a:cubicBezTo>
                  <a:cubicBezTo>
                    <a:pt x="3872" y="90386"/>
                    <a:pt x="228" y="123250"/>
                    <a:pt x="228" y="148120"/>
                  </a:cubicBezTo>
                  <a:cubicBezTo>
                    <a:pt x="228" y="171213"/>
                    <a:pt x="3568" y="207037"/>
                    <a:pt x="20270" y="240493"/>
                  </a:cubicBezTo>
                  <a:cubicBezTo>
                    <a:pt x="38489" y="276910"/>
                    <a:pt x="64604" y="296154"/>
                    <a:pt x="67641" y="296154"/>
                  </a:cubicBezTo>
                  <a:cubicBezTo>
                    <a:pt x="69463" y="296154"/>
                    <a:pt x="70677" y="295266"/>
                    <a:pt x="70677" y="293194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0BA5B93-17FB-D0A5-5C4D-274E5EABAD83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8813975" y="4279593"/>
              <a:ext cx="151223" cy="134119"/>
            </a:xfrm>
            <a:custGeom>
              <a:avLst/>
              <a:gdLst>
                <a:gd name="csX0" fmla="*/ 92848 w 151223"/>
                <a:gd name="csY0" fmla="*/ 41534 h 134119"/>
                <a:gd name="csX1" fmla="*/ 122911 w 151223"/>
                <a:gd name="csY1" fmla="*/ 6598 h 134119"/>
                <a:gd name="csX2" fmla="*/ 138094 w 151223"/>
                <a:gd name="csY2" fmla="*/ 10447 h 134119"/>
                <a:gd name="csX3" fmla="*/ 123518 w 151223"/>
                <a:gd name="csY3" fmla="*/ 26435 h 134119"/>
                <a:gd name="csX4" fmla="*/ 135057 w 151223"/>
                <a:gd name="csY4" fmla="*/ 36797 h 134119"/>
                <a:gd name="csX5" fmla="*/ 151455 w 151223"/>
                <a:gd name="csY5" fmla="*/ 19625 h 134119"/>
                <a:gd name="csX6" fmla="*/ 123215 w 151223"/>
                <a:gd name="csY6" fmla="*/ 85 h 134119"/>
                <a:gd name="csX7" fmla="*/ 91330 w 151223"/>
                <a:gd name="csY7" fmla="*/ 22586 h 134119"/>
                <a:gd name="csX8" fmla="*/ 58535 w 151223"/>
                <a:gd name="csY8" fmla="*/ 85 h 134119"/>
                <a:gd name="csX9" fmla="*/ 9645 w 151223"/>
                <a:gd name="csY9" fmla="*/ 45679 h 134119"/>
                <a:gd name="csX10" fmla="*/ 13289 w 151223"/>
                <a:gd name="csY10" fmla="*/ 48640 h 134119"/>
                <a:gd name="csX11" fmla="*/ 17237 w 151223"/>
                <a:gd name="csY11" fmla="*/ 45383 h 134119"/>
                <a:gd name="csX12" fmla="*/ 57927 w 151223"/>
                <a:gd name="csY12" fmla="*/ 6598 h 134119"/>
                <a:gd name="csX13" fmla="*/ 74325 w 151223"/>
                <a:gd name="csY13" fmla="*/ 26435 h 134119"/>
                <a:gd name="csX14" fmla="*/ 57927 w 151223"/>
                <a:gd name="csY14" fmla="*/ 96899 h 134119"/>
                <a:gd name="csX15" fmla="*/ 29080 w 151223"/>
                <a:gd name="csY15" fmla="*/ 127691 h 134119"/>
                <a:gd name="csX16" fmla="*/ 13896 w 151223"/>
                <a:gd name="csY16" fmla="*/ 123842 h 134119"/>
                <a:gd name="csX17" fmla="*/ 28169 w 151223"/>
                <a:gd name="csY17" fmla="*/ 107854 h 134119"/>
                <a:gd name="csX18" fmla="*/ 16933 w 151223"/>
                <a:gd name="csY18" fmla="*/ 97492 h 134119"/>
                <a:gd name="csX19" fmla="*/ 232 w 151223"/>
                <a:gd name="csY19" fmla="*/ 114664 h 134119"/>
                <a:gd name="csX20" fmla="*/ 28776 w 151223"/>
                <a:gd name="csY20" fmla="*/ 134204 h 134119"/>
                <a:gd name="csX21" fmla="*/ 60660 w 151223"/>
                <a:gd name="csY21" fmla="*/ 111703 h 134119"/>
                <a:gd name="csX22" fmla="*/ 93456 w 151223"/>
                <a:gd name="csY22" fmla="*/ 134204 h 134119"/>
                <a:gd name="csX23" fmla="*/ 142042 w 151223"/>
                <a:gd name="csY23" fmla="*/ 88610 h 134119"/>
                <a:gd name="csX24" fmla="*/ 138398 w 151223"/>
                <a:gd name="csY24" fmla="*/ 85649 h 134119"/>
                <a:gd name="csX25" fmla="*/ 134450 w 151223"/>
                <a:gd name="csY25" fmla="*/ 88906 h 134119"/>
                <a:gd name="csX26" fmla="*/ 94063 w 151223"/>
                <a:gd name="csY26" fmla="*/ 127691 h 134119"/>
                <a:gd name="csX27" fmla="*/ 77362 w 151223"/>
                <a:gd name="csY27" fmla="*/ 108150 h 134119"/>
                <a:gd name="csX28" fmla="*/ 82524 w 151223"/>
                <a:gd name="csY28" fmla="*/ 82096 h 134119"/>
                <a:gd name="csX29" fmla="*/ 92848 w 151223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223" h="134119">
                  <a:moveTo>
                    <a:pt x="92848" y="41534"/>
                  </a:moveTo>
                  <a:cubicBezTo>
                    <a:pt x="94670" y="33837"/>
                    <a:pt x="101655" y="6598"/>
                    <a:pt x="122911" y="6598"/>
                  </a:cubicBezTo>
                  <a:cubicBezTo>
                    <a:pt x="124429" y="6598"/>
                    <a:pt x="131717" y="6598"/>
                    <a:pt x="138094" y="10447"/>
                  </a:cubicBezTo>
                  <a:cubicBezTo>
                    <a:pt x="129591" y="11927"/>
                    <a:pt x="123518" y="19329"/>
                    <a:pt x="123518" y="26435"/>
                  </a:cubicBezTo>
                  <a:cubicBezTo>
                    <a:pt x="123518" y="31172"/>
                    <a:pt x="126858" y="36797"/>
                    <a:pt x="135057" y="36797"/>
                  </a:cubicBezTo>
                  <a:cubicBezTo>
                    <a:pt x="141738" y="36797"/>
                    <a:pt x="151455" y="31468"/>
                    <a:pt x="151455" y="19625"/>
                  </a:cubicBezTo>
                  <a:cubicBezTo>
                    <a:pt x="151455" y="4230"/>
                    <a:pt x="133539" y="85"/>
                    <a:pt x="123215" y="85"/>
                  </a:cubicBezTo>
                  <a:cubicBezTo>
                    <a:pt x="105602" y="85"/>
                    <a:pt x="94974" y="15776"/>
                    <a:pt x="91330" y="22586"/>
                  </a:cubicBezTo>
                  <a:cubicBezTo>
                    <a:pt x="83739" y="3045"/>
                    <a:pt x="67341" y="85"/>
                    <a:pt x="58535" y="85"/>
                  </a:cubicBezTo>
                  <a:cubicBezTo>
                    <a:pt x="26954" y="85"/>
                    <a:pt x="9645" y="38278"/>
                    <a:pt x="9645" y="45679"/>
                  </a:cubicBezTo>
                  <a:cubicBezTo>
                    <a:pt x="9645" y="48640"/>
                    <a:pt x="12682" y="48640"/>
                    <a:pt x="13289" y="48640"/>
                  </a:cubicBezTo>
                  <a:cubicBezTo>
                    <a:pt x="15718" y="48640"/>
                    <a:pt x="16629" y="48048"/>
                    <a:pt x="17237" y="45383"/>
                  </a:cubicBezTo>
                  <a:cubicBezTo>
                    <a:pt x="27561" y="14000"/>
                    <a:pt x="47603" y="6598"/>
                    <a:pt x="57927" y="6598"/>
                  </a:cubicBezTo>
                  <a:cubicBezTo>
                    <a:pt x="63697" y="6598"/>
                    <a:pt x="74325" y="9263"/>
                    <a:pt x="74325" y="26435"/>
                  </a:cubicBezTo>
                  <a:cubicBezTo>
                    <a:pt x="74325" y="35613"/>
                    <a:pt x="69163" y="55450"/>
                    <a:pt x="57927" y="96899"/>
                  </a:cubicBezTo>
                  <a:cubicBezTo>
                    <a:pt x="53069" y="115256"/>
                    <a:pt x="42441" y="127691"/>
                    <a:pt x="29080" y="127691"/>
                  </a:cubicBezTo>
                  <a:cubicBezTo>
                    <a:pt x="27258" y="127691"/>
                    <a:pt x="20273" y="127691"/>
                    <a:pt x="13896" y="123842"/>
                  </a:cubicBezTo>
                  <a:cubicBezTo>
                    <a:pt x="21488" y="122361"/>
                    <a:pt x="28169" y="116144"/>
                    <a:pt x="28169" y="107854"/>
                  </a:cubicBezTo>
                  <a:cubicBezTo>
                    <a:pt x="28169" y="99860"/>
                    <a:pt x="21488" y="97492"/>
                    <a:pt x="16933" y="97492"/>
                  </a:cubicBezTo>
                  <a:cubicBezTo>
                    <a:pt x="7823" y="97492"/>
                    <a:pt x="232" y="105189"/>
                    <a:pt x="232" y="114664"/>
                  </a:cubicBezTo>
                  <a:cubicBezTo>
                    <a:pt x="232" y="128283"/>
                    <a:pt x="15415" y="134204"/>
                    <a:pt x="28776" y="134204"/>
                  </a:cubicBezTo>
                  <a:cubicBezTo>
                    <a:pt x="48818" y="134204"/>
                    <a:pt x="59749" y="113479"/>
                    <a:pt x="60660" y="111703"/>
                  </a:cubicBezTo>
                  <a:cubicBezTo>
                    <a:pt x="64304" y="122658"/>
                    <a:pt x="75236" y="134204"/>
                    <a:pt x="93456" y="134204"/>
                  </a:cubicBezTo>
                  <a:cubicBezTo>
                    <a:pt x="124733" y="134204"/>
                    <a:pt x="142042" y="96011"/>
                    <a:pt x="142042" y="88610"/>
                  </a:cubicBezTo>
                  <a:cubicBezTo>
                    <a:pt x="142042" y="85649"/>
                    <a:pt x="139309" y="85649"/>
                    <a:pt x="138398" y="85649"/>
                  </a:cubicBezTo>
                  <a:cubicBezTo>
                    <a:pt x="135665" y="85649"/>
                    <a:pt x="135057" y="86833"/>
                    <a:pt x="134450" y="88906"/>
                  </a:cubicBezTo>
                  <a:cubicBezTo>
                    <a:pt x="124429" y="120585"/>
                    <a:pt x="103780" y="127691"/>
                    <a:pt x="94063" y="127691"/>
                  </a:cubicBezTo>
                  <a:cubicBezTo>
                    <a:pt x="82220" y="127691"/>
                    <a:pt x="77362" y="118217"/>
                    <a:pt x="77362" y="108150"/>
                  </a:cubicBezTo>
                  <a:cubicBezTo>
                    <a:pt x="77362" y="101637"/>
                    <a:pt x="79184" y="95123"/>
                    <a:pt x="82524" y="82096"/>
                  </a:cubicBezTo>
                  <a:lnTo>
                    <a:pt x="92848" y="41534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616295B-5CBF-B569-53E3-712B1CEC9B0E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9001890" y="4317253"/>
              <a:ext cx="77372" cy="137613"/>
            </a:xfrm>
            <a:custGeom>
              <a:avLst/>
              <a:gdLst>
                <a:gd name="csX0" fmla="*/ 48277 w 77372"/>
                <a:gd name="csY0" fmla="*/ 5889 h 137613"/>
                <a:gd name="csX1" fmla="*/ 41900 w 77372"/>
                <a:gd name="csY1" fmla="*/ 86 h 137613"/>
                <a:gd name="csX2" fmla="*/ 237 w 77372"/>
                <a:gd name="csY2" fmla="*/ 13350 h 137613"/>
                <a:gd name="csX3" fmla="*/ 237 w 77372"/>
                <a:gd name="csY3" fmla="*/ 20811 h 137613"/>
                <a:gd name="csX4" fmla="*/ 31059 w 77372"/>
                <a:gd name="csY4" fmla="*/ 15008 h 137613"/>
                <a:gd name="csX5" fmla="*/ 31059 w 77372"/>
                <a:gd name="csY5" fmla="*/ 120705 h 137613"/>
                <a:gd name="csX6" fmla="*/ 9803 w 77372"/>
                <a:gd name="csY6" fmla="*/ 130238 h 137613"/>
                <a:gd name="csX7" fmla="*/ 1725 w 77372"/>
                <a:gd name="csY7" fmla="*/ 130238 h 137613"/>
                <a:gd name="csX8" fmla="*/ 1725 w 77372"/>
                <a:gd name="csY8" fmla="*/ 137699 h 137613"/>
                <a:gd name="csX9" fmla="*/ 39562 w 77372"/>
                <a:gd name="csY9" fmla="*/ 136870 h 137613"/>
                <a:gd name="csX10" fmla="*/ 77610 w 77372"/>
                <a:gd name="csY10" fmla="*/ 137699 h 137613"/>
                <a:gd name="csX11" fmla="*/ 77610 w 77372"/>
                <a:gd name="csY11" fmla="*/ 130238 h 137613"/>
                <a:gd name="csX12" fmla="*/ 69533 w 77372"/>
                <a:gd name="csY12" fmla="*/ 130238 h 137613"/>
                <a:gd name="csX13" fmla="*/ 48277 w 77372"/>
                <a:gd name="csY13" fmla="*/ 120705 h 137613"/>
                <a:gd name="csX14" fmla="*/ 48277 w 77372"/>
                <a:gd name="csY14" fmla="*/ 5889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72" h="137613">
                  <a:moveTo>
                    <a:pt x="48277" y="5889"/>
                  </a:moveTo>
                  <a:cubicBezTo>
                    <a:pt x="48277" y="293"/>
                    <a:pt x="47852" y="86"/>
                    <a:pt x="41900" y="86"/>
                  </a:cubicBezTo>
                  <a:cubicBezTo>
                    <a:pt x="28296" y="13143"/>
                    <a:pt x="8953" y="13350"/>
                    <a:pt x="237" y="13350"/>
                  </a:cubicBezTo>
                  <a:lnTo>
                    <a:pt x="237" y="20811"/>
                  </a:lnTo>
                  <a:cubicBezTo>
                    <a:pt x="5339" y="20811"/>
                    <a:pt x="19368" y="20811"/>
                    <a:pt x="31059" y="15008"/>
                  </a:cubicBezTo>
                  <a:lnTo>
                    <a:pt x="31059" y="120705"/>
                  </a:lnTo>
                  <a:cubicBezTo>
                    <a:pt x="31059" y="127544"/>
                    <a:pt x="31059" y="130238"/>
                    <a:pt x="9803" y="130238"/>
                  </a:cubicBezTo>
                  <a:lnTo>
                    <a:pt x="1725" y="130238"/>
                  </a:lnTo>
                  <a:lnTo>
                    <a:pt x="1725" y="137699"/>
                  </a:lnTo>
                  <a:cubicBezTo>
                    <a:pt x="5552" y="137492"/>
                    <a:pt x="31697" y="136870"/>
                    <a:pt x="39562" y="136870"/>
                  </a:cubicBezTo>
                  <a:cubicBezTo>
                    <a:pt x="46151" y="136870"/>
                    <a:pt x="72934" y="137492"/>
                    <a:pt x="77610" y="137699"/>
                  </a:cubicBezTo>
                  <a:lnTo>
                    <a:pt x="77610" y="130238"/>
                  </a:lnTo>
                  <a:lnTo>
                    <a:pt x="69533" y="130238"/>
                  </a:lnTo>
                  <a:cubicBezTo>
                    <a:pt x="48277" y="130238"/>
                    <a:pt x="48277" y="127544"/>
                    <a:pt x="48277" y="120705"/>
                  </a:cubicBezTo>
                  <a:lnTo>
                    <a:pt x="48277" y="5889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9F783DF-9F0F-50C7-E6C4-7303052DAF20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9141062" y="4379073"/>
              <a:ext cx="35528" cy="88524"/>
            </a:xfrm>
            <a:custGeom>
              <a:avLst/>
              <a:gdLst>
                <a:gd name="csX0" fmla="*/ 35770 w 35528"/>
                <a:gd name="csY0" fmla="*/ 31172 h 88524"/>
                <a:gd name="csX1" fmla="*/ 16336 w 35528"/>
                <a:gd name="csY1" fmla="*/ 85 h 88524"/>
                <a:gd name="csX2" fmla="*/ 242 w 35528"/>
                <a:gd name="csY2" fmla="*/ 15776 h 88524"/>
                <a:gd name="csX3" fmla="*/ 16336 w 35528"/>
                <a:gd name="csY3" fmla="*/ 31468 h 88524"/>
                <a:gd name="csX4" fmla="*/ 26964 w 35528"/>
                <a:gd name="csY4" fmla="*/ 27619 h 88524"/>
                <a:gd name="csX5" fmla="*/ 28482 w 35528"/>
                <a:gd name="csY5" fmla="*/ 26731 h 88524"/>
                <a:gd name="csX6" fmla="*/ 29090 w 35528"/>
                <a:gd name="csY6" fmla="*/ 31172 h 88524"/>
                <a:gd name="csX7" fmla="*/ 8441 w 35528"/>
                <a:gd name="csY7" fmla="*/ 80616 h 88524"/>
                <a:gd name="csX8" fmla="*/ 5100 w 35528"/>
                <a:gd name="csY8" fmla="*/ 85353 h 88524"/>
                <a:gd name="csX9" fmla="*/ 8137 w 35528"/>
                <a:gd name="csY9" fmla="*/ 88610 h 88524"/>
                <a:gd name="csX10" fmla="*/ 35770 w 35528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28" h="88524">
                  <a:moveTo>
                    <a:pt x="35770" y="31172"/>
                  </a:moveTo>
                  <a:cubicBezTo>
                    <a:pt x="35770" y="11631"/>
                    <a:pt x="28179" y="85"/>
                    <a:pt x="16336" y="85"/>
                  </a:cubicBezTo>
                  <a:cubicBezTo>
                    <a:pt x="6315" y="85"/>
                    <a:pt x="242" y="7486"/>
                    <a:pt x="242" y="15776"/>
                  </a:cubicBezTo>
                  <a:cubicBezTo>
                    <a:pt x="242" y="23770"/>
                    <a:pt x="6315" y="31468"/>
                    <a:pt x="16336" y="31468"/>
                  </a:cubicBezTo>
                  <a:cubicBezTo>
                    <a:pt x="19980" y="31468"/>
                    <a:pt x="23928" y="30284"/>
                    <a:pt x="26964" y="27619"/>
                  </a:cubicBezTo>
                  <a:cubicBezTo>
                    <a:pt x="27875" y="27027"/>
                    <a:pt x="28179" y="26731"/>
                    <a:pt x="28482" y="26731"/>
                  </a:cubicBezTo>
                  <a:cubicBezTo>
                    <a:pt x="28786" y="26731"/>
                    <a:pt x="29090" y="27027"/>
                    <a:pt x="29090" y="31172"/>
                  </a:cubicBezTo>
                  <a:cubicBezTo>
                    <a:pt x="29090" y="53081"/>
                    <a:pt x="18462" y="70845"/>
                    <a:pt x="8441" y="80616"/>
                  </a:cubicBezTo>
                  <a:cubicBezTo>
                    <a:pt x="5100" y="83872"/>
                    <a:pt x="5100" y="84465"/>
                    <a:pt x="5100" y="85353"/>
                  </a:cubicBezTo>
                  <a:cubicBezTo>
                    <a:pt x="5100" y="87425"/>
                    <a:pt x="6619" y="88610"/>
                    <a:pt x="8137" y="88610"/>
                  </a:cubicBezTo>
                  <a:cubicBezTo>
                    <a:pt x="11477" y="88610"/>
                    <a:pt x="35770" y="65812"/>
                    <a:pt x="35770" y="3117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2D93DFF-6D0E-9022-1CFB-A01FBBF51D3C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9258713" y="4279593"/>
              <a:ext cx="151223" cy="134119"/>
            </a:xfrm>
            <a:custGeom>
              <a:avLst/>
              <a:gdLst>
                <a:gd name="csX0" fmla="*/ 92863 w 151223"/>
                <a:gd name="csY0" fmla="*/ 41534 h 134119"/>
                <a:gd name="csX1" fmla="*/ 122925 w 151223"/>
                <a:gd name="csY1" fmla="*/ 6598 h 134119"/>
                <a:gd name="csX2" fmla="*/ 138109 w 151223"/>
                <a:gd name="csY2" fmla="*/ 10447 h 134119"/>
                <a:gd name="csX3" fmla="*/ 123533 w 151223"/>
                <a:gd name="csY3" fmla="*/ 26435 h 134119"/>
                <a:gd name="csX4" fmla="*/ 135072 w 151223"/>
                <a:gd name="csY4" fmla="*/ 36797 h 134119"/>
                <a:gd name="csX5" fmla="*/ 151470 w 151223"/>
                <a:gd name="csY5" fmla="*/ 19625 h 134119"/>
                <a:gd name="csX6" fmla="*/ 123229 w 151223"/>
                <a:gd name="csY6" fmla="*/ 85 h 134119"/>
                <a:gd name="csX7" fmla="*/ 91345 w 151223"/>
                <a:gd name="csY7" fmla="*/ 22586 h 134119"/>
                <a:gd name="csX8" fmla="*/ 58549 w 151223"/>
                <a:gd name="csY8" fmla="*/ 85 h 134119"/>
                <a:gd name="csX9" fmla="*/ 9660 w 151223"/>
                <a:gd name="csY9" fmla="*/ 45679 h 134119"/>
                <a:gd name="csX10" fmla="*/ 13304 w 151223"/>
                <a:gd name="csY10" fmla="*/ 48640 h 134119"/>
                <a:gd name="csX11" fmla="*/ 17251 w 151223"/>
                <a:gd name="csY11" fmla="*/ 45383 h 134119"/>
                <a:gd name="csX12" fmla="*/ 57942 w 151223"/>
                <a:gd name="csY12" fmla="*/ 6598 h 134119"/>
                <a:gd name="csX13" fmla="*/ 74340 w 151223"/>
                <a:gd name="csY13" fmla="*/ 26435 h 134119"/>
                <a:gd name="csX14" fmla="*/ 57942 w 151223"/>
                <a:gd name="csY14" fmla="*/ 96899 h 134119"/>
                <a:gd name="csX15" fmla="*/ 29094 w 151223"/>
                <a:gd name="csY15" fmla="*/ 127691 h 134119"/>
                <a:gd name="csX16" fmla="*/ 13911 w 151223"/>
                <a:gd name="csY16" fmla="*/ 123842 h 134119"/>
                <a:gd name="csX17" fmla="*/ 28183 w 151223"/>
                <a:gd name="csY17" fmla="*/ 107854 h 134119"/>
                <a:gd name="csX18" fmla="*/ 16948 w 151223"/>
                <a:gd name="csY18" fmla="*/ 97492 h 134119"/>
                <a:gd name="csX19" fmla="*/ 246 w 151223"/>
                <a:gd name="csY19" fmla="*/ 114664 h 134119"/>
                <a:gd name="csX20" fmla="*/ 28791 w 151223"/>
                <a:gd name="csY20" fmla="*/ 134204 h 134119"/>
                <a:gd name="csX21" fmla="*/ 60675 w 151223"/>
                <a:gd name="csY21" fmla="*/ 111703 h 134119"/>
                <a:gd name="csX22" fmla="*/ 93470 w 151223"/>
                <a:gd name="csY22" fmla="*/ 134204 h 134119"/>
                <a:gd name="csX23" fmla="*/ 142056 w 151223"/>
                <a:gd name="csY23" fmla="*/ 88610 h 134119"/>
                <a:gd name="csX24" fmla="*/ 138412 w 151223"/>
                <a:gd name="csY24" fmla="*/ 85649 h 134119"/>
                <a:gd name="csX25" fmla="*/ 134465 w 151223"/>
                <a:gd name="csY25" fmla="*/ 88906 h 134119"/>
                <a:gd name="csX26" fmla="*/ 94078 w 151223"/>
                <a:gd name="csY26" fmla="*/ 127691 h 134119"/>
                <a:gd name="csX27" fmla="*/ 77376 w 151223"/>
                <a:gd name="csY27" fmla="*/ 108150 h 134119"/>
                <a:gd name="csX28" fmla="*/ 82539 w 151223"/>
                <a:gd name="csY28" fmla="*/ 82096 h 134119"/>
                <a:gd name="csX29" fmla="*/ 92863 w 151223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223" h="134119">
                  <a:moveTo>
                    <a:pt x="92863" y="41534"/>
                  </a:moveTo>
                  <a:cubicBezTo>
                    <a:pt x="94685" y="33837"/>
                    <a:pt x="101669" y="6598"/>
                    <a:pt x="122925" y="6598"/>
                  </a:cubicBezTo>
                  <a:cubicBezTo>
                    <a:pt x="124444" y="6598"/>
                    <a:pt x="131732" y="6598"/>
                    <a:pt x="138109" y="10447"/>
                  </a:cubicBezTo>
                  <a:cubicBezTo>
                    <a:pt x="129606" y="11927"/>
                    <a:pt x="123533" y="19329"/>
                    <a:pt x="123533" y="26435"/>
                  </a:cubicBezTo>
                  <a:cubicBezTo>
                    <a:pt x="123533" y="31172"/>
                    <a:pt x="126873" y="36797"/>
                    <a:pt x="135072" y="36797"/>
                  </a:cubicBezTo>
                  <a:cubicBezTo>
                    <a:pt x="141753" y="36797"/>
                    <a:pt x="151470" y="31468"/>
                    <a:pt x="151470" y="19625"/>
                  </a:cubicBezTo>
                  <a:cubicBezTo>
                    <a:pt x="151470" y="4230"/>
                    <a:pt x="133554" y="85"/>
                    <a:pt x="123229" y="85"/>
                  </a:cubicBezTo>
                  <a:cubicBezTo>
                    <a:pt x="105617" y="85"/>
                    <a:pt x="94989" y="15776"/>
                    <a:pt x="91345" y="22586"/>
                  </a:cubicBezTo>
                  <a:cubicBezTo>
                    <a:pt x="83753" y="3045"/>
                    <a:pt x="67355" y="85"/>
                    <a:pt x="58549" y="85"/>
                  </a:cubicBezTo>
                  <a:cubicBezTo>
                    <a:pt x="26969" y="85"/>
                    <a:pt x="9660" y="38278"/>
                    <a:pt x="9660" y="45679"/>
                  </a:cubicBezTo>
                  <a:cubicBezTo>
                    <a:pt x="9660" y="48640"/>
                    <a:pt x="12696" y="48640"/>
                    <a:pt x="13304" y="48640"/>
                  </a:cubicBezTo>
                  <a:cubicBezTo>
                    <a:pt x="15733" y="48640"/>
                    <a:pt x="16644" y="48048"/>
                    <a:pt x="17251" y="45383"/>
                  </a:cubicBezTo>
                  <a:cubicBezTo>
                    <a:pt x="27576" y="14000"/>
                    <a:pt x="47617" y="6598"/>
                    <a:pt x="57942" y="6598"/>
                  </a:cubicBezTo>
                  <a:cubicBezTo>
                    <a:pt x="63712" y="6598"/>
                    <a:pt x="74340" y="9263"/>
                    <a:pt x="74340" y="26435"/>
                  </a:cubicBezTo>
                  <a:cubicBezTo>
                    <a:pt x="74340" y="35613"/>
                    <a:pt x="69177" y="55450"/>
                    <a:pt x="57942" y="96899"/>
                  </a:cubicBezTo>
                  <a:cubicBezTo>
                    <a:pt x="53083" y="115256"/>
                    <a:pt x="42455" y="127691"/>
                    <a:pt x="29094" y="127691"/>
                  </a:cubicBezTo>
                  <a:cubicBezTo>
                    <a:pt x="27272" y="127691"/>
                    <a:pt x="20288" y="127691"/>
                    <a:pt x="13911" y="123842"/>
                  </a:cubicBezTo>
                  <a:cubicBezTo>
                    <a:pt x="21503" y="122361"/>
                    <a:pt x="28183" y="116144"/>
                    <a:pt x="28183" y="107854"/>
                  </a:cubicBezTo>
                  <a:cubicBezTo>
                    <a:pt x="28183" y="99860"/>
                    <a:pt x="21503" y="97492"/>
                    <a:pt x="16948" y="97492"/>
                  </a:cubicBezTo>
                  <a:cubicBezTo>
                    <a:pt x="7838" y="97492"/>
                    <a:pt x="246" y="105189"/>
                    <a:pt x="246" y="114664"/>
                  </a:cubicBezTo>
                  <a:cubicBezTo>
                    <a:pt x="246" y="128283"/>
                    <a:pt x="15429" y="134204"/>
                    <a:pt x="28791" y="134204"/>
                  </a:cubicBezTo>
                  <a:cubicBezTo>
                    <a:pt x="48832" y="134204"/>
                    <a:pt x="59764" y="113479"/>
                    <a:pt x="60675" y="111703"/>
                  </a:cubicBezTo>
                  <a:cubicBezTo>
                    <a:pt x="64319" y="122658"/>
                    <a:pt x="75251" y="134204"/>
                    <a:pt x="93470" y="134204"/>
                  </a:cubicBezTo>
                  <a:cubicBezTo>
                    <a:pt x="124747" y="134204"/>
                    <a:pt x="142056" y="96011"/>
                    <a:pt x="142056" y="88610"/>
                  </a:cubicBezTo>
                  <a:cubicBezTo>
                    <a:pt x="142056" y="85649"/>
                    <a:pt x="139323" y="85649"/>
                    <a:pt x="138412" y="85649"/>
                  </a:cubicBezTo>
                  <a:cubicBezTo>
                    <a:pt x="135679" y="85649"/>
                    <a:pt x="135072" y="86833"/>
                    <a:pt x="134465" y="88906"/>
                  </a:cubicBezTo>
                  <a:cubicBezTo>
                    <a:pt x="124444" y="120585"/>
                    <a:pt x="103795" y="127691"/>
                    <a:pt x="94078" y="127691"/>
                  </a:cubicBezTo>
                  <a:cubicBezTo>
                    <a:pt x="82235" y="127691"/>
                    <a:pt x="77376" y="118217"/>
                    <a:pt x="77376" y="108150"/>
                  </a:cubicBezTo>
                  <a:cubicBezTo>
                    <a:pt x="77376" y="101637"/>
                    <a:pt x="79198" y="95123"/>
                    <a:pt x="82539" y="82096"/>
                  </a:cubicBezTo>
                  <a:lnTo>
                    <a:pt x="92863" y="41534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4AF115F-1BED-970C-863B-AAA8851D8A68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9436849" y="4317253"/>
              <a:ext cx="93952" cy="137613"/>
            </a:xfrm>
            <a:custGeom>
              <a:avLst/>
              <a:gdLst>
                <a:gd name="csX0" fmla="*/ 94205 w 93952"/>
                <a:gd name="csY0" fmla="*/ 99980 h 137613"/>
                <a:gd name="csX1" fmla="*/ 86978 w 93952"/>
                <a:gd name="csY1" fmla="*/ 99980 h 137613"/>
                <a:gd name="csX2" fmla="*/ 81451 w 93952"/>
                <a:gd name="csY2" fmla="*/ 118840 h 137613"/>
                <a:gd name="csX3" fmla="*/ 60407 w 93952"/>
                <a:gd name="csY3" fmla="*/ 120083 h 137613"/>
                <a:gd name="csX4" fmla="*/ 21296 w 93952"/>
                <a:gd name="csY4" fmla="*/ 120083 h 137613"/>
                <a:gd name="csX5" fmla="*/ 63808 w 93952"/>
                <a:gd name="csY5" fmla="*/ 85265 h 137613"/>
                <a:gd name="csX6" fmla="*/ 94205 w 93952"/>
                <a:gd name="csY6" fmla="*/ 40500 h 137613"/>
                <a:gd name="csX7" fmla="*/ 44465 w 93952"/>
                <a:gd name="csY7" fmla="*/ 86 h 137613"/>
                <a:gd name="csX8" fmla="*/ 252 w 93952"/>
                <a:gd name="csY8" fmla="*/ 37184 h 137613"/>
                <a:gd name="csX9" fmla="*/ 11518 w 93952"/>
                <a:gd name="csY9" fmla="*/ 48790 h 137613"/>
                <a:gd name="csX10" fmla="*/ 22784 w 93952"/>
                <a:gd name="csY10" fmla="*/ 37805 h 137613"/>
                <a:gd name="csX11" fmla="*/ 10243 w 93952"/>
                <a:gd name="csY11" fmla="*/ 26821 h 137613"/>
                <a:gd name="csX12" fmla="*/ 41277 w 93952"/>
                <a:gd name="csY12" fmla="*/ 7547 h 137613"/>
                <a:gd name="csX13" fmla="*/ 73586 w 93952"/>
                <a:gd name="csY13" fmla="*/ 40500 h 137613"/>
                <a:gd name="csX14" fmla="*/ 53605 w 93952"/>
                <a:gd name="csY14" fmla="*/ 80291 h 137613"/>
                <a:gd name="csX15" fmla="*/ 2378 w 93952"/>
                <a:gd name="csY15" fmla="*/ 129617 h 137613"/>
                <a:gd name="csX16" fmla="*/ 252 w 93952"/>
                <a:gd name="csY16" fmla="*/ 137699 h 137613"/>
                <a:gd name="csX17" fmla="*/ 87828 w 93952"/>
                <a:gd name="csY17" fmla="*/ 137699 h 137613"/>
                <a:gd name="csX18" fmla="*/ 94205 w 93952"/>
                <a:gd name="csY18" fmla="*/ 99980 h 137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3952" h="137613">
                  <a:moveTo>
                    <a:pt x="94205" y="99980"/>
                  </a:moveTo>
                  <a:lnTo>
                    <a:pt x="86978" y="99980"/>
                  </a:lnTo>
                  <a:cubicBezTo>
                    <a:pt x="86340" y="104540"/>
                    <a:pt x="84214" y="116767"/>
                    <a:pt x="81451" y="118840"/>
                  </a:cubicBezTo>
                  <a:cubicBezTo>
                    <a:pt x="79751" y="120083"/>
                    <a:pt x="63383" y="120083"/>
                    <a:pt x="60407" y="120083"/>
                  </a:cubicBezTo>
                  <a:lnTo>
                    <a:pt x="21296" y="120083"/>
                  </a:lnTo>
                  <a:cubicBezTo>
                    <a:pt x="43615" y="100809"/>
                    <a:pt x="51055" y="95006"/>
                    <a:pt x="63808" y="85265"/>
                  </a:cubicBezTo>
                  <a:cubicBezTo>
                    <a:pt x="79538" y="73038"/>
                    <a:pt x="94205" y="60188"/>
                    <a:pt x="94205" y="40500"/>
                  </a:cubicBezTo>
                  <a:cubicBezTo>
                    <a:pt x="94205" y="15423"/>
                    <a:pt x="71673" y="86"/>
                    <a:pt x="44465" y="86"/>
                  </a:cubicBezTo>
                  <a:cubicBezTo>
                    <a:pt x="18107" y="86"/>
                    <a:pt x="252" y="18117"/>
                    <a:pt x="252" y="37184"/>
                  </a:cubicBezTo>
                  <a:cubicBezTo>
                    <a:pt x="252" y="47753"/>
                    <a:pt x="9392" y="48790"/>
                    <a:pt x="11518" y="48790"/>
                  </a:cubicBezTo>
                  <a:cubicBezTo>
                    <a:pt x="16619" y="48790"/>
                    <a:pt x="22784" y="45266"/>
                    <a:pt x="22784" y="37805"/>
                  </a:cubicBezTo>
                  <a:cubicBezTo>
                    <a:pt x="22784" y="34075"/>
                    <a:pt x="21296" y="26821"/>
                    <a:pt x="10243" y="26821"/>
                  </a:cubicBezTo>
                  <a:cubicBezTo>
                    <a:pt x="16832" y="12107"/>
                    <a:pt x="31286" y="7547"/>
                    <a:pt x="41277" y="7547"/>
                  </a:cubicBezTo>
                  <a:cubicBezTo>
                    <a:pt x="62533" y="7547"/>
                    <a:pt x="73586" y="23713"/>
                    <a:pt x="73586" y="40500"/>
                  </a:cubicBezTo>
                  <a:cubicBezTo>
                    <a:pt x="73586" y="58530"/>
                    <a:pt x="60407" y="72831"/>
                    <a:pt x="53605" y="80291"/>
                  </a:cubicBezTo>
                  <a:lnTo>
                    <a:pt x="2378" y="129617"/>
                  </a:lnTo>
                  <a:cubicBezTo>
                    <a:pt x="252" y="131482"/>
                    <a:pt x="252" y="131896"/>
                    <a:pt x="252" y="137699"/>
                  </a:cubicBezTo>
                  <a:lnTo>
                    <a:pt x="87828" y="137699"/>
                  </a:lnTo>
                  <a:lnTo>
                    <a:pt x="94205" y="99980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50E728-2E7D-D105-DCF8-FDF5945CEF48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9585799" y="4379073"/>
              <a:ext cx="35528" cy="88524"/>
            </a:xfrm>
            <a:custGeom>
              <a:avLst/>
              <a:gdLst>
                <a:gd name="csX0" fmla="*/ 35785 w 35528"/>
                <a:gd name="csY0" fmla="*/ 31172 h 88524"/>
                <a:gd name="csX1" fmla="*/ 16351 w 35528"/>
                <a:gd name="csY1" fmla="*/ 85 h 88524"/>
                <a:gd name="csX2" fmla="*/ 257 w 35528"/>
                <a:gd name="csY2" fmla="*/ 15776 h 88524"/>
                <a:gd name="csX3" fmla="*/ 16351 w 35528"/>
                <a:gd name="csY3" fmla="*/ 31468 h 88524"/>
                <a:gd name="csX4" fmla="*/ 26979 w 35528"/>
                <a:gd name="csY4" fmla="*/ 27619 h 88524"/>
                <a:gd name="csX5" fmla="*/ 28497 w 35528"/>
                <a:gd name="csY5" fmla="*/ 26731 h 88524"/>
                <a:gd name="csX6" fmla="*/ 29104 w 35528"/>
                <a:gd name="csY6" fmla="*/ 31172 h 88524"/>
                <a:gd name="csX7" fmla="*/ 8455 w 35528"/>
                <a:gd name="csY7" fmla="*/ 80616 h 88524"/>
                <a:gd name="csX8" fmla="*/ 5115 w 35528"/>
                <a:gd name="csY8" fmla="*/ 85353 h 88524"/>
                <a:gd name="csX9" fmla="*/ 8152 w 35528"/>
                <a:gd name="csY9" fmla="*/ 88610 h 88524"/>
                <a:gd name="csX10" fmla="*/ 35785 w 35528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28" h="88524">
                  <a:moveTo>
                    <a:pt x="35785" y="31172"/>
                  </a:moveTo>
                  <a:cubicBezTo>
                    <a:pt x="35785" y="11631"/>
                    <a:pt x="28193" y="85"/>
                    <a:pt x="16351" y="85"/>
                  </a:cubicBezTo>
                  <a:cubicBezTo>
                    <a:pt x="6330" y="85"/>
                    <a:pt x="257" y="7486"/>
                    <a:pt x="257" y="15776"/>
                  </a:cubicBezTo>
                  <a:cubicBezTo>
                    <a:pt x="257" y="23770"/>
                    <a:pt x="6330" y="31468"/>
                    <a:pt x="16351" y="31468"/>
                  </a:cubicBezTo>
                  <a:cubicBezTo>
                    <a:pt x="19995" y="31468"/>
                    <a:pt x="23942" y="30284"/>
                    <a:pt x="26979" y="27619"/>
                  </a:cubicBezTo>
                  <a:cubicBezTo>
                    <a:pt x="27890" y="27027"/>
                    <a:pt x="28193" y="26731"/>
                    <a:pt x="28497" y="26731"/>
                  </a:cubicBezTo>
                  <a:cubicBezTo>
                    <a:pt x="28801" y="26731"/>
                    <a:pt x="29104" y="27027"/>
                    <a:pt x="29104" y="31172"/>
                  </a:cubicBezTo>
                  <a:cubicBezTo>
                    <a:pt x="29104" y="53081"/>
                    <a:pt x="18476" y="70845"/>
                    <a:pt x="8455" y="80616"/>
                  </a:cubicBezTo>
                  <a:cubicBezTo>
                    <a:pt x="5115" y="83872"/>
                    <a:pt x="5115" y="84465"/>
                    <a:pt x="5115" y="85353"/>
                  </a:cubicBezTo>
                  <a:cubicBezTo>
                    <a:pt x="5115" y="87425"/>
                    <a:pt x="6633" y="88610"/>
                    <a:pt x="8152" y="88610"/>
                  </a:cubicBezTo>
                  <a:cubicBezTo>
                    <a:pt x="11492" y="88610"/>
                    <a:pt x="35785" y="65812"/>
                    <a:pt x="35785" y="3117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28B4CED-6145-0788-59CF-CB1145C99F12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9720758" y="4379073"/>
              <a:ext cx="32188" cy="31383"/>
            </a:xfrm>
            <a:custGeom>
              <a:avLst/>
              <a:gdLst>
                <a:gd name="csX0" fmla="*/ 32449 w 32188"/>
                <a:gd name="csY0" fmla="*/ 15776 h 31383"/>
                <a:gd name="csX1" fmla="*/ 16355 w 32188"/>
                <a:gd name="csY1" fmla="*/ 85 h 31383"/>
                <a:gd name="csX2" fmla="*/ 261 w 32188"/>
                <a:gd name="csY2" fmla="*/ 15776 h 31383"/>
                <a:gd name="csX3" fmla="*/ 16355 w 32188"/>
                <a:gd name="csY3" fmla="*/ 31468 h 31383"/>
                <a:gd name="csX4" fmla="*/ 32449 w 32188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88" h="31383">
                  <a:moveTo>
                    <a:pt x="32449" y="15776"/>
                  </a:moveTo>
                  <a:cubicBezTo>
                    <a:pt x="32449" y="7190"/>
                    <a:pt x="25161" y="85"/>
                    <a:pt x="16355" y="85"/>
                  </a:cubicBezTo>
                  <a:cubicBezTo>
                    <a:pt x="7549" y="85"/>
                    <a:pt x="261" y="7190"/>
                    <a:pt x="261" y="15776"/>
                  </a:cubicBezTo>
                  <a:cubicBezTo>
                    <a:pt x="261" y="24362"/>
                    <a:pt x="7549" y="31468"/>
                    <a:pt x="16355" y="31468"/>
                  </a:cubicBezTo>
                  <a:cubicBezTo>
                    <a:pt x="25161" y="31468"/>
                    <a:pt x="32449" y="24362"/>
                    <a:pt x="32449" y="15776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B5A944-055B-9B82-4A6F-53E0029BCC25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9855718" y="4379073"/>
              <a:ext cx="32188" cy="31383"/>
            </a:xfrm>
            <a:custGeom>
              <a:avLst/>
              <a:gdLst>
                <a:gd name="csX0" fmla="*/ 32453 w 32188"/>
                <a:gd name="csY0" fmla="*/ 15776 h 31383"/>
                <a:gd name="csX1" fmla="*/ 16359 w 32188"/>
                <a:gd name="csY1" fmla="*/ 85 h 31383"/>
                <a:gd name="csX2" fmla="*/ 265 w 32188"/>
                <a:gd name="csY2" fmla="*/ 15776 h 31383"/>
                <a:gd name="csX3" fmla="*/ 16359 w 32188"/>
                <a:gd name="csY3" fmla="*/ 31468 h 31383"/>
                <a:gd name="csX4" fmla="*/ 32453 w 32188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88" h="31383">
                  <a:moveTo>
                    <a:pt x="32453" y="15776"/>
                  </a:moveTo>
                  <a:cubicBezTo>
                    <a:pt x="32453" y="7190"/>
                    <a:pt x="25166" y="85"/>
                    <a:pt x="16359" y="85"/>
                  </a:cubicBezTo>
                  <a:cubicBezTo>
                    <a:pt x="7553" y="85"/>
                    <a:pt x="265" y="7190"/>
                    <a:pt x="265" y="15776"/>
                  </a:cubicBezTo>
                  <a:cubicBezTo>
                    <a:pt x="265" y="24362"/>
                    <a:pt x="7553" y="31468"/>
                    <a:pt x="16359" y="31468"/>
                  </a:cubicBezTo>
                  <a:cubicBezTo>
                    <a:pt x="25166" y="31468"/>
                    <a:pt x="32453" y="24362"/>
                    <a:pt x="32453" y="15776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1D064AC-BFD3-0ACF-D049-3C2DCBB0AC3E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9990677" y="4379073"/>
              <a:ext cx="32188" cy="31383"/>
            </a:xfrm>
            <a:custGeom>
              <a:avLst/>
              <a:gdLst>
                <a:gd name="csX0" fmla="*/ 32458 w 32188"/>
                <a:gd name="csY0" fmla="*/ 15776 h 31383"/>
                <a:gd name="csX1" fmla="*/ 16364 w 32188"/>
                <a:gd name="csY1" fmla="*/ 85 h 31383"/>
                <a:gd name="csX2" fmla="*/ 270 w 32188"/>
                <a:gd name="csY2" fmla="*/ 15776 h 31383"/>
                <a:gd name="csX3" fmla="*/ 16364 w 32188"/>
                <a:gd name="csY3" fmla="*/ 31468 h 31383"/>
                <a:gd name="csX4" fmla="*/ 32458 w 32188"/>
                <a:gd name="csY4" fmla="*/ 15776 h 31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88" h="31383">
                  <a:moveTo>
                    <a:pt x="32458" y="15776"/>
                  </a:moveTo>
                  <a:cubicBezTo>
                    <a:pt x="32458" y="7190"/>
                    <a:pt x="25170" y="85"/>
                    <a:pt x="16364" y="85"/>
                  </a:cubicBezTo>
                  <a:cubicBezTo>
                    <a:pt x="7558" y="85"/>
                    <a:pt x="270" y="7190"/>
                    <a:pt x="270" y="15776"/>
                  </a:cubicBezTo>
                  <a:cubicBezTo>
                    <a:pt x="270" y="24362"/>
                    <a:pt x="7558" y="31468"/>
                    <a:pt x="16364" y="31468"/>
                  </a:cubicBezTo>
                  <a:cubicBezTo>
                    <a:pt x="25170" y="31468"/>
                    <a:pt x="32458" y="24362"/>
                    <a:pt x="32458" y="15776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E8219B2-2F40-3323-4D85-F122534D370B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0125637" y="4379073"/>
              <a:ext cx="35528" cy="88524"/>
            </a:xfrm>
            <a:custGeom>
              <a:avLst/>
              <a:gdLst>
                <a:gd name="csX0" fmla="*/ 35803 w 35528"/>
                <a:gd name="csY0" fmla="*/ 31172 h 88524"/>
                <a:gd name="csX1" fmla="*/ 16368 w 35528"/>
                <a:gd name="csY1" fmla="*/ 85 h 88524"/>
                <a:gd name="csX2" fmla="*/ 274 w 35528"/>
                <a:gd name="csY2" fmla="*/ 15776 h 88524"/>
                <a:gd name="csX3" fmla="*/ 16368 w 35528"/>
                <a:gd name="csY3" fmla="*/ 31468 h 88524"/>
                <a:gd name="csX4" fmla="*/ 26996 w 35528"/>
                <a:gd name="csY4" fmla="*/ 27619 h 88524"/>
                <a:gd name="csX5" fmla="*/ 28515 w 35528"/>
                <a:gd name="csY5" fmla="*/ 26731 h 88524"/>
                <a:gd name="csX6" fmla="*/ 29122 w 35528"/>
                <a:gd name="csY6" fmla="*/ 31172 h 88524"/>
                <a:gd name="csX7" fmla="*/ 8473 w 35528"/>
                <a:gd name="csY7" fmla="*/ 80616 h 88524"/>
                <a:gd name="csX8" fmla="*/ 5133 w 35528"/>
                <a:gd name="csY8" fmla="*/ 85353 h 88524"/>
                <a:gd name="csX9" fmla="*/ 8169 w 35528"/>
                <a:gd name="csY9" fmla="*/ 88610 h 88524"/>
                <a:gd name="csX10" fmla="*/ 35803 w 35528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28" h="88524">
                  <a:moveTo>
                    <a:pt x="35803" y="31172"/>
                  </a:moveTo>
                  <a:cubicBezTo>
                    <a:pt x="35803" y="11631"/>
                    <a:pt x="28211" y="85"/>
                    <a:pt x="16368" y="85"/>
                  </a:cubicBezTo>
                  <a:cubicBezTo>
                    <a:pt x="6347" y="85"/>
                    <a:pt x="274" y="7486"/>
                    <a:pt x="274" y="15776"/>
                  </a:cubicBezTo>
                  <a:cubicBezTo>
                    <a:pt x="274" y="23770"/>
                    <a:pt x="6347" y="31468"/>
                    <a:pt x="16368" y="31468"/>
                  </a:cubicBezTo>
                  <a:cubicBezTo>
                    <a:pt x="20012" y="31468"/>
                    <a:pt x="23960" y="30284"/>
                    <a:pt x="26996" y="27619"/>
                  </a:cubicBezTo>
                  <a:cubicBezTo>
                    <a:pt x="27907" y="27027"/>
                    <a:pt x="28211" y="26731"/>
                    <a:pt x="28515" y="26731"/>
                  </a:cubicBezTo>
                  <a:cubicBezTo>
                    <a:pt x="28818" y="26731"/>
                    <a:pt x="29122" y="27027"/>
                    <a:pt x="29122" y="31172"/>
                  </a:cubicBezTo>
                  <a:cubicBezTo>
                    <a:pt x="29122" y="53081"/>
                    <a:pt x="18494" y="70845"/>
                    <a:pt x="8473" y="80616"/>
                  </a:cubicBezTo>
                  <a:cubicBezTo>
                    <a:pt x="5133" y="83872"/>
                    <a:pt x="5133" y="84465"/>
                    <a:pt x="5133" y="85353"/>
                  </a:cubicBezTo>
                  <a:cubicBezTo>
                    <a:pt x="5133" y="87425"/>
                    <a:pt x="6651" y="88610"/>
                    <a:pt x="8169" y="88610"/>
                  </a:cubicBezTo>
                  <a:cubicBezTo>
                    <a:pt x="11510" y="88610"/>
                    <a:pt x="35803" y="65812"/>
                    <a:pt x="35803" y="3117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E5C2714-49FC-3203-01D1-C43EF737FA0B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0243288" y="4279593"/>
              <a:ext cx="151223" cy="134119"/>
            </a:xfrm>
            <a:custGeom>
              <a:avLst/>
              <a:gdLst>
                <a:gd name="csX0" fmla="*/ 92895 w 151223"/>
                <a:gd name="csY0" fmla="*/ 41534 h 134119"/>
                <a:gd name="csX1" fmla="*/ 122958 w 151223"/>
                <a:gd name="csY1" fmla="*/ 6598 h 134119"/>
                <a:gd name="csX2" fmla="*/ 138141 w 151223"/>
                <a:gd name="csY2" fmla="*/ 10447 h 134119"/>
                <a:gd name="csX3" fmla="*/ 123565 w 151223"/>
                <a:gd name="csY3" fmla="*/ 26435 h 134119"/>
                <a:gd name="csX4" fmla="*/ 135104 w 151223"/>
                <a:gd name="csY4" fmla="*/ 36797 h 134119"/>
                <a:gd name="csX5" fmla="*/ 151502 w 151223"/>
                <a:gd name="csY5" fmla="*/ 19625 h 134119"/>
                <a:gd name="csX6" fmla="*/ 123261 w 151223"/>
                <a:gd name="csY6" fmla="*/ 85 h 134119"/>
                <a:gd name="csX7" fmla="*/ 91377 w 151223"/>
                <a:gd name="csY7" fmla="*/ 22586 h 134119"/>
                <a:gd name="csX8" fmla="*/ 58582 w 151223"/>
                <a:gd name="csY8" fmla="*/ 85 h 134119"/>
                <a:gd name="csX9" fmla="*/ 9692 w 151223"/>
                <a:gd name="csY9" fmla="*/ 45679 h 134119"/>
                <a:gd name="csX10" fmla="*/ 13336 w 151223"/>
                <a:gd name="csY10" fmla="*/ 48640 h 134119"/>
                <a:gd name="csX11" fmla="*/ 17284 w 151223"/>
                <a:gd name="csY11" fmla="*/ 45383 h 134119"/>
                <a:gd name="csX12" fmla="*/ 57974 w 151223"/>
                <a:gd name="csY12" fmla="*/ 6598 h 134119"/>
                <a:gd name="csX13" fmla="*/ 74372 w 151223"/>
                <a:gd name="csY13" fmla="*/ 26435 h 134119"/>
                <a:gd name="csX14" fmla="*/ 57974 w 151223"/>
                <a:gd name="csY14" fmla="*/ 96899 h 134119"/>
                <a:gd name="csX15" fmla="*/ 29126 w 151223"/>
                <a:gd name="csY15" fmla="*/ 127691 h 134119"/>
                <a:gd name="csX16" fmla="*/ 13943 w 151223"/>
                <a:gd name="csY16" fmla="*/ 123842 h 134119"/>
                <a:gd name="csX17" fmla="*/ 28215 w 151223"/>
                <a:gd name="csY17" fmla="*/ 107854 h 134119"/>
                <a:gd name="csX18" fmla="*/ 16980 w 151223"/>
                <a:gd name="csY18" fmla="*/ 97492 h 134119"/>
                <a:gd name="csX19" fmla="*/ 279 w 151223"/>
                <a:gd name="csY19" fmla="*/ 114664 h 134119"/>
                <a:gd name="csX20" fmla="*/ 28823 w 151223"/>
                <a:gd name="csY20" fmla="*/ 134204 h 134119"/>
                <a:gd name="csX21" fmla="*/ 60707 w 151223"/>
                <a:gd name="csY21" fmla="*/ 111703 h 134119"/>
                <a:gd name="csX22" fmla="*/ 93503 w 151223"/>
                <a:gd name="csY22" fmla="*/ 134204 h 134119"/>
                <a:gd name="csX23" fmla="*/ 142088 w 151223"/>
                <a:gd name="csY23" fmla="*/ 88610 h 134119"/>
                <a:gd name="csX24" fmla="*/ 138445 w 151223"/>
                <a:gd name="csY24" fmla="*/ 85649 h 134119"/>
                <a:gd name="csX25" fmla="*/ 134497 w 151223"/>
                <a:gd name="csY25" fmla="*/ 88906 h 134119"/>
                <a:gd name="csX26" fmla="*/ 94110 w 151223"/>
                <a:gd name="csY26" fmla="*/ 127691 h 134119"/>
                <a:gd name="csX27" fmla="*/ 77409 w 151223"/>
                <a:gd name="csY27" fmla="*/ 108150 h 134119"/>
                <a:gd name="csX28" fmla="*/ 82571 w 151223"/>
                <a:gd name="csY28" fmla="*/ 82096 h 134119"/>
                <a:gd name="csX29" fmla="*/ 92895 w 151223"/>
                <a:gd name="csY29" fmla="*/ 41534 h 134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223" h="134119">
                  <a:moveTo>
                    <a:pt x="92895" y="41534"/>
                  </a:moveTo>
                  <a:cubicBezTo>
                    <a:pt x="94717" y="33837"/>
                    <a:pt x="101701" y="6598"/>
                    <a:pt x="122958" y="6598"/>
                  </a:cubicBezTo>
                  <a:cubicBezTo>
                    <a:pt x="124476" y="6598"/>
                    <a:pt x="131764" y="6598"/>
                    <a:pt x="138141" y="10447"/>
                  </a:cubicBezTo>
                  <a:cubicBezTo>
                    <a:pt x="129638" y="11927"/>
                    <a:pt x="123565" y="19329"/>
                    <a:pt x="123565" y="26435"/>
                  </a:cubicBezTo>
                  <a:cubicBezTo>
                    <a:pt x="123565" y="31172"/>
                    <a:pt x="126905" y="36797"/>
                    <a:pt x="135104" y="36797"/>
                  </a:cubicBezTo>
                  <a:cubicBezTo>
                    <a:pt x="141785" y="36797"/>
                    <a:pt x="151502" y="31468"/>
                    <a:pt x="151502" y="19625"/>
                  </a:cubicBezTo>
                  <a:cubicBezTo>
                    <a:pt x="151502" y="4230"/>
                    <a:pt x="133586" y="85"/>
                    <a:pt x="123261" y="85"/>
                  </a:cubicBezTo>
                  <a:cubicBezTo>
                    <a:pt x="105649" y="85"/>
                    <a:pt x="95021" y="15776"/>
                    <a:pt x="91377" y="22586"/>
                  </a:cubicBezTo>
                  <a:cubicBezTo>
                    <a:pt x="83786" y="3045"/>
                    <a:pt x="67388" y="85"/>
                    <a:pt x="58582" y="85"/>
                  </a:cubicBezTo>
                  <a:cubicBezTo>
                    <a:pt x="27001" y="85"/>
                    <a:pt x="9692" y="38278"/>
                    <a:pt x="9692" y="45679"/>
                  </a:cubicBezTo>
                  <a:cubicBezTo>
                    <a:pt x="9692" y="48640"/>
                    <a:pt x="12729" y="48640"/>
                    <a:pt x="13336" y="48640"/>
                  </a:cubicBezTo>
                  <a:cubicBezTo>
                    <a:pt x="15765" y="48640"/>
                    <a:pt x="16676" y="48048"/>
                    <a:pt x="17284" y="45383"/>
                  </a:cubicBezTo>
                  <a:cubicBezTo>
                    <a:pt x="27608" y="14000"/>
                    <a:pt x="47650" y="6598"/>
                    <a:pt x="57974" y="6598"/>
                  </a:cubicBezTo>
                  <a:cubicBezTo>
                    <a:pt x="63744" y="6598"/>
                    <a:pt x="74372" y="9263"/>
                    <a:pt x="74372" y="26435"/>
                  </a:cubicBezTo>
                  <a:cubicBezTo>
                    <a:pt x="74372" y="35613"/>
                    <a:pt x="69210" y="55450"/>
                    <a:pt x="57974" y="96899"/>
                  </a:cubicBezTo>
                  <a:cubicBezTo>
                    <a:pt x="53116" y="115256"/>
                    <a:pt x="42488" y="127691"/>
                    <a:pt x="29126" y="127691"/>
                  </a:cubicBezTo>
                  <a:cubicBezTo>
                    <a:pt x="27305" y="127691"/>
                    <a:pt x="20320" y="127691"/>
                    <a:pt x="13943" y="123842"/>
                  </a:cubicBezTo>
                  <a:cubicBezTo>
                    <a:pt x="21535" y="122361"/>
                    <a:pt x="28215" y="116144"/>
                    <a:pt x="28215" y="107854"/>
                  </a:cubicBezTo>
                  <a:cubicBezTo>
                    <a:pt x="28215" y="99860"/>
                    <a:pt x="21535" y="97492"/>
                    <a:pt x="16980" y="97492"/>
                  </a:cubicBezTo>
                  <a:cubicBezTo>
                    <a:pt x="7870" y="97492"/>
                    <a:pt x="279" y="105189"/>
                    <a:pt x="279" y="114664"/>
                  </a:cubicBezTo>
                  <a:cubicBezTo>
                    <a:pt x="279" y="128283"/>
                    <a:pt x="15462" y="134204"/>
                    <a:pt x="28823" y="134204"/>
                  </a:cubicBezTo>
                  <a:cubicBezTo>
                    <a:pt x="48864" y="134204"/>
                    <a:pt x="59796" y="113479"/>
                    <a:pt x="60707" y="111703"/>
                  </a:cubicBezTo>
                  <a:cubicBezTo>
                    <a:pt x="64351" y="122658"/>
                    <a:pt x="75283" y="134204"/>
                    <a:pt x="93503" y="134204"/>
                  </a:cubicBezTo>
                  <a:cubicBezTo>
                    <a:pt x="124780" y="134204"/>
                    <a:pt x="142088" y="96011"/>
                    <a:pt x="142088" y="88610"/>
                  </a:cubicBezTo>
                  <a:cubicBezTo>
                    <a:pt x="142088" y="85649"/>
                    <a:pt x="139356" y="85649"/>
                    <a:pt x="138445" y="85649"/>
                  </a:cubicBezTo>
                  <a:cubicBezTo>
                    <a:pt x="135712" y="85649"/>
                    <a:pt x="135104" y="86833"/>
                    <a:pt x="134497" y="88906"/>
                  </a:cubicBezTo>
                  <a:cubicBezTo>
                    <a:pt x="124476" y="120585"/>
                    <a:pt x="103827" y="127691"/>
                    <a:pt x="94110" y="127691"/>
                  </a:cubicBezTo>
                  <a:cubicBezTo>
                    <a:pt x="82267" y="127691"/>
                    <a:pt x="77409" y="118217"/>
                    <a:pt x="77409" y="108150"/>
                  </a:cubicBezTo>
                  <a:cubicBezTo>
                    <a:pt x="77409" y="101637"/>
                    <a:pt x="79231" y="95123"/>
                    <a:pt x="82571" y="82096"/>
                  </a:cubicBezTo>
                  <a:lnTo>
                    <a:pt x="92895" y="41534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105A03-AA1E-71F6-B19F-0C938A6887D9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0418023" y="4363470"/>
              <a:ext cx="129875" cy="93469"/>
            </a:xfrm>
            <a:custGeom>
              <a:avLst/>
              <a:gdLst>
                <a:gd name="csX0" fmla="*/ 16227 w 129875"/>
                <a:gd name="csY0" fmla="*/ 78426 h 93469"/>
                <a:gd name="csX1" fmla="*/ 14101 w 129875"/>
                <a:gd name="csY1" fmla="*/ 86923 h 93469"/>
                <a:gd name="csX2" fmla="*/ 21328 w 129875"/>
                <a:gd name="csY2" fmla="*/ 93555 h 93469"/>
                <a:gd name="csX3" fmla="*/ 29618 w 129875"/>
                <a:gd name="csY3" fmla="*/ 88996 h 93469"/>
                <a:gd name="csX4" fmla="*/ 33444 w 129875"/>
                <a:gd name="csY4" fmla="*/ 76146 h 93469"/>
                <a:gd name="csX5" fmla="*/ 38121 w 129875"/>
                <a:gd name="csY5" fmla="*/ 57494 h 93469"/>
                <a:gd name="csX6" fmla="*/ 41734 w 129875"/>
                <a:gd name="csY6" fmla="*/ 43608 h 93469"/>
                <a:gd name="csX7" fmla="*/ 50662 w 129875"/>
                <a:gd name="csY7" fmla="*/ 24956 h 93469"/>
                <a:gd name="csX8" fmla="*/ 82546 w 129875"/>
                <a:gd name="csY8" fmla="*/ 5889 h 93469"/>
                <a:gd name="csX9" fmla="*/ 95087 w 129875"/>
                <a:gd name="csY9" fmla="*/ 20397 h 93469"/>
                <a:gd name="csX10" fmla="*/ 82546 w 129875"/>
                <a:gd name="csY10" fmla="*/ 64541 h 93469"/>
                <a:gd name="csX11" fmla="*/ 79358 w 129875"/>
                <a:gd name="csY11" fmla="*/ 75732 h 93469"/>
                <a:gd name="csX12" fmla="*/ 99551 w 129875"/>
                <a:gd name="csY12" fmla="*/ 93555 h 93469"/>
                <a:gd name="csX13" fmla="*/ 130160 w 129875"/>
                <a:gd name="csY13" fmla="*/ 61846 h 93469"/>
                <a:gd name="csX14" fmla="*/ 126759 w 129875"/>
                <a:gd name="csY14" fmla="*/ 59152 h 93469"/>
                <a:gd name="csX15" fmla="*/ 122721 w 129875"/>
                <a:gd name="csY15" fmla="*/ 62675 h 93469"/>
                <a:gd name="csX16" fmla="*/ 100189 w 129875"/>
                <a:gd name="csY16" fmla="*/ 87752 h 93469"/>
                <a:gd name="csX17" fmla="*/ 94875 w 129875"/>
                <a:gd name="csY17" fmla="*/ 80499 h 93469"/>
                <a:gd name="csX18" fmla="*/ 99764 w 129875"/>
                <a:gd name="csY18" fmla="*/ 63712 h 93469"/>
                <a:gd name="csX19" fmla="*/ 111030 w 129875"/>
                <a:gd name="csY19" fmla="*/ 23713 h 93469"/>
                <a:gd name="csX20" fmla="*/ 83396 w 129875"/>
                <a:gd name="csY20" fmla="*/ 86 h 93469"/>
                <a:gd name="csX21" fmla="*/ 47473 w 129875"/>
                <a:gd name="csY21" fmla="*/ 18946 h 93469"/>
                <a:gd name="csX22" fmla="*/ 24729 w 129875"/>
                <a:gd name="csY22" fmla="*/ 86 h 93469"/>
                <a:gd name="csX23" fmla="*/ 7937 w 129875"/>
                <a:gd name="csY23" fmla="*/ 11278 h 93469"/>
                <a:gd name="csX24" fmla="*/ 284 w 129875"/>
                <a:gd name="csY24" fmla="*/ 31795 h 93469"/>
                <a:gd name="csX25" fmla="*/ 3898 w 129875"/>
                <a:gd name="csY25" fmla="*/ 34489 h 93469"/>
                <a:gd name="csX26" fmla="*/ 8574 w 129875"/>
                <a:gd name="csY26" fmla="*/ 28272 h 93469"/>
                <a:gd name="csX27" fmla="*/ 24091 w 129875"/>
                <a:gd name="csY27" fmla="*/ 5889 h 93469"/>
                <a:gd name="csX28" fmla="*/ 31106 w 129875"/>
                <a:gd name="csY28" fmla="*/ 16044 h 93469"/>
                <a:gd name="csX29" fmla="*/ 27705 w 129875"/>
                <a:gd name="csY29" fmla="*/ 33246 h 93469"/>
                <a:gd name="csX30" fmla="*/ 23029 w 129875"/>
                <a:gd name="csY30" fmla="*/ 51898 h 93469"/>
                <a:gd name="csX31" fmla="*/ 16227 w 129875"/>
                <a:gd name="csY31" fmla="*/ 78426 h 93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875" h="93469">
                  <a:moveTo>
                    <a:pt x="16227" y="78426"/>
                  </a:moveTo>
                  <a:cubicBezTo>
                    <a:pt x="15376" y="81120"/>
                    <a:pt x="14101" y="86302"/>
                    <a:pt x="14101" y="86923"/>
                  </a:cubicBezTo>
                  <a:cubicBezTo>
                    <a:pt x="14101" y="91483"/>
                    <a:pt x="17927" y="93555"/>
                    <a:pt x="21328" y="93555"/>
                  </a:cubicBezTo>
                  <a:cubicBezTo>
                    <a:pt x="25154" y="93555"/>
                    <a:pt x="28555" y="90861"/>
                    <a:pt x="29618" y="88996"/>
                  </a:cubicBezTo>
                  <a:cubicBezTo>
                    <a:pt x="30681" y="87131"/>
                    <a:pt x="32381" y="80499"/>
                    <a:pt x="33444" y="76146"/>
                  </a:cubicBezTo>
                  <a:cubicBezTo>
                    <a:pt x="34507" y="72209"/>
                    <a:pt x="36845" y="62675"/>
                    <a:pt x="38121" y="57494"/>
                  </a:cubicBezTo>
                  <a:cubicBezTo>
                    <a:pt x="39396" y="52935"/>
                    <a:pt x="40671" y="48375"/>
                    <a:pt x="41734" y="43608"/>
                  </a:cubicBezTo>
                  <a:cubicBezTo>
                    <a:pt x="44072" y="35111"/>
                    <a:pt x="44497" y="33453"/>
                    <a:pt x="50662" y="24956"/>
                  </a:cubicBezTo>
                  <a:cubicBezTo>
                    <a:pt x="56614" y="16666"/>
                    <a:pt x="66604" y="5889"/>
                    <a:pt x="82546" y="5889"/>
                  </a:cubicBezTo>
                  <a:cubicBezTo>
                    <a:pt x="94875" y="5889"/>
                    <a:pt x="95087" y="16459"/>
                    <a:pt x="95087" y="20397"/>
                  </a:cubicBezTo>
                  <a:cubicBezTo>
                    <a:pt x="95087" y="32831"/>
                    <a:pt x="85947" y="55836"/>
                    <a:pt x="82546" y="64541"/>
                  </a:cubicBezTo>
                  <a:cubicBezTo>
                    <a:pt x="80208" y="70344"/>
                    <a:pt x="79358" y="72209"/>
                    <a:pt x="79358" y="75732"/>
                  </a:cubicBezTo>
                  <a:cubicBezTo>
                    <a:pt x="79358" y="86716"/>
                    <a:pt x="88711" y="93555"/>
                    <a:pt x="99551" y="93555"/>
                  </a:cubicBezTo>
                  <a:cubicBezTo>
                    <a:pt x="120808" y="93555"/>
                    <a:pt x="130160" y="64955"/>
                    <a:pt x="130160" y="61846"/>
                  </a:cubicBezTo>
                  <a:cubicBezTo>
                    <a:pt x="130160" y="59152"/>
                    <a:pt x="127397" y="59152"/>
                    <a:pt x="126759" y="59152"/>
                  </a:cubicBezTo>
                  <a:cubicBezTo>
                    <a:pt x="123783" y="59152"/>
                    <a:pt x="123571" y="60396"/>
                    <a:pt x="122721" y="62675"/>
                  </a:cubicBezTo>
                  <a:cubicBezTo>
                    <a:pt x="117832" y="79255"/>
                    <a:pt x="108691" y="87752"/>
                    <a:pt x="100189" y="87752"/>
                  </a:cubicBezTo>
                  <a:cubicBezTo>
                    <a:pt x="95725" y="87752"/>
                    <a:pt x="94875" y="84851"/>
                    <a:pt x="94875" y="80499"/>
                  </a:cubicBezTo>
                  <a:cubicBezTo>
                    <a:pt x="94875" y="75732"/>
                    <a:pt x="95938" y="73038"/>
                    <a:pt x="99764" y="63712"/>
                  </a:cubicBezTo>
                  <a:cubicBezTo>
                    <a:pt x="102315" y="57287"/>
                    <a:pt x="111030" y="35318"/>
                    <a:pt x="111030" y="23713"/>
                  </a:cubicBezTo>
                  <a:cubicBezTo>
                    <a:pt x="111030" y="3609"/>
                    <a:pt x="94662" y="86"/>
                    <a:pt x="83396" y="86"/>
                  </a:cubicBezTo>
                  <a:cubicBezTo>
                    <a:pt x="65754" y="86"/>
                    <a:pt x="53850" y="10656"/>
                    <a:pt x="47473" y="18946"/>
                  </a:cubicBezTo>
                  <a:cubicBezTo>
                    <a:pt x="45985" y="4646"/>
                    <a:pt x="33444" y="86"/>
                    <a:pt x="24729" y="86"/>
                  </a:cubicBezTo>
                  <a:cubicBezTo>
                    <a:pt x="15589" y="86"/>
                    <a:pt x="10700" y="6511"/>
                    <a:pt x="7937" y="11278"/>
                  </a:cubicBezTo>
                  <a:cubicBezTo>
                    <a:pt x="3260" y="18946"/>
                    <a:pt x="284" y="30759"/>
                    <a:pt x="284" y="31795"/>
                  </a:cubicBezTo>
                  <a:cubicBezTo>
                    <a:pt x="284" y="34489"/>
                    <a:pt x="3260" y="34489"/>
                    <a:pt x="3898" y="34489"/>
                  </a:cubicBezTo>
                  <a:cubicBezTo>
                    <a:pt x="6874" y="34489"/>
                    <a:pt x="7086" y="33868"/>
                    <a:pt x="8574" y="28272"/>
                  </a:cubicBezTo>
                  <a:cubicBezTo>
                    <a:pt x="11763" y="16044"/>
                    <a:pt x="15801" y="5889"/>
                    <a:pt x="24091" y="5889"/>
                  </a:cubicBezTo>
                  <a:cubicBezTo>
                    <a:pt x="29618" y="5889"/>
                    <a:pt x="31106" y="10449"/>
                    <a:pt x="31106" y="16044"/>
                  </a:cubicBezTo>
                  <a:cubicBezTo>
                    <a:pt x="31106" y="19982"/>
                    <a:pt x="29193" y="27650"/>
                    <a:pt x="27705" y="33246"/>
                  </a:cubicBezTo>
                  <a:cubicBezTo>
                    <a:pt x="26217" y="38842"/>
                    <a:pt x="24091" y="47339"/>
                    <a:pt x="23029" y="51898"/>
                  </a:cubicBezTo>
                  <a:lnTo>
                    <a:pt x="16227" y="78426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6C298D8-C2D9-5AEC-4C87-6BD62E4CF536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0590634" y="4188404"/>
              <a:ext cx="70449" cy="296069"/>
            </a:xfrm>
            <a:custGeom>
              <a:avLst/>
              <a:gdLst>
                <a:gd name="csX0" fmla="*/ 70739 w 70449"/>
                <a:gd name="csY0" fmla="*/ 148120 h 296069"/>
                <a:gd name="csX1" fmla="*/ 50698 w 70449"/>
                <a:gd name="csY1" fmla="*/ 55746 h 296069"/>
                <a:gd name="csX2" fmla="*/ 3326 w 70449"/>
                <a:gd name="csY2" fmla="*/ 85 h 296069"/>
                <a:gd name="csX3" fmla="*/ 290 w 70449"/>
                <a:gd name="csY3" fmla="*/ 3045 h 296069"/>
                <a:gd name="csX4" fmla="*/ 6059 w 70449"/>
                <a:gd name="csY4" fmla="*/ 9855 h 296069"/>
                <a:gd name="csX5" fmla="*/ 53127 w 70449"/>
                <a:gd name="csY5" fmla="*/ 148120 h 296069"/>
                <a:gd name="csX6" fmla="*/ 4237 w 70449"/>
                <a:gd name="csY6" fmla="*/ 288161 h 296069"/>
                <a:gd name="csX7" fmla="*/ 290 w 70449"/>
                <a:gd name="csY7" fmla="*/ 293194 h 296069"/>
                <a:gd name="csX8" fmla="*/ 3326 w 70449"/>
                <a:gd name="csY8" fmla="*/ 296154 h 296069"/>
                <a:gd name="csX9" fmla="*/ 51609 w 70449"/>
                <a:gd name="csY9" fmla="*/ 238421 h 296069"/>
                <a:gd name="csX10" fmla="*/ 70739 w 70449"/>
                <a:gd name="csY10" fmla="*/ 148120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739" y="148120"/>
                  </a:moveTo>
                  <a:cubicBezTo>
                    <a:pt x="70739" y="125026"/>
                    <a:pt x="67399" y="89202"/>
                    <a:pt x="50698" y="55746"/>
                  </a:cubicBezTo>
                  <a:cubicBezTo>
                    <a:pt x="32478" y="19329"/>
                    <a:pt x="6363" y="85"/>
                    <a:pt x="3326" y="85"/>
                  </a:cubicBezTo>
                  <a:cubicBezTo>
                    <a:pt x="1504" y="85"/>
                    <a:pt x="290" y="1269"/>
                    <a:pt x="290" y="3045"/>
                  </a:cubicBezTo>
                  <a:cubicBezTo>
                    <a:pt x="290" y="3934"/>
                    <a:pt x="290" y="4526"/>
                    <a:pt x="6059" y="9855"/>
                  </a:cubicBezTo>
                  <a:cubicBezTo>
                    <a:pt x="35818" y="39166"/>
                    <a:pt x="53127" y="86241"/>
                    <a:pt x="53127" y="148120"/>
                  </a:cubicBezTo>
                  <a:cubicBezTo>
                    <a:pt x="53127" y="198747"/>
                    <a:pt x="41891" y="250856"/>
                    <a:pt x="4237" y="288161"/>
                  </a:cubicBezTo>
                  <a:cubicBezTo>
                    <a:pt x="290" y="291713"/>
                    <a:pt x="290" y="292306"/>
                    <a:pt x="290" y="293194"/>
                  </a:cubicBezTo>
                  <a:cubicBezTo>
                    <a:pt x="290" y="294970"/>
                    <a:pt x="1504" y="296154"/>
                    <a:pt x="3326" y="296154"/>
                  </a:cubicBezTo>
                  <a:cubicBezTo>
                    <a:pt x="6363" y="296154"/>
                    <a:pt x="33693" y="276022"/>
                    <a:pt x="51609" y="238421"/>
                  </a:cubicBezTo>
                  <a:cubicBezTo>
                    <a:pt x="67095" y="205853"/>
                    <a:pt x="70739" y="172989"/>
                    <a:pt x="70739" y="148120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24" name="Group 123" descr="\documentclass{article}&#10;\usepackage{amsmath,amssymb}&#10;\pagestyle{empty}&#10;\begin{document}&#10;&#10;\begin{align*}&#10;P(\mathbf{x}_{1:n}) &amp;=P(x_1, x_2, \ldots, x_n) \\&#10;&amp;= P(x_1)P(x_2\mid x_1) P(x_3\mid x_1,x_2)\ldots P(x_n\mid x_1,\ldots,x_{n-1})&#10;\end{align*}&#10;&#10;&#10;\end{document}" title="IguanaTex Shape Display">
            <a:extLst>
              <a:ext uri="{FF2B5EF4-FFF2-40B4-BE49-F238E27FC236}">
                <a16:creationId xmlns:a16="http://schemas.microsoft.com/office/drawing/2014/main" id="{F843CAEE-DF1A-F70F-7CF6-ADE17CC6DA65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1882510" y="4409994"/>
            <a:ext cx="8426980" cy="751561"/>
            <a:chOff x="7163160" y="5853926"/>
            <a:chExt cx="8426980" cy="751561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2DAA3EF-EBA2-F516-925B-8FC551C5BE4F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163160" y="5874067"/>
              <a:ext cx="216231" cy="205326"/>
            </a:xfrm>
            <a:custGeom>
              <a:avLst/>
              <a:gdLst>
                <a:gd name="csX0" fmla="*/ 79743 w 216231"/>
                <a:gd name="csY0" fmla="*/ 110414 h 205326"/>
                <a:gd name="csX1" fmla="*/ 131226 w 216231"/>
                <a:gd name="csY1" fmla="*/ 110414 h 205326"/>
                <a:gd name="csX2" fmla="*/ 216326 w 216231"/>
                <a:gd name="csY2" fmla="*/ 45479 h 205326"/>
                <a:gd name="csX3" fmla="*/ 156665 w 216231"/>
                <a:gd name="csY3" fmla="*/ 85 h 205326"/>
                <a:gd name="csX4" fmla="*/ 58543 w 216231"/>
                <a:gd name="csY4" fmla="*/ 85 h 205326"/>
                <a:gd name="csX5" fmla="*/ 49458 w 216231"/>
                <a:gd name="csY5" fmla="*/ 5797 h 205326"/>
                <a:gd name="csX6" fmla="*/ 58241 w 216231"/>
                <a:gd name="csY6" fmla="*/ 9404 h 205326"/>
                <a:gd name="csX7" fmla="*/ 71263 w 216231"/>
                <a:gd name="csY7" fmla="*/ 10005 h 205326"/>
                <a:gd name="csX8" fmla="*/ 77925 w 216231"/>
                <a:gd name="csY8" fmla="*/ 14815 h 205326"/>
                <a:gd name="csX9" fmla="*/ 76714 w 216231"/>
                <a:gd name="csY9" fmla="*/ 20527 h 205326"/>
                <a:gd name="csX10" fmla="*/ 36133 w 216231"/>
                <a:gd name="csY10" fmla="*/ 181963 h 205326"/>
                <a:gd name="csX11" fmla="*/ 8574 w 216231"/>
                <a:gd name="csY11" fmla="*/ 196092 h 205326"/>
                <a:gd name="csX12" fmla="*/ 94 w 216231"/>
                <a:gd name="csY12" fmla="*/ 201804 h 205326"/>
                <a:gd name="csX13" fmla="*/ 4637 w 216231"/>
                <a:gd name="csY13" fmla="*/ 205411 h 205326"/>
                <a:gd name="csX14" fmla="*/ 43098 w 216231"/>
                <a:gd name="csY14" fmla="*/ 204509 h 205326"/>
                <a:gd name="csX15" fmla="*/ 62480 w 216231"/>
                <a:gd name="csY15" fmla="*/ 204810 h 205326"/>
                <a:gd name="csX16" fmla="*/ 82165 w 216231"/>
                <a:gd name="csY16" fmla="*/ 205411 h 205326"/>
                <a:gd name="csX17" fmla="*/ 88222 w 216231"/>
                <a:gd name="csY17" fmla="*/ 199399 h 205326"/>
                <a:gd name="csX18" fmla="*/ 79743 w 216231"/>
                <a:gd name="csY18" fmla="*/ 196092 h 205326"/>
                <a:gd name="csX19" fmla="*/ 60058 w 216231"/>
                <a:gd name="csY19" fmla="*/ 190681 h 205326"/>
                <a:gd name="csX20" fmla="*/ 60966 w 216231"/>
                <a:gd name="csY20" fmla="*/ 185570 h 205326"/>
                <a:gd name="csX21" fmla="*/ 79743 w 216231"/>
                <a:gd name="csY21" fmla="*/ 110414 h 205326"/>
                <a:gd name="csX22" fmla="*/ 101547 w 216231"/>
                <a:gd name="csY22" fmla="*/ 20828 h 205326"/>
                <a:gd name="csX23" fmla="*/ 117901 w 216231"/>
                <a:gd name="csY23" fmla="*/ 9404 h 205326"/>
                <a:gd name="csX24" fmla="*/ 146974 w 216231"/>
                <a:gd name="csY24" fmla="*/ 9404 h 205326"/>
                <a:gd name="csX25" fmla="*/ 188161 w 216231"/>
                <a:gd name="csY25" fmla="*/ 38264 h 205326"/>
                <a:gd name="csX26" fmla="*/ 170293 w 216231"/>
                <a:gd name="csY26" fmla="*/ 86665 h 205326"/>
                <a:gd name="csX27" fmla="*/ 123655 w 216231"/>
                <a:gd name="csY27" fmla="*/ 102598 h 205326"/>
                <a:gd name="csX28" fmla="*/ 80954 w 216231"/>
                <a:gd name="csY28" fmla="*/ 102598 h 205326"/>
                <a:gd name="csX29" fmla="*/ 101547 w 216231"/>
                <a:gd name="csY29" fmla="*/ 20828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231" h="205326">
                  <a:moveTo>
                    <a:pt x="79743" y="110414"/>
                  </a:moveTo>
                  <a:lnTo>
                    <a:pt x="131226" y="110414"/>
                  </a:lnTo>
                  <a:cubicBezTo>
                    <a:pt x="174230" y="110414"/>
                    <a:pt x="216326" y="79149"/>
                    <a:pt x="216326" y="45479"/>
                  </a:cubicBezTo>
                  <a:cubicBezTo>
                    <a:pt x="216326" y="22331"/>
                    <a:pt x="196338" y="85"/>
                    <a:pt x="156665" y="85"/>
                  </a:cubicBezTo>
                  <a:lnTo>
                    <a:pt x="58543" y="85"/>
                  </a:lnTo>
                  <a:cubicBezTo>
                    <a:pt x="52789" y="85"/>
                    <a:pt x="49458" y="85"/>
                    <a:pt x="49458" y="5797"/>
                  </a:cubicBezTo>
                  <a:cubicBezTo>
                    <a:pt x="49458" y="9404"/>
                    <a:pt x="52184" y="9404"/>
                    <a:pt x="58241" y="9404"/>
                  </a:cubicBezTo>
                  <a:cubicBezTo>
                    <a:pt x="62178" y="9404"/>
                    <a:pt x="67629" y="9705"/>
                    <a:pt x="71263" y="10005"/>
                  </a:cubicBezTo>
                  <a:cubicBezTo>
                    <a:pt x="76108" y="10607"/>
                    <a:pt x="77925" y="11508"/>
                    <a:pt x="77925" y="14815"/>
                  </a:cubicBezTo>
                  <a:cubicBezTo>
                    <a:pt x="77925" y="16018"/>
                    <a:pt x="77623" y="16920"/>
                    <a:pt x="76714" y="20527"/>
                  </a:cubicBezTo>
                  <a:lnTo>
                    <a:pt x="36133" y="181963"/>
                  </a:lnTo>
                  <a:cubicBezTo>
                    <a:pt x="33104" y="193687"/>
                    <a:pt x="32499" y="196092"/>
                    <a:pt x="8574" y="196092"/>
                  </a:cubicBezTo>
                  <a:cubicBezTo>
                    <a:pt x="3426" y="196092"/>
                    <a:pt x="94" y="196092"/>
                    <a:pt x="94" y="201804"/>
                  </a:cubicBezTo>
                  <a:cubicBezTo>
                    <a:pt x="94" y="205411"/>
                    <a:pt x="3728" y="205411"/>
                    <a:pt x="4637" y="205411"/>
                  </a:cubicBezTo>
                  <a:cubicBezTo>
                    <a:pt x="13117" y="205411"/>
                    <a:pt x="34619" y="204509"/>
                    <a:pt x="43098" y="204509"/>
                  </a:cubicBezTo>
                  <a:cubicBezTo>
                    <a:pt x="49458" y="204509"/>
                    <a:pt x="56121" y="204810"/>
                    <a:pt x="62480" y="204810"/>
                  </a:cubicBezTo>
                  <a:cubicBezTo>
                    <a:pt x="69143" y="204810"/>
                    <a:pt x="75806" y="205411"/>
                    <a:pt x="82165" y="205411"/>
                  </a:cubicBezTo>
                  <a:cubicBezTo>
                    <a:pt x="84285" y="205411"/>
                    <a:pt x="88222" y="205411"/>
                    <a:pt x="88222" y="199399"/>
                  </a:cubicBezTo>
                  <a:cubicBezTo>
                    <a:pt x="88222" y="196092"/>
                    <a:pt x="85497" y="196092"/>
                    <a:pt x="79743" y="196092"/>
                  </a:cubicBezTo>
                  <a:cubicBezTo>
                    <a:pt x="68537" y="196092"/>
                    <a:pt x="60058" y="196092"/>
                    <a:pt x="60058" y="190681"/>
                  </a:cubicBezTo>
                  <a:cubicBezTo>
                    <a:pt x="60058" y="188877"/>
                    <a:pt x="60663" y="187374"/>
                    <a:pt x="60966" y="185570"/>
                  </a:cubicBezTo>
                  <a:lnTo>
                    <a:pt x="79743" y="110414"/>
                  </a:lnTo>
                  <a:close/>
                  <a:moveTo>
                    <a:pt x="101547" y="20828"/>
                  </a:moveTo>
                  <a:cubicBezTo>
                    <a:pt x="104273" y="10306"/>
                    <a:pt x="104879" y="9404"/>
                    <a:pt x="117901" y="9404"/>
                  </a:cubicBezTo>
                  <a:lnTo>
                    <a:pt x="146974" y="9404"/>
                  </a:lnTo>
                  <a:cubicBezTo>
                    <a:pt x="172110" y="9404"/>
                    <a:pt x="188161" y="17521"/>
                    <a:pt x="188161" y="38264"/>
                  </a:cubicBezTo>
                  <a:cubicBezTo>
                    <a:pt x="188161" y="49988"/>
                    <a:pt x="182104" y="75842"/>
                    <a:pt x="170293" y="86665"/>
                  </a:cubicBezTo>
                  <a:cubicBezTo>
                    <a:pt x="155151" y="100193"/>
                    <a:pt x="136980" y="102598"/>
                    <a:pt x="123655" y="102598"/>
                  </a:cubicBezTo>
                  <a:lnTo>
                    <a:pt x="80954" y="102598"/>
                  </a:lnTo>
                  <a:lnTo>
                    <a:pt x="101547" y="20828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FBB7E64-5A69-92D2-C6A8-BB12F9F150BE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417521" y="5853926"/>
              <a:ext cx="70260" cy="300624"/>
            </a:xfrm>
            <a:custGeom>
              <a:avLst/>
              <a:gdLst>
                <a:gd name="csX0" fmla="*/ 70362 w 70260"/>
                <a:gd name="csY0" fmla="*/ 297703 h 300624"/>
                <a:gd name="csX1" fmla="*/ 65214 w 70260"/>
                <a:gd name="csY1" fmla="*/ 291089 h 300624"/>
                <a:gd name="csX2" fmla="*/ 17667 w 70260"/>
                <a:gd name="csY2" fmla="*/ 150397 h 300624"/>
                <a:gd name="csX3" fmla="*/ 66425 w 70260"/>
                <a:gd name="csY3" fmla="*/ 8202 h 300624"/>
                <a:gd name="csX4" fmla="*/ 70362 w 70260"/>
                <a:gd name="csY4" fmla="*/ 3091 h 300624"/>
                <a:gd name="csX5" fmla="*/ 67334 w 70260"/>
                <a:gd name="csY5" fmla="*/ 85 h 300624"/>
                <a:gd name="csX6" fmla="*/ 19181 w 70260"/>
                <a:gd name="csY6" fmla="*/ 58707 h 300624"/>
                <a:gd name="csX7" fmla="*/ 102 w 70260"/>
                <a:gd name="csY7" fmla="*/ 150397 h 300624"/>
                <a:gd name="csX8" fmla="*/ 20090 w 70260"/>
                <a:gd name="csY8" fmla="*/ 244192 h 300624"/>
                <a:gd name="csX9" fmla="*/ 67334 w 70260"/>
                <a:gd name="csY9" fmla="*/ 300709 h 300624"/>
                <a:gd name="csX10" fmla="*/ 70362 w 70260"/>
                <a:gd name="csY10" fmla="*/ 297703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362" y="297703"/>
                  </a:moveTo>
                  <a:cubicBezTo>
                    <a:pt x="70362" y="296801"/>
                    <a:pt x="70362" y="296200"/>
                    <a:pt x="65214" y="291089"/>
                  </a:cubicBezTo>
                  <a:cubicBezTo>
                    <a:pt x="27358" y="253211"/>
                    <a:pt x="17667" y="196393"/>
                    <a:pt x="17667" y="150397"/>
                  </a:cubicBezTo>
                  <a:cubicBezTo>
                    <a:pt x="17667" y="98088"/>
                    <a:pt x="29175" y="45780"/>
                    <a:pt x="66425" y="8202"/>
                  </a:cubicBezTo>
                  <a:cubicBezTo>
                    <a:pt x="70362" y="4594"/>
                    <a:pt x="70362" y="3993"/>
                    <a:pt x="70362" y="3091"/>
                  </a:cubicBezTo>
                  <a:cubicBezTo>
                    <a:pt x="70362" y="987"/>
                    <a:pt x="69151" y="85"/>
                    <a:pt x="67334" y="85"/>
                  </a:cubicBezTo>
                  <a:cubicBezTo>
                    <a:pt x="64305" y="85"/>
                    <a:pt x="37049" y="20527"/>
                    <a:pt x="19181" y="58707"/>
                  </a:cubicBezTo>
                  <a:cubicBezTo>
                    <a:pt x="3736" y="91775"/>
                    <a:pt x="102" y="125145"/>
                    <a:pt x="102" y="150397"/>
                  </a:cubicBezTo>
                  <a:cubicBezTo>
                    <a:pt x="102" y="173846"/>
                    <a:pt x="3433" y="210221"/>
                    <a:pt x="20090" y="244192"/>
                  </a:cubicBezTo>
                  <a:cubicBezTo>
                    <a:pt x="38261" y="281169"/>
                    <a:pt x="64305" y="300709"/>
                    <a:pt x="67334" y="300709"/>
                  </a:cubicBezTo>
                  <a:cubicBezTo>
                    <a:pt x="69151" y="300709"/>
                    <a:pt x="70362" y="299807"/>
                    <a:pt x="70362" y="29770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3C11BD-E218-839A-84B5-813D55738B0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511975" y="5945917"/>
              <a:ext cx="170501" cy="133477"/>
            </a:xfrm>
            <a:custGeom>
              <a:avLst/>
              <a:gdLst>
                <a:gd name="csX0" fmla="*/ 98228 w 170501"/>
                <a:gd name="csY0" fmla="*/ 59608 h 133477"/>
                <a:gd name="csX1" fmla="*/ 133661 w 170501"/>
                <a:gd name="csY1" fmla="*/ 20527 h 133477"/>
                <a:gd name="csX2" fmla="*/ 164551 w 170501"/>
                <a:gd name="csY2" fmla="*/ 14214 h 133477"/>
                <a:gd name="csX3" fmla="*/ 164551 w 170501"/>
                <a:gd name="csY3" fmla="*/ 85 h 133477"/>
                <a:gd name="csX4" fmla="*/ 136689 w 170501"/>
                <a:gd name="csY4" fmla="*/ 987 h 133477"/>
                <a:gd name="csX5" fmla="*/ 105496 w 170501"/>
                <a:gd name="csY5" fmla="*/ 85 h 133477"/>
                <a:gd name="csX6" fmla="*/ 105496 w 170501"/>
                <a:gd name="csY6" fmla="*/ 14214 h 133477"/>
                <a:gd name="csX7" fmla="*/ 117004 w 170501"/>
                <a:gd name="csY7" fmla="*/ 16920 h 133477"/>
                <a:gd name="csX8" fmla="*/ 114581 w 170501"/>
                <a:gd name="csY8" fmla="*/ 20527 h 133477"/>
                <a:gd name="csX9" fmla="*/ 89142 w 170501"/>
                <a:gd name="csY9" fmla="*/ 48786 h 133477"/>
                <a:gd name="csX10" fmla="*/ 59464 w 170501"/>
                <a:gd name="csY10" fmla="*/ 14214 h 133477"/>
                <a:gd name="csX11" fmla="*/ 71577 w 170501"/>
                <a:gd name="csY11" fmla="*/ 14214 h 133477"/>
                <a:gd name="csX12" fmla="*/ 71577 w 170501"/>
                <a:gd name="csY12" fmla="*/ 85 h 133477"/>
                <a:gd name="csX13" fmla="*/ 34933 w 170501"/>
                <a:gd name="csY13" fmla="*/ 987 h 133477"/>
                <a:gd name="csX14" fmla="*/ 1620 w 170501"/>
                <a:gd name="csY14" fmla="*/ 85 h 133477"/>
                <a:gd name="csX15" fmla="*/ 1620 w 170501"/>
                <a:gd name="csY15" fmla="*/ 14214 h 133477"/>
                <a:gd name="csX16" fmla="*/ 23122 w 170501"/>
                <a:gd name="csY16" fmla="*/ 14214 h 133477"/>
                <a:gd name="csX17" fmla="*/ 70366 w 170501"/>
                <a:gd name="csY17" fmla="*/ 69529 h 133477"/>
                <a:gd name="csX18" fmla="*/ 30693 w 170501"/>
                <a:gd name="csY18" fmla="*/ 113721 h 133477"/>
                <a:gd name="csX19" fmla="*/ 106 w 170501"/>
                <a:gd name="csY19" fmla="*/ 119433 h 133477"/>
                <a:gd name="csX20" fmla="*/ 106 w 170501"/>
                <a:gd name="csY20" fmla="*/ 133562 h 133477"/>
                <a:gd name="csX21" fmla="*/ 27968 w 170501"/>
                <a:gd name="csY21" fmla="*/ 132660 h 133477"/>
                <a:gd name="csX22" fmla="*/ 59161 w 170501"/>
                <a:gd name="csY22" fmla="*/ 133562 h 133477"/>
                <a:gd name="csX23" fmla="*/ 59161 w 170501"/>
                <a:gd name="csY23" fmla="*/ 119433 h 133477"/>
                <a:gd name="csX24" fmla="*/ 47955 w 170501"/>
                <a:gd name="csY24" fmla="*/ 116126 h 133477"/>
                <a:gd name="csX25" fmla="*/ 50075 w 170501"/>
                <a:gd name="csY25" fmla="*/ 113120 h 133477"/>
                <a:gd name="csX26" fmla="*/ 79451 w 170501"/>
                <a:gd name="csY26" fmla="*/ 80351 h 133477"/>
                <a:gd name="csX27" fmla="*/ 112764 w 170501"/>
                <a:gd name="csY27" fmla="*/ 119433 h 133477"/>
                <a:gd name="csX28" fmla="*/ 100953 w 170501"/>
                <a:gd name="csY28" fmla="*/ 119433 h 133477"/>
                <a:gd name="csX29" fmla="*/ 100953 w 170501"/>
                <a:gd name="csY29" fmla="*/ 133562 h 133477"/>
                <a:gd name="csX30" fmla="*/ 137295 w 170501"/>
                <a:gd name="csY30" fmla="*/ 132660 h 133477"/>
                <a:gd name="csX31" fmla="*/ 170608 w 170501"/>
                <a:gd name="csY31" fmla="*/ 133562 h 133477"/>
                <a:gd name="csX32" fmla="*/ 170608 w 170501"/>
                <a:gd name="csY32" fmla="*/ 119433 h 133477"/>
                <a:gd name="csX33" fmla="*/ 149106 w 170501"/>
                <a:gd name="csY33" fmla="*/ 119433 h 133477"/>
                <a:gd name="csX34" fmla="*/ 98228 w 170501"/>
                <a:gd name="csY34" fmla="*/ 59608 h 1334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501" h="133477">
                  <a:moveTo>
                    <a:pt x="98228" y="59608"/>
                  </a:moveTo>
                  <a:lnTo>
                    <a:pt x="133661" y="20527"/>
                  </a:lnTo>
                  <a:cubicBezTo>
                    <a:pt x="137598" y="16318"/>
                    <a:pt x="139415" y="14214"/>
                    <a:pt x="164551" y="14214"/>
                  </a:cubicBezTo>
                  <a:lnTo>
                    <a:pt x="164551" y="85"/>
                  </a:lnTo>
                  <a:cubicBezTo>
                    <a:pt x="153951" y="686"/>
                    <a:pt x="138203" y="987"/>
                    <a:pt x="136689" y="987"/>
                  </a:cubicBezTo>
                  <a:cubicBezTo>
                    <a:pt x="129118" y="987"/>
                    <a:pt x="113976" y="385"/>
                    <a:pt x="105496" y="85"/>
                  </a:cubicBezTo>
                  <a:lnTo>
                    <a:pt x="105496" y="14214"/>
                  </a:lnTo>
                  <a:cubicBezTo>
                    <a:pt x="109736" y="14214"/>
                    <a:pt x="113370" y="14815"/>
                    <a:pt x="117004" y="16920"/>
                  </a:cubicBezTo>
                  <a:cubicBezTo>
                    <a:pt x="115793" y="18723"/>
                    <a:pt x="115793" y="19325"/>
                    <a:pt x="114581" y="20527"/>
                  </a:cubicBezTo>
                  <a:lnTo>
                    <a:pt x="89142" y="48786"/>
                  </a:lnTo>
                  <a:lnTo>
                    <a:pt x="59464" y="14214"/>
                  </a:lnTo>
                  <a:lnTo>
                    <a:pt x="71577" y="14214"/>
                  </a:lnTo>
                  <a:lnTo>
                    <a:pt x="71577" y="85"/>
                  </a:lnTo>
                  <a:cubicBezTo>
                    <a:pt x="63703" y="385"/>
                    <a:pt x="44624" y="987"/>
                    <a:pt x="34933" y="987"/>
                  </a:cubicBezTo>
                  <a:cubicBezTo>
                    <a:pt x="25242" y="987"/>
                    <a:pt x="11614" y="385"/>
                    <a:pt x="1620" y="85"/>
                  </a:cubicBezTo>
                  <a:lnTo>
                    <a:pt x="1620" y="14214"/>
                  </a:lnTo>
                  <a:lnTo>
                    <a:pt x="23122" y="14214"/>
                  </a:lnTo>
                  <a:lnTo>
                    <a:pt x="70366" y="69529"/>
                  </a:lnTo>
                  <a:lnTo>
                    <a:pt x="30693" y="113721"/>
                  </a:lnTo>
                  <a:cubicBezTo>
                    <a:pt x="25545" y="119433"/>
                    <a:pt x="14643" y="119433"/>
                    <a:pt x="106" y="119433"/>
                  </a:cubicBezTo>
                  <a:lnTo>
                    <a:pt x="106" y="133562"/>
                  </a:lnTo>
                  <a:cubicBezTo>
                    <a:pt x="10706" y="132961"/>
                    <a:pt x="26453" y="132660"/>
                    <a:pt x="27968" y="132660"/>
                  </a:cubicBezTo>
                  <a:cubicBezTo>
                    <a:pt x="35539" y="132660"/>
                    <a:pt x="53104" y="133261"/>
                    <a:pt x="59161" y="133562"/>
                  </a:cubicBezTo>
                  <a:lnTo>
                    <a:pt x="59161" y="119433"/>
                  </a:lnTo>
                  <a:cubicBezTo>
                    <a:pt x="53710" y="119433"/>
                    <a:pt x="47955" y="117930"/>
                    <a:pt x="47955" y="116126"/>
                  </a:cubicBezTo>
                  <a:cubicBezTo>
                    <a:pt x="47955" y="115825"/>
                    <a:pt x="47955" y="115525"/>
                    <a:pt x="50075" y="113120"/>
                  </a:cubicBezTo>
                  <a:lnTo>
                    <a:pt x="79451" y="80351"/>
                  </a:lnTo>
                  <a:lnTo>
                    <a:pt x="112764" y="119433"/>
                  </a:lnTo>
                  <a:lnTo>
                    <a:pt x="100953" y="119433"/>
                  </a:lnTo>
                  <a:lnTo>
                    <a:pt x="100953" y="133562"/>
                  </a:lnTo>
                  <a:cubicBezTo>
                    <a:pt x="108827" y="133261"/>
                    <a:pt x="127301" y="132660"/>
                    <a:pt x="137295" y="132660"/>
                  </a:cubicBezTo>
                  <a:cubicBezTo>
                    <a:pt x="146986" y="132660"/>
                    <a:pt x="160614" y="133261"/>
                    <a:pt x="170608" y="133562"/>
                  </a:cubicBezTo>
                  <a:lnTo>
                    <a:pt x="170608" y="119433"/>
                  </a:lnTo>
                  <a:lnTo>
                    <a:pt x="149106" y="119433"/>
                  </a:lnTo>
                  <a:lnTo>
                    <a:pt x="98228" y="59608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2E48C60-C134-1AA7-E98B-7D1DE08A08A4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712229" y="5984757"/>
              <a:ext cx="77164" cy="139730"/>
            </a:xfrm>
            <a:custGeom>
              <a:avLst/>
              <a:gdLst>
                <a:gd name="csX0" fmla="*/ 48022 w 77164"/>
                <a:gd name="csY0" fmla="*/ 5978 h 139730"/>
                <a:gd name="csX1" fmla="*/ 41662 w 77164"/>
                <a:gd name="csY1" fmla="*/ 86 h 139730"/>
                <a:gd name="csX2" fmla="*/ 112 w 77164"/>
                <a:gd name="csY2" fmla="*/ 13554 h 139730"/>
                <a:gd name="csX3" fmla="*/ 112 w 77164"/>
                <a:gd name="csY3" fmla="*/ 21130 h 139730"/>
                <a:gd name="csX4" fmla="*/ 30851 w 77164"/>
                <a:gd name="csY4" fmla="*/ 15238 h 139730"/>
                <a:gd name="csX5" fmla="*/ 30851 w 77164"/>
                <a:gd name="csY5" fmla="*/ 122561 h 139730"/>
                <a:gd name="csX6" fmla="*/ 9652 w 77164"/>
                <a:gd name="csY6" fmla="*/ 132241 h 139730"/>
                <a:gd name="csX7" fmla="*/ 1596 w 77164"/>
                <a:gd name="csY7" fmla="*/ 132241 h 139730"/>
                <a:gd name="csX8" fmla="*/ 1596 w 77164"/>
                <a:gd name="csY8" fmla="*/ 139817 h 139730"/>
                <a:gd name="csX9" fmla="*/ 39330 w 77164"/>
                <a:gd name="csY9" fmla="*/ 138975 h 139730"/>
                <a:gd name="csX10" fmla="*/ 77277 w 77164"/>
                <a:gd name="csY10" fmla="*/ 139817 h 139730"/>
                <a:gd name="csX11" fmla="*/ 77277 w 77164"/>
                <a:gd name="csY11" fmla="*/ 132241 h 139730"/>
                <a:gd name="csX12" fmla="*/ 69221 w 77164"/>
                <a:gd name="csY12" fmla="*/ 132241 h 139730"/>
                <a:gd name="csX13" fmla="*/ 48022 w 77164"/>
                <a:gd name="csY13" fmla="*/ 122561 h 139730"/>
                <a:gd name="csX14" fmla="*/ 48022 w 77164"/>
                <a:gd name="csY14" fmla="*/ 5978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022" y="5978"/>
                  </a:moveTo>
                  <a:cubicBezTo>
                    <a:pt x="48022" y="297"/>
                    <a:pt x="47598" y="86"/>
                    <a:pt x="41662" y="86"/>
                  </a:cubicBezTo>
                  <a:cubicBezTo>
                    <a:pt x="28095" y="13344"/>
                    <a:pt x="8804" y="13554"/>
                    <a:pt x="112" y="13554"/>
                  </a:cubicBezTo>
                  <a:lnTo>
                    <a:pt x="112" y="21130"/>
                  </a:lnTo>
                  <a:cubicBezTo>
                    <a:pt x="5200" y="21130"/>
                    <a:pt x="19191" y="21130"/>
                    <a:pt x="30851" y="15238"/>
                  </a:cubicBezTo>
                  <a:lnTo>
                    <a:pt x="30851" y="122561"/>
                  </a:lnTo>
                  <a:cubicBezTo>
                    <a:pt x="30851" y="129505"/>
                    <a:pt x="30851" y="132241"/>
                    <a:pt x="9652" y="132241"/>
                  </a:cubicBezTo>
                  <a:lnTo>
                    <a:pt x="1596" y="132241"/>
                  </a:lnTo>
                  <a:lnTo>
                    <a:pt x="1596" y="139817"/>
                  </a:lnTo>
                  <a:cubicBezTo>
                    <a:pt x="5412" y="139606"/>
                    <a:pt x="31487" y="138975"/>
                    <a:pt x="39330" y="138975"/>
                  </a:cubicBezTo>
                  <a:cubicBezTo>
                    <a:pt x="45902" y="138975"/>
                    <a:pt x="72613" y="139606"/>
                    <a:pt x="77277" y="139817"/>
                  </a:cubicBezTo>
                  <a:lnTo>
                    <a:pt x="77277" y="132241"/>
                  </a:lnTo>
                  <a:lnTo>
                    <a:pt x="69221" y="132241"/>
                  </a:lnTo>
                  <a:cubicBezTo>
                    <a:pt x="48022" y="132241"/>
                    <a:pt x="48022" y="129505"/>
                    <a:pt x="48022" y="122561"/>
                  </a:cubicBezTo>
                  <a:lnTo>
                    <a:pt x="48022" y="5978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8F3501-72D4-18B8-1F6F-6C8750D74DD9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831887" y="6033789"/>
              <a:ext cx="24379" cy="90698"/>
            </a:xfrm>
            <a:custGeom>
              <a:avLst/>
              <a:gdLst>
                <a:gd name="csX0" fmla="*/ 24495 w 24379"/>
                <a:gd name="csY0" fmla="*/ 12292 h 90698"/>
                <a:gd name="csX1" fmla="*/ 12411 w 24379"/>
                <a:gd name="csY1" fmla="*/ 86 h 90698"/>
                <a:gd name="csX2" fmla="*/ 116 w 24379"/>
                <a:gd name="csY2" fmla="*/ 12081 h 90698"/>
                <a:gd name="csX3" fmla="*/ 12200 w 24379"/>
                <a:gd name="csY3" fmla="*/ 24286 h 90698"/>
                <a:gd name="csX4" fmla="*/ 24495 w 24379"/>
                <a:gd name="csY4" fmla="*/ 12292 h 90698"/>
                <a:gd name="csX5" fmla="*/ 24495 w 24379"/>
                <a:gd name="csY5" fmla="*/ 78790 h 90698"/>
                <a:gd name="csX6" fmla="*/ 12411 w 24379"/>
                <a:gd name="csY6" fmla="*/ 66584 h 90698"/>
                <a:gd name="csX7" fmla="*/ 116 w 24379"/>
                <a:gd name="csY7" fmla="*/ 78579 h 90698"/>
                <a:gd name="csX8" fmla="*/ 12200 w 24379"/>
                <a:gd name="csY8" fmla="*/ 90785 h 90698"/>
                <a:gd name="csX9" fmla="*/ 24495 w 24379"/>
                <a:gd name="csY9" fmla="*/ 78790 h 90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79" h="90698">
                  <a:moveTo>
                    <a:pt x="24495" y="12292"/>
                  </a:moveTo>
                  <a:cubicBezTo>
                    <a:pt x="24495" y="4926"/>
                    <a:pt x="18559" y="86"/>
                    <a:pt x="12411" y="86"/>
                  </a:cubicBezTo>
                  <a:cubicBezTo>
                    <a:pt x="4992" y="86"/>
                    <a:pt x="116" y="5978"/>
                    <a:pt x="116" y="12081"/>
                  </a:cubicBezTo>
                  <a:cubicBezTo>
                    <a:pt x="116" y="19446"/>
                    <a:pt x="6052" y="24286"/>
                    <a:pt x="12200" y="24286"/>
                  </a:cubicBezTo>
                  <a:cubicBezTo>
                    <a:pt x="19619" y="24286"/>
                    <a:pt x="24495" y="18394"/>
                    <a:pt x="24495" y="12292"/>
                  </a:cubicBezTo>
                  <a:close/>
                  <a:moveTo>
                    <a:pt x="24495" y="78790"/>
                  </a:moveTo>
                  <a:cubicBezTo>
                    <a:pt x="24495" y="71424"/>
                    <a:pt x="18559" y="66584"/>
                    <a:pt x="12411" y="66584"/>
                  </a:cubicBezTo>
                  <a:cubicBezTo>
                    <a:pt x="4992" y="66584"/>
                    <a:pt x="116" y="72477"/>
                    <a:pt x="116" y="78579"/>
                  </a:cubicBezTo>
                  <a:cubicBezTo>
                    <a:pt x="116" y="85945"/>
                    <a:pt x="6052" y="90785"/>
                    <a:pt x="12200" y="90785"/>
                  </a:cubicBezTo>
                  <a:cubicBezTo>
                    <a:pt x="19619" y="90785"/>
                    <a:pt x="24495" y="84892"/>
                    <a:pt x="24495" y="78790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AA02D02-CC39-8FC8-CCD7-67EAC135082A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7888365" y="6031685"/>
              <a:ext cx="129526" cy="94907"/>
            </a:xfrm>
            <a:custGeom>
              <a:avLst/>
              <a:gdLst>
                <a:gd name="csX0" fmla="*/ 16018 w 129526"/>
                <a:gd name="csY0" fmla="*/ 79631 h 94907"/>
                <a:gd name="csX1" fmla="*/ 13898 w 129526"/>
                <a:gd name="csY1" fmla="*/ 88259 h 94907"/>
                <a:gd name="csX2" fmla="*/ 21105 w 129526"/>
                <a:gd name="csY2" fmla="*/ 94993 h 94907"/>
                <a:gd name="csX3" fmla="*/ 29373 w 129526"/>
                <a:gd name="csY3" fmla="*/ 90364 h 94907"/>
                <a:gd name="csX4" fmla="*/ 33189 w 129526"/>
                <a:gd name="csY4" fmla="*/ 77317 h 94907"/>
                <a:gd name="csX5" fmla="*/ 37853 w 129526"/>
                <a:gd name="csY5" fmla="*/ 58377 h 94907"/>
                <a:gd name="csX6" fmla="*/ 41457 w 129526"/>
                <a:gd name="csY6" fmla="*/ 44278 h 94907"/>
                <a:gd name="csX7" fmla="*/ 50360 w 129526"/>
                <a:gd name="csY7" fmla="*/ 25339 h 94907"/>
                <a:gd name="csX8" fmla="*/ 82159 w 129526"/>
                <a:gd name="csY8" fmla="*/ 5978 h 94907"/>
                <a:gd name="csX9" fmla="*/ 94666 w 129526"/>
                <a:gd name="csY9" fmla="*/ 20709 h 94907"/>
                <a:gd name="csX10" fmla="*/ 82159 w 129526"/>
                <a:gd name="csY10" fmla="*/ 65532 h 94907"/>
                <a:gd name="csX11" fmla="*/ 78979 w 129526"/>
                <a:gd name="csY11" fmla="*/ 76896 h 94907"/>
                <a:gd name="csX12" fmla="*/ 99118 w 129526"/>
                <a:gd name="csY12" fmla="*/ 94993 h 94907"/>
                <a:gd name="csX13" fmla="*/ 129645 w 129526"/>
                <a:gd name="csY13" fmla="*/ 62796 h 94907"/>
                <a:gd name="csX14" fmla="*/ 126253 w 129526"/>
                <a:gd name="csY14" fmla="*/ 60061 h 94907"/>
                <a:gd name="csX15" fmla="*/ 122225 w 129526"/>
                <a:gd name="csY15" fmla="*/ 63638 h 94907"/>
                <a:gd name="csX16" fmla="*/ 99754 w 129526"/>
                <a:gd name="csY16" fmla="*/ 89101 h 94907"/>
                <a:gd name="csX17" fmla="*/ 94454 w 129526"/>
                <a:gd name="csY17" fmla="*/ 81736 h 94907"/>
                <a:gd name="csX18" fmla="*/ 99330 w 129526"/>
                <a:gd name="csY18" fmla="*/ 64690 h 94907"/>
                <a:gd name="csX19" fmla="*/ 110566 w 129526"/>
                <a:gd name="csY19" fmla="*/ 24076 h 94907"/>
                <a:gd name="csX20" fmla="*/ 83007 w 129526"/>
                <a:gd name="csY20" fmla="*/ 86 h 94907"/>
                <a:gd name="csX21" fmla="*/ 47180 w 129526"/>
                <a:gd name="csY21" fmla="*/ 19236 h 94907"/>
                <a:gd name="csX22" fmla="*/ 24497 w 129526"/>
                <a:gd name="csY22" fmla="*/ 86 h 94907"/>
                <a:gd name="csX23" fmla="*/ 7750 w 129526"/>
                <a:gd name="csY23" fmla="*/ 11450 h 94907"/>
                <a:gd name="csX24" fmla="*/ 118 w 129526"/>
                <a:gd name="csY24" fmla="*/ 32283 h 94907"/>
                <a:gd name="csX25" fmla="*/ 3722 w 129526"/>
                <a:gd name="csY25" fmla="*/ 35019 h 94907"/>
                <a:gd name="csX26" fmla="*/ 8386 w 129526"/>
                <a:gd name="csY26" fmla="*/ 28706 h 94907"/>
                <a:gd name="csX27" fmla="*/ 23861 w 129526"/>
                <a:gd name="csY27" fmla="*/ 5978 h 94907"/>
                <a:gd name="csX28" fmla="*/ 30857 w 129526"/>
                <a:gd name="csY28" fmla="*/ 16290 h 94907"/>
                <a:gd name="csX29" fmla="*/ 27465 w 129526"/>
                <a:gd name="csY29" fmla="*/ 33756 h 94907"/>
                <a:gd name="csX30" fmla="*/ 22801 w 129526"/>
                <a:gd name="csY30" fmla="*/ 52695 h 94907"/>
                <a:gd name="csX31" fmla="*/ 16018 w 129526"/>
                <a:gd name="csY31" fmla="*/ 79631 h 94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526" h="94907">
                  <a:moveTo>
                    <a:pt x="16018" y="79631"/>
                  </a:moveTo>
                  <a:cubicBezTo>
                    <a:pt x="15170" y="82367"/>
                    <a:pt x="13898" y="87628"/>
                    <a:pt x="13898" y="88259"/>
                  </a:cubicBezTo>
                  <a:cubicBezTo>
                    <a:pt x="13898" y="92889"/>
                    <a:pt x="17714" y="94993"/>
                    <a:pt x="21105" y="94993"/>
                  </a:cubicBezTo>
                  <a:cubicBezTo>
                    <a:pt x="24921" y="94993"/>
                    <a:pt x="28313" y="92258"/>
                    <a:pt x="29373" y="90364"/>
                  </a:cubicBezTo>
                  <a:cubicBezTo>
                    <a:pt x="30433" y="88470"/>
                    <a:pt x="32129" y="81736"/>
                    <a:pt x="33189" y="77317"/>
                  </a:cubicBezTo>
                  <a:cubicBezTo>
                    <a:pt x="34249" y="73318"/>
                    <a:pt x="36581" y="63638"/>
                    <a:pt x="37853" y="58377"/>
                  </a:cubicBezTo>
                  <a:cubicBezTo>
                    <a:pt x="39125" y="53748"/>
                    <a:pt x="40397" y="49118"/>
                    <a:pt x="41457" y="44278"/>
                  </a:cubicBezTo>
                  <a:cubicBezTo>
                    <a:pt x="43789" y="35650"/>
                    <a:pt x="44212" y="33967"/>
                    <a:pt x="50360" y="25339"/>
                  </a:cubicBezTo>
                  <a:cubicBezTo>
                    <a:pt x="56296" y="16921"/>
                    <a:pt x="66260" y="5978"/>
                    <a:pt x="82159" y="5978"/>
                  </a:cubicBezTo>
                  <a:cubicBezTo>
                    <a:pt x="94454" y="5978"/>
                    <a:pt x="94666" y="16711"/>
                    <a:pt x="94666" y="20709"/>
                  </a:cubicBezTo>
                  <a:cubicBezTo>
                    <a:pt x="94666" y="33335"/>
                    <a:pt x="85551" y="56694"/>
                    <a:pt x="82159" y="65532"/>
                  </a:cubicBezTo>
                  <a:cubicBezTo>
                    <a:pt x="79827" y="71424"/>
                    <a:pt x="78979" y="73318"/>
                    <a:pt x="78979" y="76896"/>
                  </a:cubicBezTo>
                  <a:cubicBezTo>
                    <a:pt x="78979" y="88049"/>
                    <a:pt x="88307" y="94993"/>
                    <a:pt x="99118" y="94993"/>
                  </a:cubicBezTo>
                  <a:cubicBezTo>
                    <a:pt x="120317" y="94993"/>
                    <a:pt x="129645" y="65953"/>
                    <a:pt x="129645" y="62796"/>
                  </a:cubicBezTo>
                  <a:cubicBezTo>
                    <a:pt x="129645" y="60061"/>
                    <a:pt x="126889" y="60061"/>
                    <a:pt x="126253" y="60061"/>
                  </a:cubicBezTo>
                  <a:cubicBezTo>
                    <a:pt x="123285" y="60061"/>
                    <a:pt x="123073" y="61323"/>
                    <a:pt x="122225" y="63638"/>
                  </a:cubicBezTo>
                  <a:cubicBezTo>
                    <a:pt x="117350" y="80473"/>
                    <a:pt x="108234" y="89101"/>
                    <a:pt x="99754" y="89101"/>
                  </a:cubicBezTo>
                  <a:cubicBezTo>
                    <a:pt x="95302" y="89101"/>
                    <a:pt x="94454" y="86155"/>
                    <a:pt x="94454" y="81736"/>
                  </a:cubicBezTo>
                  <a:cubicBezTo>
                    <a:pt x="94454" y="76896"/>
                    <a:pt x="95514" y="74160"/>
                    <a:pt x="99330" y="64690"/>
                  </a:cubicBezTo>
                  <a:cubicBezTo>
                    <a:pt x="101874" y="58167"/>
                    <a:pt x="110566" y="35861"/>
                    <a:pt x="110566" y="24076"/>
                  </a:cubicBezTo>
                  <a:cubicBezTo>
                    <a:pt x="110566" y="3664"/>
                    <a:pt x="94242" y="86"/>
                    <a:pt x="83007" y="86"/>
                  </a:cubicBezTo>
                  <a:cubicBezTo>
                    <a:pt x="65412" y="86"/>
                    <a:pt x="53540" y="10818"/>
                    <a:pt x="47180" y="19236"/>
                  </a:cubicBezTo>
                  <a:cubicBezTo>
                    <a:pt x="45696" y="4716"/>
                    <a:pt x="33189" y="86"/>
                    <a:pt x="24497" y="86"/>
                  </a:cubicBezTo>
                  <a:cubicBezTo>
                    <a:pt x="15382" y="86"/>
                    <a:pt x="10506" y="6610"/>
                    <a:pt x="7750" y="11450"/>
                  </a:cubicBezTo>
                  <a:cubicBezTo>
                    <a:pt x="3086" y="19236"/>
                    <a:pt x="118" y="31231"/>
                    <a:pt x="118" y="32283"/>
                  </a:cubicBezTo>
                  <a:cubicBezTo>
                    <a:pt x="118" y="35019"/>
                    <a:pt x="3086" y="35019"/>
                    <a:pt x="3722" y="35019"/>
                  </a:cubicBezTo>
                  <a:cubicBezTo>
                    <a:pt x="6690" y="35019"/>
                    <a:pt x="6902" y="34387"/>
                    <a:pt x="8386" y="28706"/>
                  </a:cubicBezTo>
                  <a:cubicBezTo>
                    <a:pt x="11566" y="16290"/>
                    <a:pt x="15594" y="5978"/>
                    <a:pt x="23861" y="5978"/>
                  </a:cubicBezTo>
                  <a:cubicBezTo>
                    <a:pt x="29373" y="5978"/>
                    <a:pt x="30857" y="10608"/>
                    <a:pt x="30857" y="16290"/>
                  </a:cubicBezTo>
                  <a:cubicBezTo>
                    <a:pt x="30857" y="20288"/>
                    <a:pt x="28949" y="28074"/>
                    <a:pt x="27465" y="33756"/>
                  </a:cubicBezTo>
                  <a:cubicBezTo>
                    <a:pt x="25981" y="39438"/>
                    <a:pt x="23861" y="48066"/>
                    <a:pt x="22801" y="52695"/>
                  </a:cubicBezTo>
                  <a:lnTo>
                    <a:pt x="16018" y="79631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F32616A-017F-2C4F-DD51-BB877C26B70E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060511" y="5853926"/>
              <a:ext cx="70260" cy="300624"/>
            </a:xfrm>
            <a:custGeom>
              <a:avLst/>
              <a:gdLst>
                <a:gd name="csX0" fmla="*/ 70384 w 70260"/>
                <a:gd name="csY0" fmla="*/ 150397 h 300624"/>
                <a:gd name="csX1" fmla="*/ 50396 w 70260"/>
                <a:gd name="csY1" fmla="*/ 56602 h 300624"/>
                <a:gd name="csX2" fmla="*/ 3152 w 70260"/>
                <a:gd name="csY2" fmla="*/ 85 h 300624"/>
                <a:gd name="csX3" fmla="*/ 124 w 70260"/>
                <a:gd name="csY3" fmla="*/ 3091 h 300624"/>
                <a:gd name="csX4" fmla="*/ 5878 w 70260"/>
                <a:gd name="csY4" fmla="*/ 10005 h 300624"/>
                <a:gd name="csX5" fmla="*/ 52819 w 70260"/>
                <a:gd name="csY5" fmla="*/ 150397 h 300624"/>
                <a:gd name="csX6" fmla="*/ 4061 w 70260"/>
                <a:gd name="csY6" fmla="*/ 292592 h 300624"/>
                <a:gd name="csX7" fmla="*/ 124 w 70260"/>
                <a:gd name="csY7" fmla="*/ 297703 h 300624"/>
                <a:gd name="csX8" fmla="*/ 3152 w 70260"/>
                <a:gd name="csY8" fmla="*/ 300709 h 300624"/>
                <a:gd name="csX9" fmla="*/ 51304 w 70260"/>
                <a:gd name="csY9" fmla="*/ 242088 h 300624"/>
                <a:gd name="csX10" fmla="*/ 70384 w 70260"/>
                <a:gd name="csY10" fmla="*/ 150397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384" y="150397"/>
                  </a:moveTo>
                  <a:cubicBezTo>
                    <a:pt x="70384" y="126948"/>
                    <a:pt x="67052" y="90573"/>
                    <a:pt x="50396" y="56602"/>
                  </a:cubicBezTo>
                  <a:cubicBezTo>
                    <a:pt x="32225" y="19625"/>
                    <a:pt x="6181" y="85"/>
                    <a:pt x="3152" y="85"/>
                  </a:cubicBezTo>
                  <a:cubicBezTo>
                    <a:pt x="1335" y="85"/>
                    <a:pt x="124" y="1287"/>
                    <a:pt x="124" y="3091"/>
                  </a:cubicBezTo>
                  <a:cubicBezTo>
                    <a:pt x="124" y="3993"/>
                    <a:pt x="124" y="4594"/>
                    <a:pt x="5878" y="10005"/>
                  </a:cubicBezTo>
                  <a:cubicBezTo>
                    <a:pt x="35557" y="39767"/>
                    <a:pt x="52819" y="87566"/>
                    <a:pt x="52819" y="150397"/>
                  </a:cubicBezTo>
                  <a:cubicBezTo>
                    <a:pt x="52819" y="201804"/>
                    <a:pt x="41613" y="254714"/>
                    <a:pt x="4061" y="292592"/>
                  </a:cubicBezTo>
                  <a:cubicBezTo>
                    <a:pt x="124" y="296200"/>
                    <a:pt x="124" y="296801"/>
                    <a:pt x="124" y="297703"/>
                  </a:cubicBezTo>
                  <a:cubicBezTo>
                    <a:pt x="124" y="299507"/>
                    <a:pt x="1335" y="300709"/>
                    <a:pt x="3152" y="300709"/>
                  </a:cubicBezTo>
                  <a:cubicBezTo>
                    <a:pt x="6181" y="300709"/>
                    <a:pt x="33437" y="280267"/>
                    <a:pt x="51304" y="242088"/>
                  </a:cubicBezTo>
                  <a:cubicBezTo>
                    <a:pt x="66750" y="209019"/>
                    <a:pt x="70384" y="175649"/>
                    <a:pt x="70384" y="150397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1C1EDA9-B47C-FF70-2A90-641D5C044393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262104" y="5969065"/>
              <a:ext cx="201391" cy="70346"/>
            </a:xfrm>
            <a:custGeom>
              <a:avLst/>
              <a:gdLst>
                <a:gd name="csX0" fmla="*/ 191226 w 201391"/>
                <a:gd name="csY0" fmla="*/ 12110 h 70346"/>
                <a:gd name="csX1" fmla="*/ 201522 w 201391"/>
                <a:gd name="csY1" fmla="*/ 6097 h 70346"/>
                <a:gd name="csX2" fmla="*/ 191528 w 201391"/>
                <a:gd name="csY2" fmla="*/ 85 h 70346"/>
                <a:gd name="csX3" fmla="*/ 10124 w 201391"/>
                <a:gd name="csY3" fmla="*/ 85 h 70346"/>
                <a:gd name="csX4" fmla="*/ 130 w 201391"/>
                <a:gd name="csY4" fmla="*/ 6097 h 70346"/>
                <a:gd name="csX5" fmla="*/ 10427 w 201391"/>
                <a:gd name="csY5" fmla="*/ 12110 h 70346"/>
                <a:gd name="csX6" fmla="*/ 191226 w 201391"/>
                <a:gd name="csY6" fmla="*/ 12110 h 70346"/>
                <a:gd name="csX7" fmla="*/ 191528 w 201391"/>
                <a:gd name="csY7" fmla="*/ 70431 h 70346"/>
                <a:gd name="csX8" fmla="*/ 201522 w 201391"/>
                <a:gd name="csY8" fmla="*/ 64418 h 70346"/>
                <a:gd name="csX9" fmla="*/ 191226 w 201391"/>
                <a:gd name="csY9" fmla="*/ 58406 h 70346"/>
                <a:gd name="csX10" fmla="*/ 10427 w 201391"/>
                <a:gd name="csY10" fmla="*/ 58406 h 70346"/>
                <a:gd name="csX11" fmla="*/ 130 w 201391"/>
                <a:gd name="csY11" fmla="*/ 64418 h 70346"/>
                <a:gd name="csX12" fmla="*/ 10124 w 201391"/>
                <a:gd name="csY12" fmla="*/ 70431 h 70346"/>
                <a:gd name="csX13" fmla="*/ 191528 w 201391"/>
                <a:gd name="csY13" fmla="*/ 70431 h 70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391" h="70346">
                  <a:moveTo>
                    <a:pt x="191226" y="12110"/>
                  </a:moveTo>
                  <a:cubicBezTo>
                    <a:pt x="195768" y="12110"/>
                    <a:pt x="201522" y="12110"/>
                    <a:pt x="201522" y="6097"/>
                  </a:cubicBezTo>
                  <a:cubicBezTo>
                    <a:pt x="201522" y="85"/>
                    <a:pt x="195768" y="85"/>
                    <a:pt x="191528" y="85"/>
                  </a:cubicBezTo>
                  <a:lnTo>
                    <a:pt x="10124" y="85"/>
                  </a:lnTo>
                  <a:cubicBezTo>
                    <a:pt x="5884" y="85"/>
                    <a:pt x="130" y="85"/>
                    <a:pt x="130" y="6097"/>
                  </a:cubicBezTo>
                  <a:cubicBezTo>
                    <a:pt x="130" y="12110"/>
                    <a:pt x="5884" y="12110"/>
                    <a:pt x="10427" y="12110"/>
                  </a:cubicBezTo>
                  <a:lnTo>
                    <a:pt x="191226" y="12110"/>
                  </a:lnTo>
                  <a:close/>
                  <a:moveTo>
                    <a:pt x="191528" y="70431"/>
                  </a:moveTo>
                  <a:cubicBezTo>
                    <a:pt x="195768" y="70431"/>
                    <a:pt x="201522" y="70431"/>
                    <a:pt x="201522" y="64418"/>
                  </a:cubicBezTo>
                  <a:cubicBezTo>
                    <a:pt x="201522" y="58406"/>
                    <a:pt x="195768" y="58406"/>
                    <a:pt x="191226" y="58406"/>
                  </a:cubicBezTo>
                  <a:lnTo>
                    <a:pt x="10427" y="58406"/>
                  </a:lnTo>
                  <a:cubicBezTo>
                    <a:pt x="5884" y="58406"/>
                    <a:pt x="130" y="58406"/>
                    <a:pt x="130" y="64418"/>
                  </a:cubicBezTo>
                  <a:cubicBezTo>
                    <a:pt x="130" y="70431"/>
                    <a:pt x="5884" y="70431"/>
                    <a:pt x="10124" y="70431"/>
                  </a:cubicBezTo>
                  <a:lnTo>
                    <a:pt x="191528" y="70431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EBD30F9-D116-793A-3330-C661D2F3EB4C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8576926" y="5874067"/>
              <a:ext cx="216231" cy="205326"/>
            </a:xfrm>
            <a:custGeom>
              <a:avLst/>
              <a:gdLst>
                <a:gd name="csX0" fmla="*/ 79789 w 216231"/>
                <a:gd name="csY0" fmla="*/ 110414 h 205326"/>
                <a:gd name="csX1" fmla="*/ 131273 w 216231"/>
                <a:gd name="csY1" fmla="*/ 110414 h 205326"/>
                <a:gd name="csX2" fmla="*/ 216372 w 216231"/>
                <a:gd name="csY2" fmla="*/ 45479 h 205326"/>
                <a:gd name="csX3" fmla="*/ 156712 w 216231"/>
                <a:gd name="csY3" fmla="*/ 85 h 205326"/>
                <a:gd name="csX4" fmla="*/ 58590 w 216231"/>
                <a:gd name="csY4" fmla="*/ 85 h 205326"/>
                <a:gd name="csX5" fmla="*/ 49505 w 216231"/>
                <a:gd name="csY5" fmla="*/ 5797 h 205326"/>
                <a:gd name="csX6" fmla="*/ 58287 w 216231"/>
                <a:gd name="csY6" fmla="*/ 9404 h 205326"/>
                <a:gd name="csX7" fmla="*/ 71309 w 216231"/>
                <a:gd name="csY7" fmla="*/ 10005 h 205326"/>
                <a:gd name="csX8" fmla="*/ 77972 w 216231"/>
                <a:gd name="csY8" fmla="*/ 14815 h 205326"/>
                <a:gd name="csX9" fmla="*/ 76761 w 216231"/>
                <a:gd name="csY9" fmla="*/ 20527 h 205326"/>
                <a:gd name="csX10" fmla="*/ 36179 w 216231"/>
                <a:gd name="csY10" fmla="*/ 181963 h 205326"/>
                <a:gd name="csX11" fmla="*/ 8620 w 216231"/>
                <a:gd name="csY11" fmla="*/ 196092 h 205326"/>
                <a:gd name="csX12" fmla="*/ 141 w 216231"/>
                <a:gd name="csY12" fmla="*/ 201804 h 205326"/>
                <a:gd name="csX13" fmla="*/ 4683 w 216231"/>
                <a:gd name="csY13" fmla="*/ 205411 h 205326"/>
                <a:gd name="csX14" fmla="*/ 43145 w 216231"/>
                <a:gd name="csY14" fmla="*/ 204509 h 205326"/>
                <a:gd name="csX15" fmla="*/ 62527 w 216231"/>
                <a:gd name="csY15" fmla="*/ 204810 h 205326"/>
                <a:gd name="csX16" fmla="*/ 82212 w 216231"/>
                <a:gd name="csY16" fmla="*/ 205411 h 205326"/>
                <a:gd name="csX17" fmla="*/ 88269 w 216231"/>
                <a:gd name="csY17" fmla="*/ 199399 h 205326"/>
                <a:gd name="csX18" fmla="*/ 79789 w 216231"/>
                <a:gd name="csY18" fmla="*/ 196092 h 205326"/>
                <a:gd name="csX19" fmla="*/ 60104 w 216231"/>
                <a:gd name="csY19" fmla="*/ 190681 h 205326"/>
                <a:gd name="csX20" fmla="*/ 61013 w 216231"/>
                <a:gd name="csY20" fmla="*/ 185570 h 205326"/>
                <a:gd name="csX21" fmla="*/ 79789 w 216231"/>
                <a:gd name="csY21" fmla="*/ 110414 h 205326"/>
                <a:gd name="csX22" fmla="*/ 101594 w 216231"/>
                <a:gd name="csY22" fmla="*/ 20828 h 205326"/>
                <a:gd name="csX23" fmla="*/ 117948 w 216231"/>
                <a:gd name="csY23" fmla="*/ 9404 h 205326"/>
                <a:gd name="csX24" fmla="*/ 147021 w 216231"/>
                <a:gd name="csY24" fmla="*/ 9404 h 205326"/>
                <a:gd name="csX25" fmla="*/ 188208 w 216231"/>
                <a:gd name="csY25" fmla="*/ 38264 h 205326"/>
                <a:gd name="csX26" fmla="*/ 170340 w 216231"/>
                <a:gd name="csY26" fmla="*/ 86665 h 205326"/>
                <a:gd name="csX27" fmla="*/ 123702 w 216231"/>
                <a:gd name="csY27" fmla="*/ 102598 h 205326"/>
                <a:gd name="csX28" fmla="*/ 81000 w 216231"/>
                <a:gd name="csY28" fmla="*/ 102598 h 205326"/>
                <a:gd name="csX29" fmla="*/ 101594 w 216231"/>
                <a:gd name="csY29" fmla="*/ 20828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231" h="205326">
                  <a:moveTo>
                    <a:pt x="79789" y="110414"/>
                  </a:moveTo>
                  <a:lnTo>
                    <a:pt x="131273" y="110414"/>
                  </a:lnTo>
                  <a:cubicBezTo>
                    <a:pt x="174277" y="110414"/>
                    <a:pt x="216372" y="79149"/>
                    <a:pt x="216372" y="45479"/>
                  </a:cubicBezTo>
                  <a:cubicBezTo>
                    <a:pt x="216372" y="22331"/>
                    <a:pt x="196384" y="85"/>
                    <a:pt x="156712" y="85"/>
                  </a:cubicBezTo>
                  <a:lnTo>
                    <a:pt x="58590" y="85"/>
                  </a:lnTo>
                  <a:cubicBezTo>
                    <a:pt x="52836" y="85"/>
                    <a:pt x="49505" y="85"/>
                    <a:pt x="49505" y="5797"/>
                  </a:cubicBezTo>
                  <a:cubicBezTo>
                    <a:pt x="49505" y="9404"/>
                    <a:pt x="52230" y="9404"/>
                    <a:pt x="58287" y="9404"/>
                  </a:cubicBezTo>
                  <a:cubicBezTo>
                    <a:pt x="62224" y="9404"/>
                    <a:pt x="67675" y="9705"/>
                    <a:pt x="71309" y="10005"/>
                  </a:cubicBezTo>
                  <a:cubicBezTo>
                    <a:pt x="76155" y="10607"/>
                    <a:pt x="77972" y="11508"/>
                    <a:pt x="77972" y="14815"/>
                  </a:cubicBezTo>
                  <a:cubicBezTo>
                    <a:pt x="77972" y="16018"/>
                    <a:pt x="77669" y="16920"/>
                    <a:pt x="76761" y="20527"/>
                  </a:cubicBezTo>
                  <a:lnTo>
                    <a:pt x="36179" y="181963"/>
                  </a:lnTo>
                  <a:cubicBezTo>
                    <a:pt x="33151" y="193687"/>
                    <a:pt x="32545" y="196092"/>
                    <a:pt x="8620" y="196092"/>
                  </a:cubicBezTo>
                  <a:cubicBezTo>
                    <a:pt x="3472" y="196092"/>
                    <a:pt x="141" y="196092"/>
                    <a:pt x="141" y="201804"/>
                  </a:cubicBezTo>
                  <a:cubicBezTo>
                    <a:pt x="141" y="205411"/>
                    <a:pt x="3775" y="205411"/>
                    <a:pt x="4683" y="205411"/>
                  </a:cubicBezTo>
                  <a:cubicBezTo>
                    <a:pt x="13163" y="205411"/>
                    <a:pt x="34665" y="204509"/>
                    <a:pt x="43145" y="204509"/>
                  </a:cubicBezTo>
                  <a:cubicBezTo>
                    <a:pt x="49505" y="204509"/>
                    <a:pt x="56167" y="204810"/>
                    <a:pt x="62527" y="204810"/>
                  </a:cubicBezTo>
                  <a:cubicBezTo>
                    <a:pt x="69189" y="204810"/>
                    <a:pt x="75852" y="205411"/>
                    <a:pt x="82212" y="205411"/>
                  </a:cubicBezTo>
                  <a:cubicBezTo>
                    <a:pt x="84332" y="205411"/>
                    <a:pt x="88269" y="205411"/>
                    <a:pt x="88269" y="199399"/>
                  </a:cubicBezTo>
                  <a:cubicBezTo>
                    <a:pt x="88269" y="196092"/>
                    <a:pt x="85543" y="196092"/>
                    <a:pt x="79789" y="196092"/>
                  </a:cubicBezTo>
                  <a:cubicBezTo>
                    <a:pt x="68584" y="196092"/>
                    <a:pt x="60104" y="196092"/>
                    <a:pt x="60104" y="190681"/>
                  </a:cubicBezTo>
                  <a:cubicBezTo>
                    <a:pt x="60104" y="188877"/>
                    <a:pt x="60710" y="187374"/>
                    <a:pt x="61013" y="185570"/>
                  </a:cubicBezTo>
                  <a:lnTo>
                    <a:pt x="79789" y="110414"/>
                  </a:lnTo>
                  <a:close/>
                  <a:moveTo>
                    <a:pt x="101594" y="20828"/>
                  </a:moveTo>
                  <a:cubicBezTo>
                    <a:pt x="104319" y="10306"/>
                    <a:pt x="104925" y="9404"/>
                    <a:pt x="117948" y="9404"/>
                  </a:cubicBezTo>
                  <a:lnTo>
                    <a:pt x="147021" y="9404"/>
                  </a:lnTo>
                  <a:cubicBezTo>
                    <a:pt x="172157" y="9404"/>
                    <a:pt x="188208" y="17521"/>
                    <a:pt x="188208" y="38264"/>
                  </a:cubicBezTo>
                  <a:cubicBezTo>
                    <a:pt x="188208" y="49988"/>
                    <a:pt x="182151" y="75842"/>
                    <a:pt x="170340" y="86665"/>
                  </a:cubicBezTo>
                  <a:cubicBezTo>
                    <a:pt x="155197" y="100193"/>
                    <a:pt x="137027" y="102598"/>
                    <a:pt x="123702" y="102598"/>
                  </a:cubicBezTo>
                  <a:lnTo>
                    <a:pt x="81000" y="102598"/>
                  </a:lnTo>
                  <a:lnTo>
                    <a:pt x="101594" y="20828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B973517-844A-0E53-EBED-3D3495D33E46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8831287" y="5853926"/>
              <a:ext cx="70260" cy="300624"/>
            </a:xfrm>
            <a:custGeom>
              <a:avLst/>
              <a:gdLst>
                <a:gd name="csX0" fmla="*/ 70409 w 70260"/>
                <a:gd name="csY0" fmla="*/ 297703 h 300624"/>
                <a:gd name="csX1" fmla="*/ 65260 w 70260"/>
                <a:gd name="csY1" fmla="*/ 291089 h 300624"/>
                <a:gd name="csX2" fmla="*/ 17714 w 70260"/>
                <a:gd name="csY2" fmla="*/ 150397 h 300624"/>
                <a:gd name="csX3" fmla="*/ 66472 w 70260"/>
                <a:gd name="csY3" fmla="*/ 8202 h 300624"/>
                <a:gd name="csX4" fmla="*/ 70409 w 70260"/>
                <a:gd name="csY4" fmla="*/ 3091 h 300624"/>
                <a:gd name="csX5" fmla="*/ 67380 w 70260"/>
                <a:gd name="csY5" fmla="*/ 85 h 300624"/>
                <a:gd name="csX6" fmla="*/ 19228 w 70260"/>
                <a:gd name="csY6" fmla="*/ 58707 h 300624"/>
                <a:gd name="csX7" fmla="*/ 149 w 70260"/>
                <a:gd name="csY7" fmla="*/ 150397 h 300624"/>
                <a:gd name="csX8" fmla="*/ 20136 w 70260"/>
                <a:gd name="csY8" fmla="*/ 244192 h 300624"/>
                <a:gd name="csX9" fmla="*/ 67380 w 70260"/>
                <a:gd name="csY9" fmla="*/ 300709 h 300624"/>
                <a:gd name="csX10" fmla="*/ 70409 w 70260"/>
                <a:gd name="csY10" fmla="*/ 297703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09" y="297703"/>
                  </a:moveTo>
                  <a:cubicBezTo>
                    <a:pt x="70409" y="296801"/>
                    <a:pt x="70409" y="296200"/>
                    <a:pt x="65260" y="291089"/>
                  </a:cubicBezTo>
                  <a:cubicBezTo>
                    <a:pt x="27405" y="253211"/>
                    <a:pt x="17714" y="196393"/>
                    <a:pt x="17714" y="150397"/>
                  </a:cubicBezTo>
                  <a:cubicBezTo>
                    <a:pt x="17714" y="98088"/>
                    <a:pt x="29222" y="45780"/>
                    <a:pt x="66472" y="8202"/>
                  </a:cubicBezTo>
                  <a:cubicBezTo>
                    <a:pt x="70409" y="4594"/>
                    <a:pt x="70409" y="3993"/>
                    <a:pt x="70409" y="3091"/>
                  </a:cubicBezTo>
                  <a:cubicBezTo>
                    <a:pt x="70409" y="987"/>
                    <a:pt x="69197" y="85"/>
                    <a:pt x="67380" y="85"/>
                  </a:cubicBezTo>
                  <a:cubicBezTo>
                    <a:pt x="64352" y="85"/>
                    <a:pt x="37096" y="20527"/>
                    <a:pt x="19228" y="58707"/>
                  </a:cubicBezTo>
                  <a:cubicBezTo>
                    <a:pt x="3783" y="91775"/>
                    <a:pt x="149" y="125145"/>
                    <a:pt x="149" y="150397"/>
                  </a:cubicBezTo>
                  <a:cubicBezTo>
                    <a:pt x="149" y="173846"/>
                    <a:pt x="3480" y="210221"/>
                    <a:pt x="20136" y="244192"/>
                  </a:cubicBezTo>
                  <a:cubicBezTo>
                    <a:pt x="38307" y="281169"/>
                    <a:pt x="64352" y="300709"/>
                    <a:pt x="67380" y="300709"/>
                  </a:cubicBezTo>
                  <a:cubicBezTo>
                    <a:pt x="69197" y="300709"/>
                    <a:pt x="70409" y="299807"/>
                    <a:pt x="70409" y="29770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3816988-EEB5-3B68-3C46-EBEAE217C192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8927861" y="5946518"/>
              <a:ext cx="150816" cy="136182"/>
            </a:xfrm>
            <a:custGeom>
              <a:avLst/>
              <a:gdLst>
                <a:gd name="csX0" fmla="*/ 92520 w 150816"/>
                <a:gd name="csY0" fmla="*/ 42172 h 136182"/>
                <a:gd name="csX1" fmla="*/ 122502 w 150816"/>
                <a:gd name="csY1" fmla="*/ 6698 h 136182"/>
                <a:gd name="csX2" fmla="*/ 137644 w 150816"/>
                <a:gd name="csY2" fmla="*/ 10607 h 136182"/>
                <a:gd name="csX3" fmla="*/ 123108 w 150816"/>
                <a:gd name="csY3" fmla="*/ 26840 h 136182"/>
                <a:gd name="csX4" fmla="*/ 134616 w 150816"/>
                <a:gd name="csY4" fmla="*/ 37362 h 136182"/>
                <a:gd name="csX5" fmla="*/ 150969 w 150816"/>
                <a:gd name="csY5" fmla="*/ 19926 h 136182"/>
                <a:gd name="csX6" fmla="*/ 122805 w 150816"/>
                <a:gd name="csY6" fmla="*/ 85 h 136182"/>
                <a:gd name="csX7" fmla="*/ 91006 w 150816"/>
                <a:gd name="csY7" fmla="*/ 22932 h 136182"/>
                <a:gd name="csX8" fmla="*/ 58299 w 150816"/>
                <a:gd name="csY8" fmla="*/ 85 h 136182"/>
                <a:gd name="csX9" fmla="*/ 9541 w 150816"/>
                <a:gd name="csY9" fmla="*/ 46381 h 136182"/>
                <a:gd name="csX10" fmla="*/ 13175 w 150816"/>
                <a:gd name="csY10" fmla="*/ 49387 h 136182"/>
                <a:gd name="csX11" fmla="*/ 17112 w 150816"/>
                <a:gd name="csY11" fmla="*/ 46080 h 136182"/>
                <a:gd name="csX12" fmla="*/ 57693 w 150816"/>
                <a:gd name="csY12" fmla="*/ 6698 h 136182"/>
                <a:gd name="csX13" fmla="*/ 74047 w 150816"/>
                <a:gd name="csY13" fmla="*/ 26840 h 136182"/>
                <a:gd name="csX14" fmla="*/ 57693 w 150816"/>
                <a:gd name="csY14" fmla="*/ 98389 h 136182"/>
                <a:gd name="csX15" fmla="*/ 28923 w 150816"/>
                <a:gd name="csY15" fmla="*/ 129654 h 136182"/>
                <a:gd name="csX16" fmla="*/ 13780 w 150816"/>
                <a:gd name="csY16" fmla="*/ 125746 h 136182"/>
                <a:gd name="csX17" fmla="*/ 28014 w 150816"/>
                <a:gd name="csY17" fmla="*/ 109512 h 136182"/>
                <a:gd name="csX18" fmla="*/ 16809 w 150816"/>
                <a:gd name="csY18" fmla="*/ 98990 h 136182"/>
                <a:gd name="csX19" fmla="*/ 152 w 150816"/>
                <a:gd name="csY19" fmla="*/ 116426 h 136182"/>
                <a:gd name="csX20" fmla="*/ 28620 w 150816"/>
                <a:gd name="csY20" fmla="*/ 136268 h 136182"/>
                <a:gd name="csX21" fmla="*/ 60419 w 150816"/>
                <a:gd name="csY21" fmla="*/ 113420 h 136182"/>
                <a:gd name="csX22" fmla="*/ 93126 w 150816"/>
                <a:gd name="csY22" fmla="*/ 136268 h 136182"/>
                <a:gd name="csX23" fmla="*/ 141581 w 150816"/>
                <a:gd name="csY23" fmla="*/ 89971 h 136182"/>
                <a:gd name="csX24" fmla="*/ 137947 w 150816"/>
                <a:gd name="csY24" fmla="*/ 86965 h 136182"/>
                <a:gd name="csX25" fmla="*/ 134010 w 150816"/>
                <a:gd name="csY25" fmla="*/ 90272 h 136182"/>
                <a:gd name="csX26" fmla="*/ 93732 w 150816"/>
                <a:gd name="csY26" fmla="*/ 129654 h 136182"/>
                <a:gd name="csX27" fmla="*/ 77075 w 150816"/>
                <a:gd name="csY27" fmla="*/ 109813 h 136182"/>
                <a:gd name="csX28" fmla="*/ 82223 w 150816"/>
                <a:gd name="csY28" fmla="*/ 83358 h 136182"/>
                <a:gd name="csX29" fmla="*/ 92520 w 150816"/>
                <a:gd name="csY29" fmla="*/ 42172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20" y="42172"/>
                  </a:moveTo>
                  <a:cubicBezTo>
                    <a:pt x="94337" y="34356"/>
                    <a:pt x="101303" y="6698"/>
                    <a:pt x="122502" y="6698"/>
                  </a:cubicBezTo>
                  <a:cubicBezTo>
                    <a:pt x="124016" y="6698"/>
                    <a:pt x="131284" y="6698"/>
                    <a:pt x="137644" y="10607"/>
                  </a:cubicBezTo>
                  <a:cubicBezTo>
                    <a:pt x="129164" y="12110"/>
                    <a:pt x="123108" y="19625"/>
                    <a:pt x="123108" y="26840"/>
                  </a:cubicBezTo>
                  <a:cubicBezTo>
                    <a:pt x="123108" y="31650"/>
                    <a:pt x="126439" y="37362"/>
                    <a:pt x="134616" y="37362"/>
                  </a:cubicBezTo>
                  <a:cubicBezTo>
                    <a:pt x="141278" y="37362"/>
                    <a:pt x="150969" y="31951"/>
                    <a:pt x="150969" y="19926"/>
                  </a:cubicBezTo>
                  <a:cubicBezTo>
                    <a:pt x="150969" y="4293"/>
                    <a:pt x="133101" y="85"/>
                    <a:pt x="122805" y="85"/>
                  </a:cubicBezTo>
                  <a:cubicBezTo>
                    <a:pt x="105240" y="85"/>
                    <a:pt x="94640" y="16018"/>
                    <a:pt x="91006" y="22932"/>
                  </a:cubicBezTo>
                  <a:cubicBezTo>
                    <a:pt x="83435" y="3091"/>
                    <a:pt x="67081" y="85"/>
                    <a:pt x="58299" y="85"/>
                  </a:cubicBezTo>
                  <a:cubicBezTo>
                    <a:pt x="26803" y="85"/>
                    <a:pt x="9541" y="38865"/>
                    <a:pt x="9541" y="46381"/>
                  </a:cubicBezTo>
                  <a:cubicBezTo>
                    <a:pt x="9541" y="49387"/>
                    <a:pt x="12569" y="49387"/>
                    <a:pt x="13175" y="49387"/>
                  </a:cubicBezTo>
                  <a:cubicBezTo>
                    <a:pt x="15598" y="49387"/>
                    <a:pt x="16506" y="48786"/>
                    <a:pt x="17112" y="46080"/>
                  </a:cubicBezTo>
                  <a:cubicBezTo>
                    <a:pt x="27409" y="14214"/>
                    <a:pt x="47396" y="6698"/>
                    <a:pt x="57693" y="6698"/>
                  </a:cubicBezTo>
                  <a:cubicBezTo>
                    <a:pt x="63447" y="6698"/>
                    <a:pt x="74047" y="9404"/>
                    <a:pt x="74047" y="26840"/>
                  </a:cubicBezTo>
                  <a:cubicBezTo>
                    <a:pt x="74047" y="36160"/>
                    <a:pt x="68898" y="56302"/>
                    <a:pt x="57693" y="98389"/>
                  </a:cubicBezTo>
                  <a:cubicBezTo>
                    <a:pt x="52847" y="117028"/>
                    <a:pt x="42248" y="129654"/>
                    <a:pt x="28923" y="129654"/>
                  </a:cubicBezTo>
                  <a:cubicBezTo>
                    <a:pt x="27106" y="129654"/>
                    <a:pt x="20140" y="129654"/>
                    <a:pt x="13780" y="125746"/>
                  </a:cubicBezTo>
                  <a:cubicBezTo>
                    <a:pt x="21352" y="124243"/>
                    <a:pt x="28014" y="117930"/>
                    <a:pt x="28014" y="109512"/>
                  </a:cubicBezTo>
                  <a:cubicBezTo>
                    <a:pt x="28014" y="101395"/>
                    <a:pt x="21352" y="98990"/>
                    <a:pt x="16809" y="98990"/>
                  </a:cubicBezTo>
                  <a:cubicBezTo>
                    <a:pt x="7724" y="98990"/>
                    <a:pt x="152" y="106806"/>
                    <a:pt x="152" y="116426"/>
                  </a:cubicBezTo>
                  <a:cubicBezTo>
                    <a:pt x="152" y="130255"/>
                    <a:pt x="15295" y="136268"/>
                    <a:pt x="28620" y="136268"/>
                  </a:cubicBezTo>
                  <a:cubicBezTo>
                    <a:pt x="48608" y="136268"/>
                    <a:pt x="59510" y="115224"/>
                    <a:pt x="60419" y="113420"/>
                  </a:cubicBezTo>
                  <a:cubicBezTo>
                    <a:pt x="64053" y="124543"/>
                    <a:pt x="74955" y="136268"/>
                    <a:pt x="93126" y="136268"/>
                  </a:cubicBezTo>
                  <a:cubicBezTo>
                    <a:pt x="124319" y="136268"/>
                    <a:pt x="141581" y="97487"/>
                    <a:pt x="141581" y="89971"/>
                  </a:cubicBezTo>
                  <a:cubicBezTo>
                    <a:pt x="141581" y="86965"/>
                    <a:pt x="138855" y="86965"/>
                    <a:pt x="137947" y="86965"/>
                  </a:cubicBezTo>
                  <a:cubicBezTo>
                    <a:pt x="135221" y="86965"/>
                    <a:pt x="134616" y="88168"/>
                    <a:pt x="134010" y="90272"/>
                  </a:cubicBezTo>
                  <a:cubicBezTo>
                    <a:pt x="124016" y="122439"/>
                    <a:pt x="103423" y="129654"/>
                    <a:pt x="93732" y="129654"/>
                  </a:cubicBezTo>
                  <a:cubicBezTo>
                    <a:pt x="81921" y="129654"/>
                    <a:pt x="77075" y="120034"/>
                    <a:pt x="77075" y="109813"/>
                  </a:cubicBezTo>
                  <a:cubicBezTo>
                    <a:pt x="77075" y="103199"/>
                    <a:pt x="78892" y="96585"/>
                    <a:pt x="82223" y="83358"/>
                  </a:cubicBezTo>
                  <a:lnTo>
                    <a:pt x="92520" y="4217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70BC032-D53F-451C-3461-540CABB0B0AA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9115270" y="5984757"/>
              <a:ext cx="77164" cy="139730"/>
            </a:xfrm>
            <a:custGeom>
              <a:avLst/>
              <a:gdLst>
                <a:gd name="csX0" fmla="*/ 48068 w 77164"/>
                <a:gd name="csY0" fmla="*/ 5978 h 139730"/>
                <a:gd name="csX1" fmla="*/ 41709 w 77164"/>
                <a:gd name="csY1" fmla="*/ 86 h 139730"/>
                <a:gd name="csX2" fmla="*/ 158 w 77164"/>
                <a:gd name="csY2" fmla="*/ 13554 h 139730"/>
                <a:gd name="csX3" fmla="*/ 158 w 77164"/>
                <a:gd name="csY3" fmla="*/ 21130 h 139730"/>
                <a:gd name="csX4" fmla="*/ 30897 w 77164"/>
                <a:gd name="csY4" fmla="*/ 15238 h 139730"/>
                <a:gd name="csX5" fmla="*/ 30897 w 77164"/>
                <a:gd name="csY5" fmla="*/ 122561 h 139730"/>
                <a:gd name="csX6" fmla="*/ 9698 w 77164"/>
                <a:gd name="csY6" fmla="*/ 132241 h 139730"/>
                <a:gd name="csX7" fmla="*/ 1642 w 77164"/>
                <a:gd name="csY7" fmla="*/ 132241 h 139730"/>
                <a:gd name="csX8" fmla="*/ 1642 w 77164"/>
                <a:gd name="csY8" fmla="*/ 139817 h 139730"/>
                <a:gd name="csX9" fmla="*/ 39377 w 77164"/>
                <a:gd name="csY9" fmla="*/ 138975 h 139730"/>
                <a:gd name="csX10" fmla="*/ 77323 w 77164"/>
                <a:gd name="csY10" fmla="*/ 139817 h 139730"/>
                <a:gd name="csX11" fmla="*/ 77323 w 77164"/>
                <a:gd name="csY11" fmla="*/ 132241 h 139730"/>
                <a:gd name="csX12" fmla="*/ 69267 w 77164"/>
                <a:gd name="csY12" fmla="*/ 132241 h 139730"/>
                <a:gd name="csX13" fmla="*/ 48068 w 77164"/>
                <a:gd name="csY13" fmla="*/ 122561 h 139730"/>
                <a:gd name="csX14" fmla="*/ 48068 w 77164"/>
                <a:gd name="csY14" fmla="*/ 5978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068" y="5978"/>
                  </a:moveTo>
                  <a:cubicBezTo>
                    <a:pt x="48068" y="297"/>
                    <a:pt x="47644" y="86"/>
                    <a:pt x="41709" y="86"/>
                  </a:cubicBezTo>
                  <a:cubicBezTo>
                    <a:pt x="28141" y="13344"/>
                    <a:pt x="8850" y="13554"/>
                    <a:pt x="158" y="13554"/>
                  </a:cubicBezTo>
                  <a:lnTo>
                    <a:pt x="158" y="21130"/>
                  </a:lnTo>
                  <a:cubicBezTo>
                    <a:pt x="5246" y="21130"/>
                    <a:pt x="19237" y="21130"/>
                    <a:pt x="30897" y="15238"/>
                  </a:cubicBezTo>
                  <a:lnTo>
                    <a:pt x="30897" y="122561"/>
                  </a:lnTo>
                  <a:cubicBezTo>
                    <a:pt x="30897" y="129505"/>
                    <a:pt x="30897" y="132241"/>
                    <a:pt x="9698" y="132241"/>
                  </a:cubicBezTo>
                  <a:lnTo>
                    <a:pt x="1642" y="132241"/>
                  </a:lnTo>
                  <a:lnTo>
                    <a:pt x="1642" y="139817"/>
                  </a:lnTo>
                  <a:cubicBezTo>
                    <a:pt x="5458" y="139606"/>
                    <a:pt x="31533" y="138975"/>
                    <a:pt x="39377" y="138975"/>
                  </a:cubicBezTo>
                  <a:cubicBezTo>
                    <a:pt x="45948" y="138975"/>
                    <a:pt x="72659" y="139606"/>
                    <a:pt x="77323" y="139817"/>
                  </a:cubicBezTo>
                  <a:lnTo>
                    <a:pt x="77323" y="132241"/>
                  </a:lnTo>
                  <a:lnTo>
                    <a:pt x="69267" y="132241"/>
                  </a:lnTo>
                  <a:cubicBezTo>
                    <a:pt x="48068" y="132241"/>
                    <a:pt x="48068" y="129505"/>
                    <a:pt x="48068" y="122561"/>
                  </a:cubicBezTo>
                  <a:lnTo>
                    <a:pt x="48068" y="5978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02684FA-A22A-A92B-A1C4-768E046C6E8F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254068" y="6047528"/>
              <a:ext cx="35432" cy="89886"/>
            </a:xfrm>
            <a:custGeom>
              <a:avLst/>
              <a:gdLst>
                <a:gd name="csX0" fmla="*/ 35596 w 35432"/>
                <a:gd name="csY0" fmla="*/ 31650 h 89886"/>
                <a:gd name="csX1" fmla="*/ 16213 w 35432"/>
                <a:gd name="csY1" fmla="*/ 85 h 89886"/>
                <a:gd name="csX2" fmla="*/ 163 w 35432"/>
                <a:gd name="csY2" fmla="*/ 16018 h 89886"/>
                <a:gd name="csX3" fmla="*/ 16213 w 35432"/>
                <a:gd name="csY3" fmla="*/ 31951 h 89886"/>
                <a:gd name="csX4" fmla="*/ 26813 w 35432"/>
                <a:gd name="csY4" fmla="*/ 28043 h 89886"/>
                <a:gd name="csX5" fmla="*/ 28327 w 35432"/>
                <a:gd name="csY5" fmla="*/ 27141 h 89886"/>
                <a:gd name="csX6" fmla="*/ 28933 w 35432"/>
                <a:gd name="csY6" fmla="*/ 31650 h 89886"/>
                <a:gd name="csX7" fmla="*/ 8339 w 35432"/>
                <a:gd name="csY7" fmla="*/ 81855 h 89886"/>
                <a:gd name="csX8" fmla="*/ 5008 w 35432"/>
                <a:gd name="csY8" fmla="*/ 86665 h 89886"/>
                <a:gd name="csX9" fmla="*/ 8037 w 35432"/>
                <a:gd name="csY9" fmla="*/ 89971 h 89886"/>
                <a:gd name="csX10" fmla="*/ 35596 w 35432"/>
                <a:gd name="csY10" fmla="*/ 31650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32" h="89886">
                  <a:moveTo>
                    <a:pt x="35596" y="31650"/>
                  </a:moveTo>
                  <a:cubicBezTo>
                    <a:pt x="35596" y="11809"/>
                    <a:pt x="28024" y="85"/>
                    <a:pt x="16213" y="85"/>
                  </a:cubicBezTo>
                  <a:cubicBezTo>
                    <a:pt x="6220" y="85"/>
                    <a:pt x="163" y="7600"/>
                    <a:pt x="163" y="16018"/>
                  </a:cubicBezTo>
                  <a:cubicBezTo>
                    <a:pt x="163" y="24135"/>
                    <a:pt x="6220" y="31951"/>
                    <a:pt x="16213" y="31951"/>
                  </a:cubicBezTo>
                  <a:cubicBezTo>
                    <a:pt x="19848" y="31951"/>
                    <a:pt x="23785" y="30748"/>
                    <a:pt x="26813" y="28043"/>
                  </a:cubicBezTo>
                  <a:cubicBezTo>
                    <a:pt x="27722" y="27442"/>
                    <a:pt x="28024" y="27141"/>
                    <a:pt x="28327" y="27141"/>
                  </a:cubicBezTo>
                  <a:cubicBezTo>
                    <a:pt x="28630" y="27141"/>
                    <a:pt x="28933" y="27442"/>
                    <a:pt x="28933" y="31650"/>
                  </a:cubicBezTo>
                  <a:cubicBezTo>
                    <a:pt x="28933" y="53897"/>
                    <a:pt x="18333" y="71934"/>
                    <a:pt x="8339" y="81855"/>
                  </a:cubicBezTo>
                  <a:cubicBezTo>
                    <a:pt x="5008" y="85161"/>
                    <a:pt x="5008" y="85763"/>
                    <a:pt x="5008" y="86665"/>
                  </a:cubicBezTo>
                  <a:cubicBezTo>
                    <a:pt x="5008" y="88769"/>
                    <a:pt x="6522" y="89971"/>
                    <a:pt x="8037" y="89971"/>
                  </a:cubicBezTo>
                  <a:cubicBezTo>
                    <a:pt x="11368" y="89971"/>
                    <a:pt x="35596" y="66823"/>
                    <a:pt x="35596" y="31650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E2B8B7F-15E6-FBC6-925F-A7415BE33A96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371403" y="5946518"/>
              <a:ext cx="150816" cy="136182"/>
            </a:xfrm>
            <a:custGeom>
              <a:avLst/>
              <a:gdLst>
                <a:gd name="csX0" fmla="*/ 92535 w 150816"/>
                <a:gd name="csY0" fmla="*/ 42172 h 136182"/>
                <a:gd name="csX1" fmla="*/ 122516 w 150816"/>
                <a:gd name="csY1" fmla="*/ 6698 h 136182"/>
                <a:gd name="csX2" fmla="*/ 137659 w 150816"/>
                <a:gd name="csY2" fmla="*/ 10607 h 136182"/>
                <a:gd name="csX3" fmla="*/ 123122 w 150816"/>
                <a:gd name="csY3" fmla="*/ 26840 h 136182"/>
                <a:gd name="csX4" fmla="*/ 134630 w 150816"/>
                <a:gd name="csY4" fmla="*/ 37362 h 136182"/>
                <a:gd name="csX5" fmla="*/ 150984 w 150816"/>
                <a:gd name="csY5" fmla="*/ 19926 h 136182"/>
                <a:gd name="csX6" fmla="*/ 122819 w 150816"/>
                <a:gd name="csY6" fmla="*/ 85 h 136182"/>
                <a:gd name="csX7" fmla="*/ 91021 w 150816"/>
                <a:gd name="csY7" fmla="*/ 22932 h 136182"/>
                <a:gd name="csX8" fmla="*/ 58313 w 150816"/>
                <a:gd name="csY8" fmla="*/ 85 h 136182"/>
                <a:gd name="csX9" fmla="*/ 9555 w 150816"/>
                <a:gd name="csY9" fmla="*/ 46381 h 136182"/>
                <a:gd name="csX10" fmla="*/ 13189 w 150816"/>
                <a:gd name="csY10" fmla="*/ 49387 h 136182"/>
                <a:gd name="csX11" fmla="*/ 17126 w 150816"/>
                <a:gd name="csY11" fmla="*/ 46080 h 136182"/>
                <a:gd name="csX12" fmla="*/ 57708 w 150816"/>
                <a:gd name="csY12" fmla="*/ 6698 h 136182"/>
                <a:gd name="csX13" fmla="*/ 74061 w 150816"/>
                <a:gd name="csY13" fmla="*/ 26840 h 136182"/>
                <a:gd name="csX14" fmla="*/ 57708 w 150816"/>
                <a:gd name="csY14" fmla="*/ 98389 h 136182"/>
                <a:gd name="csX15" fmla="*/ 28937 w 150816"/>
                <a:gd name="csY15" fmla="*/ 129654 h 136182"/>
                <a:gd name="csX16" fmla="*/ 13795 w 150816"/>
                <a:gd name="csY16" fmla="*/ 125746 h 136182"/>
                <a:gd name="csX17" fmla="*/ 28029 w 150816"/>
                <a:gd name="csY17" fmla="*/ 109512 h 136182"/>
                <a:gd name="csX18" fmla="*/ 16824 w 150816"/>
                <a:gd name="csY18" fmla="*/ 98990 h 136182"/>
                <a:gd name="csX19" fmla="*/ 167 w 150816"/>
                <a:gd name="csY19" fmla="*/ 116426 h 136182"/>
                <a:gd name="csX20" fmla="*/ 28634 w 150816"/>
                <a:gd name="csY20" fmla="*/ 136268 h 136182"/>
                <a:gd name="csX21" fmla="*/ 60433 w 150816"/>
                <a:gd name="csY21" fmla="*/ 113420 h 136182"/>
                <a:gd name="csX22" fmla="*/ 93140 w 150816"/>
                <a:gd name="csY22" fmla="*/ 136268 h 136182"/>
                <a:gd name="csX23" fmla="*/ 141596 w 150816"/>
                <a:gd name="csY23" fmla="*/ 89971 h 136182"/>
                <a:gd name="csX24" fmla="*/ 137962 w 150816"/>
                <a:gd name="csY24" fmla="*/ 86965 h 136182"/>
                <a:gd name="csX25" fmla="*/ 134025 w 150816"/>
                <a:gd name="csY25" fmla="*/ 90272 h 136182"/>
                <a:gd name="csX26" fmla="*/ 93746 w 150816"/>
                <a:gd name="csY26" fmla="*/ 129654 h 136182"/>
                <a:gd name="csX27" fmla="*/ 77090 w 150816"/>
                <a:gd name="csY27" fmla="*/ 109813 h 136182"/>
                <a:gd name="csX28" fmla="*/ 82238 w 150816"/>
                <a:gd name="csY28" fmla="*/ 83358 h 136182"/>
                <a:gd name="csX29" fmla="*/ 92535 w 150816"/>
                <a:gd name="csY29" fmla="*/ 42172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35" y="42172"/>
                  </a:moveTo>
                  <a:cubicBezTo>
                    <a:pt x="94352" y="34356"/>
                    <a:pt x="101317" y="6698"/>
                    <a:pt x="122516" y="6698"/>
                  </a:cubicBezTo>
                  <a:cubicBezTo>
                    <a:pt x="124031" y="6698"/>
                    <a:pt x="131299" y="6698"/>
                    <a:pt x="137659" y="10607"/>
                  </a:cubicBezTo>
                  <a:cubicBezTo>
                    <a:pt x="129179" y="12110"/>
                    <a:pt x="123122" y="19625"/>
                    <a:pt x="123122" y="26840"/>
                  </a:cubicBezTo>
                  <a:cubicBezTo>
                    <a:pt x="123122" y="31650"/>
                    <a:pt x="126453" y="37362"/>
                    <a:pt x="134630" y="37362"/>
                  </a:cubicBezTo>
                  <a:cubicBezTo>
                    <a:pt x="141293" y="37362"/>
                    <a:pt x="150984" y="31951"/>
                    <a:pt x="150984" y="19926"/>
                  </a:cubicBezTo>
                  <a:cubicBezTo>
                    <a:pt x="150984" y="4293"/>
                    <a:pt x="133116" y="85"/>
                    <a:pt x="122819" y="85"/>
                  </a:cubicBezTo>
                  <a:cubicBezTo>
                    <a:pt x="105254" y="85"/>
                    <a:pt x="94655" y="16018"/>
                    <a:pt x="91021" y="22932"/>
                  </a:cubicBezTo>
                  <a:cubicBezTo>
                    <a:pt x="83449" y="3091"/>
                    <a:pt x="67096" y="85"/>
                    <a:pt x="58313" y="85"/>
                  </a:cubicBezTo>
                  <a:cubicBezTo>
                    <a:pt x="26817" y="85"/>
                    <a:pt x="9555" y="38865"/>
                    <a:pt x="9555" y="46381"/>
                  </a:cubicBezTo>
                  <a:cubicBezTo>
                    <a:pt x="9555" y="49387"/>
                    <a:pt x="12584" y="49387"/>
                    <a:pt x="13189" y="49387"/>
                  </a:cubicBezTo>
                  <a:cubicBezTo>
                    <a:pt x="15612" y="49387"/>
                    <a:pt x="16521" y="48786"/>
                    <a:pt x="17126" y="46080"/>
                  </a:cubicBezTo>
                  <a:cubicBezTo>
                    <a:pt x="27423" y="14214"/>
                    <a:pt x="47411" y="6698"/>
                    <a:pt x="57708" y="6698"/>
                  </a:cubicBezTo>
                  <a:cubicBezTo>
                    <a:pt x="63462" y="6698"/>
                    <a:pt x="74061" y="9404"/>
                    <a:pt x="74061" y="26840"/>
                  </a:cubicBezTo>
                  <a:cubicBezTo>
                    <a:pt x="74061" y="36160"/>
                    <a:pt x="68913" y="56302"/>
                    <a:pt x="57708" y="98389"/>
                  </a:cubicBezTo>
                  <a:cubicBezTo>
                    <a:pt x="52862" y="117028"/>
                    <a:pt x="42263" y="129654"/>
                    <a:pt x="28937" y="129654"/>
                  </a:cubicBezTo>
                  <a:cubicBezTo>
                    <a:pt x="27120" y="129654"/>
                    <a:pt x="20155" y="129654"/>
                    <a:pt x="13795" y="125746"/>
                  </a:cubicBezTo>
                  <a:cubicBezTo>
                    <a:pt x="21366" y="124243"/>
                    <a:pt x="28029" y="117930"/>
                    <a:pt x="28029" y="109512"/>
                  </a:cubicBezTo>
                  <a:cubicBezTo>
                    <a:pt x="28029" y="101395"/>
                    <a:pt x="21366" y="98990"/>
                    <a:pt x="16824" y="98990"/>
                  </a:cubicBezTo>
                  <a:cubicBezTo>
                    <a:pt x="7738" y="98990"/>
                    <a:pt x="167" y="106806"/>
                    <a:pt x="167" y="116426"/>
                  </a:cubicBezTo>
                  <a:cubicBezTo>
                    <a:pt x="167" y="130255"/>
                    <a:pt x="15309" y="136268"/>
                    <a:pt x="28634" y="136268"/>
                  </a:cubicBezTo>
                  <a:cubicBezTo>
                    <a:pt x="48622" y="136268"/>
                    <a:pt x="59525" y="115224"/>
                    <a:pt x="60433" y="113420"/>
                  </a:cubicBezTo>
                  <a:cubicBezTo>
                    <a:pt x="64067" y="124543"/>
                    <a:pt x="74970" y="136268"/>
                    <a:pt x="93140" y="136268"/>
                  </a:cubicBezTo>
                  <a:cubicBezTo>
                    <a:pt x="124334" y="136268"/>
                    <a:pt x="141596" y="97487"/>
                    <a:pt x="141596" y="89971"/>
                  </a:cubicBezTo>
                  <a:cubicBezTo>
                    <a:pt x="141596" y="86965"/>
                    <a:pt x="138870" y="86965"/>
                    <a:pt x="137962" y="86965"/>
                  </a:cubicBezTo>
                  <a:cubicBezTo>
                    <a:pt x="135236" y="86965"/>
                    <a:pt x="134630" y="88168"/>
                    <a:pt x="134025" y="90272"/>
                  </a:cubicBezTo>
                  <a:cubicBezTo>
                    <a:pt x="124031" y="122439"/>
                    <a:pt x="103437" y="129654"/>
                    <a:pt x="93746" y="129654"/>
                  </a:cubicBezTo>
                  <a:cubicBezTo>
                    <a:pt x="81935" y="129654"/>
                    <a:pt x="77090" y="120034"/>
                    <a:pt x="77090" y="109813"/>
                  </a:cubicBezTo>
                  <a:cubicBezTo>
                    <a:pt x="77090" y="103199"/>
                    <a:pt x="78907" y="96585"/>
                    <a:pt x="82238" y="83358"/>
                  </a:cubicBezTo>
                  <a:lnTo>
                    <a:pt x="92535" y="4217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45E9D31-96E9-CC65-5CBE-79F895EDBE53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9549060" y="5984757"/>
              <a:ext cx="93700" cy="139730"/>
            </a:xfrm>
            <a:custGeom>
              <a:avLst/>
              <a:gdLst>
                <a:gd name="csX0" fmla="*/ 93873 w 93700"/>
                <a:gd name="csY0" fmla="*/ 101517 h 139730"/>
                <a:gd name="csX1" fmla="*/ 86665 w 93700"/>
                <a:gd name="csY1" fmla="*/ 101517 h 139730"/>
                <a:gd name="csX2" fmla="*/ 81154 w 93700"/>
                <a:gd name="csY2" fmla="*/ 120667 h 139730"/>
                <a:gd name="csX3" fmla="*/ 60166 w 93700"/>
                <a:gd name="csY3" fmla="*/ 121929 h 139730"/>
                <a:gd name="csX4" fmla="*/ 21160 w 93700"/>
                <a:gd name="csY4" fmla="*/ 121929 h 139730"/>
                <a:gd name="csX5" fmla="*/ 63558 w 93700"/>
                <a:gd name="csY5" fmla="*/ 86576 h 139730"/>
                <a:gd name="csX6" fmla="*/ 93873 w 93700"/>
                <a:gd name="csY6" fmla="*/ 41121 h 139730"/>
                <a:gd name="csX7" fmla="*/ 44267 w 93700"/>
                <a:gd name="csY7" fmla="*/ 86 h 139730"/>
                <a:gd name="csX8" fmla="*/ 173 w 93700"/>
                <a:gd name="csY8" fmla="*/ 37754 h 139730"/>
                <a:gd name="csX9" fmla="*/ 11408 w 93700"/>
                <a:gd name="csY9" fmla="*/ 49539 h 139730"/>
                <a:gd name="csX10" fmla="*/ 22644 w 93700"/>
                <a:gd name="csY10" fmla="*/ 38386 h 139730"/>
                <a:gd name="csX11" fmla="*/ 10136 w 93700"/>
                <a:gd name="csY11" fmla="*/ 27233 h 139730"/>
                <a:gd name="csX12" fmla="*/ 41087 w 93700"/>
                <a:gd name="csY12" fmla="*/ 7662 h 139730"/>
                <a:gd name="csX13" fmla="*/ 73310 w 93700"/>
                <a:gd name="csY13" fmla="*/ 41121 h 139730"/>
                <a:gd name="csX14" fmla="*/ 53383 w 93700"/>
                <a:gd name="csY14" fmla="*/ 81525 h 139730"/>
                <a:gd name="csX15" fmla="*/ 2293 w 93700"/>
                <a:gd name="csY15" fmla="*/ 131609 h 139730"/>
                <a:gd name="csX16" fmla="*/ 173 w 93700"/>
                <a:gd name="csY16" fmla="*/ 139817 h 139730"/>
                <a:gd name="csX17" fmla="*/ 87513 w 93700"/>
                <a:gd name="csY17" fmla="*/ 139817 h 139730"/>
                <a:gd name="csX18" fmla="*/ 93873 w 93700"/>
                <a:gd name="csY18" fmla="*/ 101517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3700" h="139730">
                  <a:moveTo>
                    <a:pt x="93873" y="101517"/>
                  </a:moveTo>
                  <a:lnTo>
                    <a:pt x="86665" y="101517"/>
                  </a:lnTo>
                  <a:cubicBezTo>
                    <a:pt x="86029" y="106147"/>
                    <a:pt x="83909" y="118562"/>
                    <a:pt x="81154" y="120667"/>
                  </a:cubicBezTo>
                  <a:cubicBezTo>
                    <a:pt x="79458" y="121929"/>
                    <a:pt x="63134" y="121929"/>
                    <a:pt x="60166" y="121929"/>
                  </a:cubicBezTo>
                  <a:lnTo>
                    <a:pt x="21160" y="121929"/>
                  </a:lnTo>
                  <a:cubicBezTo>
                    <a:pt x="43419" y="102359"/>
                    <a:pt x="50839" y="96466"/>
                    <a:pt x="63558" y="86576"/>
                  </a:cubicBezTo>
                  <a:cubicBezTo>
                    <a:pt x="79246" y="74160"/>
                    <a:pt x="93873" y="61113"/>
                    <a:pt x="93873" y="41121"/>
                  </a:cubicBezTo>
                  <a:cubicBezTo>
                    <a:pt x="93873" y="15659"/>
                    <a:pt x="71402" y="86"/>
                    <a:pt x="44267" y="86"/>
                  </a:cubicBezTo>
                  <a:cubicBezTo>
                    <a:pt x="17980" y="86"/>
                    <a:pt x="173" y="18394"/>
                    <a:pt x="173" y="37754"/>
                  </a:cubicBezTo>
                  <a:cubicBezTo>
                    <a:pt x="173" y="48487"/>
                    <a:pt x="9288" y="49539"/>
                    <a:pt x="11408" y="49539"/>
                  </a:cubicBezTo>
                  <a:cubicBezTo>
                    <a:pt x="16496" y="49539"/>
                    <a:pt x="22644" y="45961"/>
                    <a:pt x="22644" y="38386"/>
                  </a:cubicBezTo>
                  <a:cubicBezTo>
                    <a:pt x="22644" y="34598"/>
                    <a:pt x="21160" y="27233"/>
                    <a:pt x="10136" y="27233"/>
                  </a:cubicBezTo>
                  <a:cubicBezTo>
                    <a:pt x="16708" y="12292"/>
                    <a:pt x="31124" y="7662"/>
                    <a:pt x="41087" y="7662"/>
                  </a:cubicBezTo>
                  <a:cubicBezTo>
                    <a:pt x="62286" y="7662"/>
                    <a:pt x="73310" y="24076"/>
                    <a:pt x="73310" y="41121"/>
                  </a:cubicBezTo>
                  <a:cubicBezTo>
                    <a:pt x="73310" y="59429"/>
                    <a:pt x="60166" y="73950"/>
                    <a:pt x="53383" y="81525"/>
                  </a:cubicBezTo>
                  <a:lnTo>
                    <a:pt x="2293" y="131609"/>
                  </a:lnTo>
                  <a:cubicBezTo>
                    <a:pt x="173" y="133503"/>
                    <a:pt x="173" y="133924"/>
                    <a:pt x="173" y="139817"/>
                  </a:cubicBezTo>
                  <a:lnTo>
                    <a:pt x="87513" y="139817"/>
                  </a:lnTo>
                  <a:lnTo>
                    <a:pt x="93873" y="10151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1AB664F-1218-E1CC-896C-FCB1271B9B23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9697610" y="6047528"/>
              <a:ext cx="35432" cy="89886"/>
            </a:xfrm>
            <a:custGeom>
              <a:avLst/>
              <a:gdLst>
                <a:gd name="csX0" fmla="*/ 35610 w 35432"/>
                <a:gd name="csY0" fmla="*/ 31650 h 89886"/>
                <a:gd name="csX1" fmla="*/ 16228 w 35432"/>
                <a:gd name="csY1" fmla="*/ 85 h 89886"/>
                <a:gd name="csX2" fmla="*/ 177 w 35432"/>
                <a:gd name="csY2" fmla="*/ 16018 h 89886"/>
                <a:gd name="csX3" fmla="*/ 16228 w 35432"/>
                <a:gd name="csY3" fmla="*/ 31951 h 89886"/>
                <a:gd name="csX4" fmla="*/ 26828 w 35432"/>
                <a:gd name="csY4" fmla="*/ 28043 h 89886"/>
                <a:gd name="csX5" fmla="*/ 28342 w 35432"/>
                <a:gd name="csY5" fmla="*/ 27141 h 89886"/>
                <a:gd name="csX6" fmla="*/ 28948 w 35432"/>
                <a:gd name="csY6" fmla="*/ 31650 h 89886"/>
                <a:gd name="csX7" fmla="*/ 8354 w 35432"/>
                <a:gd name="csY7" fmla="*/ 81855 h 89886"/>
                <a:gd name="csX8" fmla="*/ 5023 w 35432"/>
                <a:gd name="csY8" fmla="*/ 86665 h 89886"/>
                <a:gd name="csX9" fmla="*/ 8051 w 35432"/>
                <a:gd name="csY9" fmla="*/ 89971 h 89886"/>
                <a:gd name="csX10" fmla="*/ 35610 w 35432"/>
                <a:gd name="csY10" fmla="*/ 31650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32" h="89886">
                  <a:moveTo>
                    <a:pt x="35610" y="31650"/>
                  </a:moveTo>
                  <a:cubicBezTo>
                    <a:pt x="35610" y="11809"/>
                    <a:pt x="28039" y="85"/>
                    <a:pt x="16228" y="85"/>
                  </a:cubicBezTo>
                  <a:cubicBezTo>
                    <a:pt x="6234" y="85"/>
                    <a:pt x="177" y="7600"/>
                    <a:pt x="177" y="16018"/>
                  </a:cubicBezTo>
                  <a:cubicBezTo>
                    <a:pt x="177" y="24135"/>
                    <a:pt x="6234" y="31951"/>
                    <a:pt x="16228" y="31951"/>
                  </a:cubicBezTo>
                  <a:cubicBezTo>
                    <a:pt x="19862" y="31951"/>
                    <a:pt x="23799" y="30748"/>
                    <a:pt x="26828" y="28043"/>
                  </a:cubicBezTo>
                  <a:cubicBezTo>
                    <a:pt x="27736" y="27442"/>
                    <a:pt x="28039" y="27141"/>
                    <a:pt x="28342" y="27141"/>
                  </a:cubicBezTo>
                  <a:cubicBezTo>
                    <a:pt x="28645" y="27141"/>
                    <a:pt x="28948" y="27442"/>
                    <a:pt x="28948" y="31650"/>
                  </a:cubicBezTo>
                  <a:cubicBezTo>
                    <a:pt x="28948" y="53897"/>
                    <a:pt x="18348" y="71934"/>
                    <a:pt x="8354" y="81855"/>
                  </a:cubicBezTo>
                  <a:cubicBezTo>
                    <a:pt x="5023" y="85161"/>
                    <a:pt x="5023" y="85763"/>
                    <a:pt x="5023" y="86665"/>
                  </a:cubicBezTo>
                  <a:cubicBezTo>
                    <a:pt x="5023" y="88769"/>
                    <a:pt x="6537" y="89971"/>
                    <a:pt x="8051" y="89971"/>
                  </a:cubicBezTo>
                  <a:cubicBezTo>
                    <a:pt x="11383" y="89971"/>
                    <a:pt x="35610" y="66823"/>
                    <a:pt x="35610" y="31650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B64F710-F916-2F14-D745-2A04466D3F03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9832207" y="6047528"/>
              <a:ext cx="32101" cy="31866"/>
            </a:xfrm>
            <a:custGeom>
              <a:avLst/>
              <a:gdLst>
                <a:gd name="csX0" fmla="*/ 32283 w 32101"/>
                <a:gd name="csY0" fmla="*/ 16018 h 31866"/>
                <a:gd name="csX1" fmla="*/ 16232 w 32101"/>
                <a:gd name="csY1" fmla="*/ 85 h 31866"/>
                <a:gd name="csX2" fmla="*/ 182 w 32101"/>
                <a:gd name="csY2" fmla="*/ 16018 h 31866"/>
                <a:gd name="csX3" fmla="*/ 16232 w 32101"/>
                <a:gd name="csY3" fmla="*/ 31951 h 31866"/>
                <a:gd name="csX4" fmla="*/ 32283 w 32101"/>
                <a:gd name="csY4" fmla="*/ 16018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283" y="16018"/>
                  </a:moveTo>
                  <a:cubicBezTo>
                    <a:pt x="32283" y="7300"/>
                    <a:pt x="25015" y="85"/>
                    <a:pt x="16232" y="85"/>
                  </a:cubicBezTo>
                  <a:cubicBezTo>
                    <a:pt x="7450" y="85"/>
                    <a:pt x="182" y="7300"/>
                    <a:pt x="182" y="16018"/>
                  </a:cubicBezTo>
                  <a:cubicBezTo>
                    <a:pt x="182" y="24736"/>
                    <a:pt x="7450" y="31951"/>
                    <a:pt x="16232" y="31951"/>
                  </a:cubicBezTo>
                  <a:cubicBezTo>
                    <a:pt x="25015" y="31951"/>
                    <a:pt x="32283" y="24736"/>
                    <a:pt x="32283" y="160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CE4142C-2430-5278-BD1D-A96730DD3252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9966803" y="6047528"/>
              <a:ext cx="32101" cy="31866"/>
            </a:xfrm>
            <a:custGeom>
              <a:avLst/>
              <a:gdLst>
                <a:gd name="csX0" fmla="*/ 32288 w 32101"/>
                <a:gd name="csY0" fmla="*/ 16018 h 31866"/>
                <a:gd name="csX1" fmla="*/ 16237 w 32101"/>
                <a:gd name="csY1" fmla="*/ 85 h 31866"/>
                <a:gd name="csX2" fmla="*/ 186 w 32101"/>
                <a:gd name="csY2" fmla="*/ 16018 h 31866"/>
                <a:gd name="csX3" fmla="*/ 16237 w 32101"/>
                <a:gd name="csY3" fmla="*/ 31951 h 31866"/>
                <a:gd name="csX4" fmla="*/ 32288 w 32101"/>
                <a:gd name="csY4" fmla="*/ 16018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288" y="16018"/>
                  </a:moveTo>
                  <a:cubicBezTo>
                    <a:pt x="32288" y="7300"/>
                    <a:pt x="25019" y="85"/>
                    <a:pt x="16237" y="85"/>
                  </a:cubicBezTo>
                  <a:cubicBezTo>
                    <a:pt x="7454" y="85"/>
                    <a:pt x="186" y="7300"/>
                    <a:pt x="186" y="16018"/>
                  </a:cubicBezTo>
                  <a:cubicBezTo>
                    <a:pt x="186" y="24736"/>
                    <a:pt x="7454" y="31951"/>
                    <a:pt x="16237" y="31951"/>
                  </a:cubicBezTo>
                  <a:cubicBezTo>
                    <a:pt x="25019" y="31951"/>
                    <a:pt x="32288" y="24736"/>
                    <a:pt x="32288" y="160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136A917-7A7A-4F5F-6BAA-87E0069960A8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0101400" y="6047528"/>
              <a:ext cx="32101" cy="31866"/>
            </a:xfrm>
            <a:custGeom>
              <a:avLst/>
              <a:gdLst>
                <a:gd name="csX0" fmla="*/ 32292 w 32101"/>
                <a:gd name="csY0" fmla="*/ 16018 h 31866"/>
                <a:gd name="csX1" fmla="*/ 16241 w 32101"/>
                <a:gd name="csY1" fmla="*/ 85 h 31866"/>
                <a:gd name="csX2" fmla="*/ 191 w 32101"/>
                <a:gd name="csY2" fmla="*/ 16018 h 31866"/>
                <a:gd name="csX3" fmla="*/ 16241 w 32101"/>
                <a:gd name="csY3" fmla="*/ 31951 h 31866"/>
                <a:gd name="csX4" fmla="*/ 32292 w 32101"/>
                <a:gd name="csY4" fmla="*/ 16018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292" y="16018"/>
                  </a:moveTo>
                  <a:cubicBezTo>
                    <a:pt x="32292" y="7300"/>
                    <a:pt x="25024" y="85"/>
                    <a:pt x="16241" y="85"/>
                  </a:cubicBezTo>
                  <a:cubicBezTo>
                    <a:pt x="7459" y="85"/>
                    <a:pt x="191" y="7300"/>
                    <a:pt x="191" y="16018"/>
                  </a:cubicBezTo>
                  <a:cubicBezTo>
                    <a:pt x="191" y="24736"/>
                    <a:pt x="7459" y="31951"/>
                    <a:pt x="16241" y="31951"/>
                  </a:cubicBezTo>
                  <a:cubicBezTo>
                    <a:pt x="25024" y="31951"/>
                    <a:pt x="32292" y="24736"/>
                    <a:pt x="32292" y="160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C4E1B4A-21D1-AC15-28B0-A9655A88FC8C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0235997" y="6047528"/>
              <a:ext cx="35432" cy="89886"/>
            </a:xfrm>
            <a:custGeom>
              <a:avLst/>
              <a:gdLst>
                <a:gd name="csX0" fmla="*/ 35628 w 35432"/>
                <a:gd name="csY0" fmla="*/ 31650 h 89886"/>
                <a:gd name="csX1" fmla="*/ 16246 w 35432"/>
                <a:gd name="csY1" fmla="*/ 85 h 89886"/>
                <a:gd name="csX2" fmla="*/ 195 w 35432"/>
                <a:gd name="csY2" fmla="*/ 16018 h 89886"/>
                <a:gd name="csX3" fmla="*/ 16246 w 35432"/>
                <a:gd name="csY3" fmla="*/ 31951 h 89886"/>
                <a:gd name="csX4" fmla="*/ 26845 w 35432"/>
                <a:gd name="csY4" fmla="*/ 28043 h 89886"/>
                <a:gd name="csX5" fmla="*/ 28360 w 35432"/>
                <a:gd name="csY5" fmla="*/ 27141 h 89886"/>
                <a:gd name="csX6" fmla="*/ 28965 w 35432"/>
                <a:gd name="csY6" fmla="*/ 31650 h 89886"/>
                <a:gd name="csX7" fmla="*/ 8372 w 35432"/>
                <a:gd name="csY7" fmla="*/ 81855 h 89886"/>
                <a:gd name="csX8" fmla="*/ 5040 w 35432"/>
                <a:gd name="csY8" fmla="*/ 86665 h 89886"/>
                <a:gd name="csX9" fmla="*/ 8069 w 35432"/>
                <a:gd name="csY9" fmla="*/ 89971 h 89886"/>
                <a:gd name="csX10" fmla="*/ 35628 w 35432"/>
                <a:gd name="csY10" fmla="*/ 31650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32" h="89886">
                  <a:moveTo>
                    <a:pt x="35628" y="31650"/>
                  </a:moveTo>
                  <a:cubicBezTo>
                    <a:pt x="35628" y="11809"/>
                    <a:pt x="28057" y="85"/>
                    <a:pt x="16246" y="85"/>
                  </a:cubicBezTo>
                  <a:cubicBezTo>
                    <a:pt x="6252" y="85"/>
                    <a:pt x="195" y="7600"/>
                    <a:pt x="195" y="16018"/>
                  </a:cubicBezTo>
                  <a:cubicBezTo>
                    <a:pt x="195" y="24135"/>
                    <a:pt x="6252" y="31951"/>
                    <a:pt x="16246" y="31951"/>
                  </a:cubicBezTo>
                  <a:cubicBezTo>
                    <a:pt x="19880" y="31951"/>
                    <a:pt x="23817" y="30748"/>
                    <a:pt x="26845" y="28043"/>
                  </a:cubicBezTo>
                  <a:cubicBezTo>
                    <a:pt x="27754" y="27442"/>
                    <a:pt x="28057" y="27141"/>
                    <a:pt x="28360" y="27141"/>
                  </a:cubicBezTo>
                  <a:cubicBezTo>
                    <a:pt x="28662" y="27141"/>
                    <a:pt x="28965" y="27442"/>
                    <a:pt x="28965" y="31650"/>
                  </a:cubicBezTo>
                  <a:cubicBezTo>
                    <a:pt x="28965" y="53897"/>
                    <a:pt x="18366" y="71934"/>
                    <a:pt x="8372" y="81855"/>
                  </a:cubicBezTo>
                  <a:cubicBezTo>
                    <a:pt x="5040" y="85161"/>
                    <a:pt x="5040" y="85763"/>
                    <a:pt x="5040" y="86665"/>
                  </a:cubicBezTo>
                  <a:cubicBezTo>
                    <a:pt x="5040" y="88769"/>
                    <a:pt x="6555" y="89971"/>
                    <a:pt x="8069" y="89971"/>
                  </a:cubicBezTo>
                  <a:cubicBezTo>
                    <a:pt x="11400" y="89971"/>
                    <a:pt x="35628" y="66823"/>
                    <a:pt x="35628" y="31650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DDCF7FE-A3D1-0D1C-B243-0A2650D0842C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0353332" y="5946518"/>
              <a:ext cx="150816" cy="136182"/>
            </a:xfrm>
            <a:custGeom>
              <a:avLst/>
              <a:gdLst>
                <a:gd name="csX0" fmla="*/ 92567 w 150816"/>
                <a:gd name="csY0" fmla="*/ 42172 h 136182"/>
                <a:gd name="csX1" fmla="*/ 122549 w 150816"/>
                <a:gd name="csY1" fmla="*/ 6698 h 136182"/>
                <a:gd name="csX2" fmla="*/ 137691 w 150816"/>
                <a:gd name="csY2" fmla="*/ 10607 h 136182"/>
                <a:gd name="csX3" fmla="*/ 123154 w 150816"/>
                <a:gd name="csY3" fmla="*/ 26840 h 136182"/>
                <a:gd name="csX4" fmla="*/ 134663 w 150816"/>
                <a:gd name="csY4" fmla="*/ 37362 h 136182"/>
                <a:gd name="csX5" fmla="*/ 151016 w 150816"/>
                <a:gd name="csY5" fmla="*/ 19926 h 136182"/>
                <a:gd name="csX6" fmla="*/ 122852 w 150816"/>
                <a:gd name="csY6" fmla="*/ 85 h 136182"/>
                <a:gd name="csX7" fmla="*/ 91053 w 150816"/>
                <a:gd name="csY7" fmla="*/ 22932 h 136182"/>
                <a:gd name="csX8" fmla="*/ 58346 w 150816"/>
                <a:gd name="csY8" fmla="*/ 85 h 136182"/>
                <a:gd name="csX9" fmla="*/ 9588 w 150816"/>
                <a:gd name="csY9" fmla="*/ 46381 h 136182"/>
                <a:gd name="csX10" fmla="*/ 13222 w 150816"/>
                <a:gd name="csY10" fmla="*/ 49387 h 136182"/>
                <a:gd name="csX11" fmla="*/ 17159 w 150816"/>
                <a:gd name="csY11" fmla="*/ 46080 h 136182"/>
                <a:gd name="csX12" fmla="*/ 57740 w 150816"/>
                <a:gd name="csY12" fmla="*/ 6698 h 136182"/>
                <a:gd name="csX13" fmla="*/ 74094 w 150816"/>
                <a:gd name="csY13" fmla="*/ 26840 h 136182"/>
                <a:gd name="csX14" fmla="*/ 57740 w 150816"/>
                <a:gd name="csY14" fmla="*/ 98389 h 136182"/>
                <a:gd name="csX15" fmla="*/ 28970 w 150816"/>
                <a:gd name="csY15" fmla="*/ 129654 h 136182"/>
                <a:gd name="csX16" fmla="*/ 13827 w 150816"/>
                <a:gd name="csY16" fmla="*/ 125746 h 136182"/>
                <a:gd name="csX17" fmla="*/ 28061 w 150816"/>
                <a:gd name="csY17" fmla="*/ 109512 h 136182"/>
                <a:gd name="csX18" fmla="*/ 16856 w 150816"/>
                <a:gd name="csY18" fmla="*/ 98990 h 136182"/>
                <a:gd name="csX19" fmla="*/ 199 w 150816"/>
                <a:gd name="csY19" fmla="*/ 116426 h 136182"/>
                <a:gd name="csX20" fmla="*/ 28667 w 150816"/>
                <a:gd name="csY20" fmla="*/ 136268 h 136182"/>
                <a:gd name="csX21" fmla="*/ 60466 w 150816"/>
                <a:gd name="csY21" fmla="*/ 113420 h 136182"/>
                <a:gd name="csX22" fmla="*/ 93173 w 150816"/>
                <a:gd name="csY22" fmla="*/ 136268 h 136182"/>
                <a:gd name="csX23" fmla="*/ 141628 w 150816"/>
                <a:gd name="csY23" fmla="*/ 89971 h 136182"/>
                <a:gd name="csX24" fmla="*/ 137994 w 150816"/>
                <a:gd name="csY24" fmla="*/ 86965 h 136182"/>
                <a:gd name="csX25" fmla="*/ 134057 w 150816"/>
                <a:gd name="csY25" fmla="*/ 90272 h 136182"/>
                <a:gd name="csX26" fmla="*/ 93778 w 150816"/>
                <a:gd name="csY26" fmla="*/ 129654 h 136182"/>
                <a:gd name="csX27" fmla="*/ 77122 w 150816"/>
                <a:gd name="csY27" fmla="*/ 109813 h 136182"/>
                <a:gd name="csX28" fmla="*/ 82270 w 150816"/>
                <a:gd name="csY28" fmla="*/ 83358 h 136182"/>
                <a:gd name="csX29" fmla="*/ 92567 w 150816"/>
                <a:gd name="csY29" fmla="*/ 42172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67" y="42172"/>
                  </a:moveTo>
                  <a:cubicBezTo>
                    <a:pt x="94384" y="34356"/>
                    <a:pt x="101350" y="6698"/>
                    <a:pt x="122549" y="6698"/>
                  </a:cubicBezTo>
                  <a:cubicBezTo>
                    <a:pt x="124063" y="6698"/>
                    <a:pt x="131331" y="6698"/>
                    <a:pt x="137691" y="10607"/>
                  </a:cubicBezTo>
                  <a:cubicBezTo>
                    <a:pt x="129211" y="12110"/>
                    <a:pt x="123154" y="19625"/>
                    <a:pt x="123154" y="26840"/>
                  </a:cubicBezTo>
                  <a:cubicBezTo>
                    <a:pt x="123154" y="31650"/>
                    <a:pt x="126486" y="37362"/>
                    <a:pt x="134663" y="37362"/>
                  </a:cubicBezTo>
                  <a:cubicBezTo>
                    <a:pt x="141325" y="37362"/>
                    <a:pt x="151016" y="31951"/>
                    <a:pt x="151016" y="19926"/>
                  </a:cubicBezTo>
                  <a:cubicBezTo>
                    <a:pt x="151016" y="4293"/>
                    <a:pt x="133148" y="85"/>
                    <a:pt x="122852" y="85"/>
                  </a:cubicBezTo>
                  <a:cubicBezTo>
                    <a:pt x="105287" y="85"/>
                    <a:pt x="94687" y="16018"/>
                    <a:pt x="91053" y="22932"/>
                  </a:cubicBezTo>
                  <a:cubicBezTo>
                    <a:pt x="83482" y="3091"/>
                    <a:pt x="67128" y="85"/>
                    <a:pt x="58346" y="85"/>
                  </a:cubicBezTo>
                  <a:cubicBezTo>
                    <a:pt x="26850" y="85"/>
                    <a:pt x="9588" y="38865"/>
                    <a:pt x="9588" y="46381"/>
                  </a:cubicBezTo>
                  <a:cubicBezTo>
                    <a:pt x="9588" y="49387"/>
                    <a:pt x="12616" y="49387"/>
                    <a:pt x="13222" y="49387"/>
                  </a:cubicBezTo>
                  <a:cubicBezTo>
                    <a:pt x="15644" y="49387"/>
                    <a:pt x="16553" y="48786"/>
                    <a:pt x="17159" y="46080"/>
                  </a:cubicBezTo>
                  <a:cubicBezTo>
                    <a:pt x="27455" y="14214"/>
                    <a:pt x="47443" y="6698"/>
                    <a:pt x="57740" y="6698"/>
                  </a:cubicBezTo>
                  <a:cubicBezTo>
                    <a:pt x="63494" y="6698"/>
                    <a:pt x="74094" y="9404"/>
                    <a:pt x="74094" y="26840"/>
                  </a:cubicBezTo>
                  <a:cubicBezTo>
                    <a:pt x="74094" y="36160"/>
                    <a:pt x="68945" y="56302"/>
                    <a:pt x="57740" y="98389"/>
                  </a:cubicBezTo>
                  <a:cubicBezTo>
                    <a:pt x="52894" y="117028"/>
                    <a:pt x="42295" y="129654"/>
                    <a:pt x="28970" y="129654"/>
                  </a:cubicBezTo>
                  <a:cubicBezTo>
                    <a:pt x="27153" y="129654"/>
                    <a:pt x="20187" y="129654"/>
                    <a:pt x="13827" y="125746"/>
                  </a:cubicBezTo>
                  <a:cubicBezTo>
                    <a:pt x="21398" y="124243"/>
                    <a:pt x="28061" y="117930"/>
                    <a:pt x="28061" y="109512"/>
                  </a:cubicBezTo>
                  <a:cubicBezTo>
                    <a:pt x="28061" y="101395"/>
                    <a:pt x="21398" y="98990"/>
                    <a:pt x="16856" y="98990"/>
                  </a:cubicBezTo>
                  <a:cubicBezTo>
                    <a:pt x="7770" y="98990"/>
                    <a:pt x="199" y="106806"/>
                    <a:pt x="199" y="116426"/>
                  </a:cubicBezTo>
                  <a:cubicBezTo>
                    <a:pt x="199" y="130255"/>
                    <a:pt x="15342" y="136268"/>
                    <a:pt x="28667" y="136268"/>
                  </a:cubicBezTo>
                  <a:cubicBezTo>
                    <a:pt x="48655" y="136268"/>
                    <a:pt x="59557" y="115224"/>
                    <a:pt x="60466" y="113420"/>
                  </a:cubicBezTo>
                  <a:cubicBezTo>
                    <a:pt x="64100" y="124543"/>
                    <a:pt x="75002" y="136268"/>
                    <a:pt x="93173" y="136268"/>
                  </a:cubicBezTo>
                  <a:cubicBezTo>
                    <a:pt x="124366" y="136268"/>
                    <a:pt x="141628" y="97487"/>
                    <a:pt x="141628" y="89971"/>
                  </a:cubicBezTo>
                  <a:cubicBezTo>
                    <a:pt x="141628" y="86965"/>
                    <a:pt x="138902" y="86965"/>
                    <a:pt x="137994" y="86965"/>
                  </a:cubicBezTo>
                  <a:cubicBezTo>
                    <a:pt x="135268" y="86965"/>
                    <a:pt x="134663" y="88168"/>
                    <a:pt x="134057" y="90272"/>
                  </a:cubicBezTo>
                  <a:cubicBezTo>
                    <a:pt x="124063" y="122439"/>
                    <a:pt x="103470" y="129654"/>
                    <a:pt x="93778" y="129654"/>
                  </a:cubicBezTo>
                  <a:cubicBezTo>
                    <a:pt x="81967" y="129654"/>
                    <a:pt x="77122" y="120034"/>
                    <a:pt x="77122" y="109813"/>
                  </a:cubicBezTo>
                  <a:cubicBezTo>
                    <a:pt x="77122" y="103199"/>
                    <a:pt x="78939" y="96585"/>
                    <a:pt x="82270" y="83358"/>
                  </a:cubicBezTo>
                  <a:lnTo>
                    <a:pt x="92567" y="4217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E58116C8-B411-6996-B18F-959A1868721D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0527597" y="6031685"/>
              <a:ext cx="129526" cy="94907"/>
            </a:xfrm>
            <a:custGeom>
              <a:avLst/>
              <a:gdLst>
                <a:gd name="csX0" fmla="*/ 16104 w 129526"/>
                <a:gd name="csY0" fmla="*/ 79631 h 94907"/>
                <a:gd name="csX1" fmla="*/ 13985 w 129526"/>
                <a:gd name="csY1" fmla="*/ 88259 h 94907"/>
                <a:gd name="csX2" fmla="*/ 21192 w 129526"/>
                <a:gd name="csY2" fmla="*/ 94993 h 94907"/>
                <a:gd name="csX3" fmla="*/ 29460 w 129526"/>
                <a:gd name="csY3" fmla="*/ 90364 h 94907"/>
                <a:gd name="csX4" fmla="*/ 33276 w 129526"/>
                <a:gd name="csY4" fmla="*/ 77317 h 94907"/>
                <a:gd name="csX5" fmla="*/ 37940 w 129526"/>
                <a:gd name="csY5" fmla="*/ 58377 h 94907"/>
                <a:gd name="csX6" fmla="*/ 41543 w 129526"/>
                <a:gd name="csY6" fmla="*/ 44278 h 94907"/>
                <a:gd name="csX7" fmla="*/ 50447 w 129526"/>
                <a:gd name="csY7" fmla="*/ 25339 h 94907"/>
                <a:gd name="csX8" fmla="*/ 82246 w 129526"/>
                <a:gd name="csY8" fmla="*/ 5978 h 94907"/>
                <a:gd name="csX9" fmla="*/ 94753 w 129526"/>
                <a:gd name="csY9" fmla="*/ 20709 h 94907"/>
                <a:gd name="csX10" fmla="*/ 82246 w 129526"/>
                <a:gd name="csY10" fmla="*/ 65532 h 94907"/>
                <a:gd name="csX11" fmla="*/ 79066 w 129526"/>
                <a:gd name="csY11" fmla="*/ 76896 h 94907"/>
                <a:gd name="csX12" fmla="*/ 99205 w 129526"/>
                <a:gd name="csY12" fmla="*/ 94993 h 94907"/>
                <a:gd name="csX13" fmla="*/ 129732 w 129526"/>
                <a:gd name="csY13" fmla="*/ 62796 h 94907"/>
                <a:gd name="csX14" fmla="*/ 126340 w 129526"/>
                <a:gd name="csY14" fmla="*/ 60061 h 94907"/>
                <a:gd name="csX15" fmla="*/ 122312 w 129526"/>
                <a:gd name="csY15" fmla="*/ 63638 h 94907"/>
                <a:gd name="csX16" fmla="*/ 99841 w 129526"/>
                <a:gd name="csY16" fmla="*/ 89101 h 94907"/>
                <a:gd name="csX17" fmla="*/ 94541 w 129526"/>
                <a:gd name="csY17" fmla="*/ 81736 h 94907"/>
                <a:gd name="csX18" fmla="*/ 99417 w 129526"/>
                <a:gd name="csY18" fmla="*/ 64690 h 94907"/>
                <a:gd name="csX19" fmla="*/ 110653 w 129526"/>
                <a:gd name="csY19" fmla="*/ 24076 h 94907"/>
                <a:gd name="csX20" fmla="*/ 83094 w 129526"/>
                <a:gd name="csY20" fmla="*/ 86 h 94907"/>
                <a:gd name="csX21" fmla="*/ 47267 w 129526"/>
                <a:gd name="csY21" fmla="*/ 19236 h 94907"/>
                <a:gd name="csX22" fmla="*/ 24584 w 129526"/>
                <a:gd name="csY22" fmla="*/ 86 h 94907"/>
                <a:gd name="csX23" fmla="*/ 7837 w 129526"/>
                <a:gd name="csY23" fmla="*/ 11450 h 94907"/>
                <a:gd name="csX24" fmla="*/ 205 w 129526"/>
                <a:gd name="csY24" fmla="*/ 32283 h 94907"/>
                <a:gd name="csX25" fmla="*/ 3809 w 129526"/>
                <a:gd name="csY25" fmla="*/ 35019 h 94907"/>
                <a:gd name="csX26" fmla="*/ 8473 w 129526"/>
                <a:gd name="csY26" fmla="*/ 28706 h 94907"/>
                <a:gd name="csX27" fmla="*/ 23948 w 129526"/>
                <a:gd name="csY27" fmla="*/ 5978 h 94907"/>
                <a:gd name="csX28" fmla="*/ 30944 w 129526"/>
                <a:gd name="csY28" fmla="*/ 16290 h 94907"/>
                <a:gd name="csX29" fmla="*/ 27552 w 129526"/>
                <a:gd name="csY29" fmla="*/ 33756 h 94907"/>
                <a:gd name="csX30" fmla="*/ 22888 w 129526"/>
                <a:gd name="csY30" fmla="*/ 52695 h 94907"/>
                <a:gd name="csX31" fmla="*/ 16104 w 129526"/>
                <a:gd name="csY31" fmla="*/ 79631 h 94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526" h="94907">
                  <a:moveTo>
                    <a:pt x="16104" y="79631"/>
                  </a:moveTo>
                  <a:cubicBezTo>
                    <a:pt x="15256" y="82367"/>
                    <a:pt x="13985" y="87628"/>
                    <a:pt x="13985" y="88259"/>
                  </a:cubicBezTo>
                  <a:cubicBezTo>
                    <a:pt x="13985" y="92889"/>
                    <a:pt x="17800" y="94993"/>
                    <a:pt x="21192" y="94993"/>
                  </a:cubicBezTo>
                  <a:cubicBezTo>
                    <a:pt x="25008" y="94993"/>
                    <a:pt x="28400" y="92258"/>
                    <a:pt x="29460" y="90364"/>
                  </a:cubicBezTo>
                  <a:cubicBezTo>
                    <a:pt x="30520" y="88470"/>
                    <a:pt x="32216" y="81736"/>
                    <a:pt x="33276" y="77317"/>
                  </a:cubicBezTo>
                  <a:cubicBezTo>
                    <a:pt x="34336" y="73318"/>
                    <a:pt x="36668" y="63638"/>
                    <a:pt x="37940" y="58377"/>
                  </a:cubicBezTo>
                  <a:cubicBezTo>
                    <a:pt x="39212" y="53748"/>
                    <a:pt x="40483" y="49118"/>
                    <a:pt x="41543" y="44278"/>
                  </a:cubicBezTo>
                  <a:cubicBezTo>
                    <a:pt x="43875" y="35650"/>
                    <a:pt x="44299" y="33967"/>
                    <a:pt x="50447" y="25339"/>
                  </a:cubicBezTo>
                  <a:cubicBezTo>
                    <a:pt x="56383" y="16921"/>
                    <a:pt x="66346" y="5978"/>
                    <a:pt x="82246" y="5978"/>
                  </a:cubicBezTo>
                  <a:cubicBezTo>
                    <a:pt x="94541" y="5978"/>
                    <a:pt x="94753" y="16711"/>
                    <a:pt x="94753" y="20709"/>
                  </a:cubicBezTo>
                  <a:cubicBezTo>
                    <a:pt x="94753" y="33335"/>
                    <a:pt x="85638" y="56694"/>
                    <a:pt x="82246" y="65532"/>
                  </a:cubicBezTo>
                  <a:cubicBezTo>
                    <a:pt x="79914" y="71424"/>
                    <a:pt x="79066" y="73318"/>
                    <a:pt x="79066" y="76896"/>
                  </a:cubicBezTo>
                  <a:cubicBezTo>
                    <a:pt x="79066" y="88049"/>
                    <a:pt x="88394" y="94993"/>
                    <a:pt x="99205" y="94993"/>
                  </a:cubicBezTo>
                  <a:cubicBezTo>
                    <a:pt x="120404" y="94993"/>
                    <a:pt x="129732" y="65953"/>
                    <a:pt x="129732" y="62796"/>
                  </a:cubicBezTo>
                  <a:cubicBezTo>
                    <a:pt x="129732" y="60061"/>
                    <a:pt x="126976" y="60061"/>
                    <a:pt x="126340" y="60061"/>
                  </a:cubicBezTo>
                  <a:cubicBezTo>
                    <a:pt x="123372" y="60061"/>
                    <a:pt x="123160" y="61323"/>
                    <a:pt x="122312" y="63638"/>
                  </a:cubicBezTo>
                  <a:cubicBezTo>
                    <a:pt x="117436" y="80473"/>
                    <a:pt x="108321" y="89101"/>
                    <a:pt x="99841" y="89101"/>
                  </a:cubicBezTo>
                  <a:cubicBezTo>
                    <a:pt x="95389" y="89101"/>
                    <a:pt x="94541" y="86155"/>
                    <a:pt x="94541" y="81736"/>
                  </a:cubicBezTo>
                  <a:cubicBezTo>
                    <a:pt x="94541" y="76896"/>
                    <a:pt x="95601" y="74160"/>
                    <a:pt x="99417" y="64690"/>
                  </a:cubicBezTo>
                  <a:cubicBezTo>
                    <a:pt x="101961" y="58167"/>
                    <a:pt x="110653" y="35861"/>
                    <a:pt x="110653" y="24076"/>
                  </a:cubicBezTo>
                  <a:cubicBezTo>
                    <a:pt x="110653" y="3664"/>
                    <a:pt x="94329" y="86"/>
                    <a:pt x="83094" y="86"/>
                  </a:cubicBezTo>
                  <a:cubicBezTo>
                    <a:pt x="65498" y="86"/>
                    <a:pt x="53627" y="10818"/>
                    <a:pt x="47267" y="19236"/>
                  </a:cubicBezTo>
                  <a:cubicBezTo>
                    <a:pt x="45783" y="4716"/>
                    <a:pt x="33276" y="86"/>
                    <a:pt x="24584" y="86"/>
                  </a:cubicBezTo>
                  <a:cubicBezTo>
                    <a:pt x="15468" y="86"/>
                    <a:pt x="10593" y="6610"/>
                    <a:pt x="7837" y="11450"/>
                  </a:cubicBezTo>
                  <a:cubicBezTo>
                    <a:pt x="3173" y="19236"/>
                    <a:pt x="205" y="31231"/>
                    <a:pt x="205" y="32283"/>
                  </a:cubicBezTo>
                  <a:cubicBezTo>
                    <a:pt x="205" y="35019"/>
                    <a:pt x="3173" y="35019"/>
                    <a:pt x="3809" y="35019"/>
                  </a:cubicBezTo>
                  <a:cubicBezTo>
                    <a:pt x="6777" y="35019"/>
                    <a:pt x="6989" y="34387"/>
                    <a:pt x="8473" y="28706"/>
                  </a:cubicBezTo>
                  <a:cubicBezTo>
                    <a:pt x="11653" y="16290"/>
                    <a:pt x="15680" y="5978"/>
                    <a:pt x="23948" y="5978"/>
                  </a:cubicBezTo>
                  <a:cubicBezTo>
                    <a:pt x="29460" y="5978"/>
                    <a:pt x="30944" y="10608"/>
                    <a:pt x="30944" y="16290"/>
                  </a:cubicBezTo>
                  <a:cubicBezTo>
                    <a:pt x="30944" y="20288"/>
                    <a:pt x="29036" y="28074"/>
                    <a:pt x="27552" y="33756"/>
                  </a:cubicBezTo>
                  <a:cubicBezTo>
                    <a:pt x="26068" y="39438"/>
                    <a:pt x="23948" y="48066"/>
                    <a:pt x="22888" y="52695"/>
                  </a:cubicBezTo>
                  <a:lnTo>
                    <a:pt x="16104" y="79631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AA1AA18-0C93-165B-EA34-84AB02F687F8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0699744" y="5853926"/>
              <a:ext cx="70260" cy="300624"/>
            </a:xfrm>
            <a:custGeom>
              <a:avLst/>
              <a:gdLst>
                <a:gd name="csX0" fmla="*/ 70471 w 70260"/>
                <a:gd name="csY0" fmla="*/ 150397 h 300624"/>
                <a:gd name="csX1" fmla="*/ 50483 w 70260"/>
                <a:gd name="csY1" fmla="*/ 56602 h 300624"/>
                <a:gd name="csX2" fmla="*/ 3239 w 70260"/>
                <a:gd name="csY2" fmla="*/ 85 h 300624"/>
                <a:gd name="csX3" fmla="*/ 210 w 70260"/>
                <a:gd name="csY3" fmla="*/ 3091 h 300624"/>
                <a:gd name="csX4" fmla="*/ 5965 w 70260"/>
                <a:gd name="csY4" fmla="*/ 10005 h 300624"/>
                <a:gd name="csX5" fmla="*/ 52906 w 70260"/>
                <a:gd name="csY5" fmla="*/ 150397 h 300624"/>
                <a:gd name="csX6" fmla="*/ 4147 w 70260"/>
                <a:gd name="csY6" fmla="*/ 292592 h 300624"/>
                <a:gd name="csX7" fmla="*/ 210 w 70260"/>
                <a:gd name="csY7" fmla="*/ 297703 h 300624"/>
                <a:gd name="csX8" fmla="*/ 3239 w 70260"/>
                <a:gd name="csY8" fmla="*/ 300709 h 300624"/>
                <a:gd name="csX9" fmla="*/ 51391 w 70260"/>
                <a:gd name="csY9" fmla="*/ 242088 h 300624"/>
                <a:gd name="csX10" fmla="*/ 70471 w 70260"/>
                <a:gd name="csY10" fmla="*/ 150397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71" y="150397"/>
                  </a:moveTo>
                  <a:cubicBezTo>
                    <a:pt x="70471" y="126948"/>
                    <a:pt x="67139" y="90573"/>
                    <a:pt x="50483" y="56602"/>
                  </a:cubicBezTo>
                  <a:cubicBezTo>
                    <a:pt x="32312" y="19625"/>
                    <a:pt x="6267" y="85"/>
                    <a:pt x="3239" y="85"/>
                  </a:cubicBezTo>
                  <a:cubicBezTo>
                    <a:pt x="1422" y="85"/>
                    <a:pt x="210" y="1287"/>
                    <a:pt x="210" y="3091"/>
                  </a:cubicBezTo>
                  <a:cubicBezTo>
                    <a:pt x="210" y="3993"/>
                    <a:pt x="210" y="4594"/>
                    <a:pt x="5965" y="10005"/>
                  </a:cubicBezTo>
                  <a:cubicBezTo>
                    <a:pt x="35643" y="39767"/>
                    <a:pt x="52906" y="87566"/>
                    <a:pt x="52906" y="150397"/>
                  </a:cubicBezTo>
                  <a:cubicBezTo>
                    <a:pt x="52906" y="201804"/>
                    <a:pt x="41700" y="254714"/>
                    <a:pt x="4147" y="292592"/>
                  </a:cubicBezTo>
                  <a:cubicBezTo>
                    <a:pt x="210" y="296200"/>
                    <a:pt x="210" y="296801"/>
                    <a:pt x="210" y="297703"/>
                  </a:cubicBezTo>
                  <a:cubicBezTo>
                    <a:pt x="210" y="299507"/>
                    <a:pt x="1422" y="300709"/>
                    <a:pt x="3239" y="300709"/>
                  </a:cubicBezTo>
                  <a:cubicBezTo>
                    <a:pt x="6267" y="300709"/>
                    <a:pt x="33523" y="280267"/>
                    <a:pt x="51391" y="242088"/>
                  </a:cubicBezTo>
                  <a:cubicBezTo>
                    <a:pt x="66836" y="209019"/>
                    <a:pt x="70471" y="175649"/>
                    <a:pt x="70471" y="150397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26B0D95-862D-9E09-1D49-F0D5FF1B0CF3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8262104" y="6420002"/>
              <a:ext cx="201391" cy="70346"/>
            </a:xfrm>
            <a:custGeom>
              <a:avLst/>
              <a:gdLst>
                <a:gd name="csX0" fmla="*/ 191226 w 201391"/>
                <a:gd name="csY0" fmla="*/ 12125 h 70346"/>
                <a:gd name="csX1" fmla="*/ 201522 w 201391"/>
                <a:gd name="csY1" fmla="*/ 6112 h 70346"/>
                <a:gd name="csX2" fmla="*/ 191528 w 201391"/>
                <a:gd name="csY2" fmla="*/ 100 h 70346"/>
                <a:gd name="csX3" fmla="*/ 10124 w 201391"/>
                <a:gd name="csY3" fmla="*/ 100 h 70346"/>
                <a:gd name="csX4" fmla="*/ 130 w 201391"/>
                <a:gd name="csY4" fmla="*/ 6112 h 70346"/>
                <a:gd name="csX5" fmla="*/ 10427 w 201391"/>
                <a:gd name="csY5" fmla="*/ 12125 h 70346"/>
                <a:gd name="csX6" fmla="*/ 191226 w 201391"/>
                <a:gd name="csY6" fmla="*/ 12125 h 70346"/>
                <a:gd name="csX7" fmla="*/ 191528 w 201391"/>
                <a:gd name="csY7" fmla="*/ 70446 h 70346"/>
                <a:gd name="csX8" fmla="*/ 201522 w 201391"/>
                <a:gd name="csY8" fmla="*/ 64433 h 70346"/>
                <a:gd name="csX9" fmla="*/ 191226 w 201391"/>
                <a:gd name="csY9" fmla="*/ 58421 h 70346"/>
                <a:gd name="csX10" fmla="*/ 10427 w 201391"/>
                <a:gd name="csY10" fmla="*/ 58421 h 70346"/>
                <a:gd name="csX11" fmla="*/ 130 w 201391"/>
                <a:gd name="csY11" fmla="*/ 64433 h 70346"/>
                <a:gd name="csX12" fmla="*/ 10124 w 201391"/>
                <a:gd name="csY12" fmla="*/ 70446 h 70346"/>
                <a:gd name="csX13" fmla="*/ 191528 w 201391"/>
                <a:gd name="csY13" fmla="*/ 70446 h 70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391" h="70346">
                  <a:moveTo>
                    <a:pt x="191226" y="12125"/>
                  </a:moveTo>
                  <a:cubicBezTo>
                    <a:pt x="195768" y="12125"/>
                    <a:pt x="201522" y="12125"/>
                    <a:pt x="201522" y="6112"/>
                  </a:cubicBezTo>
                  <a:cubicBezTo>
                    <a:pt x="201522" y="100"/>
                    <a:pt x="195768" y="100"/>
                    <a:pt x="191528" y="100"/>
                  </a:cubicBezTo>
                  <a:lnTo>
                    <a:pt x="10124" y="100"/>
                  </a:lnTo>
                  <a:cubicBezTo>
                    <a:pt x="5884" y="100"/>
                    <a:pt x="130" y="100"/>
                    <a:pt x="130" y="6112"/>
                  </a:cubicBezTo>
                  <a:cubicBezTo>
                    <a:pt x="130" y="12125"/>
                    <a:pt x="5884" y="12125"/>
                    <a:pt x="10427" y="12125"/>
                  </a:cubicBezTo>
                  <a:lnTo>
                    <a:pt x="191226" y="12125"/>
                  </a:lnTo>
                  <a:close/>
                  <a:moveTo>
                    <a:pt x="191528" y="70446"/>
                  </a:moveTo>
                  <a:cubicBezTo>
                    <a:pt x="195768" y="70446"/>
                    <a:pt x="201522" y="70446"/>
                    <a:pt x="201522" y="64433"/>
                  </a:cubicBezTo>
                  <a:cubicBezTo>
                    <a:pt x="201522" y="58421"/>
                    <a:pt x="195768" y="58421"/>
                    <a:pt x="191226" y="58421"/>
                  </a:cubicBezTo>
                  <a:lnTo>
                    <a:pt x="10427" y="58421"/>
                  </a:lnTo>
                  <a:cubicBezTo>
                    <a:pt x="5884" y="58421"/>
                    <a:pt x="130" y="58421"/>
                    <a:pt x="130" y="64433"/>
                  </a:cubicBezTo>
                  <a:cubicBezTo>
                    <a:pt x="130" y="70446"/>
                    <a:pt x="5884" y="70446"/>
                    <a:pt x="10124" y="70446"/>
                  </a:cubicBezTo>
                  <a:lnTo>
                    <a:pt x="191528" y="70446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4E9C0E0-FAB8-3DA5-01C0-6F2C0EDD9CB1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8576926" y="6325004"/>
              <a:ext cx="216231" cy="205326"/>
            </a:xfrm>
            <a:custGeom>
              <a:avLst/>
              <a:gdLst>
                <a:gd name="csX0" fmla="*/ 79789 w 216231"/>
                <a:gd name="csY0" fmla="*/ 110429 h 205326"/>
                <a:gd name="csX1" fmla="*/ 131273 w 216231"/>
                <a:gd name="csY1" fmla="*/ 110429 h 205326"/>
                <a:gd name="csX2" fmla="*/ 216372 w 216231"/>
                <a:gd name="csY2" fmla="*/ 45494 h 205326"/>
                <a:gd name="csX3" fmla="*/ 156712 w 216231"/>
                <a:gd name="csY3" fmla="*/ 100 h 205326"/>
                <a:gd name="csX4" fmla="*/ 58590 w 216231"/>
                <a:gd name="csY4" fmla="*/ 100 h 205326"/>
                <a:gd name="csX5" fmla="*/ 49505 w 216231"/>
                <a:gd name="csY5" fmla="*/ 5811 h 205326"/>
                <a:gd name="csX6" fmla="*/ 58287 w 216231"/>
                <a:gd name="csY6" fmla="*/ 9419 h 205326"/>
                <a:gd name="csX7" fmla="*/ 71309 w 216231"/>
                <a:gd name="csY7" fmla="*/ 10020 h 205326"/>
                <a:gd name="csX8" fmla="*/ 77972 w 216231"/>
                <a:gd name="csY8" fmla="*/ 14830 h 205326"/>
                <a:gd name="csX9" fmla="*/ 76761 w 216231"/>
                <a:gd name="csY9" fmla="*/ 20542 h 205326"/>
                <a:gd name="csX10" fmla="*/ 36179 w 216231"/>
                <a:gd name="csY10" fmla="*/ 181978 h 205326"/>
                <a:gd name="csX11" fmla="*/ 8620 w 216231"/>
                <a:gd name="csY11" fmla="*/ 196107 h 205326"/>
                <a:gd name="csX12" fmla="*/ 141 w 216231"/>
                <a:gd name="csY12" fmla="*/ 201819 h 205326"/>
                <a:gd name="csX13" fmla="*/ 4683 w 216231"/>
                <a:gd name="csY13" fmla="*/ 205426 h 205326"/>
                <a:gd name="csX14" fmla="*/ 43145 w 216231"/>
                <a:gd name="csY14" fmla="*/ 204524 h 205326"/>
                <a:gd name="csX15" fmla="*/ 62527 w 216231"/>
                <a:gd name="csY15" fmla="*/ 204825 h 205326"/>
                <a:gd name="csX16" fmla="*/ 82212 w 216231"/>
                <a:gd name="csY16" fmla="*/ 205426 h 205326"/>
                <a:gd name="csX17" fmla="*/ 88269 w 216231"/>
                <a:gd name="csY17" fmla="*/ 199414 h 205326"/>
                <a:gd name="csX18" fmla="*/ 79789 w 216231"/>
                <a:gd name="csY18" fmla="*/ 196107 h 205326"/>
                <a:gd name="csX19" fmla="*/ 60104 w 216231"/>
                <a:gd name="csY19" fmla="*/ 190696 h 205326"/>
                <a:gd name="csX20" fmla="*/ 61013 w 216231"/>
                <a:gd name="csY20" fmla="*/ 185585 h 205326"/>
                <a:gd name="csX21" fmla="*/ 79789 w 216231"/>
                <a:gd name="csY21" fmla="*/ 110429 h 205326"/>
                <a:gd name="csX22" fmla="*/ 101594 w 216231"/>
                <a:gd name="csY22" fmla="*/ 20843 h 205326"/>
                <a:gd name="csX23" fmla="*/ 117948 w 216231"/>
                <a:gd name="csY23" fmla="*/ 9419 h 205326"/>
                <a:gd name="csX24" fmla="*/ 147021 w 216231"/>
                <a:gd name="csY24" fmla="*/ 9419 h 205326"/>
                <a:gd name="csX25" fmla="*/ 188208 w 216231"/>
                <a:gd name="csY25" fmla="*/ 38279 h 205326"/>
                <a:gd name="csX26" fmla="*/ 170340 w 216231"/>
                <a:gd name="csY26" fmla="*/ 86680 h 205326"/>
                <a:gd name="csX27" fmla="*/ 123702 w 216231"/>
                <a:gd name="csY27" fmla="*/ 102613 h 205326"/>
                <a:gd name="csX28" fmla="*/ 81000 w 216231"/>
                <a:gd name="csY28" fmla="*/ 102613 h 205326"/>
                <a:gd name="csX29" fmla="*/ 101594 w 216231"/>
                <a:gd name="csY29" fmla="*/ 20843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231" h="205326">
                  <a:moveTo>
                    <a:pt x="79789" y="110429"/>
                  </a:moveTo>
                  <a:lnTo>
                    <a:pt x="131273" y="110429"/>
                  </a:lnTo>
                  <a:cubicBezTo>
                    <a:pt x="174277" y="110429"/>
                    <a:pt x="216372" y="79164"/>
                    <a:pt x="216372" y="45494"/>
                  </a:cubicBezTo>
                  <a:cubicBezTo>
                    <a:pt x="216372" y="22346"/>
                    <a:pt x="196384" y="100"/>
                    <a:pt x="156712" y="100"/>
                  </a:cubicBezTo>
                  <a:lnTo>
                    <a:pt x="58590" y="100"/>
                  </a:lnTo>
                  <a:cubicBezTo>
                    <a:pt x="52836" y="100"/>
                    <a:pt x="49505" y="100"/>
                    <a:pt x="49505" y="5811"/>
                  </a:cubicBezTo>
                  <a:cubicBezTo>
                    <a:pt x="49505" y="9419"/>
                    <a:pt x="52230" y="9419"/>
                    <a:pt x="58287" y="9419"/>
                  </a:cubicBezTo>
                  <a:cubicBezTo>
                    <a:pt x="62224" y="9419"/>
                    <a:pt x="67675" y="9720"/>
                    <a:pt x="71309" y="10020"/>
                  </a:cubicBezTo>
                  <a:cubicBezTo>
                    <a:pt x="76155" y="10621"/>
                    <a:pt x="77972" y="11523"/>
                    <a:pt x="77972" y="14830"/>
                  </a:cubicBezTo>
                  <a:cubicBezTo>
                    <a:pt x="77972" y="16033"/>
                    <a:pt x="77669" y="16935"/>
                    <a:pt x="76761" y="20542"/>
                  </a:cubicBezTo>
                  <a:lnTo>
                    <a:pt x="36179" y="181978"/>
                  </a:lnTo>
                  <a:cubicBezTo>
                    <a:pt x="33151" y="193702"/>
                    <a:pt x="32545" y="196107"/>
                    <a:pt x="8620" y="196107"/>
                  </a:cubicBezTo>
                  <a:cubicBezTo>
                    <a:pt x="3472" y="196107"/>
                    <a:pt x="141" y="196107"/>
                    <a:pt x="141" y="201819"/>
                  </a:cubicBezTo>
                  <a:cubicBezTo>
                    <a:pt x="141" y="205426"/>
                    <a:pt x="3775" y="205426"/>
                    <a:pt x="4683" y="205426"/>
                  </a:cubicBezTo>
                  <a:cubicBezTo>
                    <a:pt x="13163" y="205426"/>
                    <a:pt x="34665" y="204524"/>
                    <a:pt x="43145" y="204524"/>
                  </a:cubicBezTo>
                  <a:cubicBezTo>
                    <a:pt x="49505" y="204524"/>
                    <a:pt x="56167" y="204825"/>
                    <a:pt x="62527" y="204825"/>
                  </a:cubicBezTo>
                  <a:cubicBezTo>
                    <a:pt x="69189" y="204825"/>
                    <a:pt x="75852" y="205426"/>
                    <a:pt x="82212" y="205426"/>
                  </a:cubicBezTo>
                  <a:cubicBezTo>
                    <a:pt x="84332" y="205426"/>
                    <a:pt x="88269" y="205426"/>
                    <a:pt x="88269" y="199414"/>
                  </a:cubicBezTo>
                  <a:cubicBezTo>
                    <a:pt x="88269" y="196107"/>
                    <a:pt x="85543" y="196107"/>
                    <a:pt x="79789" y="196107"/>
                  </a:cubicBezTo>
                  <a:cubicBezTo>
                    <a:pt x="68584" y="196107"/>
                    <a:pt x="60104" y="196107"/>
                    <a:pt x="60104" y="190696"/>
                  </a:cubicBezTo>
                  <a:cubicBezTo>
                    <a:pt x="60104" y="188892"/>
                    <a:pt x="60710" y="187389"/>
                    <a:pt x="61013" y="185585"/>
                  </a:cubicBezTo>
                  <a:lnTo>
                    <a:pt x="79789" y="110429"/>
                  </a:lnTo>
                  <a:close/>
                  <a:moveTo>
                    <a:pt x="101594" y="20843"/>
                  </a:moveTo>
                  <a:cubicBezTo>
                    <a:pt x="104319" y="10321"/>
                    <a:pt x="104925" y="9419"/>
                    <a:pt x="117948" y="9419"/>
                  </a:cubicBezTo>
                  <a:lnTo>
                    <a:pt x="147021" y="9419"/>
                  </a:lnTo>
                  <a:cubicBezTo>
                    <a:pt x="172157" y="9419"/>
                    <a:pt x="188208" y="17536"/>
                    <a:pt x="188208" y="38279"/>
                  </a:cubicBezTo>
                  <a:cubicBezTo>
                    <a:pt x="188208" y="50003"/>
                    <a:pt x="182151" y="75857"/>
                    <a:pt x="170340" y="86680"/>
                  </a:cubicBezTo>
                  <a:cubicBezTo>
                    <a:pt x="155197" y="100208"/>
                    <a:pt x="137027" y="102613"/>
                    <a:pt x="123702" y="102613"/>
                  </a:cubicBezTo>
                  <a:lnTo>
                    <a:pt x="81000" y="102613"/>
                  </a:lnTo>
                  <a:lnTo>
                    <a:pt x="101594" y="2084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AF07535-D6A8-C236-5F15-B7E5820653B7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831287" y="6304863"/>
              <a:ext cx="70260" cy="300624"/>
            </a:xfrm>
            <a:custGeom>
              <a:avLst/>
              <a:gdLst>
                <a:gd name="csX0" fmla="*/ 70409 w 70260"/>
                <a:gd name="csY0" fmla="*/ 297718 h 300624"/>
                <a:gd name="csX1" fmla="*/ 65260 w 70260"/>
                <a:gd name="csY1" fmla="*/ 291104 h 300624"/>
                <a:gd name="csX2" fmla="*/ 17714 w 70260"/>
                <a:gd name="csY2" fmla="*/ 150412 h 300624"/>
                <a:gd name="csX3" fmla="*/ 66472 w 70260"/>
                <a:gd name="csY3" fmla="*/ 8216 h 300624"/>
                <a:gd name="csX4" fmla="*/ 70409 w 70260"/>
                <a:gd name="csY4" fmla="*/ 3106 h 300624"/>
                <a:gd name="csX5" fmla="*/ 67380 w 70260"/>
                <a:gd name="csY5" fmla="*/ 100 h 300624"/>
                <a:gd name="csX6" fmla="*/ 19228 w 70260"/>
                <a:gd name="csY6" fmla="*/ 58721 h 300624"/>
                <a:gd name="csX7" fmla="*/ 149 w 70260"/>
                <a:gd name="csY7" fmla="*/ 150412 h 300624"/>
                <a:gd name="csX8" fmla="*/ 20136 w 70260"/>
                <a:gd name="csY8" fmla="*/ 244207 h 300624"/>
                <a:gd name="csX9" fmla="*/ 67380 w 70260"/>
                <a:gd name="csY9" fmla="*/ 300724 h 300624"/>
                <a:gd name="csX10" fmla="*/ 70409 w 70260"/>
                <a:gd name="csY10" fmla="*/ 297718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09" y="297718"/>
                  </a:moveTo>
                  <a:cubicBezTo>
                    <a:pt x="70409" y="296816"/>
                    <a:pt x="70409" y="296215"/>
                    <a:pt x="65260" y="291104"/>
                  </a:cubicBezTo>
                  <a:cubicBezTo>
                    <a:pt x="27405" y="253226"/>
                    <a:pt x="17714" y="196408"/>
                    <a:pt x="17714" y="150412"/>
                  </a:cubicBezTo>
                  <a:cubicBezTo>
                    <a:pt x="17714" y="98103"/>
                    <a:pt x="29222" y="45795"/>
                    <a:pt x="66472" y="8216"/>
                  </a:cubicBezTo>
                  <a:cubicBezTo>
                    <a:pt x="70409" y="4609"/>
                    <a:pt x="70409" y="4008"/>
                    <a:pt x="70409" y="3106"/>
                  </a:cubicBezTo>
                  <a:cubicBezTo>
                    <a:pt x="70409" y="1002"/>
                    <a:pt x="69197" y="100"/>
                    <a:pt x="67380" y="100"/>
                  </a:cubicBezTo>
                  <a:cubicBezTo>
                    <a:pt x="64352" y="100"/>
                    <a:pt x="37096" y="20542"/>
                    <a:pt x="19228" y="58721"/>
                  </a:cubicBezTo>
                  <a:cubicBezTo>
                    <a:pt x="3783" y="91790"/>
                    <a:pt x="149" y="125159"/>
                    <a:pt x="149" y="150412"/>
                  </a:cubicBezTo>
                  <a:cubicBezTo>
                    <a:pt x="149" y="173861"/>
                    <a:pt x="3480" y="210236"/>
                    <a:pt x="20136" y="244207"/>
                  </a:cubicBezTo>
                  <a:cubicBezTo>
                    <a:pt x="38307" y="281184"/>
                    <a:pt x="64352" y="300724"/>
                    <a:pt x="67380" y="300724"/>
                  </a:cubicBezTo>
                  <a:cubicBezTo>
                    <a:pt x="69197" y="300724"/>
                    <a:pt x="70409" y="299822"/>
                    <a:pt x="70409" y="2977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120A03D-8A11-0820-199C-0D47FE64E080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927861" y="6397455"/>
              <a:ext cx="150816" cy="136182"/>
            </a:xfrm>
            <a:custGeom>
              <a:avLst/>
              <a:gdLst>
                <a:gd name="csX0" fmla="*/ 92520 w 150816"/>
                <a:gd name="csY0" fmla="*/ 42187 h 136182"/>
                <a:gd name="csX1" fmla="*/ 122502 w 150816"/>
                <a:gd name="csY1" fmla="*/ 6713 h 136182"/>
                <a:gd name="csX2" fmla="*/ 137644 w 150816"/>
                <a:gd name="csY2" fmla="*/ 10621 h 136182"/>
                <a:gd name="csX3" fmla="*/ 123108 w 150816"/>
                <a:gd name="csY3" fmla="*/ 26855 h 136182"/>
                <a:gd name="csX4" fmla="*/ 134616 w 150816"/>
                <a:gd name="csY4" fmla="*/ 37377 h 136182"/>
                <a:gd name="csX5" fmla="*/ 150969 w 150816"/>
                <a:gd name="csY5" fmla="*/ 19941 h 136182"/>
                <a:gd name="csX6" fmla="*/ 122805 w 150816"/>
                <a:gd name="csY6" fmla="*/ 100 h 136182"/>
                <a:gd name="csX7" fmla="*/ 91006 w 150816"/>
                <a:gd name="csY7" fmla="*/ 22947 h 136182"/>
                <a:gd name="csX8" fmla="*/ 58299 w 150816"/>
                <a:gd name="csY8" fmla="*/ 100 h 136182"/>
                <a:gd name="csX9" fmla="*/ 9541 w 150816"/>
                <a:gd name="csY9" fmla="*/ 46396 h 136182"/>
                <a:gd name="csX10" fmla="*/ 13175 w 150816"/>
                <a:gd name="csY10" fmla="*/ 49402 h 136182"/>
                <a:gd name="csX11" fmla="*/ 17112 w 150816"/>
                <a:gd name="csY11" fmla="*/ 46095 h 136182"/>
                <a:gd name="csX12" fmla="*/ 57693 w 150816"/>
                <a:gd name="csY12" fmla="*/ 6713 h 136182"/>
                <a:gd name="csX13" fmla="*/ 74047 w 150816"/>
                <a:gd name="csY13" fmla="*/ 26855 h 136182"/>
                <a:gd name="csX14" fmla="*/ 57693 w 150816"/>
                <a:gd name="csY14" fmla="*/ 98404 h 136182"/>
                <a:gd name="csX15" fmla="*/ 28923 w 150816"/>
                <a:gd name="csY15" fmla="*/ 129669 h 136182"/>
                <a:gd name="csX16" fmla="*/ 13780 w 150816"/>
                <a:gd name="csY16" fmla="*/ 125761 h 136182"/>
                <a:gd name="csX17" fmla="*/ 28014 w 150816"/>
                <a:gd name="csY17" fmla="*/ 109527 h 136182"/>
                <a:gd name="csX18" fmla="*/ 16809 w 150816"/>
                <a:gd name="csY18" fmla="*/ 99005 h 136182"/>
                <a:gd name="csX19" fmla="*/ 152 w 150816"/>
                <a:gd name="csY19" fmla="*/ 116441 h 136182"/>
                <a:gd name="csX20" fmla="*/ 28620 w 150816"/>
                <a:gd name="csY20" fmla="*/ 136283 h 136182"/>
                <a:gd name="csX21" fmla="*/ 60419 w 150816"/>
                <a:gd name="csY21" fmla="*/ 113435 h 136182"/>
                <a:gd name="csX22" fmla="*/ 93126 w 150816"/>
                <a:gd name="csY22" fmla="*/ 136283 h 136182"/>
                <a:gd name="csX23" fmla="*/ 141581 w 150816"/>
                <a:gd name="csY23" fmla="*/ 89986 h 136182"/>
                <a:gd name="csX24" fmla="*/ 137947 w 150816"/>
                <a:gd name="csY24" fmla="*/ 86980 h 136182"/>
                <a:gd name="csX25" fmla="*/ 134010 w 150816"/>
                <a:gd name="csY25" fmla="*/ 90287 h 136182"/>
                <a:gd name="csX26" fmla="*/ 93732 w 150816"/>
                <a:gd name="csY26" fmla="*/ 129669 h 136182"/>
                <a:gd name="csX27" fmla="*/ 77075 w 150816"/>
                <a:gd name="csY27" fmla="*/ 109828 h 136182"/>
                <a:gd name="csX28" fmla="*/ 82223 w 150816"/>
                <a:gd name="csY28" fmla="*/ 83373 h 136182"/>
                <a:gd name="csX29" fmla="*/ 92520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20" y="42187"/>
                  </a:moveTo>
                  <a:cubicBezTo>
                    <a:pt x="94337" y="34371"/>
                    <a:pt x="101303" y="6713"/>
                    <a:pt x="122502" y="6713"/>
                  </a:cubicBezTo>
                  <a:cubicBezTo>
                    <a:pt x="124016" y="6713"/>
                    <a:pt x="131284" y="6713"/>
                    <a:pt x="137644" y="10621"/>
                  </a:cubicBezTo>
                  <a:cubicBezTo>
                    <a:pt x="129164" y="12125"/>
                    <a:pt x="123108" y="19640"/>
                    <a:pt x="123108" y="26855"/>
                  </a:cubicBezTo>
                  <a:cubicBezTo>
                    <a:pt x="123108" y="31665"/>
                    <a:pt x="126439" y="37377"/>
                    <a:pt x="134616" y="37377"/>
                  </a:cubicBezTo>
                  <a:cubicBezTo>
                    <a:pt x="141278" y="37377"/>
                    <a:pt x="150969" y="31966"/>
                    <a:pt x="150969" y="19941"/>
                  </a:cubicBezTo>
                  <a:cubicBezTo>
                    <a:pt x="150969" y="4308"/>
                    <a:pt x="133101" y="100"/>
                    <a:pt x="122805" y="100"/>
                  </a:cubicBezTo>
                  <a:cubicBezTo>
                    <a:pt x="105240" y="100"/>
                    <a:pt x="94640" y="16033"/>
                    <a:pt x="91006" y="22947"/>
                  </a:cubicBezTo>
                  <a:cubicBezTo>
                    <a:pt x="83435" y="3106"/>
                    <a:pt x="67081" y="100"/>
                    <a:pt x="58299" y="100"/>
                  </a:cubicBezTo>
                  <a:cubicBezTo>
                    <a:pt x="26803" y="100"/>
                    <a:pt x="9541" y="38880"/>
                    <a:pt x="9541" y="46396"/>
                  </a:cubicBezTo>
                  <a:cubicBezTo>
                    <a:pt x="9541" y="49402"/>
                    <a:pt x="12569" y="49402"/>
                    <a:pt x="13175" y="49402"/>
                  </a:cubicBezTo>
                  <a:cubicBezTo>
                    <a:pt x="15598" y="49402"/>
                    <a:pt x="16506" y="48801"/>
                    <a:pt x="17112" y="46095"/>
                  </a:cubicBezTo>
                  <a:cubicBezTo>
                    <a:pt x="27409" y="14229"/>
                    <a:pt x="47396" y="6713"/>
                    <a:pt x="57693" y="6713"/>
                  </a:cubicBezTo>
                  <a:cubicBezTo>
                    <a:pt x="63447" y="6713"/>
                    <a:pt x="74047" y="9419"/>
                    <a:pt x="74047" y="26855"/>
                  </a:cubicBezTo>
                  <a:cubicBezTo>
                    <a:pt x="74047" y="36175"/>
                    <a:pt x="68898" y="56316"/>
                    <a:pt x="57693" y="98404"/>
                  </a:cubicBezTo>
                  <a:cubicBezTo>
                    <a:pt x="52847" y="117043"/>
                    <a:pt x="42248" y="129669"/>
                    <a:pt x="28923" y="129669"/>
                  </a:cubicBezTo>
                  <a:cubicBezTo>
                    <a:pt x="27106" y="129669"/>
                    <a:pt x="20140" y="129669"/>
                    <a:pt x="13780" y="125761"/>
                  </a:cubicBezTo>
                  <a:cubicBezTo>
                    <a:pt x="21352" y="124258"/>
                    <a:pt x="28014" y="117945"/>
                    <a:pt x="28014" y="109527"/>
                  </a:cubicBezTo>
                  <a:cubicBezTo>
                    <a:pt x="28014" y="101410"/>
                    <a:pt x="21352" y="99005"/>
                    <a:pt x="16809" y="99005"/>
                  </a:cubicBezTo>
                  <a:cubicBezTo>
                    <a:pt x="7724" y="99005"/>
                    <a:pt x="152" y="106821"/>
                    <a:pt x="152" y="116441"/>
                  </a:cubicBezTo>
                  <a:cubicBezTo>
                    <a:pt x="152" y="130270"/>
                    <a:pt x="15295" y="136283"/>
                    <a:pt x="28620" y="136283"/>
                  </a:cubicBezTo>
                  <a:cubicBezTo>
                    <a:pt x="48608" y="136283"/>
                    <a:pt x="59510" y="115239"/>
                    <a:pt x="60419" y="113435"/>
                  </a:cubicBezTo>
                  <a:cubicBezTo>
                    <a:pt x="64053" y="124558"/>
                    <a:pt x="74955" y="136283"/>
                    <a:pt x="93126" y="136283"/>
                  </a:cubicBezTo>
                  <a:cubicBezTo>
                    <a:pt x="124319" y="136283"/>
                    <a:pt x="141581" y="97502"/>
                    <a:pt x="141581" y="89986"/>
                  </a:cubicBezTo>
                  <a:cubicBezTo>
                    <a:pt x="141581" y="86980"/>
                    <a:pt x="138855" y="86980"/>
                    <a:pt x="137947" y="86980"/>
                  </a:cubicBezTo>
                  <a:cubicBezTo>
                    <a:pt x="135221" y="86980"/>
                    <a:pt x="134616" y="88183"/>
                    <a:pt x="134010" y="90287"/>
                  </a:cubicBezTo>
                  <a:cubicBezTo>
                    <a:pt x="124016" y="122454"/>
                    <a:pt x="103423" y="129669"/>
                    <a:pt x="93732" y="129669"/>
                  </a:cubicBezTo>
                  <a:cubicBezTo>
                    <a:pt x="81921" y="129669"/>
                    <a:pt x="77075" y="120049"/>
                    <a:pt x="77075" y="109828"/>
                  </a:cubicBezTo>
                  <a:cubicBezTo>
                    <a:pt x="77075" y="103214"/>
                    <a:pt x="78892" y="96600"/>
                    <a:pt x="82223" y="83373"/>
                  </a:cubicBezTo>
                  <a:lnTo>
                    <a:pt x="92520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F7DCA68-D7BF-8636-1D33-117ABA39E3FE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9115270" y="6435694"/>
              <a:ext cx="77164" cy="139730"/>
            </a:xfrm>
            <a:custGeom>
              <a:avLst/>
              <a:gdLst>
                <a:gd name="csX0" fmla="*/ 48068 w 77164"/>
                <a:gd name="csY0" fmla="*/ 5993 h 139730"/>
                <a:gd name="csX1" fmla="*/ 41709 w 77164"/>
                <a:gd name="csY1" fmla="*/ 101 h 139730"/>
                <a:gd name="csX2" fmla="*/ 158 w 77164"/>
                <a:gd name="csY2" fmla="*/ 13569 h 139730"/>
                <a:gd name="csX3" fmla="*/ 158 w 77164"/>
                <a:gd name="csY3" fmla="*/ 21145 h 139730"/>
                <a:gd name="csX4" fmla="*/ 30897 w 77164"/>
                <a:gd name="csY4" fmla="*/ 15253 h 139730"/>
                <a:gd name="csX5" fmla="*/ 30897 w 77164"/>
                <a:gd name="csY5" fmla="*/ 122576 h 139730"/>
                <a:gd name="csX6" fmla="*/ 9698 w 77164"/>
                <a:gd name="csY6" fmla="*/ 132256 h 139730"/>
                <a:gd name="csX7" fmla="*/ 1642 w 77164"/>
                <a:gd name="csY7" fmla="*/ 132256 h 139730"/>
                <a:gd name="csX8" fmla="*/ 1642 w 77164"/>
                <a:gd name="csY8" fmla="*/ 139831 h 139730"/>
                <a:gd name="csX9" fmla="*/ 39377 w 77164"/>
                <a:gd name="csY9" fmla="*/ 138990 h 139730"/>
                <a:gd name="csX10" fmla="*/ 77323 w 77164"/>
                <a:gd name="csY10" fmla="*/ 139831 h 139730"/>
                <a:gd name="csX11" fmla="*/ 77323 w 77164"/>
                <a:gd name="csY11" fmla="*/ 132256 h 139730"/>
                <a:gd name="csX12" fmla="*/ 69267 w 77164"/>
                <a:gd name="csY12" fmla="*/ 132256 h 139730"/>
                <a:gd name="csX13" fmla="*/ 48068 w 77164"/>
                <a:gd name="csY13" fmla="*/ 122576 h 139730"/>
                <a:gd name="csX14" fmla="*/ 48068 w 77164"/>
                <a:gd name="csY14" fmla="*/ 5993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068" y="5993"/>
                  </a:moveTo>
                  <a:cubicBezTo>
                    <a:pt x="48068" y="312"/>
                    <a:pt x="47644" y="101"/>
                    <a:pt x="41709" y="101"/>
                  </a:cubicBezTo>
                  <a:cubicBezTo>
                    <a:pt x="28141" y="13359"/>
                    <a:pt x="8850" y="13569"/>
                    <a:pt x="158" y="13569"/>
                  </a:cubicBezTo>
                  <a:lnTo>
                    <a:pt x="158" y="21145"/>
                  </a:lnTo>
                  <a:cubicBezTo>
                    <a:pt x="5246" y="21145"/>
                    <a:pt x="19237" y="21145"/>
                    <a:pt x="30897" y="15253"/>
                  </a:cubicBezTo>
                  <a:lnTo>
                    <a:pt x="30897" y="122576"/>
                  </a:lnTo>
                  <a:cubicBezTo>
                    <a:pt x="30897" y="129520"/>
                    <a:pt x="30897" y="132256"/>
                    <a:pt x="9698" y="132256"/>
                  </a:cubicBezTo>
                  <a:lnTo>
                    <a:pt x="1642" y="132256"/>
                  </a:lnTo>
                  <a:lnTo>
                    <a:pt x="1642" y="139831"/>
                  </a:lnTo>
                  <a:cubicBezTo>
                    <a:pt x="5458" y="139621"/>
                    <a:pt x="31533" y="138990"/>
                    <a:pt x="39377" y="138990"/>
                  </a:cubicBezTo>
                  <a:cubicBezTo>
                    <a:pt x="45948" y="138990"/>
                    <a:pt x="72659" y="139621"/>
                    <a:pt x="77323" y="139831"/>
                  </a:cubicBezTo>
                  <a:lnTo>
                    <a:pt x="77323" y="132256"/>
                  </a:lnTo>
                  <a:lnTo>
                    <a:pt x="69267" y="132256"/>
                  </a:lnTo>
                  <a:cubicBezTo>
                    <a:pt x="48068" y="132256"/>
                    <a:pt x="48068" y="129520"/>
                    <a:pt x="48068" y="122576"/>
                  </a:cubicBezTo>
                  <a:lnTo>
                    <a:pt x="48068" y="599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2E98D9E-D80E-370B-89DC-B968337D85E4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9245286" y="6304863"/>
              <a:ext cx="70260" cy="300624"/>
            </a:xfrm>
            <a:custGeom>
              <a:avLst/>
              <a:gdLst>
                <a:gd name="csX0" fmla="*/ 70423 w 70260"/>
                <a:gd name="csY0" fmla="*/ 150412 h 300624"/>
                <a:gd name="csX1" fmla="*/ 50435 w 70260"/>
                <a:gd name="csY1" fmla="*/ 56617 h 300624"/>
                <a:gd name="csX2" fmla="*/ 3191 w 70260"/>
                <a:gd name="csY2" fmla="*/ 100 h 300624"/>
                <a:gd name="csX3" fmla="*/ 163 w 70260"/>
                <a:gd name="csY3" fmla="*/ 3106 h 300624"/>
                <a:gd name="csX4" fmla="*/ 5917 w 70260"/>
                <a:gd name="csY4" fmla="*/ 10020 h 300624"/>
                <a:gd name="csX5" fmla="*/ 52858 w 70260"/>
                <a:gd name="csY5" fmla="*/ 150412 h 300624"/>
                <a:gd name="csX6" fmla="*/ 4100 w 70260"/>
                <a:gd name="csY6" fmla="*/ 292607 h 300624"/>
                <a:gd name="csX7" fmla="*/ 163 w 70260"/>
                <a:gd name="csY7" fmla="*/ 297718 h 300624"/>
                <a:gd name="csX8" fmla="*/ 3191 w 70260"/>
                <a:gd name="csY8" fmla="*/ 300724 h 300624"/>
                <a:gd name="csX9" fmla="*/ 51343 w 70260"/>
                <a:gd name="csY9" fmla="*/ 242102 h 300624"/>
                <a:gd name="csX10" fmla="*/ 70423 w 70260"/>
                <a:gd name="csY10" fmla="*/ 15041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23" y="150412"/>
                  </a:moveTo>
                  <a:cubicBezTo>
                    <a:pt x="70423" y="126963"/>
                    <a:pt x="67091" y="90588"/>
                    <a:pt x="50435" y="56617"/>
                  </a:cubicBezTo>
                  <a:cubicBezTo>
                    <a:pt x="32264" y="19640"/>
                    <a:pt x="6220" y="100"/>
                    <a:pt x="3191" y="100"/>
                  </a:cubicBezTo>
                  <a:cubicBezTo>
                    <a:pt x="1374" y="100"/>
                    <a:pt x="163" y="1302"/>
                    <a:pt x="163" y="3106"/>
                  </a:cubicBezTo>
                  <a:cubicBezTo>
                    <a:pt x="163" y="4008"/>
                    <a:pt x="163" y="4609"/>
                    <a:pt x="5917" y="10020"/>
                  </a:cubicBezTo>
                  <a:cubicBezTo>
                    <a:pt x="35596" y="39782"/>
                    <a:pt x="52858" y="87581"/>
                    <a:pt x="52858" y="150412"/>
                  </a:cubicBezTo>
                  <a:cubicBezTo>
                    <a:pt x="52858" y="201819"/>
                    <a:pt x="41652" y="254729"/>
                    <a:pt x="4100" y="292607"/>
                  </a:cubicBezTo>
                  <a:cubicBezTo>
                    <a:pt x="163" y="296215"/>
                    <a:pt x="163" y="296816"/>
                    <a:pt x="163" y="297718"/>
                  </a:cubicBezTo>
                  <a:cubicBezTo>
                    <a:pt x="163" y="299522"/>
                    <a:pt x="1374" y="300724"/>
                    <a:pt x="3191" y="300724"/>
                  </a:cubicBezTo>
                  <a:cubicBezTo>
                    <a:pt x="6220" y="300724"/>
                    <a:pt x="33476" y="280282"/>
                    <a:pt x="51343" y="242102"/>
                  </a:cubicBezTo>
                  <a:cubicBezTo>
                    <a:pt x="66789" y="209034"/>
                    <a:pt x="70423" y="175664"/>
                    <a:pt x="70423" y="15041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CE1FC06-F92F-40A2-3496-F5CCB19C3EC5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9357911" y="6325004"/>
              <a:ext cx="216231" cy="205326"/>
            </a:xfrm>
            <a:custGeom>
              <a:avLst/>
              <a:gdLst>
                <a:gd name="csX0" fmla="*/ 79815 w 216231"/>
                <a:gd name="csY0" fmla="*/ 110429 h 205326"/>
                <a:gd name="csX1" fmla="*/ 131298 w 216231"/>
                <a:gd name="csY1" fmla="*/ 110429 h 205326"/>
                <a:gd name="csX2" fmla="*/ 216398 w 216231"/>
                <a:gd name="csY2" fmla="*/ 45494 h 205326"/>
                <a:gd name="csX3" fmla="*/ 156737 w 216231"/>
                <a:gd name="csY3" fmla="*/ 100 h 205326"/>
                <a:gd name="csX4" fmla="*/ 58616 w 216231"/>
                <a:gd name="csY4" fmla="*/ 100 h 205326"/>
                <a:gd name="csX5" fmla="*/ 49530 w 216231"/>
                <a:gd name="csY5" fmla="*/ 5811 h 205326"/>
                <a:gd name="csX6" fmla="*/ 58313 w 216231"/>
                <a:gd name="csY6" fmla="*/ 9419 h 205326"/>
                <a:gd name="csX7" fmla="*/ 71335 w 216231"/>
                <a:gd name="csY7" fmla="*/ 10020 h 205326"/>
                <a:gd name="csX8" fmla="*/ 77998 w 216231"/>
                <a:gd name="csY8" fmla="*/ 14830 h 205326"/>
                <a:gd name="csX9" fmla="*/ 76786 w 216231"/>
                <a:gd name="csY9" fmla="*/ 20542 h 205326"/>
                <a:gd name="csX10" fmla="*/ 36205 w 216231"/>
                <a:gd name="csY10" fmla="*/ 181978 h 205326"/>
                <a:gd name="csX11" fmla="*/ 8646 w 216231"/>
                <a:gd name="csY11" fmla="*/ 196107 h 205326"/>
                <a:gd name="csX12" fmla="*/ 167 w 216231"/>
                <a:gd name="csY12" fmla="*/ 201819 h 205326"/>
                <a:gd name="csX13" fmla="*/ 4709 w 216231"/>
                <a:gd name="csY13" fmla="*/ 205426 h 205326"/>
                <a:gd name="csX14" fmla="*/ 43170 w 216231"/>
                <a:gd name="csY14" fmla="*/ 204524 h 205326"/>
                <a:gd name="csX15" fmla="*/ 62553 w 216231"/>
                <a:gd name="csY15" fmla="*/ 204825 h 205326"/>
                <a:gd name="csX16" fmla="*/ 82237 w 216231"/>
                <a:gd name="csY16" fmla="*/ 205426 h 205326"/>
                <a:gd name="csX17" fmla="*/ 88294 w 216231"/>
                <a:gd name="csY17" fmla="*/ 199414 h 205326"/>
                <a:gd name="csX18" fmla="*/ 79815 w 216231"/>
                <a:gd name="csY18" fmla="*/ 196107 h 205326"/>
                <a:gd name="csX19" fmla="*/ 60130 w 216231"/>
                <a:gd name="csY19" fmla="*/ 190696 h 205326"/>
                <a:gd name="csX20" fmla="*/ 61038 w 216231"/>
                <a:gd name="csY20" fmla="*/ 185585 h 205326"/>
                <a:gd name="csX21" fmla="*/ 79815 w 216231"/>
                <a:gd name="csY21" fmla="*/ 110429 h 205326"/>
                <a:gd name="csX22" fmla="*/ 101620 w 216231"/>
                <a:gd name="csY22" fmla="*/ 20843 h 205326"/>
                <a:gd name="csX23" fmla="*/ 117973 w 216231"/>
                <a:gd name="csY23" fmla="*/ 9419 h 205326"/>
                <a:gd name="csX24" fmla="*/ 147046 w 216231"/>
                <a:gd name="csY24" fmla="*/ 9419 h 205326"/>
                <a:gd name="csX25" fmla="*/ 188233 w 216231"/>
                <a:gd name="csY25" fmla="*/ 38279 h 205326"/>
                <a:gd name="csX26" fmla="*/ 170365 w 216231"/>
                <a:gd name="csY26" fmla="*/ 86680 h 205326"/>
                <a:gd name="csX27" fmla="*/ 123727 w 216231"/>
                <a:gd name="csY27" fmla="*/ 102613 h 205326"/>
                <a:gd name="csX28" fmla="*/ 81026 w 216231"/>
                <a:gd name="csY28" fmla="*/ 102613 h 205326"/>
                <a:gd name="csX29" fmla="*/ 101620 w 216231"/>
                <a:gd name="csY29" fmla="*/ 20843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231" h="205326">
                  <a:moveTo>
                    <a:pt x="79815" y="110429"/>
                  </a:moveTo>
                  <a:lnTo>
                    <a:pt x="131298" y="110429"/>
                  </a:lnTo>
                  <a:cubicBezTo>
                    <a:pt x="174302" y="110429"/>
                    <a:pt x="216398" y="79164"/>
                    <a:pt x="216398" y="45494"/>
                  </a:cubicBezTo>
                  <a:cubicBezTo>
                    <a:pt x="216398" y="22346"/>
                    <a:pt x="196410" y="100"/>
                    <a:pt x="156737" y="100"/>
                  </a:cubicBezTo>
                  <a:lnTo>
                    <a:pt x="58616" y="100"/>
                  </a:lnTo>
                  <a:cubicBezTo>
                    <a:pt x="52862" y="100"/>
                    <a:pt x="49530" y="100"/>
                    <a:pt x="49530" y="5811"/>
                  </a:cubicBezTo>
                  <a:cubicBezTo>
                    <a:pt x="49530" y="9419"/>
                    <a:pt x="52256" y="9419"/>
                    <a:pt x="58313" y="9419"/>
                  </a:cubicBezTo>
                  <a:cubicBezTo>
                    <a:pt x="62250" y="9419"/>
                    <a:pt x="67701" y="9720"/>
                    <a:pt x="71335" y="10020"/>
                  </a:cubicBezTo>
                  <a:cubicBezTo>
                    <a:pt x="76181" y="10621"/>
                    <a:pt x="77998" y="11523"/>
                    <a:pt x="77998" y="14830"/>
                  </a:cubicBezTo>
                  <a:cubicBezTo>
                    <a:pt x="77998" y="16033"/>
                    <a:pt x="77695" y="16935"/>
                    <a:pt x="76786" y="20542"/>
                  </a:cubicBezTo>
                  <a:lnTo>
                    <a:pt x="36205" y="181978"/>
                  </a:lnTo>
                  <a:cubicBezTo>
                    <a:pt x="33177" y="193702"/>
                    <a:pt x="32571" y="196107"/>
                    <a:pt x="8646" y="196107"/>
                  </a:cubicBezTo>
                  <a:cubicBezTo>
                    <a:pt x="3498" y="196107"/>
                    <a:pt x="167" y="196107"/>
                    <a:pt x="167" y="201819"/>
                  </a:cubicBezTo>
                  <a:cubicBezTo>
                    <a:pt x="167" y="205426"/>
                    <a:pt x="3801" y="205426"/>
                    <a:pt x="4709" y="205426"/>
                  </a:cubicBezTo>
                  <a:cubicBezTo>
                    <a:pt x="13189" y="205426"/>
                    <a:pt x="34691" y="204524"/>
                    <a:pt x="43170" y="204524"/>
                  </a:cubicBezTo>
                  <a:cubicBezTo>
                    <a:pt x="49530" y="204524"/>
                    <a:pt x="56193" y="204825"/>
                    <a:pt x="62553" y="204825"/>
                  </a:cubicBezTo>
                  <a:cubicBezTo>
                    <a:pt x="69215" y="204825"/>
                    <a:pt x="75878" y="205426"/>
                    <a:pt x="82237" y="205426"/>
                  </a:cubicBezTo>
                  <a:cubicBezTo>
                    <a:pt x="84357" y="205426"/>
                    <a:pt x="88294" y="205426"/>
                    <a:pt x="88294" y="199414"/>
                  </a:cubicBezTo>
                  <a:cubicBezTo>
                    <a:pt x="88294" y="196107"/>
                    <a:pt x="85569" y="196107"/>
                    <a:pt x="79815" y="196107"/>
                  </a:cubicBezTo>
                  <a:cubicBezTo>
                    <a:pt x="68609" y="196107"/>
                    <a:pt x="60130" y="196107"/>
                    <a:pt x="60130" y="190696"/>
                  </a:cubicBezTo>
                  <a:cubicBezTo>
                    <a:pt x="60130" y="188892"/>
                    <a:pt x="60736" y="187389"/>
                    <a:pt x="61038" y="185585"/>
                  </a:cubicBezTo>
                  <a:lnTo>
                    <a:pt x="79815" y="110429"/>
                  </a:lnTo>
                  <a:close/>
                  <a:moveTo>
                    <a:pt x="101620" y="20843"/>
                  </a:moveTo>
                  <a:cubicBezTo>
                    <a:pt x="104345" y="10321"/>
                    <a:pt x="104951" y="9419"/>
                    <a:pt x="117973" y="9419"/>
                  </a:cubicBezTo>
                  <a:lnTo>
                    <a:pt x="147046" y="9419"/>
                  </a:lnTo>
                  <a:cubicBezTo>
                    <a:pt x="172182" y="9419"/>
                    <a:pt x="188233" y="17536"/>
                    <a:pt x="188233" y="38279"/>
                  </a:cubicBezTo>
                  <a:cubicBezTo>
                    <a:pt x="188233" y="50003"/>
                    <a:pt x="182176" y="75857"/>
                    <a:pt x="170365" y="86680"/>
                  </a:cubicBezTo>
                  <a:cubicBezTo>
                    <a:pt x="155223" y="100208"/>
                    <a:pt x="137052" y="102613"/>
                    <a:pt x="123727" y="102613"/>
                  </a:cubicBezTo>
                  <a:lnTo>
                    <a:pt x="81026" y="102613"/>
                  </a:lnTo>
                  <a:lnTo>
                    <a:pt x="101620" y="2084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EE21426-84AA-45E6-3548-AE4D9BC967B2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9612271" y="6304863"/>
              <a:ext cx="70260" cy="300624"/>
            </a:xfrm>
            <a:custGeom>
              <a:avLst/>
              <a:gdLst>
                <a:gd name="csX0" fmla="*/ 70434 w 70260"/>
                <a:gd name="csY0" fmla="*/ 297718 h 300624"/>
                <a:gd name="csX1" fmla="*/ 65286 w 70260"/>
                <a:gd name="csY1" fmla="*/ 291104 h 300624"/>
                <a:gd name="csX2" fmla="*/ 17739 w 70260"/>
                <a:gd name="csY2" fmla="*/ 150412 h 300624"/>
                <a:gd name="csX3" fmla="*/ 66497 w 70260"/>
                <a:gd name="csY3" fmla="*/ 8216 h 300624"/>
                <a:gd name="csX4" fmla="*/ 70434 w 70260"/>
                <a:gd name="csY4" fmla="*/ 3106 h 300624"/>
                <a:gd name="csX5" fmla="*/ 67406 w 70260"/>
                <a:gd name="csY5" fmla="*/ 100 h 300624"/>
                <a:gd name="csX6" fmla="*/ 19254 w 70260"/>
                <a:gd name="csY6" fmla="*/ 58721 h 300624"/>
                <a:gd name="csX7" fmla="*/ 174 w 70260"/>
                <a:gd name="csY7" fmla="*/ 150412 h 300624"/>
                <a:gd name="csX8" fmla="*/ 20162 w 70260"/>
                <a:gd name="csY8" fmla="*/ 244207 h 300624"/>
                <a:gd name="csX9" fmla="*/ 67406 w 70260"/>
                <a:gd name="csY9" fmla="*/ 300724 h 300624"/>
                <a:gd name="csX10" fmla="*/ 70434 w 70260"/>
                <a:gd name="csY10" fmla="*/ 297718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34" y="297718"/>
                  </a:moveTo>
                  <a:cubicBezTo>
                    <a:pt x="70434" y="296816"/>
                    <a:pt x="70434" y="296215"/>
                    <a:pt x="65286" y="291104"/>
                  </a:cubicBezTo>
                  <a:cubicBezTo>
                    <a:pt x="27430" y="253226"/>
                    <a:pt x="17739" y="196408"/>
                    <a:pt x="17739" y="150412"/>
                  </a:cubicBezTo>
                  <a:cubicBezTo>
                    <a:pt x="17739" y="98103"/>
                    <a:pt x="29247" y="45795"/>
                    <a:pt x="66497" y="8216"/>
                  </a:cubicBezTo>
                  <a:cubicBezTo>
                    <a:pt x="70434" y="4609"/>
                    <a:pt x="70434" y="4008"/>
                    <a:pt x="70434" y="3106"/>
                  </a:cubicBezTo>
                  <a:cubicBezTo>
                    <a:pt x="70434" y="1002"/>
                    <a:pt x="69223" y="100"/>
                    <a:pt x="67406" y="100"/>
                  </a:cubicBezTo>
                  <a:cubicBezTo>
                    <a:pt x="64377" y="100"/>
                    <a:pt x="37121" y="20542"/>
                    <a:pt x="19254" y="58721"/>
                  </a:cubicBezTo>
                  <a:cubicBezTo>
                    <a:pt x="3808" y="91790"/>
                    <a:pt x="174" y="125159"/>
                    <a:pt x="174" y="150412"/>
                  </a:cubicBezTo>
                  <a:cubicBezTo>
                    <a:pt x="174" y="173861"/>
                    <a:pt x="3506" y="210236"/>
                    <a:pt x="20162" y="244207"/>
                  </a:cubicBezTo>
                  <a:cubicBezTo>
                    <a:pt x="38333" y="281184"/>
                    <a:pt x="64377" y="300724"/>
                    <a:pt x="67406" y="300724"/>
                  </a:cubicBezTo>
                  <a:cubicBezTo>
                    <a:pt x="69223" y="300724"/>
                    <a:pt x="70434" y="299822"/>
                    <a:pt x="70434" y="2977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97063BD-2323-A061-1F5F-83AE52DF5FDD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9708846" y="6397455"/>
              <a:ext cx="150816" cy="136182"/>
            </a:xfrm>
            <a:custGeom>
              <a:avLst/>
              <a:gdLst>
                <a:gd name="csX0" fmla="*/ 92546 w 150816"/>
                <a:gd name="csY0" fmla="*/ 42187 h 136182"/>
                <a:gd name="csX1" fmla="*/ 122528 w 150816"/>
                <a:gd name="csY1" fmla="*/ 6713 h 136182"/>
                <a:gd name="csX2" fmla="*/ 137670 w 150816"/>
                <a:gd name="csY2" fmla="*/ 10621 h 136182"/>
                <a:gd name="csX3" fmla="*/ 123133 w 150816"/>
                <a:gd name="csY3" fmla="*/ 26855 h 136182"/>
                <a:gd name="csX4" fmla="*/ 134641 w 150816"/>
                <a:gd name="csY4" fmla="*/ 37377 h 136182"/>
                <a:gd name="csX5" fmla="*/ 150995 w 150816"/>
                <a:gd name="csY5" fmla="*/ 19941 h 136182"/>
                <a:gd name="csX6" fmla="*/ 122830 w 150816"/>
                <a:gd name="csY6" fmla="*/ 100 h 136182"/>
                <a:gd name="csX7" fmla="*/ 91032 w 150816"/>
                <a:gd name="csY7" fmla="*/ 22947 h 136182"/>
                <a:gd name="csX8" fmla="*/ 58324 w 150816"/>
                <a:gd name="csY8" fmla="*/ 100 h 136182"/>
                <a:gd name="csX9" fmla="*/ 9566 w 150816"/>
                <a:gd name="csY9" fmla="*/ 46396 h 136182"/>
                <a:gd name="csX10" fmla="*/ 13200 w 150816"/>
                <a:gd name="csY10" fmla="*/ 49402 h 136182"/>
                <a:gd name="csX11" fmla="*/ 17137 w 150816"/>
                <a:gd name="csY11" fmla="*/ 46095 h 136182"/>
                <a:gd name="csX12" fmla="*/ 57719 w 150816"/>
                <a:gd name="csY12" fmla="*/ 6713 h 136182"/>
                <a:gd name="csX13" fmla="*/ 74072 w 150816"/>
                <a:gd name="csY13" fmla="*/ 26855 h 136182"/>
                <a:gd name="csX14" fmla="*/ 57719 w 150816"/>
                <a:gd name="csY14" fmla="*/ 98404 h 136182"/>
                <a:gd name="csX15" fmla="*/ 28948 w 150816"/>
                <a:gd name="csY15" fmla="*/ 129669 h 136182"/>
                <a:gd name="csX16" fmla="*/ 13806 w 150816"/>
                <a:gd name="csY16" fmla="*/ 125761 h 136182"/>
                <a:gd name="csX17" fmla="*/ 28040 w 150816"/>
                <a:gd name="csY17" fmla="*/ 109527 h 136182"/>
                <a:gd name="csX18" fmla="*/ 16835 w 150816"/>
                <a:gd name="csY18" fmla="*/ 99005 h 136182"/>
                <a:gd name="csX19" fmla="*/ 178 w 150816"/>
                <a:gd name="csY19" fmla="*/ 116441 h 136182"/>
                <a:gd name="csX20" fmla="*/ 28646 w 150816"/>
                <a:gd name="csY20" fmla="*/ 136283 h 136182"/>
                <a:gd name="csX21" fmla="*/ 60444 w 150816"/>
                <a:gd name="csY21" fmla="*/ 113435 h 136182"/>
                <a:gd name="csX22" fmla="*/ 93152 w 150816"/>
                <a:gd name="csY22" fmla="*/ 136283 h 136182"/>
                <a:gd name="csX23" fmla="*/ 141607 w 150816"/>
                <a:gd name="csY23" fmla="*/ 89986 h 136182"/>
                <a:gd name="csX24" fmla="*/ 137973 w 150816"/>
                <a:gd name="csY24" fmla="*/ 86980 h 136182"/>
                <a:gd name="csX25" fmla="*/ 134036 w 150816"/>
                <a:gd name="csY25" fmla="*/ 90287 h 136182"/>
                <a:gd name="csX26" fmla="*/ 93757 w 150816"/>
                <a:gd name="csY26" fmla="*/ 129669 h 136182"/>
                <a:gd name="csX27" fmla="*/ 77101 w 150816"/>
                <a:gd name="csY27" fmla="*/ 109828 h 136182"/>
                <a:gd name="csX28" fmla="*/ 82249 w 150816"/>
                <a:gd name="csY28" fmla="*/ 83373 h 136182"/>
                <a:gd name="csX29" fmla="*/ 92546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46" y="42187"/>
                  </a:moveTo>
                  <a:cubicBezTo>
                    <a:pt x="94363" y="34371"/>
                    <a:pt x="101328" y="6713"/>
                    <a:pt x="122528" y="6713"/>
                  </a:cubicBezTo>
                  <a:cubicBezTo>
                    <a:pt x="124042" y="6713"/>
                    <a:pt x="131310" y="6713"/>
                    <a:pt x="137670" y="10621"/>
                  </a:cubicBezTo>
                  <a:cubicBezTo>
                    <a:pt x="129190" y="12125"/>
                    <a:pt x="123133" y="19640"/>
                    <a:pt x="123133" y="26855"/>
                  </a:cubicBezTo>
                  <a:cubicBezTo>
                    <a:pt x="123133" y="31665"/>
                    <a:pt x="126465" y="37377"/>
                    <a:pt x="134641" y="37377"/>
                  </a:cubicBezTo>
                  <a:cubicBezTo>
                    <a:pt x="141304" y="37377"/>
                    <a:pt x="150995" y="31966"/>
                    <a:pt x="150995" y="19941"/>
                  </a:cubicBezTo>
                  <a:cubicBezTo>
                    <a:pt x="150995" y="4308"/>
                    <a:pt x="133127" y="100"/>
                    <a:pt x="122830" y="100"/>
                  </a:cubicBezTo>
                  <a:cubicBezTo>
                    <a:pt x="105265" y="100"/>
                    <a:pt x="94666" y="16033"/>
                    <a:pt x="91032" y="22947"/>
                  </a:cubicBezTo>
                  <a:cubicBezTo>
                    <a:pt x="83461" y="3106"/>
                    <a:pt x="67107" y="100"/>
                    <a:pt x="58324" y="100"/>
                  </a:cubicBezTo>
                  <a:cubicBezTo>
                    <a:pt x="26829" y="100"/>
                    <a:pt x="9566" y="38880"/>
                    <a:pt x="9566" y="46396"/>
                  </a:cubicBezTo>
                  <a:cubicBezTo>
                    <a:pt x="9566" y="49402"/>
                    <a:pt x="12595" y="49402"/>
                    <a:pt x="13200" y="49402"/>
                  </a:cubicBezTo>
                  <a:cubicBezTo>
                    <a:pt x="15623" y="49402"/>
                    <a:pt x="16532" y="48801"/>
                    <a:pt x="17137" y="46095"/>
                  </a:cubicBezTo>
                  <a:cubicBezTo>
                    <a:pt x="27434" y="14229"/>
                    <a:pt x="47422" y="6713"/>
                    <a:pt x="57719" y="6713"/>
                  </a:cubicBezTo>
                  <a:cubicBezTo>
                    <a:pt x="63473" y="6713"/>
                    <a:pt x="74072" y="9419"/>
                    <a:pt x="74072" y="26855"/>
                  </a:cubicBezTo>
                  <a:cubicBezTo>
                    <a:pt x="74072" y="36175"/>
                    <a:pt x="68924" y="56316"/>
                    <a:pt x="57719" y="98404"/>
                  </a:cubicBezTo>
                  <a:cubicBezTo>
                    <a:pt x="52873" y="117043"/>
                    <a:pt x="42274" y="129669"/>
                    <a:pt x="28948" y="129669"/>
                  </a:cubicBezTo>
                  <a:cubicBezTo>
                    <a:pt x="27131" y="129669"/>
                    <a:pt x="20166" y="129669"/>
                    <a:pt x="13806" y="125761"/>
                  </a:cubicBezTo>
                  <a:cubicBezTo>
                    <a:pt x="21377" y="124258"/>
                    <a:pt x="28040" y="117945"/>
                    <a:pt x="28040" y="109527"/>
                  </a:cubicBezTo>
                  <a:cubicBezTo>
                    <a:pt x="28040" y="101410"/>
                    <a:pt x="21377" y="99005"/>
                    <a:pt x="16835" y="99005"/>
                  </a:cubicBezTo>
                  <a:cubicBezTo>
                    <a:pt x="7749" y="99005"/>
                    <a:pt x="178" y="106821"/>
                    <a:pt x="178" y="116441"/>
                  </a:cubicBezTo>
                  <a:cubicBezTo>
                    <a:pt x="178" y="130270"/>
                    <a:pt x="15320" y="136283"/>
                    <a:pt x="28646" y="136283"/>
                  </a:cubicBezTo>
                  <a:cubicBezTo>
                    <a:pt x="48633" y="136283"/>
                    <a:pt x="59536" y="115239"/>
                    <a:pt x="60444" y="113435"/>
                  </a:cubicBezTo>
                  <a:cubicBezTo>
                    <a:pt x="64078" y="124558"/>
                    <a:pt x="74981" y="136283"/>
                    <a:pt x="93152" y="136283"/>
                  </a:cubicBezTo>
                  <a:cubicBezTo>
                    <a:pt x="124345" y="136283"/>
                    <a:pt x="141607" y="97502"/>
                    <a:pt x="141607" y="89986"/>
                  </a:cubicBezTo>
                  <a:cubicBezTo>
                    <a:pt x="141607" y="86980"/>
                    <a:pt x="138881" y="86980"/>
                    <a:pt x="137973" y="86980"/>
                  </a:cubicBezTo>
                  <a:cubicBezTo>
                    <a:pt x="135247" y="86980"/>
                    <a:pt x="134641" y="88183"/>
                    <a:pt x="134036" y="90287"/>
                  </a:cubicBezTo>
                  <a:cubicBezTo>
                    <a:pt x="124042" y="122454"/>
                    <a:pt x="103448" y="129669"/>
                    <a:pt x="93757" y="129669"/>
                  </a:cubicBezTo>
                  <a:cubicBezTo>
                    <a:pt x="81946" y="129669"/>
                    <a:pt x="77101" y="120049"/>
                    <a:pt x="77101" y="109828"/>
                  </a:cubicBezTo>
                  <a:cubicBezTo>
                    <a:pt x="77101" y="103214"/>
                    <a:pt x="78918" y="96600"/>
                    <a:pt x="82249" y="83373"/>
                  </a:cubicBezTo>
                  <a:lnTo>
                    <a:pt x="92546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CC739ED-DE34-BE8C-98C5-A4150B4F1CC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9886503" y="6435694"/>
              <a:ext cx="93700" cy="139730"/>
            </a:xfrm>
            <a:custGeom>
              <a:avLst/>
              <a:gdLst>
                <a:gd name="csX0" fmla="*/ 93884 w 93700"/>
                <a:gd name="csY0" fmla="*/ 101532 h 139730"/>
                <a:gd name="csX1" fmla="*/ 86676 w 93700"/>
                <a:gd name="csY1" fmla="*/ 101532 h 139730"/>
                <a:gd name="csX2" fmla="*/ 81165 w 93700"/>
                <a:gd name="csY2" fmla="*/ 120682 h 139730"/>
                <a:gd name="csX3" fmla="*/ 60177 w 93700"/>
                <a:gd name="csY3" fmla="*/ 121944 h 139730"/>
                <a:gd name="csX4" fmla="*/ 21171 w 93700"/>
                <a:gd name="csY4" fmla="*/ 121944 h 139730"/>
                <a:gd name="csX5" fmla="*/ 63569 w 93700"/>
                <a:gd name="csY5" fmla="*/ 86591 h 139730"/>
                <a:gd name="csX6" fmla="*/ 93884 w 93700"/>
                <a:gd name="csY6" fmla="*/ 41136 h 139730"/>
                <a:gd name="csX7" fmla="*/ 44278 w 93700"/>
                <a:gd name="csY7" fmla="*/ 101 h 139730"/>
                <a:gd name="csX8" fmla="*/ 184 w 93700"/>
                <a:gd name="csY8" fmla="*/ 37769 h 139730"/>
                <a:gd name="csX9" fmla="*/ 11419 w 93700"/>
                <a:gd name="csY9" fmla="*/ 49554 h 139730"/>
                <a:gd name="csX10" fmla="*/ 22655 w 93700"/>
                <a:gd name="csY10" fmla="*/ 38401 h 139730"/>
                <a:gd name="csX11" fmla="*/ 10147 w 93700"/>
                <a:gd name="csY11" fmla="*/ 27248 h 139730"/>
                <a:gd name="csX12" fmla="*/ 41098 w 93700"/>
                <a:gd name="csY12" fmla="*/ 7677 h 139730"/>
                <a:gd name="csX13" fmla="*/ 73321 w 93700"/>
                <a:gd name="csY13" fmla="*/ 41136 h 139730"/>
                <a:gd name="csX14" fmla="*/ 53394 w 93700"/>
                <a:gd name="csY14" fmla="*/ 81540 h 139730"/>
                <a:gd name="csX15" fmla="*/ 2304 w 93700"/>
                <a:gd name="csY15" fmla="*/ 131624 h 139730"/>
                <a:gd name="csX16" fmla="*/ 184 w 93700"/>
                <a:gd name="csY16" fmla="*/ 139831 h 139730"/>
                <a:gd name="csX17" fmla="*/ 87524 w 93700"/>
                <a:gd name="csY17" fmla="*/ 139831 h 139730"/>
                <a:gd name="csX18" fmla="*/ 93884 w 93700"/>
                <a:gd name="csY18" fmla="*/ 101532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3700" h="139730">
                  <a:moveTo>
                    <a:pt x="93884" y="101532"/>
                  </a:moveTo>
                  <a:lnTo>
                    <a:pt x="86676" y="101532"/>
                  </a:lnTo>
                  <a:cubicBezTo>
                    <a:pt x="86040" y="106161"/>
                    <a:pt x="83921" y="118577"/>
                    <a:pt x="81165" y="120682"/>
                  </a:cubicBezTo>
                  <a:cubicBezTo>
                    <a:pt x="79469" y="121944"/>
                    <a:pt x="63145" y="121944"/>
                    <a:pt x="60177" y="121944"/>
                  </a:cubicBezTo>
                  <a:lnTo>
                    <a:pt x="21171" y="121944"/>
                  </a:lnTo>
                  <a:cubicBezTo>
                    <a:pt x="43430" y="102374"/>
                    <a:pt x="50850" y="96481"/>
                    <a:pt x="63569" y="86591"/>
                  </a:cubicBezTo>
                  <a:cubicBezTo>
                    <a:pt x="79257" y="74175"/>
                    <a:pt x="93884" y="61128"/>
                    <a:pt x="93884" y="41136"/>
                  </a:cubicBezTo>
                  <a:cubicBezTo>
                    <a:pt x="93884" y="15673"/>
                    <a:pt x="71413" y="101"/>
                    <a:pt x="44278" y="101"/>
                  </a:cubicBezTo>
                  <a:cubicBezTo>
                    <a:pt x="17991" y="101"/>
                    <a:pt x="184" y="18409"/>
                    <a:pt x="184" y="37769"/>
                  </a:cubicBezTo>
                  <a:cubicBezTo>
                    <a:pt x="184" y="48502"/>
                    <a:pt x="9300" y="49554"/>
                    <a:pt x="11419" y="49554"/>
                  </a:cubicBezTo>
                  <a:cubicBezTo>
                    <a:pt x="16507" y="49554"/>
                    <a:pt x="22655" y="45976"/>
                    <a:pt x="22655" y="38401"/>
                  </a:cubicBezTo>
                  <a:cubicBezTo>
                    <a:pt x="22655" y="34613"/>
                    <a:pt x="21171" y="27248"/>
                    <a:pt x="10147" y="27248"/>
                  </a:cubicBezTo>
                  <a:cubicBezTo>
                    <a:pt x="16719" y="12306"/>
                    <a:pt x="31135" y="7677"/>
                    <a:pt x="41098" y="7677"/>
                  </a:cubicBezTo>
                  <a:cubicBezTo>
                    <a:pt x="62297" y="7677"/>
                    <a:pt x="73321" y="24091"/>
                    <a:pt x="73321" y="41136"/>
                  </a:cubicBezTo>
                  <a:cubicBezTo>
                    <a:pt x="73321" y="59444"/>
                    <a:pt x="60177" y="73965"/>
                    <a:pt x="53394" y="81540"/>
                  </a:cubicBezTo>
                  <a:lnTo>
                    <a:pt x="2304" y="131624"/>
                  </a:lnTo>
                  <a:cubicBezTo>
                    <a:pt x="184" y="133518"/>
                    <a:pt x="184" y="133939"/>
                    <a:pt x="184" y="139831"/>
                  </a:cubicBezTo>
                  <a:lnTo>
                    <a:pt x="87524" y="139831"/>
                  </a:lnTo>
                  <a:lnTo>
                    <a:pt x="93884" y="10153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8C0DD06-BB10-CED3-3D17-2E35519B09D1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0129168" y="6304863"/>
              <a:ext cx="12113" cy="300624"/>
            </a:xfrm>
            <a:custGeom>
              <a:avLst/>
              <a:gdLst>
                <a:gd name="csX0" fmla="*/ 12305 w 12113"/>
                <a:gd name="csY0" fmla="*/ 10922 h 300624"/>
                <a:gd name="csX1" fmla="*/ 6248 w 12113"/>
                <a:gd name="csY1" fmla="*/ 100 h 300624"/>
                <a:gd name="csX2" fmla="*/ 191 w 12113"/>
                <a:gd name="csY2" fmla="*/ 10922 h 300624"/>
                <a:gd name="csX3" fmla="*/ 191 w 12113"/>
                <a:gd name="csY3" fmla="*/ 289902 h 300624"/>
                <a:gd name="csX4" fmla="*/ 6248 w 12113"/>
                <a:gd name="csY4" fmla="*/ 300724 h 300624"/>
                <a:gd name="csX5" fmla="*/ 12305 w 12113"/>
                <a:gd name="csY5" fmla="*/ 289902 h 300624"/>
                <a:gd name="csX6" fmla="*/ 12305 w 12113"/>
                <a:gd name="csY6" fmla="*/ 1092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13" h="300624">
                  <a:moveTo>
                    <a:pt x="12305" y="10922"/>
                  </a:moveTo>
                  <a:cubicBezTo>
                    <a:pt x="12305" y="5511"/>
                    <a:pt x="12305" y="100"/>
                    <a:pt x="6248" y="100"/>
                  </a:cubicBezTo>
                  <a:cubicBezTo>
                    <a:pt x="191" y="100"/>
                    <a:pt x="191" y="5511"/>
                    <a:pt x="191" y="10922"/>
                  </a:cubicBezTo>
                  <a:lnTo>
                    <a:pt x="191" y="289902"/>
                  </a:lnTo>
                  <a:cubicBezTo>
                    <a:pt x="191" y="295313"/>
                    <a:pt x="191" y="300724"/>
                    <a:pt x="6248" y="300724"/>
                  </a:cubicBezTo>
                  <a:cubicBezTo>
                    <a:pt x="12305" y="300724"/>
                    <a:pt x="12305" y="295313"/>
                    <a:pt x="12305" y="289902"/>
                  </a:cubicBezTo>
                  <a:lnTo>
                    <a:pt x="12305" y="1092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1FD3423-0051-A274-F3BD-C21F4A46455D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0270157" y="6397455"/>
              <a:ext cx="150816" cy="136182"/>
            </a:xfrm>
            <a:custGeom>
              <a:avLst/>
              <a:gdLst>
                <a:gd name="csX0" fmla="*/ 92564 w 150816"/>
                <a:gd name="csY0" fmla="*/ 42187 h 136182"/>
                <a:gd name="csX1" fmla="*/ 122546 w 150816"/>
                <a:gd name="csY1" fmla="*/ 6713 h 136182"/>
                <a:gd name="csX2" fmla="*/ 137688 w 150816"/>
                <a:gd name="csY2" fmla="*/ 10621 h 136182"/>
                <a:gd name="csX3" fmla="*/ 123152 w 150816"/>
                <a:gd name="csY3" fmla="*/ 26855 h 136182"/>
                <a:gd name="csX4" fmla="*/ 134660 w 150816"/>
                <a:gd name="csY4" fmla="*/ 37377 h 136182"/>
                <a:gd name="csX5" fmla="*/ 151013 w 150816"/>
                <a:gd name="csY5" fmla="*/ 19941 h 136182"/>
                <a:gd name="csX6" fmla="*/ 122849 w 150816"/>
                <a:gd name="csY6" fmla="*/ 100 h 136182"/>
                <a:gd name="csX7" fmla="*/ 91050 w 150816"/>
                <a:gd name="csY7" fmla="*/ 22947 h 136182"/>
                <a:gd name="csX8" fmla="*/ 58343 w 150816"/>
                <a:gd name="csY8" fmla="*/ 100 h 136182"/>
                <a:gd name="csX9" fmla="*/ 9585 w 150816"/>
                <a:gd name="csY9" fmla="*/ 46396 h 136182"/>
                <a:gd name="csX10" fmla="*/ 13219 w 150816"/>
                <a:gd name="csY10" fmla="*/ 49402 h 136182"/>
                <a:gd name="csX11" fmla="*/ 17156 w 150816"/>
                <a:gd name="csY11" fmla="*/ 46095 h 136182"/>
                <a:gd name="csX12" fmla="*/ 57737 w 150816"/>
                <a:gd name="csY12" fmla="*/ 6713 h 136182"/>
                <a:gd name="csX13" fmla="*/ 74091 w 150816"/>
                <a:gd name="csY13" fmla="*/ 26855 h 136182"/>
                <a:gd name="csX14" fmla="*/ 57737 w 150816"/>
                <a:gd name="csY14" fmla="*/ 98404 h 136182"/>
                <a:gd name="csX15" fmla="*/ 28967 w 150816"/>
                <a:gd name="csY15" fmla="*/ 129669 h 136182"/>
                <a:gd name="csX16" fmla="*/ 13825 w 150816"/>
                <a:gd name="csY16" fmla="*/ 125761 h 136182"/>
                <a:gd name="csX17" fmla="*/ 28058 w 150816"/>
                <a:gd name="csY17" fmla="*/ 109527 h 136182"/>
                <a:gd name="csX18" fmla="*/ 16853 w 150816"/>
                <a:gd name="csY18" fmla="*/ 99005 h 136182"/>
                <a:gd name="csX19" fmla="*/ 197 w 150816"/>
                <a:gd name="csY19" fmla="*/ 116441 h 136182"/>
                <a:gd name="csX20" fmla="*/ 28664 w 150816"/>
                <a:gd name="csY20" fmla="*/ 136283 h 136182"/>
                <a:gd name="csX21" fmla="*/ 60463 w 150816"/>
                <a:gd name="csY21" fmla="*/ 113435 h 136182"/>
                <a:gd name="csX22" fmla="*/ 93170 w 150816"/>
                <a:gd name="csY22" fmla="*/ 136283 h 136182"/>
                <a:gd name="csX23" fmla="*/ 141625 w 150816"/>
                <a:gd name="csY23" fmla="*/ 89986 h 136182"/>
                <a:gd name="csX24" fmla="*/ 137991 w 150816"/>
                <a:gd name="csY24" fmla="*/ 86980 h 136182"/>
                <a:gd name="csX25" fmla="*/ 134054 w 150816"/>
                <a:gd name="csY25" fmla="*/ 90287 h 136182"/>
                <a:gd name="csX26" fmla="*/ 93776 w 150816"/>
                <a:gd name="csY26" fmla="*/ 129669 h 136182"/>
                <a:gd name="csX27" fmla="*/ 77119 w 150816"/>
                <a:gd name="csY27" fmla="*/ 109828 h 136182"/>
                <a:gd name="csX28" fmla="*/ 82268 w 150816"/>
                <a:gd name="csY28" fmla="*/ 83373 h 136182"/>
                <a:gd name="csX29" fmla="*/ 92564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64" y="42187"/>
                  </a:moveTo>
                  <a:cubicBezTo>
                    <a:pt x="94381" y="34371"/>
                    <a:pt x="101347" y="6713"/>
                    <a:pt x="122546" y="6713"/>
                  </a:cubicBezTo>
                  <a:cubicBezTo>
                    <a:pt x="124060" y="6713"/>
                    <a:pt x="131329" y="6713"/>
                    <a:pt x="137688" y="10621"/>
                  </a:cubicBezTo>
                  <a:cubicBezTo>
                    <a:pt x="129209" y="12125"/>
                    <a:pt x="123152" y="19640"/>
                    <a:pt x="123152" y="26855"/>
                  </a:cubicBezTo>
                  <a:cubicBezTo>
                    <a:pt x="123152" y="31665"/>
                    <a:pt x="126483" y="37377"/>
                    <a:pt x="134660" y="37377"/>
                  </a:cubicBezTo>
                  <a:cubicBezTo>
                    <a:pt x="141322" y="37377"/>
                    <a:pt x="151013" y="31966"/>
                    <a:pt x="151013" y="19941"/>
                  </a:cubicBezTo>
                  <a:cubicBezTo>
                    <a:pt x="151013" y="4308"/>
                    <a:pt x="133146" y="100"/>
                    <a:pt x="122849" y="100"/>
                  </a:cubicBezTo>
                  <a:cubicBezTo>
                    <a:pt x="105284" y="100"/>
                    <a:pt x="94684" y="16033"/>
                    <a:pt x="91050" y="22947"/>
                  </a:cubicBezTo>
                  <a:cubicBezTo>
                    <a:pt x="83479" y="3106"/>
                    <a:pt x="67125" y="100"/>
                    <a:pt x="58343" y="100"/>
                  </a:cubicBezTo>
                  <a:cubicBezTo>
                    <a:pt x="26847" y="100"/>
                    <a:pt x="9585" y="38880"/>
                    <a:pt x="9585" y="46396"/>
                  </a:cubicBezTo>
                  <a:cubicBezTo>
                    <a:pt x="9585" y="49402"/>
                    <a:pt x="12613" y="49402"/>
                    <a:pt x="13219" y="49402"/>
                  </a:cubicBezTo>
                  <a:cubicBezTo>
                    <a:pt x="15642" y="49402"/>
                    <a:pt x="16550" y="48801"/>
                    <a:pt x="17156" y="46095"/>
                  </a:cubicBezTo>
                  <a:cubicBezTo>
                    <a:pt x="27453" y="14229"/>
                    <a:pt x="47440" y="6713"/>
                    <a:pt x="57737" y="6713"/>
                  </a:cubicBezTo>
                  <a:cubicBezTo>
                    <a:pt x="63491" y="6713"/>
                    <a:pt x="74091" y="9419"/>
                    <a:pt x="74091" y="26855"/>
                  </a:cubicBezTo>
                  <a:cubicBezTo>
                    <a:pt x="74091" y="36175"/>
                    <a:pt x="68942" y="56316"/>
                    <a:pt x="57737" y="98404"/>
                  </a:cubicBezTo>
                  <a:cubicBezTo>
                    <a:pt x="52892" y="117043"/>
                    <a:pt x="42292" y="129669"/>
                    <a:pt x="28967" y="129669"/>
                  </a:cubicBezTo>
                  <a:cubicBezTo>
                    <a:pt x="27150" y="129669"/>
                    <a:pt x="20184" y="129669"/>
                    <a:pt x="13825" y="125761"/>
                  </a:cubicBezTo>
                  <a:cubicBezTo>
                    <a:pt x="21396" y="124258"/>
                    <a:pt x="28058" y="117945"/>
                    <a:pt x="28058" y="109527"/>
                  </a:cubicBezTo>
                  <a:cubicBezTo>
                    <a:pt x="28058" y="101410"/>
                    <a:pt x="21396" y="99005"/>
                    <a:pt x="16853" y="99005"/>
                  </a:cubicBezTo>
                  <a:cubicBezTo>
                    <a:pt x="7768" y="99005"/>
                    <a:pt x="197" y="106821"/>
                    <a:pt x="197" y="116441"/>
                  </a:cubicBezTo>
                  <a:cubicBezTo>
                    <a:pt x="197" y="130270"/>
                    <a:pt x="15339" y="136283"/>
                    <a:pt x="28664" y="136283"/>
                  </a:cubicBezTo>
                  <a:cubicBezTo>
                    <a:pt x="48652" y="136283"/>
                    <a:pt x="59554" y="115239"/>
                    <a:pt x="60463" y="113435"/>
                  </a:cubicBezTo>
                  <a:cubicBezTo>
                    <a:pt x="64097" y="124558"/>
                    <a:pt x="74999" y="136283"/>
                    <a:pt x="93170" y="136283"/>
                  </a:cubicBezTo>
                  <a:cubicBezTo>
                    <a:pt x="124363" y="136283"/>
                    <a:pt x="141625" y="97502"/>
                    <a:pt x="141625" y="89986"/>
                  </a:cubicBezTo>
                  <a:cubicBezTo>
                    <a:pt x="141625" y="86980"/>
                    <a:pt x="138900" y="86980"/>
                    <a:pt x="137991" y="86980"/>
                  </a:cubicBezTo>
                  <a:cubicBezTo>
                    <a:pt x="135265" y="86980"/>
                    <a:pt x="134660" y="88183"/>
                    <a:pt x="134054" y="90287"/>
                  </a:cubicBezTo>
                  <a:cubicBezTo>
                    <a:pt x="124060" y="122454"/>
                    <a:pt x="103467" y="129669"/>
                    <a:pt x="93776" y="129669"/>
                  </a:cubicBezTo>
                  <a:cubicBezTo>
                    <a:pt x="81965" y="129669"/>
                    <a:pt x="77119" y="120049"/>
                    <a:pt x="77119" y="109828"/>
                  </a:cubicBezTo>
                  <a:cubicBezTo>
                    <a:pt x="77119" y="103214"/>
                    <a:pt x="78936" y="96600"/>
                    <a:pt x="82268" y="83373"/>
                  </a:cubicBezTo>
                  <a:lnTo>
                    <a:pt x="92564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B0B203A-0138-09B7-26F3-7B1402037F5C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0457566" y="6435694"/>
              <a:ext cx="77164" cy="139730"/>
            </a:xfrm>
            <a:custGeom>
              <a:avLst/>
              <a:gdLst>
                <a:gd name="csX0" fmla="*/ 48112 w 77164"/>
                <a:gd name="csY0" fmla="*/ 5993 h 139730"/>
                <a:gd name="csX1" fmla="*/ 41753 w 77164"/>
                <a:gd name="csY1" fmla="*/ 101 h 139730"/>
                <a:gd name="csX2" fmla="*/ 202 w 77164"/>
                <a:gd name="csY2" fmla="*/ 13569 h 139730"/>
                <a:gd name="csX3" fmla="*/ 202 w 77164"/>
                <a:gd name="csY3" fmla="*/ 21145 h 139730"/>
                <a:gd name="csX4" fmla="*/ 30941 w 77164"/>
                <a:gd name="csY4" fmla="*/ 15253 h 139730"/>
                <a:gd name="csX5" fmla="*/ 30941 w 77164"/>
                <a:gd name="csY5" fmla="*/ 122576 h 139730"/>
                <a:gd name="csX6" fmla="*/ 9742 w 77164"/>
                <a:gd name="csY6" fmla="*/ 132256 h 139730"/>
                <a:gd name="csX7" fmla="*/ 1686 w 77164"/>
                <a:gd name="csY7" fmla="*/ 132256 h 139730"/>
                <a:gd name="csX8" fmla="*/ 1686 w 77164"/>
                <a:gd name="csY8" fmla="*/ 139831 h 139730"/>
                <a:gd name="csX9" fmla="*/ 39421 w 77164"/>
                <a:gd name="csY9" fmla="*/ 138990 h 139730"/>
                <a:gd name="csX10" fmla="*/ 77367 w 77164"/>
                <a:gd name="csY10" fmla="*/ 139831 h 139730"/>
                <a:gd name="csX11" fmla="*/ 77367 w 77164"/>
                <a:gd name="csY11" fmla="*/ 132256 h 139730"/>
                <a:gd name="csX12" fmla="*/ 69312 w 77164"/>
                <a:gd name="csY12" fmla="*/ 132256 h 139730"/>
                <a:gd name="csX13" fmla="*/ 48112 w 77164"/>
                <a:gd name="csY13" fmla="*/ 122576 h 139730"/>
                <a:gd name="csX14" fmla="*/ 48112 w 77164"/>
                <a:gd name="csY14" fmla="*/ 5993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112" y="5993"/>
                  </a:moveTo>
                  <a:cubicBezTo>
                    <a:pt x="48112" y="312"/>
                    <a:pt x="47688" y="101"/>
                    <a:pt x="41753" y="101"/>
                  </a:cubicBezTo>
                  <a:cubicBezTo>
                    <a:pt x="28185" y="13359"/>
                    <a:pt x="8894" y="13569"/>
                    <a:pt x="202" y="13569"/>
                  </a:cubicBezTo>
                  <a:lnTo>
                    <a:pt x="202" y="21145"/>
                  </a:lnTo>
                  <a:cubicBezTo>
                    <a:pt x="5290" y="21145"/>
                    <a:pt x="19282" y="21145"/>
                    <a:pt x="30941" y="15253"/>
                  </a:cubicBezTo>
                  <a:lnTo>
                    <a:pt x="30941" y="122576"/>
                  </a:lnTo>
                  <a:cubicBezTo>
                    <a:pt x="30941" y="129520"/>
                    <a:pt x="30941" y="132256"/>
                    <a:pt x="9742" y="132256"/>
                  </a:cubicBezTo>
                  <a:lnTo>
                    <a:pt x="1686" y="132256"/>
                  </a:lnTo>
                  <a:lnTo>
                    <a:pt x="1686" y="139831"/>
                  </a:lnTo>
                  <a:cubicBezTo>
                    <a:pt x="5502" y="139621"/>
                    <a:pt x="31577" y="138990"/>
                    <a:pt x="39421" y="138990"/>
                  </a:cubicBezTo>
                  <a:cubicBezTo>
                    <a:pt x="45993" y="138990"/>
                    <a:pt x="72703" y="139621"/>
                    <a:pt x="77367" y="139831"/>
                  </a:cubicBezTo>
                  <a:lnTo>
                    <a:pt x="77367" y="132256"/>
                  </a:lnTo>
                  <a:lnTo>
                    <a:pt x="69312" y="132256"/>
                  </a:lnTo>
                  <a:cubicBezTo>
                    <a:pt x="48112" y="132256"/>
                    <a:pt x="48112" y="129520"/>
                    <a:pt x="48112" y="122576"/>
                  </a:cubicBezTo>
                  <a:lnTo>
                    <a:pt x="48112" y="599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B43108EB-F2D1-D0EA-1DA0-0A3A00E3C098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0587582" y="6304863"/>
              <a:ext cx="70260" cy="300624"/>
            </a:xfrm>
            <a:custGeom>
              <a:avLst/>
              <a:gdLst>
                <a:gd name="csX0" fmla="*/ 70467 w 70260"/>
                <a:gd name="csY0" fmla="*/ 150412 h 300624"/>
                <a:gd name="csX1" fmla="*/ 50479 w 70260"/>
                <a:gd name="csY1" fmla="*/ 56617 h 300624"/>
                <a:gd name="csX2" fmla="*/ 3235 w 70260"/>
                <a:gd name="csY2" fmla="*/ 100 h 300624"/>
                <a:gd name="csX3" fmla="*/ 207 w 70260"/>
                <a:gd name="csY3" fmla="*/ 3106 h 300624"/>
                <a:gd name="csX4" fmla="*/ 5961 w 70260"/>
                <a:gd name="csY4" fmla="*/ 10020 h 300624"/>
                <a:gd name="csX5" fmla="*/ 52902 w 70260"/>
                <a:gd name="csY5" fmla="*/ 150412 h 300624"/>
                <a:gd name="csX6" fmla="*/ 4144 w 70260"/>
                <a:gd name="csY6" fmla="*/ 292607 h 300624"/>
                <a:gd name="csX7" fmla="*/ 207 w 70260"/>
                <a:gd name="csY7" fmla="*/ 297718 h 300624"/>
                <a:gd name="csX8" fmla="*/ 3235 w 70260"/>
                <a:gd name="csY8" fmla="*/ 300724 h 300624"/>
                <a:gd name="csX9" fmla="*/ 51388 w 70260"/>
                <a:gd name="csY9" fmla="*/ 242102 h 300624"/>
                <a:gd name="csX10" fmla="*/ 70467 w 70260"/>
                <a:gd name="csY10" fmla="*/ 15041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67" y="150412"/>
                  </a:moveTo>
                  <a:cubicBezTo>
                    <a:pt x="70467" y="126963"/>
                    <a:pt x="67136" y="90588"/>
                    <a:pt x="50479" y="56617"/>
                  </a:cubicBezTo>
                  <a:cubicBezTo>
                    <a:pt x="32308" y="19640"/>
                    <a:pt x="6264" y="100"/>
                    <a:pt x="3235" y="100"/>
                  </a:cubicBezTo>
                  <a:cubicBezTo>
                    <a:pt x="1418" y="100"/>
                    <a:pt x="207" y="1302"/>
                    <a:pt x="207" y="3106"/>
                  </a:cubicBezTo>
                  <a:cubicBezTo>
                    <a:pt x="207" y="4008"/>
                    <a:pt x="207" y="4609"/>
                    <a:pt x="5961" y="10020"/>
                  </a:cubicBezTo>
                  <a:cubicBezTo>
                    <a:pt x="35640" y="39782"/>
                    <a:pt x="52902" y="87581"/>
                    <a:pt x="52902" y="150412"/>
                  </a:cubicBezTo>
                  <a:cubicBezTo>
                    <a:pt x="52902" y="201819"/>
                    <a:pt x="41697" y="254729"/>
                    <a:pt x="4144" y="292607"/>
                  </a:cubicBezTo>
                  <a:cubicBezTo>
                    <a:pt x="207" y="296215"/>
                    <a:pt x="207" y="296816"/>
                    <a:pt x="207" y="297718"/>
                  </a:cubicBezTo>
                  <a:cubicBezTo>
                    <a:pt x="207" y="299522"/>
                    <a:pt x="1418" y="300724"/>
                    <a:pt x="3235" y="300724"/>
                  </a:cubicBezTo>
                  <a:cubicBezTo>
                    <a:pt x="6264" y="300724"/>
                    <a:pt x="33520" y="280282"/>
                    <a:pt x="51388" y="242102"/>
                  </a:cubicBezTo>
                  <a:cubicBezTo>
                    <a:pt x="66833" y="209034"/>
                    <a:pt x="70467" y="175664"/>
                    <a:pt x="70467" y="15041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8AFD5011-0AF8-7D44-8E46-082DDA2B5877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0700207" y="6325004"/>
              <a:ext cx="216231" cy="205326"/>
            </a:xfrm>
            <a:custGeom>
              <a:avLst/>
              <a:gdLst>
                <a:gd name="csX0" fmla="*/ 79859 w 216231"/>
                <a:gd name="csY0" fmla="*/ 110429 h 205326"/>
                <a:gd name="csX1" fmla="*/ 131343 w 216231"/>
                <a:gd name="csY1" fmla="*/ 110429 h 205326"/>
                <a:gd name="csX2" fmla="*/ 216442 w 216231"/>
                <a:gd name="csY2" fmla="*/ 45494 h 205326"/>
                <a:gd name="csX3" fmla="*/ 156782 w 216231"/>
                <a:gd name="csY3" fmla="*/ 100 h 205326"/>
                <a:gd name="csX4" fmla="*/ 58660 w 216231"/>
                <a:gd name="csY4" fmla="*/ 100 h 205326"/>
                <a:gd name="csX5" fmla="*/ 49574 w 216231"/>
                <a:gd name="csY5" fmla="*/ 5811 h 205326"/>
                <a:gd name="csX6" fmla="*/ 58357 w 216231"/>
                <a:gd name="csY6" fmla="*/ 9419 h 205326"/>
                <a:gd name="csX7" fmla="*/ 71379 w 216231"/>
                <a:gd name="csY7" fmla="*/ 10020 h 205326"/>
                <a:gd name="csX8" fmla="*/ 78042 w 216231"/>
                <a:gd name="csY8" fmla="*/ 14830 h 205326"/>
                <a:gd name="csX9" fmla="*/ 76830 w 216231"/>
                <a:gd name="csY9" fmla="*/ 20542 h 205326"/>
                <a:gd name="csX10" fmla="*/ 36249 w 216231"/>
                <a:gd name="csY10" fmla="*/ 181978 h 205326"/>
                <a:gd name="csX11" fmla="*/ 8690 w 216231"/>
                <a:gd name="csY11" fmla="*/ 196107 h 205326"/>
                <a:gd name="csX12" fmla="*/ 211 w 216231"/>
                <a:gd name="csY12" fmla="*/ 201819 h 205326"/>
                <a:gd name="csX13" fmla="*/ 4753 w 216231"/>
                <a:gd name="csY13" fmla="*/ 205426 h 205326"/>
                <a:gd name="csX14" fmla="*/ 43215 w 216231"/>
                <a:gd name="csY14" fmla="*/ 204524 h 205326"/>
                <a:gd name="csX15" fmla="*/ 62597 w 216231"/>
                <a:gd name="csY15" fmla="*/ 204825 h 205326"/>
                <a:gd name="csX16" fmla="*/ 82282 w 216231"/>
                <a:gd name="csY16" fmla="*/ 205426 h 205326"/>
                <a:gd name="csX17" fmla="*/ 88339 w 216231"/>
                <a:gd name="csY17" fmla="*/ 199414 h 205326"/>
                <a:gd name="csX18" fmla="*/ 79859 w 216231"/>
                <a:gd name="csY18" fmla="*/ 196107 h 205326"/>
                <a:gd name="csX19" fmla="*/ 60174 w 216231"/>
                <a:gd name="csY19" fmla="*/ 190696 h 205326"/>
                <a:gd name="csX20" fmla="*/ 61082 w 216231"/>
                <a:gd name="csY20" fmla="*/ 185585 h 205326"/>
                <a:gd name="csX21" fmla="*/ 79859 w 216231"/>
                <a:gd name="csY21" fmla="*/ 110429 h 205326"/>
                <a:gd name="csX22" fmla="*/ 101664 w 216231"/>
                <a:gd name="csY22" fmla="*/ 20843 h 205326"/>
                <a:gd name="csX23" fmla="*/ 118017 w 216231"/>
                <a:gd name="csY23" fmla="*/ 9419 h 205326"/>
                <a:gd name="csX24" fmla="*/ 147090 w 216231"/>
                <a:gd name="csY24" fmla="*/ 9419 h 205326"/>
                <a:gd name="csX25" fmla="*/ 188277 w 216231"/>
                <a:gd name="csY25" fmla="*/ 38279 h 205326"/>
                <a:gd name="csX26" fmla="*/ 170410 w 216231"/>
                <a:gd name="csY26" fmla="*/ 86680 h 205326"/>
                <a:gd name="csX27" fmla="*/ 123771 w 216231"/>
                <a:gd name="csY27" fmla="*/ 102613 h 205326"/>
                <a:gd name="csX28" fmla="*/ 81070 w 216231"/>
                <a:gd name="csY28" fmla="*/ 102613 h 205326"/>
                <a:gd name="csX29" fmla="*/ 101664 w 216231"/>
                <a:gd name="csY29" fmla="*/ 20843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231" h="205326">
                  <a:moveTo>
                    <a:pt x="79859" y="110429"/>
                  </a:moveTo>
                  <a:lnTo>
                    <a:pt x="131343" y="110429"/>
                  </a:lnTo>
                  <a:cubicBezTo>
                    <a:pt x="174347" y="110429"/>
                    <a:pt x="216442" y="79164"/>
                    <a:pt x="216442" y="45494"/>
                  </a:cubicBezTo>
                  <a:cubicBezTo>
                    <a:pt x="216442" y="22346"/>
                    <a:pt x="196454" y="100"/>
                    <a:pt x="156782" y="100"/>
                  </a:cubicBezTo>
                  <a:lnTo>
                    <a:pt x="58660" y="100"/>
                  </a:lnTo>
                  <a:cubicBezTo>
                    <a:pt x="52906" y="100"/>
                    <a:pt x="49574" y="100"/>
                    <a:pt x="49574" y="5811"/>
                  </a:cubicBezTo>
                  <a:cubicBezTo>
                    <a:pt x="49574" y="9419"/>
                    <a:pt x="52300" y="9419"/>
                    <a:pt x="58357" y="9419"/>
                  </a:cubicBezTo>
                  <a:cubicBezTo>
                    <a:pt x="62294" y="9419"/>
                    <a:pt x="67745" y="9720"/>
                    <a:pt x="71379" y="10020"/>
                  </a:cubicBezTo>
                  <a:cubicBezTo>
                    <a:pt x="76225" y="10621"/>
                    <a:pt x="78042" y="11523"/>
                    <a:pt x="78042" y="14830"/>
                  </a:cubicBezTo>
                  <a:cubicBezTo>
                    <a:pt x="78042" y="16033"/>
                    <a:pt x="77739" y="16935"/>
                    <a:pt x="76830" y="20542"/>
                  </a:cubicBezTo>
                  <a:lnTo>
                    <a:pt x="36249" y="181978"/>
                  </a:lnTo>
                  <a:cubicBezTo>
                    <a:pt x="33221" y="193702"/>
                    <a:pt x="32615" y="196107"/>
                    <a:pt x="8690" y="196107"/>
                  </a:cubicBezTo>
                  <a:cubicBezTo>
                    <a:pt x="3542" y="196107"/>
                    <a:pt x="211" y="196107"/>
                    <a:pt x="211" y="201819"/>
                  </a:cubicBezTo>
                  <a:cubicBezTo>
                    <a:pt x="211" y="205426"/>
                    <a:pt x="3845" y="205426"/>
                    <a:pt x="4753" y="205426"/>
                  </a:cubicBezTo>
                  <a:cubicBezTo>
                    <a:pt x="13233" y="205426"/>
                    <a:pt x="34735" y="204524"/>
                    <a:pt x="43215" y="204524"/>
                  </a:cubicBezTo>
                  <a:cubicBezTo>
                    <a:pt x="49574" y="204524"/>
                    <a:pt x="56237" y="204825"/>
                    <a:pt x="62597" y="204825"/>
                  </a:cubicBezTo>
                  <a:cubicBezTo>
                    <a:pt x="69259" y="204825"/>
                    <a:pt x="75922" y="205426"/>
                    <a:pt x="82282" y="205426"/>
                  </a:cubicBezTo>
                  <a:cubicBezTo>
                    <a:pt x="84402" y="205426"/>
                    <a:pt x="88339" y="205426"/>
                    <a:pt x="88339" y="199414"/>
                  </a:cubicBezTo>
                  <a:cubicBezTo>
                    <a:pt x="88339" y="196107"/>
                    <a:pt x="85613" y="196107"/>
                    <a:pt x="79859" y="196107"/>
                  </a:cubicBezTo>
                  <a:cubicBezTo>
                    <a:pt x="68654" y="196107"/>
                    <a:pt x="60174" y="196107"/>
                    <a:pt x="60174" y="190696"/>
                  </a:cubicBezTo>
                  <a:cubicBezTo>
                    <a:pt x="60174" y="188892"/>
                    <a:pt x="60780" y="187389"/>
                    <a:pt x="61082" y="185585"/>
                  </a:cubicBezTo>
                  <a:lnTo>
                    <a:pt x="79859" y="110429"/>
                  </a:lnTo>
                  <a:close/>
                  <a:moveTo>
                    <a:pt x="101664" y="20843"/>
                  </a:moveTo>
                  <a:cubicBezTo>
                    <a:pt x="104389" y="10321"/>
                    <a:pt x="104995" y="9419"/>
                    <a:pt x="118017" y="9419"/>
                  </a:cubicBezTo>
                  <a:lnTo>
                    <a:pt x="147090" y="9419"/>
                  </a:lnTo>
                  <a:cubicBezTo>
                    <a:pt x="172227" y="9419"/>
                    <a:pt x="188277" y="17536"/>
                    <a:pt x="188277" y="38279"/>
                  </a:cubicBezTo>
                  <a:cubicBezTo>
                    <a:pt x="188277" y="50003"/>
                    <a:pt x="182220" y="75857"/>
                    <a:pt x="170410" y="86680"/>
                  </a:cubicBezTo>
                  <a:cubicBezTo>
                    <a:pt x="155267" y="100208"/>
                    <a:pt x="137097" y="102613"/>
                    <a:pt x="123771" y="102613"/>
                  </a:cubicBezTo>
                  <a:lnTo>
                    <a:pt x="81070" y="102613"/>
                  </a:lnTo>
                  <a:lnTo>
                    <a:pt x="101664" y="2084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3589010-D395-4787-2EBD-9E0F9F9EBF79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0954567" y="6304863"/>
              <a:ext cx="70260" cy="300624"/>
            </a:xfrm>
            <a:custGeom>
              <a:avLst/>
              <a:gdLst>
                <a:gd name="csX0" fmla="*/ 70479 w 70260"/>
                <a:gd name="csY0" fmla="*/ 297718 h 300624"/>
                <a:gd name="csX1" fmla="*/ 65330 w 70260"/>
                <a:gd name="csY1" fmla="*/ 291104 h 300624"/>
                <a:gd name="csX2" fmla="*/ 17783 w 70260"/>
                <a:gd name="csY2" fmla="*/ 150412 h 300624"/>
                <a:gd name="csX3" fmla="*/ 66542 w 70260"/>
                <a:gd name="csY3" fmla="*/ 8216 h 300624"/>
                <a:gd name="csX4" fmla="*/ 70479 w 70260"/>
                <a:gd name="csY4" fmla="*/ 3106 h 300624"/>
                <a:gd name="csX5" fmla="*/ 67450 w 70260"/>
                <a:gd name="csY5" fmla="*/ 100 h 300624"/>
                <a:gd name="csX6" fmla="*/ 19298 w 70260"/>
                <a:gd name="csY6" fmla="*/ 58721 h 300624"/>
                <a:gd name="csX7" fmla="*/ 218 w 70260"/>
                <a:gd name="csY7" fmla="*/ 150412 h 300624"/>
                <a:gd name="csX8" fmla="*/ 20206 w 70260"/>
                <a:gd name="csY8" fmla="*/ 244207 h 300624"/>
                <a:gd name="csX9" fmla="*/ 67450 w 70260"/>
                <a:gd name="csY9" fmla="*/ 300724 h 300624"/>
                <a:gd name="csX10" fmla="*/ 70479 w 70260"/>
                <a:gd name="csY10" fmla="*/ 297718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79" y="297718"/>
                  </a:moveTo>
                  <a:cubicBezTo>
                    <a:pt x="70479" y="296816"/>
                    <a:pt x="70479" y="296215"/>
                    <a:pt x="65330" y="291104"/>
                  </a:cubicBezTo>
                  <a:cubicBezTo>
                    <a:pt x="27475" y="253226"/>
                    <a:pt x="17783" y="196408"/>
                    <a:pt x="17783" y="150412"/>
                  </a:cubicBezTo>
                  <a:cubicBezTo>
                    <a:pt x="17783" y="98103"/>
                    <a:pt x="29292" y="45795"/>
                    <a:pt x="66542" y="8216"/>
                  </a:cubicBezTo>
                  <a:cubicBezTo>
                    <a:pt x="70479" y="4609"/>
                    <a:pt x="70479" y="4008"/>
                    <a:pt x="70479" y="3106"/>
                  </a:cubicBezTo>
                  <a:cubicBezTo>
                    <a:pt x="70479" y="1002"/>
                    <a:pt x="69267" y="100"/>
                    <a:pt x="67450" y="100"/>
                  </a:cubicBezTo>
                  <a:cubicBezTo>
                    <a:pt x="64422" y="100"/>
                    <a:pt x="37166" y="20542"/>
                    <a:pt x="19298" y="58721"/>
                  </a:cubicBezTo>
                  <a:cubicBezTo>
                    <a:pt x="3853" y="91790"/>
                    <a:pt x="218" y="125159"/>
                    <a:pt x="218" y="150412"/>
                  </a:cubicBezTo>
                  <a:cubicBezTo>
                    <a:pt x="218" y="173861"/>
                    <a:pt x="3550" y="210236"/>
                    <a:pt x="20206" y="244207"/>
                  </a:cubicBezTo>
                  <a:cubicBezTo>
                    <a:pt x="38377" y="281184"/>
                    <a:pt x="64422" y="300724"/>
                    <a:pt x="67450" y="300724"/>
                  </a:cubicBezTo>
                  <a:cubicBezTo>
                    <a:pt x="69267" y="300724"/>
                    <a:pt x="70479" y="299822"/>
                    <a:pt x="70479" y="2977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1006B6B2-5B7F-062B-35BC-F2A405CA7FFC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1051142" y="6397455"/>
              <a:ext cx="150816" cy="136182"/>
            </a:xfrm>
            <a:custGeom>
              <a:avLst/>
              <a:gdLst>
                <a:gd name="csX0" fmla="*/ 92590 w 150816"/>
                <a:gd name="csY0" fmla="*/ 42187 h 136182"/>
                <a:gd name="csX1" fmla="*/ 122572 w 150816"/>
                <a:gd name="csY1" fmla="*/ 6713 h 136182"/>
                <a:gd name="csX2" fmla="*/ 137714 w 150816"/>
                <a:gd name="csY2" fmla="*/ 10621 h 136182"/>
                <a:gd name="csX3" fmla="*/ 123177 w 150816"/>
                <a:gd name="csY3" fmla="*/ 26855 h 136182"/>
                <a:gd name="csX4" fmla="*/ 134685 w 150816"/>
                <a:gd name="csY4" fmla="*/ 37377 h 136182"/>
                <a:gd name="csX5" fmla="*/ 151039 w 150816"/>
                <a:gd name="csY5" fmla="*/ 19941 h 136182"/>
                <a:gd name="csX6" fmla="*/ 122875 w 150816"/>
                <a:gd name="csY6" fmla="*/ 100 h 136182"/>
                <a:gd name="csX7" fmla="*/ 91076 w 150816"/>
                <a:gd name="csY7" fmla="*/ 22947 h 136182"/>
                <a:gd name="csX8" fmla="*/ 58369 w 150816"/>
                <a:gd name="csY8" fmla="*/ 100 h 136182"/>
                <a:gd name="csX9" fmla="*/ 9610 w 150816"/>
                <a:gd name="csY9" fmla="*/ 46396 h 136182"/>
                <a:gd name="csX10" fmla="*/ 13245 w 150816"/>
                <a:gd name="csY10" fmla="*/ 49402 h 136182"/>
                <a:gd name="csX11" fmla="*/ 17182 w 150816"/>
                <a:gd name="csY11" fmla="*/ 46095 h 136182"/>
                <a:gd name="csX12" fmla="*/ 57763 w 150816"/>
                <a:gd name="csY12" fmla="*/ 6713 h 136182"/>
                <a:gd name="csX13" fmla="*/ 74116 w 150816"/>
                <a:gd name="csY13" fmla="*/ 26855 h 136182"/>
                <a:gd name="csX14" fmla="*/ 57763 w 150816"/>
                <a:gd name="csY14" fmla="*/ 98404 h 136182"/>
                <a:gd name="csX15" fmla="*/ 28993 w 150816"/>
                <a:gd name="csY15" fmla="*/ 129669 h 136182"/>
                <a:gd name="csX16" fmla="*/ 13850 w 150816"/>
                <a:gd name="csY16" fmla="*/ 125761 h 136182"/>
                <a:gd name="csX17" fmla="*/ 28084 w 150816"/>
                <a:gd name="csY17" fmla="*/ 109527 h 136182"/>
                <a:gd name="csX18" fmla="*/ 16879 w 150816"/>
                <a:gd name="csY18" fmla="*/ 99005 h 136182"/>
                <a:gd name="csX19" fmla="*/ 222 w 150816"/>
                <a:gd name="csY19" fmla="*/ 116441 h 136182"/>
                <a:gd name="csX20" fmla="*/ 28690 w 150816"/>
                <a:gd name="csY20" fmla="*/ 136283 h 136182"/>
                <a:gd name="csX21" fmla="*/ 60488 w 150816"/>
                <a:gd name="csY21" fmla="*/ 113435 h 136182"/>
                <a:gd name="csX22" fmla="*/ 93196 w 150816"/>
                <a:gd name="csY22" fmla="*/ 136283 h 136182"/>
                <a:gd name="csX23" fmla="*/ 141651 w 150816"/>
                <a:gd name="csY23" fmla="*/ 89986 h 136182"/>
                <a:gd name="csX24" fmla="*/ 138017 w 150816"/>
                <a:gd name="csY24" fmla="*/ 86980 h 136182"/>
                <a:gd name="csX25" fmla="*/ 134080 w 150816"/>
                <a:gd name="csY25" fmla="*/ 90287 h 136182"/>
                <a:gd name="csX26" fmla="*/ 93801 w 150816"/>
                <a:gd name="csY26" fmla="*/ 129669 h 136182"/>
                <a:gd name="csX27" fmla="*/ 77145 w 150816"/>
                <a:gd name="csY27" fmla="*/ 109828 h 136182"/>
                <a:gd name="csX28" fmla="*/ 82293 w 150816"/>
                <a:gd name="csY28" fmla="*/ 83373 h 136182"/>
                <a:gd name="csX29" fmla="*/ 92590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90" y="42187"/>
                  </a:moveTo>
                  <a:cubicBezTo>
                    <a:pt x="94407" y="34371"/>
                    <a:pt x="101373" y="6713"/>
                    <a:pt x="122572" y="6713"/>
                  </a:cubicBezTo>
                  <a:cubicBezTo>
                    <a:pt x="124086" y="6713"/>
                    <a:pt x="131354" y="6713"/>
                    <a:pt x="137714" y="10621"/>
                  </a:cubicBezTo>
                  <a:cubicBezTo>
                    <a:pt x="129234" y="12125"/>
                    <a:pt x="123177" y="19640"/>
                    <a:pt x="123177" y="26855"/>
                  </a:cubicBezTo>
                  <a:cubicBezTo>
                    <a:pt x="123177" y="31665"/>
                    <a:pt x="126509" y="37377"/>
                    <a:pt x="134685" y="37377"/>
                  </a:cubicBezTo>
                  <a:cubicBezTo>
                    <a:pt x="141348" y="37377"/>
                    <a:pt x="151039" y="31966"/>
                    <a:pt x="151039" y="19941"/>
                  </a:cubicBezTo>
                  <a:cubicBezTo>
                    <a:pt x="151039" y="4308"/>
                    <a:pt x="133171" y="100"/>
                    <a:pt x="122875" y="100"/>
                  </a:cubicBezTo>
                  <a:cubicBezTo>
                    <a:pt x="105310" y="100"/>
                    <a:pt x="94710" y="16033"/>
                    <a:pt x="91076" y="22947"/>
                  </a:cubicBezTo>
                  <a:cubicBezTo>
                    <a:pt x="83505" y="3106"/>
                    <a:pt x="67151" y="100"/>
                    <a:pt x="58369" y="100"/>
                  </a:cubicBezTo>
                  <a:cubicBezTo>
                    <a:pt x="26873" y="100"/>
                    <a:pt x="9610" y="38880"/>
                    <a:pt x="9610" y="46396"/>
                  </a:cubicBezTo>
                  <a:cubicBezTo>
                    <a:pt x="9610" y="49402"/>
                    <a:pt x="12639" y="49402"/>
                    <a:pt x="13245" y="49402"/>
                  </a:cubicBezTo>
                  <a:cubicBezTo>
                    <a:pt x="15667" y="49402"/>
                    <a:pt x="16576" y="48801"/>
                    <a:pt x="17182" y="46095"/>
                  </a:cubicBezTo>
                  <a:cubicBezTo>
                    <a:pt x="27478" y="14229"/>
                    <a:pt x="47466" y="6713"/>
                    <a:pt x="57763" y="6713"/>
                  </a:cubicBezTo>
                  <a:cubicBezTo>
                    <a:pt x="63517" y="6713"/>
                    <a:pt x="74116" y="9419"/>
                    <a:pt x="74116" y="26855"/>
                  </a:cubicBezTo>
                  <a:cubicBezTo>
                    <a:pt x="74116" y="36175"/>
                    <a:pt x="68968" y="56316"/>
                    <a:pt x="57763" y="98404"/>
                  </a:cubicBezTo>
                  <a:cubicBezTo>
                    <a:pt x="52917" y="117043"/>
                    <a:pt x="42318" y="129669"/>
                    <a:pt x="28993" y="129669"/>
                  </a:cubicBezTo>
                  <a:cubicBezTo>
                    <a:pt x="27176" y="129669"/>
                    <a:pt x="20210" y="129669"/>
                    <a:pt x="13850" y="125761"/>
                  </a:cubicBezTo>
                  <a:cubicBezTo>
                    <a:pt x="21421" y="124258"/>
                    <a:pt x="28084" y="117945"/>
                    <a:pt x="28084" y="109527"/>
                  </a:cubicBezTo>
                  <a:cubicBezTo>
                    <a:pt x="28084" y="101410"/>
                    <a:pt x="21421" y="99005"/>
                    <a:pt x="16879" y="99005"/>
                  </a:cubicBezTo>
                  <a:cubicBezTo>
                    <a:pt x="7793" y="99005"/>
                    <a:pt x="222" y="106821"/>
                    <a:pt x="222" y="116441"/>
                  </a:cubicBezTo>
                  <a:cubicBezTo>
                    <a:pt x="222" y="130270"/>
                    <a:pt x="15365" y="136283"/>
                    <a:pt x="28690" y="136283"/>
                  </a:cubicBezTo>
                  <a:cubicBezTo>
                    <a:pt x="48678" y="136283"/>
                    <a:pt x="59580" y="115239"/>
                    <a:pt x="60488" y="113435"/>
                  </a:cubicBezTo>
                  <a:cubicBezTo>
                    <a:pt x="64123" y="124558"/>
                    <a:pt x="75025" y="136283"/>
                    <a:pt x="93196" y="136283"/>
                  </a:cubicBezTo>
                  <a:cubicBezTo>
                    <a:pt x="124389" y="136283"/>
                    <a:pt x="141651" y="97502"/>
                    <a:pt x="141651" y="89986"/>
                  </a:cubicBezTo>
                  <a:cubicBezTo>
                    <a:pt x="141651" y="86980"/>
                    <a:pt x="138925" y="86980"/>
                    <a:pt x="138017" y="86980"/>
                  </a:cubicBezTo>
                  <a:cubicBezTo>
                    <a:pt x="135291" y="86980"/>
                    <a:pt x="134685" y="88183"/>
                    <a:pt x="134080" y="90287"/>
                  </a:cubicBezTo>
                  <a:cubicBezTo>
                    <a:pt x="124086" y="122454"/>
                    <a:pt x="103492" y="129669"/>
                    <a:pt x="93801" y="129669"/>
                  </a:cubicBezTo>
                  <a:cubicBezTo>
                    <a:pt x="81990" y="129669"/>
                    <a:pt x="77145" y="120049"/>
                    <a:pt x="77145" y="109828"/>
                  </a:cubicBezTo>
                  <a:cubicBezTo>
                    <a:pt x="77145" y="103214"/>
                    <a:pt x="78962" y="96600"/>
                    <a:pt x="82293" y="83373"/>
                  </a:cubicBezTo>
                  <a:lnTo>
                    <a:pt x="92590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B8D40B2-7506-B207-D4F7-D0B931E23DB6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1226891" y="6435694"/>
              <a:ext cx="97516" cy="143939"/>
            </a:xfrm>
            <a:custGeom>
              <a:avLst/>
              <a:gdLst>
                <a:gd name="csX0" fmla="*/ 46654 w 97516"/>
                <a:gd name="csY0" fmla="*/ 69545 h 143939"/>
                <a:gd name="csX1" fmla="*/ 75061 w 97516"/>
                <a:gd name="csY1" fmla="*/ 103426 h 143939"/>
                <a:gd name="csX2" fmla="*/ 47502 w 97516"/>
                <a:gd name="csY2" fmla="*/ 137306 h 143939"/>
                <a:gd name="csX3" fmla="*/ 11464 w 97516"/>
                <a:gd name="csY3" fmla="*/ 122576 h 143939"/>
                <a:gd name="csX4" fmla="*/ 23759 w 97516"/>
                <a:gd name="csY4" fmla="*/ 110791 h 143939"/>
                <a:gd name="csX5" fmla="*/ 12100 w 97516"/>
                <a:gd name="csY5" fmla="*/ 99217 h 143939"/>
                <a:gd name="csX6" fmla="*/ 228 w 97516"/>
                <a:gd name="csY6" fmla="*/ 111422 h 143939"/>
                <a:gd name="csX7" fmla="*/ 47926 w 97516"/>
                <a:gd name="csY7" fmla="*/ 144040 h 143939"/>
                <a:gd name="csX8" fmla="*/ 97744 w 97516"/>
                <a:gd name="csY8" fmla="*/ 103426 h 143939"/>
                <a:gd name="csX9" fmla="*/ 60858 w 97516"/>
                <a:gd name="csY9" fmla="*/ 65758 h 143939"/>
                <a:gd name="csX10" fmla="*/ 91172 w 97516"/>
                <a:gd name="csY10" fmla="*/ 29141 h 143939"/>
                <a:gd name="csX11" fmla="*/ 48350 w 97516"/>
                <a:gd name="csY11" fmla="*/ 101 h 143939"/>
                <a:gd name="csX12" fmla="*/ 6800 w 97516"/>
                <a:gd name="csY12" fmla="*/ 28300 h 143939"/>
                <a:gd name="csX13" fmla="*/ 17823 w 97516"/>
                <a:gd name="csY13" fmla="*/ 39453 h 143939"/>
                <a:gd name="csX14" fmla="*/ 28635 w 97516"/>
                <a:gd name="csY14" fmla="*/ 28721 h 143939"/>
                <a:gd name="csX15" fmla="*/ 17823 w 97516"/>
                <a:gd name="csY15" fmla="*/ 17778 h 143939"/>
                <a:gd name="csX16" fmla="*/ 47714 w 97516"/>
                <a:gd name="csY16" fmla="*/ 6204 h 143939"/>
                <a:gd name="csX17" fmla="*/ 70609 w 97516"/>
                <a:gd name="csY17" fmla="*/ 29141 h 143939"/>
                <a:gd name="csX18" fmla="*/ 62130 w 97516"/>
                <a:gd name="csY18" fmla="*/ 54183 h 143939"/>
                <a:gd name="csX19" fmla="*/ 38598 w 97516"/>
                <a:gd name="csY19" fmla="*/ 63232 h 143939"/>
                <a:gd name="csX20" fmla="*/ 31815 w 97516"/>
                <a:gd name="csY20" fmla="*/ 63864 h 143939"/>
                <a:gd name="csX21" fmla="*/ 29695 w 97516"/>
                <a:gd name="csY21" fmla="*/ 66599 h 143939"/>
                <a:gd name="csX22" fmla="*/ 35207 w 97516"/>
                <a:gd name="csY22" fmla="*/ 69545 h 143939"/>
                <a:gd name="csX23" fmla="*/ 46654 w 97516"/>
                <a:gd name="csY23" fmla="*/ 69545 h 143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7516" h="143939">
                  <a:moveTo>
                    <a:pt x="46654" y="69545"/>
                  </a:moveTo>
                  <a:cubicBezTo>
                    <a:pt x="63189" y="69545"/>
                    <a:pt x="75061" y="80909"/>
                    <a:pt x="75061" y="103426"/>
                  </a:cubicBezTo>
                  <a:cubicBezTo>
                    <a:pt x="75061" y="129520"/>
                    <a:pt x="59798" y="137306"/>
                    <a:pt x="47502" y="137306"/>
                  </a:cubicBezTo>
                  <a:cubicBezTo>
                    <a:pt x="39022" y="137306"/>
                    <a:pt x="20367" y="134991"/>
                    <a:pt x="11464" y="122576"/>
                  </a:cubicBezTo>
                  <a:cubicBezTo>
                    <a:pt x="21427" y="122155"/>
                    <a:pt x="23759" y="115210"/>
                    <a:pt x="23759" y="110791"/>
                  </a:cubicBezTo>
                  <a:cubicBezTo>
                    <a:pt x="23759" y="104057"/>
                    <a:pt x="18671" y="99217"/>
                    <a:pt x="12100" y="99217"/>
                  </a:cubicBezTo>
                  <a:cubicBezTo>
                    <a:pt x="6164" y="99217"/>
                    <a:pt x="228" y="102795"/>
                    <a:pt x="228" y="111422"/>
                  </a:cubicBezTo>
                  <a:cubicBezTo>
                    <a:pt x="228" y="131204"/>
                    <a:pt x="22275" y="144040"/>
                    <a:pt x="47926" y="144040"/>
                  </a:cubicBezTo>
                  <a:cubicBezTo>
                    <a:pt x="77393" y="144040"/>
                    <a:pt x="97744" y="124470"/>
                    <a:pt x="97744" y="103426"/>
                  </a:cubicBezTo>
                  <a:cubicBezTo>
                    <a:pt x="97744" y="87012"/>
                    <a:pt x="84177" y="70598"/>
                    <a:pt x="60858" y="65758"/>
                  </a:cubicBezTo>
                  <a:cubicBezTo>
                    <a:pt x="83117" y="57761"/>
                    <a:pt x="91172" y="41978"/>
                    <a:pt x="91172" y="29141"/>
                  </a:cubicBezTo>
                  <a:cubicBezTo>
                    <a:pt x="91172" y="12517"/>
                    <a:pt x="71881" y="101"/>
                    <a:pt x="48350" y="101"/>
                  </a:cubicBezTo>
                  <a:cubicBezTo>
                    <a:pt x="24819" y="101"/>
                    <a:pt x="6800" y="11465"/>
                    <a:pt x="6800" y="28300"/>
                  </a:cubicBezTo>
                  <a:cubicBezTo>
                    <a:pt x="6800" y="35455"/>
                    <a:pt x="11464" y="39453"/>
                    <a:pt x="17823" y="39453"/>
                  </a:cubicBezTo>
                  <a:cubicBezTo>
                    <a:pt x="24395" y="39453"/>
                    <a:pt x="28635" y="34613"/>
                    <a:pt x="28635" y="28721"/>
                  </a:cubicBezTo>
                  <a:cubicBezTo>
                    <a:pt x="28635" y="22618"/>
                    <a:pt x="24395" y="18199"/>
                    <a:pt x="17823" y="17778"/>
                  </a:cubicBezTo>
                  <a:cubicBezTo>
                    <a:pt x="25243" y="8519"/>
                    <a:pt x="39870" y="6204"/>
                    <a:pt x="47714" y="6204"/>
                  </a:cubicBezTo>
                  <a:cubicBezTo>
                    <a:pt x="57254" y="6204"/>
                    <a:pt x="70609" y="10833"/>
                    <a:pt x="70609" y="29141"/>
                  </a:cubicBezTo>
                  <a:cubicBezTo>
                    <a:pt x="70609" y="37980"/>
                    <a:pt x="67641" y="47660"/>
                    <a:pt x="62130" y="54183"/>
                  </a:cubicBezTo>
                  <a:cubicBezTo>
                    <a:pt x="55134" y="62180"/>
                    <a:pt x="49198" y="62601"/>
                    <a:pt x="38598" y="63232"/>
                  </a:cubicBezTo>
                  <a:cubicBezTo>
                    <a:pt x="33299" y="63653"/>
                    <a:pt x="32875" y="63653"/>
                    <a:pt x="31815" y="63864"/>
                  </a:cubicBezTo>
                  <a:cubicBezTo>
                    <a:pt x="31391" y="63864"/>
                    <a:pt x="29695" y="64284"/>
                    <a:pt x="29695" y="66599"/>
                  </a:cubicBezTo>
                  <a:cubicBezTo>
                    <a:pt x="29695" y="69545"/>
                    <a:pt x="31603" y="69545"/>
                    <a:pt x="35207" y="69545"/>
                  </a:cubicBezTo>
                  <a:lnTo>
                    <a:pt x="46654" y="69545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F07D191-FD7E-3D3D-96A4-E31660622322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1471464" y="6304863"/>
              <a:ext cx="12113" cy="300624"/>
            </a:xfrm>
            <a:custGeom>
              <a:avLst/>
              <a:gdLst>
                <a:gd name="csX0" fmla="*/ 12349 w 12113"/>
                <a:gd name="csY0" fmla="*/ 10922 h 300624"/>
                <a:gd name="csX1" fmla="*/ 6292 w 12113"/>
                <a:gd name="csY1" fmla="*/ 100 h 300624"/>
                <a:gd name="csX2" fmla="*/ 235 w 12113"/>
                <a:gd name="csY2" fmla="*/ 10922 h 300624"/>
                <a:gd name="csX3" fmla="*/ 235 w 12113"/>
                <a:gd name="csY3" fmla="*/ 289902 h 300624"/>
                <a:gd name="csX4" fmla="*/ 6292 w 12113"/>
                <a:gd name="csY4" fmla="*/ 300724 h 300624"/>
                <a:gd name="csX5" fmla="*/ 12349 w 12113"/>
                <a:gd name="csY5" fmla="*/ 289902 h 300624"/>
                <a:gd name="csX6" fmla="*/ 12349 w 12113"/>
                <a:gd name="csY6" fmla="*/ 1092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13" h="300624">
                  <a:moveTo>
                    <a:pt x="12349" y="10922"/>
                  </a:moveTo>
                  <a:cubicBezTo>
                    <a:pt x="12349" y="5511"/>
                    <a:pt x="12349" y="100"/>
                    <a:pt x="6292" y="100"/>
                  </a:cubicBezTo>
                  <a:cubicBezTo>
                    <a:pt x="235" y="100"/>
                    <a:pt x="235" y="5511"/>
                    <a:pt x="235" y="10922"/>
                  </a:cubicBezTo>
                  <a:lnTo>
                    <a:pt x="235" y="289902"/>
                  </a:lnTo>
                  <a:cubicBezTo>
                    <a:pt x="235" y="295313"/>
                    <a:pt x="235" y="300724"/>
                    <a:pt x="6292" y="300724"/>
                  </a:cubicBezTo>
                  <a:cubicBezTo>
                    <a:pt x="12349" y="300724"/>
                    <a:pt x="12349" y="295313"/>
                    <a:pt x="12349" y="289902"/>
                  </a:cubicBezTo>
                  <a:lnTo>
                    <a:pt x="12349" y="1092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077A2A2-D548-8826-05E0-1C7C02839581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1612453" y="6397455"/>
              <a:ext cx="150816" cy="136182"/>
            </a:xfrm>
            <a:custGeom>
              <a:avLst/>
              <a:gdLst>
                <a:gd name="csX0" fmla="*/ 92609 w 150816"/>
                <a:gd name="csY0" fmla="*/ 42187 h 136182"/>
                <a:gd name="csX1" fmla="*/ 122590 w 150816"/>
                <a:gd name="csY1" fmla="*/ 6713 h 136182"/>
                <a:gd name="csX2" fmla="*/ 137732 w 150816"/>
                <a:gd name="csY2" fmla="*/ 10621 h 136182"/>
                <a:gd name="csX3" fmla="*/ 123196 w 150816"/>
                <a:gd name="csY3" fmla="*/ 26855 h 136182"/>
                <a:gd name="csX4" fmla="*/ 134704 w 150816"/>
                <a:gd name="csY4" fmla="*/ 37377 h 136182"/>
                <a:gd name="csX5" fmla="*/ 151058 w 150816"/>
                <a:gd name="csY5" fmla="*/ 19941 h 136182"/>
                <a:gd name="csX6" fmla="*/ 122893 w 150816"/>
                <a:gd name="csY6" fmla="*/ 100 h 136182"/>
                <a:gd name="csX7" fmla="*/ 91094 w 150816"/>
                <a:gd name="csY7" fmla="*/ 22947 h 136182"/>
                <a:gd name="csX8" fmla="*/ 58387 w 150816"/>
                <a:gd name="csY8" fmla="*/ 100 h 136182"/>
                <a:gd name="csX9" fmla="*/ 9629 w 150816"/>
                <a:gd name="csY9" fmla="*/ 46396 h 136182"/>
                <a:gd name="csX10" fmla="*/ 13263 w 150816"/>
                <a:gd name="csY10" fmla="*/ 49402 h 136182"/>
                <a:gd name="csX11" fmla="*/ 17200 w 150816"/>
                <a:gd name="csY11" fmla="*/ 46095 h 136182"/>
                <a:gd name="csX12" fmla="*/ 57781 w 150816"/>
                <a:gd name="csY12" fmla="*/ 6713 h 136182"/>
                <a:gd name="csX13" fmla="*/ 74135 w 150816"/>
                <a:gd name="csY13" fmla="*/ 26855 h 136182"/>
                <a:gd name="csX14" fmla="*/ 57781 w 150816"/>
                <a:gd name="csY14" fmla="*/ 98404 h 136182"/>
                <a:gd name="csX15" fmla="*/ 29011 w 150816"/>
                <a:gd name="csY15" fmla="*/ 129669 h 136182"/>
                <a:gd name="csX16" fmla="*/ 13869 w 150816"/>
                <a:gd name="csY16" fmla="*/ 125761 h 136182"/>
                <a:gd name="csX17" fmla="*/ 28103 w 150816"/>
                <a:gd name="csY17" fmla="*/ 109527 h 136182"/>
                <a:gd name="csX18" fmla="*/ 16897 w 150816"/>
                <a:gd name="csY18" fmla="*/ 99005 h 136182"/>
                <a:gd name="csX19" fmla="*/ 241 w 150816"/>
                <a:gd name="csY19" fmla="*/ 116441 h 136182"/>
                <a:gd name="csX20" fmla="*/ 28708 w 150816"/>
                <a:gd name="csY20" fmla="*/ 136283 h 136182"/>
                <a:gd name="csX21" fmla="*/ 60507 w 150816"/>
                <a:gd name="csY21" fmla="*/ 113435 h 136182"/>
                <a:gd name="csX22" fmla="*/ 93214 w 150816"/>
                <a:gd name="csY22" fmla="*/ 136283 h 136182"/>
                <a:gd name="csX23" fmla="*/ 141669 w 150816"/>
                <a:gd name="csY23" fmla="*/ 89986 h 136182"/>
                <a:gd name="csX24" fmla="*/ 138035 w 150816"/>
                <a:gd name="csY24" fmla="*/ 86980 h 136182"/>
                <a:gd name="csX25" fmla="*/ 134098 w 150816"/>
                <a:gd name="csY25" fmla="*/ 90287 h 136182"/>
                <a:gd name="csX26" fmla="*/ 93820 w 150816"/>
                <a:gd name="csY26" fmla="*/ 129669 h 136182"/>
                <a:gd name="csX27" fmla="*/ 77163 w 150816"/>
                <a:gd name="csY27" fmla="*/ 109828 h 136182"/>
                <a:gd name="csX28" fmla="*/ 82312 w 150816"/>
                <a:gd name="csY28" fmla="*/ 83373 h 136182"/>
                <a:gd name="csX29" fmla="*/ 92609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609" y="42187"/>
                  </a:moveTo>
                  <a:cubicBezTo>
                    <a:pt x="94426" y="34371"/>
                    <a:pt x="101391" y="6713"/>
                    <a:pt x="122590" y="6713"/>
                  </a:cubicBezTo>
                  <a:cubicBezTo>
                    <a:pt x="124104" y="6713"/>
                    <a:pt x="131373" y="6713"/>
                    <a:pt x="137732" y="10621"/>
                  </a:cubicBezTo>
                  <a:cubicBezTo>
                    <a:pt x="129253" y="12125"/>
                    <a:pt x="123196" y="19640"/>
                    <a:pt x="123196" y="26855"/>
                  </a:cubicBezTo>
                  <a:cubicBezTo>
                    <a:pt x="123196" y="31665"/>
                    <a:pt x="126527" y="37377"/>
                    <a:pt x="134704" y="37377"/>
                  </a:cubicBezTo>
                  <a:cubicBezTo>
                    <a:pt x="141367" y="37377"/>
                    <a:pt x="151058" y="31966"/>
                    <a:pt x="151058" y="19941"/>
                  </a:cubicBezTo>
                  <a:cubicBezTo>
                    <a:pt x="151058" y="4308"/>
                    <a:pt x="133190" y="100"/>
                    <a:pt x="122893" y="100"/>
                  </a:cubicBezTo>
                  <a:cubicBezTo>
                    <a:pt x="105328" y="100"/>
                    <a:pt x="94728" y="16033"/>
                    <a:pt x="91094" y="22947"/>
                  </a:cubicBezTo>
                  <a:cubicBezTo>
                    <a:pt x="83523" y="3106"/>
                    <a:pt x="67170" y="100"/>
                    <a:pt x="58387" y="100"/>
                  </a:cubicBezTo>
                  <a:cubicBezTo>
                    <a:pt x="26891" y="100"/>
                    <a:pt x="9629" y="38880"/>
                    <a:pt x="9629" y="46396"/>
                  </a:cubicBezTo>
                  <a:cubicBezTo>
                    <a:pt x="9629" y="49402"/>
                    <a:pt x="12657" y="49402"/>
                    <a:pt x="13263" y="49402"/>
                  </a:cubicBezTo>
                  <a:cubicBezTo>
                    <a:pt x="15686" y="49402"/>
                    <a:pt x="16594" y="48801"/>
                    <a:pt x="17200" y="46095"/>
                  </a:cubicBezTo>
                  <a:cubicBezTo>
                    <a:pt x="27497" y="14229"/>
                    <a:pt x="47485" y="6713"/>
                    <a:pt x="57781" y="6713"/>
                  </a:cubicBezTo>
                  <a:cubicBezTo>
                    <a:pt x="63535" y="6713"/>
                    <a:pt x="74135" y="9419"/>
                    <a:pt x="74135" y="26855"/>
                  </a:cubicBezTo>
                  <a:cubicBezTo>
                    <a:pt x="74135" y="36175"/>
                    <a:pt x="68987" y="56316"/>
                    <a:pt x="57781" y="98404"/>
                  </a:cubicBezTo>
                  <a:cubicBezTo>
                    <a:pt x="52936" y="117043"/>
                    <a:pt x="42336" y="129669"/>
                    <a:pt x="29011" y="129669"/>
                  </a:cubicBezTo>
                  <a:cubicBezTo>
                    <a:pt x="27194" y="129669"/>
                    <a:pt x="20229" y="129669"/>
                    <a:pt x="13869" y="125761"/>
                  </a:cubicBezTo>
                  <a:cubicBezTo>
                    <a:pt x="21440" y="124258"/>
                    <a:pt x="28103" y="117945"/>
                    <a:pt x="28103" y="109527"/>
                  </a:cubicBezTo>
                  <a:cubicBezTo>
                    <a:pt x="28103" y="101410"/>
                    <a:pt x="21440" y="99005"/>
                    <a:pt x="16897" y="99005"/>
                  </a:cubicBezTo>
                  <a:cubicBezTo>
                    <a:pt x="7812" y="99005"/>
                    <a:pt x="241" y="106821"/>
                    <a:pt x="241" y="116441"/>
                  </a:cubicBezTo>
                  <a:cubicBezTo>
                    <a:pt x="241" y="130270"/>
                    <a:pt x="15383" y="136283"/>
                    <a:pt x="28708" y="136283"/>
                  </a:cubicBezTo>
                  <a:cubicBezTo>
                    <a:pt x="48696" y="136283"/>
                    <a:pt x="59598" y="115239"/>
                    <a:pt x="60507" y="113435"/>
                  </a:cubicBezTo>
                  <a:cubicBezTo>
                    <a:pt x="64141" y="124558"/>
                    <a:pt x="75044" y="136283"/>
                    <a:pt x="93214" y="136283"/>
                  </a:cubicBezTo>
                  <a:cubicBezTo>
                    <a:pt x="124407" y="136283"/>
                    <a:pt x="141669" y="97502"/>
                    <a:pt x="141669" y="89986"/>
                  </a:cubicBezTo>
                  <a:cubicBezTo>
                    <a:pt x="141669" y="86980"/>
                    <a:pt x="138944" y="86980"/>
                    <a:pt x="138035" y="86980"/>
                  </a:cubicBezTo>
                  <a:cubicBezTo>
                    <a:pt x="135310" y="86980"/>
                    <a:pt x="134704" y="88183"/>
                    <a:pt x="134098" y="90287"/>
                  </a:cubicBezTo>
                  <a:cubicBezTo>
                    <a:pt x="124104" y="122454"/>
                    <a:pt x="103511" y="129669"/>
                    <a:pt x="93820" y="129669"/>
                  </a:cubicBezTo>
                  <a:cubicBezTo>
                    <a:pt x="82009" y="129669"/>
                    <a:pt x="77163" y="120049"/>
                    <a:pt x="77163" y="109828"/>
                  </a:cubicBezTo>
                  <a:cubicBezTo>
                    <a:pt x="77163" y="103214"/>
                    <a:pt x="78980" y="96600"/>
                    <a:pt x="82312" y="83373"/>
                  </a:cubicBezTo>
                  <a:lnTo>
                    <a:pt x="92609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142C47E0-987F-A9C6-01BA-0822F324417D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1799863" y="6435694"/>
              <a:ext cx="77164" cy="139730"/>
            </a:xfrm>
            <a:custGeom>
              <a:avLst/>
              <a:gdLst>
                <a:gd name="csX0" fmla="*/ 48157 w 77164"/>
                <a:gd name="csY0" fmla="*/ 5993 h 139730"/>
                <a:gd name="csX1" fmla="*/ 41797 w 77164"/>
                <a:gd name="csY1" fmla="*/ 101 h 139730"/>
                <a:gd name="csX2" fmla="*/ 246 w 77164"/>
                <a:gd name="csY2" fmla="*/ 13569 h 139730"/>
                <a:gd name="csX3" fmla="*/ 246 w 77164"/>
                <a:gd name="csY3" fmla="*/ 21145 h 139730"/>
                <a:gd name="csX4" fmla="*/ 30985 w 77164"/>
                <a:gd name="csY4" fmla="*/ 15253 h 139730"/>
                <a:gd name="csX5" fmla="*/ 30985 w 77164"/>
                <a:gd name="csY5" fmla="*/ 122576 h 139730"/>
                <a:gd name="csX6" fmla="*/ 9786 w 77164"/>
                <a:gd name="csY6" fmla="*/ 132256 h 139730"/>
                <a:gd name="csX7" fmla="*/ 1730 w 77164"/>
                <a:gd name="csY7" fmla="*/ 132256 h 139730"/>
                <a:gd name="csX8" fmla="*/ 1730 w 77164"/>
                <a:gd name="csY8" fmla="*/ 139831 h 139730"/>
                <a:gd name="csX9" fmla="*/ 39465 w 77164"/>
                <a:gd name="csY9" fmla="*/ 138990 h 139730"/>
                <a:gd name="csX10" fmla="*/ 77411 w 77164"/>
                <a:gd name="csY10" fmla="*/ 139831 h 139730"/>
                <a:gd name="csX11" fmla="*/ 77411 w 77164"/>
                <a:gd name="csY11" fmla="*/ 132256 h 139730"/>
                <a:gd name="csX12" fmla="*/ 69356 w 77164"/>
                <a:gd name="csY12" fmla="*/ 132256 h 139730"/>
                <a:gd name="csX13" fmla="*/ 48157 w 77164"/>
                <a:gd name="csY13" fmla="*/ 122576 h 139730"/>
                <a:gd name="csX14" fmla="*/ 48157 w 77164"/>
                <a:gd name="csY14" fmla="*/ 5993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157" y="5993"/>
                  </a:moveTo>
                  <a:cubicBezTo>
                    <a:pt x="48157" y="312"/>
                    <a:pt x="47733" y="101"/>
                    <a:pt x="41797" y="101"/>
                  </a:cubicBezTo>
                  <a:cubicBezTo>
                    <a:pt x="28229" y="13359"/>
                    <a:pt x="8938" y="13569"/>
                    <a:pt x="246" y="13569"/>
                  </a:cubicBezTo>
                  <a:lnTo>
                    <a:pt x="246" y="21145"/>
                  </a:lnTo>
                  <a:cubicBezTo>
                    <a:pt x="5334" y="21145"/>
                    <a:pt x="19326" y="21145"/>
                    <a:pt x="30985" y="15253"/>
                  </a:cubicBezTo>
                  <a:lnTo>
                    <a:pt x="30985" y="122576"/>
                  </a:lnTo>
                  <a:cubicBezTo>
                    <a:pt x="30985" y="129520"/>
                    <a:pt x="30985" y="132256"/>
                    <a:pt x="9786" y="132256"/>
                  </a:cubicBezTo>
                  <a:lnTo>
                    <a:pt x="1730" y="132256"/>
                  </a:lnTo>
                  <a:lnTo>
                    <a:pt x="1730" y="139831"/>
                  </a:lnTo>
                  <a:cubicBezTo>
                    <a:pt x="5546" y="139621"/>
                    <a:pt x="31621" y="138990"/>
                    <a:pt x="39465" y="138990"/>
                  </a:cubicBezTo>
                  <a:cubicBezTo>
                    <a:pt x="46037" y="138990"/>
                    <a:pt x="72748" y="139621"/>
                    <a:pt x="77411" y="139831"/>
                  </a:cubicBezTo>
                  <a:lnTo>
                    <a:pt x="77411" y="132256"/>
                  </a:lnTo>
                  <a:lnTo>
                    <a:pt x="69356" y="132256"/>
                  </a:lnTo>
                  <a:cubicBezTo>
                    <a:pt x="48157" y="132256"/>
                    <a:pt x="48157" y="129520"/>
                    <a:pt x="48157" y="122576"/>
                  </a:cubicBezTo>
                  <a:lnTo>
                    <a:pt x="48157" y="599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EDC0BF9-D8AE-ADEE-98BC-82A80868105D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1938660" y="6498465"/>
              <a:ext cx="35432" cy="89886"/>
            </a:xfrm>
            <a:custGeom>
              <a:avLst/>
              <a:gdLst>
                <a:gd name="csX0" fmla="*/ 35684 w 35432"/>
                <a:gd name="csY0" fmla="*/ 31665 h 89886"/>
                <a:gd name="csX1" fmla="*/ 16302 w 35432"/>
                <a:gd name="csY1" fmla="*/ 100 h 89886"/>
                <a:gd name="csX2" fmla="*/ 251 w 35432"/>
                <a:gd name="csY2" fmla="*/ 16033 h 89886"/>
                <a:gd name="csX3" fmla="*/ 16302 w 35432"/>
                <a:gd name="csY3" fmla="*/ 31966 h 89886"/>
                <a:gd name="csX4" fmla="*/ 26901 w 35432"/>
                <a:gd name="csY4" fmla="*/ 28058 h 89886"/>
                <a:gd name="csX5" fmla="*/ 28416 w 35432"/>
                <a:gd name="csY5" fmla="*/ 27156 h 89886"/>
                <a:gd name="csX6" fmla="*/ 29021 w 35432"/>
                <a:gd name="csY6" fmla="*/ 31665 h 89886"/>
                <a:gd name="csX7" fmla="*/ 8428 w 35432"/>
                <a:gd name="csY7" fmla="*/ 81870 h 89886"/>
                <a:gd name="csX8" fmla="*/ 5096 w 35432"/>
                <a:gd name="csY8" fmla="*/ 86680 h 89886"/>
                <a:gd name="csX9" fmla="*/ 8125 w 35432"/>
                <a:gd name="csY9" fmla="*/ 89986 h 89886"/>
                <a:gd name="csX10" fmla="*/ 35684 w 35432"/>
                <a:gd name="csY10" fmla="*/ 31665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32" h="89886">
                  <a:moveTo>
                    <a:pt x="35684" y="31665"/>
                  </a:moveTo>
                  <a:cubicBezTo>
                    <a:pt x="35684" y="11824"/>
                    <a:pt x="28113" y="100"/>
                    <a:pt x="16302" y="100"/>
                  </a:cubicBezTo>
                  <a:cubicBezTo>
                    <a:pt x="6308" y="100"/>
                    <a:pt x="251" y="7615"/>
                    <a:pt x="251" y="16033"/>
                  </a:cubicBezTo>
                  <a:cubicBezTo>
                    <a:pt x="251" y="24150"/>
                    <a:pt x="6308" y="31966"/>
                    <a:pt x="16302" y="31966"/>
                  </a:cubicBezTo>
                  <a:cubicBezTo>
                    <a:pt x="19936" y="31966"/>
                    <a:pt x="23873" y="30763"/>
                    <a:pt x="26901" y="28058"/>
                  </a:cubicBezTo>
                  <a:cubicBezTo>
                    <a:pt x="27810" y="27456"/>
                    <a:pt x="28113" y="27156"/>
                    <a:pt x="28416" y="27156"/>
                  </a:cubicBezTo>
                  <a:cubicBezTo>
                    <a:pt x="28718" y="27156"/>
                    <a:pt x="29021" y="27456"/>
                    <a:pt x="29021" y="31665"/>
                  </a:cubicBezTo>
                  <a:cubicBezTo>
                    <a:pt x="29021" y="53911"/>
                    <a:pt x="18422" y="71949"/>
                    <a:pt x="8428" y="81870"/>
                  </a:cubicBezTo>
                  <a:cubicBezTo>
                    <a:pt x="5096" y="85176"/>
                    <a:pt x="5096" y="85778"/>
                    <a:pt x="5096" y="86680"/>
                  </a:cubicBezTo>
                  <a:cubicBezTo>
                    <a:pt x="5096" y="88784"/>
                    <a:pt x="6611" y="89986"/>
                    <a:pt x="8125" y="89986"/>
                  </a:cubicBezTo>
                  <a:cubicBezTo>
                    <a:pt x="11456" y="89986"/>
                    <a:pt x="35684" y="66838"/>
                    <a:pt x="35684" y="31665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5C58713-114E-E63C-FDDE-6F84E5A0B319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2055995" y="6397455"/>
              <a:ext cx="150816" cy="136182"/>
            </a:xfrm>
            <a:custGeom>
              <a:avLst/>
              <a:gdLst>
                <a:gd name="csX0" fmla="*/ 92623 w 150816"/>
                <a:gd name="csY0" fmla="*/ 42187 h 136182"/>
                <a:gd name="csX1" fmla="*/ 122605 w 150816"/>
                <a:gd name="csY1" fmla="*/ 6713 h 136182"/>
                <a:gd name="csX2" fmla="*/ 137747 w 150816"/>
                <a:gd name="csY2" fmla="*/ 10621 h 136182"/>
                <a:gd name="csX3" fmla="*/ 123210 w 150816"/>
                <a:gd name="csY3" fmla="*/ 26855 h 136182"/>
                <a:gd name="csX4" fmla="*/ 134719 w 150816"/>
                <a:gd name="csY4" fmla="*/ 37377 h 136182"/>
                <a:gd name="csX5" fmla="*/ 151072 w 150816"/>
                <a:gd name="csY5" fmla="*/ 19941 h 136182"/>
                <a:gd name="csX6" fmla="*/ 122908 w 150816"/>
                <a:gd name="csY6" fmla="*/ 100 h 136182"/>
                <a:gd name="csX7" fmla="*/ 91109 w 150816"/>
                <a:gd name="csY7" fmla="*/ 22947 h 136182"/>
                <a:gd name="csX8" fmla="*/ 58402 w 150816"/>
                <a:gd name="csY8" fmla="*/ 100 h 136182"/>
                <a:gd name="csX9" fmla="*/ 9644 w 150816"/>
                <a:gd name="csY9" fmla="*/ 46396 h 136182"/>
                <a:gd name="csX10" fmla="*/ 13278 w 150816"/>
                <a:gd name="csY10" fmla="*/ 49402 h 136182"/>
                <a:gd name="csX11" fmla="*/ 17215 w 150816"/>
                <a:gd name="csY11" fmla="*/ 46095 h 136182"/>
                <a:gd name="csX12" fmla="*/ 57796 w 150816"/>
                <a:gd name="csY12" fmla="*/ 6713 h 136182"/>
                <a:gd name="csX13" fmla="*/ 74150 w 150816"/>
                <a:gd name="csY13" fmla="*/ 26855 h 136182"/>
                <a:gd name="csX14" fmla="*/ 57796 w 150816"/>
                <a:gd name="csY14" fmla="*/ 98404 h 136182"/>
                <a:gd name="csX15" fmla="*/ 29026 w 150816"/>
                <a:gd name="csY15" fmla="*/ 129669 h 136182"/>
                <a:gd name="csX16" fmla="*/ 13883 w 150816"/>
                <a:gd name="csY16" fmla="*/ 125761 h 136182"/>
                <a:gd name="csX17" fmla="*/ 28117 w 150816"/>
                <a:gd name="csY17" fmla="*/ 109527 h 136182"/>
                <a:gd name="csX18" fmla="*/ 16912 w 150816"/>
                <a:gd name="csY18" fmla="*/ 99005 h 136182"/>
                <a:gd name="csX19" fmla="*/ 255 w 150816"/>
                <a:gd name="csY19" fmla="*/ 116441 h 136182"/>
                <a:gd name="csX20" fmla="*/ 28723 w 150816"/>
                <a:gd name="csY20" fmla="*/ 136283 h 136182"/>
                <a:gd name="csX21" fmla="*/ 60522 w 150816"/>
                <a:gd name="csY21" fmla="*/ 113435 h 136182"/>
                <a:gd name="csX22" fmla="*/ 93229 w 150816"/>
                <a:gd name="csY22" fmla="*/ 136283 h 136182"/>
                <a:gd name="csX23" fmla="*/ 141684 w 150816"/>
                <a:gd name="csY23" fmla="*/ 89986 h 136182"/>
                <a:gd name="csX24" fmla="*/ 138050 w 150816"/>
                <a:gd name="csY24" fmla="*/ 86980 h 136182"/>
                <a:gd name="csX25" fmla="*/ 134113 w 150816"/>
                <a:gd name="csY25" fmla="*/ 90287 h 136182"/>
                <a:gd name="csX26" fmla="*/ 93834 w 150816"/>
                <a:gd name="csY26" fmla="*/ 129669 h 136182"/>
                <a:gd name="csX27" fmla="*/ 77178 w 150816"/>
                <a:gd name="csY27" fmla="*/ 109828 h 136182"/>
                <a:gd name="csX28" fmla="*/ 82326 w 150816"/>
                <a:gd name="csY28" fmla="*/ 83373 h 136182"/>
                <a:gd name="csX29" fmla="*/ 92623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623" y="42187"/>
                  </a:moveTo>
                  <a:cubicBezTo>
                    <a:pt x="94440" y="34371"/>
                    <a:pt x="101406" y="6713"/>
                    <a:pt x="122605" y="6713"/>
                  </a:cubicBezTo>
                  <a:cubicBezTo>
                    <a:pt x="124119" y="6713"/>
                    <a:pt x="131387" y="6713"/>
                    <a:pt x="137747" y="10621"/>
                  </a:cubicBezTo>
                  <a:cubicBezTo>
                    <a:pt x="129267" y="12125"/>
                    <a:pt x="123210" y="19640"/>
                    <a:pt x="123210" y="26855"/>
                  </a:cubicBezTo>
                  <a:cubicBezTo>
                    <a:pt x="123210" y="31665"/>
                    <a:pt x="126542" y="37377"/>
                    <a:pt x="134719" y="37377"/>
                  </a:cubicBezTo>
                  <a:cubicBezTo>
                    <a:pt x="141381" y="37377"/>
                    <a:pt x="151072" y="31966"/>
                    <a:pt x="151072" y="19941"/>
                  </a:cubicBezTo>
                  <a:cubicBezTo>
                    <a:pt x="151072" y="4308"/>
                    <a:pt x="133204" y="100"/>
                    <a:pt x="122908" y="100"/>
                  </a:cubicBezTo>
                  <a:cubicBezTo>
                    <a:pt x="105343" y="100"/>
                    <a:pt x="94743" y="16033"/>
                    <a:pt x="91109" y="22947"/>
                  </a:cubicBezTo>
                  <a:cubicBezTo>
                    <a:pt x="83538" y="3106"/>
                    <a:pt x="67184" y="100"/>
                    <a:pt x="58402" y="100"/>
                  </a:cubicBezTo>
                  <a:cubicBezTo>
                    <a:pt x="26906" y="100"/>
                    <a:pt x="9644" y="38880"/>
                    <a:pt x="9644" y="46396"/>
                  </a:cubicBezTo>
                  <a:cubicBezTo>
                    <a:pt x="9644" y="49402"/>
                    <a:pt x="12672" y="49402"/>
                    <a:pt x="13278" y="49402"/>
                  </a:cubicBezTo>
                  <a:cubicBezTo>
                    <a:pt x="15700" y="49402"/>
                    <a:pt x="16609" y="48801"/>
                    <a:pt x="17215" y="46095"/>
                  </a:cubicBezTo>
                  <a:cubicBezTo>
                    <a:pt x="27511" y="14229"/>
                    <a:pt x="47499" y="6713"/>
                    <a:pt x="57796" y="6713"/>
                  </a:cubicBezTo>
                  <a:cubicBezTo>
                    <a:pt x="63550" y="6713"/>
                    <a:pt x="74150" y="9419"/>
                    <a:pt x="74150" y="26855"/>
                  </a:cubicBezTo>
                  <a:cubicBezTo>
                    <a:pt x="74150" y="36175"/>
                    <a:pt x="69001" y="56316"/>
                    <a:pt x="57796" y="98404"/>
                  </a:cubicBezTo>
                  <a:cubicBezTo>
                    <a:pt x="52950" y="117043"/>
                    <a:pt x="42351" y="129669"/>
                    <a:pt x="29026" y="129669"/>
                  </a:cubicBezTo>
                  <a:cubicBezTo>
                    <a:pt x="27209" y="129669"/>
                    <a:pt x="20243" y="129669"/>
                    <a:pt x="13883" y="125761"/>
                  </a:cubicBezTo>
                  <a:cubicBezTo>
                    <a:pt x="21455" y="124258"/>
                    <a:pt x="28117" y="117945"/>
                    <a:pt x="28117" y="109527"/>
                  </a:cubicBezTo>
                  <a:cubicBezTo>
                    <a:pt x="28117" y="101410"/>
                    <a:pt x="21455" y="99005"/>
                    <a:pt x="16912" y="99005"/>
                  </a:cubicBezTo>
                  <a:cubicBezTo>
                    <a:pt x="7827" y="99005"/>
                    <a:pt x="255" y="106821"/>
                    <a:pt x="255" y="116441"/>
                  </a:cubicBezTo>
                  <a:cubicBezTo>
                    <a:pt x="255" y="130270"/>
                    <a:pt x="15398" y="136283"/>
                    <a:pt x="28723" y="136283"/>
                  </a:cubicBezTo>
                  <a:cubicBezTo>
                    <a:pt x="48711" y="136283"/>
                    <a:pt x="59613" y="115239"/>
                    <a:pt x="60522" y="113435"/>
                  </a:cubicBezTo>
                  <a:cubicBezTo>
                    <a:pt x="64156" y="124558"/>
                    <a:pt x="75058" y="136283"/>
                    <a:pt x="93229" y="136283"/>
                  </a:cubicBezTo>
                  <a:cubicBezTo>
                    <a:pt x="124422" y="136283"/>
                    <a:pt x="141684" y="97502"/>
                    <a:pt x="141684" y="89986"/>
                  </a:cubicBezTo>
                  <a:cubicBezTo>
                    <a:pt x="141684" y="86980"/>
                    <a:pt x="138958" y="86980"/>
                    <a:pt x="138050" y="86980"/>
                  </a:cubicBezTo>
                  <a:cubicBezTo>
                    <a:pt x="135324" y="86980"/>
                    <a:pt x="134719" y="88183"/>
                    <a:pt x="134113" y="90287"/>
                  </a:cubicBezTo>
                  <a:cubicBezTo>
                    <a:pt x="124119" y="122454"/>
                    <a:pt x="103526" y="129669"/>
                    <a:pt x="93834" y="129669"/>
                  </a:cubicBezTo>
                  <a:cubicBezTo>
                    <a:pt x="82024" y="129669"/>
                    <a:pt x="77178" y="120049"/>
                    <a:pt x="77178" y="109828"/>
                  </a:cubicBezTo>
                  <a:cubicBezTo>
                    <a:pt x="77178" y="103214"/>
                    <a:pt x="78995" y="96600"/>
                    <a:pt x="82326" y="83373"/>
                  </a:cubicBezTo>
                  <a:lnTo>
                    <a:pt x="92623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7347AF0-796B-CFAC-08F8-A4F6E9DA6D39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2233652" y="6435694"/>
              <a:ext cx="93700" cy="139730"/>
            </a:xfrm>
            <a:custGeom>
              <a:avLst/>
              <a:gdLst>
                <a:gd name="csX0" fmla="*/ 93961 w 93700"/>
                <a:gd name="csY0" fmla="*/ 101532 h 139730"/>
                <a:gd name="csX1" fmla="*/ 86754 w 93700"/>
                <a:gd name="csY1" fmla="*/ 101532 h 139730"/>
                <a:gd name="csX2" fmla="*/ 81242 w 93700"/>
                <a:gd name="csY2" fmla="*/ 120682 h 139730"/>
                <a:gd name="csX3" fmla="*/ 60255 w 93700"/>
                <a:gd name="csY3" fmla="*/ 121944 h 139730"/>
                <a:gd name="csX4" fmla="*/ 21248 w 93700"/>
                <a:gd name="csY4" fmla="*/ 121944 h 139730"/>
                <a:gd name="csX5" fmla="*/ 63647 w 93700"/>
                <a:gd name="csY5" fmla="*/ 86591 h 139730"/>
                <a:gd name="csX6" fmla="*/ 93961 w 93700"/>
                <a:gd name="csY6" fmla="*/ 41136 h 139730"/>
                <a:gd name="csX7" fmla="*/ 44355 w 93700"/>
                <a:gd name="csY7" fmla="*/ 101 h 139730"/>
                <a:gd name="csX8" fmla="*/ 261 w 93700"/>
                <a:gd name="csY8" fmla="*/ 37769 h 139730"/>
                <a:gd name="csX9" fmla="*/ 11497 w 93700"/>
                <a:gd name="csY9" fmla="*/ 49554 h 139730"/>
                <a:gd name="csX10" fmla="*/ 22732 w 93700"/>
                <a:gd name="csY10" fmla="*/ 38401 h 139730"/>
                <a:gd name="csX11" fmla="*/ 10225 w 93700"/>
                <a:gd name="csY11" fmla="*/ 27248 h 139730"/>
                <a:gd name="csX12" fmla="*/ 41175 w 93700"/>
                <a:gd name="csY12" fmla="*/ 7677 h 139730"/>
                <a:gd name="csX13" fmla="*/ 73398 w 93700"/>
                <a:gd name="csY13" fmla="*/ 41136 h 139730"/>
                <a:gd name="csX14" fmla="*/ 53471 w 93700"/>
                <a:gd name="csY14" fmla="*/ 81540 h 139730"/>
                <a:gd name="csX15" fmla="*/ 2381 w 93700"/>
                <a:gd name="csY15" fmla="*/ 131624 h 139730"/>
                <a:gd name="csX16" fmla="*/ 261 w 93700"/>
                <a:gd name="csY16" fmla="*/ 139831 h 139730"/>
                <a:gd name="csX17" fmla="*/ 87602 w 93700"/>
                <a:gd name="csY17" fmla="*/ 139831 h 139730"/>
                <a:gd name="csX18" fmla="*/ 93961 w 93700"/>
                <a:gd name="csY18" fmla="*/ 101532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3700" h="139730">
                  <a:moveTo>
                    <a:pt x="93961" y="101532"/>
                  </a:moveTo>
                  <a:lnTo>
                    <a:pt x="86754" y="101532"/>
                  </a:lnTo>
                  <a:cubicBezTo>
                    <a:pt x="86118" y="106161"/>
                    <a:pt x="83998" y="118577"/>
                    <a:pt x="81242" y="120682"/>
                  </a:cubicBezTo>
                  <a:cubicBezTo>
                    <a:pt x="79546" y="121944"/>
                    <a:pt x="63223" y="121944"/>
                    <a:pt x="60255" y="121944"/>
                  </a:cubicBezTo>
                  <a:lnTo>
                    <a:pt x="21248" y="121944"/>
                  </a:lnTo>
                  <a:cubicBezTo>
                    <a:pt x="43507" y="102374"/>
                    <a:pt x="50927" y="96481"/>
                    <a:pt x="63647" y="86591"/>
                  </a:cubicBezTo>
                  <a:cubicBezTo>
                    <a:pt x="79334" y="74175"/>
                    <a:pt x="93961" y="61128"/>
                    <a:pt x="93961" y="41136"/>
                  </a:cubicBezTo>
                  <a:cubicBezTo>
                    <a:pt x="93961" y="15673"/>
                    <a:pt x="71490" y="101"/>
                    <a:pt x="44355" y="101"/>
                  </a:cubicBezTo>
                  <a:cubicBezTo>
                    <a:pt x="18068" y="101"/>
                    <a:pt x="261" y="18409"/>
                    <a:pt x="261" y="37769"/>
                  </a:cubicBezTo>
                  <a:cubicBezTo>
                    <a:pt x="261" y="48502"/>
                    <a:pt x="9377" y="49554"/>
                    <a:pt x="11497" y="49554"/>
                  </a:cubicBezTo>
                  <a:cubicBezTo>
                    <a:pt x="16584" y="49554"/>
                    <a:pt x="22732" y="45976"/>
                    <a:pt x="22732" y="38401"/>
                  </a:cubicBezTo>
                  <a:cubicBezTo>
                    <a:pt x="22732" y="34613"/>
                    <a:pt x="21248" y="27248"/>
                    <a:pt x="10225" y="27248"/>
                  </a:cubicBezTo>
                  <a:cubicBezTo>
                    <a:pt x="16796" y="12306"/>
                    <a:pt x="31212" y="7677"/>
                    <a:pt x="41175" y="7677"/>
                  </a:cubicBezTo>
                  <a:cubicBezTo>
                    <a:pt x="62375" y="7677"/>
                    <a:pt x="73398" y="24091"/>
                    <a:pt x="73398" y="41136"/>
                  </a:cubicBezTo>
                  <a:cubicBezTo>
                    <a:pt x="73398" y="59444"/>
                    <a:pt x="60255" y="73965"/>
                    <a:pt x="53471" y="81540"/>
                  </a:cubicBezTo>
                  <a:lnTo>
                    <a:pt x="2381" y="131624"/>
                  </a:lnTo>
                  <a:cubicBezTo>
                    <a:pt x="261" y="133518"/>
                    <a:pt x="261" y="133939"/>
                    <a:pt x="261" y="139831"/>
                  </a:cubicBezTo>
                  <a:lnTo>
                    <a:pt x="87602" y="139831"/>
                  </a:lnTo>
                  <a:lnTo>
                    <a:pt x="93961" y="10153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9776F06-3EC1-0E19-FDE6-1F67A146C40A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2373419" y="6304863"/>
              <a:ext cx="70260" cy="300624"/>
            </a:xfrm>
            <a:custGeom>
              <a:avLst/>
              <a:gdLst>
                <a:gd name="csX0" fmla="*/ 70526 w 70260"/>
                <a:gd name="csY0" fmla="*/ 150412 h 300624"/>
                <a:gd name="csX1" fmla="*/ 50538 w 70260"/>
                <a:gd name="csY1" fmla="*/ 56617 h 300624"/>
                <a:gd name="csX2" fmla="*/ 3294 w 70260"/>
                <a:gd name="csY2" fmla="*/ 100 h 300624"/>
                <a:gd name="csX3" fmla="*/ 266 w 70260"/>
                <a:gd name="csY3" fmla="*/ 3106 h 300624"/>
                <a:gd name="csX4" fmla="*/ 6020 w 70260"/>
                <a:gd name="csY4" fmla="*/ 10020 h 300624"/>
                <a:gd name="csX5" fmla="*/ 52961 w 70260"/>
                <a:gd name="csY5" fmla="*/ 150412 h 300624"/>
                <a:gd name="csX6" fmla="*/ 4203 w 70260"/>
                <a:gd name="csY6" fmla="*/ 292607 h 300624"/>
                <a:gd name="csX7" fmla="*/ 266 w 70260"/>
                <a:gd name="csY7" fmla="*/ 297718 h 300624"/>
                <a:gd name="csX8" fmla="*/ 3294 w 70260"/>
                <a:gd name="csY8" fmla="*/ 300724 h 300624"/>
                <a:gd name="csX9" fmla="*/ 51446 w 70260"/>
                <a:gd name="csY9" fmla="*/ 242102 h 300624"/>
                <a:gd name="csX10" fmla="*/ 70526 w 70260"/>
                <a:gd name="csY10" fmla="*/ 15041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526" y="150412"/>
                  </a:moveTo>
                  <a:cubicBezTo>
                    <a:pt x="70526" y="126963"/>
                    <a:pt x="67194" y="90588"/>
                    <a:pt x="50538" y="56617"/>
                  </a:cubicBezTo>
                  <a:cubicBezTo>
                    <a:pt x="32367" y="19640"/>
                    <a:pt x="6322" y="100"/>
                    <a:pt x="3294" y="100"/>
                  </a:cubicBezTo>
                  <a:cubicBezTo>
                    <a:pt x="1477" y="100"/>
                    <a:pt x="266" y="1302"/>
                    <a:pt x="266" y="3106"/>
                  </a:cubicBezTo>
                  <a:cubicBezTo>
                    <a:pt x="266" y="4008"/>
                    <a:pt x="266" y="4609"/>
                    <a:pt x="6020" y="10020"/>
                  </a:cubicBezTo>
                  <a:cubicBezTo>
                    <a:pt x="35698" y="39782"/>
                    <a:pt x="52961" y="87581"/>
                    <a:pt x="52961" y="150412"/>
                  </a:cubicBezTo>
                  <a:cubicBezTo>
                    <a:pt x="52961" y="201819"/>
                    <a:pt x="41755" y="254729"/>
                    <a:pt x="4203" y="292607"/>
                  </a:cubicBezTo>
                  <a:cubicBezTo>
                    <a:pt x="266" y="296215"/>
                    <a:pt x="266" y="296816"/>
                    <a:pt x="266" y="297718"/>
                  </a:cubicBezTo>
                  <a:cubicBezTo>
                    <a:pt x="266" y="299522"/>
                    <a:pt x="1477" y="300724"/>
                    <a:pt x="3294" y="300724"/>
                  </a:cubicBezTo>
                  <a:cubicBezTo>
                    <a:pt x="6322" y="300724"/>
                    <a:pt x="33579" y="280282"/>
                    <a:pt x="51446" y="242102"/>
                  </a:cubicBezTo>
                  <a:cubicBezTo>
                    <a:pt x="66891" y="209034"/>
                    <a:pt x="70526" y="175664"/>
                    <a:pt x="70526" y="15041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7BE20F15-F3D6-1EC0-EDE1-D6CFB97AC704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2550448" y="6498465"/>
              <a:ext cx="32101" cy="31866"/>
            </a:xfrm>
            <a:custGeom>
              <a:avLst/>
              <a:gdLst>
                <a:gd name="csX0" fmla="*/ 32373 w 32101"/>
                <a:gd name="csY0" fmla="*/ 16033 h 31866"/>
                <a:gd name="csX1" fmla="*/ 16322 w 32101"/>
                <a:gd name="csY1" fmla="*/ 100 h 31866"/>
                <a:gd name="csX2" fmla="*/ 271 w 32101"/>
                <a:gd name="csY2" fmla="*/ 16033 h 31866"/>
                <a:gd name="csX3" fmla="*/ 16322 w 32101"/>
                <a:gd name="csY3" fmla="*/ 31966 h 31866"/>
                <a:gd name="csX4" fmla="*/ 32373 w 32101"/>
                <a:gd name="csY4" fmla="*/ 16033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373" y="16033"/>
                  </a:moveTo>
                  <a:cubicBezTo>
                    <a:pt x="32373" y="7315"/>
                    <a:pt x="25104" y="100"/>
                    <a:pt x="16322" y="100"/>
                  </a:cubicBezTo>
                  <a:cubicBezTo>
                    <a:pt x="7539" y="100"/>
                    <a:pt x="271" y="7315"/>
                    <a:pt x="271" y="16033"/>
                  </a:cubicBezTo>
                  <a:cubicBezTo>
                    <a:pt x="271" y="24751"/>
                    <a:pt x="7539" y="31966"/>
                    <a:pt x="16322" y="31966"/>
                  </a:cubicBezTo>
                  <a:cubicBezTo>
                    <a:pt x="25104" y="31966"/>
                    <a:pt x="32373" y="24751"/>
                    <a:pt x="32373" y="1603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A615611-AB37-4490-85AA-4BC7ECB0C2E4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2685045" y="6498465"/>
              <a:ext cx="32101" cy="31866"/>
            </a:xfrm>
            <a:custGeom>
              <a:avLst/>
              <a:gdLst>
                <a:gd name="csX0" fmla="*/ 32377 w 32101"/>
                <a:gd name="csY0" fmla="*/ 16033 h 31866"/>
                <a:gd name="csX1" fmla="*/ 16326 w 32101"/>
                <a:gd name="csY1" fmla="*/ 100 h 31866"/>
                <a:gd name="csX2" fmla="*/ 276 w 32101"/>
                <a:gd name="csY2" fmla="*/ 16033 h 31866"/>
                <a:gd name="csX3" fmla="*/ 16326 w 32101"/>
                <a:gd name="csY3" fmla="*/ 31966 h 31866"/>
                <a:gd name="csX4" fmla="*/ 32377 w 32101"/>
                <a:gd name="csY4" fmla="*/ 16033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377" y="16033"/>
                  </a:moveTo>
                  <a:cubicBezTo>
                    <a:pt x="32377" y="7315"/>
                    <a:pt x="25109" y="100"/>
                    <a:pt x="16326" y="100"/>
                  </a:cubicBezTo>
                  <a:cubicBezTo>
                    <a:pt x="7544" y="100"/>
                    <a:pt x="276" y="7315"/>
                    <a:pt x="276" y="16033"/>
                  </a:cubicBezTo>
                  <a:cubicBezTo>
                    <a:pt x="276" y="24751"/>
                    <a:pt x="7544" y="31966"/>
                    <a:pt x="16326" y="31966"/>
                  </a:cubicBezTo>
                  <a:cubicBezTo>
                    <a:pt x="25109" y="31966"/>
                    <a:pt x="32377" y="24751"/>
                    <a:pt x="32377" y="1603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006F1AD4-0306-BF96-242C-296229EB39F1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2819642" y="6498465"/>
              <a:ext cx="32101" cy="31866"/>
            </a:xfrm>
            <a:custGeom>
              <a:avLst/>
              <a:gdLst>
                <a:gd name="csX0" fmla="*/ 32382 w 32101"/>
                <a:gd name="csY0" fmla="*/ 16033 h 31866"/>
                <a:gd name="csX1" fmla="*/ 16331 w 32101"/>
                <a:gd name="csY1" fmla="*/ 100 h 31866"/>
                <a:gd name="csX2" fmla="*/ 280 w 32101"/>
                <a:gd name="csY2" fmla="*/ 16033 h 31866"/>
                <a:gd name="csX3" fmla="*/ 16331 w 32101"/>
                <a:gd name="csY3" fmla="*/ 31966 h 31866"/>
                <a:gd name="csX4" fmla="*/ 32382 w 32101"/>
                <a:gd name="csY4" fmla="*/ 16033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382" y="16033"/>
                  </a:moveTo>
                  <a:cubicBezTo>
                    <a:pt x="32382" y="7315"/>
                    <a:pt x="25113" y="100"/>
                    <a:pt x="16331" y="100"/>
                  </a:cubicBezTo>
                  <a:cubicBezTo>
                    <a:pt x="7548" y="100"/>
                    <a:pt x="280" y="7315"/>
                    <a:pt x="280" y="16033"/>
                  </a:cubicBezTo>
                  <a:cubicBezTo>
                    <a:pt x="280" y="24751"/>
                    <a:pt x="7548" y="31966"/>
                    <a:pt x="16331" y="31966"/>
                  </a:cubicBezTo>
                  <a:cubicBezTo>
                    <a:pt x="25113" y="31966"/>
                    <a:pt x="32382" y="24751"/>
                    <a:pt x="32382" y="1603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A3DB95BF-39DF-7D4B-94C6-7C3640683496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2940308" y="6325004"/>
              <a:ext cx="216231" cy="205326"/>
            </a:xfrm>
            <a:custGeom>
              <a:avLst/>
              <a:gdLst>
                <a:gd name="csX0" fmla="*/ 79933 w 216231"/>
                <a:gd name="csY0" fmla="*/ 110429 h 205326"/>
                <a:gd name="csX1" fmla="*/ 131416 w 216231"/>
                <a:gd name="csY1" fmla="*/ 110429 h 205326"/>
                <a:gd name="csX2" fmla="*/ 216516 w 216231"/>
                <a:gd name="csY2" fmla="*/ 45494 h 205326"/>
                <a:gd name="csX3" fmla="*/ 156855 w 216231"/>
                <a:gd name="csY3" fmla="*/ 100 h 205326"/>
                <a:gd name="csX4" fmla="*/ 58733 w 216231"/>
                <a:gd name="csY4" fmla="*/ 100 h 205326"/>
                <a:gd name="csX5" fmla="*/ 49648 w 216231"/>
                <a:gd name="csY5" fmla="*/ 5811 h 205326"/>
                <a:gd name="csX6" fmla="*/ 58431 w 216231"/>
                <a:gd name="csY6" fmla="*/ 9419 h 205326"/>
                <a:gd name="csX7" fmla="*/ 71453 w 216231"/>
                <a:gd name="csY7" fmla="*/ 10020 h 205326"/>
                <a:gd name="csX8" fmla="*/ 78116 w 216231"/>
                <a:gd name="csY8" fmla="*/ 14830 h 205326"/>
                <a:gd name="csX9" fmla="*/ 76904 w 216231"/>
                <a:gd name="csY9" fmla="*/ 20542 h 205326"/>
                <a:gd name="csX10" fmla="*/ 36323 w 216231"/>
                <a:gd name="csY10" fmla="*/ 181978 h 205326"/>
                <a:gd name="csX11" fmla="*/ 8764 w 216231"/>
                <a:gd name="csY11" fmla="*/ 196107 h 205326"/>
                <a:gd name="csX12" fmla="*/ 284 w 216231"/>
                <a:gd name="csY12" fmla="*/ 201819 h 205326"/>
                <a:gd name="csX13" fmla="*/ 4827 w 216231"/>
                <a:gd name="csY13" fmla="*/ 205426 h 205326"/>
                <a:gd name="csX14" fmla="*/ 43288 w 216231"/>
                <a:gd name="csY14" fmla="*/ 204524 h 205326"/>
                <a:gd name="csX15" fmla="*/ 62670 w 216231"/>
                <a:gd name="csY15" fmla="*/ 204825 h 205326"/>
                <a:gd name="csX16" fmla="*/ 82355 w 216231"/>
                <a:gd name="csY16" fmla="*/ 205426 h 205326"/>
                <a:gd name="csX17" fmla="*/ 88412 w 216231"/>
                <a:gd name="csY17" fmla="*/ 199414 h 205326"/>
                <a:gd name="csX18" fmla="*/ 79933 w 216231"/>
                <a:gd name="csY18" fmla="*/ 196107 h 205326"/>
                <a:gd name="csX19" fmla="*/ 60248 w 216231"/>
                <a:gd name="csY19" fmla="*/ 190696 h 205326"/>
                <a:gd name="csX20" fmla="*/ 61156 w 216231"/>
                <a:gd name="csY20" fmla="*/ 185585 h 205326"/>
                <a:gd name="csX21" fmla="*/ 79933 w 216231"/>
                <a:gd name="csY21" fmla="*/ 110429 h 205326"/>
                <a:gd name="csX22" fmla="*/ 101737 w 216231"/>
                <a:gd name="csY22" fmla="*/ 20843 h 205326"/>
                <a:gd name="csX23" fmla="*/ 118091 w 216231"/>
                <a:gd name="csY23" fmla="*/ 9419 h 205326"/>
                <a:gd name="csX24" fmla="*/ 147164 w 216231"/>
                <a:gd name="csY24" fmla="*/ 9419 h 205326"/>
                <a:gd name="csX25" fmla="*/ 188351 w 216231"/>
                <a:gd name="csY25" fmla="*/ 38279 h 205326"/>
                <a:gd name="csX26" fmla="*/ 170483 w 216231"/>
                <a:gd name="csY26" fmla="*/ 86680 h 205326"/>
                <a:gd name="csX27" fmla="*/ 123845 w 216231"/>
                <a:gd name="csY27" fmla="*/ 102613 h 205326"/>
                <a:gd name="csX28" fmla="*/ 81144 w 216231"/>
                <a:gd name="csY28" fmla="*/ 102613 h 205326"/>
                <a:gd name="csX29" fmla="*/ 101737 w 216231"/>
                <a:gd name="csY29" fmla="*/ 20843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231" h="205326">
                  <a:moveTo>
                    <a:pt x="79933" y="110429"/>
                  </a:moveTo>
                  <a:lnTo>
                    <a:pt x="131416" y="110429"/>
                  </a:lnTo>
                  <a:cubicBezTo>
                    <a:pt x="174420" y="110429"/>
                    <a:pt x="216516" y="79164"/>
                    <a:pt x="216516" y="45494"/>
                  </a:cubicBezTo>
                  <a:cubicBezTo>
                    <a:pt x="216516" y="22346"/>
                    <a:pt x="196528" y="100"/>
                    <a:pt x="156855" y="100"/>
                  </a:cubicBezTo>
                  <a:lnTo>
                    <a:pt x="58733" y="100"/>
                  </a:lnTo>
                  <a:cubicBezTo>
                    <a:pt x="52979" y="100"/>
                    <a:pt x="49648" y="100"/>
                    <a:pt x="49648" y="5811"/>
                  </a:cubicBezTo>
                  <a:cubicBezTo>
                    <a:pt x="49648" y="9419"/>
                    <a:pt x="52374" y="9419"/>
                    <a:pt x="58431" y="9419"/>
                  </a:cubicBezTo>
                  <a:cubicBezTo>
                    <a:pt x="62368" y="9419"/>
                    <a:pt x="67819" y="9720"/>
                    <a:pt x="71453" y="10020"/>
                  </a:cubicBezTo>
                  <a:cubicBezTo>
                    <a:pt x="76298" y="10621"/>
                    <a:pt x="78116" y="11523"/>
                    <a:pt x="78116" y="14830"/>
                  </a:cubicBezTo>
                  <a:cubicBezTo>
                    <a:pt x="78116" y="16033"/>
                    <a:pt x="77813" y="16935"/>
                    <a:pt x="76904" y="20542"/>
                  </a:cubicBezTo>
                  <a:lnTo>
                    <a:pt x="36323" y="181978"/>
                  </a:lnTo>
                  <a:cubicBezTo>
                    <a:pt x="33294" y="193702"/>
                    <a:pt x="32689" y="196107"/>
                    <a:pt x="8764" y="196107"/>
                  </a:cubicBezTo>
                  <a:cubicBezTo>
                    <a:pt x="3616" y="196107"/>
                    <a:pt x="284" y="196107"/>
                    <a:pt x="284" y="201819"/>
                  </a:cubicBezTo>
                  <a:cubicBezTo>
                    <a:pt x="284" y="205426"/>
                    <a:pt x="3918" y="205426"/>
                    <a:pt x="4827" y="205426"/>
                  </a:cubicBezTo>
                  <a:cubicBezTo>
                    <a:pt x="13307" y="205426"/>
                    <a:pt x="34809" y="204524"/>
                    <a:pt x="43288" y="204524"/>
                  </a:cubicBezTo>
                  <a:cubicBezTo>
                    <a:pt x="49648" y="204524"/>
                    <a:pt x="56311" y="204825"/>
                    <a:pt x="62670" y="204825"/>
                  </a:cubicBezTo>
                  <a:cubicBezTo>
                    <a:pt x="69333" y="204825"/>
                    <a:pt x="75996" y="205426"/>
                    <a:pt x="82355" y="205426"/>
                  </a:cubicBezTo>
                  <a:cubicBezTo>
                    <a:pt x="84475" y="205426"/>
                    <a:pt x="88412" y="205426"/>
                    <a:pt x="88412" y="199414"/>
                  </a:cubicBezTo>
                  <a:cubicBezTo>
                    <a:pt x="88412" y="196107"/>
                    <a:pt x="85687" y="196107"/>
                    <a:pt x="79933" y="196107"/>
                  </a:cubicBezTo>
                  <a:cubicBezTo>
                    <a:pt x="68727" y="196107"/>
                    <a:pt x="60248" y="196107"/>
                    <a:pt x="60248" y="190696"/>
                  </a:cubicBezTo>
                  <a:cubicBezTo>
                    <a:pt x="60248" y="188892"/>
                    <a:pt x="60853" y="187389"/>
                    <a:pt x="61156" y="185585"/>
                  </a:cubicBezTo>
                  <a:lnTo>
                    <a:pt x="79933" y="110429"/>
                  </a:lnTo>
                  <a:close/>
                  <a:moveTo>
                    <a:pt x="101737" y="20843"/>
                  </a:moveTo>
                  <a:cubicBezTo>
                    <a:pt x="104463" y="10321"/>
                    <a:pt x="105069" y="9419"/>
                    <a:pt x="118091" y="9419"/>
                  </a:cubicBezTo>
                  <a:lnTo>
                    <a:pt x="147164" y="9419"/>
                  </a:lnTo>
                  <a:cubicBezTo>
                    <a:pt x="172300" y="9419"/>
                    <a:pt x="188351" y="17536"/>
                    <a:pt x="188351" y="38279"/>
                  </a:cubicBezTo>
                  <a:cubicBezTo>
                    <a:pt x="188351" y="50003"/>
                    <a:pt x="182294" y="75857"/>
                    <a:pt x="170483" y="86680"/>
                  </a:cubicBezTo>
                  <a:cubicBezTo>
                    <a:pt x="155341" y="100208"/>
                    <a:pt x="137170" y="102613"/>
                    <a:pt x="123845" y="102613"/>
                  </a:cubicBezTo>
                  <a:lnTo>
                    <a:pt x="81144" y="102613"/>
                  </a:lnTo>
                  <a:lnTo>
                    <a:pt x="101737" y="2084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1955673-FF6B-8912-1A34-0BFB5B082C24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3194668" y="6304863"/>
              <a:ext cx="70260" cy="300624"/>
            </a:xfrm>
            <a:custGeom>
              <a:avLst/>
              <a:gdLst>
                <a:gd name="csX0" fmla="*/ 70552 w 70260"/>
                <a:gd name="csY0" fmla="*/ 297718 h 300624"/>
                <a:gd name="csX1" fmla="*/ 65404 w 70260"/>
                <a:gd name="csY1" fmla="*/ 291104 h 300624"/>
                <a:gd name="csX2" fmla="*/ 17857 w 70260"/>
                <a:gd name="csY2" fmla="*/ 150412 h 300624"/>
                <a:gd name="csX3" fmla="*/ 66615 w 70260"/>
                <a:gd name="csY3" fmla="*/ 8216 h 300624"/>
                <a:gd name="csX4" fmla="*/ 70552 w 70260"/>
                <a:gd name="csY4" fmla="*/ 3106 h 300624"/>
                <a:gd name="csX5" fmla="*/ 67524 w 70260"/>
                <a:gd name="csY5" fmla="*/ 100 h 300624"/>
                <a:gd name="csX6" fmla="*/ 19371 w 70260"/>
                <a:gd name="csY6" fmla="*/ 58721 h 300624"/>
                <a:gd name="csX7" fmla="*/ 292 w 70260"/>
                <a:gd name="csY7" fmla="*/ 150412 h 300624"/>
                <a:gd name="csX8" fmla="*/ 20280 w 70260"/>
                <a:gd name="csY8" fmla="*/ 244207 h 300624"/>
                <a:gd name="csX9" fmla="*/ 67524 w 70260"/>
                <a:gd name="csY9" fmla="*/ 300724 h 300624"/>
                <a:gd name="csX10" fmla="*/ 70552 w 70260"/>
                <a:gd name="csY10" fmla="*/ 297718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552" y="297718"/>
                  </a:moveTo>
                  <a:cubicBezTo>
                    <a:pt x="70552" y="296816"/>
                    <a:pt x="70552" y="296215"/>
                    <a:pt x="65404" y="291104"/>
                  </a:cubicBezTo>
                  <a:cubicBezTo>
                    <a:pt x="27548" y="253226"/>
                    <a:pt x="17857" y="196408"/>
                    <a:pt x="17857" y="150412"/>
                  </a:cubicBezTo>
                  <a:cubicBezTo>
                    <a:pt x="17857" y="98103"/>
                    <a:pt x="29365" y="45795"/>
                    <a:pt x="66615" y="8216"/>
                  </a:cubicBezTo>
                  <a:cubicBezTo>
                    <a:pt x="70552" y="4609"/>
                    <a:pt x="70552" y="4008"/>
                    <a:pt x="70552" y="3106"/>
                  </a:cubicBezTo>
                  <a:cubicBezTo>
                    <a:pt x="70552" y="1002"/>
                    <a:pt x="69341" y="100"/>
                    <a:pt x="67524" y="100"/>
                  </a:cubicBezTo>
                  <a:cubicBezTo>
                    <a:pt x="64495" y="100"/>
                    <a:pt x="37239" y="20542"/>
                    <a:pt x="19371" y="58721"/>
                  </a:cubicBezTo>
                  <a:cubicBezTo>
                    <a:pt x="3926" y="91790"/>
                    <a:pt x="292" y="125159"/>
                    <a:pt x="292" y="150412"/>
                  </a:cubicBezTo>
                  <a:cubicBezTo>
                    <a:pt x="292" y="173861"/>
                    <a:pt x="3623" y="210236"/>
                    <a:pt x="20280" y="244207"/>
                  </a:cubicBezTo>
                  <a:cubicBezTo>
                    <a:pt x="38451" y="281184"/>
                    <a:pt x="64495" y="300724"/>
                    <a:pt x="67524" y="300724"/>
                  </a:cubicBezTo>
                  <a:cubicBezTo>
                    <a:pt x="69341" y="300724"/>
                    <a:pt x="70552" y="299822"/>
                    <a:pt x="70552" y="2977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BD5735E-3B75-5F24-08BE-6ABCBE8D2E46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3291243" y="6397455"/>
              <a:ext cx="150816" cy="136182"/>
            </a:xfrm>
            <a:custGeom>
              <a:avLst/>
              <a:gdLst>
                <a:gd name="csX0" fmla="*/ 92664 w 150816"/>
                <a:gd name="csY0" fmla="*/ 42187 h 136182"/>
                <a:gd name="csX1" fmla="*/ 122645 w 150816"/>
                <a:gd name="csY1" fmla="*/ 6713 h 136182"/>
                <a:gd name="csX2" fmla="*/ 137788 w 150816"/>
                <a:gd name="csY2" fmla="*/ 10621 h 136182"/>
                <a:gd name="csX3" fmla="*/ 123251 w 150816"/>
                <a:gd name="csY3" fmla="*/ 26855 h 136182"/>
                <a:gd name="csX4" fmla="*/ 134759 w 150816"/>
                <a:gd name="csY4" fmla="*/ 37377 h 136182"/>
                <a:gd name="csX5" fmla="*/ 151113 w 150816"/>
                <a:gd name="csY5" fmla="*/ 19941 h 136182"/>
                <a:gd name="csX6" fmla="*/ 122948 w 150816"/>
                <a:gd name="csY6" fmla="*/ 100 h 136182"/>
                <a:gd name="csX7" fmla="*/ 91150 w 150816"/>
                <a:gd name="csY7" fmla="*/ 22947 h 136182"/>
                <a:gd name="csX8" fmla="*/ 58442 w 150816"/>
                <a:gd name="csY8" fmla="*/ 100 h 136182"/>
                <a:gd name="csX9" fmla="*/ 9684 w 150816"/>
                <a:gd name="csY9" fmla="*/ 46396 h 136182"/>
                <a:gd name="csX10" fmla="*/ 13318 w 150816"/>
                <a:gd name="csY10" fmla="*/ 49402 h 136182"/>
                <a:gd name="csX11" fmla="*/ 17255 w 150816"/>
                <a:gd name="csY11" fmla="*/ 46095 h 136182"/>
                <a:gd name="csX12" fmla="*/ 57837 w 150816"/>
                <a:gd name="csY12" fmla="*/ 6713 h 136182"/>
                <a:gd name="csX13" fmla="*/ 74190 w 150816"/>
                <a:gd name="csY13" fmla="*/ 26855 h 136182"/>
                <a:gd name="csX14" fmla="*/ 57837 w 150816"/>
                <a:gd name="csY14" fmla="*/ 98404 h 136182"/>
                <a:gd name="csX15" fmla="*/ 29066 w 150816"/>
                <a:gd name="csY15" fmla="*/ 129669 h 136182"/>
                <a:gd name="csX16" fmla="*/ 13924 w 150816"/>
                <a:gd name="csY16" fmla="*/ 125761 h 136182"/>
                <a:gd name="csX17" fmla="*/ 28158 w 150816"/>
                <a:gd name="csY17" fmla="*/ 109527 h 136182"/>
                <a:gd name="csX18" fmla="*/ 16952 w 150816"/>
                <a:gd name="csY18" fmla="*/ 99005 h 136182"/>
                <a:gd name="csX19" fmla="*/ 296 w 150816"/>
                <a:gd name="csY19" fmla="*/ 116441 h 136182"/>
                <a:gd name="csX20" fmla="*/ 28763 w 150816"/>
                <a:gd name="csY20" fmla="*/ 136283 h 136182"/>
                <a:gd name="csX21" fmla="*/ 60562 w 150816"/>
                <a:gd name="csY21" fmla="*/ 113435 h 136182"/>
                <a:gd name="csX22" fmla="*/ 93269 w 150816"/>
                <a:gd name="csY22" fmla="*/ 136283 h 136182"/>
                <a:gd name="csX23" fmla="*/ 141725 w 150816"/>
                <a:gd name="csY23" fmla="*/ 89986 h 136182"/>
                <a:gd name="csX24" fmla="*/ 138090 w 150816"/>
                <a:gd name="csY24" fmla="*/ 86980 h 136182"/>
                <a:gd name="csX25" fmla="*/ 134153 w 150816"/>
                <a:gd name="csY25" fmla="*/ 90287 h 136182"/>
                <a:gd name="csX26" fmla="*/ 93875 w 150816"/>
                <a:gd name="csY26" fmla="*/ 129669 h 136182"/>
                <a:gd name="csX27" fmla="*/ 77219 w 150816"/>
                <a:gd name="csY27" fmla="*/ 109828 h 136182"/>
                <a:gd name="csX28" fmla="*/ 82367 w 150816"/>
                <a:gd name="csY28" fmla="*/ 83373 h 136182"/>
                <a:gd name="csX29" fmla="*/ 92664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664" y="42187"/>
                  </a:moveTo>
                  <a:cubicBezTo>
                    <a:pt x="94481" y="34371"/>
                    <a:pt x="101446" y="6713"/>
                    <a:pt x="122645" y="6713"/>
                  </a:cubicBezTo>
                  <a:cubicBezTo>
                    <a:pt x="124160" y="6713"/>
                    <a:pt x="131428" y="6713"/>
                    <a:pt x="137788" y="10621"/>
                  </a:cubicBezTo>
                  <a:cubicBezTo>
                    <a:pt x="129308" y="12125"/>
                    <a:pt x="123251" y="19640"/>
                    <a:pt x="123251" y="26855"/>
                  </a:cubicBezTo>
                  <a:cubicBezTo>
                    <a:pt x="123251" y="31665"/>
                    <a:pt x="126582" y="37377"/>
                    <a:pt x="134759" y="37377"/>
                  </a:cubicBezTo>
                  <a:cubicBezTo>
                    <a:pt x="141422" y="37377"/>
                    <a:pt x="151113" y="31966"/>
                    <a:pt x="151113" y="19941"/>
                  </a:cubicBezTo>
                  <a:cubicBezTo>
                    <a:pt x="151113" y="4308"/>
                    <a:pt x="133245" y="100"/>
                    <a:pt x="122948" y="100"/>
                  </a:cubicBezTo>
                  <a:cubicBezTo>
                    <a:pt x="105383" y="100"/>
                    <a:pt x="94784" y="16033"/>
                    <a:pt x="91150" y="22947"/>
                  </a:cubicBezTo>
                  <a:cubicBezTo>
                    <a:pt x="83578" y="3106"/>
                    <a:pt x="67225" y="100"/>
                    <a:pt x="58442" y="100"/>
                  </a:cubicBezTo>
                  <a:cubicBezTo>
                    <a:pt x="26946" y="100"/>
                    <a:pt x="9684" y="38880"/>
                    <a:pt x="9684" y="46396"/>
                  </a:cubicBezTo>
                  <a:cubicBezTo>
                    <a:pt x="9684" y="49402"/>
                    <a:pt x="12713" y="49402"/>
                    <a:pt x="13318" y="49402"/>
                  </a:cubicBezTo>
                  <a:cubicBezTo>
                    <a:pt x="15741" y="49402"/>
                    <a:pt x="16650" y="48801"/>
                    <a:pt x="17255" y="46095"/>
                  </a:cubicBezTo>
                  <a:cubicBezTo>
                    <a:pt x="27552" y="14229"/>
                    <a:pt x="47540" y="6713"/>
                    <a:pt x="57837" y="6713"/>
                  </a:cubicBezTo>
                  <a:cubicBezTo>
                    <a:pt x="63591" y="6713"/>
                    <a:pt x="74190" y="9419"/>
                    <a:pt x="74190" y="26855"/>
                  </a:cubicBezTo>
                  <a:cubicBezTo>
                    <a:pt x="74190" y="36175"/>
                    <a:pt x="69042" y="56316"/>
                    <a:pt x="57837" y="98404"/>
                  </a:cubicBezTo>
                  <a:cubicBezTo>
                    <a:pt x="52991" y="117043"/>
                    <a:pt x="42391" y="129669"/>
                    <a:pt x="29066" y="129669"/>
                  </a:cubicBezTo>
                  <a:cubicBezTo>
                    <a:pt x="27249" y="129669"/>
                    <a:pt x="20284" y="129669"/>
                    <a:pt x="13924" y="125761"/>
                  </a:cubicBezTo>
                  <a:cubicBezTo>
                    <a:pt x="21495" y="124258"/>
                    <a:pt x="28158" y="117945"/>
                    <a:pt x="28158" y="109527"/>
                  </a:cubicBezTo>
                  <a:cubicBezTo>
                    <a:pt x="28158" y="101410"/>
                    <a:pt x="21495" y="99005"/>
                    <a:pt x="16952" y="99005"/>
                  </a:cubicBezTo>
                  <a:cubicBezTo>
                    <a:pt x="7867" y="99005"/>
                    <a:pt x="296" y="106821"/>
                    <a:pt x="296" y="116441"/>
                  </a:cubicBezTo>
                  <a:cubicBezTo>
                    <a:pt x="296" y="130270"/>
                    <a:pt x="15438" y="136283"/>
                    <a:pt x="28763" y="136283"/>
                  </a:cubicBezTo>
                  <a:cubicBezTo>
                    <a:pt x="48751" y="136283"/>
                    <a:pt x="59654" y="115239"/>
                    <a:pt x="60562" y="113435"/>
                  </a:cubicBezTo>
                  <a:cubicBezTo>
                    <a:pt x="64196" y="124558"/>
                    <a:pt x="75099" y="136283"/>
                    <a:pt x="93269" y="136283"/>
                  </a:cubicBezTo>
                  <a:cubicBezTo>
                    <a:pt x="124462" y="136283"/>
                    <a:pt x="141725" y="97502"/>
                    <a:pt x="141725" y="89986"/>
                  </a:cubicBezTo>
                  <a:cubicBezTo>
                    <a:pt x="141725" y="86980"/>
                    <a:pt x="138999" y="86980"/>
                    <a:pt x="138090" y="86980"/>
                  </a:cubicBezTo>
                  <a:cubicBezTo>
                    <a:pt x="135365" y="86980"/>
                    <a:pt x="134759" y="88183"/>
                    <a:pt x="134153" y="90287"/>
                  </a:cubicBezTo>
                  <a:cubicBezTo>
                    <a:pt x="124160" y="122454"/>
                    <a:pt x="103566" y="129669"/>
                    <a:pt x="93875" y="129669"/>
                  </a:cubicBezTo>
                  <a:cubicBezTo>
                    <a:pt x="82064" y="129669"/>
                    <a:pt x="77219" y="120049"/>
                    <a:pt x="77219" y="109828"/>
                  </a:cubicBezTo>
                  <a:cubicBezTo>
                    <a:pt x="77219" y="103214"/>
                    <a:pt x="79036" y="96600"/>
                    <a:pt x="82367" y="83373"/>
                  </a:cubicBezTo>
                  <a:lnTo>
                    <a:pt x="92664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2C251AC-E002-4B15-9851-944350772257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3465508" y="6482621"/>
              <a:ext cx="129526" cy="94907"/>
            </a:xfrm>
            <a:custGeom>
              <a:avLst/>
              <a:gdLst>
                <a:gd name="csX0" fmla="*/ 16201 w 129526"/>
                <a:gd name="csY0" fmla="*/ 79646 h 94907"/>
                <a:gd name="csX1" fmla="*/ 14081 w 129526"/>
                <a:gd name="csY1" fmla="*/ 88274 h 94907"/>
                <a:gd name="csX2" fmla="*/ 21289 w 129526"/>
                <a:gd name="csY2" fmla="*/ 95008 h 94907"/>
                <a:gd name="csX3" fmla="*/ 29557 w 129526"/>
                <a:gd name="csY3" fmla="*/ 90379 h 94907"/>
                <a:gd name="csX4" fmla="*/ 33372 w 129526"/>
                <a:gd name="csY4" fmla="*/ 77332 h 94907"/>
                <a:gd name="csX5" fmla="*/ 38036 w 129526"/>
                <a:gd name="csY5" fmla="*/ 58392 h 94907"/>
                <a:gd name="csX6" fmla="*/ 41640 w 129526"/>
                <a:gd name="csY6" fmla="*/ 44293 h 94907"/>
                <a:gd name="csX7" fmla="*/ 50544 w 129526"/>
                <a:gd name="csY7" fmla="*/ 25354 h 94907"/>
                <a:gd name="csX8" fmla="*/ 82342 w 129526"/>
                <a:gd name="csY8" fmla="*/ 5993 h 94907"/>
                <a:gd name="csX9" fmla="*/ 94850 w 129526"/>
                <a:gd name="csY9" fmla="*/ 20724 h 94907"/>
                <a:gd name="csX10" fmla="*/ 82342 w 129526"/>
                <a:gd name="csY10" fmla="*/ 65547 h 94907"/>
                <a:gd name="csX11" fmla="*/ 79163 w 129526"/>
                <a:gd name="csY11" fmla="*/ 76911 h 94907"/>
                <a:gd name="csX12" fmla="*/ 99302 w 129526"/>
                <a:gd name="csY12" fmla="*/ 95008 h 94907"/>
                <a:gd name="csX13" fmla="*/ 129829 w 129526"/>
                <a:gd name="csY13" fmla="*/ 62811 h 94907"/>
                <a:gd name="csX14" fmla="*/ 126437 w 129526"/>
                <a:gd name="csY14" fmla="*/ 60076 h 94907"/>
                <a:gd name="csX15" fmla="*/ 122409 w 129526"/>
                <a:gd name="csY15" fmla="*/ 63653 h 94907"/>
                <a:gd name="csX16" fmla="*/ 99938 w 129526"/>
                <a:gd name="csY16" fmla="*/ 89116 h 94907"/>
                <a:gd name="csX17" fmla="*/ 94638 w 129526"/>
                <a:gd name="csY17" fmla="*/ 81751 h 94907"/>
                <a:gd name="csX18" fmla="*/ 99514 w 129526"/>
                <a:gd name="csY18" fmla="*/ 64705 h 94907"/>
                <a:gd name="csX19" fmla="*/ 110749 w 129526"/>
                <a:gd name="csY19" fmla="*/ 24091 h 94907"/>
                <a:gd name="csX20" fmla="*/ 83190 w 129526"/>
                <a:gd name="csY20" fmla="*/ 101 h 94907"/>
                <a:gd name="csX21" fmla="*/ 47364 w 129526"/>
                <a:gd name="csY21" fmla="*/ 19251 h 94907"/>
                <a:gd name="csX22" fmla="*/ 24681 w 129526"/>
                <a:gd name="csY22" fmla="*/ 101 h 94907"/>
                <a:gd name="csX23" fmla="*/ 7933 w 129526"/>
                <a:gd name="csY23" fmla="*/ 11465 h 94907"/>
                <a:gd name="csX24" fmla="*/ 302 w 129526"/>
                <a:gd name="csY24" fmla="*/ 32298 h 94907"/>
                <a:gd name="csX25" fmla="*/ 3906 w 129526"/>
                <a:gd name="csY25" fmla="*/ 35034 h 94907"/>
                <a:gd name="csX26" fmla="*/ 8569 w 129526"/>
                <a:gd name="csY26" fmla="*/ 28721 h 94907"/>
                <a:gd name="csX27" fmla="*/ 24045 w 129526"/>
                <a:gd name="csY27" fmla="*/ 5993 h 94907"/>
                <a:gd name="csX28" fmla="*/ 31040 w 129526"/>
                <a:gd name="csY28" fmla="*/ 16305 h 94907"/>
                <a:gd name="csX29" fmla="*/ 27649 w 129526"/>
                <a:gd name="csY29" fmla="*/ 33771 h 94907"/>
                <a:gd name="csX30" fmla="*/ 22985 w 129526"/>
                <a:gd name="csY30" fmla="*/ 52710 h 94907"/>
                <a:gd name="csX31" fmla="*/ 16201 w 129526"/>
                <a:gd name="csY31" fmla="*/ 79646 h 94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526" h="94907">
                  <a:moveTo>
                    <a:pt x="16201" y="79646"/>
                  </a:moveTo>
                  <a:cubicBezTo>
                    <a:pt x="15353" y="82382"/>
                    <a:pt x="14081" y="87643"/>
                    <a:pt x="14081" y="88274"/>
                  </a:cubicBezTo>
                  <a:cubicBezTo>
                    <a:pt x="14081" y="92904"/>
                    <a:pt x="17897" y="95008"/>
                    <a:pt x="21289" y="95008"/>
                  </a:cubicBezTo>
                  <a:cubicBezTo>
                    <a:pt x="25105" y="95008"/>
                    <a:pt x="28497" y="92273"/>
                    <a:pt x="29557" y="90379"/>
                  </a:cubicBezTo>
                  <a:cubicBezTo>
                    <a:pt x="30616" y="88485"/>
                    <a:pt x="32312" y="81751"/>
                    <a:pt x="33372" y="77332"/>
                  </a:cubicBezTo>
                  <a:cubicBezTo>
                    <a:pt x="34432" y="73333"/>
                    <a:pt x="36764" y="63653"/>
                    <a:pt x="38036" y="58392"/>
                  </a:cubicBezTo>
                  <a:cubicBezTo>
                    <a:pt x="39308" y="53763"/>
                    <a:pt x="40580" y="49133"/>
                    <a:pt x="41640" y="44293"/>
                  </a:cubicBezTo>
                  <a:cubicBezTo>
                    <a:pt x="43972" y="35665"/>
                    <a:pt x="44396" y="33982"/>
                    <a:pt x="50544" y="25354"/>
                  </a:cubicBezTo>
                  <a:cubicBezTo>
                    <a:pt x="56479" y="16936"/>
                    <a:pt x="66443" y="5993"/>
                    <a:pt x="82342" y="5993"/>
                  </a:cubicBezTo>
                  <a:cubicBezTo>
                    <a:pt x="94638" y="5993"/>
                    <a:pt x="94850" y="16726"/>
                    <a:pt x="94850" y="20724"/>
                  </a:cubicBezTo>
                  <a:cubicBezTo>
                    <a:pt x="94850" y="33350"/>
                    <a:pt x="85734" y="56709"/>
                    <a:pt x="82342" y="65547"/>
                  </a:cubicBezTo>
                  <a:cubicBezTo>
                    <a:pt x="80011" y="71439"/>
                    <a:pt x="79163" y="73333"/>
                    <a:pt x="79163" y="76911"/>
                  </a:cubicBezTo>
                  <a:cubicBezTo>
                    <a:pt x="79163" y="88064"/>
                    <a:pt x="88490" y="95008"/>
                    <a:pt x="99302" y="95008"/>
                  </a:cubicBezTo>
                  <a:cubicBezTo>
                    <a:pt x="120501" y="95008"/>
                    <a:pt x="129829" y="65968"/>
                    <a:pt x="129829" y="62811"/>
                  </a:cubicBezTo>
                  <a:cubicBezTo>
                    <a:pt x="129829" y="60076"/>
                    <a:pt x="127073" y="60076"/>
                    <a:pt x="126437" y="60076"/>
                  </a:cubicBezTo>
                  <a:cubicBezTo>
                    <a:pt x="123469" y="60076"/>
                    <a:pt x="123257" y="61338"/>
                    <a:pt x="122409" y="63653"/>
                  </a:cubicBezTo>
                  <a:cubicBezTo>
                    <a:pt x="117533" y="80488"/>
                    <a:pt x="108417" y="89116"/>
                    <a:pt x="99938" y="89116"/>
                  </a:cubicBezTo>
                  <a:cubicBezTo>
                    <a:pt x="95486" y="89116"/>
                    <a:pt x="94638" y="86170"/>
                    <a:pt x="94638" y="81751"/>
                  </a:cubicBezTo>
                  <a:cubicBezTo>
                    <a:pt x="94638" y="76911"/>
                    <a:pt x="95698" y="74175"/>
                    <a:pt x="99514" y="64705"/>
                  </a:cubicBezTo>
                  <a:cubicBezTo>
                    <a:pt x="102058" y="58182"/>
                    <a:pt x="110749" y="35875"/>
                    <a:pt x="110749" y="24091"/>
                  </a:cubicBezTo>
                  <a:cubicBezTo>
                    <a:pt x="110749" y="3679"/>
                    <a:pt x="94426" y="101"/>
                    <a:pt x="83190" y="101"/>
                  </a:cubicBezTo>
                  <a:cubicBezTo>
                    <a:pt x="65595" y="101"/>
                    <a:pt x="53724" y="10833"/>
                    <a:pt x="47364" y="19251"/>
                  </a:cubicBezTo>
                  <a:cubicBezTo>
                    <a:pt x="45880" y="4731"/>
                    <a:pt x="33372" y="101"/>
                    <a:pt x="24681" y="101"/>
                  </a:cubicBezTo>
                  <a:cubicBezTo>
                    <a:pt x="15565" y="101"/>
                    <a:pt x="10689" y="6625"/>
                    <a:pt x="7933" y="11465"/>
                  </a:cubicBezTo>
                  <a:cubicBezTo>
                    <a:pt x="3270" y="19251"/>
                    <a:pt x="302" y="31246"/>
                    <a:pt x="302" y="32298"/>
                  </a:cubicBezTo>
                  <a:cubicBezTo>
                    <a:pt x="302" y="35034"/>
                    <a:pt x="3270" y="35034"/>
                    <a:pt x="3906" y="35034"/>
                  </a:cubicBezTo>
                  <a:cubicBezTo>
                    <a:pt x="6873" y="35034"/>
                    <a:pt x="7085" y="34402"/>
                    <a:pt x="8569" y="28721"/>
                  </a:cubicBezTo>
                  <a:cubicBezTo>
                    <a:pt x="11749" y="16305"/>
                    <a:pt x="15777" y="5993"/>
                    <a:pt x="24045" y="5993"/>
                  </a:cubicBezTo>
                  <a:cubicBezTo>
                    <a:pt x="29557" y="5993"/>
                    <a:pt x="31040" y="10623"/>
                    <a:pt x="31040" y="16305"/>
                  </a:cubicBezTo>
                  <a:cubicBezTo>
                    <a:pt x="31040" y="20303"/>
                    <a:pt x="29133" y="28089"/>
                    <a:pt x="27649" y="33771"/>
                  </a:cubicBezTo>
                  <a:cubicBezTo>
                    <a:pt x="26165" y="39453"/>
                    <a:pt x="24045" y="48081"/>
                    <a:pt x="22985" y="52710"/>
                  </a:cubicBezTo>
                  <a:lnTo>
                    <a:pt x="16201" y="79646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CB7A588-7860-6D4B-BB60-0346279BA1C0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3740553" y="6304863"/>
              <a:ext cx="12113" cy="300624"/>
            </a:xfrm>
            <a:custGeom>
              <a:avLst/>
              <a:gdLst>
                <a:gd name="csX0" fmla="*/ 12424 w 12113"/>
                <a:gd name="csY0" fmla="*/ 10922 h 300624"/>
                <a:gd name="csX1" fmla="*/ 6367 w 12113"/>
                <a:gd name="csY1" fmla="*/ 100 h 300624"/>
                <a:gd name="csX2" fmla="*/ 310 w 12113"/>
                <a:gd name="csY2" fmla="*/ 10922 h 300624"/>
                <a:gd name="csX3" fmla="*/ 310 w 12113"/>
                <a:gd name="csY3" fmla="*/ 289902 h 300624"/>
                <a:gd name="csX4" fmla="*/ 6367 w 12113"/>
                <a:gd name="csY4" fmla="*/ 300724 h 300624"/>
                <a:gd name="csX5" fmla="*/ 12424 w 12113"/>
                <a:gd name="csY5" fmla="*/ 289902 h 300624"/>
                <a:gd name="csX6" fmla="*/ 12424 w 12113"/>
                <a:gd name="csY6" fmla="*/ 1092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13" h="300624">
                  <a:moveTo>
                    <a:pt x="12424" y="10922"/>
                  </a:moveTo>
                  <a:cubicBezTo>
                    <a:pt x="12424" y="5511"/>
                    <a:pt x="12424" y="100"/>
                    <a:pt x="6367" y="100"/>
                  </a:cubicBezTo>
                  <a:cubicBezTo>
                    <a:pt x="310" y="100"/>
                    <a:pt x="310" y="5511"/>
                    <a:pt x="310" y="10922"/>
                  </a:cubicBezTo>
                  <a:lnTo>
                    <a:pt x="310" y="289902"/>
                  </a:lnTo>
                  <a:cubicBezTo>
                    <a:pt x="310" y="295313"/>
                    <a:pt x="310" y="300724"/>
                    <a:pt x="6367" y="300724"/>
                  </a:cubicBezTo>
                  <a:cubicBezTo>
                    <a:pt x="12424" y="300724"/>
                    <a:pt x="12424" y="295313"/>
                    <a:pt x="12424" y="289902"/>
                  </a:cubicBezTo>
                  <a:lnTo>
                    <a:pt x="12424" y="1092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9C55B661-BEFB-5F97-2916-874A1EEADB46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3881543" y="6397455"/>
              <a:ext cx="150816" cy="136182"/>
            </a:xfrm>
            <a:custGeom>
              <a:avLst/>
              <a:gdLst>
                <a:gd name="csX0" fmla="*/ 92683 w 150816"/>
                <a:gd name="csY0" fmla="*/ 42187 h 136182"/>
                <a:gd name="csX1" fmla="*/ 122665 w 150816"/>
                <a:gd name="csY1" fmla="*/ 6713 h 136182"/>
                <a:gd name="csX2" fmla="*/ 137807 w 150816"/>
                <a:gd name="csY2" fmla="*/ 10621 h 136182"/>
                <a:gd name="csX3" fmla="*/ 123270 w 150816"/>
                <a:gd name="csY3" fmla="*/ 26855 h 136182"/>
                <a:gd name="csX4" fmla="*/ 134779 w 150816"/>
                <a:gd name="csY4" fmla="*/ 37377 h 136182"/>
                <a:gd name="csX5" fmla="*/ 151132 w 150816"/>
                <a:gd name="csY5" fmla="*/ 19941 h 136182"/>
                <a:gd name="csX6" fmla="*/ 122968 w 150816"/>
                <a:gd name="csY6" fmla="*/ 100 h 136182"/>
                <a:gd name="csX7" fmla="*/ 91169 w 150816"/>
                <a:gd name="csY7" fmla="*/ 22947 h 136182"/>
                <a:gd name="csX8" fmla="*/ 58462 w 150816"/>
                <a:gd name="csY8" fmla="*/ 100 h 136182"/>
                <a:gd name="csX9" fmla="*/ 9704 w 150816"/>
                <a:gd name="csY9" fmla="*/ 46396 h 136182"/>
                <a:gd name="csX10" fmla="*/ 13338 w 150816"/>
                <a:gd name="csY10" fmla="*/ 49402 h 136182"/>
                <a:gd name="csX11" fmla="*/ 17275 w 150816"/>
                <a:gd name="csY11" fmla="*/ 46095 h 136182"/>
                <a:gd name="csX12" fmla="*/ 57856 w 150816"/>
                <a:gd name="csY12" fmla="*/ 6713 h 136182"/>
                <a:gd name="csX13" fmla="*/ 74210 w 150816"/>
                <a:gd name="csY13" fmla="*/ 26855 h 136182"/>
                <a:gd name="csX14" fmla="*/ 57856 w 150816"/>
                <a:gd name="csY14" fmla="*/ 98404 h 136182"/>
                <a:gd name="csX15" fmla="*/ 29086 w 150816"/>
                <a:gd name="csY15" fmla="*/ 129669 h 136182"/>
                <a:gd name="csX16" fmla="*/ 13943 w 150816"/>
                <a:gd name="csY16" fmla="*/ 125761 h 136182"/>
                <a:gd name="csX17" fmla="*/ 28177 w 150816"/>
                <a:gd name="csY17" fmla="*/ 109527 h 136182"/>
                <a:gd name="csX18" fmla="*/ 16972 w 150816"/>
                <a:gd name="csY18" fmla="*/ 99005 h 136182"/>
                <a:gd name="csX19" fmla="*/ 315 w 150816"/>
                <a:gd name="csY19" fmla="*/ 116441 h 136182"/>
                <a:gd name="csX20" fmla="*/ 28783 w 150816"/>
                <a:gd name="csY20" fmla="*/ 136283 h 136182"/>
                <a:gd name="csX21" fmla="*/ 60582 w 150816"/>
                <a:gd name="csY21" fmla="*/ 113435 h 136182"/>
                <a:gd name="csX22" fmla="*/ 93289 w 150816"/>
                <a:gd name="csY22" fmla="*/ 136283 h 136182"/>
                <a:gd name="csX23" fmla="*/ 141744 w 150816"/>
                <a:gd name="csY23" fmla="*/ 89986 h 136182"/>
                <a:gd name="csX24" fmla="*/ 138110 w 150816"/>
                <a:gd name="csY24" fmla="*/ 86980 h 136182"/>
                <a:gd name="csX25" fmla="*/ 134173 w 150816"/>
                <a:gd name="csY25" fmla="*/ 90287 h 136182"/>
                <a:gd name="csX26" fmla="*/ 93895 w 150816"/>
                <a:gd name="csY26" fmla="*/ 129669 h 136182"/>
                <a:gd name="csX27" fmla="*/ 77238 w 150816"/>
                <a:gd name="csY27" fmla="*/ 109828 h 136182"/>
                <a:gd name="csX28" fmla="*/ 82386 w 150816"/>
                <a:gd name="csY28" fmla="*/ 83373 h 136182"/>
                <a:gd name="csX29" fmla="*/ 92683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683" y="42187"/>
                  </a:moveTo>
                  <a:cubicBezTo>
                    <a:pt x="94500" y="34371"/>
                    <a:pt x="101466" y="6713"/>
                    <a:pt x="122665" y="6713"/>
                  </a:cubicBezTo>
                  <a:cubicBezTo>
                    <a:pt x="124179" y="6713"/>
                    <a:pt x="131447" y="6713"/>
                    <a:pt x="137807" y="10621"/>
                  </a:cubicBezTo>
                  <a:cubicBezTo>
                    <a:pt x="129327" y="12125"/>
                    <a:pt x="123270" y="19640"/>
                    <a:pt x="123270" y="26855"/>
                  </a:cubicBezTo>
                  <a:cubicBezTo>
                    <a:pt x="123270" y="31665"/>
                    <a:pt x="126602" y="37377"/>
                    <a:pt x="134779" y="37377"/>
                  </a:cubicBezTo>
                  <a:cubicBezTo>
                    <a:pt x="141441" y="37377"/>
                    <a:pt x="151132" y="31966"/>
                    <a:pt x="151132" y="19941"/>
                  </a:cubicBezTo>
                  <a:cubicBezTo>
                    <a:pt x="151132" y="4308"/>
                    <a:pt x="133264" y="100"/>
                    <a:pt x="122968" y="100"/>
                  </a:cubicBezTo>
                  <a:cubicBezTo>
                    <a:pt x="105403" y="100"/>
                    <a:pt x="94803" y="16033"/>
                    <a:pt x="91169" y="22947"/>
                  </a:cubicBezTo>
                  <a:cubicBezTo>
                    <a:pt x="83598" y="3106"/>
                    <a:pt x="67244" y="100"/>
                    <a:pt x="58462" y="100"/>
                  </a:cubicBezTo>
                  <a:cubicBezTo>
                    <a:pt x="26966" y="100"/>
                    <a:pt x="9704" y="38880"/>
                    <a:pt x="9704" y="46396"/>
                  </a:cubicBezTo>
                  <a:cubicBezTo>
                    <a:pt x="9704" y="49402"/>
                    <a:pt x="12732" y="49402"/>
                    <a:pt x="13338" y="49402"/>
                  </a:cubicBezTo>
                  <a:cubicBezTo>
                    <a:pt x="15761" y="49402"/>
                    <a:pt x="16669" y="48801"/>
                    <a:pt x="17275" y="46095"/>
                  </a:cubicBezTo>
                  <a:cubicBezTo>
                    <a:pt x="27571" y="14229"/>
                    <a:pt x="47559" y="6713"/>
                    <a:pt x="57856" y="6713"/>
                  </a:cubicBezTo>
                  <a:cubicBezTo>
                    <a:pt x="63610" y="6713"/>
                    <a:pt x="74210" y="9419"/>
                    <a:pt x="74210" y="26855"/>
                  </a:cubicBezTo>
                  <a:cubicBezTo>
                    <a:pt x="74210" y="36175"/>
                    <a:pt x="69061" y="56316"/>
                    <a:pt x="57856" y="98404"/>
                  </a:cubicBezTo>
                  <a:cubicBezTo>
                    <a:pt x="53010" y="117043"/>
                    <a:pt x="42411" y="129669"/>
                    <a:pt x="29086" y="129669"/>
                  </a:cubicBezTo>
                  <a:cubicBezTo>
                    <a:pt x="27269" y="129669"/>
                    <a:pt x="20303" y="129669"/>
                    <a:pt x="13943" y="125761"/>
                  </a:cubicBezTo>
                  <a:cubicBezTo>
                    <a:pt x="21515" y="124258"/>
                    <a:pt x="28177" y="117945"/>
                    <a:pt x="28177" y="109527"/>
                  </a:cubicBezTo>
                  <a:cubicBezTo>
                    <a:pt x="28177" y="101410"/>
                    <a:pt x="21515" y="99005"/>
                    <a:pt x="16972" y="99005"/>
                  </a:cubicBezTo>
                  <a:cubicBezTo>
                    <a:pt x="7887" y="99005"/>
                    <a:pt x="315" y="106821"/>
                    <a:pt x="315" y="116441"/>
                  </a:cubicBezTo>
                  <a:cubicBezTo>
                    <a:pt x="315" y="130270"/>
                    <a:pt x="15458" y="136283"/>
                    <a:pt x="28783" y="136283"/>
                  </a:cubicBezTo>
                  <a:cubicBezTo>
                    <a:pt x="48771" y="136283"/>
                    <a:pt x="59673" y="115239"/>
                    <a:pt x="60582" y="113435"/>
                  </a:cubicBezTo>
                  <a:cubicBezTo>
                    <a:pt x="64216" y="124558"/>
                    <a:pt x="75118" y="136283"/>
                    <a:pt x="93289" y="136283"/>
                  </a:cubicBezTo>
                  <a:cubicBezTo>
                    <a:pt x="124482" y="136283"/>
                    <a:pt x="141744" y="97502"/>
                    <a:pt x="141744" y="89986"/>
                  </a:cubicBezTo>
                  <a:cubicBezTo>
                    <a:pt x="141744" y="86980"/>
                    <a:pt x="139018" y="86980"/>
                    <a:pt x="138110" y="86980"/>
                  </a:cubicBezTo>
                  <a:cubicBezTo>
                    <a:pt x="135384" y="86980"/>
                    <a:pt x="134779" y="88183"/>
                    <a:pt x="134173" y="90287"/>
                  </a:cubicBezTo>
                  <a:cubicBezTo>
                    <a:pt x="124179" y="122454"/>
                    <a:pt x="103586" y="129669"/>
                    <a:pt x="93895" y="129669"/>
                  </a:cubicBezTo>
                  <a:cubicBezTo>
                    <a:pt x="82084" y="129669"/>
                    <a:pt x="77238" y="120049"/>
                    <a:pt x="77238" y="109828"/>
                  </a:cubicBezTo>
                  <a:cubicBezTo>
                    <a:pt x="77238" y="103214"/>
                    <a:pt x="79055" y="96600"/>
                    <a:pt x="82386" y="83373"/>
                  </a:cubicBezTo>
                  <a:lnTo>
                    <a:pt x="92683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8516FE5-0165-486A-D1A6-31DE4674B9F1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4068952" y="6435694"/>
              <a:ext cx="77164" cy="139730"/>
            </a:xfrm>
            <a:custGeom>
              <a:avLst/>
              <a:gdLst>
                <a:gd name="csX0" fmla="*/ 48231 w 77164"/>
                <a:gd name="csY0" fmla="*/ 5993 h 139730"/>
                <a:gd name="csX1" fmla="*/ 41871 w 77164"/>
                <a:gd name="csY1" fmla="*/ 101 h 139730"/>
                <a:gd name="csX2" fmla="*/ 321 w 77164"/>
                <a:gd name="csY2" fmla="*/ 13569 h 139730"/>
                <a:gd name="csX3" fmla="*/ 321 w 77164"/>
                <a:gd name="csY3" fmla="*/ 21145 h 139730"/>
                <a:gd name="csX4" fmla="*/ 31060 w 77164"/>
                <a:gd name="csY4" fmla="*/ 15253 h 139730"/>
                <a:gd name="csX5" fmla="*/ 31060 w 77164"/>
                <a:gd name="csY5" fmla="*/ 122576 h 139730"/>
                <a:gd name="csX6" fmla="*/ 9861 w 77164"/>
                <a:gd name="csY6" fmla="*/ 132256 h 139730"/>
                <a:gd name="csX7" fmla="*/ 1805 w 77164"/>
                <a:gd name="csY7" fmla="*/ 132256 h 139730"/>
                <a:gd name="csX8" fmla="*/ 1805 w 77164"/>
                <a:gd name="csY8" fmla="*/ 139831 h 139730"/>
                <a:gd name="csX9" fmla="*/ 39540 w 77164"/>
                <a:gd name="csY9" fmla="*/ 138990 h 139730"/>
                <a:gd name="csX10" fmla="*/ 77486 w 77164"/>
                <a:gd name="csY10" fmla="*/ 139831 h 139730"/>
                <a:gd name="csX11" fmla="*/ 77486 w 77164"/>
                <a:gd name="csY11" fmla="*/ 132256 h 139730"/>
                <a:gd name="csX12" fmla="*/ 69430 w 77164"/>
                <a:gd name="csY12" fmla="*/ 132256 h 139730"/>
                <a:gd name="csX13" fmla="*/ 48231 w 77164"/>
                <a:gd name="csY13" fmla="*/ 122576 h 139730"/>
                <a:gd name="csX14" fmla="*/ 48231 w 77164"/>
                <a:gd name="csY14" fmla="*/ 5993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231" y="5993"/>
                  </a:moveTo>
                  <a:cubicBezTo>
                    <a:pt x="48231" y="312"/>
                    <a:pt x="47807" y="101"/>
                    <a:pt x="41871" y="101"/>
                  </a:cubicBezTo>
                  <a:cubicBezTo>
                    <a:pt x="28304" y="13359"/>
                    <a:pt x="9013" y="13569"/>
                    <a:pt x="321" y="13569"/>
                  </a:cubicBezTo>
                  <a:lnTo>
                    <a:pt x="321" y="21145"/>
                  </a:lnTo>
                  <a:cubicBezTo>
                    <a:pt x="5409" y="21145"/>
                    <a:pt x="19400" y="21145"/>
                    <a:pt x="31060" y="15253"/>
                  </a:cubicBezTo>
                  <a:lnTo>
                    <a:pt x="31060" y="122576"/>
                  </a:lnTo>
                  <a:cubicBezTo>
                    <a:pt x="31060" y="129520"/>
                    <a:pt x="31060" y="132256"/>
                    <a:pt x="9861" y="132256"/>
                  </a:cubicBezTo>
                  <a:lnTo>
                    <a:pt x="1805" y="132256"/>
                  </a:lnTo>
                  <a:lnTo>
                    <a:pt x="1805" y="139831"/>
                  </a:lnTo>
                  <a:cubicBezTo>
                    <a:pt x="5621" y="139621"/>
                    <a:pt x="31696" y="138990"/>
                    <a:pt x="39540" y="138990"/>
                  </a:cubicBezTo>
                  <a:cubicBezTo>
                    <a:pt x="46111" y="138990"/>
                    <a:pt x="72822" y="139621"/>
                    <a:pt x="77486" y="139831"/>
                  </a:cubicBezTo>
                  <a:lnTo>
                    <a:pt x="77486" y="132256"/>
                  </a:lnTo>
                  <a:lnTo>
                    <a:pt x="69430" y="132256"/>
                  </a:lnTo>
                  <a:cubicBezTo>
                    <a:pt x="48231" y="132256"/>
                    <a:pt x="48231" y="129520"/>
                    <a:pt x="48231" y="122576"/>
                  </a:cubicBezTo>
                  <a:lnTo>
                    <a:pt x="48231" y="599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8980EF7A-9369-70E7-88C8-C7BFDF681FC0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4207749" y="6498465"/>
              <a:ext cx="35432" cy="89886"/>
            </a:xfrm>
            <a:custGeom>
              <a:avLst/>
              <a:gdLst>
                <a:gd name="csX0" fmla="*/ 35758 w 35432"/>
                <a:gd name="csY0" fmla="*/ 31665 h 89886"/>
                <a:gd name="csX1" fmla="*/ 16376 w 35432"/>
                <a:gd name="csY1" fmla="*/ 100 h 89886"/>
                <a:gd name="csX2" fmla="*/ 326 w 35432"/>
                <a:gd name="csY2" fmla="*/ 16033 h 89886"/>
                <a:gd name="csX3" fmla="*/ 16376 w 35432"/>
                <a:gd name="csY3" fmla="*/ 31966 h 89886"/>
                <a:gd name="csX4" fmla="*/ 26976 w 35432"/>
                <a:gd name="csY4" fmla="*/ 28058 h 89886"/>
                <a:gd name="csX5" fmla="*/ 28490 w 35432"/>
                <a:gd name="csY5" fmla="*/ 27156 h 89886"/>
                <a:gd name="csX6" fmla="*/ 29096 w 35432"/>
                <a:gd name="csY6" fmla="*/ 31665 h 89886"/>
                <a:gd name="csX7" fmla="*/ 8502 w 35432"/>
                <a:gd name="csY7" fmla="*/ 81870 h 89886"/>
                <a:gd name="csX8" fmla="*/ 5171 w 35432"/>
                <a:gd name="csY8" fmla="*/ 86680 h 89886"/>
                <a:gd name="csX9" fmla="*/ 8200 w 35432"/>
                <a:gd name="csY9" fmla="*/ 89986 h 89886"/>
                <a:gd name="csX10" fmla="*/ 35758 w 35432"/>
                <a:gd name="csY10" fmla="*/ 31665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32" h="89886">
                  <a:moveTo>
                    <a:pt x="35758" y="31665"/>
                  </a:moveTo>
                  <a:cubicBezTo>
                    <a:pt x="35758" y="11824"/>
                    <a:pt x="28187" y="100"/>
                    <a:pt x="16376" y="100"/>
                  </a:cubicBezTo>
                  <a:cubicBezTo>
                    <a:pt x="6383" y="100"/>
                    <a:pt x="326" y="7615"/>
                    <a:pt x="326" y="16033"/>
                  </a:cubicBezTo>
                  <a:cubicBezTo>
                    <a:pt x="326" y="24150"/>
                    <a:pt x="6383" y="31966"/>
                    <a:pt x="16376" y="31966"/>
                  </a:cubicBezTo>
                  <a:cubicBezTo>
                    <a:pt x="20011" y="31966"/>
                    <a:pt x="23948" y="30763"/>
                    <a:pt x="26976" y="28058"/>
                  </a:cubicBezTo>
                  <a:cubicBezTo>
                    <a:pt x="27884" y="27456"/>
                    <a:pt x="28187" y="27156"/>
                    <a:pt x="28490" y="27156"/>
                  </a:cubicBezTo>
                  <a:cubicBezTo>
                    <a:pt x="28793" y="27156"/>
                    <a:pt x="29096" y="27456"/>
                    <a:pt x="29096" y="31665"/>
                  </a:cubicBezTo>
                  <a:cubicBezTo>
                    <a:pt x="29096" y="53911"/>
                    <a:pt x="18496" y="71949"/>
                    <a:pt x="8502" y="81870"/>
                  </a:cubicBezTo>
                  <a:cubicBezTo>
                    <a:pt x="5171" y="85176"/>
                    <a:pt x="5171" y="85778"/>
                    <a:pt x="5171" y="86680"/>
                  </a:cubicBezTo>
                  <a:cubicBezTo>
                    <a:pt x="5171" y="88784"/>
                    <a:pt x="6685" y="89986"/>
                    <a:pt x="8200" y="89986"/>
                  </a:cubicBezTo>
                  <a:cubicBezTo>
                    <a:pt x="11531" y="89986"/>
                    <a:pt x="35758" y="66838"/>
                    <a:pt x="35758" y="31665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7F16BFE-35C4-3B9C-0EFF-B908E2622FFE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4342346" y="6498465"/>
              <a:ext cx="32101" cy="31866"/>
            </a:xfrm>
            <a:custGeom>
              <a:avLst/>
              <a:gdLst>
                <a:gd name="csX0" fmla="*/ 32432 w 32101"/>
                <a:gd name="csY0" fmla="*/ 16033 h 31866"/>
                <a:gd name="csX1" fmla="*/ 16381 w 32101"/>
                <a:gd name="csY1" fmla="*/ 100 h 31866"/>
                <a:gd name="csX2" fmla="*/ 330 w 32101"/>
                <a:gd name="csY2" fmla="*/ 16033 h 31866"/>
                <a:gd name="csX3" fmla="*/ 16381 w 32101"/>
                <a:gd name="csY3" fmla="*/ 31966 h 31866"/>
                <a:gd name="csX4" fmla="*/ 32432 w 32101"/>
                <a:gd name="csY4" fmla="*/ 16033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432" y="16033"/>
                  </a:moveTo>
                  <a:cubicBezTo>
                    <a:pt x="32432" y="7315"/>
                    <a:pt x="25163" y="100"/>
                    <a:pt x="16381" y="100"/>
                  </a:cubicBezTo>
                  <a:cubicBezTo>
                    <a:pt x="7598" y="100"/>
                    <a:pt x="330" y="7315"/>
                    <a:pt x="330" y="16033"/>
                  </a:cubicBezTo>
                  <a:cubicBezTo>
                    <a:pt x="330" y="24751"/>
                    <a:pt x="7598" y="31966"/>
                    <a:pt x="16381" y="31966"/>
                  </a:cubicBezTo>
                  <a:cubicBezTo>
                    <a:pt x="25163" y="31966"/>
                    <a:pt x="32432" y="24751"/>
                    <a:pt x="32432" y="1603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C5B4A1A-1E14-6C8D-434D-6244CA57A1A7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4476943" y="6498465"/>
              <a:ext cx="32101" cy="31866"/>
            </a:xfrm>
            <a:custGeom>
              <a:avLst/>
              <a:gdLst>
                <a:gd name="csX0" fmla="*/ 32436 w 32101"/>
                <a:gd name="csY0" fmla="*/ 16033 h 31866"/>
                <a:gd name="csX1" fmla="*/ 16385 w 32101"/>
                <a:gd name="csY1" fmla="*/ 100 h 31866"/>
                <a:gd name="csX2" fmla="*/ 334 w 32101"/>
                <a:gd name="csY2" fmla="*/ 16033 h 31866"/>
                <a:gd name="csX3" fmla="*/ 16385 w 32101"/>
                <a:gd name="csY3" fmla="*/ 31966 h 31866"/>
                <a:gd name="csX4" fmla="*/ 32436 w 32101"/>
                <a:gd name="csY4" fmla="*/ 16033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436" y="16033"/>
                  </a:moveTo>
                  <a:cubicBezTo>
                    <a:pt x="32436" y="7315"/>
                    <a:pt x="25168" y="100"/>
                    <a:pt x="16385" y="100"/>
                  </a:cubicBezTo>
                  <a:cubicBezTo>
                    <a:pt x="7603" y="100"/>
                    <a:pt x="334" y="7315"/>
                    <a:pt x="334" y="16033"/>
                  </a:cubicBezTo>
                  <a:cubicBezTo>
                    <a:pt x="334" y="24751"/>
                    <a:pt x="7603" y="31966"/>
                    <a:pt x="16385" y="31966"/>
                  </a:cubicBezTo>
                  <a:cubicBezTo>
                    <a:pt x="25168" y="31966"/>
                    <a:pt x="32436" y="24751"/>
                    <a:pt x="32436" y="1603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8B05A5F-7512-90F7-6FC2-D6352D5C2928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4611540" y="6498465"/>
              <a:ext cx="32101" cy="31866"/>
            </a:xfrm>
            <a:custGeom>
              <a:avLst/>
              <a:gdLst>
                <a:gd name="csX0" fmla="*/ 32440 w 32101"/>
                <a:gd name="csY0" fmla="*/ 16033 h 31866"/>
                <a:gd name="csX1" fmla="*/ 16390 w 32101"/>
                <a:gd name="csY1" fmla="*/ 100 h 31866"/>
                <a:gd name="csX2" fmla="*/ 339 w 32101"/>
                <a:gd name="csY2" fmla="*/ 16033 h 31866"/>
                <a:gd name="csX3" fmla="*/ 16390 w 32101"/>
                <a:gd name="csY3" fmla="*/ 31966 h 31866"/>
                <a:gd name="csX4" fmla="*/ 32440 w 32101"/>
                <a:gd name="csY4" fmla="*/ 16033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440" y="16033"/>
                  </a:moveTo>
                  <a:cubicBezTo>
                    <a:pt x="32440" y="7315"/>
                    <a:pt x="25172" y="100"/>
                    <a:pt x="16390" y="100"/>
                  </a:cubicBezTo>
                  <a:cubicBezTo>
                    <a:pt x="7607" y="100"/>
                    <a:pt x="339" y="7315"/>
                    <a:pt x="339" y="16033"/>
                  </a:cubicBezTo>
                  <a:cubicBezTo>
                    <a:pt x="339" y="24751"/>
                    <a:pt x="7607" y="31966"/>
                    <a:pt x="16390" y="31966"/>
                  </a:cubicBezTo>
                  <a:cubicBezTo>
                    <a:pt x="25172" y="31966"/>
                    <a:pt x="32440" y="24751"/>
                    <a:pt x="32440" y="1603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43C4ECD3-1ED0-2CB9-7850-67911A0F2236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4746137" y="6498465"/>
              <a:ext cx="35432" cy="89886"/>
            </a:xfrm>
            <a:custGeom>
              <a:avLst/>
              <a:gdLst>
                <a:gd name="csX0" fmla="*/ 35776 w 35432"/>
                <a:gd name="csY0" fmla="*/ 31665 h 89886"/>
                <a:gd name="csX1" fmla="*/ 16394 w 35432"/>
                <a:gd name="csY1" fmla="*/ 100 h 89886"/>
                <a:gd name="csX2" fmla="*/ 343 w 35432"/>
                <a:gd name="csY2" fmla="*/ 16033 h 89886"/>
                <a:gd name="csX3" fmla="*/ 16394 w 35432"/>
                <a:gd name="csY3" fmla="*/ 31966 h 89886"/>
                <a:gd name="csX4" fmla="*/ 26994 w 35432"/>
                <a:gd name="csY4" fmla="*/ 28058 h 89886"/>
                <a:gd name="csX5" fmla="*/ 28508 w 35432"/>
                <a:gd name="csY5" fmla="*/ 27156 h 89886"/>
                <a:gd name="csX6" fmla="*/ 29114 w 35432"/>
                <a:gd name="csY6" fmla="*/ 31665 h 89886"/>
                <a:gd name="csX7" fmla="*/ 8520 w 35432"/>
                <a:gd name="csY7" fmla="*/ 81870 h 89886"/>
                <a:gd name="csX8" fmla="*/ 5189 w 35432"/>
                <a:gd name="csY8" fmla="*/ 86680 h 89886"/>
                <a:gd name="csX9" fmla="*/ 8217 w 35432"/>
                <a:gd name="csY9" fmla="*/ 89986 h 89886"/>
                <a:gd name="csX10" fmla="*/ 35776 w 35432"/>
                <a:gd name="csY10" fmla="*/ 31665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32" h="89886">
                  <a:moveTo>
                    <a:pt x="35776" y="31665"/>
                  </a:moveTo>
                  <a:cubicBezTo>
                    <a:pt x="35776" y="11824"/>
                    <a:pt x="28205" y="100"/>
                    <a:pt x="16394" y="100"/>
                  </a:cubicBezTo>
                  <a:cubicBezTo>
                    <a:pt x="6400" y="100"/>
                    <a:pt x="343" y="7615"/>
                    <a:pt x="343" y="16033"/>
                  </a:cubicBezTo>
                  <a:cubicBezTo>
                    <a:pt x="343" y="24150"/>
                    <a:pt x="6400" y="31966"/>
                    <a:pt x="16394" y="31966"/>
                  </a:cubicBezTo>
                  <a:cubicBezTo>
                    <a:pt x="20028" y="31966"/>
                    <a:pt x="23965" y="30763"/>
                    <a:pt x="26994" y="28058"/>
                  </a:cubicBezTo>
                  <a:cubicBezTo>
                    <a:pt x="27902" y="27456"/>
                    <a:pt x="28205" y="27156"/>
                    <a:pt x="28508" y="27156"/>
                  </a:cubicBezTo>
                  <a:cubicBezTo>
                    <a:pt x="28811" y="27156"/>
                    <a:pt x="29114" y="27456"/>
                    <a:pt x="29114" y="31665"/>
                  </a:cubicBezTo>
                  <a:cubicBezTo>
                    <a:pt x="29114" y="53911"/>
                    <a:pt x="18514" y="71949"/>
                    <a:pt x="8520" y="81870"/>
                  </a:cubicBezTo>
                  <a:cubicBezTo>
                    <a:pt x="5189" y="85176"/>
                    <a:pt x="5189" y="85778"/>
                    <a:pt x="5189" y="86680"/>
                  </a:cubicBezTo>
                  <a:cubicBezTo>
                    <a:pt x="5189" y="88784"/>
                    <a:pt x="6703" y="89986"/>
                    <a:pt x="8217" y="89986"/>
                  </a:cubicBezTo>
                  <a:cubicBezTo>
                    <a:pt x="11549" y="89986"/>
                    <a:pt x="35776" y="66838"/>
                    <a:pt x="35776" y="31665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1F49356-85AA-0E20-B329-4CDEC88D62DC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4863471" y="6397455"/>
              <a:ext cx="150816" cy="136182"/>
            </a:xfrm>
            <a:custGeom>
              <a:avLst/>
              <a:gdLst>
                <a:gd name="csX0" fmla="*/ 92715 w 150816"/>
                <a:gd name="csY0" fmla="*/ 42187 h 136182"/>
                <a:gd name="csX1" fmla="*/ 122697 w 150816"/>
                <a:gd name="csY1" fmla="*/ 6713 h 136182"/>
                <a:gd name="csX2" fmla="*/ 137839 w 150816"/>
                <a:gd name="csY2" fmla="*/ 10621 h 136182"/>
                <a:gd name="csX3" fmla="*/ 123303 w 150816"/>
                <a:gd name="csY3" fmla="*/ 26855 h 136182"/>
                <a:gd name="csX4" fmla="*/ 134811 w 150816"/>
                <a:gd name="csY4" fmla="*/ 37377 h 136182"/>
                <a:gd name="csX5" fmla="*/ 151165 w 150816"/>
                <a:gd name="csY5" fmla="*/ 19941 h 136182"/>
                <a:gd name="csX6" fmla="*/ 123000 w 150816"/>
                <a:gd name="csY6" fmla="*/ 100 h 136182"/>
                <a:gd name="csX7" fmla="*/ 91201 w 150816"/>
                <a:gd name="csY7" fmla="*/ 22947 h 136182"/>
                <a:gd name="csX8" fmla="*/ 58494 w 150816"/>
                <a:gd name="csY8" fmla="*/ 100 h 136182"/>
                <a:gd name="csX9" fmla="*/ 9736 w 150816"/>
                <a:gd name="csY9" fmla="*/ 46396 h 136182"/>
                <a:gd name="csX10" fmla="*/ 13370 w 150816"/>
                <a:gd name="csY10" fmla="*/ 49402 h 136182"/>
                <a:gd name="csX11" fmla="*/ 17307 w 150816"/>
                <a:gd name="csY11" fmla="*/ 46095 h 136182"/>
                <a:gd name="csX12" fmla="*/ 57888 w 150816"/>
                <a:gd name="csY12" fmla="*/ 6713 h 136182"/>
                <a:gd name="csX13" fmla="*/ 74242 w 150816"/>
                <a:gd name="csY13" fmla="*/ 26855 h 136182"/>
                <a:gd name="csX14" fmla="*/ 57888 w 150816"/>
                <a:gd name="csY14" fmla="*/ 98404 h 136182"/>
                <a:gd name="csX15" fmla="*/ 29118 w 150816"/>
                <a:gd name="csY15" fmla="*/ 129669 h 136182"/>
                <a:gd name="csX16" fmla="*/ 13976 w 150816"/>
                <a:gd name="csY16" fmla="*/ 125761 h 136182"/>
                <a:gd name="csX17" fmla="*/ 28209 w 150816"/>
                <a:gd name="csY17" fmla="*/ 109527 h 136182"/>
                <a:gd name="csX18" fmla="*/ 17004 w 150816"/>
                <a:gd name="csY18" fmla="*/ 99005 h 136182"/>
                <a:gd name="csX19" fmla="*/ 348 w 150816"/>
                <a:gd name="csY19" fmla="*/ 116441 h 136182"/>
                <a:gd name="csX20" fmla="*/ 28815 w 150816"/>
                <a:gd name="csY20" fmla="*/ 136283 h 136182"/>
                <a:gd name="csX21" fmla="*/ 60614 w 150816"/>
                <a:gd name="csY21" fmla="*/ 113435 h 136182"/>
                <a:gd name="csX22" fmla="*/ 93321 w 150816"/>
                <a:gd name="csY22" fmla="*/ 136283 h 136182"/>
                <a:gd name="csX23" fmla="*/ 141776 w 150816"/>
                <a:gd name="csY23" fmla="*/ 89986 h 136182"/>
                <a:gd name="csX24" fmla="*/ 138142 w 150816"/>
                <a:gd name="csY24" fmla="*/ 86980 h 136182"/>
                <a:gd name="csX25" fmla="*/ 134205 w 150816"/>
                <a:gd name="csY25" fmla="*/ 90287 h 136182"/>
                <a:gd name="csX26" fmla="*/ 93927 w 150816"/>
                <a:gd name="csY26" fmla="*/ 129669 h 136182"/>
                <a:gd name="csX27" fmla="*/ 77270 w 150816"/>
                <a:gd name="csY27" fmla="*/ 109828 h 136182"/>
                <a:gd name="csX28" fmla="*/ 82419 w 150816"/>
                <a:gd name="csY28" fmla="*/ 83373 h 136182"/>
                <a:gd name="csX29" fmla="*/ 92715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715" y="42187"/>
                  </a:moveTo>
                  <a:cubicBezTo>
                    <a:pt x="94533" y="34371"/>
                    <a:pt x="101498" y="6713"/>
                    <a:pt x="122697" y="6713"/>
                  </a:cubicBezTo>
                  <a:cubicBezTo>
                    <a:pt x="124211" y="6713"/>
                    <a:pt x="131480" y="6713"/>
                    <a:pt x="137839" y="10621"/>
                  </a:cubicBezTo>
                  <a:cubicBezTo>
                    <a:pt x="129360" y="12125"/>
                    <a:pt x="123303" y="19640"/>
                    <a:pt x="123303" y="26855"/>
                  </a:cubicBezTo>
                  <a:cubicBezTo>
                    <a:pt x="123303" y="31665"/>
                    <a:pt x="126634" y="37377"/>
                    <a:pt x="134811" y="37377"/>
                  </a:cubicBezTo>
                  <a:cubicBezTo>
                    <a:pt x="141474" y="37377"/>
                    <a:pt x="151165" y="31966"/>
                    <a:pt x="151165" y="19941"/>
                  </a:cubicBezTo>
                  <a:cubicBezTo>
                    <a:pt x="151165" y="4308"/>
                    <a:pt x="133297" y="100"/>
                    <a:pt x="123000" y="100"/>
                  </a:cubicBezTo>
                  <a:cubicBezTo>
                    <a:pt x="105435" y="100"/>
                    <a:pt x="94835" y="16033"/>
                    <a:pt x="91201" y="22947"/>
                  </a:cubicBezTo>
                  <a:cubicBezTo>
                    <a:pt x="83630" y="3106"/>
                    <a:pt x="67276" y="100"/>
                    <a:pt x="58494" y="100"/>
                  </a:cubicBezTo>
                  <a:cubicBezTo>
                    <a:pt x="26998" y="100"/>
                    <a:pt x="9736" y="38880"/>
                    <a:pt x="9736" y="46396"/>
                  </a:cubicBezTo>
                  <a:cubicBezTo>
                    <a:pt x="9736" y="49402"/>
                    <a:pt x="12764" y="49402"/>
                    <a:pt x="13370" y="49402"/>
                  </a:cubicBezTo>
                  <a:cubicBezTo>
                    <a:pt x="15793" y="49402"/>
                    <a:pt x="16701" y="48801"/>
                    <a:pt x="17307" y="46095"/>
                  </a:cubicBezTo>
                  <a:cubicBezTo>
                    <a:pt x="27604" y="14229"/>
                    <a:pt x="47592" y="6713"/>
                    <a:pt x="57888" y="6713"/>
                  </a:cubicBezTo>
                  <a:cubicBezTo>
                    <a:pt x="63642" y="6713"/>
                    <a:pt x="74242" y="9419"/>
                    <a:pt x="74242" y="26855"/>
                  </a:cubicBezTo>
                  <a:cubicBezTo>
                    <a:pt x="74242" y="36175"/>
                    <a:pt x="69094" y="56316"/>
                    <a:pt x="57888" y="98404"/>
                  </a:cubicBezTo>
                  <a:cubicBezTo>
                    <a:pt x="53043" y="117043"/>
                    <a:pt x="42443" y="129669"/>
                    <a:pt x="29118" y="129669"/>
                  </a:cubicBezTo>
                  <a:cubicBezTo>
                    <a:pt x="27301" y="129669"/>
                    <a:pt x="20336" y="129669"/>
                    <a:pt x="13976" y="125761"/>
                  </a:cubicBezTo>
                  <a:cubicBezTo>
                    <a:pt x="21547" y="124258"/>
                    <a:pt x="28209" y="117945"/>
                    <a:pt x="28209" y="109527"/>
                  </a:cubicBezTo>
                  <a:cubicBezTo>
                    <a:pt x="28209" y="101410"/>
                    <a:pt x="21547" y="99005"/>
                    <a:pt x="17004" y="99005"/>
                  </a:cubicBezTo>
                  <a:cubicBezTo>
                    <a:pt x="7919" y="99005"/>
                    <a:pt x="348" y="106821"/>
                    <a:pt x="348" y="116441"/>
                  </a:cubicBezTo>
                  <a:cubicBezTo>
                    <a:pt x="348" y="130270"/>
                    <a:pt x="15490" y="136283"/>
                    <a:pt x="28815" y="136283"/>
                  </a:cubicBezTo>
                  <a:cubicBezTo>
                    <a:pt x="48803" y="136283"/>
                    <a:pt x="59705" y="115239"/>
                    <a:pt x="60614" y="113435"/>
                  </a:cubicBezTo>
                  <a:cubicBezTo>
                    <a:pt x="64248" y="124558"/>
                    <a:pt x="75150" y="136283"/>
                    <a:pt x="93321" y="136283"/>
                  </a:cubicBezTo>
                  <a:cubicBezTo>
                    <a:pt x="124514" y="136283"/>
                    <a:pt x="141776" y="97502"/>
                    <a:pt x="141776" y="89986"/>
                  </a:cubicBezTo>
                  <a:cubicBezTo>
                    <a:pt x="141776" y="86980"/>
                    <a:pt x="139051" y="86980"/>
                    <a:pt x="138142" y="86980"/>
                  </a:cubicBezTo>
                  <a:cubicBezTo>
                    <a:pt x="135417" y="86980"/>
                    <a:pt x="134811" y="88183"/>
                    <a:pt x="134205" y="90287"/>
                  </a:cubicBezTo>
                  <a:cubicBezTo>
                    <a:pt x="124211" y="122454"/>
                    <a:pt x="103618" y="129669"/>
                    <a:pt x="93927" y="129669"/>
                  </a:cubicBezTo>
                  <a:cubicBezTo>
                    <a:pt x="82116" y="129669"/>
                    <a:pt x="77270" y="120049"/>
                    <a:pt x="77270" y="109828"/>
                  </a:cubicBezTo>
                  <a:cubicBezTo>
                    <a:pt x="77270" y="103214"/>
                    <a:pt x="79087" y="96600"/>
                    <a:pt x="82419" y="83373"/>
                  </a:cubicBezTo>
                  <a:lnTo>
                    <a:pt x="92715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1F9DA84B-D899-9029-DE89-D05405129303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5037737" y="6482621"/>
              <a:ext cx="129526" cy="94907"/>
            </a:xfrm>
            <a:custGeom>
              <a:avLst/>
              <a:gdLst>
                <a:gd name="csX0" fmla="*/ 16253 w 129526"/>
                <a:gd name="csY0" fmla="*/ 79646 h 94907"/>
                <a:gd name="csX1" fmla="*/ 14133 w 129526"/>
                <a:gd name="csY1" fmla="*/ 88274 h 94907"/>
                <a:gd name="csX2" fmla="*/ 21341 w 129526"/>
                <a:gd name="csY2" fmla="*/ 95008 h 94907"/>
                <a:gd name="csX3" fmla="*/ 29608 w 129526"/>
                <a:gd name="csY3" fmla="*/ 90379 h 94907"/>
                <a:gd name="csX4" fmla="*/ 33424 w 129526"/>
                <a:gd name="csY4" fmla="*/ 77332 h 94907"/>
                <a:gd name="csX5" fmla="*/ 38088 w 129526"/>
                <a:gd name="csY5" fmla="*/ 58392 h 94907"/>
                <a:gd name="csX6" fmla="*/ 41692 w 129526"/>
                <a:gd name="csY6" fmla="*/ 44293 h 94907"/>
                <a:gd name="csX7" fmla="*/ 50595 w 129526"/>
                <a:gd name="csY7" fmla="*/ 25354 h 94907"/>
                <a:gd name="csX8" fmla="*/ 82394 w 129526"/>
                <a:gd name="csY8" fmla="*/ 5993 h 94907"/>
                <a:gd name="csX9" fmla="*/ 94902 w 129526"/>
                <a:gd name="csY9" fmla="*/ 20724 h 94907"/>
                <a:gd name="csX10" fmla="*/ 82394 w 129526"/>
                <a:gd name="csY10" fmla="*/ 65547 h 94907"/>
                <a:gd name="csX11" fmla="*/ 79214 w 129526"/>
                <a:gd name="csY11" fmla="*/ 76911 h 94907"/>
                <a:gd name="csX12" fmla="*/ 99353 w 129526"/>
                <a:gd name="csY12" fmla="*/ 95008 h 94907"/>
                <a:gd name="csX13" fmla="*/ 129880 w 129526"/>
                <a:gd name="csY13" fmla="*/ 62811 h 94907"/>
                <a:gd name="csX14" fmla="*/ 126488 w 129526"/>
                <a:gd name="csY14" fmla="*/ 60076 h 94907"/>
                <a:gd name="csX15" fmla="*/ 122461 w 129526"/>
                <a:gd name="csY15" fmla="*/ 63653 h 94907"/>
                <a:gd name="csX16" fmla="*/ 99989 w 129526"/>
                <a:gd name="csY16" fmla="*/ 89116 h 94907"/>
                <a:gd name="csX17" fmla="*/ 94690 w 129526"/>
                <a:gd name="csY17" fmla="*/ 81751 h 94907"/>
                <a:gd name="csX18" fmla="*/ 99565 w 129526"/>
                <a:gd name="csY18" fmla="*/ 64705 h 94907"/>
                <a:gd name="csX19" fmla="*/ 110801 w 129526"/>
                <a:gd name="csY19" fmla="*/ 24091 h 94907"/>
                <a:gd name="csX20" fmla="*/ 83242 w 129526"/>
                <a:gd name="csY20" fmla="*/ 101 h 94907"/>
                <a:gd name="csX21" fmla="*/ 47416 w 129526"/>
                <a:gd name="csY21" fmla="*/ 19251 h 94907"/>
                <a:gd name="csX22" fmla="*/ 24732 w 129526"/>
                <a:gd name="csY22" fmla="*/ 101 h 94907"/>
                <a:gd name="csX23" fmla="*/ 7985 w 129526"/>
                <a:gd name="csY23" fmla="*/ 11465 h 94907"/>
                <a:gd name="csX24" fmla="*/ 353 w 129526"/>
                <a:gd name="csY24" fmla="*/ 32298 h 94907"/>
                <a:gd name="csX25" fmla="*/ 3957 w 129526"/>
                <a:gd name="csY25" fmla="*/ 35034 h 94907"/>
                <a:gd name="csX26" fmla="*/ 8621 w 129526"/>
                <a:gd name="csY26" fmla="*/ 28721 h 94907"/>
                <a:gd name="csX27" fmla="*/ 24096 w 129526"/>
                <a:gd name="csY27" fmla="*/ 5993 h 94907"/>
                <a:gd name="csX28" fmla="*/ 31092 w 129526"/>
                <a:gd name="csY28" fmla="*/ 16305 h 94907"/>
                <a:gd name="csX29" fmla="*/ 27700 w 129526"/>
                <a:gd name="csY29" fmla="*/ 33771 h 94907"/>
                <a:gd name="csX30" fmla="*/ 23037 w 129526"/>
                <a:gd name="csY30" fmla="*/ 52710 h 94907"/>
                <a:gd name="csX31" fmla="*/ 16253 w 129526"/>
                <a:gd name="csY31" fmla="*/ 79646 h 94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526" h="94907">
                  <a:moveTo>
                    <a:pt x="16253" y="79646"/>
                  </a:moveTo>
                  <a:cubicBezTo>
                    <a:pt x="15405" y="82382"/>
                    <a:pt x="14133" y="87643"/>
                    <a:pt x="14133" y="88274"/>
                  </a:cubicBezTo>
                  <a:cubicBezTo>
                    <a:pt x="14133" y="92904"/>
                    <a:pt x="17949" y="95008"/>
                    <a:pt x="21341" y="95008"/>
                  </a:cubicBezTo>
                  <a:cubicBezTo>
                    <a:pt x="25156" y="95008"/>
                    <a:pt x="28548" y="92273"/>
                    <a:pt x="29608" y="90379"/>
                  </a:cubicBezTo>
                  <a:cubicBezTo>
                    <a:pt x="30668" y="88485"/>
                    <a:pt x="32364" y="81751"/>
                    <a:pt x="33424" y="77332"/>
                  </a:cubicBezTo>
                  <a:cubicBezTo>
                    <a:pt x="34484" y="73333"/>
                    <a:pt x="36816" y="63653"/>
                    <a:pt x="38088" y="58392"/>
                  </a:cubicBezTo>
                  <a:cubicBezTo>
                    <a:pt x="39360" y="53763"/>
                    <a:pt x="40632" y="49133"/>
                    <a:pt x="41692" y="44293"/>
                  </a:cubicBezTo>
                  <a:cubicBezTo>
                    <a:pt x="44024" y="35665"/>
                    <a:pt x="44448" y="33982"/>
                    <a:pt x="50595" y="25354"/>
                  </a:cubicBezTo>
                  <a:cubicBezTo>
                    <a:pt x="56531" y="16936"/>
                    <a:pt x="66495" y="5993"/>
                    <a:pt x="82394" y="5993"/>
                  </a:cubicBezTo>
                  <a:cubicBezTo>
                    <a:pt x="94690" y="5993"/>
                    <a:pt x="94902" y="16726"/>
                    <a:pt x="94902" y="20724"/>
                  </a:cubicBezTo>
                  <a:cubicBezTo>
                    <a:pt x="94902" y="33350"/>
                    <a:pt x="85786" y="56709"/>
                    <a:pt x="82394" y="65547"/>
                  </a:cubicBezTo>
                  <a:cubicBezTo>
                    <a:pt x="80062" y="71439"/>
                    <a:pt x="79214" y="73333"/>
                    <a:pt x="79214" y="76911"/>
                  </a:cubicBezTo>
                  <a:cubicBezTo>
                    <a:pt x="79214" y="88064"/>
                    <a:pt x="88542" y="95008"/>
                    <a:pt x="99353" y="95008"/>
                  </a:cubicBezTo>
                  <a:cubicBezTo>
                    <a:pt x="120553" y="95008"/>
                    <a:pt x="129880" y="65968"/>
                    <a:pt x="129880" y="62811"/>
                  </a:cubicBezTo>
                  <a:cubicBezTo>
                    <a:pt x="129880" y="60076"/>
                    <a:pt x="127124" y="60076"/>
                    <a:pt x="126488" y="60076"/>
                  </a:cubicBezTo>
                  <a:cubicBezTo>
                    <a:pt x="123521" y="60076"/>
                    <a:pt x="123309" y="61338"/>
                    <a:pt x="122461" y="63653"/>
                  </a:cubicBezTo>
                  <a:cubicBezTo>
                    <a:pt x="117585" y="80488"/>
                    <a:pt x="108469" y="89116"/>
                    <a:pt x="99989" y="89116"/>
                  </a:cubicBezTo>
                  <a:cubicBezTo>
                    <a:pt x="95538" y="89116"/>
                    <a:pt x="94690" y="86170"/>
                    <a:pt x="94690" y="81751"/>
                  </a:cubicBezTo>
                  <a:cubicBezTo>
                    <a:pt x="94690" y="76911"/>
                    <a:pt x="95750" y="74175"/>
                    <a:pt x="99565" y="64705"/>
                  </a:cubicBezTo>
                  <a:cubicBezTo>
                    <a:pt x="102109" y="58182"/>
                    <a:pt x="110801" y="35875"/>
                    <a:pt x="110801" y="24091"/>
                  </a:cubicBezTo>
                  <a:cubicBezTo>
                    <a:pt x="110801" y="3679"/>
                    <a:pt x="94478" y="101"/>
                    <a:pt x="83242" y="101"/>
                  </a:cubicBezTo>
                  <a:cubicBezTo>
                    <a:pt x="65647" y="101"/>
                    <a:pt x="53775" y="10833"/>
                    <a:pt x="47416" y="19251"/>
                  </a:cubicBezTo>
                  <a:cubicBezTo>
                    <a:pt x="45932" y="4731"/>
                    <a:pt x="33424" y="101"/>
                    <a:pt x="24732" y="101"/>
                  </a:cubicBezTo>
                  <a:cubicBezTo>
                    <a:pt x="15617" y="101"/>
                    <a:pt x="10741" y="6625"/>
                    <a:pt x="7985" y="11465"/>
                  </a:cubicBezTo>
                  <a:cubicBezTo>
                    <a:pt x="3321" y="19251"/>
                    <a:pt x="353" y="31246"/>
                    <a:pt x="353" y="32298"/>
                  </a:cubicBezTo>
                  <a:cubicBezTo>
                    <a:pt x="353" y="35034"/>
                    <a:pt x="3321" y="35034"/>
                    <a:pt x="3957" y="35034"/>
                  </a:cubicBezTo>
                  <a:cubicBezTo>
                    <a:pt x="6925" y="35034"/>
                    <a:pt x="7137" y="34402"/>
                    <a:pt x="8621" y="28721"/>
                  </a:cubicBezTo>
                  <a:cubicBezTo>
                    <a:pt x="11801" y="16305"/>
                    <a:pt x="15829" y="5993"/>
                    <a:pt x="24096" y="5993"/>
                  </a:cubicBezTo>
                  <a:cubicBezTo>
                    <a:pt x="29608" y="5993"/>
                    <a:pt x="31092" y="10623"/>
                    <a:pt x="31092" y="16305"/>
                  </a:cubicBezTo>
                  <a:cubicBezTo>
                    <a:pt x="31092" y="20303"/>
                    <a:pt x="29184" y="28089"/>
                    <a:pt x="27700" y="33771"/>
                  </a:cubicBezTo>
                  <a:cubicBezTo>
                    <a:pt x="26216" y="39453"/>
                    <a:pt x="24096" y="48081"/>
                    <a:pt x="23037" y="52710"/>
                  </a:cubicBezTo>
                  <a:lnTo>
                    <a:pt x="16253" y="79646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48F0F9D-F305-0737-C445-5BE9184D8CA1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5200375" y="6517554"/>
              <a:ext cx="143306" cy="10311"/>
            </a:xfrm>
            <a:custGeom>
              <a:avLst/>
              <a:gdLst>
                <a:gd name="csX0" fmla="*/ 135185 w 143306"/>
                <a:gd name="csY0" fmla="*/ 10413 h 10311"/>
                <a:gd name="csX1" fmla="*/ 143665 w 143306"/>
                <a:gd name="csY1" fmla="*/ 5362 h 10311"/>
                <a:gd name="csX2" fmla="*/ 135185 w 143306"/>
                <a:gd name="csY2" fmla="*/ 101 h 10311"/>
                <a:gd name="csX3" fmla="*/ 8838 w 143306"/>
                <a:gd name="csY3" fmla="*/ 101 h 10311"/>
                <a:gd name="csX4" fmla="*/ 358 w 143306"/>
                <a:gd name="csY4" fmla="*/ 5152 h 10311"/>
                <a:gd name="csX5" fmla="*/ 8838 w 143306"/>
                <a:gd name="csY5" fmla="*/ 10413 h 10311"/>
                <a:gd name="csX6" fmla="*/ 135185 w 143306"/>
                <a:gd name="csY6" fmla="*/ 10413 h 10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306" h="10311">
                  <a:moveTo>
                    <a:pt x="135185" y="10413"/>
                  </a:moveTo>
                  <a:cubicBezTo>
                    <a:pt x="138577" y="10413"/>
                    <a:pt x="143665" y="10413"/>
                    <a:pt x="143665" y="5362"/>
                  </a:cubicBezTo>
                  <a:cubicBezTo>
                    <a:pt x="143665" y="101"/>
                    <a:pt x="138789" y="101"/>
                    <a:pt x="135185" y="101"/>
                  </a:cubicBezTo>
                  <a:lnTo>
                    <a:pt x="8838" y="101"/>
                  </a:lnTo>
                  <a:cubicBezTo>
                    <a:pt x="5446" y="101"/>
                    <a:pt x="358" y="101"/>
                    <a:pt x="358" y="5152"/>
                  </a:cubicBezTo>
                  <a:cubicBezTo>
                    <a:pt x="358" y="10413"/>
                    <a:pt x="5234" y="10413"/>
                    <a:pt x="8838" y="10413"/>
                  </a:cubicBezTo>
                  <a:lnTo>
                    <a:pt x="135185" y="1041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49F10680-AE4B-ED30-03F1-5C8FA8112E57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5389866" y="6435694"/>
              <a:ext cx="77164" cy="139730"/>
            </a:xfrm>
            <a:custGeom>
              <a:avLst/>
              <a:gdLst>
                <a:gd name="csX0" fmla="*/ 48275 w 77164"/>
                <a:gd name="csY0" fmla="*/ 5993 h 139730"/>
                <a:gd name="csX1" fmla="*/ 41915 w 77164"/>
                <a:gd name="csY1" fmla="*/ 101 h 139730"/>
                <a:gd name="csX2" fmla="*/ 365 w 77164"/>
                <a:gd name="csY2" fmla="*/ 13569 h 139730"/>
                <a:gd name="csX3" fmla="*/ 365 w 77164"/>
                <a:gd name="csY3" fmla="*/ 21145 h 139730"/>
                <a:gd name="csX4" fmla="*/ 31103 w 77164"/>
                <a:gd name="csY4" fmla="*/ 15253 h 139730"/>
                <a:gd name="csX5" fmla="*/ 31103 w 77164"/>
                <a:gd name="csY5" fmla="*/ 122576 h 139730"/>
                <a:gd name="csX6" fmla="*/ 9904 w 77164"/>
                <a:gd name="csY6" fmla="*/ 132256 h 139730"/>
                <a:gd name="csX7" fmla="*/ 1849 w 77164"/>
                <a:gd name="csY7" fmla="*/ 132256 h 139730"/>
                <a:gd name="csX8" fmla="*/ 1849 w 77164"/>
                <a:gd name="csY8" fmla="*/ 139831 h 139730"/>
                <a:gd name="csX9" fmla="*/ 39583 w 77164"/>
                <a:gd name="csY9" fmla="*/ 138990 h 139730"/>
                <a:gd name="csX10" fmla="*/ 77530 w 77164"/>
                <a:gd name="csY10" fmla="*/ 139831 h 139730"/>
                <a:gd name="csX11" fmla="*/ 77530 w 77164"/>
                <a:gd name="csY11" fmla="*/ 132256 h 139730"/>
                <a:gd name="csX12" fmla="*/ 69474 w 77164"/>
                <a:gd name="csY12" fmla="*/ 132256 h 139730"/>
                <a:gd name="csX13" fmla="*/ 48275 w 77164"/>
                <a:gd name="csY13" fmla="*/ 122576 h 139730"/>
                <a:gd name="csX14" fmla="*/ 48275 w 77164"/>
                <a:gd name="csY14" fmla="*/ 5993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275" y="5993"/>
                  </a:moveTo>
                  <a:cubicBezTo>
                    <a:pt x="48275" y="312"/>
                    <a:pt x="47851" y="101"/>
                    <a:pt x="41915" y="101"/>
                  </a:cubicBezTo>
                  <a:cubicBezTo>
                    <a:pt x="28347" y="13359"/>
                    <a:pt x="9056" y="13569"/>
                    <a:pt x="365" y="13569"/>
                  </a:cubicBezTo>
                  <a:lnTo>
                    <a:pt x="365" y="21145"/>
                  </a:lnTo>
                  <a:cubicBezTo>
                    <a:pt x="5452" y="21145"/>
                    <a:pt x="19444" y="21145"/>
                    <a:pt x="31103" y="15253"/>
                  </a:cubicBezTo>
                  <a:lnTo>
                    <a:pt x="31103" y="122576"/>
                  </a:lnTo>
                  <a:cubicBezTo>
                    <a:pt x="31103" y="129520"/>
                    <a:pt x="31103" y="132256"/>
                    <a:pt x="9904" y="132256"/>
                  </a:cubicBezTo>
                  <a:lnTo>
                    <a:pt x="1849" y="132256"/>
                  </a:lnTo>
                  <a:lnTo>
                    <a:pt x="1849" y="139831"/>
                  </a:lnTo>
                  <a:cubicBezTo>
                    <a:pt x="5664" y="139621"/>
                    <a:pt x="31739" y="138990"/>
                    <a:pt x="39583" y="138990"/>
                  </a:cubicBezTo>
                  <a:cubicBezTo>
                    <a:pt x="46155" y="138990"/>
                    <a:pt x="72866" y="139621"/>
                    <a:pt x="77530" y="139831"/>
                  </a:cubicBezTo>
                  <a:lnTo>
                    <a:pt x="77530" y="132256"/>
                  </a:lnTo>
                  <a:lnTo>
                    <a:pt x="69474" y="132256"/>
                  </a:lnTo>
                  <a:cubicBezTo>
                    <a:pt x="48275" y="132256"/>
                    <a:pt x="48275" y="129520"/>
                    <a:pt x="48275" y="122576"/>
                  </a:cubicBezTo>
                  <a:lnTo>
                    <a:pt x="48275" y="599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164DF2CF-EC28-9AE0-4609-2C9A8A77A810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5519880" y="6304863"/>
              <a:ext cx="70260" cy="300624"/>
            </a:xfrm>
            <a:custGeom>
              <a:avLst/>
              <a:gdLst>
                <a:gd name="csX0" fmla="*/ 70629 w 70260"/>
                <a:gd name="csY0" fmla="*/ 150412 h 300624"/>
                <a:gd name="csX1" fmla="*/ 50641 w 70260"/>
                <a:gd name="csY1" fmla="*/ 56617 h 300624"/>
                <a:gd name="csX2" fmla="*/ 3398 w 70260"/>
                <a:gd name="csY2" fmla="*/ 100 h 300624"/>
                <a:gd name="csX3" fmla="*/ 369 w 70260"/>
                <a:gd name="csY3" fmla="*/ 3106 h 300624"/>
                <a:gd name="csX4" fmla="*/ 6123 w 70260"/>
                <a:gd name="csY4" fmla="*/ 10020 h 300624"/>
                <a:gd name="csX5" fmla="*/ 53064 w 70260"/>
                <a:gd name="csY5" fmla="*/ 150412 h 300624"/>
                <a:gd name="csX6" fmla="*/ 4306 w 70260"/>
                <a:gd name="csY6" fmla="*/ 292607 h 300624"/>
                <a:gd name="csX7" fmla="*/ 369 w 70260"/>
                <a:gd name="csY7" fmla="*/ 297718 h 300624"/>
                <a:gd name="csX8" fmla="*/ 3398 w 70260"/>
                <a:gd name="csY8" fmla="*/ 300724 h 300624"/>
                <a:gd name="csX9" fmla="*/ 51550 w 70260"/>
                <a:gd name="csY9" fmla="*/ 242102 h 300624"/>
                <a:gd name="csX10" fmla="*/ 70629 w 70260"/>
                <a:gd name="csY10" fmla="*/ 15041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629" y="150412"/>
                  </a:moveTo>
                  <a:cubicBezTo>
                    <a:pt x="70629" y="126963"/>
                    <a:pt x="67298" y="90588"/>
                    <a:pt x="50641" y="56617"/>
                  </a:cubicBezTo>
                  <a:cubicBezTo>
                    <a:pt x="32471" y="19640"/>
                    <a:pt x="6426" y="100"/>
                    <a:pt x="3398" y="100"/>
                  </a:cubicBezTo>
                  <a:cubicBezTo>
                    <a:pt x="1580" y="100"/>
                    <a:pt x="369" y="1302"/>
                    <a:pt x="369" y="3106"/>
                  </a:cubicBezTo>
                  <a:cubicBezTo>
                    <a:pt x="369" y="4008"/>
                    <a:pt x="369" y="4609"/>
                    <a:pt x="6123" y="10020"/>
                  </a:cubicBezTo>
                  <a:cubicBezTo>
                    <a:pt x="35802" y="39782"/>
                    <a:pt x="53064" y="87581"/>
                    <a:pt x="53064" y="150412"/>
                  </a:cubicBezTo>
                  <a:cubicBezTo>
                    <a:pt x="53064" y="201819"/>
                    <a:pt x="41859" y="254729"/>
                    <a:pt x="4306" y="292607"/>
                  </a:cubicBezTo>
                  <a:cubicBezTo>
                    <a:pt x="369" y="296215"/>
                    <a:pt x="369" y="296816"/>
                    <a:pt x="369" y="297718"/>
                  </a:cubicBezTo>
                  <a:cubicBezTo>
                    <a:pt x="369" y="299522"/>
                    <a:pt x="1580" y="300724"/>
                    <a:pt x="3398" y="300724"/>
                  </a:cubicBezTo>
                  <a:cubicBezTo>
                    <a:pt x="6426" y="300724"/>
                    <a:pt x="33682" y="280282"/>
                    <a:pt x="51550" y="242102"/>
                  </a:cubicBezTo>
                  <a:cubicBezTo>
                    <a:pt x="66995" y="209034"/>
                    <a:pt x="70629" y="175664"/>
                    <a:pt x="70629" y="15041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69" name="Group 168" descr="\documentclass{article}&#10;\usepackage{nunito}&#10;\usepackage[linguistics]{forest}&#10;\usepackage{amsmath,amssymb}&#10;\pagestyle{empty}&#10;\begin{document}&#10;&#10;\begin{align*}&#10;P(A, B) = P(A)P(B\mid A)&#10;\end{align*}&#10;&#10;&#10;\end{document}" title="IguanaTex Shape Display">
            <a:extLst>
              <a:ext uri="{FF2B5EF4-FFF2-40B4-BE49-F238E27FC236}">
                <a16:creationId xmlns:a16="http://schemas.microsoft.com/office/drawing/2014/main" id="{DDCB3646-A2C4-7476-5D72-C5B3786DB715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4423644" y="3604635"/>
            <a:ext cx="3344712" cy="296069"/>
            <a:chOff x="7321918" y="7440512"/>
            <a:chExt cx="3344712" cy="296069"/>
          </a:xfrm>
        </p:grpSpPr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91E8684-3491-5DAC-94C8-79DCCE07A0E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321918" y="7460349"/>
              <a:ext cx="216814" cy="202215"/>
            </a:xfrm>
            <a:custGeom>
              <a:avLst/>
              <a:gdLst>
                <a:gd name="csX0" fmla="*/ 80041 w 216814"/>
                <a:gd name="csY0" fmla="*/ 108742 h 202215"/>
                <a:gd name="csX1" fmla="*/ 131663 w 216814"/>
                <a:gd name="csY1" fmla="*/ 108742 h 202215"/>
                <a:gd name="csX2" fmla="*/ 216992 w 216814"/>
                <a:gd name="csY2" fmla="*/ 44791 h 202215"/>
                <a:gd name="csX3" fmla="*/ 157171 w 216814"/>
                <a:gd name="csY3" fmla="*/ 85 h 202215"/>
                <a:gd name="csX4" fmla="*/ 58785 w 216814"/>
                <a:gd name="csY4" fmla="*/ 85 h 202215"/>
                <a:gd name="csX5" fmla="*/ 49675 w 216814"/>
                <a:gd name="csY5" fmla="*/ 5710 h 202215"/>
                <a:gd name="csX6" fmla="*/ 58481 w 216814"/>
                <a:gd name="csY6" fmla="*/ 9263 h 202215"/>
                <a:gd name="csX7" fmla="*/ 71538 w 216814"/>
                <a:gd name="csY7" fmla="*/ 9855 h 202215"/>
                <a:gd name="csX8" fmla="*/ 78219 w 216814"/>
                <a:gd name="csY8" fmla="*/ 14592 h 202215"/>
                <a:gd name="csX9" fmla="*/ 77004 w 216814"/>
                <a:gd name="csY9" fmla="*/ 20217 h 202215"/>
                <a:gd name="csX10" fmla="*/ 36314 w 216814"/>
                <a:gd name="csY10" fmla="*/ 179207 h 202215"/>
                <a:gd name="csX11" fmla="*/ 8681 w 216814"/>
                <a:gd name="csY11" fmla="*/ 193122 h 202215"/>
                <a:gd name="csX12" fmla="*/ 178 w 216814"/>
                <a:gd name="csY12" fmla="*/ 198747 h 202215"/>
                <a:gd name="csX13" fmla="*/ 4733 w 216814"/>
                <a:gd name="csY13" fmla="*/ 202300 h 202215"/>
                <a:gd name="csX14" fmla="*/ 43298 w 216814"/>
                <a:gd name="csY14" fmla="*/ 201412 h 202215"/>
                <a:gd name="csX15" fmla="*/ 62732 w 216814"/>
                <a:gd name="csY15" fmla="*/ 201708 h 202215"/>
                <a:gd name="csX16" fmla="*/ 82470 w 216814"/>
                <a:gd name="csY16" fmla="*/ 202300 h 202215"/>
                <a:gd name="csX17" fmla="*/ 88543 w 216814"/>
                <a:gd name="csY17" fmla="*/ 196379 h 202215"/>
                <a:gd name="csX18" fmla="*/ 80041 w 216814"/>
                <a:gd name="csY18" fmla="*/ 193122 h 202215"/>
                <a:gd name="csX19" fmla="*/ 60303 w 216814"/>
                <a:gd name="csY19" fmla="*/ 187793 h 202215"/>
                <a:gd name="csX20" fmla="*/ 61214 w 216814"/>
                <a:gd name="csY20" fmla="*/ 182760 h 202215"/>
                <a:gd name="csX21" fmla="*/ 80041 w 216814"/>
                <a:gd name="csY21" fmla="*/ 108742 h 202215"/>
                <a:gd name="csX22" fmla="*/ 101905 w 216814"/>
                <a:gd name="csY22" fmla="*/ 20513 h 202215"/>
                <a:gd name="csX23" fmla="*/ 118302 w 216814"/>
                <a:gd name="csY23" fmla="*/ 9263 h 202215"/>
                <a:gd name="csX24" fmla="*/ 147454 w 216814"/>
                <a:gd name="csY24" fmla="*/ 9263 h 202215"/>
                <a:gd name="csX25" fmla="*/ 188752 w 216814"/>
                <a:gd name="csY25" fmla="*/ 37686 h 202215"/>
                <a:gd name="csX26" fmla="*/ 170836 w 216814"/>
                <a:gd name="csY26" fmla="*/ 85353 h 202215"/>
                <a:gd name="csX27" fmla="*/ 124072 w 216814"/>
                <a:gd name="csY27" fmla="*/ 101044 h 202215"/>
                <a:gd name="csX28" fmla="*/ 81256 w 216814"/>
                <a:gd name="csY28" fmla="*/ 101044 h 202215"/>
                <a:gd name="csX29" fmla="*/ 101905 w 216814"/>
                <a:gd name="csY29" fmla="*/ 20513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814" h="202215">
                  <a:moveTo>
                    <a:pt x="80041" y="108742"/>
                  </a:moveTo>
                  <a:lnTo>
                    <a:pt x="131663" y="108742"/>
                  </a:lnTo>
                  <a:cubicBezTo>
                    <a:pt x="174783" y="108742"/>
                    <a:pt x="216992" y="77951"/>
                    <a:pt x="216992" y="44791"/>
                  </a:cubicBezTo>
                  <a:cubicBezTo>
                    <a:pt x="216992" y="21994"/>
                    <a:pt x="196951" y="85"/>
                    <a:pt x="157171" y="85"/>
                  </a:cubicBezTo>
                  <a:lnTo>
                    <a:pt x="58785" y="85"/>
                  </a:lnTo>
                  <a:cubicBezTo>
                    <a:pt x="53015" y="85"/>
                    <a:pt x="49675" y="85"/>
                    <a:pt x="49675" y="5710"/>
                  </a:cubicBezTo>
                  <a:cubicBezTo>
                    <a:pt x="49675" y="9263"/>
                    <a:pt x="52408" y="9263"/>
                    <a:pt x="58481" y="9263"/>
                  </a:cubicBezTo>
                  <a:cubicBezTo>
                    <a:pt x="62429" y="9263"/>
                    <a:pt x="67895" y="9559"/>
                    <a:pt x="71538" y="9855"/>
                  </a:cubicBezTo>
                  <a:cubicBezTo>
                    <a:pt x="76397" y="10447"/>
                    <a:pt x="78219" y="11335"/>
                    <a:pt x="78219" y="14592"/>
                  </a:cubicBezTo>
                  <a:cubicBezTo>
                    <a:pt x="78219" y="15776"/>
                    <a:pt x="77915" y="16665"/>
                    <a:pt x="77004" y="20217"/>
                  </a:cubicBezTo>
                  <a:lnTo>
                    <a:pt x="36314" y="179207"/>
                  </a:lnTo>
                  <a:cubicBezTo>
                    <a:pt x="33277" y="190754"/>
                    <a:pt x="32670" y="193122"/>
                    <a:pt x="8681" y="193122"/>
                  </a:cubicBezTo>
                  <a:cubicBezTo>
                    <a:pt x="3518" y="193122"/>
                    <a:pt x="178" y="193122"/>
                    <a:pt x="178" y="198747"/>
                  </a:cubicBezTo>
                  <a:cubicBezTo>
                    <a:pt x="178" y="202300"/>
                    <a:pt x="3822" y="202300"/>
                    <a:pt x="4733" y="202300"/>
                  </a:cubicBezTo>
                  <a:cubicBezTo>
                    <a:pt x="13235" y="202300"/>
                    <a:pt x="34795" y="201412"/>
                    <a:pt x="43298" y="201412"/>
                  </a:cubicBezTo>
                  <a:cubicBezTo>
                    <a:pt x="49675" y="201412"/>
                    <a:pt x="56355" y="201708"/>
                    <a:pt x="62732" y="201708"/>
                  </a:cubicBezTo>
                  <a:cubicBezTo>
                    <a:pt x="69413" y="201708"/>
                    <a:pt x="76093" y="202300"/>
                    <a:pt x="82470" y="202300"/>
                  </a:cubicBezTo>
                  <a:cubicBezTo>
                    <a:pt x="84596" y="202300"/>
                    <a:pt x="88543" y="202300"/>
                    <a:pt x="88543" y="196379"/>
                  </a:cubicBezTo>
                  <a:cubicBezTo>
                    <a:pt x="88543" y="193122"/>
                    <a:pt x="85811" y="193122"/>
                    <a:pt x="80041" y="193122"/>
                  </a:cubicBezTo>
                  <a:cubicBezTo>
                    <a:pt x="68805" y="193122"/>
                    <a:pt x="60303" y="193122"/>
                    <a:pt x="60303" y="187793"/>
                  </a:cubicBezTo>
                  <a:cubicBezTo>
                    <a:pt x="60303" y="186016"/>
                    <a:pt x="60910" y="184536"/>
                    <a:pt x="61214" y="182760"/>
                  </a:cubicBezTo>
                  <a:lnTo>
                    <a:pt x="80041" y="108742"/>
                  </a:lnTo>
                  <a:close/>
                  <a:moveTo>
                    <a:pt x="101905" y="20513"/>
                  </a:moveTo>
                  <a:cubicBezTo>
                    <a:pt x="104638" y="10151"/>
                    <a:pt x="105245" y="9263"/>
                    <a:pt x="118302" y="9263"/>
                  </a:cubicBezTo>
                  <a:lnTo>
                    <a:pt x="147454" y="9263"/>
                  </a:lnTo>
                  <a:cubicBezTo>
                    <a:pt x="172658" y="9263"/>
                    <a:pt x="188752" y="17257"/>
                    <a:pt x="188752" y="37686"/>
                  </a:cubicBezTo>
                  <a:cubicBezTo>
                    <a:pt x="188752" y="49232"/>
                    <a:pt x="182678" y="74694"/>
                    <a:pt x="170836" y="85353"/>
                  </a:cubicBezTo>
                  <a:cubicBezTo>
                    <a:pt x="155653" y="98676"/>
                    <a:pt x="137433" y="101044"/>
                    <a:pt x="124072" y="101044"/>
                  </a:cubicBezTo>
                  <a:lnTo>
                    <a:pt x="81256" y="101044"/>
                  </a:lnTo>
                  <a:lnTo>
                    <a:pt x="101905" y="20513"/>
                  </a:ln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1D71BB5-87FE-A5C8-5CF5-2DCC68C4B02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576964" y="7440512"/>
              <a:ext cx="70449" cy="296069"/>
            </a:xfrm>
            <a:custGeom>
              <a:avLst/>
              <a:gdLst>
                <a:gd name="csX0" fmla="*/ 70635 w 70449"/>
                <a:gd name="csY0" fmla="*/ 293194 h 296069"/>
                <a:gd name="csX1" fmla="*/ 65473 w 70449"/>
                <a:gd name="csY1" fmla="*/ 286680 h 296069"/>
                <a:gd name="csX2" fmla="*/ 17798 w 70449"/>
                <a:gd name="csY2" fmla="*/ 148120 h 296069"/>
                <a:gd name="csX3" fmla="*/ 66688 w 70449"/>
                <a:gd name="csY3" fmla="*/ 8079 h 296069"/>
                <a:gd name="csX4" fmla="*/ 70635 w 70449"/>
                <a:gd name="csY4" fmla="*/ 3045 h 296069"/>
                <a:gd name="csX5" fmla="*/ 67599 w 70449"/>
                <a:gd name="csY5" fmla="*/ 85 h 296069"/>
                <a:gd name="csX6" fmla="*/ 19317 w 70449"/>
                <a:gd name="csY6" fmla="*/ 57818 h 296069"/>
                <a:gd name="csX7" fmla="*/ 186 w 70449"/>
                <a:gd name="csY7" fmla="*/ 148120 h 296069"/>
                <a:gd name="csX8" fmla="*/ 20228 w 70449"/>
                <a:gd name="csY8" fmla="*/ 240493 h 296069"/>
                <a:gd name="csX9" fmla="*/ 67599 w 70449"/>
                <a:gd name="csY9" fmla="*/ 296154 h 296069"/>
                <a:gd name="csX10" fmla="*/ 70635 w 70449"/>
                <a:gd name="csY10" fmla="*/ 293194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635" y="293194"/>
                  </a:moveTo>
                  <a:cubicBezTo>
                    <a:pt x="70635" y="292306"/>
                    <a:pt x="70635" y="291713"/>
                    <a:pt x="65473" y="286680"/>
                  </a:cubicBezTo>
                  <a:cubicBezTo>
                    <a:pt x="27515" y="249375"/>
                    <a:pt x="17798" y="193418"/>
                    <a:pt x="17798" y="148120"/>
                  </a:cubicBezTo>
                  <a:cubicBezTo>
                    <a:pt x="17798" y="96603"/>
                    <a:pt x="29337" y="45087"/>
                    <a:pt x="66688" y="8079"/>
                  </a:cubicBezTo>
                  <a:cubicBezTo>
                    <a:pt x="70635" y="4526"/>
                    <a:pt x="70635" y="3934"/>
                    <a:pt x="70635" y="3045"/>
                  </a:cubicBezTo>
                  <a:cubicBezTo>
                    <a:pt x="70635" y="973"/>
                    <a:pt x="69421" y="85"/>
                    <a:pt x="67599" y="85"/>
                  </a:cubicBezTo>
                  <a:cubicBezTo>
                    <a:pt x="64562" y="85"/>
                    <a:pt x="37233" y="20217"/>
                    <a:pt x="19317" y="57818"/>
                  </a:cubicBezTo>
                  <a:cubicBezTo>
                    <a:pt x="3830" y="90386"/>
                    <a:pt x="186" y="123250"/>
                    <a:pt x="186" y="148120"/>
                  </a:cubicBezTo>
                  <a:cubicBezTo>
                    <a:pt x="186" y="171213"/>
                    <a:pt x="3526" y="207037"/>
                    <a:pt x="20228" y="240493"/>
                  </a:cubicBezTo>
                  <a:cubicBezTo>
                    <a:pt x="38447" y="276910"/>
                    <a:pt x="64562" y="296154"/>
                    <a:pt x="67599" y="296154"/>
                  </a:cubicBezTo>
                  <a:cubicBezTo>
                    <a:pt x="69421" y="296154"/>
                    <a:pt x="70635" y="295266"/>
                    <a:pt x="70635" y="293194"/>
                  </a:cubicBez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0176B9B-A89B-CEF5-F64F-8B3AA84D61C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675621" y="7450578"/>
              <a:ext cx="208311" cy="211985"/>
            </a:xfrm>
            <a:custGeom>
              <a:avLst/>
              <a:gdLst>
                <a:gd name="csX0" fmla="*/ 43917 w 208311"/>
                <a:gd name="csY0" fmla="*/ 178023 h 211985"/>
                <a:gd name="csX1" fmla="*/ 6567 w 208311"/>
                <a:gd name="csY1" fmla="*/ 202892 h 211985"/>
                <a:gd name="csX2" fmla="*/ 190 w 208311"/>
                <a:gd name="csY2" fmla="*/ 208814 h 211985"/>
                <a:gd name="csX3" fmla="*/ 4137 w 208311"/>
                <a:gd name="csY3" fmla="*/ 212071 h 211985"/>
                <a:gd name="csX4" fmla="*/ 30252 w 208311"/>
                <a:gd name="csY4" fmla="*/ 211182 h 211985"/>
                <a:gd name="csX5" fmla="*/ 60618 w 208311"/>
                <a:gd name="csY5" fmla="*/ 212071 h 211985"/>
                <a:gd name="csX6" fmla="*/ 66388 w 208311"/>
                <a:gd name="csY6" fmla="*/ 206445 h 211985"/>
                <a:gd name="csX7" fmla="*/ 61529 w 208311"/>
                <a:gd name="csY7" fmla="*/ 202892 h 211985"/>
                <a:gd name="csX8" fmla="*/ 47257 w 208311"/>
                <a:gd name="csY8" fmla="*/ 192530 h 211985"/>
                <a:gd name="csX9" fmla="*/ 51508 w 208311"/>
                <a:gd name="csY9" fmla="*/ 181575 h 211985"/>
                <a:gd name="csX10" fmla="*/ 74587 w 208311"/>
                <a:gd name="csY10" fmla="*/ 143679 h 211985"/>
                <a:gd name="csX11" fmla="*/ 150806 w 208311"/>
                <a:gd name="csY11" fmla="*/ 143679 h 211985"/>
                <a:gd name="csX12" fmla="*/ 155664 w 208311"/>
                <a:gd name="csY12" fmla="*/ 193122 h 211985"/>
                <a:gd name="csX13" fmla="*/ 133801 w 208311"/>
                <a:gd name="csY13" fmla="*/ 202892 h 211985"/>
                <a:gd name="csX14" fmla="*/ 126513 w 208311"/>
                <a:gd name="csY14" fmla="*/ 208814 h 211985"/>
                <a:gd name="csX15" fmla="*/ 130764 w 208311"/>
                <a:gd name="csY15" fmla="*/ 212071 h 211985"/>
                <a:gd name="csX16" fmla="*/ 168722 w 208311"/>
                <a:gd name="csY16" fmla="*/ 211182 h 211985"/>
                <a:gd name="csX17" fmla="*/ 203035 w 208311"/>
                <a:gd name="csY17" fmla="*/ 212071 h 211985"/>
                <a:gd name="csX18" fmla="*/ 208501 w 208311"/>
                <a:gd name="csY18" fmla="*/ 206149 h 211985"/>
                <a:gd name="csX19" fmla="*/ 201517 w 208311"/>
                <a:gd name="csY19" fmla="*/ 202892 h 211985"/>
                <a:gd name="csX20" fmla="*/ 181779 w 208311"/>
                <a:gd name="csY20" fmla="*/ 192234 h 211985"/>
                <a:gd name="csX21" fmla="*/ 163256 w 208311"/>
                <a:gd name="csY21" fmla="*/ 7190 h 211985"/>
                <a:gd name="csX22" fmla="*/ 157486 w 208311"/>
                <a:gd name="csY22" fmla="*/ 85 h 211985"/>
                <a:gd name="csX23" fmla="*/ 149591 w 208311"/>
                <a:gd name="csY23" fmla="*/ 5118 h 211985"/>
                <a:gd name="csX24" fmla="*/ 43917 w 208311"/>
                <a:gd name="csY24" fmla="*/ 178023 h 211985"/>
                <a:gd name="csX25" fmla="*/ 80356 w 208311"/>
                <a:gd name="csY25" fmla="*/ 134500 h 211985"/>
                <a:gd name="csX26" fmla="*/ 140178 w 208311"/>
                <a:gd name="csY26" fmla="*/ 36797 h 211985"/>
                <a:gd name="csX27" fmla="*/ 149895 w 208311"/>
                <a:gd name="csY27" fmla="*/ 134500 h 211985"/>
                <a:gd name="csX28" fmla="*/ 80356 w 208311"/>
                <a:gd name="csY28" fmla="*/ 134500 h 211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208311" h="211985">
                  <a:moveTo>
                    <a:pt x="43917" y="178023"/>
                  </a:moveTo>
                  <a:cubicBezTo>
                    <a:pt x="31770" y="197859"/>
                    <a:pt x="19928" y="202004"/>
                    <a:pt x="6567" y="202892"/>
                  </a:cubicBezTo>
                  <a:cubicBezTo>
                    <a:pt x="2923" y="203189"/>
                    <a:pt x="190" y="203189"/>
                    <a:pt x="190" y="208814"/>
                  </a:cubicBezTo>
                  <a:cubicBezTo>
                    <a:pt x="190" y="210590"/>
                    <a:pt x="1708" y="212071"/>
                    <a:pt x="4137" y="212071"/>
                  </a:cubicBezTo>
                  <a:cubicBezTo>
                    <a:pt x="12336" y="212071"/>
                    <a:pt x="21750" y="211182"/>
                    <a:pt x="30252" y="211182"/>
                  </a:cubicBezTo>
                  <a:cubicBezTo>
                    <a:pt x="40273" y="211182"/>
                    <a:pt x="50901" y="212071"/>
                    <a:pt x="60618" y="212071"/>
                  </a:cubicBezTo>
                  <a:cubicBezTo>
                    <a:pt x="62440" y="212071"/>
                    <a:pt x="66388" y="212071"/>
                    <a:pt x="66388" y="206445"/>
                  </a:cubicBezTo>
                  <a:cubicBezTo>
                    <a:pt x="66388" y="203189"/>
                    <a:pt x="63655" y="202892"/>
                    <a:pt x="61529" y="202892"/>
                  </a:cubicBezTo>
                  <a:cubicBezTo>
                    <a:pt x="54545" y="202300"/>
                    <a:pt x="47257" y="199932"/>
                    <a:pt x="47257" y="192530"/>
                  </a:cubicBezTo>
                  <a:cubicBezTo>
                    <a:pt x="47257" y="188977"/>
                    <a:pt x="49079" y="185720"/>
                    <a:pt x="51508" y="181575"/>
                  </a:cubicBezTo>
                  <a:lnTo>
                    <a:pt x="74587" y="143679"/>
                  </a:lnTo>
                  <a:lnTo>
                    <a:pt x="150806" y="143679"/>
                  </a:lnTo>
                  <a:cubicBezTo>
                    <a:pt x="151413" y="149896"/>
                    <a:pt x="155664" y="190161"/>
                    <a:pt x="155664" y="193122"/>
                  </a:cubicBezTo>
                  <a:cubicBezTo>
                    <a:pt x="155664" y="202004"/>
                    <a:pt x="139874" y="202892"/>
                    <a:pt x="133801" y="202892"/>
                  </a:cubicBezTo>
                  <a:cubicBezTo>
                    <a:pt x="129549" y="202892"/>
                    <a:pt x="126513" y="202892"/>
                    <a:pt x="126513" y="208814"/>
                  </a:cubicBezTo>
                  <a:cubicBezTo>
                    <a:pt x="126513" y="212071"/>
                    <a:pt x="130157" y="212071"/>
                    <a:pt x="130764" y="212071"/>
                  </a:cubicBezTo>
                  <a:cubicBezTo>
                    <a:pt x="143214" y="212071"/>
                    <a:pt x="156272" y="211182"/>
                    <a:pt x="168722" y="211182"/>
                  </a:cubicBezTo>
                  <a:cubicBezTo>
                    <a:pt x="176313" y="211182"/>
                    <a:pt x="195444" y="212071"/>
                    <a:pt x="203035" y="212071"/>
                  </a:cubicBezTo>
                  <a:cubicBezTo>
                    <a:pt x="204857" y="212071"/>
                    <a:pt x="208501" y="212071"/>
                    <a:pt x="208501" y="206149"/>
                  </a:cubicBezTo>
                  <a:cubicBezTo>
                    <a:pt x="208501" y="202892"/>
                    <a:pt x="205465" y="202892"/>
                    <a:pt x="201517" y="202892"/>
                  </a:cubicBezTo>
                  <a:cubicBezTo>
                    <a:pt x="182690" y="202892"/>
                    <a:pt x="182690" y="200820"/>
                    <a:pt x="181779" y="192234"/>
                  </a:cubicBezTo>
                  <a:lnTo>
                    <a:pt x="163256" y="7190"/>
                  </a:lnTo>
                  <a:cubicBezTo>
                    <a:pt x="162649" y="1269"/>
                    <a:pt x="162649" y="85"/>
                    <a:pt x="157486" y="85"/>
                  </a:cubicBezTo>
                  <a:cubicBezTo>
                    <a:pt x="152628" y="85"/>
                    <a:pt x="151413" y="2157"/>
                    <a:pt x="149591" y="5118"/>
                  </a:cubicBezTo>
                  <a:lnTo>
                    <a:pt x="43917" y="178023"/>
                  </a:lnTo>
                  <a:close/>
                  <a:moveTo>
                    <a:pt x="80356" y="134500"/>
                  </a:moveTo>
                  <a:lnTo>
                    <a:pt x="140178" y="36797"/>
                  </a:lnTo>
                  <a:lnTo>
                    <a:pt x="149895" y="134500"/>
                  </a:lnTo>
                  <a:lnTo>
                    <a:pt x="80356" y="134500"/>
                  </a:ln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6CA300C-90F0-8FA8-B881-29FCA5FD00A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918854" y="7631181"/>
              <a:ext cx="35528" cy="88524"/>
            </a:xfrm>
            <a:custGeom>
              <a:avLst/>
              <a:gdLst>
                <a:gd name="csX0" fmla="*/ 35726 w 35528"/>
                <a:gd name="csY0" fmla="*/ 31172 h 88524"/>
                <a:gd name="csX1" fmla="*/ 16291 w 35528"/>
                <a:gd name="csY1" fmla="*/ 85 h 88524"/>
                <a:gd name="csX2" fmla="*/ 197 w 35528"/>
                <a:gd name="csY2" fmla="*/ 15776 h 88524"/>
                <a:gd name="csX3" fmla="*/ 16291 w 35528"/>
                <a:gd name="csY3" fmla="*/ 31468 h 88524"/>
                <a:gd name="csX4" fmla="*/ 26919 w 35528"/>
                <a:gd name="csY4" fmla="*/ 27619 h 88524"/>
                <a:gd name="csX5" fmla="*/ 28438 w 35528"/>
                <a:gd name="csY5" fmla="*/ 26731 h 88524"/>
                <a:gd name="csX6" fmla="*/ 29045 w 35528"/>
                <a:gd name="csY6" fmla="*/ 31172 h 88524"/>
                <a:gd name="csX7" fmla="*/ 8396 w 35528"/>
                <a:gd name="csY7" fmla="*/ 80616 h 88524"/>
                <a:gd name="csX8" fmla="*/ 5056 w 35528"/>
                <a:gd name="csY8" fmla="*/ 85353 h 88524"/>
                <a:gd name="csX9" fmla="*/ 8092 w 35528"/>
                <a:gd name="csY9" fmla="*/ 88610 h 88524"/>
                <a:gd name="csX10" fmla="*/ 35726 w 35528"/>
                <a:gd name="csY10" fmla="*/ 31172 h 88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28" h="88524">
                  <a:moveTo>
                    <a:pt x="35726" y="31172"/>
                  </a:moveTo>
                  <a:cubicBezTo>
                    <a:pt x="35726" y="11631"/>
                    <a:pt x="28134" y="85"/>
                    <a:pt x="16291" y="85"/>
                  </a:cubicBezTo>
                  <a:cubicBezTo>
                    <a:pt x="6270" y="85"/>
                    <a:pt x="197" y="7486"/>
                    <a:pt x="197" y="15776"/>
                  </a:cubicBezTo>
                  <a:cubicBezTo>
                    <a:pt x="197" y="23770"/>
                    <a:pt x="6270" y="31468"/>
                    <a:pt x="16291" y="31468"/>
                  </a:cubicBezTo>
                  <a:cubicBezTo>
                    <a:pt x="19935" y="31468"/>
                    <a:pt x="23883" y="30284"/>
                    <a:pt x="26919" y="27619"/>
                  </a:cubicBezTo>
                  <a:cubicBezTo>
                    <a:pt x="27830" y="27027"/>
                    <a:pt x="28134" y="26731"/>
                    <a:pt x="28438" y="26731"/>
                  </a:cubicBezTo>
                  <a:cubicBezTo>
                    <a:pt x="28741" y="26731"/>
                    <a:pt x="29045" y="27027"/>
                    <a:pt x="29045" y="31172"/>
                  </a:cubicBezTo>
                  <a:cubicBezTo>
                    <a:pt x="29045" y="53081"/>
                    <a:pt x="18417" y="70845"/>
                    <a:pt x="8396" y="80616"/>
                  </a:cubicBezTo>
                  <a:cubicBezTo>
                    <a:pt x="5056" y="83872"/>
                    <a:pt x="5056" y="84465"/>
                    <a:pt x="5056" y="85353"/>
                  </a:cubicBezTo>
                  <a:cubicBezTo>
                    <a:pt x="5056" y="87425"/>
                    <a:pt x="6574" y="88610"/>
                    <a:pt x="8092" y="88610"/>
                  </a:cubicBezTo>
                  <a:cubicBezTo>
                    <a:pt x="11433" y="88610"/>
                    <a:pt x="35726" y="65812"/>
                    <a:pt x="35726" y="31172"/>
                  </a:cubicBez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C5A699EF-B81A-4152-85A9-046F4F0FB0C3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040452" y="7460349"/>
              <a:ext cx="216814" cy="202215"/>
            </a:xfrm>
            <a:custGeom>
              <a:avLst/>
              <a:gdLst>
                <a:gd name="csX0" fmla="*/ 36034 w 216814"/>
                <a:gd name="csY0" fmla="*/ 179207 h 202215"/>
                <a:gd name="csX1" fmla="*/ 8400 w 216814"/>
                <a:gd name="csY1" fmla="*/ 193122 h 202215"/>
                <a:gd name="csX2" fmla="*/ 202 w 216814"/>
                <a:gd name="csY2" fmla="*/ 199044 h 202215"/>
                <a:gd name="csX3" fmla="*/ 8400 w 216814"/>
                <a:gd name="csY3" fmla="*/ 202300 h 202215"/>
                <a:gd name="csX4" fmla="*/ 116808 w 216814"/>
                <a:gd name="csY4" fmla="*/ 202300 h 202215"/>
                <a:gd name="csX5" fmla="*/ 200618 w 216814"/>
                <a:gd name="csY5" fmla="*/ 138349 h 202215"/>
                <a:gd name="csX6" fmla="*/ 153551 w 216814"/>
                <a:gd name="csY6" fmla="*/ 96603 h 202215"/>
                <a:gd name="csX7" fmla="*/ 217016 w 216814"/>
                <a:gd name="csY7" fmla="*/ 40942 h 202215"/>
                <a:gd name="csX8" fmla="*/ 160535 w 216814"/>
                <a:gd name="csY8" fmla="*/ 85 h 202215"/>
                <a:gd name="csX9" fmla="*/ 58505 w 216814"/>
                <a:gd name="csY9" fmla="*/ 85 h 202215"/>
                <a:gd name="csX10" fmla="*/ 49698 w 216814"/>
                <a:gd name="csY10" fmla="*/ 6006 h 202215"/>
                <a:gd name="csX11" fmla="*/ 58201 w 216814"/>
                <a:gd name="csY11" fmla="*/ 9263 h 202215"/>
                <a:gd name="csX12" fmla="*/ 69740 w 216814"/>
                <a:gd name="csY12" fmla="*/ 9855 h 202215"/>
                <a:gd name="csX13" fmla="*/ 77939 w 216814"/>
                <a:gd name="csY13" fmla="*/ 14592 h 202215"/>
                <a:gd name="csX14" fmla="*/ 76724 w 216814"/>
                <a:gd name="csY14" fmla="*/ 20217 h 202215"/>
                <a:gd name="csX15" fmla="*/ 36034 w 216814"/>
                <a:gd name="csY15" fmla="*/ 179207 h 202215"/>
                <a:gd name="csX16" fmla="*/ 81886 w 216814"/>
                <a:gd name="csY16" fmla="*/ 93939 h 202215"/>
                <a:gd name="csX17" fmla="*/ 100713 w 216814"/>
                <a:gd name="csY17" fmla="*/ 20513 h 202215"/>
                <a:gd name="csX18" fmla="*/ 117111 w 216814"/>
                <a:gd name="csY18" fmla="*/ 9263 h 202215"/>
                <a:gd name="csX19" fmla="*/ 156284 w 216814"/>
                <a:gd name="csY19" fmla="*/ 9263 h 202215"/>
                <a:gd name="csX20" fmla="*/ 189383 w 216814"/>
                <a:gd name="csY20" fmla="*/ 39758 h 202215"/>
                <a:gd name="csX21" fmla="*/ 126221 w 216814"/>
                <a:gd name="csY21" fmla="*/ 93939 h 202215"/>
                <a:gd name="csX22" fmla="*/ 81886 w 216814"/>
                <a:gd name="csY22" fmla="*/ 93939 h 202215"/>
                <a:gd name="csX23" fmla="*/ 68222 w 216814"/>
                <a:gd name="csY23" fmla="*/ 193122 h 202215"/>
                <a:gd name="csX24" fmla="*/ 61541 w 216814"/>
                <a:gd name="csY24" fmla="*/ 192826 h 202215"/>
                <a:gd name="csX25" fmla="*/ 57594 w 216814"/>
                <a:gd name="csY25" fmla="*/ 189865 h 202215"/>
                <a:gd name="csX26" fmla="*/ 59112 w 216814"/>
                <a:gd name="csY26" fmla="*/ 183056 h 202215"/>
                <a:gd name="csX27" fmla="*/ 80065 w 216814"/>
                <a:gd name="csY27" fmla="*/ 100452 h 202215"/>
                <a:gd name="csX28" fmla="*/ 137457 w 216814"/>
                <a:gd name="csY28" fmla="*/ 100452 h 202215"/>
                <a:gd name="csX29" fmla="*/ 172378 w 216814"/>
                <a:gd name="csY29" fmla="*/ 135092 h 202215"/>
                <a:gd name="csX30" fmla="*/ 109520 w 216814"/>
                <a:gd name="csY30" fmla="*/ 193122 h 202215"/>
                <a:gd name="csX31" fmla="*/ 68222 w 216814"/>
                <a:gd name="csY31" fmla="*/ 193122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216814" h="202215">
                  <a:moveTo>
                    <a:pt x="36034" y="179207"/>
                  </a:moveTo>
                  <a:cubicBezTo>
                    <a:pt x="32997" y="190754"/>
                    <a:pt x="32390" y="193122"/>
                    <a:pt x="8400" y="193122"/>
                  </a:cubicBezTo>
                  <a:cubicBezTo>
                    <a:pt x="3238" y="193122"/>
                    <a:pt x="202" y="193122"/>
                    <a:pt x="202" y="199044"/>
                  </a:cubicBezTo>
                  <a:cubicBezTo>
                    <a:pt x="202" y="202300"/>
                    <a:pt x="2935" y="202300"/>
                    <a:pt x="8400" y="202300"/>
                  </a:cubicBezTo>
                  <a:lnTo>
                    <a:pt x="116808" y="202300"/>
                  </a:lnTo>
                  <a:cubicBezTo>
                    <a:pt x="164786" y="202300"/>
                    <a:pt x="200618" y="167364"/>
                    <a:pt x="200618" y="138349"/>
                  </a:cubicBezTo>
                  <a:cubicBezTo>
                    <a:pt x="200618" y="117032"/>
                    <a:pt x="183006" y="99860"/>
                    <a:pt x="153551" y="96603"/>
                  </a:cubicBezTo>
                  <a:cubicBezTo>
                    <a:pt x="185131" y="90978"/>
                    <a:pt x="217016" y="69069"/>
                    <a:pt x="217016" y="40942"/>
                  </a:cubicBezTo>
                  <a:cubicBezTo>
                    <a:pt x="217016" y="19033"/>
                    <a:pt x="196974" y="85"/>
                    <a:pt x="160535" y="85"/>
                  </a:cubicBezTo>
                  <a:lnTo>
                    <a:pt x="58505" y="85"/>
                  </a:lnTo>
                  <a:cubicBezTo>
                    <a:pt x="52735" y="85"/>
                    <a:pt x="49698" y="85"/>
                    <a:pt x="49698" y="6006"/>
                  </a:cubicBezTo>
                  <a:cubicBezTo>
                    <a:pt x="49698" y="9263"/>
                    <a:pt x="52431" y="9263"/>
                    <a:pt x="58201" y="9263"/>
                  </a:cubicBezTo>
                  <a:cubicBezTo>
                    <a:pt x="58808" y="9263"/>
                    <a:pt x="64578" y="9263"/>
                    <a:pt x="69740" y="9855"/>
                  </a:cubicBezTo>
                  <a:cubicBezTo>
                    <a:pt x="75206" y="10447"/>
                    <a:pt x="77939" y="10743"/>
                    <a:pt x="77939" y="14592"/>
                  </a:cubicBezTo>
                  <a:cubicBezTo>
                    <a:pt x="77939" y="15776"/>
                    <a:pt x="77635" y="16665"/>
                    <a:pt x="76724" y="20217"/>
                  </a:cubicBezTo>
                  <a:lnTo>
                    <a:pt x="36034" y="179207"/>
                  </a:lnTo>
                  <a:close/>
                  <a:moveTo>
                    <a:pt x="81886" y="93939"/>
                  </a:moveTo>
                  <a:lnTo>
                    <a:pt x="100713" y="20513"/>
                  </a:lnTo>
                  <a:cubicBezTo>
                    <a:pt x="103446" y="10151"/>
                    <a:pt x="104054" y="9263"/>
                    <a:pt x="117111" y="9263"/>
                  </a:cubicBezTo>
                  <a:lnTo>
                    <a:pt x="156284" y="9263"/>
                  </a:lnTo>
                  <a:cubicBezTo>
                    <a:pt x="183006" y="9263"/>
                    <a:pt x="189383" y="26731"/>
                    <a:pt x="189383" y="39758"/>
                  </a:cubicBezTo>
                  <a:cubicBezTo>
                    <a:pt x="189383" y="65812"/>
                    <a:pt x="163268" y="93939"/>
                    <a:pt x="126221" y="93939"/>
                  </a:cubicBezTo>
                  <a:lnTo>
                    <a:pt x="81886" y="93939"/>
                  </a:lnTo>
                  <a:close/>
                  <a:moveTo>
                    <a:pt x="68222" y="193122"/>
                  </a:moveTo>
                  <a:cubicBezTo>
                    <a:pt x="63970" y="193122"/>
                    <a:pt x="63363" y="193122"/>
                    <a:pt x="61541" y="192826"/>
                  </a:cubicBezTo>
                  <a:cubicBezTo>
                    <a:pt x="58505" y="192530"/>
                    <a:pt x="57594" y="192234"/>
                    <a:pt x="57594" y="189865"/>
                  </a:cubicBezTo>
                  <a:cubicBezTo>
                    <a:pt x="57594" y="188977"/>
                    <a:pt x="57594" y="188385"/>
                    <a:pt x="59112" y="183056"/>
                  </a:cubicBezTo>
                  <a:lnTo>
                    <a:pt x="80065" y="100452"/>
                  </a:lnTo>
                  <a:lnTo>
                    <a:pt x="137457" y="100452"/>
                  </a:lnTo>
                  <a:cubicBezTo>
                    <a:pt x="166608" y="100452"/>
                    <a:pt x="172378" y="122361"/>
                    <a:pt x="172378" y="135092"/>
                  </a:cubicBezTo>
                  <a:cubicBezTo>
                    <a:pt x="172378" y="164403"/>
                    <a:pt x="145352" y="193122"/>
                    <a:pt x="109520" y="193122"/>
                  </a:cubicBezTo>
                  <a:lnTo>
                    <a:pt x="68222" y="193122"/>
                  </a:ln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C2D2767-508F-B5C0-D8D9-66B3691EEF7B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290573" y="7440512"/>
              <a:ext cx="70449" cy="296069"/>
            </a:xfrm>
            <a:custGeom>
              <a:avLst/>
              <a:gdLst>
                <a:gd name="csX0" fmla="*/ 70659 w 70449"/>
                <a:gd name="csY0" fmla="*/ 148120 h 296069"/>
                <a:gd name="csX1" fmla="*/ 50617 w 70449"/>
                <a:gd name="csY1" fmla="*/ 55746 h 296069"/>
                <a:gd name="csX2" fmla="*/ 3246 w 70449"/>
                <a:gd name="csY2" fmla="*/ 85 h 296069"/>
                <a:gd name="csX3" fmla="*/ 210 w 70449"/>
                <a:gd name="csY3" fmla="*/ 3045 h 296069"/>
                <a:gd name="csX4" fmla="*/ 5979 w 70449"/>
                <a:gd name="csY4" fmla="*/ 9855 h 296069"/>
                <a:gd name="csX5" fmla="*/ 53047 w 70449"/>
                <a:gd name="csY5" fmla="*/ 148120 h 296069"/>
                <a:gd name="csX6" fmla="*/ 4157 w 70449"/>
                <a:gd name="csY6" fmla="*/ 288161 h 296069"/>
                <a:gd name="csX7" fmla="*/ 210 w 70449"/>
                <a:gd name="csY7" fmla="*/ 293194 h 296069"/>
                <a:gd name="csX8" fmla="*/ 3246 w 70449"/>
                <a:gd name="csY8" fmla="*/ 296154 h 296069"/>
                <a:gd name="csX9" fmla="*/ 51528 w 70449"/>
                <a:gd name="csY9" fmla="*/ 238421 h 296069"/>
                <a:gd name="csX10" fmla="*/ 70659 w 70449"/>
                <a:gd name="csY10" fmla="*/ 148120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659" y="148120"/>
                  </a:moveTo>
                  <a:cubicBezTo>
                    <a:pt x="70659" y="125026"/>
                    <a:pt x="67319" y="89202"/>
                    <a:pt x="50617" y="55746"/>
                  </a:cubicBezTo>
                  <a:cubicBezTo>
                    <a:pt x="32398" y="19329"/>
                    <a:pt x="6283" y="85"/>
                    <a:pt x="3246" y="85"/>
                  </a:cubicBezTo>
                  <a:cubicBezTo>
                    <a:pt x="1424" y="85"/>
                    <a:pt x="210" y="1269"/>
                    <a:pt x="210" y="3045"/>
                  </a:cubicBezTo>
                  <a:cubicBezTo>
                    <a:pt x="210" y="3934"/>
                    <a:pt x="210" y="4526"/>
                    <a:pt x="5979" y="9855"/>
                  </a:cubicBezTo>
                  <a:cubicBezTo>
                    <a:pt x="35738" y="39166"/>
                    <a:pt x="53047" y="86241"/>
                    <a:pt x="53047" y="148120"/>
                  </a:cubicBezTo>
                  <a:cubicBezTo>
                    <a:pt x="53047" y="198747"/>
                    <a:pt x="41811" y="250856"/>
                    <a:pt x="4157" y="288161"/>
                  </a:cubicBezTo>
                  <a:cubicBezTo>
                    <a:pt x="210" y="291713"/>
                    <a:pt x="210" y="292306"/>
                    <a:pt x="210" y="293194"/>
                  </a:cubicBezTo>
                  <a:cubicBezTo>
                    <a:pt x="210" y="294970"/>
                    <a:pt x="1424" y="296154"/>
                    <a:pt x="3246" y="296154"/>
                  </a:cubicBezTo>
                  <a:cubicBezTo>
                    <a:pt x="6283" y="296154"/>
                    <a:pt x="33612" y="276022"/>
                    <a:pt x="51528" y="238421"/>
                  </a:cubicBezTo>
                  <a:cubicBezTo>
                    <a:pt x="67015" y="205853"/>
                    <a:pt x="70659" y="172989"/>
                    <a:pt x="70659" y="148120"/>
                  </a:cubicBez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2168251-1EDD-094A-F6EA-F677338DAF5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492708" y="7553907"/>
              <a:ext cx="201934" cy="69280"/>
            </a:xfrm>
            <a:custGeom>
              <a:avLst/>
              <a:gdLst>
                <a:gd name="csX0" fmla="*/ 191827 w 201934"/>
                <a:gd name="csY0" fmla="*/ 11927 h 69280"/>
                <a:gd name="csX1" fmla="*/ 202151 w 201934"/>
                <a:gd name="csY1" fmla="*/ 6006 h 69280"/>
                <a:gd name="csX2" fmla="*/ 192130 w 201934"/>
                <a:gd name="csY2" fmla="*/ 85 h 69280"/>
                <a:gd name="csX3" fmla="*/ 10237 w 201934"/>
                <a:gd name="csY3" fmla="*/ 85 h 69280"/>
                <a:gd name="csX4" fmla="*/ 216 w 201934"/>
                <a:gd name="csY4" fmla="*/ 6006 h 69280"/>
                <a:gd name="csX5" fmla="*/ 10541 w 201934"/>
                <a:gd name="csY5" fmla="*/ 11927 h 69280"/>
                <a:gd name="csX6" fmla="*/ 191827 w 201934"/>
                <a:gd name="csY6" fmla="*/ 11927 h 69280"/>
                <a:gd name="csX7" fmla="*/ 192130 w 201934"/>
                <a:gd name="csY7" fmla="*/ 69365 h 69280"/>
                <a:gd name="csX8" fmla="*/ 202151 w 201934"/>
                <a:gd name="csY8" fmla="*/ 63444 h 69280"/>
                <a:gd name="csX9" fmla="*/ 191827 w 201934"/>
                <a:gd name="csY9" fmla="*/ 57522 h 69280"/>
                <a:gd name="csX10" fmla="*/ 10541 w 201934"/>
                <a:gd name="csY10" fmla="*/ 57522 h 69280"/>
                <a:gd name="csX11" fmla="*/ 216 w 201934"/>
                <a:gd name="csY11" fmla="*/ 63444 h 69280"/>
                <a:gd name="csX12" fmla="*/ 10237 w 201934"/>
                <a:gd name="csY12" fmla="*/ 69365 h 69280"/>
                <a:gd name="csX13" fmla="*/ 192130 w 201934"/>
                <a:gd name="csY13" fmla="*/ 69365 h 692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934" h="69280">
                  <a:moveTo>
                    <a:pt x="191827" y="11927"/>
                  </a:moveTo>
                  <a:cubicBezTo>
                    <a:pt x="196381" y="11927"/>
                    <a:pt x="202151" y="11927"/>
                    <a:pt x="202151" y="6006"/>
                  </a:cubicBezTo>
                  <a:cubicBezTo>
                    <a:pt x="202151" y="85"/>
                    <a:pt x="196381" y="85"/>
                    <a:pt x="192130" y="85"/>
                  </a:cubicBezTo>
                  <a:lnTo>
                    <a:pt x="10237" y="85"/>
                  </a:lnTo>
                  <a:cubicBezTo>
                    <a:pt x="5986" y="85"/>
                    <a:pt x="216" y="85"/>
                    <a:pt x="216" y="6006"/>
                  </a:cubicBezTo>
                  <a:cubicBezTo>
                    <a:pt x="216" y="11927"/>
                    <a:pt x="5986" y="11927"/>
                    <a:pt x="10541" y="11927"/>
                  </a:cubicBezTo>
                  <a:lnTo>
                    <a:pt x="191827" y="11927"/>
                  </a:lnTo>
                  <a:close/>
                  <a:moveTo>
                    <a:pt x="192130" y="69365"/>
                  </a:moveTo>
                  <a:cubicBezTo>
                    <a:pt x="196381" y="69365"/>
                    <a:pt x="202151" y="69365"/>
                    <a:pt x="202151" y="63444"/>
                  </a:cubicBezTo>
                  <a:cubicBezTo>
                    <a:pt x="202151" y="57522"/>
                    <a:pt x="196381" y="57522"/>
                    <a:pt x="191827" y="57522"/>
                  </a:cubicBezTo>
                  <a:lnTo>
                    <a:pt x="10541" y="57522"/>
                  </a:lnTo>
                  <a:cubicBezTo>
                    <a:pt x="5986" y="57522"/>
                    <a:pt x="216" y="57522"/>
                    <a:pt x="216" y="63444"/>
                  </a:cubicBezTo>
                  <a:cubicBezTo>
                    <a:pt x="216" y="69365"/>
                    <a:pt x="5986" y="69365"/>
                    <a:pt x="10237" y="69365"/>
                  </a:cubicBezTo>
                  <a:lnTo>
                    <a:pt x="192130" y="69365"/>
                  </a:ln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3842A635-7D4D-E9B3-236F-9D89E1794AF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808380" y="7460349"/>
              <a:ext cx="216814" cy="202215"/>
            </a:xfrm>
            <a:custGeom>
              <a:avLst/>
              <a:gdLst>
                <a:gd name="csX0" fmla="*/ 80090 w 216814"/>
                <a:gd name="csY0" fmla="*/ 108742 h 202215"/>
                <a:gd name="csX1" fmla="*/ 131712 w 216814"/>
                <a:gd name="csY1" fmla="*/ 108742 h 202215"/>
                <a:gd name="csX2" fmla="*/ 217041 w 216814"/>
                <a:gd name="csY2" fmla="*/ 44791 h 202215"/>
                <a:gd name="csX3" fmla="*/ 157220 w 216814"/>
                <a:gd name="csY3" fmla="*/ 85 h 202215"/>
                <a:gd name="csX4" fmla="*/ 58833 w 216814"/>
                <a:gd name="csY4" fmla="*/ 85 h 202215"/>
                <a:gd name="csX5" fmla="*/ 49724 w 216814"/>
                <a:gd name="csY5" fmla="*/ 5710 h 202215"/>
                <a:gd name="csX6" fmla="*/ 58530 w 216814"/>
                <a:gd name="csY6" fmla="*/ 9263 h 202215"/>
                <a:gd name="csX7" fmla="*/ 71587 w 216814"/>
                <a:gd name="csY7" fmla="*/ 9855 h 202215"/>
                <a:gd name="csX8" fmla="*/ 78268 w 216814"/>
                <a:gd name="csY8" fmla="*/ 14592 h 202215"/>
                <a:gd name="csX9" fmla="*/ 77053 w 216814"/>
                <a:gd name="csY9" fmla="*/ 20217 h 202215"/>
                <a:gd name="csX10" fmla="*/ 36363 w 216814"/>
                <a:gd name="csY10" fmla="*/ 179207 h 202215"/>
                <a:gd name="csX11" fmla="*/ 8729 w 216814"/>
                <a:gd name="csY11" fmla="*/ 193122 h 202215"/>
                <a:gd name="csX12" fmla="*/ 227 w 216814"/>
                <a:gd name="csY12" fmla="*/ 198747 h 202215"/>
                <a:gd name="csX13" fmla="*/ 4782 w 216814"/>
                <a:gd name="csY13" fmla="*/ 202300 h 202215"/>
                <a:gd name="csX14" fmla="*/ 43347 w 216814"/>
                <a:gd name="csY14" fmla="*/ 201412 h 202215"/>
                <a:gd name="csX15" fmla="*/ 62781 w 216814"/>
                <a:gd name="csY15" fmla="*/ 201708 h 202215"/>
                <a:gd name="csX16" fmla="*/ 82519 w 216814"/>
                <a:gd name="csY16" fmla="*/ 202300 h 202215"/>
                <a:gd name="csX17" fmla="*/ 88592 w 216814"/>
                <a:gd name="csY17" fmla="*/ 196379 h 202215"/>
                <a:gd name="csX18" fmla="*/ 80090 w 216814"/>
                <a:gd name="csY18" fmla="*/ 193122 h 202215"/>
                <a:gd name="csX19" fmla="*/ 60352 w 216814"/>
                <a:gd name="csY19" fmla="*/ 187793 h 202215"/>
                <a:gd name="csX20" fmla="*/ 61263 w 216814"/>
                <a:gd name="csY20" fmla="*/ 182760 h 202215"/>
                <a:gd name="csX21" fmla="*/ 80090 w 216814"/>
                <a:gd name="csY21" fmla="*/ 108742 h 202215"/>
                <a:gd name="csX22" fmla="*/ 101953 w 216814"/>
                <a:gd name="csY22" fmla="*/ 20513 h 202215"/>
                <a:gd name="csX23" fmla="*/ 118351 w 216814"/>
                <a:gd name="csY23" fmla="*/ 9263 h 202215"/>
                <a:gd name="csX24" fmla="*/ 147503 w 216814"/>
                <a:gd name="csY24" fmla="*/ 9263 h 202215"/>
                <a:gd name="csX25" fmla="*/ 188800 w 216814"/>
                <a:gd name="csY25" fmla="*/ 37686 h 202215"/>
                <a:gd name="csX26" fmla="*/ 170884 w 216814"/>
                <a:gd name="csY26" fmla="*/ 85353 h 202215"/>
                <a:gd name="csX27" fmla="*/ 124121 w 216814"/>
                <a:gd name="csY27" fmla="*/ 101044 h 202215"/>
                <a:gd name="csX28" fmla="*/ 81304 w 216814"/>
                <a:gd name="csY28" fmla="*/ 101044 h 202215"/>
                <a:gd name="csX29" fmla="*/ 101953 w 216814"/>
                <a:gd name="csY29" fmla="*/ 20513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814" h="202215">
                  <a:moveTo>
                    <a:pt x="80090" y="108742"/>
                  </a:moveTo>
                  <a:lnTo>
                    <a:pt x="131712" y="108742"/>
                  </a:lnTo>
                  <a:cubicBezTo>
                    <a:pt x="174832" y="108742"/>
                    <a:pt x="217041" y="77951"/>
                    <a:pt x="217041" y="44791"/>
                  </a:cubicBezTo>
                  <a:cubicBezTo>
                    <a:pt x="217041" y="21994"/>
                    <a:pt x="196999" y="85"/>
                    <a:pt x="157220" y="85"/>
                  </a:cubicBezTo>
                  <a:lnTo>
                    <a:pt x="58833" y="85"/>
                  </a:lnTo>
                  <a:cubicBezTo>
                    <a:pt x="53064" y="85"/>
                    <a:pt x="49724" y="85"/>
                    <a:pt x="49724" y="5710"/>
                  </a:cubicBezTo>
                  <a:cubicBezTo>
                    <a:pt x="49724" y="9263"/>
                    <a:pt x="52457" y="9263"/>
                    <a:pt x="58530" y="9263"/>
                  </a:cubicBezTo>
                  <a:cubicBezTo>
                    <a:pt x="62477" y="9263"/>
                    <a:pt x="67943" y="9559"/>
                    <a:pt x="71587" y="9855"/>
                  </a:cubicBezTo>
                  <a:cubicBezTo>
                    <a:pt x="76446" y="10447"/>
                    <a:pt x="78268" y="11335"/>
                    <a:pt x="78268" y="14592"/>
                  </a:cubicBezTo>
                  <a:cubicBezTo>
                    <a:pt x="78268" y="15776"/>
                    <a:pt x="77964" y="16665"/>
                    <a:pt x="77053" y="20217"/>
                  </a:cubicBezTo>
                  <a:lnTo>
                    <a:pt x="36363" y="179207"/>
                  </a:lnTo>
                  <a:cubicBezTo>
                    <a:pt x="33326" y="190754"/>
                    <a:pt x="32719" y="193122"/>
                    <a:pt x="8729" y="193122"/>
                  </a:cubicBezTo>
                  <a:cubicBezTo>
                    <a:pt x="3567" y="193122"/>
                    <a:pt x="227" y="193122"/>
                    <a:pt x="227" y="198747"/>
                  </a:cubicBezTo>
                  <a:cubicBezTo>
                    <a:pt x="227" y="202300"/>
                    <a:pt x="3871" y="202300"/>
                    <a:pt x="4782" y="202300"/>
                  </a:cubicBezTo>
                  <a:cubicBezTo>
                    <a:pt x="13284" y="202300"/>
                    <a:pt x="34844" y="201412"/>
                    <a:pt x="43347" y="201412"/>
                  </a:cubicBezTo>
                  <a:cubicBezTo>
                    <a:pt x="49724" y="201412"/>
                    <a:pt x="56404" y="201708"/>
                    <a:pt x="62781" y="201708"/>
                  </a:cubicBezTo>
                  <a:cubicBezTo>
                    <a:pt x="69462" y="201708"/>
                    <a:pt x="76142" y="202300"/>
                    <a:pt x="82519" y="202300"/>
                  </a:cubicBezTo>
                  <a:cubicBezTo>
                    <a:pt x="84645" y="202300"/>
                    <a:pt x="88592" y="202300"/>
                    <a:pt x="88592" y="196379"/>
                  </a:cubicBezTo>
                  <a:cubicBezTo>
                    <a:pt x="88592" y="193122"/>
                    <a:pt x="85859" y="193122"/>
                    <a:pt x="80090" y="193122"/>
                  </a:cubicBezTo>
                  <a:cubicBezTo>
                    <a:pt x="68854" y="193122"/>
                    <a:pt x="60352" y="193122"/>
                    <a:pt x="60352" y="187793"/>
                  </a:cubicBezTo>
                  <a:cubicBezTo>
                    <a:pt x="60352" y="186016"/>
                    <a:pt x="60959" y="184536"/>
                    <a:pt x="61263" y="182760"/>
                  </a:cubicBezTo>
                  <a:lnTo>
                    <a:pt x="80090" y="108742"/>
                  </a:lnTo>
                  <a:close/>
                  <a:moveTo>
                    <a:pt x="101953" y="20513"/>
                  </a:moveTo>
                  <a:cubicBezTo>
                    <a:pt x="104686" y="10151"/>
                    <a:pt x="105294" y="9263"/>
                    <a:pt x="118351" y="9263"/>
                  </a:cubicBezTo>
                  <a:lnTo>
                    <a:pt x="147503" y="9263"/>
                  </a:lnTo>
                  <a:cubicBezTo>
                    <a:pt x="172706" y="9263"/>
                    <a:pt x="188800" y="17257"/>
                    <a:pt x="188800" y="37686"/>
                  </a:cubicBezTo>
                  <a:cubicBezTo>
                    <a:pt x="188800" y="49232"/>
                    <a:pt x="182727" y="74694"/>
                    <a:pt x="170884" y="85353"/>
                  </a:cubicBezTo>
                  <a:cubicBezTo>
                    <a:pt x="155701" y="98676"/>
                    <a:pt x="137482" y="101044"/>
                    <a:pt x="124121" y="101044"/>
                  </a:cubicBezTo>
                  <a:lnTo>
                    <a:pt x="81304" y="101044"/>
                  </a:lnTo>
                  <a:lnTo>
                    <a:pt x="101953" y="20513"/>
                  </a:ln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B8DCFD2-5729-464F-3A19-9FE39A430A3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063426" y="7440512"/>
              <a:ext cx="70449" cy="296069"/>
            </a:xfrm>
            <a:custGeom>
              <a:avLst/>
              <a:gdLst>
                <a:gd name="csX0" fmla="*/ 70684 w 70449"/>
                <a:gd name="csY0" fmla="*/ 293194 h 296069"/>
                <a:gd name="csX1" fmla="*/ 65522 w 70449"/>
                <a:gd name="csY1" fmla="*/ 286680 h 296069"/>
                <a:gd name="csX2" fmla="*/ 17847 w 70449"/>
                <a:gd name="csY2" fmla="*/ 148120 h 296069"/>
                <a:gd name="csX3" fmla="*/ 66736 w 70449"/>
                <a:gd name="csY3" fmla="*/ 8079 h 296069"/>
                <a:gd name="csX4" fmla="*/ 70684 w 70449"/>
                <a:gd name="csY4" fmla="*/ 3045 h 296069"/>
                <a:gd name="csX5" fmla="*/ 67647 w 70449"/>
                <a:gd name="csY5" fmla="*/ 85 h 296069"/>
                <a:gd name="csX6" fmla="*/ 19365 w 70449"/>
                <a:gd name="csY6" fmla="*/ 57818 h 296069"/>
                <a:gd name="csX7" fmla="*/ 235 w 70449"/>
                <a:gd name="csY7" fmla="*/ 148120 h 296069"/>
                <a:gd name="csX8" fmla="*/ 20276 w 70449"/>
                <a:gd name="csY8" fmla="*/ 240493 h 296069"/>
                <a:gd name="csX9" fmla="*/ 67647 w 70449"/>
                <a:gd name="csY9" fmla="*/ 296154 h 296069"/>
                <a:gd name="csX10" fmla="*/ 70684 w 70449"/>
                <a:gd name="csY10" fmla="*/ 293194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684" y="293194"/>
                  </a:moveTo>
                  <a:cubicBezTo>
                    <a:pt x="70684" y="292306"/>
                    <a:pt x="70684" y="291713"/>
                    <a:pt x="65522" y="286680"/>
                  </a:cubicBezTo>
                  <a:cubicBezTo>
                    <a:pt x="27564" y="249375"/>
                    <a:pt x="17847" y="193418"/>
                    <a:pt x="17847" y="148120"/>
                  </a:cubicBezTo>
                  <a:cubicBezTo>
                    <a:pt x="17847" y="96603"/>
                    <a:pt x="29386" y="45087"/>
                    <a:pt x="66736" y="8079"/>
                  </a:cubicBezTo>
                  <a:cubicBezTo>
                    <a:pt x="70684" y="4526"/>
                    <a:pt x="70684" y="3934"/>
                    <a:pt x="70684" y="3045"/>
                  </a:cubicBezTo>
                  <a:cubicBezTo>
                    <a:pt x="70684" y="973"/>
                    <a:pt x="69469" y="85"/>
                    <a:pt x="67647" y="85"/>
                  </a:cubicBezTo>
                  <a:cubicBezTo>
                    <a:pt x="64611" y="85"/>
                    <a:pt x="37281" y="20217"/>
                    <a:pt x="19365" y="57818"/>
                  </a:cubicBezTo>
                  <a:cubicBezTo>
                    <a:pt x="3879" y="90386"/>
                    <a:pt x="235" y="123250"/>
                    <a:pt x="235" y="148120"/>
                  </a:cubicBezTo>
                  <a:cubicBezTo>
                    <a:pt x="235" y="171213"/>
                    <a:pt x="3575" y="207037"/>
                    <a:pt x="20276" y="240493"/>
                  </a:cubicBezTo>
                  <a:cubicBezTo>
                    <a:pt x="38496" y="276910"/>
                    <a:pt x="64611" y="296154"/>
                    <a:pt x="67647" y="296154"/>
                  </a:cubicBezTo>
                  <a:cubicBezTo>
                    <a:pt x="69469" y="296154"/>
                    <a:pt x="70684" y="295266"/>
                    <a:pt x="70684" y="293194"/>
                  </a:cubicBez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A0EB521-4EE9-8B4E-8AC9-98DF8B4B070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162082" y="7450578"/>
              <a:ext cx="208311" cy="211985"/>
            </a:xfrm>
            <a:custGeom>
              <a:avLst/>
              <a:gdLst>
                <a:gd name="csX0" fmla="*/ 43966 w 208311"/>
                <a:gd name="csY0" fmla="*/ 178023 h 211985"/>
                <a:gd name="csX1" fmla="*/ 6615 w 208311"/>
                <a:gd name="csY1" fmla="*/ 202892 h 211985"/>
                <a:gd name="csX2" fmla="*/ 238 w 208311"/>
                <a:gd name="csY2" fmla="*/ 208814 h 211985"/>
                <a:gd name="csX3" fmla="*/ 4186 w 208311"/>
                <a:gd name="csY3" fmla="*/ 212071 h 211985"/>
                <a:gd name="csX4" fmla="*/ 30301 w 208311"/>
                <a:gd name="csY4" fmla="*/ 211182 h 211985"/>
                <a:gd name="csX5" fmla="*/ 60667 w 208311"/>
                <a:gd name="csY5" fmla="*/ 212071 h 211985"/>
                <a:gd name="csX6" fmla="*/ 66437 w 208311"/>
                <a:gd name="csY6" fmla="*/ 206445 h 211985"/>
                <a:gd name="csX7" fmla="*/ 61578 w 208311"/>
                <a:gd name="csY7" fmla="*/ 202892 h 211985"/>
                <a:gd name="csX8" fmla="*/ 47306 w 208311"/>
                <a:gd name="csY8" fmla="*/ 192530 h 211985"/>
                <a:gd name="csX9" fmla="*/ 51557 w 208311"/>
                <a:gd name="csY9" fmla="*/ 181575 h 211985"/>
                <a:gd name="csX10" fmla="*/ 74636 w 208311"/>
                <a:gd name="csY10" fmla="*/ 143679 h 211985"/>
                <a:gd name="csX11" fmla="*/ 150854 w 208311"/>
                <a:gd name="csY11" fmla="*/ 143679 h 211985"/>
                <a:gd name="csX12" fmla="*/ 155713 w 208311"/>
                <a:gd name="csY12" fmla="*/ 193122 h 211985"/>
                <a:gd name="csX13" fmla="*/ 133849 w 208311"/>
                <a:gd name="csY13" fmla="*/ 202892 h 211985"/>
                <a:gd name="csX14" fmla="*/ 126562 w 208311"/>
                <a:gd name="csY14" fmla="*/ 208814 h 211985"/>
                <a:gd name="csX15" fmla="*/ 130813 w 208311"/>
                <a:gd name="csY15" fmla="*/ 212071 h 211985"/>
                <a:gd name="csX16" fmla="*/ 168771 w 208311"/>
                <a:gd name="csY16" fmla="*/ 211182 h 211985"/>
                <a:gd name="csX17" fmla="*/ 203084 w 208311"/>
                <a:gd name="csY17" fmla="*/ 212071 h 211985"/>
                <a:gd name="csX18" fmla="*/ 208550 w 208311"/>
                <a:gd name="csY18" fmla="*/ 206149 h 211985"/>
                <a:gd name="csX19" fmla="*/ 201566 w 208311"/>
                <a:gd name="csY19" fmla="*/ 202892 h 211985"/>
                <a:gd name="csX20" fmla="*/ 181828 w 208311"/>
                <a:gd name="csY20" fmla="*/ 192234 h 211985"/>
                <a:gd name="csX21" fmla="*/ 163305 w 208311"/>
                <a:gd name="csY21" fmla="*/ 7190 h 211985"/>
                <a:gd name="csX22" fmla="*/ 157535 w 208311"/>
                <a:gd name="csY22" fmla="*/ 85 h 211985"/>
                <a:gd name="csX23" fmla="*/ 149640 w 208311"/>
                <a:gd name="csY23" fmla="*/ 5118 h 211985"/>
                <a:gd name="csX24" fmla="*/ 43966 w 208311"/>
                <a:gd name="csY24" fmla="*/ 178023 h 211985"/>
                <a:gd name="csX25" fmla="*/ 80405 w 208311"/>
                <a:gd name="csY25" fmla="*/ 134500 h 211985"/>
                <a:gd name="csX26" fmla="*/ 140226 w 208311"/>
                <a:gd name="csY26" fmla="*/ 36797 h 211985"/>
                <a:gd name="csX27" fmla="*/ 149944 w 208311"/>
                <a:gd name="csY27" fmla="*/ 134500 h 211985"/>
                <a:gd name="csX28" fmla="*/ 80405 w 208311"/>
                <a:gd name="csY28" fmla="*/ 134500 h 211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208311" h="211985">
                  <a:moveTo>
                    <a:pt x="43966" y="178023"/>
                  </a:moveTo>
                  <a:cubicBezTo>
                    <a:pt x="31819" y="197859"/>
                    <a:pt x="19976" y="202004"/>
                    <a:pt x="6615" y="202892"/>
                  </a:cubicBezTo>
                  <a:cubicBezTo>
                    <a:pt x="2971" y="203189"/>
                    <a:pt x="238" y="203189"/>
                    <a:pt x="238" y="208814"/>
                  </a:cubicBezTo>
                  <a:cubicBezTo>
                    <a:pt x="238" y="210590"/>
                    <a:pt x="1757" y="212071"/>
                    <a:pt x="4186" y="212071"/>
                  </a:cubicBezTo>
                  <a:cubicBezTo>
                    <a:pt x="12385" y="212071"/>
                    <a:pt x="21798" y="211182"/>
                    <a:pt x="30301" y="211182"/>
                  </a:cubicBezTo>
                  <a:cubicBezTo>
                    <a:pt x="40322" y="211182"/>
                    <a:pt x="50950" y="212071"/>
                    <a:pt x="60667" y="212071"/>
                  </a:cubicBezTo>
                  <a:cubicBezTo>
                    <a:pt x="62489" y="212071"/>
                    <a:pt x="66437" y="212071"/>
                    <a:pt x="66437" y="206445"/>
                  </a:cubicBezTo>
                  <a:cubicBezTo>
                    <a:pt x="66437" y="203189"/>
                    <a:pt x="63704" y="202892"/>
                    <a:pt x="61578" y="202892"/>
                  </a:cubicBezTo>
                  <a:cubicBezTo>
                    <a:pt x="54594" y="202300"/>
                    <a:pt x="47306" y="199932"/>
                    <a:pt x="47306" y="192530"/>
                  </a:cubicBezTo>
                  <a:cubicBezTo>
                    <a:pt x="47306" y="188977"/>
                    <a:pt x="49128" y="185720"/>
                    <a:pt x="51557" y="181575"/>
                  </a:cubicBezTo>
                  <a:lnTo>
                    <a:pt x="74636" y="143679"/>
                  </a:lnTo>
                  <a:lnTo>
                    <a:pt x="150854" y="143679"/>
                  </a:lnTo>
                  <a:cubicBezTo>
                    <a:pt x="151462" y="149896"/>
                    <a:pt x="155713" y="190161"/>
                    <a:pt x="155713" y="193122"/>
                  </a:cubicBezTo>
                  <a:cubicBezTo>
                    <a:pt x="155713" y="202004"/>
                    <a:pt x="139923" y="202892"/>
                    <a:pt x="133849" y="202892"/>
                  </a:cubicBezTo>
                  <a:cubicBezTo>
                    <a:pt x="129598" y="202892"/>
                    <a:pt x="126562" y="202892"/>
                    <a:pt x="126562" y="208814"/>
                  </a:cubicBezTo>
                  <a:cubicBezTo>
                    <a:pt x="126562" y="212071"/>
                    <a:pt x="130206" y="212071"/>
                    <a:pt x="130813" y="212071"/>
                  </a:cubicBezTo>
                  <a:cubicBezTo>
                    <a:pt x="143263" y="212071"/>
                    <a:pt x="156320" y="211182"/>
                    <a:pt x="168771" y="211182"/>
                  </a:cubicBezTo>
                  <a:cubicBezTo>
                    <a:pt x="176362" y="211182"/>
                    <a:pt x="195493" y="212071"/>
                    <a:pt x="203084" y="212071"/>
                  </a:cubicBezTo>
                  <a:cubicBezTo>
                    <a:pt x="204906" y="212071"/>
                    <a:pt x="208550" y="212071"/>
                    <a:pt x="208550" y="206149"/>
                  </a:cubicBezTo>
                  <a:cubicBezTo>
                    <a:pt x="208550" y="202892"/>
                    <a:pt x="205514" y="202892"/>
                    <a:pt x="201566" y="202892"/>
                  </a:cubicBezTo>
                  <a:cubicBezTo>
                    <a:pt x="182739" y="202892"/>
                    <a:pt x="182739" y="200820"/>
                    <a:pt x="181828" y="192234"/>
                  </a:cubicBezTo>
                  <a:lnTo>
                    <a:pt x="163305" y="7190"/>
                  </a:lnTo>
                  <a:cubicBezTo>
                    <a:pt x="162697" y="1269"/>
                    <a:pt x="162697" y="85"/>
                    <a:pt x="157535" y="85"/>
                  </a:cubicBezTo>
                  <a:cubicBezTo>
                    <a:pt x="152676" y="85"/>
                    <a:pt x="151462" y="2157"/>
                    <a:pt x="149640" y="5118"/>
                  </a:cubicBezTo>
                  <a:lnTo>
                    <a:pt x="43966" y="178023"/>
                  </a:lnTo>
                  <a:close/>
                  <a:moveTo>
                    <a:pt x="80405" y="134500"/>
                  </a:moveTo>
                  <a:lnTo>
                    <a:pt x="140226" y="36797"/>
                  </a:lnTo>
                  <a:lnTo>
                    <a:pt x="149944" y="134500"/>
                  </a:lnTo>
                  <a:lnTo>
                    <a:pt x="80405" y="134500"/>
                  </a:ln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26B69BF-EEFD-C1A9-2FEE-B40490E7684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396510" y="7440512"/>
              <a:ext cx="70449" cy="296069"/>
            </a:xfrm>
            <a:custGeom>
              <a:avLst/>
              <a:gdLst>
                <a:gd name="csX0" fmla="*/ 70695 w 70449"/>
                <a:gd name="csY0" fmla="*/ 148120 h 296069"/>
                <a:gd name="csX1" fmla="*/ 50654 w 70449"/>
                <a:gd name="csY1" fmla="*/ 55746 h 296069"/>
                <a:gd name="csX2" fmla="*/ 3283 w 70449"/>
                <a:gd name="csY2" fmla="*/ 85 h 296069"/>
                <a:gd name="csX3" fmla="*/ 246 w 70449"/>
                <a:gd name="csY3" fmla="*/ 3045 h 296069"/>
                <a:gd name="csX4" fmla="*/ 6016 w 70449"/>
                <a:gd name="csY4" fmla="*/ 9855 h 296069"/>
                <a:gd name="csX5" fmla="*/ 53083 w 70449"/>
                <a:gd name="csY5" fmla="*/ 148120 h 296069"/>
                <a:gd name="csX6" fmla="*/ 4194 w 70449"/>
                <a:gd name="csY6" fmla="*/ 288161 h 296069"/>
                <a:gd name="csX7" fmla="*/ 246 w 70449"/>
                <a:gd name="csY7" fmla="*/ 293194 h 296069"/>
                <a:gd name="csX8" fmla="*/ 3283 w 70449"/>
                <a:gd name="csY8" fmla="*/ 296154 h 296069"/>
                <a:gd name="csX9" fmla="*/ 51565 w 70449"/>
                <a:gd name="csY9" fmla="*/ 238421 h 296069"/>
                <a:gd name="csX10" fmla="*/ 70695 w 70449"/>
                <a:gd name="csY10" fmla="*/ 148120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695" y="148120"/>
                  </a:moveTo>
                  <a:cubicBezTo>
                    <a:pt x="70695" y="125026"/>
                    <a:pt x="67355" y="89202"/>
                    <a:pt x="50654" y="55746"/>
                  </a:cubicBezTo>
                  <a:cubicBezTo>
                    <a:pt x="32434" y="19329"/>
                    <a:pt x="6319" y="85"/>
                    <a:pt x="3283" y="85"/>
                  </a:cubicBezTo>
                  <a:cubicBezTo>
                    <a:pt x="1461" y="85"/>
                    <a:pt x="246" y="1269"/>
                    <a:pt x="246" y="3045"/>
                  </a:cubicBezTo>
                  <a:cubicBezTo>
                    <a:pt x="246" y="3934"/>
                    <a:pt x="246" y="4526"/>
                    <a:pt x="6016" y="9855"/>
                  </a:cubicBezTo>
                  <a:cubicBezTo>
                    <a:pt x="35774" y="39166"/>
                    <a:pt x="53083" y="86241"/>
                    <a:pt x="53083" y="148120"/>
                  </a:cubicBezTo>
                  <a:cubicBezTo>
                    <a:pt x="53083" y="198747"/>
                    <a:pt x="41848" y="250856"/>
                    <a:pt x="4194" y="288161"/>
                  </a:cubicBezTo>
                  <a:cubicBezTo>
                    <a:pt x="246" y="291713"/>
                    <a:pt x="246" y="292306"/>
                    <a:pt x="246" y="293194"/>
                  </a:cubicBezTo>
                  <a:cubicBezTo>
                    <a:pt x="246" y="294970"/>
                    <a:pt x="1461" y="296154"/>
                    <a:pt x="3283" y="296154"/>
                  </a:cubicBezTo>
                  <a:cubicBezTo>
                    <a:pt x="6319" y="296154"/>
                    <a:pt x="33649" y="276022"/>
                    <a:pt x="51565" y="238421"/>
                  </a:cubicBezTo>
                  <a:cubicBezTo>
                    <a:pt x="67051" y="205853"/>
                    <a:pt x="70695" y="172989"/>
                    <a:pt x="70695" y="148120"/>
                  </a:cubicBez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F81AF27-00CE-6B05-F350-D62A5523FE0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509438" y="7460349"/>
              <a:ext cx="216814" cy="202215"/>
            </a:xfrm>
            <a:custGeom>
              <a:avLst/>
              <a:gdLst>
                <a:gd name="csX0" fmla="*/ 80113 w 216814"/>
                <a:gd name="csY0" fmla="*/ 108742 h 202215"/>
                <a:gd name="csX1" fmla="*/ 131735 w 216814"/>
                <a:gd name="csY1" fmla="*/ 108742 h 202215"/>
                <a:gd name="csX2" fmla="*/ 217064 w 216814"/>
                <a:gd name="csY2" fmla="*/ 44791 h 202215"/>
                <a:gd name="csX3" fmla="*/ 157243 w 216814"/>
                <a:gd name="csY3" fmla="*/ 85 h 202215"/>
                <a:gd name="csX4" fmla="*/ 58856 w 216814"/>
                <a:gd name="csY4" fmla="*/ 85 h 202215"/>
                <a:gd name="csX5" fmla="*/ 49747 w 216814"/>
                <a:gd name="csY5" fmla="*/ 5710 h 202215"/>
                <a:gd name="csX6" fmla="*/ 58553 w 216814"/>
                <a:gd name="csY6" fmla="*/ 9263 h 202215"/>
                <a:gd name="csX7" fmla="*/ 71610 w 216814"/>
                <a:gd name="csY7" fmla="*/ 9855 h 202215"/>
                <a:gd name="csX8" fmla="*/ 78291 w 216814"/>
                <a:gd name="csY8" fmla="*/ 14592 h 202215"/>
                <a:gd name="csX9" fmla="*/ 77076 w 216814"/>
                <a:gd name="csY9" fmla="*/ 20217 h 202215"/>
                <a:gd name="csX10" fmla="*/ 36386 w 216814"/>
                <a:gd name="csY10" fmla="*/ 179207 h 202215"/>
                <a:gd name="csX11" fmla="*/ 8752 w 216814"/>
                <a:gd name="csY11" fmla="*/ 193122 h 202215"/>
                <a:gd name="csX12" fmla="*/ 250 w 216814"/>
                <a:gd name="csY12" fmla="*/ 198747 h 202215"/>
                <a:gd name="csX13" fmla="*/ 4805 w 216814"/>
                <a:gd name="csY13" fmla="*/ 202300 h 202215"/>
                <a:gd name="csX14" fmla="*/ 43370 w 216814"/>
                <a:gd name="csY14" fmla="*/ 201412 h 202215"/>
                <a:gd name="csX15" fmla="*/ 62804 w 216814"/>
                <a:gd name="csY15" fmla="*/ 201708 h 202215"/>
                <a:gd name="csX16" fmla="*/ 82542 w 216814"/>
                <a:gd name="csY16" fmla="*/ 202300 h 202215"/>
                <a:gd name="csX17" fmla="*/ 88615 w 216814"/>
                <a:gd name="csY17" fmla="*/ 196379 h 202215"/>
                <a:gd name="csX18" fmla="*/ 80113 w 216814"/>
                <a:gd name="csY18" fmla="*/ 193122 h 202215"/>
                <a:gd name="csX19" fmla="*/ 60375 w 216814"/>
                <a:gd name="csY19" fmla="*/ 187793 h 202215"/>
                <a:gd name="csX20" fmla="*/ 61286 w 216814"/>
                <a:gd name="csY20" fmla="*/ 182760 h 202215"/>
                <a:gd name="csX21" fmla="*/ 80113 w 216814"/>
                <a:gd name="csY21" fmla="*/ 108742 h 202215"/>
                <a:gd name="csX22" fmla="*/ 101976 w 216814"/>
                <a:gd name="csY22" fmla="*/ 20513 h 202215"/>
                <a:gd name="csX23" fmla="*/ 118374 w 216814"/>
                <a:gd name="csY23" fmla="*/ 9263 h 202215"/>
                <a:gd name="csX24" fmla="*/ 147526 w 216814"/>
                <a:gd name="csY24" fmla="*/ 9263 h 202215"/>
                <a:gd name="csX25" fmla="*/ 188823 w 216814"/>
                <a:gd name="csY25" fmla="*/ 37686 h 202215"/>
                <a:gd name="csX26" fmla="*/ 170907 w 216814"/>
                <a:gd name="csY26" fmla="*/ 85353 h 202215"/>
                <a:gd name="csX27" fmla="*/ 124144 w 216814"/>
                <a:gd name="csY27" fmla="*/ 101044 h 202215"/>
                <a:gd name="csX28" fmla="*/ 81327 w 216814"/>
                <a:gd name="csY28" fmla="*/ 101044 h 202215"/>
                <a:gd name="csX29" fmla="*/ 101976 w 216814"/>
                <a:gd name="csY29" fmla="*/ 20513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814" h="202215">
                  <a:moveTo>
                    <a:pt x="80113" y="108742"/>
                  </a:moveTo>
                  <a:lnTo>
                    <a:pt x="131735" y="108742"/>
                  </a:lnTo>
                  <a:cubicBezTo>
                    <a:pt x="174855" y="108742"/>
                    <a:pt x="217064" y="77951"/>
                    <a:pt x="217064" y="44791"/>
                  </a:cubicBezTo>
                  <a:cubicBezTo>
                    <a:pt x="217064" y="21994"/>
                    <a:pt x="197022" y="85"/>
                    <a:pt x="157243" y="85"/>
                  </a:cubicBezTo>
                  <a:lnTo>
                    <a:pt x="58856" y="85"/>
                  </a:lnTo>
                  <a:cubicBezTo>
                    <a:pt x="53087" y="85"/>
                    <a:pt x="49747" y="85"/>
                    <a:pt x="49747" y="5710"/>
                  </a:cubicBezTo>
                  <a:cubicBezTo>
                    <a:pt x="49747" y="9263"/>
                    <a:pt x="52480" y="9263"/>
                    <a:pt x="58553" y="9263"/>
                  </a:cubicBezTo>
                  <a:cubicBezTo>
                    <a:pt x="62500" y="9263"/>
                    <a:pt x="67966" y="9559"/>
                    <a:pt x="71610" y="9855"/>
                  </a:cubicBezTo>
                  <a:cubicBezTo>
                    <a:pt x="76469" y="10447"/>
                    <a:pt x="78291" y="11335"/>
                    <a:pt x="78291" y="14592"/>
                  </a:cubicBezTo>
                  <a:cubicBezTo>
                    <a:pt x="78291" y="15776"/>
                    <a:pt x="77987" y="16665"/>
                    <a:pt x="77076" y="20217"/>
                  </a:cubicBezTo>
                  <a:lnTo>
                    <a:pt x="36386" y="179207"/>
                  </a:lnTo>
                  <a:cubicBezTo>
                    <a:pt x="33349" y="190754"/>
                    <a:pt x="32742" y="193122"/>
                    <a:pt x="8752" y="193122"/>
                  </a:cubicBezTo>
                  <a:cubicBezTo>
                    <a:pt x="3590" y="193122"/>
                    <a:pt x="250" y="193122"/>
                    <a:pt x="250" y="198747"/>
                  </a:cubicBezTo>
                  <a:cubicBezTo>
                    <a:pt x="250" y="202300"/>
                    <a:pt x="3894" y="202300"/>
                    <a:pt x="4805" y="202300"/>
                  </a:cubicBezTo>
                  <a:cubicBezTo>
                    <a:pt x="13307" y="202300"/>
                    <a:pt x="34867" y="201412"/>
                    <a:pt x="43370" y="201412"/>
                  </a:cubicBezTo>
                  <a:cubicBezTo>
                    <a:pt x="49747" y="201412"/>
                    <a:pt x="56427" y="201708"/>
                    <a:pt x="62804" y="201708"/>
                  </a:cubicBezTo>
                  <a:cubicBezTo>
                    <a:pt x="69485" y="201708"/>
                    <a:pt x="76165" y="202300"/>
                    <a:pt x="82542" y="202300"/>
                  </a:cubicBezTo>
                  <a:cubicBezTo>
                    <a:pt x="84668" y="202300"/>
                    <a:pt x="88615" y="202300"/>
                    <a:pt x="88615" y="196379"/>
                  </a:cubicBezTo>
                  <a:cubicBezTo>
                    <a:pt x="88615" y="193122"/>
                    <a:pt x="85882" y="193122"/>
                    <a:pt x="80113" y="193122"/>
                  </a:cubicBezTo>
                  <a:cubicBezTo>
                    <a:pt x="68877" y="193122"/>
                    <a:pt x="60375" y="193122"/>
                    <a:pt x="60375" y="187793"/>
                  </a:cubicBezTo>
                  <a:cubicBezTo>
                    <a:pt x="60375" y="186016"/>
                    <a:pt x="60982" y="184536"/>
                    <a:pt x="61286" y="182760"/>
                  </a:cubicBezTo>
                  <a:lnTo>
                    <a:pt x="80113" y="108742"/>
                  </a:lnTo>
                  <a:close/>
                  <a:moveTo>
                    <a:pt x="101976" y="20513"/>
                  </a:moveTo>
                  <a:cubicBezTo>
                    <a:pt x="104709" y="10151"/>
                    <a:pt x="105317" y="9263"/>
                    <a:pt x="118374" y="9263"/>
                  </a:cubicBezTo>
                  <a:lnTo>
                    <a:pt x="147526" y="9263"/>
                  </a:lnTo>
                  <a:cubicBezTo>
                    <a:pt x="172729" y="9263"/>
                    <a:pt x="188823" y="17257"/>
                    <a:pt x="188823" y="37686"/>
                  </a:cubicBezTo>
                  <a:cubicBezTo>
                    <a:pt x="188823" y="49232"/>
                    <a:pt x="182750" y="74694"/>
                    <a:pt x="170907" y="85353"/>
                  </a:cubicBezTo>
                  <a:cubicBezTo>
                    <a:pt x="155724" y="98676"/>
                    <a:pt x="137505" y="101044"/>
                    <a:pt x="124144" y="101044"/>
                  </a:cubicBezTo>
                  <a:lnTo>
                    <a:pt x="81327" y="101044"/>
                  </a:lnTo>
                  <a:lnTo>
                    <a:pt x="101976" y="20513"/>
                  </a:ln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9E0336FC-E2C2-4B4A-B426-5D258534C71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764484" y="7440512"/>
              <a:ext cx="70449" cy="296069"/>
            </a:xfrm>
            <a:custGeom>
              <a:avLst/>
              <a:gdLst>
                <a:gd name="csX0" fmla="*/ 70707 w 70449"/>
                <a:gd name="csY0" fmla="*/ 293194 h 296069"/>
                <a:gd name="csX1" fmla="*/ 65545 w 70449"/>
                <a:gd name="csY1" fmla="*/ 286680 h 296069"/>
                <a:gd name="csX2" fmla="*/ 17870 w 70449"/>
                <a:gd name="csY2" fmla="*/ 148120 h 296069"/>
                <a:gd name="csX3" fmla="*/ 66759 w 70449"/>
                <a:gd name="csY3" fmla="*/ 8079 h 296069"/>
                <a:gd name="csX4" fmla="*/ 70707 w 70449"/>
                <a:gd name="csY4" fmla="*/ 3045 h 296069"/>
                <a:gd name="csX5" fmla="*/ 67670 w 70449"/>
                <a:gd name="csY5" fmla="*/ 85 h 296069"/>
                <a:gd name="csX6" fmla="*/ 19388 w 70449"/>
                <a:gd name="csY6" fmla="*/ 57818 h 296069"/>
                <a:gd name="csX7" fmla="*/ 258 w 70449"/>
                <a:gd name="csY7" fmla="*/ 148120 h 296069"/>
                <a:gd name="csX8" fmla="*/ 20299 w 70449"/>
                <a:gd name="csY8" fmla="*/ 240493 h 296069"/>
                <a:gd name="csX9" fmla="*/ 67670 w 70449"/>
                <a:gd name="csY9" fmla="*/ 296154 h 296069"/>
                <a:gd name="csX10" fmla="*/ 70707 w 70449"/>
                <a:gd name="csY10" fmla="*/ 293194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707" y="293194"/>
                  </a:moveTo>
                  <a:cubicBezTo>
                    <a:pt x="70707" y="292306"/>
                    <a:pt x="70707" y="291713"/>
                    <a:pt x="65545" y="286680"/>
                  </a:cubicBezTo>
                  <a:cubicBezTo>
                    <a:pt x="27587" y="249375"/>
                    <a:pt x="17870" y="193418"/>
                    <a:pt x="17870" y="148120"/>
                  </a:cubicBezTo>
                  <a:cubicBezTo>
                    <a:pt x="17870" y="96603"/>
                    <a:pt x="29409" y="45087"/>
                    <a:pt x="66759" y="8079"/>
                  </a:cubicBezTo>
                  <a:cubicBezTo>
                    <a:pt x="70707" y="4526"/>
                    <a:pt x="70707" y="3934"/>
                    <a:pt x="70707" y="3045"/>
                  </a:cubicBezTo>
                  <a:cubicBezTo>
                    <a:pt x="70707" y="973"/>
                    <a:pt x="69492" y="85"/>
                    <a:pt x="67670" y="85"/>
                  </a:cubicBezTo>
                  <a:cubicBezTo>
                    <a:pt x="64634" y="85"/>
                    <a:pt x="37304" y="20217"/>
                    <a:pt x="19388" y="57818"/>
                  </a:cubicBezTo>
                  <a:cubicBezTo>
                    <a:pt x="3902" y="90386"/>
                    <a:pt x="258" y="123250"/>
                    <a:pt x="258" y="148120"/>
                  </a:cubicBezTo>
                  <a:cubicBezTo>
                    <a:pt x="258" y="171213"/>
                    <a:pt x="3598" y="207037"/>
                    <a:pt x="20299" y="240493"/>
                  </a:cubicBezTo>
                  <a:cubicBezTo>
                    <a:pt x="38519" y="276910"/>
                    <a:pt x="64634" y="296154"/>
                    <a:pt x="67670" y="296154"/>
                  </a:cubicBezTo>
                  <a:cubicBezTo>
                    <a:pt x="69492" y="296154"/>
                    <a:pt x="70707" y="295266"/>
                    <a:pt x="70707" y="293194"/>
                  </a:cubicBez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EAD00567-3179-91DA-71E0-B59FE2C853DF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865267" y="7460349"/>
              <a:ext cx="216814" cy="202215"/>
            </a:xfrm>
            <a:custGeom>
              <a:avLst/>
              <a:gdLst>
                <a:gd name="csX0" fmla="*/ 36093 w 216814"/>
                <a:gd name="csY0" fmla="*/ 179207 h 202215"/>
                <a:gd name="csX1" fmla="*/ 8460 w 216814"/>
                <a:gd name="csY1" fmla="*/ 193122 h 202215"/>
                <a:gd name="csX2" fmla="*/ 261 w 216814"/>
                <a:gd name="csY2" fmla="*/ 199044 h 202215"/>
                <a:gd name="csX3" fmla="*/ 8460 w 216814"/>
                <a:gd name="csY3" fmla="*/ 202300 h 202215"/>
                <a:gd name="csX4" fmla="*/ 116867 w 216814"/>
                <a:gd name="csY4" fmla="*/ 202300 h 202215"/>
                <a:gd name="csX5" fmla="*/ 200678 w 216814"/>
                <a:gd name="csY5" fmla="*/ 138349 h 202215"/>
                <a:gd name="csX6" fmla="*/ 153610 w 216814"/>
                <a:gd name="csY6" fmla="*/ 96603 h 202215"/>
                <a:gd name="csX7" fmla="*/ 217076 w 216814"/>
                <a:gd name="csY7" fmla="*/ 40942 h 202215"/>
                <a:gd name="csX8" fmla="*/ 160595 w 216814"/>
                <a:gd name="csY8" fmla="*/ 85 h 202215"/>
                <a:gd name="csX9" fmla="*/ 58564 w 216814"/>
                <a:gd name="csY9" fmla="*/ 85 h 202215"/>
                <a:gd name="csX10" fmla="*/ 49758 w 216814"/>
                <a:gd name="csY10" fmla="*/ 6006 h 202215"/>
                <a:gd name="csX11" fmla="*/ 58261 w 216814"/>
                <a:gd name="csY11" fmla="*/ 9263 h 202215"/>
                <a:gd name="csX12" fmla="*/ 69800 w 216814"/>
                <a:gd name="csY12" fmla="*/ 9855 h 202215"/>
                <a:gd name="csX13" fmla="*/ 77999 w 216814"/>
                <a:gd name="csY13" fmla="*/ 14592 h 202215"/>
                <a:gd name="csX14" fmla="*/ 76784 w 216814"/>
                <a:gd name="csY14" fmla="*/ 20217 h 202215"/>
                <a:gd name="csX15" fmla="*/ 36093 w 216814"/>
                <a:gd name="csY15" fmla="*/ 179207 h 202215"/>
                <a:gd name="csX16" fmla="*/ 81946 w 216814"/>
                <a:gd name="csY16" fmla="*/ 93939 h 202215"/>
                <a:gd name="csX17" fmla="*/ 100773 w 216814"/>
                <a:gd name="csY17" fmla="*/ 20513 h 202215"/>
                <a:gd name="csX18" fmla="*/ 117171 w 216814"/>
                <a:gd name="csY18" fmla="*/ 9263 h 202215"/>
                <a:gd name="csX19" fmla="*/ 156343 w 216814"/>
                <a:gd name="csY19" fmla="*/ 9263 h 202215"/>
                <a:gd name="csX20" fmla="*/ 189442 w 216814"/>
                <a:gd name="csY20" fmla="*/ 39758 h 202215"/>
                <a:gd name="csX21" fmla="*/ 126281 w 216814"/>
                <a:gd name="csY21" fmla="*/ 93939 h 202215"/>
                <a:gd name="csX22" fmla="*/ 81946 w 216814"/>
                <a:gd name="csY22" fmla="*/ 93939 h 202215"/>
                <a:gd name="csX23" fmla="*/ 68282 w 216814"/>
                <a:gd name="csY23" fmla="*/ 193122 h 202215"/>
                <a:gd name="csX24" fmla="*/ 61601 w 216814"/>
                <a:gd name="csY24" fmla="*/ 192826 h 202215"/>
                <a:gd name="csX25" fmla="*/ 57653 w 216814"/>
                <a:gd name="csY25" fmla="*/ 189865 h 202215"/>
                <a:gd name="csX26" fmla="*/ 59172 w 216814"/>
                <a:gd name="csY26" fmla="*/ 183056 h 202215"/>
                <a:gd name="csX27" fmla="*/ 80124 w 216814"/>
                <a:gd name="csY27" fmla="*/ 100452 h 202215"/>
                <a:gd name="csX28" fmla="*/ 137516 w 216814"/>
                <a:gd name="csY28" fmla="*/ 100452 h 202215"/>
                <a:gd name="csX29" fmla="*/ 172437 w 216814"/>
                <a:gd name="csY29" fmla="*/ 135092 h 202215"/>
                <a:gd name="csX30" fmla="*/ 109580 w 216814"/>
                <a:gd name="csY30" fmla="*/ 193122 h 202215"/>
                <a:gd name="csX31" fmla="*/ 68282 w 216814"/>
                <a:gd name="csY31" fmla="*/ 193122 h 20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216814" h="202215">
                  <a:moveTo>
                    <a:pt x="36093" y="179207"/>
                  </a:moveTo>
                  <a:cubicBezTo>
                    <a:pt x="33057" y="190754"/>
                    <a:pt x="32450" y="193122"/>
                    <a:pt x="8460" y="193122"/>
                  </a:cubicBezTo>
                  <a:cubicBezTo>
                    <a:pt x="3298" y="193122"/>
                    <a:pt x="261" y="193122"/>
                    <a:pt x="261" y="199044"/>
                  </a:cubicBezTo>
                  <a:cubicBezTo>
                    <a:pt x="261" y="202300"/>
                    <a:pt x="2994" y="202300"/>
                    <a:pt x="8460" y="202300"/>
                  </a:cubicBezTo>
                  <a:lnTo>
                    <a:pt x="116867" y="202300"/>
                  </a:lnTo>
                  <a:cubicBezTo>
                    <a:pt x="164846" y="202300"/>
                    <a:pt x="200678" y="167364"/>
                    <a:pt x="200678" y="138349"/>
                  </a:cubicBezTo>
                  <a:cubicBezTo>
                    <a:pt x="200678" y="117032"/>
                    <a:pt x="183066" y="99860"/>
                    <a:pt x="153610" y="96603"/>
                  </a:cubicBezTo>
                  <a:cubicBezTo>
                    <a:pt x="185191" y="90978"/>
                    <a:pt x="217076" y="69069"/>
                    <a:pt x="217076" y="40942"/>
                  </a:cubicBezTo>
                  <a:cubicBezTo>
                    <a:pt x="217076" y="19033"/>
                    <a:pt x="197034" y="85"/>
                    <a:pt x="160595" y="85"/>
                  </a:cubicBezTo>
                  <a:lnTo>
                    <a:pt x="58564" y="85"/>
                  </a:lnTo>
                  <a:cubicBezTo>
                    <a:pt x="52795" y="85"/>
                    <a:pt x="49758" y="85"/>
                    <a:pt x="49758" y="6006"/>
                  </a:cubicBezTo>
                  <a:cubicBezTo>
                    <a:pt x="49758" y="9263"/>
                    <a:pt x="52491" y="9263"/>
                    <a:pt x="58261" y="9263"/>
                  </a:cubicBezTo>
                  <a:cubicBezTo>
                    <a:pt x="58868" y="9263"/>
                    <a:pt x="64638" y="9263"/>
                    <a:pt x="69800" y="9855"/>
                  </a:cubicBezTo>
                  <a:cubicBezTo>
                    <a:pt x="75266" y="10447"/>
                    <a:pt x="77999" y="10743"/>
                    <a:pt x="77999" y="14592"/>
                  </a:cubicBezTo>
                  <a:cubicBezTo>
                    <a:pt x="77999" y="15776"/>
                    <a:pt x="77695" y="16665"/>
                    <a:pt x="76784" y="20217"/>
                  </a:cubicBezTo>
                  <a:lnTo>
                    <a:pt x="36093" y="179207"/>
                  </a:lnTo>
                  <a:close/>
                  <a:moveTo>
                    <a:pt x="81946" y="93939"/>
                  </a:moveTo>
                  <a:lnTo>
                    <a:pt x="100773" y="20513"/>
                  </a:lnTo>
                  <a:cubicBezTo>
                    <a:pt x="103506" y="10151"/>
                    <a:pt x="104114" y="9263"/>
                    <a:pt x="117171" y="9263"/>
                  </a:cubicBezTo>
                  <a:lnTo>
                    <a:pt x="156343" y="9263"/>
                  </a:lnTo>
                  <a:cubicBezTo>
                    <a:pt x="183066" y="9263"/>
                    <a:pt x="189442" y="26731"/>
                    <a:pt x="189442" y="39758"/>
                  </a:cubicBezTo>
                  <a:cubicBezTo>
                    <a:pt x="189442" y="65812"/>
                    <a:pt x="163328" y="93939"/>
                    <a:pt x="126281" y="93939"/>
                  </a:cubicBezTo>
                  <a:lnTo>
                    <a:pt x="81946" y="93939"/>
                  </a:lnTo>
                  <a:close/>
                  <a:moveTo>
                    <a:pt x="68282" y="193122"/>
                  </a:moveTo>
                  <a:cubicBezTo>
                    <a:pt x="64030" y="193122"/>
                    <a:pt x="63423" y="193122"/>
                    <a:pt x="61601" y="192826"/>
                  </a:cubicBezTo>
                  <a:cubicBezTo>
                    <a:pt x="58564" y="192530"/>
                    <a:pt x="57653" y="192234"/>
                    <a:pt x="57653" y="189865"/>
                  </a:cubicBezTo>
                  <a:cubicBezTo>
                    <a:pt x="57653" y="188977"/>
                    <a:pt x="57653" y="188385"/>
                    <a:pt x="59172" y="183056"/>
                  </a:cubicBezTo>
                  <a:lnTo>
                    <a:pt x="80124" y="100452"/>
                  </a:lnTo>
                  <a:lnTo>
                    <a:pt x="137516" y="100452"/>
                  </a:lnTo>
                  <a:cubicBezTo>
                    <a:pt x="166668" y="100452"/>
                    <a:pt x="172437" y="122361"/>
                    <a:pt x="172437" y="135092"/>
                  </a:cubicBezTo>
                  <a:cubicBezTo>
                    <a:pt x="172437" y="164403"/>
                    <a:pt x="145412" y="193122"/>
                    <a:pt x="109580" y="193122"/>
                  </a:cubicBezTo>
                  <a:lnTo>
                    <a:pt x="68282" y="193122"/>
                  </a:ln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103C28D-9A50-1A58-1571-019F6D7FDE2B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218562" y="7440512"/>
              <a:ext cx="12146" cy="296069"/>
            </a:xfrm>
            <a:custGeom>
              <a:avLst/>
              <a:gdLst>
                <a:gd name="csX0" fmla="*/ 12419 w 12146"/>
                <a:gd name="csY0" fmla="*/ 10743 h 296069"/>
                <a:gd name="csX1" fmla="*/ 6346 w 12146"/>
                <a:gd name="csY1" fmla="*/ 85 h 296069"/>
                <a:gd name="csX2" fmla="*/ 272 w 12146"/>
                <a:gd name="csY2" fmla="*/ 10743 h 296069"/>
                <a:gd name="csX3" fmla="*/ 272 w 12146"/>
                <a:gd name="csY3" fmla="*/ 285496 h 296069"/>
                <a:gd name="csX4" fmla="*/ 6346 w 12146"/>
                <a:gd name="csY4" fmla="*/ 296154 h 296069"/>
                <a:gd name="csX5" fmla="*/ 12419 w 12146"/>
                <a:gd name="csY5" fmla="*/ 285496 h 296069"/>
                <a:gd name="csX6" fmla="*/ 12419 w 12146"/>
                <a:gd name="csY6" fmla="*/ 10743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46" h="296069">
                  <a:moveTo>
                    <a:pt x="12419" y="10743"/>
                  </a:moveTo>
                  <a:cubicBezTo>
                    <a:pt x="12419" y="5414"/>
                    <a:pt x="12419" y="85"/>
                    <a:pt x="6346" y="85"/>
                  </a:cubicBezTo>
                  <a:cubicBezTo>
                    <a:pt x="272" y="85"/>
                    <a:pt x="272" y="5414"/>
                    <a:pt x="272" y="10743"/>
                  </a:cubicBezTo>
                  <a:lnTo>
                    <a:pt x="272" y="285496"/>
                  </a:lnTo>
                  <a:cubicBezTo>
                    <a:pt x="272" y="290825"/>
                    <a:pt x="272" y="296154"/>
                    <a:pt x="6346" y="296154"/>
                  </a:cubicBezTo>
                  <a:cubicBezTo>
                    <a:pt x="12419" y="296154"/>
                    <a:pt x="12419" y="290825"/>
                    <a:pt x="12419" y="285496"/>
                  </a:cubicBezTo>
                  <a:lnTo>
                    <a:pt x="12419" y="10743"/>
                  </a:ln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C93DB77D-CE42-7761-6DBE-C67EF1AEC224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0361754" y="7450578"/>
              <a:ext cx="208311" cy="211985"/>
            </a:xfrm>
            <a:custGeom>
              <a:avLst/>
              <a:gdLst>
                <a:gd name="csX0" fmla="*/ 44005 w 208311"/>
                <a:gd name="csY0" fmla="*/ 178023 h 211985"/>
                <a:gd name="csX1" fmla="*/ 6655 w 208311"/>
                <a:gd name="csY1" fmla="*/ 202892 h 211985"/>
                <a:gd name="csX2" fmla="*/ 278 w 208311"/>
                <a:gd name="csY2" fmla="*/ 208814 h 211985"/>
                <a:gd name="csX3" fmla="*/ 4225 w 208311"/>
                <a:gd name="csY3" fmla="*/ 212071 h 211985"/>
                <a:gd name="csX4" fmla="*/ 30340 w 208311"/>
                <a:gd name="csY4" fmla="*/ 211182 h 211985"/>
                <a:gd name="csX5" fmla="*/ 60706 w 208311"/>
                <a:gd name="csY5" fmla="*/ 212071 h 211985"/>
                <a:gd name="csX6" fmla="*/ 66476 w 208311"/>
                <a:gd name="csY6" fmla="*/ 206445 h 211985"/>
                <a:gd name="csX7" fmla="*/ 61617 w 208311"/>
                <a:gd name="csY7" fmla="*/ 202892 h 211985"/>
                <a:gd name="csX8" fmla="*/ 47345 w 208311"/>
                <a:gd name="csY8" fmla="*/ 192530 h 211985"/>
                <a:gd name="csX9" fmla="*/ 51597 w 208311"/>
                <a:gd name="csY9" fmla="*/ 181575 h 211985"/>
                <a:gd name="csX10" fmla="*/ 74675 w 208311"/>
                <a:gd name="csY10" fmla="*/ 143679 h 211985"/>
                <a:gd name="csX11" fmla="*/ 150894 w 208311"/>
                <a:gd name="csY11" fmla="*/ 143679 h 211985"/>
                <a:gd name="csX12" fmla="*/ 155752 w 208311"/>
                <a:gd name="csY12" fmla="*/ 193122 h 211985"/>
                <a:gd name="csX13" fmla="*/ 133889 w 208311"/>
                <a:gd name="csY13" fmla="*/ 202892 h 211985"/>
                <a:gd name="csX14" fmla="*/ 126601 w 208311"/>
                <a:gd name="csY14" fmla="*/ 208814 h 211985"/>
                <a:gd name="csX15" fmla="*/ 130852 w 208311"/>
                <a:gd name="csY15" fmla="*/ 212071 h 211985"/>
                <a:gd name="csX16" fmla="*/ 168810 w 208311"/>
                <a:gd name="csY16" fmla="*/ 211182 h 211985"/>
                <a:gd name="csX17" fmla="*/ 203124 w 208311"/>
                <a:gd name="csY17" fmla="*/ 212071 h 211985"/>
                <a:gd name="csX18" fmla="*/ 208590 w 208311"/>
                <a:gd name="csY18" fmla="*/ 206149 h 211985"/>
                <a:gd name="csX19" fmla="*/ 201605 w 208311"/>
                <a:gd name="csY19" fmla="*/ 202892 h 211985"/>
                <a:gd name="csX20" fmla="*/ 181867 w 208311"/>
                <a:gd name="csY20" fmla="*/ 192234 h 211985"/>
                <a:gd name="csX21" fmla="*/ 163344 w 208311"/>
                <a:gd name="csY21" fmla="*/ 7190 h 211985"/>
                <a:gd name="csX22" fmla="*/ 157574 w 208311"/>
                <a:gd name="csY22" fmla="*/ 85 h 211985"/>
                <a:gd name="csX23" fmla="*/ 149679 w 208311"/>
                <a:gd name="csY23" fmla="*/ 5118 h 211985"/>
                <a:gd name="csX24" fmla="*/ 44005 w 208311"/>
                <a:gd name="csY24" fmla="*/ 178023 h 211985"/>
                <a:gd name="csX25" fmla="*/ 80444 w 208311"/>
                <a:gd name="csY25" fmla="*/ 134500 h 211985"/>
                <a:gd name="csX26" fmla="*/ 140266 w 208311"/>
                <a:gd name="csY26" fmla="*/ 36797 h 211985"/>
                <a:gd name="csX27" fmla="*/ 149983 w 208311"/>
                <a:gd name="csY27" fmla="*/ 134500 h 211985"/>
                <a:gd name="csX28" fmla="*/ 80444 w 208311"/>
                <a:gd name="csY28" fmla="*/ 134500 h 211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208311" h="211985">
                  <a:moveTo>
                    <a:pt x="44005" y="178023"/>
                  </a:moveTo>
                  <a:cubicBezTo>
                    <a:pt x="31859" y="197859"/>
                    <a:pt x="20016" y="202004"/>
                    <a:pt x="6655" y="202892"/>
                  </a:cubicBezTo>
                  <a:cubicBezTo>
                    <a:pt x="3011" y="203189"/>
                    <a:pt x="278" y="203189"/>
                    <a:pt x="278" y="208814"/>
                  </a:cubicBezTo>
                  <a:cubicBezTo>
                    <a:pt x="278" y="210590"/>
                    <a:pt x="1796" y="212071"/>
                    <a:pt x="4225" y="212071"/>
                  </a:cubicBezTo>
                  <a:cubicBezTo>
                    <a:pt x="12424" y="212071"/>
                    <a:pt x="21838" y="211182"/>
                    <a:pt x="30340" y="211182"/>
                  </a:cubicBezTo>
                  <a:cubicBezTo>
                    <a:pt x="40361" y="211182"/>
                    <a:pt x="50989" y="212071"/>
                    <a:pt x="60706" y="212071"/>
                  </a:cubicBezTo>
                  <a:cubicBezTo>
                    <a:pt x="62528" y="212071"/>
                    <a:pt x="66476" y="212071"/>
                    <a:pt x="66476" y="206445"/>
                  </a:cubicBezTo>
                  <a:cubicBezTo>
                    <a:pt x="66476" y="203189"/>
                    <a:pt x="63743" y="202892"/>
                    <a:pt x="61617" y="202892"/>
                  </a:cubicBezTo>
                  <a:cubicBezTo>
                    <a:pt x="54633" y="202300"/>
                    <a:pt x="47345" y="199932"/>
                    <a:pt x="47345" y="192530"/>
                  </a:cubicBezTo>
                  <a:cubicBezTo>
                    <a:pt x="47345" y="188977"/>
                    <a:pt x="49167" y="185720"/>
                    <a:pt x="51597" y="181575"/>
                  </a:cubicBezTo>
                  <a:lnTo>
                    <a:pt x="74675" y="143679"/>
                  </a:lnTo>
                  <a:lnTo>
                    <a:pt x="150894" y="143679"/>
                  </a:lnTo>
                  <a:cubicBezTo>
                    <a:pt x="151501" y="149896"/>
                    <a:pt x="155752" y="190161"/>
                    <a:pt x="155752" y="193122"/>
                  </a:cubicBezTo>
                  <a:cubicBezTo>
                    <a:pt x="155752" y="202004"/>
                    <a:pt x="139962" y="202892"/>
                    <a:pt x="133889" y="202892"/>
                  </a:cubicBezTo>
                  <a:cubicBezTo>
                    <a:pt x="129638" y="202892"/>
                    <a:pt x="126601" y="202892"/>
                    <a:pt x="126601" y="208814"/>
                  </a:cubicBezTo>
                  <a:cubicBezTo>
                    <a:pt x="126601" y="212071"/>
                    <a:pt x="130245" y="212071"/>
                    <a:pt x="130852" y="212071"/>
                  </a:cubicBezTo>
                  <a:cubicBezTo>
                    <a:pt x="143302" y="212071"/>
                    <a:pt x="156360" y="211182"/>
                    <a:pt x="168810" y="211182"/>
                  </a:cubicBezTo>
                  <a:cubicBezTo>
                    <a:pt x="176401" y="211182"/>
                    <a:pt x="195532" y="212071"/>
                    <a:pt x="203124" y="212071"/>
                  </a:cubicBezTo>
                  <a:cubicBezTo>
                    <a:pt x="204946" y="212071"/>
                    <a:pt x="208590" y="212071"/>
                    <a:pt x="208590" y="206149"/>
                  </a:cubicBezTo>
                  <a:cubicBezTo>
                    <a:pt x="208590" y="202892"/>
                    <a:pt x="205553" y="202892"/>
                    <a:pt x="201605" y="202892"/>
                  </a:cubicBezTo>
                  <a:cubicBezTo>
                    <a:pt x="182778" y="202892"/>
                    <a:pt x="182778" y="200820"/>
                    <a:pt x="181867" y="192234"/>
                  </a:cubicBezTo>
                  <a:lnTo>
                    <a:pt x="163344" y="7190"/>
                  </a:lnTo>
                  <a:cubicBezTo>
                    <a:pt x="162737" y="1269"/>
                    <a:pt x="162737" y="85"/>
                    <a:pt x="157574" y="85"/>
                  </a:cubicBezTo>
                  <a:cubicBezTo>
                    <a:pt x="152716" y="85"/>
                    <a:pt x="151501" y="2157"/>
                    <a:pt x="149679" y="5118"/>
                  </a:cubicBezTo>
                  <a:lnTo>
                    <a:pt x="44005" y="178023"/>
                  </a:lnTo>
                  <a:close/>
                  <a:moveTo>
                    <a:pt x="80444" y="134500"/>
                  </a:moveTo>
                  <a:lnTo>
                    <a:pt x="140266" y="36797"/>
                  </a:lnTo>
                  <a:lnTo>
                    <a:pt x="149983" y="134500"/>
                  </a:lnTo>
                  <a:lnTo>
                    <a:pt x="80444" y="134500"/>
                  </a:ln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E3DC86A-9A51-1A1E-4A5E-EE92D715F1F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596181" y="7440512"/>
              <a:ext cx="70449" cy="296069"/>
            </a:xfrm>
            <a:custGeom>
              <a:avLst/>
              <a:gdLst>
                <a:gd name="csX0" fmla="*/ 70735 w 70449"/>
                <a:gd name="csY0" fmla="*/ 148120 h 296069"/>
                <a:gd name="csX1" fmla="*/ 50693 w 70449"/>
                <a:gd name="csY1" fmla="*/ 55746 h 296069"/>
                <a:gd name="csX2" fmla="*/ 3322 w 70449"/>
                <a:gd name="csY2" fmla="*/ 85 h 296069"/>
                <a:gd name="csX3" fmla="*/ 285 w 70449"/>
                <a:gd name="csY3" fmla="*/ 3045 h 296069"/>
                <a:gd name="csX4" fmla="*/ 6055 w 70449"/>
                <a:gd name="csY4" fmla="*/ 9855 h 296069"/>
                <a:gd name="csX5" fmla="*/ 53122 w 70449"/>
                <a:gd name="csY5" fmla="*/ 148120 h 296069"/>
                <a:gd name="csX6" fmla="*/ 4233 w 70449"/>
                <a:gd name="csY6" fmla="*/ 288161 h 296069"/>
                <a:gd name="csX7" fmla="*/ 285 w 70449"/>
                <a:gd name="csY7" fmla="*/ 293194 h 296069"/>
                <a:gd name="csX8" fmla="*/ 3322 w 70449"/>
                <a:gd name="csY8" fmla="*/ 296154 h 296069"/>
                <a:gd name="csX9" fmla="*/ 51604 w 70449"/>
                <a:gd name="csY9" fmla="*/ 238421 h 296069"/>
                <a:gd name="csX10" fmla="*/ 70735 w 70449"/>
                <a:gd name="csY10" fmla="*/ 148120 h 296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449" h="296069">
                  <a:moveTo>
                    <a:pt x="70735" y="148120"/>
                  </a:moveTo>
                  <a:cubicBezTo>
                    <a:pt x="70735" y="125026"/>
                    <a:pt x="67394" y="89202"/>
                    <a:pt x="50693" y="55746"/>
                  </a:cubicBezTo>
                  <a:cubicBezTo>
                    <a:pt x="32473" y="19329"/>
                    <a:pt x="6359" y="85"/>
                    <a:pt x="3322" y="85"/>
                  </a:cubicBezTo>
                  <a:cubicBezTo>
                    <a:pt x="1500" y="85"/>
                    <a:pt x="285" y="1269"/>
                    <a:pt x="285" y="3045"/>
                  </a:cubicBezTo>
                  <a:cubicBezTo>
                    <a:pt x="285" y="3934"/>
                    <a:pt x="285" y="4526"/>
                    <a:pt x="6055" y="9855"/>
                  </a:cubicBezTo>
                  <a:cubicBezTo>
                    <a:pt x="35814" y="39166"/>
                    <a:pt x="53122" y="86241"/>
                    <a:pt x="53122" y="148120"/>
                  </a:cubicBezTo>
                  <a:cubicBezTo>
                    <a:pt x="53122" y="198747"/>
                    <a:pt x="41887" y="250856"/>
                    <a:pt x="4233" y="288161"/>
                  </a:cubicBezTo>
                  <a:cubicBezTo>
                    <a:pt x="285" y="291713"/>
                    <a:pt x="285" y="292306"/>
                    <a:pt x="285" y="293194"/>
                  </a:cubicBezTo>
                  <a:cubicBezTo>
                    <a:pt x="285" y="294970"/>
                    <a:pt x="1500" y="296154"/>
                    <a:pt x="3322" y="296154"/>
                  </a:cubicBezTo>
                  <a:cubicBezTo>
                    <a:pt x="6359" y="296154"/>
                    <a:pt x="33688" y="276022"/>
                    <a:pt x="51604" y="238421"/>
                  </a:cubicBezTo>
                  <a:cubicBezTo>
                    <a:pt x="67091" y="205853"/>
                    <a:pt x="70735" y="172989"/>
                    <a:pt x="70735" y="148120"/>
                  </a:cubicBezTo>
                  <a:close/>
                </a:path>
              </a:pathLst>
            </a:custGeom>
            <a:solidFill>
              <a:srgbClr val="000000"/>
            </a:solidFill>
            <a:ln w="3046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63004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B98A0-19EE-5F8A-AE2F-30341B36A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5018-00F9-9FF0-C4FD-ADA775CB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Autoregressive Language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5EF44-38D0-96BB-2AFC-424554BA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14</a:t>
            </a:fld>
            <a:endParaRPr lang="en-CA"/>
          </a:p>
        </p:txBody>
      </p:sp>
      <p:grpSp>
        <p:nvGrpSpPr>
          <p:cNvPr id="124" name="Group 123" descr="\documentclass{article}&#10;\usepackage{amsmath,amssymb}&#10;\pagestyle{empty}&#10;\begin{document}&#10;&#10;\begin{align*}&#10;P(\mathbf{x}_{1:n}) &amp;=P(x_1, x_2, \ldots, x_n) \\&#10;&amp;= P(x_1)P(x_2\mid x_1) P(x_3\mid x_1,x_2)\ldots P(x_n\mid x_1,\ldots,x_{n-1})&#10;\end{align*}&#10;&#10;&#10;\end{document}" title="IguanaTex Shape Display">
            <a:extLst>
              <a:ext uri="{FF2B5EF4-FFF2-40B4-BE49-F238E27FC236}">
                <a16:creationId xmlns:a16="http://schemas.microsoft.com/office/drawing/2014/main" id="{DFC8DB4B-FA79-3DAA-9B09-98FA00D69813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882510" y="2200023"/>
            <a:ext cx="8426980" cy="751561"/>
            <a:chOff x="7163160" y="5853926"/>
            <a:chExt cx="8426980" cy="751561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4C7A95-14E2-D8D9-2F31-8A03B00B4ED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7163160" y="5874067"/>
              <a:ext cx="216231" cy="205326"/>
            </a:xfrm>
            <a:custGeom>
              <a:avLst/>
              <a:gdLst>
                <a:gd name="csX0" fmla="*/ 79743 w 216231"/>
                <a:gd name="csY0" fmla="*/ 110414 h 205326"/>
                <a:gd name="csX1" fmla="*/ 131226 w 216231"/>
                <a:gd name="csY1" fmla="*/ 110414 h 205326"/>
                <a:gd name="csX2" fmla="*/ 216326 w 216231"/>
                <a:gd name="csY2" fmla="*/ 45479 h 205326"/>
                <a:gd name="csX3" fmla="*/ 156665 w 216231"/>
                <a:gd name="csY3" fmla="*/ 85 h 205326"/>
                <a:gd name="csX4" fmla="*/ 58543 w 216231"/>
                <a:gd name="csY4" fmla="*/ 85 h 205326"/>
                <a:gd name="csX5" fmla="*/ 49458 w 216231"/>
                <a:gd name="csY5" fmla="*/ 5797 h 205326"/>
                <a:gd name="csX6" fmla="*/ 58241 w 216231"/>
                <a:gd name="csY6" fmla="*/ 9404 h 205326"/>
                <a:gd name="csX7" fmla="*/ 71263 w 216231"/>
                <a:gd name="csY7" fmla="*/ 10005 h 205326"/>
                <a:gd name="csX8" fmla="*/ 77925 w 216231"/>
                <a:gd name="csY8" fmla="*/ 14815 h 205326"/>
                <a:gd name="csX9" fmla="*/ 76714 w 216231"/>
                <a:gd name="csY9" fmla="*/ 20527 h 205326"/>
                <a:gd name="csX10" fmla="*/ 36133 w 216231"/>
                <a:gd name="csY10" fmla="*/ 181963 h 205326"/>
                <a:gd name="csX11" fmla="*/ 8574 w 216231"/>
                <a:gd name="csY11" fmla="*/ 196092 h 205326"/>
                <a:gd name="csX12" fmla="*/ 94 w 216231"/>
                <a:gd name="csY12" fmla="*/ 201804 h 205326"/>
                <a:gd name="csX13" fmla="*/ 4637 w 216231"/>
                <a:gd name="csY13" fmla="*/ 205411 h 205326"/>
                <a:gd name="csX14" fmla="*/ 43098 w 216231"/>
                <a:gd name="csY14" fmla="*/ 204509 h 205326"/>
                <a:gd name="csX15" fmla="*/ 62480 w 216231"/>
                <a:gd name="csY15" fmla="*/ 204810 h 205326"/>
                <a:gd name="csX16" fmla="*/ 82165 w 216231"/>
                <a:gd name="csY16" fmla="*/ 205411 h 205326"/>
                <a:gd name="csX17" fmla="*/ 88222 w 216231"/>
                <a:gd name="csY17" fmla="*/ 199399 h 205326"/>
                <a:gd name="csX18" fmla="*/ 79743 w 216231"/>
                <a:gd name="csY18" fmla="*/ 196092 h 205326"/>
                <a:gd name="csX19" fmla="*/ 60058 w 216231"/>
                <a:gd name="csY19" fmla="*/ 190681 h 205326"/>
                <a:gd name="csX20" fmla="*/ 60966 w 216231"/>
                <a:gd name="csY20" fmla="*/ 185570 h 205326"/>
                <a:gd name="csX21" fmla="*/ 79743 w 216231"/>
                <a:gd name="csY21" fmla="*/ 110414 h 205326"/>
                <a:gd name="csX22" fmla="*/ 101547 w 216231"/>
                <a:gd name="csY22" fmla="*/ 20828 h 205326"/>
                <a:gd name="csX23" fmla="*/ 117901 w 216231"/>
                <a:gd name="csY23" fmla="*/ 9404 h 205326"/>
                <a:gd name="csX24" fmla="*/ 146974 w 216231"/>
                <a:gd name="csY24" fmla="*/ 9404 h 205326"/>
                <a:gd name="csX25" fmla="*/ 188161 w 216231"/>
                <a:gd name="csY25" fmla="*/ 38264 h 205326"/>
                <a:gd name="csX26" fmla="*/ 170293 w 216231"/>
                <a:gd name="csY26" fmla="*/ 86665 h 205326"/>
                <a:gd name="csX27" fmla="*/ 123655 w 216231"/>
                <a:gd name="csY27" fmla="*/ 102598 h 205326"/>
                <a:gd name="csX28" fmla="*/ 80954 w 216231"/>
                <a:gd name="csY28" fmla="*/ 102598 h 205326"/>
                <a:gd name="csX29" fmla="*/ 101547 w 216231"/>
                <a:gd name="csY29" fmla="*/ 20828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231" h="205326">
                  <a:moveTo>
                    <a:pt x="79743" y="110414"/>
                  </a:moveTo>
                  <a:lnTo>
                    <a:pt x="131226" y="110414"/>
                  </a:lnTo>
                  <a:cubicBezTo>
                    <a:pt x="174230" y="110414"/>
                    <a:pt x="216326" y="79149"/>
                    <a:pt x="216326" y="45479"/>
                  </a:cubicBezTo>
                  <a:cubicBezTo>
                    <a:pt x="216326" y="22331"/>
                    <a:pt x="196338" y="85"/>
                    <a:pt x="156665" y="85"/>
                  </a:cubicBezTo>
                  <a:lnTo>
                    <a:pt x="58543" y="85"/>
                  </a:lnTo>
                  <a:cubicBezTo>
                    <a:pt x="52789" y="85"/>
                    <a:pt x="49458" y="85"/>
                    <a:pt x="49458" y="5797"/>
                  </a:cubicBezTo>
                  <a:cubicBezTo>
                    <a:pt x="49458" y="9404"/>
                    <a:pt x="52184" y="9404"/>
                    <a:pt x="58241" y="9404"/>
                  </a:cubicBezTo>
                  <a:cubicBezTo>
                    <a:pt x="62178" y="9404"/>
                    <a:pt x="67629" y="9705"/>
                    <a:pt x="71263" y="10005"/>
                  </a:cubicBezTo>
                  <a:cubicBezTo>
                    <a:pt x="76108" y="10607"/>
                    <a:pt x="77925" y="11508"/>
                    <a:pt x="77925" y="14815"/>
                  </a:cubicBezTo>
                  <a:cubicBezTo>
                    <a:pt x="77925" y="16018"/>
                    <a:pt x="77623" y="16920"/>
                    <a:pt x="76714" y="20527"/>
                  </a:cubicBezTo>
                  <a:lnTo>
                    <a:pt x="36133" y="181963"/>
                  </a:lnTo>
                  <a:cubicBezTo>
                    <a:pt x="33104" y="193687"/>
                    <a:pt x="32499" y="196092"/>
                    <a:pt x="8574" y="196092"/>
                  </a:cubicBezTo>
                  <a:cubicBezTo>
                    <a:pt x="3426" y="196092"/>
                    <a:pt x="94" y="196092"/>
                    <a:pt x="94" y="201804"/>
                  </a:cubicBezTo>
                  <a:cubicBezTo>
                    <a:pt x="94" y="205411"/>
                    <a:pt x="3728" y="205411"/>
                    <a:pt x="4637" y="205411"/>
                  </a:cubicBezTo>
                  <a:cubicBezTo>
                    <a:pt x="13117" y="205411"/>
                    <a:pt x="34619" y="204509"/>
                    <a:pt x="43098" y="204509"/>
                  </a:cubicBezTo>
                  <a:cubicBezTo>
                    <a:pt x="49458" y="204509"/>
                    <a:pt x="56121" y="204810"/>
                    <a:pt x="62480" y="204810"/>
                  </a:cubicBezTo>
                  <a:cubicBezTo>
                    <a:pt x="69143" y="204810"/>
                    <a:pt x="75806" y="205411"/>
                    <a:pt x="82165" y="205411"/>
                  </a:cubicBezTo>
                  <a:cubicBezTo>
                    <a:pt x="84285" y="205411"/>
                    <a:pt x="88222" y="205411"/>
                    <a:pt x="88222" y="199399"/>
                  </a:cubicBezTo>
                  <a:cubicBezTo>
                    <a:pt x="88222" y="196092"/>
                    <a:pt x="85497" y="196092"/>
                    <a:pt x="79743" y="196092"/>
                  </a:cubicBezTo>
                  <a:cubicBezTo>
                    <a:pt x="68537" y="196092"/>
                    <a:pt x="60058" y="196092"/>
                    <a:pt x="60058" y="190681"/>
                  </a:cubicBezTo>
                  <a:cubicBezTo>
                    <a:pt x="60058" y="188877"/>
                    <a:pt x="60663" y="187374"/>
                    <a:pt x="60966" y="185570"/>
                  </a:cubicBezTo>
                  <a:lnTo>
                    <a:pt x="79743" y="110414"/>
                  </a:lnTo>
                  <a:close/>
                  <a:moveTo>
                    <a:pt x="101547" y="20828"/>
                  </a:moveTo>
                  <a:cubicBezTo>
                    <a:pt x="104273" y="10306"/>
                    <a:pt x="104879" y="9404"/>
                    <a:pt x="117901" y="9404"/>
                  </a:cubicBezTo>
                  <a:lnTo>
                    <a:pt x="146974" y="9404"/>
                  </a:lnTo>
                  <a:cubicBezTo>
                    <a:pt x="172110" y="9404"/>
                    <a:pt x="188161" y="17521"/>
                    <a:pt x="188161" y="38264"/>
                  </a:cubicBezTo>
                  <a:cubicBezTo>
                    <a:pt x="188161" y="49988"/>
                    <a:pt x="182104" y="75842"/>
                    <a:pt x="170293" y="86665"/>
                  </a:cubicBezTo>
                  <a:cubicBezTo>
                    <a:pt x="155151" y="100193"/>
                    <a:pt x="136980" y="102598"/>
                    <a:pt x="123655" y="102598"/>
                  </a:cubicBezTo>
                  <a:lnTo>
                    <a:pt x="80954" y="102598"/>
                  </a:lnTo>
                  <a:lnTo>
                    <a:pt x="101547" y="20828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73BB446-4525-5DB6-A9F2-0EB93202992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7417521" y="5853926"/>
              <a:ext cx="70260" cy="300624"/>
            </a:xfrm>
            <a:custGeom>
              <a:avLst/>
              <a:gdLst>
                <a:gd name="csX0" fmla="*/ 70362 w 70260"/>
                <a:gd name="csY0" fmla="*/ 297703 h 300624"/>
                <a:gd name="csX1" fmla="*/ 65214 w 70260"/>
                <a:gd name="csY1" fmla="*/ 291089 h 300624"/>
                <a:gd name="csX2" fmla="*/ 17667 w 70260"/>
                <a:gd name="csY2" fmla="*/ 150397 h 300624"/>
                <a:gd name="csX3" fmla="*/ 66425 w 70260"/>
                <a:gd name="csY3" fmla="*/ 8202 h 300624"/>
                <a:gd name="csX4" fmla="*/ 70362 w 70260"/>
                <a:gd name="csY4" fmla="*/ 3091 h 300624"/>
                <a:gd name="csX5" fmla="*/ 67334 w 70260"/>
                <a:gd name="csY5" fmla="*/ 85 h 300624"/>
                <a:gd name="csX6" fmla="*/ 19181 w 70260"/>
                <a:gd name="csY6" fmla="*/ 58707 h 300624"/>
                <a:gd name="csX7" fmla="*/ 102 w 70260"/>
                <a:gd name="csY7" fmla="*/ 150397 h 300624"/>
                <a:gd name="csX8" fmla="*/ 20090 w 70260"/>
                <a:gd name="csY8" fmla="*/ 244192 h 300624"/>
                <a:gd name="csX9" fmla="*/ 67334 w 70260"/>
                <a:gd name="csY9" fmla="*/ 300709 h 300624"/>
                <a:gd name="csX10" fmla="*/ 70362 w 70260"/>
                <a:gd name="csY10" fmla="*/ 297703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362" y="297703"/>
                  </a:moveTo>
                  <a:cubicBezTo>
                    <a:pt x="70362" y="296801"/>
                    <a:pt x="70362" y="296200"/>
                    <a:pt x="65214" y="291089"/>
                  </a:cubicBezTo>
                  <a:cubicBezTo>
                    <a:pt x="27358" y="253211"/>
                    <a:pt x="17667" y="196393"/>
                    <a:pt x="17667" y="150397"/>
                  </a:cubicBezTo>
                  <a:cubicBezTo>
                    <a:pt x="17667" y="98088"/>
                    <a:pt x="29175" y="45780"/>
                    <a:pt x="66425" y="8202"/>
                  </a:cubicBezTo>
                  <a:cubicBezTo>
                    <a:pt x="70362" y="4594"/>
                    <a:pt x="70362" y="3993"/>
                    <a:pt x="70362" y="3091"/>
                  </a:cubicBezTo>
                  <a:cubicBezTo>
                    <a:pt x="70362" y="987"/>
                    <a:pt x="69151" y="85"/>
                    <a:pt x="67334" y="85"/>
                  </a:cubicBezTo>
                  <a:cubicBezTo>
                    <a:pt x="64305" y="85"/>
                    <a:pt x="37049" y="20527"/>
                    <a:pt x="19181" y="58707"/>
                  </a:cubicBezTo>
                  <a:cubicBezTo>
                    <a:pt x="3736" y="91775"/>
                    <a:pt x="102" y="125145"/>
                    <a:pt x="102" y="150397"/>
                  </a:cubicBezTo>
                  <a:cubicBezTo>
                    <a:pt x="102" y="173846"/>
                    <a:pt x="3433" y="210221"/>
                    <a:pt x="20090" y="244192"/>
                  </a:cubicBezTo>
                  <a:cubicBezTo>
                    <a:pt x="38261" y="281169"/>
                    <a:pt x="64305" y="300709"/>
                    <a:pt x="67334" y="300709"/>
                  </a:cubicBezTo>
                  <a:cubicBezTo>
                    <a:pt x="69151" y="300709"/>
                    <a:pt x="70362" y="299807"/>
                    <a:pt x="70362" y="29770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9E81534-0D41-CED6-8AEF-B5491EDBFD6E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511975" y="5945917"/>
              <a:ext cx="170501" cy="133477"/>
            </a:xfrm>
            <a:custGeom>
              <a:avLst/>
              <a:gdLst>
                <a:gd name="csX0" fmla="*/ 98228 w 170501"/>
                <a:gd name="csY0" fmla="*/ 59608 h 133477"/>
                <a:gd name="csX1" fmla="*/ 133661 w 170501"/>
                <a:gd name="csY1" fmla="*/ 20527 h 133477"/>
                <a:gd name="csX2" fmla="*/ 164551 w 170501"/>
                <a:gd name="csY2" fmla="*/ 14214 h 133477"/>
                <a:gd name="csX3" fmla="*/ 164551 w 170501"/>
                <a:gd name="csY3" fmla="*/ 85 h 133477"/>
                <a:gd name="csX4" fmla="*/ 136689 w 170501"/>
                <a:gd name="csY4" fmla="*/ 987 h 133477"/>
                <a:gd name="csX5" fmla="*/ 105496 w 170501"/>
                <a:gd name="csY5" fmla="*/ 85 h 133477"/>
                <a:gd name="csX6" fmla="*/ 105496 w 170501"/>
                <a:gd name="csY6" fmla="*/ 14214 h 133477"/>
                <a:gd name="csX7" fmla="*/ 117004 w 170501"/>
                <a:gd name="csY7" fmla="*/ 16920 h 133477"/>
                <a:gd name="csX8" fmla="*/ 114581 w 170501"/>
                <a:gd name="csY8" fmla="*/ 20527 h 133477"/>
                <a:gd name="csX9" fmla="*/ 89142 w 170501"/>
                <a:gd name="csY9" fmla="*/ 48786 h 133477"/>
                <a:gd name="csX10" fmla="*/ 59464 w 170501"/>
                <a:gd name="csY10" fmla="*/ 14214 h 133477"/>
                <a:gd name="csX11" fmla="*/ 71577 w 170501"/>
                <a:gd name="csY11" fmla="*/ 14214 h 133477"/>
                <a:gd name="csX12" fmla="*/ 71577 w 170501"/>
                <a:gd name="csY12" fmla="*/ 85 h 133477"/>
                <a:gd name="csX13" fmla="*/ 34933 w 170501"/>
                <a:gd name="csY13" fmla="*/ 987 h 133477"/>
                <a:gd name="csX14" fmla="*/ 1620 w 170501"/>
                <a:gd name="csY14" fmla="*/ 85 h 133477"/>
                <a:gd name="csX15" fmla="*/ 1620 w 170501"/>
                <a:gd name="csY15" fmla="*/ 14214 h 133477"/>
                <a:gd name="csX16" fmla="*/ 23122 w 170501"/>
                <a:gd name="csY16" fmla="*/ 14214 h 133477"/>
                <a:gd name="csX17" fmla="*/ 70366 w 170501"/>
                <a:gd name="csY17" fmla="*/ 69529 h 133477"/>
                <a:gd name="csX18" fmla="*/ 30693 w 170501"/>
                <a:gd name="csY18" fmla="*/ 113721 h 133477"/>
                <a:gd name="csX19" fmla="*/ 106 w 170501"/>
                <a:gd name="csY19" fmla="*/ 119433 h 133477"/>
                <a:gd name="csX20" fmla="*/ 106 w 170501"/>
                <a:gd name="csY20" fmla="*/ 133562 h 133477"/>
                <a:gd name="csX21" fmla="*/ 27968 w 170501"/>
                <a:gd name="csY21" fmla="*/ 132660 h 133477"/>
                <a:gd name="csX22" fmla="*/ 59161 w 170501"/>
                <a:gd name="csY22" fmla="*/ 133562 h 133477"/>
                <a:gd name="csX23" fmla="*/ 59161 w 170501"/>
                <a:gd name="csY23" fmla="*/ 119433 h 133477"/>
                <a:gd name="csX24" fmla="*/ 47955 w 170501"/>
                <a:gd name="csY24" fmla="*/ 116126 h 133477"/>
                <a:gd name="csX25" fmla="*/ 50075 w 170501"/>
                <a:gd name="csY25" fmla="*/ 113120 h 133477"/>
                <a:gd name="csX26" fmla="*/ 79451 w 170501"/>
                <a:gd name="csY26" fmla="*/ 80351 h 133477"/>
                <a:gd name="csX27" fmla="*/ 112764 w 170501"/>
                <a:gd name="csY27" fmla="*/ 119433 h 133477"/>
                <a:gd name="csX28" fmla="*/ 100953 w 170501"/>
                <a:gd name="csY28" fmla="*/ 119433 h 133477"/>
                <a:gd name="csX29" fmla="*/ 100953 w 170501"/>
                <a:gd name="csY29" fmla="*/ 133562 h 133477"/>
                <a:gd name="csX30" fmla="*/ 137295 w 170501"/>
                <a:gd name="csY30" fmla="*/ 132660 h 133477"/>
                <a:gd name="csX31" fmla="*/ 170608 w 170501"/>
                <a:gd name="csY31" fmla="*/ 133562 h 133477"/>
                <a:gd name="csX32" fmla="*/ 170608 w 170501"/>
                <a:gd name="csY32" fmla="*/ 119433 h 133477"/>
                <a:gd name="csX33" fmla="*/ 149106 w 170501"/>
                <a:gd name="csY33" fmla="*/ 119433 h 133477"/>
                <a:gd name="csX34" fmla="*/ 98228 w 170501"/>
                <a:gd name="csY34" fmla="*/ 59608 h 1334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501" h="133477">
                  <a:moveTo>
                    <a:pt x="98228" y="59608"/>
                  </a:moveTo>
                  <a:lnTo>
                    <a:pt x="133661" y="20527"/>
                  </a:lnTo>
                  <a:cubicBezTo>
                    <a:pt x="137598" y="16318"/>
                    <a:pt x="139415" y="14214"/>
                    <a:pt x="164551" y="14214"/>
                  </a:cubicBezTo>
                  <a:lnTo>
                    <a:pt x="164551" y="85"/>
                  </a:lnTo>
                  <a:cubicBezTo>
                    <a:pt x="153951" y="686"/>
                    <a:pt x="138203" y="987"/>
                    <a:pt x="136689" y="987"/>
                  </a:cubicBezTo>
                  <a:cubicBezTo>
                    <a:pt x="129118" y="987"/>
                    <a:pt x="113976" y="385"/>
                    <a:pt x="105496" y="85"/>
                  </a:cubicBezTo>
                  <a:lnTo>
                    <a:pt x="105496" y="14214"/>
                  </a:lnTo>
                  <a:cubicBezTo>
                    <a:pt x="109736" y="14214"/>
                    <a:pt x="113370" y="14815"/>
                    <a:pt x="117004" y="16920"/>
                  </a:cubicBezTo>
                  <a:cubicBezTo>
                    <a:pt x="115793" y="18723"/>
                    <a:pt x="115793" y="19325"/>
                    <a:pt x="114581" y="20527"/>
                  </a:cubicBezTo>
                  <a:lnTo>
                    <a:pt x="89142" y="48786"/>
                  </a:lnTo>
                  <a:lnTo>
                    <a:pt x="59464" y="14214"/>
                  </a:lnTo>
                  <a:lnTo>
                    <a:pt x="71577" y="14214"/>
                  </a:lnTo>
                  <a:lnTo>
                    <a:pt x="71577" y="85"/>
                  </a:lnTo>
                  <a:cubicBezTo>
                    <a:pt x="63703" y="385"/>
                    <a:pt x="44624" y="987"/>
                    <a:pt x="34933" y="987"/>
                  </a:cubicBezTo>
                  <a:cubicBezTo>
                    <a:pt x="25242" y="987"/>
                    <a:pt x="11614" y="385"/>
                    <a:pt x="1620" y="85"/>
                  </a:cubicBezTo>
                  <a:lnTo>
                    <a:pt x="1620" y="14214"/>
                  </a:lnTo>
                  <a:lnTo>
                    <a:pt x="23122" y="14214"/>
                  </a:lnTo>
                  <a:lnTo>
                    <a:pt x="70366" y="69529"/>
                  </a:lnTo>
                  <a:lnTo>
                    <a:pt x="30693" y="113721"/>
                  </a:lnTo>
                  <a:cubicBezTo>
                    <a:pt x="25545" y="119433"/>
                    <a:pt x="14643" y="119433"/>
                    <a:pt x="106" y="119433"/>
                  </a:cubicBezTo>
                  <a:lnTo>
                    <a:pt x="106" y="133562"/>
                  </a:lnTo>
                  <a:cubicBezTo>
                    <a:pt x="10706" y="132961"/>
                    <a:pt x="26453" y="132660"/>
                    <a:pt x="27968" y="132660"/>
                  </a:cubicBezTo>
                  <a:cubicBezTo>
                    <a:pt x="35539" y="132660"/>
                    <a:pt x="53104" y="133261"/>
                    <a:pt x="59161" y="133562"/>
                  </a:cubicBezTo>
                  <a:lnTo>
                    <a:pt x="59161" y="119433"/>
                  </a:lnTo>
                  <a:cubicBezTo>
                    <a:pt x="53710" y="119433"/>
                    <a:pt x="47955" y="117930"/>
                    <a:pt x="47955" y="116126"/>
                  </a:cubicBezTo>
                  <a:cubicBezTo>
                    <a:pt x="47955" y="115825"/>
                    <a:pt x="47955" y="115525"/>
                    <a:pt x="50075" y="113120"/>
                  </a:cubicBezTo>
                  <a:lnTo>
                    <a:pt x="79451" y="80351"/>
                  </a:lnTo>
                  <a:lnTo>
                    <a:pt x="112764" y="119433"/>
                  </a:lnTo>
                  <a:lnTo>
                    <a:pt x="100953" y="119433"/>
                  </a:lnTo>
                  <a:lnTo>
                    <a:pt x="100953" y="133562"/>
                  </a:lnTo>
                  <a:cubicBezTo>
                    <a:pt x="108827" y="133261"/>
                    <a:pt x="127301" y="132660"/>
                    <a:pt x="137295" y="132660"/>
                  </a:cubicBezTo>
                  <a:cubicBezTo>
                    <a:pt x="146986" y="132660"/>
                    <a:pt x="160614" y="133261"/>
                    <a:pt x="170608" y="133562"/>
                  </a:cubicBezTo>
                  <a:lnTo>
                    <a:pt x="170608" y="119433"/>
                  </a:lnTo>
                  <a:lnTo>
                    <a:pt x="149106" y="119433"/>
                  </a:lnTo>
                  <a:lnTo>
                    <a:pt x="98228" y="59608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BD0E21D-55DD-D100-B448-C1C02A59D7F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712229" y="5984757"/>
              <a:ext cx="77164" cy="139730"/>
            </a:xfrm>
            <a:custGeom>
              <a:avLst/>
              <a:gdLst>
                <a:gd name="csX0" fmla="*/ 48022 w 77164"/>
                <a:gd name="csY0" fmla="*/ 5978 h 139730"/>
                <a:gd name="csX1" fmla="*/ 41662 w 77164"/>
                <a:gd name="csY1" fmla="*/ 86 h 139730"/>
                <a:gd name="csX2" fmla="*/ 112 w 77164"/>
                <a:gd name="csY2" fmla="*/ 13554 h 139730"/>
                <a:gd name="csX3" fmla="*/ 112 w 77164"/>
                <a:gd name="csY3" fmla="*/ 21130 h 139730"/>
                <a:gd name="csX4" fmla="*/ 30851 w 77164"/>
                <a:gd name="csY4" fmla="*/ 15238 h 139730"/>
                <a:gd name="csX5" fmla="*/ 30851 w 77164"/>
                <a:gd name="csY5" fmla="*/ 122561 h 139730"/>
                <a:gd name="csX6" fmla="*/ 9652 w 77164"/>
                <a:gd name="csY6" fmla="*/ 132241 h 139730"/>
                <a:gd name="csX7" fmla="*/ 1596 w 77164"/>
                <a:gd name="csY7" fmla="*/ 132241 h 139730"/>
                <a:gd name="csX8" fmla="*/ 1596 w 77164"/>
                <a:gd name="csY8" fmla="*/ 139817 h 139730"/>
                <a:gd name="csX9" fmla="*/ 39330 w 77164"/>
                <a:gd name="csY9" fmla="*/ 138975 h 139730"/>
                <a:gd name="csX10" fmla="*/ 77277 w 77164"/>
                <a:gd name="csY10" fmla="*/ 139817 h 139730"/>
                <a:gd name="csX11" fmla="*/ 77277 w 77164"/>
                <a:gd name="csY11" fmla="*/ 132241 h 139730"/>
                <a:gd name="csX12" fmla="*/ 69221 w 77164"/>
                <a:gd name="csY12" fmla="*/ 132241 h 139730"/>
                <a:gd name="csX13" fmla="*/ 48022 w 77164"/>
                <a:gd name="csY13" fmla="*/ 122561 h 139730"/>
                <a:gd name="csX14" fmla="*/ 48022 w 77164"/>
                <a:gd name="csY14" fmla="*/ 5978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022" y="5978"/>
                  </a:moveTo>
                  <a:cubicBezTo>
                    <a:pt x="48022" y="297"/>
                    <a:pt x="47598" y="86"/>
                    <a:pt x="41662" y="86"/>
                  </a:cubicBezTo>
                  <a:cubicBezTo>
                    <a:pt x="28095" y="13344"/>
                    <a:pt x="8804" y="13554"/>
                    <a:pt x="112" y="13554"/>
                  </a:cubicBezTo>
                  <a:lnTo>
                    <a:pt x="112" y="21130"/>
                  </a:lnTo>
                  <a:cubicBezTo>
                    <a:pt x="5200" y="21130"/>
                    <a:pt x="19191" y="21130"/>
                    <a:pt x="30851" y="15238"/>
                  </a:cubicBezTo>
                  <a:lnTo>
                    <a:pt x="30851" y="122561"/>
                  </a:lnTo>
                  <a:cubicBezTo>
                    <a:pt x="30851" y="129505"/>
                    <a:pt x="30851" y="132241"/>
                    <a:pt x="9652" y="132241"/>
                  </a:cubicBezTo>
                  <a:lnTo>
                    <a:pt x="1596" y="132241"/>
                  </a:lnTo>
                  <a:lnTo>
                    <a:pt x="1596" y="139817"/>
                  </a:lnTo>
                  <a:cubicBezTo>
                    <a:pt x="5412" y="139606"/>
                    <a:pt x="31487" y="138975"/>
                    <a:pt x="39330" y="138975"/>
                  </a:cubicBezTo>
                  <a:cubicBezTo>
                    <a:pt x="45902" y="138975"/>
                    <a:pt x="72613" y="139606"/>
                    <a:pt x="77277" y="139817"/>
                  </a:cubicBezTo>
                  <a:lnTo>
                    <a:pt x="77277" y="132241"/>
                  </a:lnTo>
                  <a:lnTo>
                    <a:pt x="69221" y="132241"/>
                  </a:lnTo>
                  <a:cubicBezTo>
                    <a:pt x="48022" y="132241"/>
                    <a:pt x="48022" y="129505"/>
                    <a:pt x="48022" y="122561"/>
                  </a:cubicBezTo>
                  <a:lnTo>
                    <a:pt x="48022" y="5978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C7256DE-828F-751D-B38A-FA1B282EE1C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831887" y="6033789"/>
              <a:ext cx="24379" cy="90698"/>
            </a:xfrm>
            <a:custGeom>
              <a:avLst/>
              <a:gdLst>
                <a:gd name="csX0" fmla="*/ 24495 w 24379"/>
                <a:gd name="csY0" fmla="*/ 12292 h 90698"/>
                <a:gd name="csX1" fmla="*/ 12411 w 24379"/>
                <a:gd name="csY1" fmla="*/ 86 h 90698"/>
                <a:gd name="csX2" fmla="*/ 116 w 24379"/>
                <a:gd name="csY2" fmla="*/ 12081 h 90698"/>
                <a:gd name="csX3" fmla="*/ 12200 w 24379"/>
                <a:gd name="csY3" fmla="*/ 24286 h 90698"/>
                <a:gd name="csX4" fmla="*/ 24495 w 24379"/>
                <a:gd name="csY4" fmla="*/ 12292 h 90698"/>
                <a:gd name="csX5" fmla="*/ 24495 w 24379"/>
                <a:gd name="csY5" fmla="*/ 78790 h 90698"/>
                <a:gd name="csX6" fmla="*/ 12411 w 24379"/>
                <a:gd name="csY6" fmla="*/ 66584 h 90698"/>
                <a:gd name="csX7" fmla="*/ 116 w 24379"/>
                <a:gd name="csY7" fmla="*/ 78579 h 90698"/>
                <a:gd name="csX8" fmla="*/ 12200 w 24379"/>
                <a:gd name="csY8" fmla="*/ 90785 h 90698"/>
                <a:gd name="csX9" fmla="*/ 24495 w 24379"/>
                <a:gd name="csY9" fmla="*/ 78790 h 90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79" h="90698">
                  <a:moveTo>
                    <a:pt x="24495" y="12292"/>
                  </a:moveTo>
                  <a:cubicBezTo>
                    <a:pt x="24495" y="4926"/>
                    <a:pt x="18559" y="86"/>
                    <a:pt x="12411" y="86"/>
                  </a:cubicBezTo>
                  <a:cubicBezTo>
                    <a:pt x="4992" y="86"/>
                    <a:pt x="116" y="5978"/>
                    <a:pt x="116" y="12081"/>
                  </a:cubicBezTo>
                  <a:cubicBezTo>
                    <a:pt x="116" y="19446"/>
                    <a:pt x="6052" y="24286"/>
                    <a:pt x="12200" y="24286"/>
                  </a:cubicBezTo>
                  <a:cubicBezTo>
                    <a:pt x="19619" y="24286"/>
                    <a:pt x="24495" y="18394"/>
                    <a:pt x="24495" y="12292"/>
                  </a:cubicBezTo>
                  <a:close/>
                  <a:moveTo>
                    <a:pt x="24495" y="78790"/>
                  </a:moveTo>
                  <a:cubicBezTo>
                    <a:pt x="24495" y="71424"/>
                    <a:pt x="18559" y="66584"/>
                    <a:pt x="12411" y="66584"/>
                  </a:cubicBezTo>
                  <a:cubicBezTo>
                    <a:pt x="4992" y="66584"/>
                    <a:pt x="116" y="72477"/>
                    <a:pt x="116" y="78579"/>
                  </a:cubicBezTo>
                  <a:cubicBezTo>
                    <a:pt x="116" y="85945"/>
                    <a:pt x="6052" y="90785"/>
                    <a:pt x="12200" y="90785"/>
                  </a:cubicBezTo>
                  <a:cubicBezTo>
                    <a:pt x="19619" y="90785"/>
                    <a:pt x="24495" y="84892"/>
                    <a:pt x="24495" y="78790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41DDC76-46C3-0CA6-0F33-80B31FFEEFB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888365" y="6031685"/>
              <a:ext cx="129526" cy="94907"/>
            </a:xfrm>
            <a:custGeom>
              <a:avLst/>
              <a:gdLst>
                <a:gd name="csX0" fmla="*/ 16018 w 129526"/>
                <a:gd name="csY0" fmla="*/ 79631 h 94907"/>
                <a:gd name="csX1" fmla="*/ 13898 w 129526"/>
                <a:gd name="csY1" fmla="*/ 88259 h 94907"/>
                <a:gd name="csX2" fmla="*/ 21105 w 129526"/>
                <a:gd name="csY2" fmla="*/ 94993 h 94907"/>
                <a:gd name="csX3" fmla="*/ 29373 w 129526"/>
                <a:gd name="csY3" fmla="*/ 90364 h 94907"/>
                <a:gd name="csX4" fmla="*/ 33189 w 129526"/>
                <a:gd name="csY4" fmla="*/ 77317 h 94907"/>
                <a:gd name="csX5" fmla="*/ 37853 w 129526"/>
                <a:gd name="csY5" fmla="*/ 58377 h 94907"/>
                <a:gd name="csX6" fmla="*/ 41457 w 129526"/>
                <a:gd name="csY6" fmla="*/ 44278 h 94907"/>
                <a:gd name="csX7" fmla="*/ 50360 w 129526"/>
                <a:gd name="csY7" fmla="*/ 25339 h 94907"/>
                <a:gd name="csX8" fmla="*/ 82159 w 129526"/>
                <a:gd name="csY8" fmla="*/ 5978 h 94907"/>
                <a:gd name="csX9" fmla="*/ 94666 w 129526"/>
                <a:gd name="csY9" fmla="*/ 20709 h 94907"/>
                <a:gd name="csX10" fmla="*/ 82159 w 129526"/>
                <a:gd name="csY10" fmla="*/ 65532 h 94907"/>
                <a:gd name="csX11" fmla="*/ 78979 w 129526"/>
                <a:gd name="csY11" fmla="*/ 76896 h 94907"/>
                <a:gd name="csX12" fmla="*/ 99118 w 129526"/>
                <a:gd name="csY12" fmla="*/ 94993 h 94907"/>
                <a:gd name="csX13" fmla="*/ 129645 w 129526"/>
                <a:gd name="csY13" fmla="*/ 62796 h 94907"/>
                <a:gd name="csX14" fmla="*/ 126253 w 129526"/>
                <a:gd name="csY14" fmla="*/ 60061 h 94907"/>
                <a:gd name="csX15" fmla="*/ 122225 w 129526"/>
                <a:gd name="csY15" fmla="*/ 63638 h 94907"/>
                <a:gd name="csX16" fmla="*/ 99754 w 129526"/>
                <a:gd name="csY16" fmla="*/ 89101 h 94907"/>
                <a:gd name="csX17" fmla="*/ 94454 w 129526"/>
                <a:gd name="csY17" fmla="*/ 81736 h 94907"/>
                <a:gd name="csX18" fmla="*/ 99330 w 129526"/>
                <a:gd name="csY18" fmla="*/ 64690 h 94907"/>
                <a:gd name="csX19" fmla="*/ 110566 w 129526"/>
                <a:gd name="csY19" fmla="*/ 24076 h 94907"/>
                <a:gd name="csX20" fmla="*/ 83007 w 129526"/>
                <a:gd name="csY20" fmla="*/ 86 h 94907"/>
                <a:gd name="csX21" fmla="*/ 47180 w 129526"/>
                <a:gd name="csY21" fmla="*/ 19236 h 94907"/>
                <a:gd name="csX22" fmla="*/ 24497 w 129526"/>
                <a:gd name="csY22" fmla="*/ 86 h 94907"/>
                <a:gd name="csX23" fmla="*/ 7750 w 129526"/>
                <a:gd name="csY23" fmla="*/ 11450 h 94907"/>
                <a:gd name="csX24" fmla="*/ 118 w 129526"/>
                <a:gd name="csY24" fmla="*/ 32283 h 94907"/>
                <a:gd name="csX25" fmla="*/ 3722 w 129526"/>
                <a:gd name="csY25" fmla="*/ 35019 h 94907"/>
                <a:gd name="csX26" fmla="*/ 8386 w 129526"/>
                <a:gd name="csY26" fmla="*/ 28706 h 94907"/>
                <a:gd name="csX27" fmla="*/ 23861 w 129526"/>
                <a:gd name="csY27" fmla="*/ 5978 h 94907"/>
                <a:gd name="csX28" fmla="*/ 30857 w 129526"/>
                <a:gd name="csY28" fmla="*/ 16290 h 94907"/>
                <a:gd name="csX29" fmla="*/ 27465 w 129526"/>
                <a:gd name="csY29" fmla="*/ 33756 h 94907"/>
                <a:gd name="csX30" fmla="*/ 22801 w 129526"/>
                <a:gd name="csY30" fmla="*/ 52695 h 94907"/>
                <a:gd name="csX31" fmla="*/ 16018 w 129526"/>
                <a:gd name="csY31" fmla="*/ 79631 h 94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526" h="94907">
                  <a:moveTo>
                    <a:pt x="16018" y="79631"/>
                  </a:moveTo>
                  <a:cubicBezTo>
                    <a:pt x="15170" y="82367"/>
                    <a:pt x="13898" y="87628"/>
                    <a:pt x="13898" y="88259"/>
                  </a:cubicBezTo>
                  <a:cubicBezTo>
                    <a:pt x="13898" y="92889"/>
                    <a:pt x="17714" y="94993"/>
                    <a:pt x="21105" y="94993"/>
                  </a:cubicBezTo>
                  <a:cubicBezTo>
                    <a:pt x="24921" y="94993"/>
                    <a:pt x="28313" y="92258"/>
                    <a:pt x="29373" y="90364"/>
                  </a:cubicBezTo>
                  <a:cubicBezTo>
                    <a:pt x="30433" y="88470"/>
                    <a:pt x="32129" y="81736"/>
                    <a:pt x="33189" y="77317"/>
                  </a:cubicBezTo>
                  <a:cubicBezTo>
                    <a:pt x="34249" y="73318"/>
                    <a:pt x="36581" y="63638"/>
                    <a:pt x="37853" y="58377"/>
                  </a:cubicBezTo>
                  <a:cubicBezTo>
                    <a:pt x="39125" y="53748"/>
                    <a:pt x="40397" y="49118"/>
                    <a:pt x="41457" y="44278"/>
                  </a:cubicBezTo>
                  <a:cubicBezTo>
                    <a:pt x="43789" y="35650"/>
                    <a:pt x="44212" y="33967"/>
                    <a:pt x="50360" y="25339"/>
                  </a:cubicBezTo>
                  <a:cubicBezTo>
                    <a:pt x="56296" y="16921"/>
                    <a:pt x="66260" y="5978"/>
                    <a:pt x="82159" y="5978"/>
                  </a:cubicBezTo>
                  <a:cubicBezTo>
                    <a:pt x="94454" y="5978"/>
                    <a:pt x="94666" y="16711"/>
                    <a:pt x="94666" y="20709"/>
                  </a:cubicBezTo>
                  <a:cubicBezTo>
                    <a:pt x="94666" y="33335"/>
                    <a:pt x="85551" y="56694"/>
                    <a:pt x="82159" y="65532"/>
                  </a:cubicBezTo>
                  <a:cubicBezTo>
                    <a:pt x="79827" y="71424"/>
                    <a:pt x="78979" y="73318"/>
                    <a:pt x="78979" y="76896"/>
                  </a:cubicBezTo>
                  <a:cubicBezTo>
                    <a:pt x="78979" y="88049"/>
                    <a:pt x="88307" y="94993"/>
                    <a:pt x="99118" y="94993"/>
                  </a:cubicBezTo>
                  <a:cubicBezTo>
                    <a:pt x="120317" y="94993"/>
                    <a:pt x="129645" y="65953"/>
                    <a:pt x="129645" y="62796"/>
                  </a:cubicBezTo>
                  <a:cubicBezTo>
                    <a:pt x="129645" y="60061"/>
                    <a:pt x="126889" y="60061"/>
                    <a:pt x="126253" y="60061"/>
                  </a:cubicBezTo>
                  <a:cubicBezTo>
                    <a:pt x="123285" y="60061"/>
                    <a:pt x="123073" y="61323"/>
                    <a:pt x="122225" y="63638"/>
                  </a:cubicBezTo>
                  <a:cubicBezTo>
                    <a:pt x="117350" y="80473"/>
                    <a:pt x="108234" y="89101"/>
                    <a:pt x="99754" y="89101"/>
                  </a:cubicBezTo>
                  <a:cubicBezTo>
                    <a:pt x="95302" y="89101"/>
                    <a:pt x="94454" y="86155"/>
                    <a:pt x="94454" y="81736"/>
                  </a:cubicBezTo>
                  <a:cubicBezTo>
                    <a:pt x="94454" y="76896"/>
                    <a:pt x="95514" y="74160"/>
                    <a:pt x="99330" y="64690"/>
                  </a:cubicBezTo>
                  <a:cubicBezTo>
                    <a:pt x="101874" y="58167"/>
                    <a:pt x="110566" y="35861"/>
                    <a:pt x="110566" y="24076"/>
                  </a:cubicBezTo>
                  <a:cubicBezTo>
                    <a:pt x="110566" y="3664"/>
                    <a:pt x="94242" y="86"/>
                    <a:pt x="83007" y="86"/>
                  </a:cubicBezTo>
                  <a:cubicBezTo>
                    <a:pt x="65412" y="86"/>
                    <a:pt x="53540" y="10818"/>
                    <a:pt x="47180" y="19236"/>
                  </a:cubicBezTo>
                  <a:cubicBezTo>
                    <a:pt x="45696" y="4716"/>
                    <a:pt x="33189" y="86"/>
                    <a:pt x="24497" y="86"/>
                  </a:cubicBezTo>
                  <a:cubicBezTo>
                    <a:pt x="15382" y="86"/>
                    <a:pt x="10506" y="6610"/>
                    <a:pt x="7750" y="11450"/>
                  </a:cubicBezTo>
                  <a:cubicBezTo>
                    <a:pt x="3086" y="19236"/>
                    <a:pt x="118" y="31231"/>
                    <a:pt x="118" y="32283"/>
                  </a:cubicBezTo>
                  <a:cubicBezTo>
                    <a:pt x="118" y="35019"/>
                    <a:pt x="3086" y="35019"/>
                    <a:pt x="3722" y="35019"/>
                  </a:cubicBezTo>
                  <a:cubicBezTo>
                    <a:pt x="6690" y="35019"/>
                    <a:pt x="6902" y="34387"/>
                    <a:pt x="8386" y="28706"/>
                  </a:cubicBezTo>
                  <a:cubicBezTo>
                    <a:pt x="11566" y="16290"/>
                    <a:pt x="15594" y="5978"/>
                    <a:pt x="23861" y="5978"/>
                  </a:cubicBezTo>
                  <a:cubicBezTo>
                    <a:pt x="29373" y="5978"/>
                    <a:pt x="30857" y="10608"/>
                    <a:pt x="30857" y="16290"/>
                  </a:cubicBezTo>
                  <a:cubicBezTo>
                    <a:pt x="30857" y="20288"/>
                    <a:pt x="28949" y="28074"/>
                    <a:pt x="27465" y="33756"/>
                  </a:cubicBezTo>
                  <a:cubicBezTo>
                    <a:pt x="25981" y="39438"/>
                    <a:pt x="23861" y="48066"/>
                    <a:pt x="22801" y="52695"/>
                  </a:cubicBezTo>
                  <a:lnTo>
                    <a:pt x="16018" y="79631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D807710-DC89-A5B6-72A0-605DFEC59B3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060511" y="5853926"/>
              <a:ext cx="70260" cy="300624"/>
            </a:xfrm>
            <a:custGeom>
              <a:avLst/>
              <a:gdLst>
                <a:gd name="csX0" fmla="*/ 70384 w 70260"/>
                <a:gd name="csY0" fmla="*/ 150397 h 300624"/>
                <a:gd name="csX1" fmla="*/ 50396 w 70260"/>
                <a:gd name="csY1" fmla="*/ 56602 h 300624"/>
                <a:gd name="csX2" fmla="*/ 3152 w 70260"/>
                <a:gd name="csY2" fmla="*/ 85 h 300624"/>
                <a:gd name="csX3" fmla="*/ 124 w 70260"/>
                <a:gd name="csY3" fmla="*/ 3091 h 300624"/>
                <a:gd name="csX4" fmla="*/ 5878 w 70260"/>
                <a:gd name="csY4" fmla="*/ 10005 h 300624"/>
                <a:gd name="csX5" fmla="*/ 52819 w 70260"/>
                <a:gd name="csY5" fmla="*/ 150397 h 300624"/>
                <a:gd name="csX6" fmla="*/ 4061 w 70260"/>
                <a:gd name="csY6" fmla="*/ 292592 h 300624"/>
                <a:gd name="csX7" fmla="*/ 124 w 70260"/>
                <a:gd name="csY7" fmla="*/ 297703 h 300624"/>
                <a:gd name="csX8" fmla="*/ 3152 w 70260"/>
                <a:gd name="csY8" fmla="*/ 300709 h 300624"/>
                <a:gd name="csX9" fmla="*/ 51304 w 70260"/>
                <a:gd name="csY9" fmla="*/ 242088 h 300624"/>
                <a:gd name="csX10" fmla="*/ 70384 w 70260"/>
                <a:gd name="csY10" fmla="*/ 150397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384" y="150397"/>
                  </a:moveTo>
                  <a:cubicBezTo>
                    <a:pt x="70384" y="126948"/>
                    <a:pt x="67052" y="90573"/>
                    <a:pt x="50396" y="56602"/>
                  </a:cubicBezTo>
                  <a:cubicBezTo>
                    <a:pt x="32225" y="19625"/>
                    <a:pt x="6181" y="85"/>
                    <a:pt x="3152" y="85"/>
                  </a:cubicBezTo>
                  <a:cubicBezTo>
                    <a:pt x="1335" y="85"/>
                    <a:pt x="124" y="1287"/>
                    <a:pt x="124" y="3091"/>
                  </a:cubicBezTo>
                  <a:cubicBezTo>
                    <a:pt x="124" y="3993"/>
                    <a:pt x="124" y="4594"/>
                    <a:pt x="5878" y="10005"/>
                  </a:cubicBezTo>
                  <a:cubicBezTo>
                    <a:pt x="35557" y="39767"/>
                    <a:pt x="52819" y="87566"/>
                    <a:pt x="52819" y="150397"/>
                  </a:cubicBezTo>
                  <a:cubicBezTo>
                    <a:pt x="52819" y="201804"/>
                    <a:pt x="41613" y="254714"/>
                    <a:pt x="4061" y="292592"/>
                  </a:cubicBezTo>
                  <a:cubicBezTo>
                    <a:pt x="124" y="296200"/>
                    <a:pt x="124" y="296801"/>
                    <a:pt x="124" y="297703"/>
                  </a:cubicBezTo>
                  <a:cubicBezTo>
                    <a:pt x="124" y="299507"/>
                    <a:pt x="1335" y="300709"/>
                    <a:pt x="3152" y="300709"/>
                  </a:cubicBezTo>
                  <a:cubicBezTo>
                    <a:pt x="6181" y="300709"/>
                    <a:pt x="33437" y="280267"/>
                    <a:pt x="51304" y="242088"/>
                  </a:cubicBezTo>
                  <a:cubicBezTo>
                    <a:pt x="66750" y="209019"/>
                    <a:pt x="70384" y="175649"/>
                    <a:pt x="70384" y="150397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CA4529B-D0F3-E58D-06D9-616EF4A73B7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262104" y="5969065"/>
              <a:ext cx="201391" cy="70346"/>
            </a:xfrm>
            <a:custGeom>
              <a:avLst/>
              <a:gdLst>
                <a:gd name="csX0" fmla="*/ 191226 w 201391"/>
                <a:gd name="csY0" fmla="*/ 12110 h 70346"/>
                <a:gd name="csX1" fmla="*/ 201522 w 201391"/>
                <a:gd name="csY1" fmla="*/ 6097 h 70346"/>
                <a:gd name="csX2" fmla="*/ 191528 w 201391"/>
                <a:gd name="csY2" fmla="*/ 85 h 70346"/>
                <a:gd name="csX3" fmla="*/ 10124 w 201391"/>
                <a:gd name="csY3" fmla="*/ 85 h 70346"/>
                <a:gd name="csX4" fmla="*/ 130 w 201391"/>
                <a:gd name="csY4" fmla="*/ 6097 h 70346"/>
                <a:gd name="csX5" fmla="*/ 10427 w 201391"/>
                <a:gd name="csY5" fmla="*/ 12110 h 70346"/>
                <a:gd name="csX6" fmla="*/ 191226 w 201391"/>
                <a:gd name="csY6" fmla="*/ 12110 h 70346"/>
                <a:gd name="csX7" fmla="*/ 191528 w 201391"/>
                <a:gd name="csY7" fmla="*/ 70431 h 70346"/>
                <a:gd name="csX8" fmla="*/ 201522 w 201391"/>
                <a:gd name="csY8" fmla="*/ 64418 h 70346"/>
                <a:gd name="csX9" fmla="*/ 191226 w 201391"/>
                <a:gd name="csY9" fmla="*/ 58406 h 70346"/>
                <a:gd name="csX10" fmla="*/ 10427 w 201391"/>
                <a:gd name="csY10" fmla="*/ 58406 h 70346"/>
                <a:gd name="csX11" fmla="*/ 130 w 201391"/>
                <a:gd name="csY11" fmla="*/ 64418 h 70346"/>
                <a:gd name="csX12" fmla="*/ 10124 w 201391"/>
                <a:gd name="csY12" fmla="*/ 70431 h 70346"/>
                <a:gd name="csX13" fmla="*/ 191528 w 201391"/>
                <a:gd name="csY13" fmla="*/ 70431 h 70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391" h="70346">
                  <a:moveTo>
                    <a:pt x="191226" y="12110"/>
                  </a:moveTo>
                  <a:cubicBezTo>
                    <a:pt x="195768" y="12110"/>
                    <a:pt x="201522" y="12110"/>
                    <a:pt x="201522" y="6097"/>
                  </a:cubicBezTo>
                  <a:cubicBezTo>
                    <a:pt x="201522" y="85"/>
                    <a:pt x="195768" y="85"/>
                    <a:pt x="191528" y="85"/>
                  </a:cubicBezTo>
                  <a:lnTo>
                    <a:pt x="10124" y="85"/>
                  </a:lnTo>
                  <a:cubicBezTo>
                    <a:pt x="5884" y="85"/>
                    <a:pt x="130" y="85"/>
                    <a:pt x="130" y="6097"/>
                  </a:cubicBezTo>
                  <a:cubicBezTo>
                    <a:pt x="130" y="12110"/>
                    <a:pt x="5884" y="12110"/>
                    <a:pt x="10427" y="12110"/>
                  </a:cubicBezTo>
                  <a:lnTo>
                    <a:pt x="191226" y="12110"/>
                  </a:lnTo>
                  <a:close/>
                  <a:moveTo>
                    <a:pt x="191528" y="70431"/>
                  </a:moveTo>
                  <a:cubicBezTo>
                    <a:pt x="195768" y="70431"/>
                    <a:pt x="201522" y="70431"/>
                    <a:pt x="201522" y="64418"/>
                  </a:cubicBezTo>
                  <a:cubicBezTo>
                    <a:pt x="201522" y="58406"/>
                    <a:pt x="195768" y="58406"/>
                    <a:pt x="191226" y="58406"/>
                  </a:cubicBezTo>
                  <a:lnTo>
                    <a:pt x="10427" y="58406"/>
                  </a:lnTo>
                  <a:cubicBezTo>
                    <a:pt x="5884" y="58406"/>
                    <a:pt x="130" y="58406"/>
                    <a:pt x="130" y="64418"/>
                  </a:cubicBezTo>
                  <a:cubicBezTo>
                    <a:pt x="130" y="70431"/>
                    <a:pt x="5884" y="70431"/>
                    <a:pt x="10124" y="70431"/>
                  </a:cubicBezTo>
                  <a:lnTo>
                    <a:pt x="191528" y="70431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8D7A5A1-4DF5-0747-8AB0-90E10545DE2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576926" y="5874067"/>
              <a:ext cx="216231" cy="205326"/>
            </a:xfrm>
            <a:custGeom>
              <a:avLst/>
              <a:gdLst>
                <a:gd name="csX0" fmla="*/ 79789 w 216231"/>
                <a:gd name="csY0" fmla="*/ 110414 h 205326"/>
                <a:gd name="csX1" fmla="*/ 131273 w 216231"/>
                <a:gd name="csY1" fmla="*/ 110414 h 205326"/>
                <a:gd name="csX2" fmla="*/ 216372 w 216231"/>
                <a:gd name="csY2" fmla="*/ 45479 h 205326"/>
                <a:gd name="csX3" fmla="*/ 156712 w 216231"/>
                <a:gd name="csY3" fmla="*/ 85 h 205326"/>
                <a:gd name="csX4" fmla="*/ 58590 w 216231"/>
                <a:gd name="csY4" fmla="*/ 85 h 205326"/>
                <a:gd name="csX5" fmla="*/ 49505 w 216231"/>
                <a:gd name="csY5" fmla="*/ 5797 h 205326"/>
                <a:gd name="csX6" fmla="*/ 58287 w 216231"/>
                <a:gd name="csY6" fmla="*/ 9404 h 205326"/>
                <a:gd name="csX7" fmla="*/ 71309 w 216231"/>
                <a:gd name="csY7" fmla="*/ 10005 h 205326"/>
                <a:gd name="csX8" fmla="*/ 77972 w 216231"/>
                <a:gd name="csY8" fmla="*/ 14815 h 205326"/>
                <a:gd name="csX9" fmla="*/ 76761 w 216231"/>
                <a:gd name="csY9" fmla="*/ 20527 h 205326"/>
                <a:gd name="csX10" fmla="*/ 36179 w 216231"/>
                <a:gd name="csY10" fmla="*/ 181963 h 205326"/>
                <a:gd name="csX11" fmla="*/ 8620 w 216231"/>
                <a:gd name="csY11" fmla="*/ 196092 h 205326"/>
                <a:gd name="csX12" fmla="*/ 141 w 216231"/>
                <a:gd name="csY12" fmla="*/ 201804 h 205326"/>
                <a:gd name="csX13" fmla="*/ 4683 w 216231"/>
                <a:gd name="csY13" fmla="*/ 205411 h 205326"/>
                <a:gd name="csX14" fmla="*/ 43145 w 216231"/>
                <a:gd name="csY14" fmla="*/ 204509 h 205326"/>
                <a:gd name="csX15" fmla="*/ 62527 w 216231"/>
                <a:gd name="csY15" fmla="*/ 204810 h 205326"/>
                <a:gd name="csX16" fmla="*/ 82212 w 216231"/>
                <a:gd name="csY16" fmla="*/ 205411 h 205326"/>
                <a:gd name="csX17" fmla="*/ 88269 w 216231"/>
                <a:gd name="csY17" fmla="*/ 199399 h 205326"/>
                <a:gd name="csX18" fmla="*/ 79789 w 216231"/>
                <a:gd name="csY18" fmla="*/ 196092 h 205326"/>
                <a:gd name="csX19" fmla="*/ 60104 w 216231"/>
                <a:gd name="csY19" fmla="*/ 190681 h 205326"/>
                <a:gd name="csX20" fmla="*/ 61013 w 216231"/>
                <a:gd name="csY20" fmla="*/ 185570 h 205326"/>
                <a:gd name="csX21" fmla="*/ 79789 w 216231"/>
                <a:gd name="csY21" fmla="*/ 110414 h 205326"/>
                <a:gd name="csX22" fmla="*/ 101594 w 216231"/>
                <a:gd name="csY22" fmla="*/ 20828 h 205326"/>
                <a:gd name="csX23" fmla="*/ 117948 w 216231"/>
                <a:gd name="csY23" fmla="*/ 9404 h 205326"/>
                <a:gd name="csX24" fmla="*/ 147021 w 216231"/>
                <a:gd name="csY24" fmla="*/ 9404 h 205326"/>
                <a:gd name="csX25" fmla="*/ 188208 w 216231"/>
                <a:gd name="csY25" fmla="*/ 38264 h 205326"/>
                <a:gd name="csX26" fmla="*/ 170340 w 216231"/>
                <a:gd name="csY26" fmla="*/ 86665 h 205326"/>
                <a:gd name="csX27" fmla="*/ 123702 w 216231"/>
                <a:gd name="csY27" fmla="*/ 102598 h 205326"/>
                <a:gd name="csX28" fmla="*/ 81000 w 216231"/>
                <a:gd name="csY28" fmla="*/ 102598 h 205326"/>
                <a:gd name="csX29" fmla="*/ 101594 w 216231"/>
                <a:gd name="csY29" fmla="*/ 20828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231" h="205326">
                  <a:moveTo>
                    <a:pt x="79789" y="110414"/>
                  </a:moveTo>
                  <a:lnTo>
                    <a:pt x="131273" y="110414"/>
                  </a:lnTo>
                  <a:cubicBezTo>
                    <a:pt x="174277" y="110414"/>
                    <a:pt x="216372" y="79149"/>
                    <a:pt x="216372" y="45479"/>
                  </a:cubicBezTo>
                  <a:cubicBezTo>
                    <a:pt x="216372" y="22331"/>
                    <a:pt x="196384" y="85"/>
                    <a:pt x="156712" y="85"/>
                  </a:cubicBezTo>
                  <a:lnTo>
                    <a:pt x="58590" y="85"/>
                  </a:lnTo>
                  <a:cubicBezTo>
                    <a:pt x="52836" y="85"/>
                    <a:pt x="49505" y="85"/>
                    <a:pt x="49505" y="5797"/>
                  </a:cubicBezTo>
                  <a:cubicBezTo>
                    <a:pt x="49505" y="9404"/>
                    <a:pt x="52230" y="9404"/>
                    <a:pt x="58287" y="9404"/>
                  </a:cubicBezTo>
                  <a:cubicBezTo>
                    <a:pt x="62224" y="9404"/>
                    <a:pt x="67675" y="9705"/>
                    <a:pt x="71309" y="10005"/>
                  </a:cubicBezTo>
                  <a:cubicBezTo>
                    <a:pt x="76155" y="10607"/>
                    <a:pt x="77972" y="11508"/>
                    <a:pt x="77972" y="14815"/>
                  </a:cubicBezTo>
                  <a:cubicBezTo>
                    <a:pt x="77972" y="16018"/>
                    <a:pt x="77669" y="16920"/>
                    <a:pt x="76761" y="20527"/>
                  </a:cubicBezTo>
                  <a:lnTo>
                    <a:pt x="36179" y="181963"/>
                  </a:lnTo>
                  <a:cubicBezTo>
                    <a:pt x="33151" y="193687"/>
                    <a:pt x="32545" y="196092"/>
                    <a:pt x="8620" y="196092"/>
                  </a:cubicBezTo>
                  <a:cubicBezTo>
                    <a:pt x="3472" y="196092"/>
                    <a:pt x="141" y="196092"/>
                    <a:pt x="141" y="201804"/>
                  </a:cubicBezTo>
                  <a:cubicBezTo>
                    <a:pt x="141" y="205411"/>
                    <a:pt x="3775" y="205411"/>
                    <a:pt x="4683" y="205411"/>
                  </a:cubicBezTo>
                  <a:cubicBezTo>
                    <a:pt x="13163" y="205411"/>
                    <a:pt x="34665" y="204509"/>
                    <a:pt x="43145" y="204509"/>
                  </a:cubicBezTo>
                  <a:cubicBezTo>
                    <a:pt x="49505" y="204509"/>
                    <a:pt x="56167" y="204810"/>
                    <a:pt x="62527" y="204810"/>
                  </a:cubicBezTo>
                  <a:cubicBezTo>
                    <a:pt x="69189" y="204810"/>
                    <a:pt x="75852" y="205411"/>
                    <a:pt x="82212" y="205411"/>
                  </a:cubicBezTo>
                  <a:cubicBezTo>
                    <a:pt x="84332" y="205411"/>
                    <a:pt x="88269" y="205411"/>
                    <a:pt x="88269" y="199399"/>
                  </a:cubicBezTo>
                  <a:cubicBezTo>
                    <a:pt x="88269" y="196092"/>
                    <a:pt x="85543" y="196092"/>
                    <a:pt x="79789" y="196092"/>
                  </a:cubicBezTo>
                  <a:cubicBezTo>
                    <a:pt x="68584" y="196092"/>
                    <a:pt x="60104" y="196092"/>
                    <a:pt x="60104" y="190681"/>
                  </a:cubicBezTo>
                  <a:cubicBezTo>
                    <a:pt x="60104" y="188877"/>
                    <a:pt x="60710" y="187374"/>
                    <a:pt x="61013" y="185570"/>
                  </a:cubicBezTo>
                  <a:lnTo>
                    <a:pt x="79789" y="110414"/>
                  </a:lnTo>
                  <a:close/>
                  <a:moveTo>
                    <a:pt x="101594" y="20828"/>
                  </a:moveTo>
                  <a:cubicBezTo>
                    <a:pt x="104319" y="10306"/>
                    <a:pt x="104925" y="9404"/>
                    <a:pt x="117948" y="9404"/>
                  </a:cubicBezTo>
                  <a:lnTo>
                    <a:pt x="147021" y="9404"/>
                  </a:lnTo>
                  <a:cubicBezTo>
                    <a:pt x="172157" y="9404"/>
                    <a:pt x="188208" y="17521"/>
                    <a:pt x="188208" y="38264"/>
                  </a:cubicBezTo>
                  <a:cubicBezTo>
                    <a:pt x="188208" y="49988"/>
                    <a:pt x="182151" y="75842"/>
                    <a:pt x="170340" y="86665"/>
                  </a:cubicBezTo>
                  <a:cubicBezTo>
                    <a:pt x="155197" y="100193"/>
                    <a:pt x="137027" y="102598"/>
                    <a:pt x="123702" y="102598"/>
                  </a:cubicBezTo>
                  <a:lnTo>
                    <a:pt x="81000" y="102598"/>
                  </a:lnTo>
                  <a:lnTo>
                    <a:pt x="101594" y="20828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FA59AFF-93B1-A9ED-4D7C-8BABE927D20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831287" y="5853926"/>
              <a:ext cx="70260" cy="300624"/>
            </a:xfrm>
            <a:custGeom>
              <a:avLst/>
              <a:gdLst>
                <a:gd name="csX0" fmla="*/ 70409 w 70260"/>
                <a:gd name="csY0" fmla="*/ 297703 h 300624"/>
                <a:gd name="csX1" fmla="*/ 65260 w 70260"/>
                <a:gd name="csY1" fmla="*/ 291089 h 300624"/>
                <a:gd name="csX2" fmla="*/ 17714 w 70260"/>
                <a:gd name="csY2" fmla="*/ 150397 h 300624"/>
                <a:gd name="csX3" fmla="*/ 66472 w 70260"/>
                <a:gd name="csY3" fmla="*/ 8202 h 300624"/>
                <a:gd name="csX4" fmla="*/ 70409 w 70260"/>
                <a:gd name="csY4" fmla="*/ 3091 h 300624"/>
                <a:gd name="csX5" fmla="*/ 67380 w 70260"/>
                <a:gd name="csY5" fmla="*/ 85 h 300624"/>
                <a:gd name="csX6" fmla="*/ 19228 w 70260"/>
                <a:gd name="csY6" fmla="*/ 58707 h 300624"/>
                <a:gd name="csX7" fmla="*/ 149 w 70260"/>
                <a:gd name="csY7" fmla="*/ 150397 h 300624"/>
                <a:gd name="csX8" fmla="*/ 20136 w 70260"/>
                <a:gd name="csY8" fmla="*/ 244192 h 300624"/>
                <a:gd name="csX9" fmla="*/ 67380 w 70260"/>
                <a:gd name="csY9" fmla="*/ 300709 h 300624"/>
                <a:gd name="csX10" fmla="*/ 70409 w 70260"/>
                <a:gd name="csY10" fmla="*/ 297703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09" y="297703"/>
                  </a:moveTo>
                  <a:cubicBezTo>
                    <a:pt x="70409" y="296801"/>
                    <a:pt x="70409" y="296200"/>
                    <a:pt x="65260" y="291089"/>
                  </a:cubicBezTo>
                  <a:cubicBezTo>
                    <a:pt x="27405" y="253211"/>
                    <a:pt x="17714" y="196393"/>
                    <a:pt x="17714" y="150397"/>
                  </a:cubicBezTo>
                  <a:cubicBezTo>
                    <a:pt x="17714" y="98088"/>
                    <a:pt x="29222" y="45780"/>
                    <a:pt x="66472" y="8202"/>
                  </a:cubicBezTo>
                  <a:cubicBezTo>
                    <a:pt x="70409" y="4594"/>
                    <a:pt x="70409" y="3993"/>
                    <a:pt x="70409" y="3091"/>
                  </a:cubicBezTo>
                  <a:cubicBezTo>
                    <a:pt x="70409" y="987"/>
                    <a:pt x="69197" y="85"/>
                    <a:pt x="67380" y="85"/>
                  </a:cubicBezTo>
                  <a:cubicBezTo>
                    <a:pt x="64352" y="85"/>
                    <a:pt x="37096" y="20527"/>
                    <a:pt x="19228" y="58707"/>
                  </a:cubicBezTo>
                  <a:cubicBezTo>
                    <a:pt x="3783" y="91775"/>
                    <a:pt x="149" y="125145"/>
                    <a:pt x="149" y="150397"/>
                  </a:cubicBezTo>
                  <a:cubicBezTo>
                    <a:pt x="149" y="173846"/>
                    <a:pt x="3480" y="210221"/>
                    <a:pt x="20136" y="244192"/>
                  </a:cubicBezTo>
                  <a:cubicBezTo>
                    <a:pt x="38307" y="281169"/>
                    <a:pt x="64352" y="300709"/>
                    <a:pt x="67380" y="300709"/>
                  </a:cubicBezTo>
                  <a:cubicBezTo>
                    <a:pt x="69197" y="300709"/>
                    <a:pt x="70409" y="299807"/>
                    <a:pt x="70409" y="29770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C1E0995-4681-B353-0BBB-C78ED8CD9E6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927861" y="5946518"/>
              <a:ext cx="150816" cy="136182"/>
            </a:xfrm>
            <a:custGeom>
              <a:avLst/>
              <a:gdLst>
                <a:gd name="csX0" fmla="*/ 92520 w 150816"/>
                <a:gd name="csY0" fmla="*/ 42172 h 136182"/>
                <a:gd name="csX1" fmla="*/ 122502 w 150816"/>
                <a:gd name="csY1" fmla="*/ 6698 h 136182"/>
                <a:gd name="csX2" fmla="*/ 137644 w 150816"/>
                <a:gd name="csY2" fmla="*/ 10607 h 136182"/>
                <a:gd name="csX3" fmla="*/ 123108 w 150816"/>
                <a:gd name="csY3" fmla="*/ 26840 h 136182"/>
                <a:gd name="csX4" fmla="*/ 134616 w 150816"/>
                <a:gd name="csY4" fmla="*/ 37362 h 136182"/>
                <a:gd name="csX5" fmla="*/ 150969 w 150816"/>
                <a:gd name="csY5" fmla="*/ 19926 h 136182"/>
                <a:gd name="csX6" fmla="*/ 122805 w 150816"/>
                <a:gd name="csY6" fmla="*/ 85 h 136182"/>
                <a:gd name="csX7" fmla="*/ 91006 w 150816"/>
                <a:gd name="csY7" fmla="*/ 22932 h 136182"/>
                <a:gd name="csX8" fmla="*/ 58299 w 150816"/>
                <a:gd name="csY8" fmla="*/ 85 h 136182"/>
                <a:gd name="csX9" fmla="*/ 9541 w 150816"/>
                <a:gd name="csY9" fmla="*/ 46381 h 136182"/>
                <a:gd name="csX10" fmla="*/ 13175 w 150816"/>
                <a:gd name="csY10" fmla="*/ 49387 h 136182"/>
                <a:gd name="csX11" fmla="*/ 17112 w 150816"/>
                <a:gd name="csY11" fmla="*/ 46080 h 136182"/>
                <a:gd name="csX12" fmla="*/ 57693 w 150816"/>
                <a:gd name="csY12" fmla="*/ 6698 h 136182"/>
                <a:gd name="csX13" fmla="*/ 74047 w 150816"/>
                <a:gd name="csY13" fmla="*/ 26840 h 136182"/>
                <a:gd name="csX14" fmla="*/ 57693 w 150816"/>
                <a:gd name="csY14" fmla="*/ 98389 h 136182"/>
                <a:gd name="csX15" fmla="*/ 28923 w 150816"/>
                <a:gd name="csY15" fmla="*/ 129654 h 136182"/>
                <a:gd name="csX16" fmla="*/ 13780 w 150816"/>
                <a:gd name="csY16" fmla="*/ 125746 h 136182"/>
                <a:gd name="csX17" fmla="*/ 28014 w 150816"/>
                <a:gd name="csY17" fmla="*/ 109512 h 136182"/>
                <a:gd name="csX18" fmla="*/ 16809 w 150816"/>
                <a:gd name="csY18" fmla="*/ 98990 h 136182"/>
                <a:gd name="csX19" fmla="*/ 152 w 150816"/>
                <a:gd name="csY19" fmla="*/ 116426 h 136182"/>
                <a:gd name="csX20" fmla="*/ 28620 w 150816"/>
                <a:gd name="csY20" fmla="*/ 136268 h 136182"/>
                <a:gd name="csX21" fmla="*/ 60419 w 150816"/>
                <a:gd name="csY21" fmla="*/ 113420 h 136182"/>
                <a:gd name="csX22" fmla="*/ 93126 w 150816"/>
                <a:gd name="csY22" fmla="*/ 136268 h 136182"/>
                <a:gd name="csX23" fmla="*/ 141581 w 150816"/>
                <a:gd name="csY23" fmla="*/ 89971 h 136182"/>
                <a:gd name="csX24" fmla="*/ 137947 w 150816"/>
                <a:gd name="csY24" fmla="*/ 86965 h 136182"/>
                <a:gd name="csX25" fmla="*/ 134010 w 150816"/>
                <a:gd name="csY25" fmla="*/ 90272 h 136182"/>
                <a:gd name="csX26" fmla="*/ 93732 w 150816"/>
                <a:gd name="csY26" fmla="*/ 129654 h 136182"/>
                <a:gd name="csX27" fmla="*/ 77075 w 150816"/>
                <a:gd name="csY27" fmla="*/ 109813 h 136182"/>
                <a:gd name="csX28" fmla="*/ 82223 w 150816"/>
                <a:gd name="csY28" fmla="*/ 83358 h 136182"/>
                <a:gd name="csX29" fmla="*/ 92520 w 150816"/>
                <a:gd name="csY29" fmla="*/ 42172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20" y="42172"/>
                  </a:moveTo>
                  <a:cubicBezTo>
                    <a:pt x="94337" y="34356"/>
                    <a:pt x="101303" y="6698"/>
                    <a:pt x="122502" y="6698"/>
                  </a:cubicBezTo>
                  <a:cubicBezTo>
                    <a:pt x="124016" y="6698"/>
                    <a:pt x="131284" y="6698"/>
                    <a:pt x="137644" y="10607"/>
                  </a:cubicBezTo>
                  <a:cubicBezTo>
                    <a:pt x="129164" y="12110"/>
                    <a:pt x="123108" y="19625"/>
                    <a:pt x="123108" y="26840"/>
                  </a:cubicBezTo>
                  <a:cubicBezTo>
                    <a:pt x="123108" y="31650"/>
                    <a:pt x="126439" y="37362"/>
                    <a:pt x="134616" y="37362"/>
                  </a:cubicBezTo>
                  <a:cubicBezTo>
                    <a:pt x="141278" y="37362"/>
                    <a:pt x="150969" y="31951"/>
                    <a:pt x="150969" y="19926"/>
                  </a:cubicBezTo>
                  <a:cubicBezTo>
                    <a:pt x="150969" y="4293"/>
                    <a:pt x="133101" y="85"/>
                    <a:pt x="122805" y="85"/>
                  </a:cubicBezTo>
                  <a:cubicBezTo>
                    <a:pt x="105240" y="85"/>
                    <a:pt x="94640" y="16018"/>
                    <a:pt x="91006" y="22932"/>
                  </a:cubicBezTo>
                  <a:cubicBezTo>
                    <a:pt x="83435" y="3091"/>
                    <a:pt x="67081" y="85"/>
                    <a:pt x="58299" y="85"/>
                  </a:cubicBezTo>
                  <a:cubicBezTo>
                    <a:pt x="26803" y="85"/>
                    <a:pt x="9541" y="38865"/>
                    <a:pt x="9541" y="46381"/>
                  </a:cubicBezTo>
                  <a:cubicBezTo>
                    <a:pt x="9541" y="49387"/>
                    <a:pt x="12569" y="49387"/>
                    <a:pt x="13175" y="49387"/>
                  </a:cubicBezTo>
                  <a:cubicBezTo>
                    <a:pt x="15598" y="49387"/>
                    <a:pt x="16506" y="48786"/>
                    <a:pt x="17112" y="46080"/>
                  </a:cubicBezTo>
                  <a:cubicBezTo>
                    <a:pt x="27409" y="14214"/>
                    <a:pt x="47396" y="6698"/>
                    <a:pt x="57693" y="6698"/>
                  </a:cubicBezTo>
                  <a:cubicBezTo>
                    <a:pt x="63447" y="6698"/>
                    <a:pt x="74047" y="9404"/>
                    <a:pt x="74047" y="26840"/>
                  </a:cubicBezTo>
                  <a:cubicBezTo>
                    <a:pt x="74047" y="36160"/>
                    <a:pt x="68898" y="56302"/>
                    <a:pt x="57693" y="98389"/>
                  </a:cubicBezTo>
                  <a:cubicBezTo>
                    <a:pt x="52847" y="117028"/>
                    <a:pt x="42248" y="129654"/>
                    <a:pt x="28923" y="129654"/>
                  </a:cubicBezTo>
                  <a:cubicBezTo>
                    <a:pt x="27106" y="129654"/>
                    <a:pt x="20140" y="129654"/>
                    <a:pt x="13780" y="125746"/>
                  </a:cubicBezTo>
                  <a:cubicBezTo>
                    <a:pt x="21352" y="124243"/>
                    <a:pt x="28014" y="117930"/>
                    <a:pt x="28014" y="109512"/>
                  </a:cubicBezTo>
                  <a:cubicBezTo>
                    <a:pt x="28014" y="101395"/>
                    <a:pt x="21352" y="98990"/>
                    <a:pt x="16809" y="98990"/>
                  </a:cubicBezTo>
                  <a:cubicBezTo>
                    <a:pt x="7724" y="98990"/>
                    <a:pt x="152" y="106806"/>
                    <a:pt x="152" y="116426"/>
                  </a:cubicBezTo>
                  <a:cubicBezTo>
                    <a:pt x="152" y="130255"/>
                    <a:pt x="15295" y="136268"/>
                    <a:pt x="28620" y="136268"/>
                  </a:cubicBezTo>
                  <a:cubicBezTo>
                    <a:pt x="48608" y="136268"/>
                    <a:pt x="59510" y="115224"/>
                    <a:pt x="60419" y="113420"/>
                  </a:cubicBezTo>
                  <a:cubicBezTo>
                    <a:pt x="64053" y="124543"/>
                    <a:pt x="74955" y="136268"/>
                    <a:pt x="93126" y="136268"/>
                  </a:cubicBezTo>
                  <a:cubicBezTo>
                    <a:pt x="124319" y="136268"/>
                    <a:pt x="141581" y="97487"/>
                    <a:pt x="141581" y="89971"/>
                  </a:cubicBezTo>
                  <a:cubicBezTo>
                    <a:pt x="141581" y="86965"/>
                    <a:pt x="138855" y="86965"/>
                    <a:pt x="137947" y="86965"/>
                  </a:cubicBezTo>
                  <a:cubicBezTo>
                    <a:pt x="135221" y="86965"/>
                    <a:pt x="134616" y="88168"/>
                    <a:pt x="134010" y="90272"/>
                  </a:cubicBezTo>
                  <a:cubicBezTo>
                    <a:pt x="124016" y="122439"/>
                    <a:pt x="103423" y="129654"/>
                    <a:pt x="93732" y="129654"/>
                  </a:cubicBezTo>
                  <a:cubicBezTo>
                    <a:pt x="81921" y="129654"/>
                    <a:pt x="77075" y="120034"/>
                    <a:pt x="77075" y="109813"/>
                  </a:cubicBezTo>
                  <a:cubicBezTo>
                    <a:pt x="77075" y="103199"/>
                    <a:pt x="78892" y="96585"/>
                    <a:pt x="82223" y="83358"/>
                  </a:cubicBezTo>
                  <a:lnTo>
                    <a:pt x="92520" y="4217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8D9AC1A-E3C5-1C25-8773-8D5D06080A1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115270" y="5984757"/>
              <a:ext cx="77164" cy="139730"/>
            </a:xfrm>
            <a:custGeom>
              <a:avLst/>
              <a:gdLst>
                <a:gd name="csX0" fmla="*/ 48068 w 77164"/>
                <a:gd name="csY0" fmla="*/ 5978 h 139730"/>
                <a:gd name="csX1" fmla="*/ 41709 w 77164"/>
                <a:gd name="csY1" fmla="*/ 86 h 139730"/>
                <a:gd name="csX2" fmla="*/ 158 w 77164"/>
                <a:gd name="csY2" fmla="*/ 13554 h 139730"/>
                <a:gd name="csX3" fmla="*/ 158 w 77164"/>
                <a:gd name="csY3" fmla="*/ 21130 h 139730"/>
                <a:gd name="csX4" fmla="*/ 30897 w 77164"/>
                <a:gd name="csY4" fmla="*/ 15238 h 139730"/>
                <a:gd name="csX5" fmla="*/ 30897 w 77164"/>
                <a:gd name="csY5" fmla="*/ 122561 h 139730"/>
                <a:gd name="csX6" fmla="*/ 9698 w 77164"/>
                <a:gd name="csY6" fmla="*/ 132241 h 139730"/>
                <a:gd name="csX7" fmla="*/ 1642 w 77164"/>
                <a:gd name="csY7" fmla="*/ 132241 h 139730"/>
                <a:gd name="csX8" fmla="*/ 1642 w 77164"/>
                <a:gd name="csY8" fmla="*/ 139817 h 139730"/>
                <a:gd name="csX9" fmla="*/ 39377 w 77164"/>
                <a:gd name="csY9" fmla="*/ 138975 h 139730"/>
                <a:gd name="csX10" fmla="*/ 77323 w 77164"/>
                <a:gd name="csY10" fmla="*/ 139817 h 139730"/>
                <a:gd name="csX11" fmla="*/ 77323 w 77164"/>
                <a:gd name="csY11" fmla="*/ 132241 h 139730"/>
                <a:gd name="csX12" fmla="*/ 69267 w 77164"/>
                <a:gd name="csY12" fmla="*/ 132241 h 139730"/>
                <a:gd name="csX13" fmla="*/ 48068 w 77164"/>
                <a:gd name="csY13" fmla="*/ 122561 h 139730"/>
                <a:gd name="csX14" fmla="*/ 48068 w 77164"/>
                <a:gd name="csY14" fmla="*/ 5978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068" y="5978"/>
                  </a:moveTo>
                  <a:cubicBezTo>
                    <a:pt x="48068" y="297"/>
                    <a:pt x="47644" y="86"/>
                    <a:pt x="41709" y="86"/>
                  </a:cubicBezTo>
                  <a:cubicBezTo>
                    <a:pt x="28141" y="13344"/>
                    <a:pt x="8850" y="13554"/>
                    <a:pt x="158" y="13554"/>
                  </a:cubicBezTo>
                  <a:lnTo>
                    <a:pt x="158" y="21130"/>
                  </a:lnTo>
                  <a:cubicBezTo>
                    <a:pt x="5246" y="21130"/>
                    <a:pt x="19237" y="21130"/>
                    <a:pt x="30897" y="15238"/>
                  </a:cubicBezTo>
                  <a:lnTo>
                    <a:pt x="30897" y="122561"/>
                  </a:lnTo>
                  <a:cubicBezTo>
                    <a:pt x="30897" y="129505"/>
                    <a:pt x="30897" y="132241"/>
                    <a:pt x="9698" y="132241"/>
                  </a:cubicBezTo>
                  <a:lnTo>
                    <a:pt x="1642" y="132241"/>
                  </a:lnTo>
                  <a:lnTo>
                    <a:pt x="1642" y="139817"/>
                  </a:lnTo>
                  <a:cubicBezTo>
                    <a:pt x="5458" y="139606"/>
                    <a:pt x="31533" y="138975"/>
                    <a:pt x="39377" y="138975"/>
                  </a:cubicBezTo>
                  <a:cubicBezTo>
                    <a:pt x="45948" y="138975"/>
                    <a:pt x="72659" y="139606"/>
                    <a:pt x="77323" y="139817"/>
                  </a:cubicBezTo>
                  <a:lnTo>
                    <a:pt x="77323" y="132241"/>
                  </a:lnTo>
                  <a:lnTo>
                    <a:pt x="69267" y="132241"/>
                  </a:lnTo>
                  <a:cubicBezTo>
                    <a:pt x="48068" y="132241"/>
                    <a:pt x="48068" y="129505"/>
                    <a:pt x="48068" y="122561"/>
                  </a:cubicBezTo>
                  <a:lnTo>
                    <a:pt x="48068" y="5978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6CD731D-0581-5F18-0012-A3156491145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254068" y="6047528"/>
              <a:ext cx="35432" cy="89886"/>
            </a:xfrm>
            <a:custGeom>
              <a:avLst/>
              <a:gdLst>
                <a:gd name="csX0" fmla="*/ 35596 w 35432"/>
                <a:gd name="csY0" fmla="*/ 31650 h 89886"/>
                <a:gd name="csX1" fmla="*/ 16213 w 35432"/>
                <a:gd name="csY1" fmla="*/ 85 h 89886"/>
                <a:gd name="csX2" fmla="*/ 163 w 35432"/>
                <a:gd name="csY2" fmla="*/ 16018 h 89886"/>
                <a:gd name="csX3" fmla="*/ 16213 w 35432"/>
                <a:gd name="csY3" fmla="*/ 31951 h 89886"/>
                <a:gd name="csX4" fmla="*/ 26813 w 35432"/>
                <a:gd name="csY4" fmla="*/ 28043 h 89886"/>
                <a:gd name="csX5" fmla="*/ 28327 w 35432"/>
                <a:gd name="csY5" fmla="*/ 27141 h 89886"/>
                <a:gd name="csX6" fmla="*/ 28933 w 35432"/>
                <a:gd name="csY6" fmla="*/ 31650 h 89886"/>
                <a:gd name="csX7" fmla="*/ 8339 w 35432"/>
                <a:gd name="csY7" fmla="*/ 81855 h 89886"/>
                <a:gd name="csX8" fmla="*/ 5008 w 35432"/>
                <a:gd name="csY8" fmla="*/ 86665 h 89886"/>
                <a:gd name="csX9" fmla="*/ 8037 w 35432"/>
                <a:gd name="csY9" fmla="*/ 89971 h 89886"/>
                <a:gd name="csX10" fmla="*/ 35596 w 35432"/>
                <a:gd name="csY10" fmla="*/ 31650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32" h="89886">
                  <a:moveTo>
                    <a:pt x="35596" y="31650"/>
                  </a:moveTo>
                  <a:cubicBezTo>
                    <a:pt x="35596" y="11809"/>
                    <a:pt x="28024" y="85"/>
                    <a:pt x="16213" y="85"/>
                  </a:cubicBezTo>
                  <a:cubicBezTo>
                    <a:pt x="6220" y="85"/>
                    <a:pt x="163" y="7600"/>
                    <a:pt x="163" y="16018"/>
                  </a:cubicBezTo>
                  <a:cubicBezTo>
                    <a:pt x="163" y="24135"/>
                    <a:pt x="6220" y="31951"/>
                    <a:pt x="16213" y="31951"/>
                  </a:cubicBezTo>
                  <a:cubicBezTo>
                    <a:pt x="19848" y="31951"/>
                    <a:pt x="23785" y="30748"/>
                    <a:pt x="26813" y="28043"/>
                  </a:cubicBezTo>
                  <a:cubicBezTo>
                    <a:pt x="27722" y="27442"/>
                    <a:pt x="28024" y="27141"/>
                    <a:pt x="28327" y="27141"/>
                  </a:cubicBezTo>
                  <a:cubicBezTo>
                    <a:pt x="28630" y="27141"/>
                    <a:pt x="28933" y="27442"/>
                    <a:pt x="28933" y="31650"/>
                  </a:cubicBezTo>
                  <a:cubicBezTo>
                    <a:pt x="28933" y="53897"/>
                    <a:pt x="18333" y="71934"/>
                    <a:pt x="8339" y="81855"/>
                  </a:cubicBezTo>
                  <a:cubicBezTo>
                    <a:pt x="5008" y="85161"/>
                    <a:pt x="5008" y="85763"/>
                    <a:pt x="5008" y="86665"/>
                  </a:cubicBezTo>
                  <a:cubicBezTo>
                    <a:pt x="5008" y="88769"/>
                    <a:pt x="6522" y="89971"/>
                    <a:pt x="8037" y="89971"/>
                  </a:cubicBezTo>
                  <a:cubicBezTo>
                    <a:pt x="11368" y="89971"/>
                    <a:pt x="35596" y="66823"/>
                    <a:pt x="35596" y="31650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D00FBE4-CAD8-BE07-13E7-87E3F97C85F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371403" y="5946518"/>
              <a:ext cx="150816" cy="136182"/>
            </a:xfrm>
            <a:custGeom>
              <a:avLst/>
              <a:gdLst>
                <a:gd name="csX0" fmla="*/ 92535 w 150816"/>
                <a:gd name="csY0" fmla="*/ 42172 h 136182"/>
                <a:gd name="csX1" fmla="*/ 122516 w 150816"/>
                <a:gd name="csY1" fmla="*/ 6698 h 136182"/>
                <a:gd name="csX2" fmla="*/ 137659 w 150816"/>
                <a:gd name="csY2" fmla="*/ 10607 h 136182"/>
                <a:gd name="csX3" fmla="*/ 123122 w 150816"/>
                <a:gd name="csY3" fmla="*/ 26840 h 136182"/>
                <a:gd name="csX4" fmla="*/ 134630 w 150816"/>
                <a:gd name="csY4" fmla="*/ 37362 h 136182"/>
                <a:gd name="csX5" fmla="*/ 150984 w 150816"/>
                <a:gd name="csY5" fmla="*/ 19926 h 136182"/>
                <a:gd name="csX6" fmla="*/ 122819 w 150816"/>
                <a:gd name="csY6" fmla="*/ 85 h 136182"/>
                <a:gd name="csX7" fmla="*/ 91021 w 150816"/>
                <a:gd name="csY7" fmla="*/ 22932 h 136182"/>
                <a:gd name="csX8" fmla="*/ 58313 w 150816"/>
                <a:gd name="csY8" fmla="*/ 85 h 136182"/>
                <a:gd name="csX9" fmla="*/ 9555 w 150816"/>
                <a:gd name="csY9" fmla="*/ 46381 h 136182"/>
                <a:gd name="csX10" fmla="*/ 13189 w 150816"/>
                <a:gd name="csY10" fmla="*/ 49387 h 136182"/>
                <a:gd name="csX11" fmla="*/ 17126 w 150816"/>
                <a:gd name="csY11" fmla="*/ 46080 h 136182"/>
                <a:gd name="csX12" fmla="*/ 57708 w 150816"/>
                <a:gd name="csY12" fmla="*/ 6698 h 136182"/>
                <a:gd name="csX13" fmla="*/ 74061 w 150816"/>
                <a:gd name="csY13" fmla="*/ 26840 h 136182"/>
                <a:gd name="csX14" fmla="*/ 57708 w 150816"/>
                <a:gd name="csY14" fmla="*/ 98389 h 136182"/>
                <a:gd name="csX15" fmla="*/ 28937 w 150816"/>
                <a:gd name="csY15" fmla="*/ 129654 h 136182"/>
                <a:gd name="csX16" fmla="*/ 13795 w 150816"/>
                <a:gd name="csY16" fmla="*/ 125746 h 136182"/>
                <a:gd name="csX17" fmla="*/ 28029 w 150816"/>
                <a:gd name="csY17" fmla="*/ 109512 h 136182"/>
                <a:gd name="csX18" fmla="*/ 16824 w 150816"/>
                <a:gd name="csY18" fmla="*/ 98990 h 136182"/>
                <a:gd name="csX19" fmla="*/ 167 w 150816"/>
                <a:gd name="csY19" fmla="*/ 116426 h 136182"/>
                <a:gd name="csX20" fmla="*/ 28634 w 150816"/>
                <a:gd name="csY20" fmla="*/ 136268 h 136182"/>
                <a:gd name="csX21" fmla="*/ 60433 w 150816"/>
                <a:gd name="csY21" fmla="*/ 113420 h 136182"/>
                <a:gd name="csX22" fmla="*/ 93140 w 150816"/>
                <a:gd name="csY22" fmla="*/ 136268 h 136182"/>
                <a:gd name="csX23" fmla="*/ 141596 w 150816"/>
                <a:gd name="csY23" fmla="*/ 89971 h 136182"/>
                <a:gd name="csX24" fmla="*/ 137962 w 150816"/>
                <a:gd name="csY24" fmla="*/ 86965 h 136182"/>
                <a:gd name="csX25" fmla="*/ 134025 w 150816"/>
                <a:gd name="csY25" fmla="*/ 90272 h 136182"/>
                <a:gd name="csX26" fmla="*/ 93746 w 150816"/>
                <a:gd name="csY26" fmla="*/ 129654 h 136182"/>
                <a:gd name="csX27" fmla="*/ 77090 w 150816"/>
                <a:gd name="csY27" fmla="*/ 109813 h 136182"/>
                <a:gd name="csX28" fmla="*/ 82238 w 150816"/>
                <a:gd name="csY28" fmla="*/ 83358 h 136182"/>
                <a:gd name="csX29" fmla="*/ 92535 w 150816"/>
                <a:gd name="csY29" fmla="*/ 42172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35" y="42172"/>
                  </a:moveTo>
                  <a:cubicBezTo>
                    <a:pt x="94352" y="34356"/>
                    <a:pt x="101317" y="6698"/>
                    <a:pt x="122516" y="6698"/>
                  </a:cubicBezTo>
                  <a:cubicBezTo>
                    <a:pt x="124031" y="6698"/>
                    <a:pt x="131299" y="6698"/>
                    <a:pt x="137659" y="10607"/>
                  </a:cubicBezTo>
                  <a:cubicBezTo>
                    <a:pt x="129179" y="12110"/>
                    <a:pt x="123122" y="19625"/>
                    <a:pt x="123122" y="26840"/>
                  </a:cubicBezTo>
                  <a:cubicBezTo>
                    <a:pt x="123122" y="31650"/>
                    <a:pt x="126453" y="37362"/>
                    <a:pt x="134630" y="37362"/>
                  </a:cubicBezTo>
                  <a:cubicBezTo>
                    <a:pt x="141293" y="37362"/>
                    <a:pt x="150984" y="31951"/>
                    <a:pt x="150984" y="19926"/>
                  </a:cubicBezTo>
                  <a:cubicBezTo>
                    <a:pt x="150984" y="4293"/>
                    <a:pt x="133116" y="85"/>
                    <a:pt x="122819" y="85"/>
                  </a:cubicBezTo>
                  <a:cubicBezTo>
                    <a:pt x="105254" y="85"/>
                    <a:pt x="94655" y="16018"/>
                    <a:pt x="91021" y="22932"/>
                  </a:cubicBezTo>
                  <a:cubicBezTo>
                    <a:pt x="83449" y="3091"/>
                    <a:pt x="67096" y="85"/>
                    <a:pt x="58313" y="85"/>
                  </a:cubicBezTo>
                  <a:cubicBezTo>
                    <a:pt x="26817" y="85"/>
                    <a:pt x="9555" y="38865"/>
                    <a:pt x="9555" y="46381"/>
                  </a:cubicBezTo>
                  <a:cubicBezTo>
                    <a:pt x="9555" y="49387"/>
                    <a:pt x="12584" y="49387"/>
                    <a:pt x="13189" y="49387"/>
                  </a:cubicBezTo>
                  <a:cubicBezTo>
                    <a:pt x="15612" y="49387"/>
                    <a:pt x="16521" y="48786"/>
                    <a:pt x="17126" y="46080"/>
                  </a:cubicBezTo>
                  <a:cubicBezTo>
                    <a:pt x="27423" y="14214"/>
                    <a:pt x="47411" y="6698"/>
                    <a:pt x="57708" y="6698"/>
                  </a:cubicBezTo>
                  <a:cubicBezTo>
                    <a:pt x="63462" y="6698"/>
                    <a:pt x="74061" y="9404"/>
                    <a:pt x="74061" y="26840"/>
                  </a:cubicBezTo>
                  <a:cubicBezTo>
                    <a:pt x="74061" y="36160"/>
                    <a:pt x="68913" y="56302"/>
                    <a:pt x="57708" y="98389"/>
                  </a:cubicBezTo>
                  <a:cubicBezTo>
                    <a:pt x="52862" y="117028"/>
                    <a:pt x="42263" y="129654"/>
                    <a:pt x="28937" y="129654"/>
                  </a:cubicBezTo>
                  <a:cubicBezTo>
                    <a:pt x="27120" y="129654"/>
                    <a:pt x="20155" y="129654"/>
                    <a:pt x="13795" y="125746"/>
                  </a:cubicBezTo>
                  <a:cubicBezTo>
                    <a:pt x="21366" y="124243"/>
                    <a:pt x="28029" y="117930"/>
                    <a:pt x="28029" y="109512"/>
                  </a:cubicBezTo>
                  <a:cubicBezTo>
                    <a:pt x="28029" y="101395"/>
                    <a:pt x="21366" y="98990"/>
                    <a:pt x="16824" y="98990"/>
                  </a:cubicBezTo>
                  <a:cubicBezTo>
                    <a:pt x="7738" y="98990"/>
                    <a:pt x="167" y="106806"/>
                    <a:pt x="167" y="116426"/>
                  </a:cubicBezTo>
                  <a:cubicBezTo>
                    <a:pt x="167" y="130255"/>
                    <a:pt x="15309" y="136268"/>
                    <a:pt x="28634" y="136268"/>
                  </a:cubicBezTo>
                  <a:cubicBezTo>
                    <a:pt x="48622" y="136268"/>
                    <a:pt x="59525" y="115224"/>
                    <a:pt x="60433" y="113420"/>
                  </a:cubicBezTo>
                  <a:cubicBezTo>
                    <a:pt x="64067" y="124543"/>
                    <a:pt x="74970" y="136268"/>
                    <a:pt x="93140" y="136268"/>
                  </a:cubicBezTo>
                  <a:cubicBezTo>
                    <a:pt x="124334" y="136268"/>
                    <a:pt x="141596" y="97487"/>
                    <a:pt x="141596" y="89971"/>
                  </a:cubicBezTo>
                  <a:cubicBezTo>
                    <a:pt x="141596" y="86965"/>
                    <a:pt x="138870" y="86965"/>
                    <a:pt x="137962" y="86965"/>
                  </a:cubicBezTo>
                  <a:cubicBezTo>
                    <a:pt x="135236" y="86965"/>
                    <a:pt x="134630" y="88168"/>
                    <a:pt x="134025" y="90272"/>
                  </a:cubicBezTo>
                  <a:cubicBezTo>
                    <a:pt x="124031" y="122439"/>
                    <a:pt x="103437" y="129654"/>
                    <a:pt x="93746" y="129654"/>
                  </a:cubicBezTo>
                  <a:cubicBezTo>
                    <a:pt x="81935" y="129654"/>
                    <a:pt x="77090" y="120034"/>
                    <a:pt x="77090" y="109813"/>
                  </a:cubicBezTo>
                  <a:cubicBezTo>
                    <a:pt x="77090" y="103199"/>
                    <a:pt x="78907" y="96585"/>
                    <a:pt x="82238" y="83358"/>
                  </a:cubicBezTo>
                  <a:lnTo>
                    <a:pt x="92535" y="4217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36092E84-C55B-3624-E2C5-87464689880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549060" y="5984757"/>
              <a:ext cx="93700" cy="139730"/>
            </a:xfrm>
            <a:custGeom>
              <a:avLst/>
              <a:gdLst>
                <a:gd name="csX0" fmla="*/ 93873 w 93700"/>
                <a:gd name="csY0" fmla="*/ 101517 h 139730"/>
                <a:gd name="csX1" fmla="*/ 86665 w 93700"/>
                <a:gd name="csY1" fmla="*/ 101517 h 139730"/>
                <a:gd name="csX2" fmla="*/ 81154 w 93700"/>
                <a:gd name="csY2" fmla="*/ 120667 h 139730"/>
                <a:gd name="csX3" fmla="*/ 60166 w 93700"/>
                <a:gd name="csY3" fmla="*/ 121929 h 139730"/>
                <a:gd name="csX4" fmla="*/ 21160 w 93700"/>
                <a:gd name="csY4" fmla="*/ 121929 h 139730"/>
                <a:gd name="csX5" fmla="*/ 63558 w 93700"/>
                <a:gd name="csY5" fmla="*/ 86576 h 139730"/>
                <a:gd name="csX6" fmla="*/ 93873 w 93700"/>
                <a:gd name="csY6" fmla="*/ 41121 h 139730"/>
                <a:gd name="csX7" fmla="*/ 44267 w 93700"/>
                <a:gd name="csY7" fmla="*/ 86 h 139730"/>
                <a:gd name="csX8" fmla="*/ 173 w 93700"/>
                <a:gd name="csY8" fmla="*/ 37754 h 139730"/>
                <a:gd name="csX9" fmla="*/ 11408 w 93700"/>
                <a:gd name="csY9" fmla="*/ 49539 h 139730"/>
                <a:gd name="csX10" fmla="*/ 22644 w 93700"/>
                <a:gd name="csY10" fmla="*/ 38386 h 139730"/>
                <a:gd name="csX11" fmla="*/ 10136 w 93700"/>
                <a:gd name="csY11" fmla="*/ 27233 h 139730"/>
                <a:gd name="csX12" fmla="*/ 41087 w 93700"/>
                <a:gd name="csY12" fmla="*/ 7662 h 139730"/>
                <a:gd name="csX13" fmla="*/ 73310 w 93700"/>
                <a:gd name="csY13" fmla="*/ 41121 h 139730"/>
                <a:gd name="csX14" fmla="*/ 53383 w 93700"/>
                <a:gd name="csY14" fmla="*/ 81525 h 139730"/>
                <a:gd name="csX15" fmla="*/ 2293 w 93700"/>
                <a:gd name="csY15" fmla="*/ 131609 h 139730"/>
                <a:gd name="csX16" fmla="*/ 173 w 93700"/>
                <a:gd name="csY16" fmla="*/ 139817 h 139730"/>
                <a:gd name="csX17" fmla="*/ 87513 w 93700"/>
                <a:gd name="csY17" fmla="*/ 139817 h 139730"/>
                <a:gd name="csX18" fmla="*/ 93873 w 93700"/>
                <a:gd name="csY18" fmla="*/ 101517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3700" h="139730">
                  <a:moveTo>
                    <a:pt x="93873" y="101517"/>
                  </a:moveTo>
                  <a:lnTo>
                    <a:pt x="86665" y="101517"/>
                  </a:lnTo>
                  <a:cubicBezTo>
                    <a:pt x="86029" y="106147"/>
                    <a:pt x="83909" y="118562"/>
                    <a:pt x="81154" y="120667"/>
                  </a:cubicBezTo>
                  <a:cubicBezTo>
                    <a:pt x="79458" y="121929"/>
                    <a:pt x="63134" y="121929"/>
                    <a:pt x="60166" y="121929"/>
                  </a:cubicBezTo>
                  <a:lnTo>
                    <a:pt x="21160" y="121929"/>
                  </a:lnTo>
                  <a:cubicBezTo>
                    <a:pt x="43419" y="102359"/>
                    <a:pt x="50839" y="96466"/>
                    <a:pt x="63558" y="86576"/>
                  </a:cubicBezTo>
                  <a:cubicBezTo>
                    <a:pt x="79246" y="74160"/>
                    <a:pt x="93873" y="61113"/>
                    <a:pt x="93873" y="41121"/>
                  </a:cubicBezTo>
                  <a:cubicBezTo>
                    <a:pt x="93873" y="15659"/>
                    <a:pt x="71402" y="86"/>
                    <a:pt x="44267" y="86"/>
                  </a:cubicBezTo>
                  <a:cubicBezTo>
                    <a:pt x="17980" y="86"/>
                    <a:pt x="173" y="18394"/>
                    <a:pt x="173" y="37754"/>
                  </a:cubicBezTo>
                  <a:cubicBezTo>
                    <a:pt x="173" y="48487"/>
                    <a:pt x="9288" y="49539"/>
                    <a:pt x="11408" y="49539"/>
                  </a:cubicBezTo>
                  <a:cubicBezTo>
                    <a:pt x="16496" y="49539"/>
                    <a:pt x="22644" y="45961"/>
                    <a:pt x="22644" y="38386"/>
                  </a:cubicBezTo>
                  <a:cubicBezTo>
                    <a:pt x="22644" y="34598"/>
                    <a:pt x="21160" y="27233"/>
                    <a:pt x="10136" y="27233"/>
                  </a:cubicBezTo>
                  <a:cubicBezTo>
                    <a:pt x="16708" y="12292"/>
                    <a:pt x="31124" y="7662"/>
                    <a:pt x="41087" y="7662"/>
                  </a:cubicBezTo>
                  <a:cubicBezTo>
                    <a:pt x="62286" y="7662"/>
                    <a:pt x="73310" y="24076"/>
                    <a:pt x="73310" y="41121"/>
                  </a:cubicBezTo>
                  <a:cubicBezTo>
                    <a:pt x="73310" y="59429"/>
                    <a:pt x="60166" y="73950"/>
                    <a:pt x="53383" y="81525"/>
                  </a:cubicBezTo>
                  <a:lnTo>
                    <a:pt x="2293" y="131609"/>
                  </a:lnTo>
                  <a:cubicBezTo>
                    <a:pt x="173" y="133503"/>
                    <a:pt x="173" y="133924"/>
                    <a:pt x="173" y="139817"/>
                  </a:cubicBezTo>
                  <a:lnTo>
                    <a:pt x="87513" y="139817"/>
                  </a:lnTo>
                  <a:lnTo>
                    <a:pt x="93873" y="10151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37CE9E43-DE5E-5CD6-BFF7-27E85416A1C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697610" y="6047528"/>
              <a:ext cx="35432" cy="89886"/>
            </a:xfrm>
            <a:custGeom>
              <a:avLst/>
              <a:gdLst>
                <a:gd name="csX0" fmla="*/ 35610 w 35432"/>
                <a:gd name="csY0" fmla="*/ 31650 h 89886"/>
                <a:gd name="csX1" fmla="*/ 16228 w 35432"/>
                <a:gd name="csY1" fmla="*/ 85 h 89886"/>
                <a:gd name="csX2" fmla="*/ 177 w 35432"/>
                <a:gd name="csY2" fmla="*/ 16018 h 89886"/>
                <a:gd name="csX3" fmla="*/ 16228 w 35432"/>
                <a:gd name="csY3" fmla="*/ 31951 h 89886"/>
                <a:gd name="csX4" fmla="*/ 26828 w 35432"/>
                <a:gd name="csY4" fmla="*/ 28043 h 89886"/>
                <a:gd name="csX5" fmla="*/ 28342 w 35432"/>
                <a:gd name="csY5" fmla="*/ 27141 h 89886"/>
                <a:gd name="csX6" fmla="*/ 28948 w 35432"/>
                <a:gd name="csY6" fmla="*/ 31650 h 89886"/>
                <a:gd name="csX7" fmla="*/ 8354 w 35432"/>
                <a:gd name="csY7" fmla="*/ 81855 h 89886"/>
                <a:gd name="csX8" fmla="*/ 5023 w 35432"/>
                <a:gd name="csY8" fmla="*/ 86665 h 89886"/>
                <a:gd name="csX9" fmla="*/ 8051 w 35432"/>
                <a:gd name="csY9" fmla="*/ 89971 h 89886"/>
                <a:gd name="csX10" fmla="*/ 35610 w 35432"/>
                <a:gd name="csY10" fmla="*/ 31650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32" h="89886">
                  <a:moveTo>
                    <a:pt x="35610" y="31650"/>
                  </a:moveTo>
                  <a:cubicBezTo>
                    <a:pt x="35610" y="11809"/>
                    <a:pt x="28039" y="85"/>
                    <a:pt x="16228" y="85"/>
                  </a:cubicBezTo>
                  <a:cubicBezTo>
                    <a:pt x="6234" y="85"/>
                    <a:pt x="177" y="7600"/>
                    <a:pt x="177" y="16018"/>
                  </a:cubicBezTo>
                  <a:cubicBezTo>
                    <a:pt x="177" y="24135"/>
                    <a:pt x="6234" y="31951"/>
                    <a:pt x="16228" y="31951"/>
                  </a:cubicBezTo>
                  <a:cubicBezTo>
                    <a:pt x="19862" y="31951"/>
                    <a:pt x="23799" y="30748"/>
                    <a:pt x="26828" y="28043"/>
                  </a:cubicBezTo>
                  <a:cubicBezTo>
                    <a:pt x="27736" y="27442"/>
                    <a:pt x="28039" y="27141"/>
                    <a:pt x="28342" y="27141"/>
                  </a:cubicBezTo>
                  <a:cubicBezTo>
                    <a:pt x="28645" y="27141"/>
                    <a:pt x="28948" y="27442"/>
                    <a:pt x="28948" y="31650"/>
                  </a:cubicBezTo>
                  <a:cubicBezTo>
                    <a:pt x="28948" y="53897"/>
                    <a:pt x="18348" y="71934"/>
                    <a:pt x="8354" y="81855"/>
                  </a:cubicBezTo>
                  <a:cubicBezTo>
                    <a:pt x="5023" y="85161"/>
                    <a:pt x="5023" y="85763"/>
                    <a:pt x="5023" y="86665"/>
                  </a:cubicBezTo>
                  <a:cubicBezTo>
                    <a:pt x="5023" y="88769"/>
                    <a:pt x="6537" y="89971"/>
                    <a:pt x="8051" y="89971"/>
                  </a:cubicBezTo>
                  <a:cubicBezTo>
                    <a:pt x="11383" y="89971"/>
                    <a:pt x="35610" y="66823"/>
                    <a:pt x="35610" y="31650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203A3C4-8494-00B9-C4E7-A67E3C95EB0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832207" y="6047528"/>
              <a:ext cx="32101" cy="31866"/>
            </a:xfrm>
            <a:custGeom>
              <a:avLst/>
              <a:gdLst>
                <a:gd name="csX0" fmla="*/ 32283 w 32101"/>
                <a:gd name="csY0" fmla="*/ 16018 h 31866"/>
                <a:gd name="csX1" fmla="*/ 16232 w 32101"/>
                <a:gd name="csY1" fmla="*/ 85 h 31866"/>
                <a:gd name="csX2" fmla="*/ 182 w 32101"/>
                <a:gd name="csY2" fmla="*/ 16018 h 31866"/>
                <a:gd name="csX3" fmla="*/ 16232 w 32101"/>
                <a:gd name="csY3" fmla="*/ 31951 h 31866"/>
                <a:gd name="csX4" fmla="*/ 32283 w 32101"/>
                <a:gd name="csY4" fmla="*/ 16018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283" y="16018"/>
                  </a:moveTo>
                  <a:cubicBezTo>
                    <a:pt x="32283" y="7300"/>
                    <a:pt x="25015" y="85"/>
                    <a:pt x="16232" y="85"/>
                  </a:cubicBezTo>
                  <a:cubicBezTo>
                    <a:pt x="7450" y="85"/>
                    <a:pt x="182" y="7300"/>
                    <a:pt x="182" y="16018"/>
                  </a:cubicBezTo>
                  <a:cubicBezTo>
                    <a:pt x="182" y="24736"/>
                    <a:pt x="7450" y="31951"/>
                    <a:pt x="16232" y="31951"/>
                  </a:cubicBezTo>
                  <a:cubicBezTo>
                    <a:pt x="25015" y="31951"/>
                    <a:pt x="32283" y="24736"/>
                    <a:pt x="32283" y="160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826C905-7F13-13AD-ACCF-5B418AE9894C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966803" y="6047528"/>
              <a:ext cx="32101" cy="31866"/>
            </a:xfrm>
            <a:custGeom>
              <a:avLst/>
              <a:gdLst>
                <a:gd name="csX0" fmla="*/ 32288 w 32101"/>
                <a:gd name="csY0" fmla="*/ 16018 h 31866"/>
                <a:gd name="csX1" fmla="*/ 16237 w 32101"/>
                <a:gd name="csY1" fmla="*/ 85 h 31866"/>
                <a:gd name="csX2" fmla="*/ 186 w 32101"/>
                <a:gd name="csY2" fmla="*/ 16018 h 31866"/>
                <a:gd name="csX3" fmla="*/ 16237 w 32101"/>
                <a:gd name="csY3" fmla="*/ 31951 h 31866"/>
                <a:gd name="csX4" fmla="*/ 32288 w 32101"/>
                <a:gd name="csY4" fmla="*/ 16018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288" y="16018"/>
                  </a:moveTo>
                  <a:cubicBezTo>
                    <a:pt x="32288" y="7300"/>
                    <a:pt x="25019" y="85"/>
                    <a:pt x="16237" y="85"/>
                  </a:cubicBezTo>
                  <a:cubicBezTo>
                    <a:pt x="7454" y="85"/>
                    <a:pt x="186" y="7300"/>
                    <a:pt x="186" y="16018"/>
                  </a:cubicBezTo>
                  <a:cubicBezTo>
                    <a:pt x="186" y="24736"/>
                    <a:pt x="7454" y="31951"/>
                    <a:pt x="16237" y="31951"/>
                  </a:cubicBezTo>
                  <a:cubicBezTo>
                    <a:pt x="25019" y="31951"/>
                    <a:pt x="32288" y="24736"/>
                    <a:pt x="32288" y="160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13E0AC0-008B-041A-2C76-2C0AEAC4AE1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101400" y="6047528"/>
              <a:ext cx="32101" cy="31866"/>
            </a:xfrm>
            <a:custGeom>
              <a:avLst/>
              <a:gdLst>
                <a:gd name="csX0" fmla="*/ 32292 w 32101"/>
                <a:gd name="csY0" fmla="*/ 16018 h 31866"/>
                <a:gd name="csX1" fmla="*/ 16241 w 32101"/>
                <a:gd name="csY1" fmla="*/ 85 h 31866"/>
                <a:gd name="csX2" fmla="*/ 191 w 32101"/>
                <a:gd name="csY2" fmla="*/ 16018 h 31866"/>
                <a:gd name="csX3" fmla="*/ 16241 w 32101"/>
                <a:gd name="csY3" fmla="*/ 31951 h 31866"/>
                <a:gd name="csX4" fmla="*/ 32292 w 32101"/>
                <a:gd name="csY4" fmla="*/ 16018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292" y="16018"/>
                  </a:moveTo>
                  <a:cubicBezTo>
                    <a:pt x="32292" y="7300"/>
                    <a:pt x="25024" y="85"/>
                    <a:pt x="16241" y="85"/>
                  </a:cubicBezTo>
                  <a:cubicBezTo>
                    <a:pt x="7459" y="85"/>
                    <a:pt x="191" y="7300"/>
                    <a:pt x="191" y="16018"/>
                  </a:cubicBezTo>
                  <a:cubicBezTo>
                    <a:pt x="191" y="24736"/>
                    <a:pt x="7459" y="31951"/>
                    <a:pt x="16241" y="31951"/>
                  </a:cubicBezTo>
                  <a:cubicBezTo>
                    <a:pt x="25024" y="31951"/>
                    <a:pt x="32292" y="24736"/>
                    <a:pt x="32292" y="160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94B2DB-EF77-6F01-04AE-06CAE6E2640D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235997" y="6047528"/>
              <a:ext cx="35432" cy="89886"/>
            </a:xfrm>
            <a:custGeom>
              <a:avLst/>
              <a:gdLst>
                <a:gd name="csX0" fmla="*/ 35628 w 35432"/>
                <a:gd name="csY0" fmla="*/ 31650 h 89886"/>
                <a:gd name="csX1" fmla="*/ 16246 w 35432"/>
                <a:gd name="csY1" fmla="*/ 85 h 89886"/>
                <a:gd name="csX2" fmla="*/ 195 w 35432"/>
                <a:gd name="csY2" fmla="*/ 16018 h 89886"/>
                <a:gd name="csX3" fmla="*/ 16246 w 35432"/>
                <a:gd name="csY3" fmla="*/ 31951 h 89886"/>
                <a:gd name="csX4" fmla="*/ 26845 w 35432"/>
                <a:gd name="csY4" fmla="*/ 28043 h 89886"/>
                <a:gd name="csX5" fmla="*/ 28360 w 35432"/>
                <a:gd name="csY5" fmla="*/ 27141 h 89886"/>
                <a:gd name="csX6" fmla="*/ 28965 w 35432"/>
                <a:gd name="csY6" fmla="*/ 31650 h 89886"/>
                <a:gd name="csX7" fmla="*/ 8372 w 35432"/>
                <a:gd name="csY7" fmla="*/ 81855 h 89886"/>
                <a:gd name="csX8" fmla="*/ 5040 w 35432"/>
                <a:gd name="csY8" fmla="*/ 86665 h 89886"/>
                <a:gd name="csX9" fmla="*/ 8069 w 35432"/>
                <a:gd name="csY9" fmla="*/ 89971 h 89886"/>
                <a:gd name="csX10" fmla="*/ 35628 w 35432"/>
                <a:gd name="csY10" fmla="*/ 31650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32" h="89886">
                  <a:moveTo>
                    <a:pt x="35628" y="31650"/>
                  </a:moveTo>
                  <a:cubicBezTo>
                    <a:pt x="35628" y="11809"/>
                    <a:pt x="28057" y="85"/>
                    <a:pt x="16246" y="85"/>
                  </a:cubicBezTo>
                  <a:cubicBezTo>
                    <a:pt x="6252" y="85"/>
                    <a:pt x="195" y="7600"/>
                    <a:pt x="195" y="16018"/>
                  </a:cubicBezTo>
                  <a:cubicBezTo>
                    <a:pt x="195" y="24135"/>
                    <a:pt x="6252" y="31951"/>
                    <a:pt x="16246" y="31951"/>
                  </a:cubicBezTo>
                  <a:cubicBezTo>
                    <a:pt x="19880" y="31951"/>
                    <a:pt x="23817" y="30748"/>
                    <a:pt x="26845" y="28043"/>
                  </a:cubicBezTo>
                  <a:cubicBezTo>
                    <a:pt x="27754" y="27442"/>
                    <a:pt x="28057" y="27141"/>
                    <a:pt x="28360" y="27141"/>
                  </a:cubicBezTo>
                  <a:cubicBezTo>
                    <a:pt x="28662" y="27141"/>
                    <a:pt x="28965" y="27442"/>
                    <a:pt x="28965" y="31650"/>
                  </a:cubicBezTo>
                  <a:cubicBezTo>
                    <a:pt x="28965" y="53897"/>
                    <a:pt x="18366" y="71934"/>
                    <a:pt x="8372" y="81855"/>
                  </a:cubicBezTo>
                  <a:cubicBezTo>
                    <a:pt x="5040" y="85161"/>
                    <a:pt x="5040" y="85763"/>
                    <a:pt x="5040" y="86665"/>
                  </a:cubicBezTo>
                  <a:cubicBezTo>
                    <a:pt x="5040" y="88769"/>
                    <a:pt x="6555" y="89971"/>
                    <a:pt x="8069" y="89971"/>
                  </a:cubicBezTo>
                  <a:cubicBezTo>
                    <a:pt x="11400" y="89971"/>
                    <a:pt x="35628" y="66823"/>
                    <a:pt x="35628" y="31650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241ACFD-034D-1044-3DEF-9A00562E5B22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353332" y="5946518"/>
              <a:ext cx="150816" cy="136182"/>
            </a:xfrm>
            <a:custGeom>
              <a:avLst/>
              <a:gdLst>
                <a:gd name="csX0" fmla="*/ 92567 w 150816"/>
                <a:gd name="csY0" fmla="*/ 42172 h 136182"/>
                <a:gd name="csX1" fmla="*/ 122549 w 150816"/>
                <a:gd name="csY1" fmla="*/ 6698 h 136182"/>
                <a:gd name="csX2" fmla="*/ 137691 w 150816"/>
                <a:gd name="csY2" fmla="*/ 10607 h 136182"/>
                <a:gd name="csX3" fmla="*/ 123154 w 150816"/>
                <a:gd name="csY3" fmla="*/ 26840 h 136182"/>
                <a:gd name="csX4" fmla="*/ 134663 w 150816"/>
                <a:gd name="csY4" fmla="*/ 37362 h 136182"/>
                <a:gd name="csX5" fmla="*/ 151016 w 150816"/>
                <a:gd name="csY5" fmla="*/ 19926 h 136182"/>
                <a:gd name="csX6" fmla="*/ 122852 w 150816"/>
                <a:gd name="csY6" fmla="*/ 85 h 136182"/>
                <a:gd name="csX7" fmla="*/ 91053 w 150816"/>
                <a:gd name="csY7" fmla="*/ 22932 h 136182"/>
                <a:gd name="csX8" fmla="*/ 58346 w 150816"/>
                <a:gd name="csY8" fmla="*/ 85 h 136182"/>
                <a:gd name="csX9" fmla="*/ 9588 w 150816"/>
                <a:gd name="csY9" fmla="*/ 46381 h 136182"/>
                <a:gd name="csX10" fmla="*/ 13222 w 150816"/>
                <a:gd name="csY10" fmla="*/ 49387 h 136182"/>
                <a:gd name="csX11" fmla="*/ 17159 w 150816"/>
                <a:gd name="csY11" fmla="*/ 46080 h 136182"/>
                <a:gd name="csX12" fmla="*/ 57740 w 150816"/>
                <a:gd name="csY12" fmla="*/ 6698 h 136182"/>
                <a:gd name="csX13" fmla="*/ 74094 w 150816"/>
                <a:gd name="csY13" fmla="*/ 26840 h 136182"/>
                <a:gd name="csX14" fmla="*/ 57740 w 150816"/>
                <a:gd name="csY14" fmla="*/ 98389 h 136182"/>
                <a:gd name="csX15" fmla="*/ 28970 w 150816"/>
                <a:gd name="csY15" fmla="*/ 129654 h 136182"/>
                <a:gd name="csX16" fmla="*/ 13827 w 150816"/>
                <a:gd name="csY16" fmla="*/ 125746 h 136182"/>
                <a:gd name="csX17" fmla="*/ 28061 w 150816"/>
                <a:gd name="csY17" fmla="*/ 109512 h 136182"/>
                <a:gd name="csX18" fmla="*/ 16856 w 150816"/>
                <a:gd name="csY18" fmla="*/ 98990 h 136182"/>
                <a:gd name="csX19" fmla="*/ 199 w 150816"/>
                <a:gd name="csY19" fmla="*/ 116426 h 136182"/>
                <a:gd name="csX20" fmla="*/ 28667 w 150816"/>
                <a:gd name="csY20" fmla="*/ 136268 h 136182"/>
                <a:gd name="csX21" fmla="*/ 60466 w 150816"/>
                <a:gd name="csY21" fmla="*/ 113420 h 136182"/>
                <a:gd name="csX22" fmla="*/ 93173 w 150816"/>
                <a:gd name="csY22" fmla="*/ 136268 h 136182"/>
                <a:gd name="csX23" fmla="*/ 141628 w 150816"/>
                <a:gd name="csY23" fmla="*/ 89971 h 136182"/>
                <a:gd name="csX24" fmla="*/ 137994 w 150816"/>
                <a:gd name="csY24" fmla="*/ 86965 h 136182"/>
                <a:gd name="csX25" fmla="*/ 134057 w 150816"/>
                <a:gd name="csY25" fmla="*/ 90272 h 136182"/>
                <a:gd name="csX26" fmla="*/ 93778 w 150816"/>
                <a:gd name="csY26" fmla="*/ 129654 h 136182"/>
                <a:gd name="csX27" fmla="*/ 77122 w 150816"/>
                <a:gd name="csY27" fmla="*/ 109813 h 136182"/>
                <a:gd name="csX28" fmla="*/ 82270 w 150816"/>
                <a:gd name="csY28" fmla="*/ 83358 h 136182"/>
                <a:gd name="csX29" fmla="*/ 92567 w 150816"/>
                <a:gd name="csY29" fmla="*/ 42172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67" y="42172"/>
                  </a:moveTo>
                  <a:cubicBezTo>
                    <a:pt x="94384" y="34356"/>
                    <a:pt x="101350" y="6698"/>
                    <a:pt x="122549" y="6698"/>
                  </a:cubicBezTo>
                  <a:cubicBezTo>
                    <a:pt x="124063" y="6698"/>
                    <a:pt x="131331" y="6698"/>
                    <a:pt x="137691" y="10607"/>
                  </a:cubicBezTo>
                  <a:cubicBezTo>
                    <a:pt x="129211" y="12110"/>
                    <a:pt x="123154" y="19625"/>
                    <a:pt x="123154" y="26840"/>
                  </a:cubicBezTo>
                  <a:cubicBezTo>
                    <a:pt x="123154" y="31650"/>
                    <a:pt x="126486" y="37362"/>
                    <a:pt x="134663" y="37362"/>
                  </a:cubicBezTo>
                  <a:cubicBezTo>
                    <a:pt x="141325" y="37362"/>
                    <a:pt x="151016" y="31951"/>
                    <a:pt x="151016" y="19926"/>
                  </a:cubicBezTo>
                  <a:cubicBezTo>
                    <a:pt x="151016" y="4293"/>
                    <a:pt x="133148" y="85"/>
                    <a:pt x="122852" y="85"/>
                  </a:cubicBezTo>
                  <a:cubicBezTo>
                    <a:pt x="105287" y="85"/>
                    <a:pt x="94687" y="16018"/>
                    <a:pt x="91053" y="22932"/>
                  </a:cubicBezTo>
                  <a:cubicBezTo>
                    <a:pt x="83482" y="3091"/>
                    <a:pt x="67128" y="85"/>
                    <a:pt x="58346" y="85"/>
                  </a:cubicBezTo>
                  <a:cubicBezTo>
                    <a:pt x="26850" y="85"/>
                    <a:pt x="9588" y="38865"/>
                    <a:pt x="9588" y="46381"/>
                  </a:cubicBezTo>
                  <a:cubicBezTo>
                    <a:pt x="9588" y="49387"/>
                    <a:pt x="12616" y="49387"/>
                    <a:pt x="13222" y="49387"/>
                  </a:cubicBezTo>
                  <a:cubicBezTo>
                    <a:pt x="15644" y="49387"/>
                    <a:pt x="16553" y="48786"/>
                    <a:pt x="17159" y="46080"/>
                  </a:cubicBezTo>
                  <a:cubicBezTo>
                    <a:pt x="27455" y="14214"/>
                    <a:pt x="47443" y="6698"/>
                    <a:pt x="57740" y="6698"/>
                  </a:cubicBezTo>
                  <a:cubicBezTo>
                    <a:pt x="63494" y="6698"/>
                    <a:pt x="74094" y="9404"/>
                    <a:pt x="74094" y="26840"/>
                  </a:cubicBezTo>
                  <a:cubicBezTo>
                    <a:pt x="74094" y="36160"/>
                    <a:pt x="68945" y="56302"/>
                    <a:pt x="57740" y="98389"/>
                  </a:cubicBezTo>
                  <a:cubicBezTo>
                    <a:pt x="52894" y="117028"/>
                    <a:pt x="42295" y="129654"/>
                    <a:pt x="28970" y="129654"/>
                  </a:cubicBezTo>
                  <a:cubicBezTo>
                    <a:pt x="27153" y="129654"/>
                    <a:pt x="20187" y="129654"/>
                    <a:pt x="13827" y="125746"/>
                  </a:cubicBezTo>
                  <a:cubicBezTo>
                    <a:pt x="21398" y="124243"/>
                    <a:pt x="28061" y="117930"/>
                    <a:pt x="28061" y="109512"/>
                  </a:cubicBezTo>
                  <a:cubicBezTo>
                    <a:pt x="28061" y="101395"/>
                    <a:pt x="21398" y="98990"/>
                    <a:pt x="16856" y="98990"/>
                  </a:cubicBezTo>
                  <a:cubicBezTo>
                    <a:pt x="7770" y="98990"/>
                    <a:pt x="199" y="106806"/>
                    <a:pt x="199" y="116426"/>
                  </a:cubicBezTo>
                  <a:cubicBezTo>
                    <a:pt x="199" y="130255"/>
                    <a:pt x="15342" y="136268"/>
                    <a:pt x="28667" y="136268"/>
                  </a:cubicBezTo>
                  <a:cubicBezTo>
                    <a:pt x="48655" y="136268"/>
                    <a:pt x="59557" y="115224"/>
                    <a:pt x="60466" y="113420"/>
                  </a:cubicBezTo>
                  <a:cubicBezTo>
                    <a:pt x="64100" y="124543"/>
                    <a:pt x="75002" y="136268"/>
                    <a:pt x="93173" y="136268"/>
                  </a:cubicBezTo>
                  <a:cubicBezTo>
                    <a:pt x="124366" y="136268"/>
                    <a:pt x="141628" y="97487"/>
                    <a:pt x="141628" y="89971"/>
                  </a:cubicBezTo>
                  <a:cubicBezTo>
                    <a:pt x="141628" y="86965"/>
                    <a:pt x="138902" y="86965"/>
                    <a:pt x="137994" y="86965"/>
                  </a:cubicBezTo>
                  <a:cubicBezTo>
                    <a:pt x="135268" y="86965"/>
                    <a:pt x="134663" y="88168"/>
                    <a:pt x="134057" y="90272"/>
                  </a:cubicBezTo>
                  <a:cubicBezTo>
                    <a:pt x="124063" y="122439"/>
                    <a:pt x="103470" y="129654"/>
                    <a:pt x="93778" y="129654"/>
                  </a:cubicBezTo>
                  <a:cubicBezTo>
                    <a:pt x="81967" y="129654"/>
                    <a:pt x="77122" y="120034"/>
                    <a:pt x="77122" y="109813"/>
                  </a:cubicBezTo>
                  <a:cubicBezTo>
                    <a:pt x="77122" y="103199"/>
                    <a:pt x="78939" y="96585"/>
                    <a:pt x="82270" y="83358"/>
                  </a:cubicBezTo>
                  <a:lnTo>
                    <a:pt x="92567" y="4217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C0E7D41-920C-6D35-0B9B-D62AA2AA2D3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0527597" y="6031685"/>
              <a:ext cx="129526" cy="94907"/>
            </a:xfrm>
            <a:custGeom>
              <a:avLst/>
              <a:gdLst>
                <a:gd name="csX0" fmla="*/ 16104 w 129526"/>
                <a:gd name="csY0" fmla="*/ 79631 h 94907"/>
                <a:gd name="csX1" fmla="*/ 13985 w 129526"/>
                <a:gd name="csY1" fmla="*/ 88259 h 94907"/>
                <a:gd name="csX2" fmla="*/ 21192 w 129526"/>
                <a:gd name="csY2" fmla="*/ 94993 h 94907"/>
                <a:gd name="csX3" fmla="*/ 29460 w 129526"/>
                <a:gd name="csY3" fmla="*/ 90364 h 94907"/>
                <a:gd name="csX4" fmla="*/ 33276 w 129526"/>
                <a:gd name="csY4" fmla="*/ 77317 h 94907"/>
                <a:gd name="csX5" fmla="*/ 37940 w 129526"/>
                <a:gd name="csY5" fmla="*/ 58377 h 94907"/>
                <a:gd name="csX6" fmla="*/ 41543 w 129526"/>
                <a:gd name="csY6" fmla="*/ 44278 h 94907"/>
                <a:gd name="csX7" fmla="*/ 50447 w 129526"/>
                <a:gd name="csY7" fmla="*/ 25339 h 94907"/>
                <a:gd name="csX8" fmla="*/ 82246 w 129526"/>
                <a:gd name="csY8" fmla="*/ 5978 h 94907"/>
                <a:gd name="csX9" fmla="*/ 94753 w 129526"/>
                <a:gd name="csY9" fmla="*/ 20709 h 94907"/>
                <a:gd name="csX10" fmla="*/ 82246 w 129526"/>
                <a:gd name="csY10" fmla="*/ 65532 h 94907"/>
                <a:gd name="csX11" fmla="*/ 79066 w 129526"/>
                <a:gd name="csY11" fmla="*/ 76896 h 94907"/>
                <a:gd name="csX12" fmla="*/ 99205 w 129526"/>
                <a:gd name="csY12" fmla="*/ 94993 h 94907"/>
                <a:gd name="csX13" fmla="*/ 129732 w 129526"/>
                <a:gd name="csY13" fmla="*/ 62796 h 94907"/>
                <a:gd name="csX14" fmla="*/ 126340 w 129526"/>
                <a:gd name="csY14" fmla="*/ 60061 h 94907"/>
                <a:gd name="csX15" fmla="*/ 122312 w 129526"/>
                <a:gd name="csY15" fmla="*/ 63638 h 94907"/>
                <a:gd name="csX16" fmla="*/ 99841 w 129526"/>
                <a:gd name="csY16" fmla="*/ 89101 h 94907"/>
                <a:gd name="csX17" fmla="*/ 94541 w 129526"/>
                <a:gd name="csY17" fmla="*/ 81736 h 94907"/>
                <a:gd name="csX18" fmla="*/ 99417 w 129526"/>
                <a:gd name="csY18" fmla="*/ 64690 h 94907"/>
                <a:gd name="csX19" fmla="*/ 110653 w 129526"/>
                <a:gd name="csY19" fmla="*/ 24076 h 94907"/>
                <a:gd name="csX20" fmla="*/ 83094 w 129526"/>
                <a:gd name="csY20" fmla="*/ 86 h 94907"/>
                <a:gd name="csX21" fmla="*/ 47267 w 129526"/>
                <a:gd name="csY21" fmla="*/ 19236 h 94907"/>
                <a:gd name="csX22" fmla="*/ 24584 w 129526"/>
                <a:gd name="csY22" fmla="*/ 86 h 94907"/>
                <a:gd name="csX23" fmla="*/ 7837 w 129526"/>
                <a:gd name="csY23" fmla="*/ 11450 h 94907"/>
                <a:gd name="csX24" fmla="*/ 205 w 129526"/>
                <a:gd name="csY24" fmla="*/ 32283 h 94907"/>
                <a:gd name="csX25" fmla="*/ 3809 w 129526"/>
                <a:gd name="csY25" fmla="*/ 35019 h 94907"/>
                <a:gd name="csX26" fmla="*/ 8473 w 129526"/>
                <a:gd name="csY26" fmla="*/ 28706 h 94907"/>
                <a:gd name="csX27" fmla="*/ 23948 w 129526"/>
                <a:gd name="csY27" fmla="*/ 5978 h 94907"/>
                <a:gd name="csX28" fmla="*/ 30944 w 129526"/>
                <a:gd name="csY28" fmla="*/ 16290 h 94907"/>
                <a:gd name="csX29" fmla="*/ 27552 w 129526"/>
                <a:gd name="csY29" fmla="*/ 33756 h 94907"/>
                <a:gd name="csX30" fmla="*/ 22888 w 129526"/>
                <a:gd name="csY30" fmla="*/ 52695 h 94907"/>
                <a:gd name="csX31" fmla="*/ 16104 w 129526"/>
                <a:gd name="csY31" fmla="*/ 79631 h 94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526" h="94907">
                  <a:moveTo>
                    <a:pt x="16104" y="79631"/>
                  </a:moveTo>
                  <a:cubicBezTo>
                    <a:pt x="15256" y="82367"/>
                    <a:pt x="13985" y="87628"/>
                    <a:pt x="13985" y="88259"/>
                  </a:cubicBezTo>
                  <a:cubicBezTo>
                    <a:pt x="13985" y="92889"/>
                    <a:pt x="17800" y="94993"/>
                    <a:pt x="21192" y="94993"/>
                  </a:cubicBezTo>
                  <a:cubicBezTo>
                    <a:pt x="25008" y="94993"/>
                    <a:pt x="28400" y="92258"/>
                    <a:pt x="29460" y="90364"/>
                  </a:cubicBezTo>
                  <a:cubicBezTo>
                    <a:pt x="30520" y="88470"/>
                    <a:pt x="32216" y="81736"/>
                    <a:pt x="33276" y="77317"/>
                  </a:cubicBezTo>
                  <a:cubicBezTo>
                    <a:pt x="34336" y="73318"/>
                    <a:pt x="36668" y="63638"/>
                    <a:pt x="37940" y="58377"/>
                  </a:cubicBezTo>
                  <a:cubicBezTo>
                    <a:pt x="39212" y="53748"/>
                    <a:pt x="40483" y="49118"/>
                    <a:pt x="41543" y="44278"/>
                  </a:cubicBezTo>
                  <a:cubicBezTo>
                    <a:pt x="43875" y="35650"/>
                    <a:pt x="44299" y="33967"/>
                    <a:pt x="50447" y="25339"/>
                  </a:cubicBezTo>
                  <a:cubicBezTo>
                    <a:pt x="56383" y="16921"/>
                    <a:pt x="66346" y="5978"/>
                    <a:pt x="82246" y="5978"/>
                  </a:cubicBezTo>
                  <a:cubicBezTo>
                    <a:pt x="94541" y="5978"/>
                    <a:pt x="94753" y="16711"/>
                    <a:pt x="94753" y="20709"/>
                  </a:cubicBezTo>
                  <a:cubicBezTo>
                    <a:pt x="94753" y="33335"/>
                    <a:pt x="85638" y="56694"/>
                    <a:pt x="82246" y="65532"/>
                  </a:cubicBezTo>
                  <a:cubicBezTo>
                    <a:pt x="79914" y="71424"/>
                    <a:pt x="79066" y="73318"/>
                    <a:pt x="79066" y="76896"/>
                  </a:cubicBezTo>
                  <a:cubicBezTo>
                    <a:pt x="79066" y="88049"/>
                    <a:pt x="88394" y="94993"/>
                    <a:pt x="99205" y="94993"/>
                  </a:cubicBezTo>
                  <a:cubicBezTo>
                    <a:pt x="120404" y="94993"/>
                    <a:pt x="129732" y="65953"/>
                    <a:pt x="129732" y="62796"/>
                  </a:cubicBezTo>
                  <a:cubicBezTo>
                    <a:pt x="129732" y="60061"/>
                    <a:pt x="126976" y="60061"/>
                    <a:pt x="126340" y="60061"/>
                  </a:cubicBezTo>
                  <a:cubicBezTo>
                    <a:pt x="123372" y="60061"/>
                    <a:pt x="123160" y="61323"/>
                    <a:pt x="122312" y="63638"/>
                  </a:cubicBezTo>
                  <a:cubicBezTo>
                    <a:pt x="117436" y="80473"/>
                    <a:pt x="108321" y="89101"/>
                    <a:pt x="99841" y="89101"/>
                  </a:cubicBezTo>
                  <a:cubicBezTo>
                    <a:pt x="95389" y="89101"/>
                    <a:pt x="94541" y="86155"/>
                    <a:pt x="94541" y="81736"/>
                  </a:cubicBezTo>
                  <a:cubicBezTo>
                    <a:pt x="94541" y="76896"/>
                    <a:pt x="95601" y="74160"/>
                    <a:pt x="99417" y="64690"/>
                  </a:cubicBezTo>
                  <a:cubicBezTo>
                    <a:pt x="101961" y="58167"/>
                    <a:pt x="110653" y="35861"/>
                    <a:pt x="110653" y="24076"/>
                  </a:cubicBezTo>
                  <a:cubicBezTo>
                    <a:pt x="110653" y="3664"/>
                    <a:pt x="94329" y="86"/>
                    <a:pt x="83094" y="86"/>
                  </a:cubicBezTo>
                  <a:cubicBezTo>
                    <a:pt x="65498" y="86"/>
                    <a:pt x="53627" y="10818"/>
                    <a:pt x="47267" y="19236"/>
                  </a:cubicBezTo>
                  <a:cubicBezTo>
                    <a:pt x="45783" y="4716"/>
                    <a:pt x="33276" y="86"/>
                    <a:pt x="24584" y="86"/>
                  </a:cubicBezTo>
                  <a:cubicBezTo>
                    <a:pt x="15468" y="86"/>
                    <a:pt x="10593" y="6610"/>
                    <a:pt x="7837" y="11450"/>
                  </a:cubicBezTo>
                  <a:cubicBezTo>
                    <a:pt x="3173" y="19236"/>
                    <a:pt x="205" y="31231"/>
                    <a:pt x="205" y="32283"/>
                  </a:cubicBezTo>
                  <a:cubicBezTo>
                    <a:pt x="205" y="35019"/>
                    <a:pt x="3173" y="35019"/>
                    <a:pt x="3809" y="35019"/>
                  </a:cubicBezTo>
                  <a:cubicBezTo>
                    <a:pt x="6777" y="35019"/>
                    <a:pt x="6989" y="34387"/>
                    <a:pt x="8473" y="28706"/>
                  </a:cubicBezTo>
                  <a:cubicBezTo>
                    <a:pt x="11653" y="16290"/>
                    <a:pt x="15680" y="5978"/>
                    <a:pt x="23948" y="5978"/>
                  </a:cubicBezTo>
                  <a:cubicBezTo>
                    <a:pt x="29460" y="5978"/>
                    <a:pt x="30944" y="10608"/>
                    <a:pt x="30944" y="16290"/>
                  </a:cubicBezTo>
                  <a:cubicBezTo>
                    <a:pt x="30944" y="20288"/>
                    <a:pt x="29036" y="28074"/>
                    <a:pt x="27552" y="33756"/>
                  </a:cubicBezTo>
                  <a:cubicBezTo>
                    <a:pt x="26068" y="39438"/>
                    <a:pt x="23948" y="48066"/>
                    <a:pt x="22888" y="52695"/>
                  </a:cubicBezTo>
                  <a:lnTo>
                    <a:pt x="16104" y="79631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F869086-AF81-F7A0-A356-C73CECAA0AF2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0699744" y="5853926"/>
              <a:ext cx="70260" cy="300624"/>
            </a:xfrm>
            <a:custGeom>
              <a:avLst/>
              <a:gdLst>
                <a:gd name="csX0" fmla="*/ 70471 w 70260"/>
                <a:gd name="csY0" fmla="*/ 150397 h 300624"/>
                <a:gd name="csX1" fmla="*/ 50483 w 70260"/>
                <a:gd name="csY1" fmla="*/ 56602 h 300624"/>
                <a:gd name="csX2" fmla="*/ 3239 w 70260"/>
                <a:gd name="csY2" fmla="*/ 85 h 300624"/>
                <a:gd name="csX3" fmla="*/ 210 w 70260"/>
                <a:gd name="csY3" fmla="*/ 3091 h 300624"/>
                <a:gd name="csX4" fmla="*/ 5965 w 70260"/>
                <a:gd name="csY4" fmla="*/ 10005 h 300624"/>
                <a:gd name="csX5" fmla="*/ 52906 w 70260"/>
                <a:gd name="csY5" fmla="*/ 150397 h 300624"/>
                <a:gd name="csX6" fmla="*/ 4147 w 70260"/>
                <a:gd name="csY6" fmla="*/ 292592 h 300624"/>
                <a:gd name="csX7" fmla="*/ 210 w 70260"/>
                <a:gd name="csY7" fmla="*/ 297703 h 300624"/>
                <a:gd name="csX8" fmla="*/ 3239 w 70260"/>
                <a:gd name="csY8" fmla="*/ 300709 h 300624"/>
                <a:gd name="csX9" fmla="*/ 51391 w 70260"/>
                <a:gd name="csY9" fmla="*/ 242088 h 300624"/>
                <a:gd name="csX10" fmla="*/ 70471 w 70260"/>
                <a:gd name="csY10" fmla="*/ 150397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71" y="150397"/>
                  </a:moveTo>
                  <a:cubicBezTo>
                    <a:pt x="70471" y="126948"/>
                    <a:pt x="67139" y="90573"/>
                    <a:pt x="50483" y="56602"/>
                  </a:cubicBezTo>
                  <a:cubicBezTo>
                    <a:pt x="32312" y="19625"/>
                    <a:pt x="6267" y="85"/>
                    <a:pt x="3239" y="85"/>
                  </a:cubicBezTo>
                  <a:cubicBezTo>
                    <a:pt x="1422" y="85"/>
                    <a:pt x="210" y="1287"/>
                    <a:pt x="210" y="3091"/>
                  </a:cubicBezTo>
                  <a:cubicBezTo>
                    <a:pt x="210" y="3993"/>
                    <a:pt x="210" y="4594"/>
                    <a:pt x="5965" y="10005"/>
                  </a:cubicBezTo>
                  <a:cubicBezTo>
                    <a:pt x="35643" y="39767"/>
                    <a:pt x="52906" y="87566"/>
                    <a:pt x="52906" y="150397"/>
                  </a:cubicBezTo>
                  <a:cubicBezTo>
                    <a:pt x="52906" y="201804"/>
                    <a:pt x="41700" y="254714"/>
                    <a:pt x="4147" y="292592"/>
                  </a:cubicBezTo>
                  <a:cubicBezTo>
                    <a:pt x="210" y="296200"/>
                    <a:pt x="210" y="296801"/>
                    <a:pt x="210" y="297703"/>
                  </a:cubicBezTo>
                  <a:cubicBezTo>
                    <a:pt x="210" y="299507"/>
                    <a:pt x="1422" y="300709"/>
                    <a:pt x="3239" y="300709"/>
                  </a:cubicBezTo>
                  <a:cubicBezTo>
                    <a:pt x="6267" y="300709"/>
                    <a:pt x="33523" y="280267"/>
                    <a:pt x="51391" y="242088"/>
                  </a:cubicBezTo>
                  <a:cubicBezTo>
                    <a:pt x="66836" y="209019"/>
                    <a:pt x="70471" y="175649"/>
                    <a:pt x="70471" y="150397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A0B2C57-722F-ABC5-D8B7-3815798A4661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8262104" y="6420002"/>
              <a:ext cx="201391" cy="70346"/>
            </a:xfrm>
            <a:custGeom>
              <a:avLst/>
              <a:gdLst>
                <a:gd name="csX0" fmla="*/ 191226 w 201391"/>
                <a:gd name="csY0" fmla="*/ 12125 h 70346"/>
                <a:gd name="csX1" fmla="*/ 201522 w 201391"/>
                <a:gd name="csY1" fmla="*/ 6112 h 70346"/>
                <a:gd name="csX2" fmla="*/ 191528 w 201391"/>
                <a:gd name="csY2" fmla="*/ 100 h 70346"/>
                <a:gd name="csX3" fmla="*/ 10124 w 201391"/>
                <a:gd name="csY3" fmla="*/ 100 h 70346"/>
                <a:gd name="csX4" fmla="*/ 130 w 201391"/>
                <a:gd name="csY4" fmla="*/ 6112 h 70346"/>
                <a:gd name="csX5" fmla="*/ 10427 w 201391"/>
                <a:gd name="csY5" fmla="*/ 12125 h 70346"/>
                <a:gd name="csX6" fmla="*/ 191226 w 201391"/>
                <a:gd name="csY6" fmla="*/ 12125 h 70346"/>
                <a:gd name="csX7" fmla="*/ 191528 w 201391"/>
                <a:gd name="csY7" fmla="*/ 70446 h 70346"/>
                <a:gd name="csX8" fmla="*/ 201522 w 201391"/>
                <a:gd name="csY8" fmla="*/ 64433 h 70346"/>
                <a:gd name="csX9" fmla="*/ 191226 w 201391"/>
                <a:gd name="csY9" fmla="*/ 58421 h 70346"/>
                <a:gd name="csX10" fmla="*/ 10427 w 201391"/>
                <a:gd name="csY10" fmla="*/ 58421 h 70346"/>
                <a:gd name="csX11" fmla="*/ 130 w 201391"/>
                <a:gd name="csY11" fmla="*/ 64433 h 70346"/>
                <a:gd name="csX12" fmla="*/ 10124 w 201391"/>
                <a:gd name="csY12" fmla="*/ 70446 h 70346"/>
                <a:gd name="csX13" fmla="*/ 191528 w 201391"/>
                <a:gd name="csY13" fmla="*/ 70446 h 70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391" h="70346">
                  <a:moveTo>
                    <a:pt x="191226" y="12125"/>
                  </a:moveTo>
                  <a:cubicBezTo>
                    <a:pt x="195768" y="12125"/>
                    <a:pt x="201522" y="12125"/>
                    <a:pt x="201522" y="6112"/>
                  </a:cubicBezTo>
                  <a:cubicBezTo>
                    <a:pt x="201522" y="100"/>
                    <a:pt x="195768" y="100"/>
                    <a:pt x="191528" y="100"/>
                  </a:cubicBezTo>
                  <a:lnTo>
                    <a:pt x="10124" y="100"/>
                  </a:lnTo>
                  <a:cubicBezTo>
                    <a:pt x="5884" y="100"/>
                    <a:pt x="130" y="100"/>
                    <a:pt x="130" y="6112"/>
                  </a:cubicBezTo>
                  <a:cubicBezTo>
                    <a:pt x="130" y="12125"/>
                    <a:pt x="5884" y="12125"/>
                    <a:pt x="10427" y="12125"/>
                  </a:cubicBezTo>
                  <a:lnTo>
                    <a:pt x="191226" y="12125"/>
                  </a:lnTo>
                  <a:close/>
                  <a:moveTo>
                    <a:pt x="191528" y="70446"/>
                  </a:moveTo>
                  <a:cubicBezTo>
                    <a:pt x="195768" y="70446"/>
                    <a:pt x="201522" y="70446"/>
                    <a:pt x="201522" y="64433"/>
                  </a:cubicBezTo>
                  <a:cubicBezTo>
                    <a:pt x="201522" y="58421"/>
                    <a:pt x="195768" y="58421"/>
                    <a:pt x="191226" y="58421"/>
                  </a:cubicBezTo>
                  <a:lnTo>
                    <a:pt x="10427" y="58421"/>
                  </a:lnTo>
                  <a:cubicBezTo>
                    <a:pt x="5884" y="58421"/>
                    <a:pt x="130" y="58421"/>
                    <a:pt x="130" y="64433"/>
                  </a:cubicBezTo>
                  <a:cubicBezTo>
                    <a:pt x="130" y="70446"/>
                    <a:pt x="5884" y="70446"/>
                    <a:pt x="10124" y="70446"/>
                  </a:cubicBezTo>
                  <a:lnTo>
                    <a:pt x="191528" y="70446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B16770B-7F3F-D572-7D9C-4D60033A76C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576926" y="6325004"/>
              <a:ext cx="216231" cy="205326"/>
            </a:xfrm>
            <a:custGeom>
              <a:avLst/>
              <a:gdLst>
                <a:gd name="csX0" fmla="*/ 79789 w 216231"/>
                <a:gd name="csY0" fmla="*/ 110429 h 205326"/>
                <a:gd name="csX1" fmla="*/ 131273 w 216231"/>
                <a:gd name="csY1" fmla="*/ 110429 h 205326"/>
                <a:gd name="csX2" fmla="*/ 216372 w 216231"/>
                <a:gd name="csY2" fmla="*/ 45494 h 205326"/>
                <a:gd name="csX3" fmla="*/ 156712 w 216231"/>
                <a:gd name="csY3" fmla="*/ 100 h 205326"/>
                <a:gd name="csX4" fmla="*/ 58590 w 216231"/>
                <a:gd name="csY4" fmla="*/ 100 h 205326"/>
                <a:gd name="csX5" fmla="*/ 49505 w 216231"/>
                <a:gd name="csY5" fmla="*/ 5811 h 205326"/>
                <a:gd name="csX6" fmla="*/ 58287 w 216231"/>
                <a:gd name="csY6" fmla="*/ 9419 h 205326"/>
                <a:gd name="csX7" fmla="*/ 71309 w 216231"/>
                <a:gd name="csY7" fmla="*/ 10020 h 205326"/>
                <a:gd name="csX8" fmla="*/ 77972 w 216231"/>
                <a:gd name="csY8" fmla="*/ 14830 h 205326"/>
                <a:gd name="csX9" fmla="*/ 76761 w 216231"/>
                <a:gd name="csY9" fmla="*/ 20542 h 205326"/>
                <a:gd name="csX10" fmla="*/ 36179 w 216231"/>
                <a:gd name="csY10" fmla="*/ 181978 h 205326"/>
                <a:gd name="csX11" fmla="*/ 8620 w 216231"/>
                <a:gd name="csY11" fmla="*/ 196107 h 205326"/>
                <a:gd name="csX12" fmla="*/ 141 w 216231"/>
                <a:gd name="csY12" fmla="*/ 201819 h 205326"/>
                <a:gd name="csX13" fmla="*/ 4683 w 216231"/>
                <a:gd name="csY13" fmla="*/ 205426 h 205326"/>
                <a:gd name="csX14" fmla="*/ 43145 w 216231"/>
                <a:gd name="csY14" fmla="*/ 204524 h 205326"/>
                <a:gd name="csX15" fmla="*/ 62527 w 216231"/>
                <a:gd name="csY15" fmla="*/ 204825 h 205326"/>
                <a:gd name="csX16" fmla="*/ 82212 w 216231"/>
                <a:gd name="csY16" fmla="*/ 205426 h 205326"/>
                <a:gd name="csX17" fmla="*/ 88269 w 216231"/>
                <a:gd name="csY17" fmla="*/ 199414 h 205326"/>
                <a:gd name="csX18" fmla="*/ 79789 w 216231"/>
                <a:gd name="csY18" fmla="*/ 196107 h 205326"/>
                <a:gd name="csX19" fmla="*/ 60104 w 216231"/>
                <a:gd name="csY19" fmla="*/ 190696 h 205326"/>
                <a:gd name="csX20" fmla="*/ 61013 w 216231"/>
                <a:gd name="csY20" fmla="*/ 185585 h 205326"/>
                <a:gd name="csX21" fmla="*/ 79789 w 216231"/>
                <a:gd name="csY21" fmla="*/ 110429 h 205326"/>
                <a:gd name="csX22" fmla="*/ 101594 w 216231"/>
                <a:gd name="csY22" fmla="*/ 20843 h 205326"/>
                <a:gd name="csX23" fmla="*/ 117948 w 216231"/>
                <a:gd name="csY23" fmla="*/ 9419 h 205326"/>
                <a:gd name="csX24" fmla="*/ 147021 w 216231"/>
                <a:gd name="csY24" fmla="*/ 9419 h 205326"/>
                <a:gd name="csX25" fmla="*/ 188208 w 216231"/>
                <a:gd name="csY25" fmla="*/ 38279 h 205326"/>
                <a:gd name="csX26" fmla="*/ 170340 w 216231"/>
                <a:gd name="csY26" fmla="*/ 86680 h 205326"/>
                <a:gd name="csX27" fmla="*/ 123702 w 216231"/>
                <a:gd name="csY27" fmla="*/ 102613 h 205326"/>
                <a:gd name="csX28" fmla="*/ 81000 w 216231"/>
                <a:gd name="csY28" fmla="*/ 102613 h 205326"/>
                <a:gd name="csX29" fmla="*/ 101594 w 216231"/>
                <a:gd name="csY29" fmla="*/ 20843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231" h="205326">
                  <a:moveTo>
                    <a:pt x="79789" y="110429"/>
                  </a:moveTo>
                  <a:lnTo>
                    <a:pt x="131273" y="110429"/>
                  </a:lnTo>
                  <a:cubicBezTo>
                    <a:pt x="174277" y="110429"/>
                    <a:pt x="216372" y="79164"/>
                    <a:pt x="216372" y="45494"/>
                  </a:cubicBezTo>
                  <a:cubicBezTo>
                    <a:pt x="216372" y="22346"/>
                    <a:pt x="196384" y="100"/>
                    <a:pt x="156712" y="100"/>
                  </a:cubicBezTo>
                  <a:lnTo>
                    <a:pt x="58590" y="100"/>
                  </a:lnTo>
                  <a:cubicBezTo>
                    <a:pt x="52836" y="100"/>
                    <a:pt x="49505" y="100"/>
                    <a:pt x="49505" y="5811"/>
                  </a:cubicBezTo>
                  <a:cubicBezTo>
                    <a:pt x="49505" y="9419"/>
                    <a:pt x="52230" y="9419"/>
                    <a:pt x="58287" y="9419"/>
                  </a:cubicBezTo>
                  <a:cubicBezTo>
                    <a:pt x="62224" y="9419"/>
                    <a:pt x="67675" y="9720"/>
                    <a:pt x="71309" y="10020"/>
                  </a:cubicBezTo>
                  <a:cubicBezTo>
                    <a:pt x="76155" y="10621"/>
                    <a:pt x="77972" y="11523"/>
                    <a:pt x="77972" y="14830"/>
                  </a:cubicBezTo>
                  <a:cubicBezTo>
                    <a:pt x="77972" y="16033"/>
                    <a:pt x="77669" y="16935"/>
                    <a:pt x="76761" y="20542"/>
                  </a:cubicBezTo>
                  <a:lnTo>
                    <a:pt x="36179" y="181978"/>
                  </a:lnTo>
                  <a:cubicBezTo>
                    <a:pt x="33151" y="193702"/>
                    <a:pt x="32545" y="196107"/>
                    <a:pt x="8620" y="196107"/>
                  </a:cubicBezTo>
                  <a:cubicBezTo>
                    <a:pt x="3472" y="196107"/>
                    <a:pt x="141" y="196107"/>
                    <a:pt x="141" y="201819"/>
                  </a:cubicBezTo>
                  <a:cubicBezTo>
                    <a:pt x="141" y="205426"/>
                    <a:pt x="3775" y="205426"/>
                    <a:pt x="4683" y="205426"/>
                  </a:cubicBezTo>
                  <a:cubicBezTo>
                    <a:pt x="13163" y="205426"/>
                    <a:pt x="34665" y="204524"/>
                    <a:pt x="43145" y="204524"/>
                  </a:cubicBezTo>
                  <a:cubicBezTo>
                    <a:pt x="49505" y="204524"/>
                    <a:pt x="56167" y="204825"/>
                    <a:pt x="62527" y="204825"/>
                  </a:cubicBezTo>
                  <a:cubicBezTo>
                    <a:pt x="69189" y="204825"/>
                    <a:pt x="75852" y="205426"/>
                    <a:pt x="82212" y="205426"/>
                  </a:cubicBezTo>
                  <a:cubicBezTo>
                    <a:pt x="84332" y="205426"/>
                    <a:pt x="88269" y="205426"/>
                    <a:pt x="88269" y="199414"/>
                  </a:cubicBezTo>
                  <a:cubicBezTo>
                    <a:pt x="88269" y="196107"/>
                    <a:pt x="85543" y="196107"/>
                    <a:pt x="79789" y="196107"/>
                  </a:cubicBezTo>
                  <a:cubicBezTo>
                    <a:pt x="68584" y="196107"/>
                    <a:pt x="60104" y="196107"/>
                    <a:pt x="60104" y="190696"/>
                  </a:cubicBezTo>
                  <a:cubicBezTo>
                    <a:pt x="60104" y="188892"/>
                    <a:pt x="60710" y="187389"/>
                    <a:pt x="61013" y="185585"/>
                  </a:cubicBezTo>
                  <a:lnTo>
                    <a:pt x="79789" y="110429"/>
                  </a:lnTo>
                  <a:close/>
                  <a:moveTo>
                    <a:pt x="101594" y="20843"/>
                  </a:moveTo>
                  <a:cubicBezTo>
                    <a:pt x="104319" y="10321"/>
                    <a:pt x="104925" y="9419"/>
                    <a:pt x="117948" y="9419"/>
                  </a:cubicBezTo>
                  <a:lnTo>
                    <a:pt x="147021" y="9419"/>
                  </a:lnTo>
                  <a:cubicBezTo>
                    <a:pt x="172157" y="9419"/>
                    <a:pt x="188208" y="17536"/>
                    <a:pt x="188208" y="38279"/>
                  </a:cubicBezTo>
                  <a:cubicBezTo>
                    <a:pt x="188208" y="50003"/>
                    <a:pt x="182151" y="75857"/>
                    <a:pt x="170340" y="86680"/>
                  </a:cubicBezTo>
                  <a:cubicBezTo>
                    <a:pt x="155197" y="100208"/>
                    <a:pt x="137027" y="102613"/>
                    <a:pt x="123702" y="102613"/>
                  </a:cubicBezTo>
                  <a:lnTo>
                    <a:pt x="81000" y="102613"/>
                  </a:lnTo>
                  <a:lnTo>
                    <a:pt x="101594" y="2084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72247581-48F4-CA37-1E70-A7B06A400967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831287" y="6304863"/>
              <a:ext cx="70260" cy="300624"/>
            </a:xfrm>
            <a:custGeom>
              <a:avLst/>
              <a:gdLst>
                <a:gd name="csX0" fmla="*/ 70409 w 70260"/>
                <a:gd name="csY0" fmla="*/ 297718 h 300624"/>
                <a:gd name="csX1" fmla="*/ 65260 w 70260"/>
                <a:gd name="csY1" fmla="*/ 291104 h 300624"/>
                <a:gd name="csX2" fmla="*/ 17714 w 70260"/>
                <a:gd name="csY2" fmla="*/ 150412 h 300624"/>
                <a:gd name="csX3" fmla="*/ 66472 w 70260"/>
                <a:gd name="csY3" fmla="*/ 8216 h 300624"/>
                <a:gd name="csX4" fmla="*/ 70409 w 70260"/>
                <a:gd name="csY4" fmla="*/ 3106 h 300624"/>
                <a:gd name="csX5" fmla="*/ 67380 w 70260"/>
                <a:gd name="csY5" fmla="*/ 100 h 300624"/>
                <a:gd name="csX6" fmla="*/ 19228 w 70260"/>
                <a:gd name="csY6" fmla="*/ 58721 h 300624"/>
                <a:gd name="csX7" fmla="*/ 149 w 70260"/>
                <a:gd name="csY7" fmla="*/ 150412 h 300624"/>
                <a:gd name="csX8" fmla="*/ 20136 w 70260"/>
                <a:gd name="csY8" fmla="*/ 244207 h 300624"/>
                <a:gd name="csX9" fmla="*/ 67380 w 70260"/>
                <a:gd name="csY9" fmla="*/ 300724 h 300624"/>
                <a:gd name="csX10" fmla="*/ 70409 w 70260"/>
                <a:gd name="csY10" fmla="*/ 297718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09" y="297718"/>
                  </a:moveTo>
                  <a:cubicBezTo>
                    <a:pt x="70409" y="296816"/>
                    <a:pt x="70409" y="296215"/>
                    <a:pt x="65260" y="291104"/>
                  </a:cubicBezTo>
                  <a:cubicBezTo>
                    <a:pt x="27405" y="253226"/>
                    <a:pt x="17714" y="196408"/>
                    <a:pt x="17714" y="150412"/>
                  </a:cubicBezTo>
                  <a:cubicBezTo>
                    <a:pt x="17714" y="98103"/>
                    <a:pt x="29222" y="45795"/>
                    <a:pt x="66472" y="8216"/>
                  </a:cubicBezTo>
                  <a:cubicBezTo>
                    <a:pt x="70409" y="4609"/>
                    <a:pt x="70409" y="4008"/>
                    <a:pt x="70409" y="3106"/>
                  </a:cubicBezTo>
                  <a:cubicBezTo>
                    <a:pt x="70409" y="1002"/>
                    <a:pt x="69197" y="100"/>
                    <a:pt x="67380" y="100"/>
                  </a:cubicBezTo>
                  <a:cubicBezTo>
                    <a:pt x="64352" y="100"/>
                    <a:pt x="37096" y="20542"/>
                    <a:pt x="19228" y="58721"/>
                  </a:cubicBezTo>
                  <a:cubicBezTo>
                    <a:pt x="3783" y="91790"/>
                    <a:pt x="149" y="125159"/>
                    <a:pt x="149" y="150412"/>
                  </a:cubicBezTo>
                  <a:cubicBezTo>
                    <a:pt x="149" y="173861"/>
                    <a:pt x="3480" y="210236"/>
                    <a:pt x="20136" y="244207"/>
                  </a:cubicBezTo>
                  <a:cubicBezTo>
                    <a:pt x="38307" y="281184"/>
                    <a:pt x="64352" y="300724"/>
                    <a:pt x="67380" y="300724"/>
                  </a:cubicBezTo>
                  <a:cubicBezTo>
                    <a:pt x="69197" y="300724"/>
                    <a:pt x="70409" y="299822"/>
                    <a:pt x="70409" y="2977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968FFB5-5FA3-A84A-706D-1DF684B2A9AB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927861" y="6397455"/>
              <a:ext cx="150816" cy="136182"/>
            </a:xfrm>
            <a:custGeom>
              <a:avLst/>
              <a:gdLst>
                <a:gd name="csX0" fmla="*/ 92520 w 150816"/>
                <a:gd name="csY0" fmla="*/ 42187 h 136182"/>
                <a:gd name="csX1" fmla="*/ 122502 w 150816"/>
                <a:gd name="csY1" fmla="*/ 6713 h 136182"/>
                <a:gd name="csX2" fmla="*/ 137644 w 150816"/>
                <a:gd name="csY2" fmla="*/ 10621 h 136182"/>
                <a:gd name="csX3" fmla="*/ 123108 w 150816"/>
                <a:gd name="csY3" fmla="*/ 26855 h 136182"/>
                <a:gd name="csX4" fmla="*/ 134616 w 150816"/>
                <a:gd name="csY4" fmla="*/ 37377 h 136182"/>
                <a:gd name="csX5" fmla="*/ 150969 w 150816"/>
                <a:gd name="csY5" fmla="*/ 19941 h 136182"/>
                <a:gd name="csX6" fmla="*/ 122805 w 150816"/>
                <a:gd name="csY6" fmla="*/ 100 h 136182"/>
                <a:gd name="csX7" fmla="*/ 91006 w 150816"/>
                <a:gd name="csY7" fmla="*/ 22947 h 136182"/>
                <a:gd name="csX8" fmla="*/ 58299 w 150816"/>
                <a:gd name="csY8" fmla="*/ 100 h 136182"/>
                <a:gd name="csX9" fmla="*/ 9541 w 150816"/>
                <a:gd name="csY9" fmla="*/ 46396 h 136182"/>
                <a:gd name="csX10" fmla="*/ 13175 w 150816"/>
                <a:gd name="csY10" fmla="*/ 49402 h 136182"/>
                <a:gd name="csX11" fmla="*/ 17112 w 150816"/>
                <a:gd name="csY11" fmla="*/ 46095 h 136182"/>
                <a:gd name="csX12" fmla="*/ 57693 w 150816"/>
                <a:gd name="csY12" fmla="*/ 6713 h 136182"/>
                <a:gd name="csX13" fmla="*/ 74047 w 150816"/>
                <a:gd name="csY13" fmla="*/ 26855 h 136182"/>
                <a:gd name="csX14" fmla="*/ 57693 w 150816"/>
                <a:gd name="csY14" fmla="*/ 98404 h 136182"/>
                <a:gd name="csX15" fmla="*/ 28923 w 150816"/>
                <a:gd name="csY15" fmla="*/ 129669 h 136182"/>
                <a:gd name="csX16" fmla="*/ 13780 w 150816"/>
                <a:gd name="csY16" fmla="*/ 125761 h 136182"/>
                <a:gd name="csX17" fmla="*/ 28014 w 150816"/>
                <a:gd name="csY17" fmla="*/ 109527 h 136182"/>
                <a:gd name="csX18" fmla="*/ 16809 w 150816"/>
                <a:gd name="csY18" fmla="*/ 99005 h 136182"/>
                <a:gd name="csX19" fmla="*/ 152 w 150816"/>
                <a:gd name="csY19" fmla="*/ 116441 h 136182"/>
                <a:gd name="csX20" fmla="*/ 28620 w 150816"/>
                <a:gd name="csY20" fmla="*/ 136283 h 136182"/>
                <a:gd name="csX21" fmla="*/ 60419 w 150816"/>
                <a:gd name="csY21" fmla="*/ 113435 h 136182"/>
                <a:gd name="csX22" fmla="*/ 93126 w 150816"/>
                <a:gd name="csY22" fmla="*/ 136283 h 136182"/>
                <a:gd name="csX23" fmla="*/ 141581 w 150816"/>
                <a:gd name="csY23" fmla="*/ 89986 h 136182"/>
                <a:gd name="csX24" fmla="*/ 137947 w 150816"/>
                <a:gd name="csY24" fmla="*/ 86980 h 136182"/>
                <a:gd name="csX25" fmla="*/ 134010 w 150816"/>
                <a:gd name="csY25" fmla="*/ 90287 h 136182"/>
                <a:gd name="csX26" fmla="*/ 93732 w 150816"/>
                <a:gd name="csY26" fmla="*/ 129669 h 136182"/>
                <a:gd name="csX27" fmla="*/ 77075 w 150816"/>
                <a:gd name="csY27" fmla="*/ 109828 h 136182"/>
                <a:gd name="csX28" fmla="*/ 82223 w 150816"/>
                <a:gd name="csY28" fmla="*/ 83373 h 136182"/>
                <a:gd name="csX29" fmla="*/ 92520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20" y="42187"/>
                  </a:moveTo>
                  <a:cubicBezTo>
                    <a:pt x="94337" y="34371"/>
                    <a:pt x="101303" y="6713"/>
                    <a:pt x="122502" y="6713"/>
                  </a:cubicBezTo>
                  <a:cubicBezTo>
                    <a:pt x="124016" y="6713"/>
                    <a:pt x="131284" y="6713"/>
                    <a:pt x="137644" y="10621"/>
                  </a:cubicBezTo>
                  <a:cubicBezTo>
                    <a:pt x="129164" y="12125"/>
                    <a:pt x="123108" y="19640"/>
                    <a:pt x="123108" y="26855"/>
                  </a:cubicBezTo>
                  <a:cubicBezTo>
                    <a:pt x="123108" y="31665"/>
                    <a:pt x="126439" y="37377"/>
                    <a:pt x="134616" y="37377"/>
                  </a:cubicBezTo>
                  <a:cubicBezTo>
                    <a:pt x="141278" y="37377"/>
                    <a:pt x="150969" y="31966"/>
                    <a:pt x="150969" y="19941"/>
                  </a:cubicBezTo>
                  <a:cubicBezTo>
                    <a:pt x="150969" y="4308"/>
                    <a:pt x="133101" y="100"/>
                    <a:pt x="122805" y="100"/>
                  </a:cubicBezTo>
                  <a:cubicBezTo>
                    <a:pt x="105240" y="100"/>
                    <a:pt x="94640" y="16033"/>
                    <a:pt x="91006" y="22947"/>
                  </a:cubicBezTo>
                  <a:cubicBezTo>
                    <a:pt x="83435" y="3106"/>
                    <a:pt x="67081" y="100"/>
                    <a:pt x="58299" y="100"/>
                  </a:cubicBezTo>
                  <a:cubicBezTo>
                    <a:pt x="26803" y="100"/>
                    <a:pt x="9541" y="38880"/>
                    <a:pt x="9541" y="46396"/>
                  </a:cubicBezTo>
                  <a:cubicBezTo>
                    <a:pt x="9541" y="49402"/>
                    <a:pt x="12569" y="49402"/>
                    <a:pt x="13175" y="49402"/>
                  </a:cubicBezTo>
                  <a:cubicBezTo>
                    <a:pt x="15598" y="49402"/>
                    <a:pt x="16506" y="48801"/>
                    <a:pt x="17112" y="46095"/>
                  </a:cubicBezTo>
                  <a:cubicBezTo>
                    <a:pt x="27409" y="14229"/>
                    <a:pt x="47396" y="6713"/>
                    <a:pt x="57693" y="6713"/>
                  </a:cubicBezTo>
                  <a:cubicBezTo>
                    <a:pt x="63447" y="6713"/>
                    <a:pt x="74047" y="9419"/>
                    <a:pt x="74047" y="26855"/>
                  </a:cubicBezTo>
                  <a:cubicBezTo>
                    <a:pt x="74047" y="36175"/>
                    <a:pt x="68898" y="56316"/>
                    <a:pt x="57693" y="98404"/>
                  </a:cubicBezTo>
                  <a:cubicBezTo>
                    <a:pt x="52847" y="117043"/>
                    <a:pt x="42248" y="129669"/>
                    <a:pt x="28923" y="129669"/>
                  </a:cubicBezTo>
                  <a:cubicBezTo>
                    <a:pt x="27106" y="129669"/>
                    <a:pt x="20140" y="129669"/>
                    <a:pt x="13780" y="125761"/>
                  </a:cubicBezTo>
                  <a:cubicBezTo>
                    <a:pt x="21352" y="124258"/>
                    <a:pt x="28014" y="117945"/>
                    <a:pt x="28014" y="109527"/>
                  </a:cubicBezTo>
                  <a:cubicBezTo>
                    <a:pt x="28014" y="101410"/>
                    <a:pt x="21352" y="99005"/>
                    <a:pt x="16809" y="99005"/>
                  </a:cubicBezTo>
                  <a:cubicBezTo>
                    <a:pt x="7724" y="99005"/>
                    <a:pt x="152" y="106821"/>
                    <a:pt x="152" y="116441"/>
                  </a:cubicBezTo>
                  <a:cubicBezTo>
                    <a:pt x="152" y="130270"/>
                    <a:pt x="15295" y="136283"/>
                    <a:pt x="28620" y="136283"/>
                  </a:cubicBezTo>
                  <a:cubicBezTo>
                    <a:pt x="48608" y="136283"/>
                    <a:pt x="59510" y="115239"/>
                    <a:pt x="60419" y="113435"/>
                  </a:cubicBezTo>
                  <a:cubicBezTo>
                    <a:pt x="64053" y="124558"/>
                    <a:pt x="74955" y="136283"/>
                    <a:pt x="93126" y="136283"/>
                  </a:cubicBezTo>
                  <a:cubicBezTo>
                    <a:pt x="124319" y="136283"/>
                    <a:pt x="141581" y="97502"/>
                    <a:pt x="141581" y="89986"/>
                  </a:cubicBezTo>
                  <a:cubicBezTo>
                    <a:pt x="141581" y="86980"/>
                    <a:pt x="138855" y="86980"/>
                    <a:pt x="137947" y="86980"/>
                  </a:cubicBezTo>
                  <a:cubicBezTo>
                    <a:pt x="135221" y="86980"/>
                    <a:pt x="134616" y="88183"/>
                    <a:pt x="134010" y="90287"/>
                  </a:cubicBezTo>
                  <a:cubicBezTo>
                    <a:pt x="124016" y="122454"/>
                    <a:pt x="103423" y="129669"/>
                    <a:pt x="93732" y="129669"/>
                  </a:cubicBezTo>
                  <a:cubicBezTo>
                    <a:pt x="81921" y="129669"/>
                    <a:pt x="77075" y="120049"/>
                    <a:pt x="77075" y="109828"/>
                  </a:cubicBezTo>
                  <a:cubicBezTo>
                    <a:pt x="77075" y="103214"/>
                    <a:pt x="78892" y="96600"/>
                    <a:pt x="82223" y="83373"/>
                  </a:cubicBezTo>
                  <a:lnTo>
                    <a:pt x="92520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E39262E-001D-211F-8770-8DFAD55CAC06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115270" y="6435694"/>
              <a:ext cx="77164" cy="139730"/>
            </a:xfrm>
            <a:custGeom>
              <a:avLst/>
              <a:gdLst>
                <a:gd name="csX0" fmla="*/ 48068 w 77164"/>
                <a:gd name="csY0" fmla="*/ 5993 h 139730"/>
                <a:gd name="csX1" fmla="*/ 41709 w 77164"/>
                <a:gd name="csY1" fmla="*/ 101 h 139730"/>
                <a:gd name="csX2" fmla="*/ 158 w 77164"/>
                <a:gd name="csY2" fmla="*/ 13569 h 139730"/>
                <a:gd name="csX3" fmla="*/ 158 w 77164"/>
                <a:gd name="csY3" fmla="*/ 21145 h 139730"/>
                <a:gd name="csX4" fmla="*/ 30897 w 77164"/>
                <a:gd name="csY4" fmla="*/ 15253 h 139730"/>
                <a:gd name="csX5" fmla="*/ 30897 w 77164"/>
                <a:gd name="csY5" fmla="*/ 122576 h 139730"/>
                <a:gd name="csX6" fmla="*/ 9698 w 77164"/>
                <a:gd name="csY6" fmla="*/ 132256 h 139730"/>
                <a:gd name="csX7" fmla="*/ 1642 w 77164"/>
                <a:gd name="csY7" fmla="*/ 132256 h 139730"/>
                <a:gd name="csX8" fmla="*/ 1642 w 77164"/>
                <a:gd name="csY8" fmla="*/ 139831 h 139730"/>
                <a:gd name="csX9" fmla="*/ 39377 w 77164"/>
                <a:gd name="csY9" fmla="*/ 138990 h 139730"/>
                <a:gd name="csX10" fmla="*/ 77323 w 77164"/>
                <a:gd name="csY10" fmla="*/ 139831 h 139730"/>
                <a:gd name="csX11" fmla="*/ 77323 w 77164"/>
                <a:gd name="csY11" fmla="*/ 132256 h 139730"/>
                <a:gd name="csX12" fmla="*/ 69267 w 77164"/>
                <a:gd name="csY12" fmla="*/ 132256 h 139730"/>
                <a:gd name="csX13" fmla="*/ 48068 w 77164"/>
                <a:gd name="csY13" fmla="*/ 122576 h 139730"/>
                <a:gd name="csX14" fmla="*/ 48068 w 77164"/>
                <a:gd name="csY14" fmla="*/ 5993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068" y="5993"/>
                  </a:moveTo>
                  <a:cubicBezTo>
                    <a:pt x="48068" y="312"/>
                    <a:pt x="47644" y="101"/>
                    <a:pt x="41709" y="101"/>
                  </a:cubicBezTo>
                  <a:cubicBezTo>
                    <a:pt x="28141" y="13359"/>
                    <a:pt x="8850" y="13569"/>
                    <a:pt x="158" y="13569"/>
                  </a:cubicBezTo>
                  <a:lnTo>
                    <a:pt x="158" y="21145"/>
                  </a:lnTo>
                  <a:cubicBezTo>
                    <a:pt x="5246" y="21145"/>
                    <a:pt x="19237" y="21145"/>
                    <a:pt x="30897" y="15253"/>
                  </a:cubicBezTo>
                  <a:lnTo>
                    <a:pt x="30897" y="122576"/>
                  </a:lnTo>
                  <a:cubicBezTo>
                    <a:pt x="30897" y="129520"/>
                    <a:pt x="30897" y="132256"/>
                    <a:pt x="9698" y="132256"/>
                  </a:cubicBezTo>
                  <a:lnTo>
                    <a:pt x="1642" y="132256"/>
                  </a:lnTo>
                  <a:lnTo>
                    <a:pt x="1642" y="139831"/>
                  </a:lnTo>
                  <a:cubicBezTo>
                    <a:pt x="5458" y="139621"/>
                    <a:pt x="31533" y="138990"/>
                    <a:pt x="39377" y="138990"/>
                  </a:cubicBezTo>
                  <a:cubicBezTo>
                    <a:pt x="45948" y="138990"/>
                    <a:pt x="72659" y="139621"/>
                    <a:pt x="77323" y="139831"/>
                  </a:cubicBezTo>
                  <a:lnTo>
                    <a:pt x="77323" y="132256"/>
                  </a:lnTo>
                  <a:lnTo>
                    <a:pt x="69267" y="132256"/>
                  </a:lnTo>
                  <a:cubicBezTo>
                    <a:pt x="48068" y="132256"/>
                    <a:pt x="48068" y="129520"/>
                    <a:pt x="48068" y="122576"/>
                  </a:cubicBezTo>
                  <a:lnTo>
                    <a:pt x="48068" y="599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7551734-3B9A-985F-214B-23AAE890C53C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245286" y="6304863"/>
              <a:ext cx="70260" cy="300624"/>
            </a:xfrm>
            <a:custGeom>
              <a:avLst/>
              <a:gdLst>
                <a:gd name="csX0" fmla="*/ 70423 w 70260"/>
                <a:gd name="csY0" fmla="*/ 150412 h 300624"/>
                <a:gd name="csX1" fmla="*/ 50435 w 70260"/>
                <a:gd name="csY1" fmla="*/ 56617 h 300624"/>
                <a:gd name="csX2" fmla="*/ 3191 w 70260"/>
                <a:gd name="csY2" fmla="*/ 100 h 300624"/>
                <a:gd name="csX3" fmla="*/ 163 w 70260"/>
                <a:gd name="csY3" fmla="*/ 3106 h 300624"/>
                <a:gd name="csX4" fmla="*/ 5917 w 70260"/>
                <a:gd name="csY4" fmla="*/ 10020 h 300624"/>
                <a:gd name="csX5" fmla="*/ 52858 w 70260"/>
                <a:gd name="csY5" fmla="*/ 150412 h 300624"/>
                <a:gd name="csX6" fmla="*/ 4100 w 70260"/>
                <a:gd name="csY6" fmla="*/ 292607 h 300624"/>
                <a:gd name="csX7" fmla="*/ 163 w 70260"/>
                <a:gd name="csY7" fmla="*/ 297718 h 300624"/>
                <a:gd name="csX8" fmla="*/ 3191 w 70260"/>
                <a:gd name="csY8" fmla="*/ 300724 h 300624"/>
                <a:gd name="csX9" fmla="*/ 51343 w 70260"/>
                <a:gd name="csY9" fmla="*/ 242102 h 300624"/>
                <a:gd name="csX10" fmla="*/ 70423 w 70260"/>
                <a:gd name="csY10" fmla="*/ 15041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23" y="150412"/>
                  </a:moveTo>
                  <a:cubicBezTo>
                    <a:pt x="70423" y="126963"/>
                    <a:pt x="67091" y="90588"/>
                    <a:pt x="50435" y="56617"/>
                  </a:cubicBezTo>
                  <a:cubicBezTo>
                    <a:pt x="32264" y="19640"/>
                    <a:pt x="6220" y="100"/>
                    <a:pt x="3191" y="100"/>
                  </a:cubicBezTo>
                  <a:cubicBezTo>
                    <a:pt x="1374" y="100"/>
                    <a:pt x="163" y="1302"/>
                    <a:pt x="163" y="3106"/>
                  </a:cubicBezTo>
                  <a:cubicBezTo>
                    <a:pt x="163" y="4008"/>
                    <a:pt x="163" y="4609"/>
                    <a:pt x="5917" y="10020"/>
                  </a:cubicBezTo>
                  <a:cubicBezTo>
                    <a:pt x="35596" y="39782"/>
                    <a:pt x="52858" y="87581"/>
                    <a:pt x="52858" y="150412"/>
                  </a:cubicBezTo>
                  <a:cubicBezTo>
                    <a:pt x="52858" y="201819"/>
                    <a:pt x="41652" y="254729"/>
                    <a:pt x="4100" y="292607"/>
                  </a:cubicBezTo>
                  <a:cubicBezTo>
                    <a:pt x="163" y="296215"/>
                    <a:pt x="163" y="296816"/>
                    <a:pt x="163" y="297718"/>
                  </a:cubicBezTo>
                  <a:cubicBezTo>
                    <a:pt x="163" y="299522"/>
                    <a:pt x="1374" y="300724"/>
                    <a:pt x="3191" y="300724"/>
                  </a:cubicBezTo>
                  <a:cubicBezTo>
                    <a:pt x="6220" y="300724"/>
                    <a:pt x="33476" y="280282"/>
                    <a:pt x="51343" y="242102"/>
                  </a:cubicBezTo>
                  <a:cubicBezTo>
                    <a:pt x="66789" y="209034"/>
                    <a:pt x="70423" y="175664"/>
                    <a:pt x="70423" y="15041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5FF663A-6752-082D-99DE-6445E601C842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357911" y="6325004"/>
              <a:ext cx="216231" cy="205326"/>
            </a:xfrm>
            <a:custGeom>
              <a:avLst/>
              <a:gdLst>
                <a:gd name="csX0" fmla="*/ 79815 w 216231"/>
                <a:gd name="csY0" fmla="*/ 110429 h 205326"/>
                <a:gd name="csX1" fmla="*/ 131298 w 216231"/>
                <a:gd name="csY1" fmla="*/ 110429 h 205326"/>
                <a:gd name="csX2" fmla="*/ 216398 w 216231"/>
                <a:gd name="csY2" fmla="*/ 45494 h 205326"/>
                <a:gd name="csX3" fmla="*/ 156737 w 216231"/>
                <a:gd name="csY3" fmla="*/ 100 h 205326"/>
                <a:gd name="csX4" fmla="*/ 58616 w 216231"/>
                <a:gd name="csY4" fmla="*/ 100 h 205326"/>
                <a:gd name="csX5" fmla="*/ 49530 w 216231"/>
                <a:gd name="csY5" fmla="*/ 5811 h 205326"/>
                <a:gd name="csX6" fmla="*/ 58313 w 216231"/>
                <a:gd name="csY6" fmla="*/ 9419 h 205326"/>
                <a:gd name="csX7" fmla="*/ 71335 w 216231"/>
                <a:gd name="csY7" fmla="*/ 10020 h 205326"/>
                <a:gd name="csX8" fmla="*/ 77998 w 216231"/>
                <a:gd name="csY8" fmla="*/ 14830 h 205326"/>
                <a:gd name="csX9" fmla="*/ 76786 w 216231"/>
                <a:gd name="csY9" fmla="*/ 20542 h 205326"/>
                <a:gd name="csX10" fmla="*/ 36205 w 216231"/>
                <a:gd name="csY10" fmla="*/ 181978 h 205326"/>
                <a:gd name="csX11" fmla="*/ 8646 w 216231"/>
                <a:gd name="csY11" fmla="*/ 196107 h 205326"/>
                <a:gd name="csX12" fmla="*/ 167 w 216231"/>
                <a:gd name="csY12" fmla="*/ 201819 h 205326"/>
                <a:gd name="csX13" fmla="*/ 4709 w 216231"/>
                <a:gd name="csY13" fmla="*/ 205426 h 205326"/>
                <a:gd name="csX14" fmla="*/ 43170 w 216231"/>
                <a:gd name="csY14" fmla="*/ 204524 h 205326"/>
                <a:gd name="csX15" fmla="*/ 62553 w 216231"/>
                <a:gd name="csY15" fmla="*/ 204825 h 205326"/>
                <a:gd name="csX16" fmla="*/ 82237 w 216231"/>
                <a:gd name="csY16" fmla="*/ 205426 h 205326"/>
                <a:gd name="csX17" fmla="*/ 88294 w 216231"/>
                <a:gd name="csY17" fmla="*/ 199414 h 205326"/>
                <a:gd name="csX18" fmla="*/ 79815 w 216231"/>
                <a:gd name="csY18" fmla="*/ 196107 h 205326"/>
                <a:gd name="csX19" fmla="*/ 60130 w 216231"/>
                <a:gd name="csY19" fmla="*/ 190696 h 205326"/>
                <a:gd name="csX20" fmla="*/ 61038 w 216231"/>
                <a:gd name="csY20" fmla="*/ 185585 h 205326"/>
                <a:gd name="csX21" fmla="*/ 79815 w 216231"/>
                <a:gd name="csY21" fmla="*/ 110429 h 205326"/>
                <a:gd name="csX22" fmla="*/ 101620 w 216231"/>
                <a:gd name="csY22" fmla="*/ 20843 h 205326"/>
                <a:gd name="csX23" fmla="*/ 117973 w 216231"/>
                <a:gd name="csY23" fmla="*/ 9419 h 205326"/>
                <a:gd name="csX24" fmla="*/ 147046 w 216231"/>
                <a:gd name="csY24" fmla="*/ 9419 h 205326"/>
                <a:gd name="csX25" fmla="*/ 188233 w 216231"/>
                <a:gd name="csY25" fmla="*/ 38279 h 205326"/>
                <a:gd name="csX26" fmla="*/ 170365 w 216231"/>
                <a:gd name="csY26" fmla="*/ 86680 h 205326"/>
                <a:gd name="csX27" fmla="*/ 123727 w 216231"/>
                <a:gd name="csY27" fmla="*/ 102613 h 205326"/>
                <a:gd name="csX28" fmla="*/ 81026 w 216231"/>
                <a:gd name="csY28" fmla="*/ 102613 h 205326"/>
                <a:gd name="csX29" fmla="*/ 101620 w 216231"/>
                <a:gd name="csY29" fmla="*/ 20843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231" h="205326">
                  <a:moveTo>
                    <a:pt x="79815" y="110429"/>
                  </a:moveTo>
                  <a:lnTo>
                    <a:pt x="131298" y="110429"/>
                  </a:lnTo>
                  <a:cubicBezTo>
                    <a:pt x="174302" y="110429"/>
                    <a:pt x="216398" y="79164"/>
                    <a:pt x="216398" y="45494"/>
                  </a:cubicBezTo>
                  <a:cubicBezTo>
                    <a:pt x="216398" y="22346"/>
                    <a:pt x="196410" y="100"/>
                    <a:pt x="156737" y="100"/>
                  </a:cubicBezTo>
                  <a:lnTo>
                    <a:pt x="58616" y="100"/>
                  </a:lnTo>
                  <a:cubicBezTo>
                    <a:pt x="52862" y="100"/>
                    <a:pt x="49530" y="100"/>
                    <a:pt x="49530" y="5811"/>
                  </a:cubicBezTo>
                  <a:cubicBezTo>
                    <a:pt x="49530" y="9419"/>
                    <a:pt x="52256" y="9419"/>
                    <a:pt x="58313" y="9419"/>
                  </a:cubicBezTo>
                  <a:cubicBezTo>
                    <a:pt x="62250" y="9419"/>
                    <a:pt x="67701" y="9720"/>
                    <a:pt x="71335" y="10020"/>
                  </a:cubicBezTo>
                  <a:cubicBezTo>
                    <a:pt x="76181" y="10621"/>
                    <a:pt x="77998" y="11523"/>
                    <a:pt x="77998" y="14830"/>
                  </a:cubicBezTo>
                  <a:cubicBezTo>
                    <a:pt x="77998" y="16033"/>
                    <a:pt x="77695" y="16935"/>
                    <a:pt x="76786" y="20542"/>
                  </a:cubicBezTo>
                  <a:lnTo>
                    <a:pt x="36205" y="181978"/>
                  </a:lnTo>
                  <a:cubicBezTo>
                    <a:pt x="33177" y="193702"/>
                    <a:pt x="32571" y="196107"/>
                    <a:pt x="8646" y="196107"/>
                  </a:cubicBezTo>
                  <a:cubicBezTo>
                    <a:pt x="3498" y="196107"/>
                    <a:pt x="167" y="196107"/>
                    <a:pt x="167" y="201819"/>
                  </a:cubicBezTo>
                  <a:cubicBezTo>
                    <a:pt x="167" y="205426"/>
                    <a:pt x="3801" y="205426"/>
                    <a:pt x="4709" y="205426"/>
                  </a:cubicBezTo>
                  <a:cubicBezTo>
                    <a:pt x="13189" y="205426"/>
                    <a:pt x="34691" y="204524"/>
                    <a:pt x="43170" y="204524"/>
                  </a:cubicBezTo>
                  <a:cubicBezTo>
                    <a:pt x="49530" y="204524"/>
                    <a:pt x="56193" y="204825"/>
                    <a:pt x="62553" y="204825"/>
                  </a:cubicBezTo>
                  <a:cubicBezTo>
                    <a:pt x="69215" y="204825"/>
                    <a:pt x="75878" y="205426"/>
                    <a:pt x="82237" y="205426"/>
                  </a:cubicBezTo>
                  <a:cubicBezTo>
                    <a:pt x="84357" y="205426"/>
                    <a:pt x="88294" y="205426"/>
                    <a:pt x="88294" y="199414"/>
                  </a:cubicBezTo>
                  <a:cubicBezTo>
                    <a:pt x="88294" y="196107"/>
                    <a:pt x="85569" y="196107"/>
                    <a:pt x="79815" y="196107"/>
                  </a:cubicBezTo>
                  <a:cubicBezTo>
                    <a:pt x="68609" y="196107"/>
                    <a:pt x="60130" y="196107"/>
                    <a:pt x="60130" y="190696"/>
                  </a:cubicBezTo>
                  <a:cubicBezTo>
                    <a:pt x="60130" y="188892"/>
                    <a:pt x="60736" y="187389"/>
                    <a:pt x="61038" y="185585"/>
                  </a:cubicBezTo>
                  <a:lnTo>
                    <a:pt x="79815" y="110429"/>
                  </a:lnTo>
                  <a:close/>
                  <a:moveTo>
                    <a:pt x="101620" y="20843"/>
                  </a:moveTo>
                  <a:cubicBezTo>
                    <a:pt x="104345" y="10321"/>
                    <a:pt x="104951" y="9419"/>
                    <a:pt x="117973" y="9419"/>
                  </a:cubicBezTo>
                  <a:lnTo>
                    <a:pt x="147046" y="9419"/>
                  </a:lnTo>
                  <a:cubicBezTo>
                    <a:pt x="172182" y="9419"/>
                    <a:pt x="188233" y="17536"/>
                    <a:pt x="188233" y="38279"/>
                  </a:cubicBezTo>
                  <a:cubicBezTo>
                    <a:pt x="188233" y="50003"/>
                    <a:pt x="182176" y="75857"/>
                    <a:pt x="170365" y="86680"/>
                  </a:cubicBezTo>
                  <a:cubicBezTo>
                    <a:pt x="155223" y="100208"/>
                    <a:pt x="137052" y="102613"/>
                    <a:pt x="123727" y="102613"/>
                  </a:cubicBezTo>
                  <a:lnTo>
                    <a:pt x="81026" y="102613"/>
                  </a:lnTo>
                  <a:lnTo>
                    <a:pt x="101620" y="2084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C931C33-C1D7-A813-1710-E987CD954D45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9612271" y="6304863"/>
              <a:ext cx="70260" cy="300624"/>
            </a:xfrm>
            <a:custGeom>
              <a:avLst/>
              <a:gdLst>
                <a:gd name="csX0" fmla="*/ 70434 w 70260"/>
                <a:gd name="csY0" fmla="*/ 297718 h 300624"/>
                <a:gd name="csX1" fmla="*/ 65286 w 70260"/>
                <a:gd name="csY1" fmla="*/ 291104 h 300624"/>
                <a:gd name="csX2" fmla="*/ 17739 w 70260"/>
                <a:gd name="csY2" fmla="*/ 150412 h 300624"/>
                <a:gd name="csX3" fmla="*/ 66497 w 70260"/>
                <a:gd name="csY3" fmla="*/ 8216 h 300624"/>
                <a:gd name="csX4" fmla="*/ 70434 w 70260"/>
                <a:gd name="csY4" fmla="*/ 3106 h 300624"/>
                <a:gd name="csX5" fmla="*/ 67406 w 70260"/>
                <a:gd name="csY5" fmla="*/ 100 h 300624"/>
                <a:gd name="csX6" fmla="*/ 19254 w 70260"/>
                <a:gd name="csY6" fmla="*/ 58721 h 300624"/>
                <a:gd name="csX7" fmla="*/ 174 w 70260"/>
                <a:gd name="csY7" fmla="*/ 150412 h 300624"/>
                <a:gd name="csX8" fmla="*/ 20162 w 70260"/>
                <a:gd name="csY8" fmla="*/ 244207 h 300624"/>
                <a:gd name="csX9" fmla="*/ 67406 w 70260"/>
                <a:gd name="csY9" fmla="*/ 300724 h 300624"/>
                <a:gd name="csX10" fmla="*/ 70434 w 70260"/>
                <a:gd name="csY10" fmla="*/ 297718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34" y="297718"/>
                  </a:moveTo>
                  <a:cubicBezTo>
                    <a:pt x="70434" y="296816"/>
                    <a:pt x="70434" y="296215"/>
                    <a:pt x="65286" y="291104"/>
                  </a:cubicBezTo>
                  <a:cubicBezTo>
                    <a:pt x="27430" y="253226"/>
                    <a:pt x="17739" y="196408"/>
                    <a:pt x="17739" y="150412"/>
                  </a:cubicBezTo>
                  <a:cubicBezTo>
                    <a:pt x="17739" y="98103"/>
                    <a:pt x="29247" y="45795"/>
                    <a:pt x="66497" y="8216"/>
                  </a:cubicBezTo>
                  <a:cubicBezTo>
                    <a:pt x="70434" y="4609"/>
                    <a:pt x="70434" y="4008"/>
                    <a:pt x="70434" y="3106"/>
                  </a:cubicBezTo>
                  <a:cubicBezTo>
                    <a:pt x="70434" y="1002"/>
                    <a:pt x="69223" y="100"/>
                    <a:pt x="67406" y="100"/>
                  </a:cubicBezTo>
                  <a:cubicBezTo>
                    <a:pt x="64377" y="100"/>
                    <a:pt x="37121" y="20542"/>
                    <a:pt x="19254" y="58721"/>
                  </a:cubicBezTo>
                  <a:cubicBezTo>
                    <a:pt x="3808" y="91790"/>
                    <a:pt x="174" y="125159"/>
                    <a:pt x="174" y="150412"/>
                  </a:cubicBezTo>
                  <a:cubicBezTo>
                    <a:pt x="174" y="173861"/>
                    <a:pt x="3506" y="210236"/>
                    <a:pt x="20162" y="244207"/>
                  </a:cubicBezTo>
                  <a:cubicBezTo>
                    <a:pt x="38333" y="281184"/>
                    <a:pt x="64377" y="300724"/>
                    <a:pt x="67406" y="300724"/>
                  </a:cubicBezTo>
                  <a:cubicBezTo>
                    <a:pt x="69223" y="300724"/>
                    <a:pt x="70434" y="299822"/>
                    <a:pt x="70434" y="2977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2AEFCC8-2EBA-6BAB-6E29-96006F634E66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708846" y="6397455"/>
              <a:ext cx="150816" cy="136182"/>
            </a:xfrm>
            <a:custGeom>
              <a:avLst/>
              <a:gdLst>
                <a:gd name="csX0" fmla="*/ 92546 w 150816"/>
                <a:gd name="csY0" fmla="*/ 42187 h 136182"/>
                <a:gd name="csX1" fmla="*/ 122528 w 150816"/>
                <a:gd name="csY1" fmla="*/ 6713 h 136182"/>
                <a:gd name="csX2" fmla="*/ 137670 w 150816"/>
                <a:gd name="csY2" fmla="*/ 10621 h 136182"/>
                <a:gd name="csX3" fmla="*/ 123133 w 150816"/>
                <a:gd name="csY3" fmla="*/ 26855 h 136182"/>
                <a:gd name="csX4" fmla="*/ 134641 w 150816"/>
                <a:gd name="csY4" fmla="*/ 37377 h 136182"/>
                <a:gd name="csX5" fmla="*/ 150995 w 150816"/>
                <a:gd name="csY5" fmla="*/ 19941 h 136182"/>
                <a:gd name="csX6" fmla="*/ 122830 w 150816"/>
                <a:gd name="csY6" fmla="*/ 100 h 136182"/>
                <a:gd name="csX7" fmla="*/ 91032 w 150816"/>
                <a:gd name="csY7" fmla="*/ 22947 h 136182"/>
                <a:gd name="csX8" fmla="*/ 58324 w 150816"/>
                <a:gd name="csY8" fmla="*/ 100 h 136182"/>
                <a:gd name="csX9" fmla="*/ 9566 w 150816"/>
                <a:gd name="csY9" fmla="*/ 46396 h 136182"/>
                <a:gd name="csX10" fmla="*/ 13200 w 150816"/>
                <a:gd name="csY10" fmla="*/ 49402 h 136182"/>
                <a:gd name="csX11" fmla="*/ 17137 w 150816"/>
                <a:gd name="csY11" fmla="*/ 46095 h 136182"/>
                <a:gd name="csX12" fmla="*/ 57719 w 150816"/>
                <a:gd name="csY12" fmla="*/ 6713 h 136182"/>
                <a:gd name="csX13" fmla="*/ 74072 w 150816"/>
                <a:gd name="csY13" fmla="*/ 26855 h 136182"/>
                <a:gd name="csX14" fmla="*/ 57719 w 150816"/>
                <a:gd name="csY14" fmla="*/ 98404 h 136182"/>
                <a:gd name="csX15" fmla="*/ 28948 w 150816"/>
                <a:gd name="csY15" fmla="*/ 129669 h 136182"/>
                <a:gd name="csX16" fmla="*/ 13806 w 150816"/>
                <a:gd name="csY16" fmla="*/ 125761 h 136182"/>
                <a:gd name="csX17" fmla="*/ 28040 w 150816"/>
                <a:gd name="csY17" fmla="*/ 109527 h 136182"/>
                <a:gd name="csX18" fmla="*/ 16835 w 150816"/>
                <a:gd name="csY18" fmla="*/ 99005 h 136182"/>
                <a:gd name="csX19" fmla="*/ 178 w 150816"/>
                <a:gd name="csY19" fmla="*/ 116441 h 136182"/>
                <a:gd name="csX20" fmla="*/ 28646 w 150816"/>
                <a:gd name="csY20" fmla="*/ 136283 h 136182"/>
                <a:gd name="csX21" fmla="*/ 60444 w 150816"/>
                <a:gd name="csY21" fmla="*/ 113435 h 136182"/>
                <a:gd name="csX22" fmla="*/ 93152 w 150816"/>
                <a:gd name="csY22" fmla="*/ 136283 h 136182"/>
                <a:gd name="csX23" fmla="*/ 141607 w 150816"/>
                <a:gd name="csY23" fmla="*/ 89986 h 136182"/>
                <a:gd name="csX24" fmla="*/ 137973 w 150816"/>
                <a:gd name="csY24" fmla="*/ 86980 h 136182"/>
                <a:gd name="csX25" fmla="*/ 134036 w 150816"/>
                <a:gd name="csY25" fmla="*/ 90287 h 136182"/>
                <a:gd name="csX26" fmla="*/ 93757 w 150816"/>
                <a:gd name="csY26" fmla="*/ 129669 h 136182"/>
                <a:gd name="csX27" fmla="*/ 77101 w 150816"/>
                <a:gd name="csY27" fmla="*/ 109828 h 136182"/>
                <a:gd name="csX28" fmla="*/ 82249 w 150816"/>
                <a:gd name="csY28" fmla="*/ 83373 h 136182"/>
                <a:gd name="csX29" fmla="*/ 92546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46" y="42187"/>
                  </a:moveTo>
                  <a:cubicBezTo>
                    <a:pt x="94363" y="34371"/>
                    <a:pt x="101328" y="6713"/>
                    <a:pt x="122528" y="6713"/>
                  </a:cubicBezTo>
                  <a:cubicBezTo>
                    <a:pt x="124042" y="6713"/>
                    <a:pt x="131310" y="6713"/>
                    <a:pt x="137670" y="10621"/>
                  </a:cubicBezTo>
                  <a:cubicBezTo>
                    <a:pt x="129190" y="12125"/>
                    <a:pt x="123133" y="19640"/>
                    <a:pt x="123133" y="26855"/>
                  </a:cubicBezTo>
                  <a:cubicBezTo>
                    <a:pt x="123133" y="31665"/>
                    <a:pt x="126465" y="37377"/>
                    <a:pt x="134641" y="37377"/>
                  </a:cubicBezTo>
                  <a:cubicBezTo>
                    <a:pt x="141304" y="37377"/>
                    <a:pt x="150995" y="31966"/>
                    <a:pt x="150995" y="19941"/>
                  </a:cubicBezTo>
                  <a:cubicBezTo>
                    <a:pt x="150995" y="4308"/>
                    <a:pt x="133127" y="100"/>
                    <a:pt x="122830" y="100"/>
                  </a:cubicBezTo>
                  <a:cubicBezTo>
                    <a:pt x="105265" y="100"/>
                    <a:pt x="94666" y="16033"/>
                    <a:pt x="91032" y="22947"/>
                  </a:cubicBezTo>
                  <a:cubicBezTo>
                    <a:pt x="83461" y="3106"/>
                    <a:pt x="67107" y="100"/>
                    <a:pt x="58324" y="100"/>
                  </a:cubicBezTo>
                  <a:cubicBezTo>
                    <a:pt x="26829" y="100"/>
                    <a:pt x="9566" y="38880"/>
                    <a:pt x="9566" y="46396"/>
                  </a:cubicBezTo>
                  <a:cubicBezTo>
                    <a:pt x="9566" y="49402"/>
                    <a:pt x="12595" y="49402"/>
                    <a:pt x="13200" y="49402"/>
                  </a:cubicBezTo>
                  <a:cubicBezTo>
                    <a:pt x="15623" y="49402"/>
                    <a:pt x="16532" y="48801"/>
                    <a:pt x="17137" y="46095"/>
                  </a:cubicBezTo>
                  <a:cubicBezTo>
                    <a:pt x="27434" y="14229"/>
                    <a:pt x="47422" y="6713"/>
                    <a:pt x="57719" y="6713"/>
                  </a:cubicBezTo>
                  <a:cubicBezTo>
                    <a:pt x="63473" y="6713"/>
                    <a:pt x="74072" y="9419"/>
                    <a:pt x="74072" y="26855"/>
                  </a:cubicBezTo>
                  <a:cubicBezTo>
                    <a:pt x="74072" y="36175"/>
                    <a:pt x="68924" y="56316"/>
                    <a:pt x="57719" y="98404"/>
                  </a:cubicBezTo>
                  <a:cubicBezTo>
                    <a:pt x="52873" y="117043"/>
                    <a:pt x="42274" y="129669"/>
                    <a:pt x="28948" y="129669"/>
                  </a:cubicBezTo>
                  <a:cubicBezTo>
                    <a:pt x="27131" y="129669"/>
                    <a:pt x="20166" y="129669"/>
                    <a:pt x="13806" y="125761"/>
                  </a:cubicBezTo>
                  <a:cubicBezTo>
                    <a:pt x="21377" y="124258"/>
                    <a:pt x="28040" y="117945"/>
                    <a:pt x="28040" y="109527"/>
                  </a:cubicBezTo>
                  <a:cubicBezTo>
                    <a:pt x="28040" y="101410"/>
                    <a:pt x="21377" y="99005"/>
                    <a:pt x="16835" y="99005"/>
                  </a:cubicBezTo>
                  <a:cubicBezTo>
                    <a:pt x="7749" y="99005"/>
                    <a:pt x="178" y="106821"/>
                    <a:pt x="178" y="116441"/>
                  </a:cubicBezTo>
                  <a:cubicBezTo>
                    <a:pt x="178" y="130270"/>
                    <a:pt x="15320" y="136283"/>
                    <a:pt x="28646" y="136283"/>
                  </a:cubicBezTo>
                  <a:cubicBezTo>
                    <a:pt x="48633" y="136283"/>
                    <a:pt x="59536" y="115239"/>
                    <a:pt x="60444" y="113435"/>
                  </a:cubicBezTo>
                  <a:cubicBezTo>
                    <a:pt x="64078" y="124558"/>
                    <a:pt x="74981" y="136283"/>
                    <a:pt x="93152" y="136283"/>
                  </a:cubicBezTo>
                  <a:cubicBezTo>
                    <a:pt x="124345" y="136283"/>
                    <a:pt x="141607" y="97502"/>
                    <a:pt x="141607" y="89986"/>
                  </a:cubicBezTo>
                  <a:cubicBezTo>
                    <a:pt x="141607" y="86980"/>
                    <a:pt x="138881" y="86980"/>
                    <a:pt x="137973" y="86980"/>
                  </a:cubicBezTo>
                  <a:cubicBezTo>
                    <a:pt x="135247" y="86980"/>
                    <a:pt x="134641" y="88183"/>
                    <a:pt x="134036" y="90287"/>
                  </a:cubicBezTo>
                  <a:cubicBezTo>
                    <a:pt x="124042" y="122454"/>
                    <a:pt x="103448" y="129669"/>
                    <a:pt x="93757" y="129669"/>
                  </a:cubicBezTo>
                  <a:cubicBezTo>
                    <a:pt x="81946" y="129669"/>
                    <a:pt x="77101" y="120049"/>
                    <a:pt x="77101" y="109828"/>
                  </a:cubicBezTo>
                  <a:cubicBezTo>
                    <a:pt x="77101" y="103214"/>
                    <a:pt x="78918" y="96600"/>
                    <a:pt x="82249" y="83373"/>
                  </a:cubicBezTo>
                  <a:lnTo>
                    <a:pt x="92546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D5BDF63-EB30-FA14-3A14-657FE168CC01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886503" y="6435694"/>
              <a:ext cx="93700" cy="139730"/>
            </a:xfrm>
            <a:custGeom>
              <a:avLst/>
              <a:gdLst>
                <a:gd name="csX0" fmla="*/ 93884 w 93700"/>
                <a:gd name="csY0" fmla="*/ 101532 h 139730"/>
                <a:gd name="csX1" fmla="*/ 86676 w 93700"/>
                <a:gd name="csY1" fmla="*/ 101532 h 139730"/>
                <a:gd name="csX2" fmla="*/ 81165 w 93700"/>
                <a:gd name="csY2" fmla="*/ 120682 h 139730"/>
                <a:gd name="csX3" fmla="*/ 60177 w 93700"/>
                <a:gd name="csY3" fmla="*/ 121944 h 139730"/>
                <a:gd name="csX4" fmla="*/ 21171 w 93700"/>
                <a:gd name="csY4" fmla="*/ 121944 h 139730"/>
                <a:gd name="csX5" fmla="*/ 63569 w 93700"/>
                <a:gd name="csY5" fmla="*/ 86591 h 139730"/>
                <a:gd name="csX6" fmla="*/ 93884 w 93700"/>
                <a:gd name="csY6" fmla="*/ 41136 h 139730"/>
                <a:gd name="csX7" fmla="*/ 44278 w 93700"/>
                <a:gd name="csY7" fmla="*/ 101 h 139730"/>
                <a:gd name="csX8" fmla="*/ 184 w 93700"/>
                <a:gd name="csY8" fmla="*/ 37769 h 139730"/>
                <a:gd name="csX9" fmla="*/ 11419 w 93700"/>
                <a:gd name="csY9" fmla="*/ 49554 h 139730"/>
                <a:gd name="csX10" fmla="*/ 22655 w 93700"/>
                <a:gd name="csY10" fmla="*/ 38401 h 139730"/>
                <a:gd name="csX11" fmla="*/ 10147 w 93700"/>
                <a:gd name="csY11" fmla="*/ 27248 h 139730"/>
                <a:gd name="csX12" fmla="*/ 41098 w 93700"/>
                <a:gd name="csY12" fmla="*/ 7677 h 139730"/>
                <a:gd name="csX13" fmla="*/ 73321 w 93700"/>
                <a:gd name="csY13" fmla="*/ 41136 h 139730"/>
                <a:gd name="csX14" fmla="*/ 53394 w 93700"/>
                <a:gd name="csY14" fmla="*/ 81540 h 139730"/>
                <a:gd name="csX15" fmla="*/ 2304 w 93700"/>
                <a:gd name="csY15" fmla="*/ 131624 h 139730"/>
                <a:gd name="csX16" fmla="*/ 184 w 93700"/>
                <a:gd name="csY16" fmla="*/ 139831 h 139730"/>
                <a:gd name="csX17" fmla="*/ 87524 w 93700"/>
                <a:gd name="csY17" fmla="*/ 139831 h 139730"/>
                <a:gd name="csX18" fmla="*/ 93884 w 93700"/>
                <a:gd name="csY18" fmla="*/ 101532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3700" h="139730">
                  <a:moveTo>
                    <a:pt x="93884" y="101532"/>
                  </a:moveTo>
                  <a:lnTo>
                    <a:pt x="86676" y="101532"/>
                  </a:lnTo>
                  <a:cubicBezTo>
                    <a:pt x="86040" y="106161"/>
                    <a:pt x="83921" y="118577"/>
                    <a:pt x="81165" y="120682"/>
                  </a:cubicBezTo>
                  <a:cubicBezTo>
                    <a:pt x="79469" y="121944"/>
                    <a:pt x="63145" y="121944"/>
                    <a:pt x="60177" y="121944"/>
                  </a:cubicBezTo>
                  <a:lnTo>
                    <a:pt x="21171" y="121944"/>
                  </a:lnTo>
                  <a:cubicBezTo>
                    <a:pt x="43430" y="102374"/>
                    <a:pt x="50850" y="96481"/>
                    <a:pt x="63569" y="86591"/>
                  </a:cubicBezTo>
                  <a:cubicBezTo>
                    <a:pt x="79257" y="74175"/>
                    <a:pt x="93884" y="61128"/>
                    <a:pt x="93884" y="41136"/>
                  </a:cubicBezTo>
                  <a:cubicBezTo>
                    <a:pt x="93884" y="15673"/>
                    <a:pt x="71413" y="101"/>
                    <a:pt x="44278" y="101"/>
                  </a:cubicBezTo>
                  <a:cubicBezTo>
                    <a:pt x="17991" y="101"/>
                    <a:pt x="184" y="18409"/>
                    <a:pt x="184" y="37769"/>
                  </a:cubicBezTo>
                  <a:cubicBezTo>
                    <a:pt x="184" y="48502"/>
                    <a:pt x="9300" y="49554"/>
                    <a:pt x="11419" y="49554"/>
                  </a:cubicBezTo>
                  <a:cubicBezTo>
                    <a:pt x="16507" y="49554"/>
                    <a:pt x="22655" y="45976"/>
                    <a:pt x="22655" y="38401"/>
                  </a:cubicBezTo>
                  <a:cubicBezTo>
                    <a:pt x="22655" y="34613"/>
                    <a:pt x="21171" y="27248"/>
                    <a:pt x="10147" y="27248"/>
                  </a:cubicBezTo>
                  <a:cubicBezTo>
                    <a:pt x="16719" y="12306"/>
                    <a:pt x="31135" y="7677"/>
                    <a:pt x="41098" y="7677"/>
                  </a:cubicBezTo>
                  <a:cubicBezTo>
                    <a:pt x="62297" y="7677"/>
                    <a:pt x="73321" y="24091"/>
                    <a:pt x="73321" y="41136"/>
                  </a:cubicBezTo>
                  <a:cubicBezTo>
                    <a:pt x="73321" y="59444"/>
                    <a:pt x="60177" y="73965"/>
                    <a:pt x="53394" y="81540"/>
                  </a:cubicBezTo>
                  <a:lnTo>
                    <a:pt x="2304" y="131624"/>
                  </a:lnTo>
                  <a:cubicBezTo>
                    <a:pt x="184" y="133518"/>
                    <a:pt x="184" y="133939"/>
                    <a:pt x="184" y="139831"/>
                  </a:cubicBezTo>
                  <a:lnTo>
                    <a:pt x="87524" y="139831"/>
                  </a:lnTo>
                  <a:lnTo>
                    <a:pt x="93884" y="10153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D015CCD5-ED38-9AEE-80CB-CD78BFD9F1BC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0129168" y="6304863"/>
              <a:ext cx="12113" cy="300624"/>
            </a:xfrm>
            <a:custGeom>
              <a:avLst/>
              <a:gdLst>
                <a:gd name="csX0" fmla="*/ 12305 w 12113"/>
                <a:gd name="csY0" fmla="*/ 10922 h 300624"/>
                <a:gd name="csX1" fmla="*/ 6248 w 12113"/>
                <a:gd name="csY1" fmla="*/ 100 h 300624"/>
                <a:gd name="csX2" fmla="*/ 191 w 12113"/>
                <a:gd name="csY2" fmla="*/ 10922 h 300624"/>
                <a:gd name="csX3" fmla="*/ 191 w 12113"/>
                <a:gd name="csY3" fmla="*/ 289902 h 300624"/>
                <a:gd name="csX4" fmla="*/ 6248 w 12113"/>
                <a:gd name="csY4" fmla="*/ 300724 h 300624"/>
                <a:gd name="csX5" fmla="*/ 12305 w 12113"/>
                <a:gd name="csY5" fmla="*/ 289902 h 300624"/>
                <a:gd name="csX6" fmla="*/ 12305 w 12113"/>
                <a:gd name="csY6" fmla="*/ 1092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13" h="300624">
                  <a:moveTo>
                    <a:pt x="12305" y="10922"/>
                  </a:moveTo>
                  <a:cubicBezTo>
                    <a:pt x="12305" y="5511"/>
                    <a:pt x="12305" y="100"/>
                    <a:pt x="6248" y="100"/>
                  </a:cubicBezTo>
                  <a:cubicBezTo>
                    <a:pt x="191" y="100"/>
                    <a:pt x="191" y="5511"/>
                    <a:pt x="191" y="10922"/>
                  </a:cubicBezTo>
                  <a:lnTo>
                    <a:pt x="191" y="289902"/>
                  </a:lnTo>
                  <a:cubicBezTo>
                    <a:pt x="191" y="295313"/>
                    <a:pt x="191" y="300724"/>
                    <a:pt x="6248" y="300724"/>
                  </a:cubicBezTo>
                  <a:cubicBezTo>
                    <a:pt x="12305" y="300724"/>
                    <a:pt x="12305" y="295313"/>
                    <a:pt x="12305" y="289902"/>
                  </a:cubicBezTo>
                  <a:lnTo>
                    <a:pt x="12305" y="1092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A238D5B-C359-AAAC-06A5-F98CD2F874DC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270157" y="6397455"/>
              <a:ext cx="150816" cy="136182"/>
            </a:xfrm>
            <a:custGeom>
              <a:avLst/>
              <a:gdLst>
                <a:gd name="csX0" fmla="*/ 92564 w 150816"/>
                <a:gd name="csY0" fmla="*/ 42187 h 136182"/>
                <a:gd name="csX1" fmla="*/ 122546 w 150816"/>
                <a:gd name="csY1" fmla="*/ 6713 h 136182"/>
                <a:gd name="csX2" fmla="*/ 137688 w 150816"/>
                <a:gd name="csY2" fmla="*/ 10621 h 136182"/>
                <a:gd name="csX3" fmla="*/ 123152 w 150816"/>
                <a:gd name="csY3" fmla="*/ 26855 h 136182"/>
                <a:gd name="csX4" fmla="*/ 134660 w 150816"/>
                <a:gd name="csY4" fmla="*/ 37377 h 136182"/>
                <a:gd name="csX5" fmla="*/ 151013 w 150816"/>
                <a:gd name="csY5" fmla="*/ 19941 h 136182"/>
                <a:gd name="csX6" fmla="*/ 122849 w 150816"/>
                <a:gd name="csY6" fmla="*/ 100 h 136182"/>
                <a:gd name="csX7" fmla="*/ 91050 w 150816"/>
                <a:gd name="csY7" fmla="*/ 22947 h 136182"/>
                <a:gd name="csX8" fmla="*/ 58343 w 150816"/>
                <a:gd name="csY8" fmla="*/ 100 h 136182"/>
                <a:gd name="csX9" fmla="*/ 9585 w 150816"/>
                <a:gd name="csY9" fmla="*/ 46396 h 136182"/>
                <a:gd name="csX10" fmla="*/ 13219 w 150816"/>
                <a:gd name="csY10" fmla="*/ 49402 h 136182"/>
                <a:gd name="csX11" fmla="*/ 17156 w 150816"/>
                <a:gd name="csY11" fmla="*/ 46095 h 136182"/>
                <a:gd name="csX12" fmla="*/ 57737 w 150816"/>
                <a:gd name="csY12" fmla="*/ 6713 h 136182"/>
                <a:gd name="csX13" fmla="*/ 74091 w 150816"/>
                <a:gd name="csY13" fmla="*/ 26855 h 136182"/>
                <a:gd name="csX14" fmla="*/ 57737 w 150816"/>
                <a:gd name="csY14" fmla="*/ 98404 h 136182"/>
                <a:gd name="csX15" fmla="*/ 28967 w 150816"/>
                <a:gd name="csY15" fmla="*/ 129669 h 136182"/>
                <a:gd name="csX16" fmla="*/ 13825 w 150816"/>
                <a:gd name="csY16" fmla="*/ 125761 h 136182"/>
                <a:gd name="csX17" fmla="*/ 28058 w 150816"/>
                <a:gd name="csY17" fmla="*/ 109527 h 136182"/>
                <a:gd name="csX18" fmla="*/ 16853 w 150816"/>
                <a:gd name="csY18" fmla="*/ 99005 h 136182"/>
                <a:gd name="csX19" fmla="*/ 197 w 150816"/>
                <a:gd name="csY19" fmla="*/ 116441 h 136182"/>
                <a:gd name="csX20" fmla="*/ 28664 w 150816"/>
                <a:gd name="csY20" fmla="*/ 136283 h 136182"/>
                <a:gd name="csX21" fmla="*/ 60463 w 150816"/>
                <a:gd name="csY21" fmla="*/ 113435 h 136182"/>
                <a:gd name="csX22" fmla="*/ 93170 w 150816"/>
                <a:gd name="csY22" fmla="*/ 136283 h 136182"/>
                <a:gd name="csX23" fmla="*/ 141625 w 150816"/>
                <a:gd name="csY23" fmla="*/ 89986 h 136182"/>
                <a:gd name="csX24" fmla="*/ 137991 w 150816"/>
                <a:gd name="csY24" fmla="*/ 86980 h 136182"/>
                <a:gd name="csX25" fmla="*/ 134054 w 150816"/>
                <a:gd name="csY25" fmla="*/ 90287 h 136182"/>
                <a:gd name="csX26" fmla="*/ 93776 w 150816"/>
                <a:gd name="csY26" fmla="*/ 129669 h 136182"/>
                <a:gd name="csX27" fmla="*/ 77119 w 150816"/>
                <a:gd name="csY27" fmla="*/ 109828 h 136182"/>
                <a:gd name="csX28" fmla="*/ 82268 w 150816"/>
                <a:gd name="csY28" fmla="*/ 83373 h 136182"/>
                <a:gd name="csX29" fmla="*/ 92564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64" y="42187"/>
                  </a:moveTo>
                  <a:cubicBezTo>
                    <a:pt x="94381" y="34371"/>
                    <a:pt x="101347" y="6713"/>
                    <a:pt x="122546" y="6713"/>
                  </a:cubicBezTo>
                  <a:cubicBezTo>
                    <a:pt x="124060" y="6713"/>
                    <a:pt x="131329" y="6713"/>
                    <a:pt x="137688" y="10621"/>
                  </a:cubicBezTo>
                  <a:cubicBezTo>
                    <a:pt x="129209" y="12125"/>
                    <a:pt x="123152" y="19640"/>
                    <a:pt x="123152" y="26855"/>
                  </a:cubicBezTo>
                  <a:cubicBezTo>
                    <a:pt x="123152" y="31665"/>
                    <a:pt x="126483" y="37377"/>
                    <a:pt x="134660" y="37377"/>
                  </a:cubicBezTo>
                  <a:cubicBezTo>
                    <a:pt x="141322" y="37377"/>
                    <a:pt x="151013" y="31966"/>
                    <a:pt x="151013" y="19941"/>
                  </a:cubicBezTo>
                  <a:cubicBezTo>
                    <a:pt x="151013" y="4308"/>
                    <a:pt x="133146" y="100"/>
                    <a:pt x="122849" y="100"/>
                  </a:cubicBezTo>
                  <a:cubicBezTo>
                    <a:pt x="105284" y="100"/>
                    <a:pt x="94684" y="16033"/>
                    <a:pt x="91050" y="22947"/>
                  </a:cubicBezTo>
                  <a:cubicBezTo>
                    <a:pt x="83479" y="3106"/>
                    <a:pt x="67125" y="100"/>
                    <a:pt x="58343" y="100"/>
                  </a:cubicBezTo>
                  <a:cubicBezTo>
                    <a:pt x="26847" y="100"/>
                    <a:pt x="9585" y="38880"/>
                    <a:pt x="9585" y="46396"/>
                  </a:cubicBezTo>
                  <a:cubicBezTo>
                    <a:pt x="9585" y="49402"/>
                    <a:pt x="12613" y="49402"/>
                    <a:pt x="13219" y="49402"/>
                  </a:cubicBezTo>
                  <a:cubicBezTo>
                    <a:pt x="15642" y="49402"/>
                    <a:pt x="16550" y="48801"/>
                    <a:pt x="17156" y="46095"/>
                  </a:cubicBezTo>
                  <a:cubicBezTo>
                    <a:pt x="27453" y="14229"/>
                    <a:pt x="47440" y="6713"/>
                    <a:pt x="57737" y="6713"/>
                  </a:cubicBezTo>
                  <a:cubicBezTo>
                    <a:pt x="63491" y="6713"/>
                    <a:pt x="74091" y="9419"/>
                    <a:pt x="74091" y="26855"/>
                  </a:cubicBezTo>
                  <a:cubicBezTo>
                    <a:pt x="74091" y="36175"/>
                    <a:pt x="68942" y="56316"/>
                    <a:pt x="57737" y="98404"/>
                  </a:cubicBezTo>
                  <a:cubicBezTo>
                    <a:pt x="52892" y="117043"/>
                    <a:pt x="42292" y="129669"/>
                    <a:pt x="28967" y="129669"/>
                  </a:cubicBezTo>
                  <a:cubicBezTo>
                    <a:pt x="27150" y="129669"/>
                    <a:pt x="20184" y="129669"/>
                    <a:pt x="13825" y="125761"/>
                  </a:cubicBezTo>
                  <a:cubicBezTo>
                    <a:pt x="21396" y="124258"/>
                    <a:pt x="28058" y="117945"/>
                    <a:pt x="28058" y="109527"/>
                  </a:cubicBezTo>
                  <a:cubicBezTo>
                    <a:pt x="28058" y="101410"/>
                    <a:pt x="21396" y="99005"/>
                    <a:pt x="16853" y="99005"/>
                  </a:cubicBezTo>
                  <a:cubicBezTo>
                    <a:pt x="7768" y="99005"/>
                    <a:pt x="197" y="106821"/>
                    <a:pt x="197" y="116441"/>
                  </a:cubicBezTo>
                  <a:cubicBezTo>
                    <a:pt x="197" y="130270"/>
                    <a:pt x="15339" y="136283"/>
                    <a:pt x="28664" y="136283"/>
                  </a:cubicBezTo>
                  <a:cubicBezTo>
                    <a:pt x="48652" y="136283"/>
                    <a:pt x="59554" y="115239"/>
                    <a:pt x="60463" y="113435"/>
                  </a:cubicBezTo>
                  <a:cubicBezTo>
                    <a:pt x="64097" y="124558"/>
                    <a:pt x="74999" y="136283"/>
                    <a:pt x="93170" y="136283"/>
                  </a:cubicBezTo>
                  <a:cubicBezTo>
                    <a:pt x="124363" y="136283"/>
                    <a:pt x="141625" y="97502"/>
                    <a:pt x="141625" y="89986"/>
                  </a:cubicBezTo>
                  <a:cubicBezTo>
                    <a:pt x="141625" y="86980"/>
                    <a:pt x="138900" y="86980"/>
                    <a:pt x="137991" y="86980"/>
                  </a:cubicBezTo>
                  <a:cubicBezTo>
                    <a:pt x="135265" y="86980"/>
                    <a:pt x="134660" y="88183"/>
                    <a:pt x="134054" y="90287"/>
                  </a:cubicBezTo>
                  <a:cubicBezTo>
                    <a:pt x="124060" y="122454"/>
                    <a:pt x="103467" y="129669"/>
                    <a:pt x="93776" y="129669"/>
                  </a:cubicBezTo>
                  <a:cubicBezTo>
                    <a:pt x="81965" y="129669"/>
                    <a:pt x="77119" y="120049"/>
                    <a:pt x="77119" y="109828"/>
                  </a:cubicBezTo>
                  <a:cubicBezTo>
                    <a:pt x="77119" y="103214"/>
                    <a:pt x="78936" y="96600"/>
                    <a:pt x="82268" y="83373"/>
                  </a:cubicBezTo>
                  <a:lnTo>
                    <a:pt x="92564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08D6E0B-5564-B088-17D6-5E715A27EED0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0457566" y="6435694"/>
              <a:ext cx="77164" cy="139730"/>
            </a:xfrm>
            <a:custGeom>
              <a:avLst/>
              <a:gdLst>
                <a:gd name="csX0" fmla="*/ 48112 w 77164"/>
                <a:gd name="csY0" fmla="*/ 5993 h 139730"/>
                <a:gd name="csX1" fmla="*/ 41753 w 77164"/>
                <a:gd name="csY1" fmla="*/ 101 h 139730"/>
                <a:gd name="csX2" fmla="*/ 202 w 77164"/>
                <a:gd name="csY2" fmla="*/ 13569 h 139730"/>
                <a:gd name="csX3" fmla="*/ 202 w 77164"/>
                <a:gd name="csY3" fmla="*/ 21145 h 139730"/>
                <a:gd name="csX4" fmla="*/ 30941 w 77164"/>
                <a:gd name="csY4" fmla="*/ 15253 h 139730"/>
                <a:gd name="csX5" fmla="*/ 30941 w 77164"/>
                <a:gd name="csY5" fmla="*/ 122576 h 139730"/>
                <a:gd name="csX6" fmla="*/ 9742 w 77164"/>
                <a:gd name="csY6" fmla="*/ 132256 h 139730"/>
                <a:gd name="csX7" fmla="*/ 1686 w 77164"/>
                <a:gd name="csY7" fmla="*/ 132256 h 139730"/>
                <a:gd name="csX8" fmla="*/ 1686 w 77164"/>
                <a:gd name="csY8" fmla="*/ 139831 h 139730"/>
                <a:gd name="csX9" fmla="*/ 39421 w 77164"/>
                <a:gd name="csY9" fmla="*/ 138990 h 139730"/>
                <a:gd name="csX10" fmla="*/ 77367 w 77164"/>
                <a:gd name="csY10" fmla="*/ 139831 h 139730"/>
                <a:gd name="csX11" fmla="*/ 77367 w 77164"/>
                <a:gd name="csY11" fmla="*/ 132256 h 139730"/>
                <a:gd name="csX12" fmla="*/ 69312 w 77164"/>
                <a:gd name="csY12" fmla="*/ 132256 h 139730"/>
                <a:gd name="csX13" fmla="*/ 48112 w 77164"/>
                <a:gd name="csY13" fmla="*/ 122576 h 139730"/>
                <a:gd name="csX14" fmla="*/ 48112 w 77164"/>
                <a:gd name="csY14" fmla="*/ 5993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112" y="5993"/>
                  </a:moveTo>
                  <a:cubicBezTo>
                    <a:pt x="48112" y="312"/>
                    <a:pt x="47688" y="101"/>
                    <a:pt x="41753" y="101"/>
                  </a:cubicBezTo>
                  <a:cubicBezTo>
                    <a:pt x="28185" y="13359"/>
                    <a:pt x="8894" y="13569"/>
                    <a:pt x="202" y="13569"/>
                  </a:cubicBezTo>
                  <a:lnTo>
                    <a:pt x="202" y="21145"/>
                  </a:lnTo>
                  <a:cubicBezTo>
                    <a:pt x="5290" y="21145"/>
                    <a:pt x="19282" y="21145"/>
                    <a:pt x="30941" y="15253"/>
                  </a:cubicBezTo>
                  <a:lnTo>
                    <a:pt x="30941" y="122576"/>
                  </a:lnTo>
                  <a:cubicBezTo>
                    <a:pt x="30941" y="129520"/>
                    <a:pt x="30941" y="132256"/>
                    <a:pt x="9742" y="132256"/>
                  </a:cubicBezTo>
                  <a:lnTo>
                    <a:pt x="1686" y="132256"/>
                  </a:lnTo>
                  <a:lnTo>
                    <a:pt x="1686" y="139831"/>
                  </a:lnTo>
                  <a:cubicBezTo>
                    <a:pt x="5502" y="139621"/>
                    <a:pt x="31577" y="138990"/>
                    <a:pt x="39421" y="138990"/>
                  </a:cubicBezTo>
                  <a:cubicBezTo>
                    <a:pt x="45993" y="138990"/>
                    <a:pt x="72703" y="139621"/>
                    <a:pt x="77367" y="139831"/>
                  </a:cubicBezTo>
                  <a:lnTo>
                    <a:pt x="77367" y="132256"/>
                  </a:lnTo>
                  <a:lnTo>
                    <a:pt x="69312" y="132256"/>
                  </a:lnTo>
                  <a:cubicBezTo>
                    <a:pt x="48112" y="132256"/>
                    <a:pt x="48112" y="129520"/>
                    <a:pt x="48112" y="122576"/>
                  </a:cubicBezTo>
                  <a:lnTo>
                    <a:pt x="48112" y="599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4E46FBF-7B2F-E5F9-4863-9F15210DF327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0587582" y="6304863"/>
              <a:ext cx="70260" cy="300624"/>
            </a:xfrm>
            <a:custGeom>
              <a:avLst/>
              <a:gdLst>
                <a:gd name="csX0" fmla="*/ 70467 w 70260"/>
                <a:gd name="csY0" fmla="*/ 150412 h 300624"/>
                <a:gd name="csX1" fmla="*/ 50479 w 70260"/>
                <a:gd name="csY1" fmla="*/ 56617 h 300624"/>
                <a:gd name="csX2" fmla="*/ 3235 w 70260"/>
                <a:gd name="csY2" fmla="*/ 100 h 300624"/>
                <a:gd name="csX3" fmla="*/ 207 w 70260"/>
                <a:gd name="csY3" fmla="*/ 3106 h 300624"/>
                <a:gd name="csX4" fmla="*/ 5961 w 70260"/>
                <a:gd name="csY4" fmla="*/ 10020 h 300624"/>
                <a:gd name="csX5" fmla="*/ 52902 w 70260"/>
                <a:gd name="csY5" fmla="*/ 150412 h 300624"/>
                <a:gd name="csX6" fmla="*/ 4144 w 70260"/>
                <a:gd name="csY6" fmla="*/ 292607 h 300624"/>
                <a:gd name="csX7" fmla="*/ 207 w 70260"/>
                <a:gd name="csY7" fmla="*/ 297718 h 300624"/>
                <a:gd name="csX8" fmla="*/ 3235 w 70260"/>
                <a:gd name="csY8" fmla="*/ 300724 h 300624"/>
                <a:gd name="csX9" fmla="*/ 51388 w 70260"/>
                <a:gd name="csY9" fmla="*/ 242102 h 300624"/>
                <a:gd name="csX10" fmla="*/ 70467 w 70260"/>
                <a:gd name="csY10" fmla="*/ 15041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67" y="150412"/>
                  </a:moveTo>
                  <a:cubicBezTo>
                    <a:pt x="70467" y="126963"/>
                    <a:pt x="67136" y="90588"/>
                    <a:pt x="50479" y="56617"/>
                  </a:cubicBezTo>
                  <a:cubicBezTo>
                    <a:pt x="32308" y="19640"/>
                    <a:pt x="6264" y="100"/>
                    <a:pt x="3235" y="100"/>
                  </a:cubicBezTo>
                  <a:cubicBezTo>
                    <a:pt x="1418" y="100"/>
                    <a:pt x="207" y="1302"/>
                    <a:pt x="207" y="3106"/>
                  </a:cubicBezTo>
                  <a:cubicBezTo>
                    <a:pt x="207" y="4008"/>
                    <a:pt x="207" y="4609"/>
                    <a:pt x="5961" y="10020"/>
                  </a:cubicBezTo>
                  <a:cubicBezTo>
                    <a:pt x="35640" y="39782"/>
                    <a:pt x="52902" y="87581"/>
                    <a:pt x="52902" y="150412"/>
                  </a:cubicBezTo>
                  <a:cubicBezTo>
                    <a:pt x="52902" y="201819"/>
                    <a:pt x="41697" y="254729"/>
                    <a:pt x="4144" y="292607"/>
                  </a:cubicBezTo>
                  <a:cubicBezTo>
                    <a:pt x="207" y="296215"/>
                    <a:pt x="207" y="296816"/>
                    <a:pt x="207" y="297718"/>
                  </a:cubicBezTo>
                  <a:cubicBezTo>
                    <a:pt x="207" y="299522"/>
                    <a:pt x="1418" y="300724"/>
                    <a:pt x="3235" y="300724"/>
                  </a:cubicBezTo>
                  <a:cubicBezTo>
                    <a:pt x="6264" y="300724"/>
                    <a:pt x="33520" y="280282"/>
                    <a:pt x="51388" y="242102"/>
                  </a:cubicBezTo>
                  <a:cubicBezTo>
                    <a:pt x="66833" y="209034"/>
                    <a:pt x="70467" y="175664"/>
                    <a:pt x="70467" y="15041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1A38D885-45FB-3D5F-7190-120659E0BCE8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0700207" y="6325004"/>
              <a:ext cx="216231" cy="205326"/>
            </a:xfrm>
            <a:custGeom>
              <a:avLst/>
              <a:gdLst>
                <a:gd name="csX0" fmla="*/ 79859 w 216231"/>
                <a:gd name="csY0" fmla="*/ 110429 h 205326"/>
                <a:gd name="csX1" fmla="*/ 131343 w 216231"/>
                <a:gd name="csY1" fmla="*/ 110429 h 205326"/>
                <a:gd name="csX2" fmla="*/ 216442 w 216231"/>
                <a:gd name="csY2" fmla="*/ 45494 h 205326"/>
                <a:gd name="csX3" fmla="*/ 156782 w 216231"/>
                <a:gd name="csY3" fmla="*/ 100 h 205326"/>
                <a:gd name="csX4" fmla="*/ 58660 w 216231"/>
                <a:gd name="csY4" fmla="*/ 100 h 205326"/>
                <a:gd name="csX5" fmla="*/ 49574 w 216231"/>
                <a:gd name="csY5" fmla="*/ 5811 h 205326"/>
                <a:gd name="csX6" fmla="*/ 58357 w 216231"/>
                <a:gd name="csY6" fmla="*/ 9419 h 205326"/>
                <a:gd name="csX7" fmla="*/ 71379 w 216231"/>
                <a:gd name="csY7" fmla="*/ 10020 h 205326"/>
                <a:gd name="csX8" fmla="*/ 78042 w 216231"/>
                <a:gd name="csY8" fmla="*/ 14830 h 205326"/>
                <a:gd name="csX9" fmla="*/ 76830 w 216231"/>
                <a:gd name="csY9" fmla="*/ 20542 h 205326"/>
                <a:gd name="csX10" fmla="*/ 36249 w 216231"/>
                <a:gd name="csY10" fmla="*/ 181978 h 205326"/>
                <a:gd name="csX11" fmla="*/ 8690 w 216231"/>
                <a:gd name="csY11" fmla="*/ 196107 h 205326"/>
                <a:gd name="csX12" fmla="*/ 211 w 216231"/>
                <a:gd name="csY12" fmla="*/ 201819 h 205326"/>
                <a:gd name="csX13" fmla="*/ 4753 w 216231"/>
                <a:gd name="csY13" fmla="*/ 205426 h 205326"/>
                <a:gd name="csX14" fmla="*/ 43215 w 216231"/>
                <a:gd name="csY14" fmla="*/ 204524 h 205326"/>
                <a:gd name="csX15" fmla="*/ 62597 w 216231"/>
                <a:gd name="csY15" fmla="*/ 204825 h 205326"/>
                <a:gd name="csX16" fmla="*/ 82282 w 216231"/>
                <a:gd name="csY16" fmla="*/ 205426 h 205326"/>
                <a:gd name="csX17" fmla="*/ 88339 w 216231"/>
                <a:gd name="csY17" fmla="*/ 199414 h 205326"/>
                <a:gd name="csX18" fmla="*/ 79859 w 216231"/>
                <a:gd name="csY18" fmla="*/ 196107 h 205326"/>
                <a:gd name="csX19" fmla="*/ 60174 w 216231"/>
                <a:gd name="csY19" fmla="*/ 190696 h 205326"/>
                <a:gd name="csX20" fmla="*/ 61082 w 216231"/>
                <a:gd name="csY20" fmla="*/ 185585 h 205326"/>
                <a:gd name="csX21" fmla="*/ 79859 w 216231"/>
                <a:gd name="csY21" fmla="*/ 110429 h 205326"/>
                <a:gd name="csX22" fmla="*/ 101664 w 216231"/>
                <a:gd name="csY22" fmla="*/ 20843 h 205326"/>
                <a:gd name="csX23" fmla="*/ 118017 w 216231"/>
                <a:gd name="csY23" fmla="*/ 9419 h 205326"/>
                <a:gd name="csX24" fmla="*/ 147090 w 216231"/>
                <a:gd name="csY24" fmla="*/ 9419 h 205326"/>
                <a:gd name="csX25" fmla="*/ 188277 w 216231"/>
                <a:gd name="csY25" fmla="*/ 38279 h 205326"/>
                <a:gd name="csX26" fmla="*/ 170410 w 216231"/>
                <a:gd name="csY26" fmla="*/ 86680 h 205326"/>
                <a:gd name="csX27" fmla="*/ 123771 w 216231"/>
                <a:gd name="csY27" fmla="*/ 102613 h 205326"/>
                <a:gd name="csX28" fmla="*/ 81070 w 216231"/>
                <a:gd name="csY28" fmla="*/ 102613 h 205326"/>
                <a:gd name="csX29" fmla="*/ 101664 w 216231"/>
                <a:gd name="csY29" fmla="*/ 20843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231" h="205326">
                  <a:moveTo>
                    <a:pt x="79859" y="110429"/>
                  </a:moveTo>
                  <a:lnTo>
                    <a:pt x="131343" y="110429"/>
                  </a:lnTo>
                  <a:cubicBezTo>
                    <a:pt x="174347" y="110429"/>
                    <a:pt x="216442" y="79164"/>
                    <a:pt x="216442" y="45494"/>
                  </a:cubicBezTo>
                  <a:cubicBezTo>
                    <a:pt x="216442" y="22346"/>
                    <a:pt x="196454" y="100"/>
                    <a:pt x="156782" y="100"/>
                  </a:cubicBezTo>
                  <a:lnTo>
                    <a:pt x="58660" y="100"/>
                  </a:lnTo>
                  <a:cubicBezTo>
                    <a:pt x="52906" y="100"/>
                    <a:pt x="49574" y="100"/>
                    <a:pt x="49574" y="5811"/>
                  </a:cubicBezTo>
                  <a:cubicBezTo>
                    <a:pt x="49574" y="9419"/>
                    <a:pt x="52300" y="9419"/>
                    <a:pt x="58357" y="9419"/>
                  </a:cubicBezTo>
                  <a:cubicBezTo>
                    <a:pt x="62294" y="9419"/>
                    <a:pt x="67745" y="9720"/>
                    <a:pt x="71379" y="10020"/>
                  </a:cubicBezTo>
                  <a:cubicBezTo>
                    <a:pt x="76225" y="10621"/>
                    <a:pt x="78042" y="11523"/>
                    <a:pt x="78042" y="14830"/>
                  </a:cubicBezTo>
                  <a:cubicBezTo>
                    <a:pt x="78042" y="16033"/>
                    <a:pt x="77739" y="16935"/>
                    <a:pt x="76830" y="20542"/>
                  </a:cubicBezTo>
                  <a:lnTo>
                    <a:pt x="36249" y="181978"/>
                  </a:lnTo>
                  <a:cubicBezTo>
                    <a:pt x="33221" y="193702"/>
                    <a:pt x="32615" y="196107"/>
                    <a:pt x="8690" y="196107"/>
                  </a:cubicBezTo>
                  <a:cubicBezTo>
                    <a:pt x="3542" y="196107"/>
                    <a:pt x="211" y="196107"/>
                    <a:pt x="211" y="201819"/>
                  </a:cubicBezTo>
                  <a:cubicBezTo>
                    <a:pt x="211" y="205426"/>
                    <a:pt x="3845" y="205426"/>
                    <a:pt x="4753" y="205426"/>
                  </a:cubicBezTo>
                  <a:cubicBezTo>
                    <a:pt x="13233" y="205426"/>
                    <a:pt x="34735" y="204524"/>
                    <a:pt x="43215" y="204524"/>
                  </a:cubicBezTo>
                  <a:cubicBezTo>
                    <a:pt x="49574" y="204524"/>
                    <a:pt x="56237" y="204825"/>
                    <a:pt x="62597" y="204825"/>
                  </a:cubicBezTo>
                  <a:cubicBezTo>
                    <a:pt x="69259" y="204825"/>
                    <a:pt x="75922" y="205426"/>
                    <a:pt x="82282" y="205426"/>
                  </a:cubicBezTo>
                  <a:cubicBezTo>
                    <a:pt x="84402" y="205426"/>
                    <a:pt x="88339" y="205426"/>
                    <a:pt x="88339" y="199414"/>
                  </a:cubicBezTo>
                  <a:cubicBezTo>
                    <a:pt x="88339" y="196107"/>
                    <a:pt x="85613" y="196107"/>
                    <a:pt x="79859" y="196107"/>
                  </a:cubicBezTo>
                  <a:cubicBezTo>
                    <a:pt x="68654" y="196107"/>
                    <a:pt x="60174" y="196107"/>
                    <a:pt x="60174" y="190696"/>
                  </a:cubicBezTo>
                  <a:cubicBezTo>
                    <a:pt x="60174" y="188892"/>
                    <a:pt x="60780" y="187389"/>
                    <a:pt x="61082" y="185585"/>
                  </a:cubicBezTo>
                  <a:lnTo>
                    <a:pt x="79859" y="110429"/>
                  </a:lnTo>
                  <a:close/>
                  <a:moveTo>
                    <a:pt x="101664" y="20843"/>
                  </a:moveTo>
                  <a:cubicBezTo>
                    <a:pt x="104389" y="10321"/>
                    <a:pt x="104995" y="9419"/>
                    <a:pt x="118017" y="9419"/>
                  </a:cubicBezTo>
                  <a:lnTo>
                    <a:pt x="147090" y="9419"/>
                  </a:lnTo>
                  <a:cubicBezTo>
                    <a:pt x="172227" y="9419"/>
                    <a:pt x="188277" y="17536"/>
                    <a:pt x="188277" y="38279"/>
                  </a:cubicBezTo>
                  <a:cubicBezTo>
                    <a:pt x="188277" y="50003"/>
                    <a:pt x="182220" y="75857"/>
                    <a:pt x="170410" y="86680"/>
                  </a:cubicBezTo>
                  <a:cubicBezTo>
                    <a:pt x="155267" y="100208"/>
                    <a:pt x="137097" y="102613"/>
                    <a:pt x="123771" y="102613"/>
                  </a:cubicBezTo>
                  <a:lnTo>
                    <a:pt x="81070" y="102613"/>
                  </a:lnTo>
                  <a:lnTo>
                    <a:pt x="101664" y="2084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2C68930B-D191-3CBF-DE0C-5B2E73C901DA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0954567" y="6304863"/>
              <a:ext cx="70260" cy="300624"/>
            </a:xfrm>
            <a:custGeom>
              <a:avLst/>
              <a:gdLst>
                <a:gd name="csX0" fmla="*/ 70479 w 70260"/>
                <a:gd name="csY0" fmla="*/ 297718 h 300624"/>
                <a:gd name="csX1" fmla="*/ 65330 w 70260"/>
                <a:gd name="csY1" fmla="*/ 291104 h 300624"/>
                <a:gd name="csX2" fmla="*/ 17783 w 70260"/>
                <a:gd name="csY2" fmla="*/ 150412 h 300624"/>
                <a:gd name="csX3" fmla="*/ 66542 w 70260"/>
                <a:gd name="csY3" fmla="*/ 8216 h 300624"/>
                <a:gd name="csX4" fmla="*/ 70479 w 70260"/>
                <a:gd name="csY4" fmla="*/ 3106 h 300624"/>
                <a:gd name="csX5" fmla="*/ 67450 w 70260"/>
                <a:gd name="csY5" fmla="*/ 100 h 300624"/>
                <a:gd name="csX6" fmla="*/ 19298 w 70260"/>
                <a:gd name="csY6" fmla="*/ 58721 h 300624"/>
                <a:gd name="csX7" fmla="*/ 218 w 70260"/>
                <a:gd name="csY7" fmla="*/ 150412 h 300624"/>
                <a:gd name="csX8" fmla="*/ 20206 w 70260"/>
                <a:gd name="csY8" fmla="*/ 244207 h 300624"/>
                <a:gd name="csX9" fmla="*/ 67450 w 70260"/>
                <a:gd name="csY9" fmla="*/ 300724 h 300624"/>
                <a:gd name="csX10" fmla="*/ 70479 w 70260"/>
                <a:gd name="csY10" fmla="*/ 297718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479" y="297718"/>
                  </a:moveTo>
                  <a:cubicBezTo>
                    <a:pt x="70479" y="296816"/>
                    <a:pt x="70479" y="296215"/>
                    <a:pt x="65330" y="291104"/>
                  </a:cubicBezTo>
                  <a:cubicBezTo>
                    <a:pt x="27475" y="253226"/>
                    <a:pt x="17783" y="196408"/>
                    <a:pt x="17783" y="150412"/>
                  </a:cubicBezTo>
                  <a:cubicBezTo>
                    <a:pt x="17783" y="98103"/>
                    <a:pt x="29292" y="45795"/>
                    <a:pt x="66542" y="8216"/>
                  </a:cubicBezTo>
                  <a:cubicBezTo>
                    <a:pt x="70479" y="4609"/>
                    <a:pt x="70479" y="4008"/>
                    <a:pt x="70479" y="3106"/>
                  </a:cubicBezTo>
                  <a:cubicBezTo>
                    <a:pt x="70479" y="1002"/>
                    <a:pt x="69267" y="100"/>
                    <a:pt x="67450" y="100"/>
                  </a:cubicBezTo>
                  <a:cubicBezTo>
                    <a:pt x="64422" y="100"/>
                    <a:pt x="37166" y="20542"/>
                    <a:pt x="19298" y="58721"/>
                  </a:cubicBezTo>
                  <a:cubicBezTo>
                    <a:pt x="3853" y="91790"/>
                    <a:pt x="218" y="125159"/>
                    <a:pt x="218" y="150412"/>
                  </a:cubicBezTo>
                  <a:cubicBezTo>
                    <a:pt x="218" y="173861"/>
                    <a:pt x="3550" y="210236"/>
                    <a:pt x="20206" y="244207"/>
                  </a:cubicBezTo>
                  <a:cubicBezTo>
                    <a:pt x="38377" y="281184"/>
                    <a:pt x="64422" y="300724"/>
                    <a:pt x="67450" y="300724"/>
                  </a:cubicBezTo>
                  <a:cubicBezTo>
                    <a:pt x="69267" y="300724"/>
                    <a:pt x="70479" y="299822"/>
                    <a:pt x="70479" y="2977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D9B6C19-378B-A70C-782A-1F05C6E21EA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1051142" y="6397455"/>
              <a:ext cx="150816" cy="136182"/>
            </a:xfrm>
            <a:custGeom>
              <a:avLst/>
              <a:gdLst>
                <a:gd name="csX0" fmla="*/ 92590 w 150816"/>
                <a:gd name="csY0" fmla="*/ 42187 h 136182"/>
                <a:gd name="csX1" fmla="*/ 122572 w 150816"/>
                <a:gd name="csY1" fmla="*/ 6713 h 136182"/>
                <a:gd name="csX2" fmla="*/ 137714 w 150816"/>
                <a:gd name="csY2" fmla="*/ 10621 h 136182"/>
                <a:gd name="csX3" fmla="*/ 123177 w 150816"/>
                <a:gd name="csY3" fmla="*/ 26855 h 136182"/>
                <a:gd name="csX4" fmla="*/ 134685 w 150816"/>
                <a:gd name="csY4" fmla="*/ 37377 h 136182"/>
                <a:gd name="csX5" fmla="*/ 151039 w 150816"/>
                <a:gd name="csY5" fmla="*/ 19941 h 136182"/>
                <a:gd name="csX6" fmla="*/ 122875 w 150816"/>
                <a:gd name="csY6" fmla="*/ 100 h 136182"/>
                <a:gd name="csX7" fmla="*/ 91076 w 150816"/>
                <a:gd name="csY7" fmla="*/ 22947 h 136182"/>
                <a:gd name="csX8" fmla="*/ 58369 w 150816"/>
                <a:gd name="csY8" fmla="*/ 100 h 136182"/>
                <a:gd name="csX9" fmla="*/ 9610 w 150816"/>
                <a:gd name="csY9" fmla="*/ 46396 h 136182"/>
                <a:gd name="csX10" fmla="*/ 13245 w 150816"/>
                <a:gd name="csY10" fmla="*/ 49402 h 136182"/>
                <a:gd name="csX11" fmla="*/ 17182 w 150816"/>
                <a:gd name="csY11" fmla="*/ 46095 h 136182"/>
                <a:gd name="csX12" fmla="*/ 57763 w 150816"/>
                <a:gd name="csY12" fmla="*/ 6713 h 136182"/>
                <a:gd name="csX13" fmla="*/ 74116 w 150816"/>
                <a:gd name="csY13" fmla="*/ 26855 h 136182"/>
                <a:gd name="csX14" fmla="*/ 57763 w 150816"/>
                <a:gd name="csY14" fmla="*/ 98404 h 136182"/>
                <a:gd name="csX15" fmla="*/ 28993 w 150816"/>
                <a:gd name="csY15" fmla="*/ 129669 h 136182"/>
                <a:gd name="csX16" fmla="*/ 13850 w 150816"/>
                <a:gd name="csY16" fmla="*/ 125761 h 136182"/>
                <a:gd name="csX17" fmla="*/ 28084 w 150816"/>
                <a:gd name="csY17" fmla="*/ 109527 h 136182"/>
                <a:gd name="csX18" fmla="*/ 16879 w 150816"/>
                <a:gd name="csY18" fmla="*/ 99005 h 136182"/>
                <a:gd name="csX19" fmla="*/ 222 w 150816"/>
                <a:gd name="csY19" fmla="*/ 116441 h 136182"/>
                <a:gd name="csX20" fmla="*/ 28690 w 150816"/>
                <a:gd name="csY20" fmla="*/ 136283 h 136182"/>
                <a:gd name="csX21" fmla="*/ 60488 w 150816"/>
                <a:gd name="csY21" fmla="*/ 113435 h 136182"/>
                <a:gd name="csX22" fmla="*/ 93196 w 150816"/>
                <a:gd name="csY22" fmla="*/ 136283 h 136182"/>
                <a:gd name="csX23" fmla="*/ 141651 w 150816"/>
                <a:gd name="csY23" fmla="*/ 89986 h 136182"/>
                <a:gd name="csX24" fmla="*/ 138017 w 150816"/>
                <a:gd name="csY24" fmla="*/ 86980 h 136182"/>
                <a:gd name="csX25" fmla="*/ 134080 w 150816"/>
                <a:gd name="csY25" fmla="*/ 90287 h 136182"/>
                <a:gd name="csX26" fmla="*/ 93801 w 150816"/>
                <a:gd name="csY26" fmla="*/ 129669 h 136182"/>
                <a:gd name="csX27" fmla="*/ 77145 w 150816"/>
                <a:gd name="csY27" fmla="*/ 109828 h 136182"/>
                <a:gd name="csX28" fmla="*/ 82293 w 150816"/>
                <a:gd name="csY28" fmla="*/ 83373 h 136182"/>
                <a:gd name="csX29" fmla="*/ 92590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590" y="42187"/>
                  </a:moveTo>
                  <a:cubicBezTo>
                    <a:pt x="94407" y="34371"/>
                    <a:pt x="101373" y="6713"/>
                    <a:pt x="122572" y="6713"/>
                  </a:cubicBezTo>
                  <a:cubicBezTo>
                    <a:pt x="124086" y="6713"/>
                    <a:pt x="131354" y="6713"/>
                    <a:pt x="137714" y="10621"/>
                  </a:cubicBezTo>
                  <a:cubicBezTo>
                    <a:pt x="129234" y="12125"/>
                    <a:pt x="123177" y="19640"/>
                    <a:pt x="123177" y="26855"/>
                  </a:cubicBezTo>
                  <a:cubicBezTo>
                    <a:pt x="123177" y="31665"/>
                    <a:pt x="126509" y="37377"/>
                    <a:pt x="134685" y="37377"/>
                  </a:cubicBezTo>
                  <a:cubicBezTo>
                    <a:pt x="141348" y="37377"/>
                    <a:pt x="151039" y="31966"/>
                    <a:pt x="151039" y="19941"/>
                  </a:cubicBezTo>
                  <a:cubicBezTo>
                    <a:pt x="151039" y="4308"/>
                    <a:pt x="133171" y="100"/>
                    <a:pt x="122875" y="100"/>
                  </a:cubicBezTo>
                  <a:cubicBezTo>
                    <a:pt x="105310" y="100"/>
                    <a:pt x="94710" y="16033"/>
                    <a:pt x="91076" y="22947"/>
                  </a:cubicBezTo>
                  <a:cubicBezTo>
                    <a:pt x="83505" y="3106"/>
                    <a:pt x="67151" y="100"/>
                    <a:pt x="58369" y="100"/>
                  </a:cubicBezTo>
                  <a:cubicBezTo>
                    <a:pt x="26873" y="100"/>
                    <a:pt x="9610" y="38880"/>
                    <a:pt x="9610" y="46396"/>
                  </a:cubicBezTo>
                  <a:cubicBezTo>
                    <a:pt x="9610" y="49402"/>
                    <a:pt x="12639" y="49402"/>
                    <a:pt x="13245" y="49402"/>
                  </a:cubicBezTo>
                  <a:cubicBezTo>
                    <a:pt x="15667" y="49402"/>
                    <a:pt x="16576" y="48801"/>
                    <a:pt x="17182" y="46095"/>
                  </a:cubicBezTo>
                  <a:cubicBezTo>
                    <a:pt x="27478" y="14229"/>
                    <a:pt x="47466" y="6713"/>
                    <a:pt x="57763" y="6713"/>
                  </a:cubicBezTo>
                  <a:cubicBezTo>
                    <a:pt x="63517" y="6713"/>
                    <a:pt x="74116" y="9419"/>
                    <a:pt x="74116" y="26855"/>
                  </a:cubicBezTo>
                  <a:cubicBezTo>
                    <a:pt x="74116" y="36175"/>
                    <a:pt x="68968" y="56316"/>
                    <a:pt x="57763" y="98404"/>
                  </a:cubicBezTo>
                  <a:cubicBezTo>
                    <a:pt x="52917" y="117043"/>
                    <a:pt x="42318" y="129669"/>
                    <a:pt x="28993" y="129669"/>
                  </a:cubicBezTo>
                  <a:cubicBezTo>
                    <a:pt x="27176" y="129669"/>
                    <a:pt x="20210" y="129669"/>
                    <a:pt x="13850" y="125761"/>
                  </a:cubicBezTo>
                  <a:cubicBezTo>
                    <a:pt x="21421" y="124258"/>
                    <a:pt x="28084" y="117945"/>
                    <a:pt x="28084" y="109527"/>
                  </a:cubicBezTo>
                  <a:cubicBezTo>
                    <a:pt x="28084" y="101410"/>
                    <a:pt x="21421" y="99005"/>
                    <a:pt x="16879" y="99005"/>
                  </a:cubicBezTo>
                  <a:cubicBezTo>
                    <a:pt x="7793" y="99005"/>
                    <a:pt x="222" y="106821"/>
                    <a:pt x="222" y="116441"/>
                  </a:cubicBezTo>
                  <a:cubicBezTo>
                    <a:pt x="222" y="130270"/>
                    <a:pt x="15365" y="136283"/>
                    <a:pt x="28690" y="136283"/>
                  </a:cubicBezTo>
                  <a:cubicBezTo>
                    <a:pt x="48678" y="136283"/>
                    <a:pt x="59580" y="115239"/>
                    <a:pt x="60488" y="113435"/>
                  </a:cubicBezTo>
                  <a:cubicBezTo>
                    <a:pt x="64123" y="124558"/>
                    <a:pt x="75025" y="136283"/>
                    <a:pt x="93196" y="136283"/>
                  </a:cubicBezTo>
                  <a:cubicBezTo>
                    <a:pt x="124389" y="136283"/>
                    <a:pt x="141651" y="97502"/>
                    <a:pt x="141651" y="89986"/>
                  </a:cubicBezTo>
                  <a:cubicBezTo>
                    <a:pt x="141651" y="86980"/>
                    <a:pt x="138925" y="86980"/>
                    <a:pt x="138017" y="86980"/>
                  </a:cubicBezTo>
                  <a:cubicBezTo>
                    <a:pt x="135291" y="86980"/>
                    <a:pt x="134685" y="88183"/>
                    <a:pt x="134080" y="90287"/>
                  </a:cubicBezTo>
                  <a:cubicBezTo>
                    <a:pt x="124086" y="122454"/>
                    <a:pt x="103492" y="129669"/>
                    <a:pt x="93801" y="129669"/>
                  </a:cubicBezTo>
                  <a:cubicBezTo>
                    <a:pt x="81990" y="129669"/>
                    <a:pt x="77145" y="120049"/>
                    <a:pt x="77145" y="109828"/>
                  </a:cubicBezTo>
                  <a:cubicBezTo>
                    <a:pt x="77145" y="103214"/>
                    <a:pt x="78962" y="96600"/>
                    <a:pt x="82293" y="83373"/>
                  </a:cubicBezTo>
                  <a:lnTo>
                    <a:pt x="92590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9DAFBD7-F8FC-2860-6815-87B730B1490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1226891" y="6435694"/>
              <a:ext cx="97516" cy="143939"/>
            </a:xfrm>
            <a:custGeom>
              <a:avLst/>
              <a:gdLst>
                <a:gd name="csX0" fmla="*/ 46654 w 97516"/>
                <a:gd name="csY0" fmla="*/ 69545 h 143939"/>
                <a:gd name="csX1" fmla="*/ 75061 w 97516"/>
                <a:gd name="csY1" fmla="*/ 103426 h 143939"/>
                <a:gd name="csX2" fmla="*/ 47502 w 97516"/>
                <a:gd name="csY2" fmla="*/ 137306 h 143939"/>
                <a:gd name="csX3" fmla="*/ 11464 w 97516"/>
                <a:gd name="csY3" fmla="*/ 122576 h 143939"/>
                <a:gd name="csX4" fmla="*/ 23759 w 97516"/>
                <a:gd name="csY4" fmla="*/ 110791 h 143939"/>
                <a:gd name="csX5" fmla="*/ 12100 w 97516"/>
                <a:gd name="csY5" fmla="*/ 99217 h 143939"/>
                <a:gd name="csX6" fmla="*/ 228 w 97516"/>
                <a:gd name="csY6" fmla="*/ 111422 h 143939"/>
                <a:gd name="csX7" fmla="*/ 47926 w 97516"/>
                <a:gd name="csY7" fmla="*/ 144040 h 143939"/>
                <a:gd name="csX8" fmla="*/ 97744 w 97516"/>
                <a:gd name="csY8" fmla="*/ 103426 h 143939"/>
                <a:gd name="csX9" fmla="*/ 60858 w 97516"/>
                <a:gd name="csY9" fmla="*/ 65758 h 143939"/>
                <a:gd name="csX10" fmla="*/ 91172 w 97516"/>
                <a:gd name="csY10" fmla="*/ 29141 h 143939"/>
                <a:gd name="csX11" fmla="*/ 48350 w 97516"/>
                <a:gd name="csY11" fmla="*/ 101 h 143939"/>
                <a:gd name="csX12" fmla="*/ 6800 w 97516"/>
                <a:gd name="csY12" fmla="*/ 28300 h 143939"/>
                <a:gd name="csX13" fmla="*/ 17823 w 97516"/>
                <a:gd name="csY13" fmla="*/ 39453 h 143939"/>
                <a:gd name="csX14" fmla="*/ 28635 w 97516"/>
                <a:gd name="csY14" fmla="*/ 28721 h 143939"/>
                <a:gd name="csX15" fmla="*/ 17823 w 97516"/>
                <a:gd name="csY15" fmla="*/ 17778 h 143939"/>
                <a:gd name="csX16" fmla="*/ 47714 w 97516"/>
                <a:gd name="csY16" fmla="*/ 6204 h 143939"/>
                <a:gd name="csX17" fmla="*/ 70609 w 97516"/>
                <a:gd name="csY17" fmla="*/ 29141 h 143939"/>
                <a:gd name="csX18" fmla="*/ 62130 w 97516"/>
                <a:gd name="csY18" fmla="*/ 54183 h 143939"/>
                <a:gd name="csX19" fmla="*/ 38598 w 97516"/>
                <a:gd name="csY19" fmla="*/ 63232 h 143939"/>
                <a:gd name="csX20" fmla="*/ 31815 w 97516"/>
                <a:gd name="csY20" fmla="*/ 63864 h 143939"/>
                <a:gd name="csX21" fmla="*/ 29695 w 97516"/>
                <a:gd name="csY21" fmla="*/ 66599 h 143939"/>
                <a:gd name="csX22" fmla="*/ 35207 w 97516"/>
                <a:gd name="csY22" fmla="*/ 69545 h 143939"/>
                <a:gd name="csX23" fmla="*/ 46654 w 97516"/>
                <a:gd name="csY23" fmla="*/ 69545 h 143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7516" h="143939">
                  <a:moveTo>
                    <a:pt x="46654" y="69545"/>
                  </a:moveTo>
                  <a:cubicBezTo>
                    <a:pt x="63189" y="69545"/>
                    <a:pt x="75061" y="80909"/>
                    <a:pt x="75061" y="103426"/>
                  </a:cubicBezTo>
                  <a:cubicBezTo>
                    <a:pt x="75061" y="129520"/>
                    <a:pt x="59798" y="137306"/>
                    <a:pt x="47502" y="137306"/>
                  </a:cubicBezTo>
                  <a:cubicBezTo>
                    <a:pt x="39022" y="137306"/>
                    <a:pt x="20367" y="134991"/>
                    <a:pt x="11464" y="122576"/>
                  </a:cubicBezTo>
                  <a:cubicBezTo>
                    <a:pt x="21427" y="122155"/>
                    <a:pt x="23759" y="115210"/>
                    <a:pt x="23759" y="110791"/>
                  </a:cubicBezTo>
                  <a:cubicBezTo>
                    <a:pt x="23759" y="104057"/>
                    <a:pt x="18671" y="99217"/>
                    <a:pt x="12100" y="99217"/>
                  </a:cubicBezTo>
                  <a:cubicBezTo>
                    <a:pt x="6164" y="99217"/>
                    <a:pt x="228" y="102795"/>
                    <a:pt x="228" y="111422"/>
                  </a:cubicBezTo>
                  <a:cubicBezTo>
                    <a:pt x="228" y="131204"/>
                    <a:pt x="22275" y="144040"/>
                    <a:pt x="47926" y="144040"/>
                  </a:cubicBezTo>
                  <a:cubicBezTo>
                    <a:pt x="77393" y="144040"/>
                    <a:pt x="97744" y="124470"/>
                    <a:pt x="97744" y="103426"/>
                  </a:cubicBezTo>
                  <a:cubicBezTo>
                    <a:pt x="97744" y="87012"/>
                    <a:pt x="84177" y="70598"/>
                    <a:pt x="60858" y="65758"/>
                  </a:cubicBezTo>
                  <a:cubicBezTo>
                    <a:pt x="83117" y="57761"/>
                    <a:pt x="91172" y="41978"/>
                    <a:pt x="91172" y="29141"/>
                  </a:cubicBezTo>
                  <a:cubicBezTo>
                    <a:pt x="91172" y="12517"/>
                    <a:pt x="71881" y="101"/>
                    <a:pt x="48350" y="101"/>
                  </a:cubicBezTo>
                  <a:cubicBezTo>
                    <a:pt x="24819" y="101"/>
                    <a:pt x="6800" y="11465"/>
                    <a:pt x="6800" y="28300"/>
                  </a:cubicBezTo>
                  <a:cubicBezTo>
                    <a:pt x="6800" y="35455"/>
                    <a:pt x="11464" y="39453"/>
                    <a:pt x="17823" y="39453"/>
                  </a:cubicBezTo>
                  <a:cubicBezTo>
                    <a:pt x="24395" y="39453"/>
                    <a:pt x="28635" y="34613"/>
                    <a:pt x="28635" y="28721"/>
                  </a:cubicBezTo>
                  <a:cubicBezTo>
                    <a:pt x="28635" y="22618"/>
                    <a:pt x="24395" y="18199"/>
                    <a:pt x="17823" y="17778"/>
                  </a:cubicBezTo>
                  <a:cubicBezTo>
                    <a:pt x="25243" y="8519"/>
                    <a:pt x="39870" y="6204"/>
                    <a:pt x="47714" y="6204"/>
                  </a:cubicBezTo>
                  <a:cubicBezTo>
                    <a:pt x="57254" y="6204"/>
                    <a:pt x="70609" y="10833"/>
                    <a:pt x="70609" y="29141"/>
                  </a:cubicBezTo>
                  <a:cubicBezTo>
                    <a:pt x="70609" y="37980"/>
                    <a:pt x="67641" y="47660"/>
                    <a:pt x="62130" y="54183"/>
                  </a:cubicBezTo>
                  <a:cubicBezTo>
                    <a:pt x="55134" y="62180"/>
                    <a:pt x="49198" y="62601"/>
                    <a:pt x="38598" y="63232"/>
                  </a:cubicBezTo>
                  <a:cubicBezTo>
                    <a:pt x="33299" y="63653"/>
                    <a:pt x="32875" y="63653"/>
                    <a:pt x="31815" y="63864"/>
                  </a:cubicBezTo>
                  <a:cubicBezTo>
                    <a:pt x="31391" y="63864"/>
                    <a:pt x="29695" y="64284"/>
                    <a:pt x="29695" y="66599"/>
                  </a:cubicBezTo>
                  <a:cubicBezTo>
                    <a:pt x="29695" y="69545"/>
                    <a:pt x="31603" y="69545"/>
                    <a:pt x="35207" y="69545"/>
                  </a:cubicBezTo>
                  <a:lnTo>
                    <a:pt x="46654" y="69545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FA8A46D4-0F1D-A0E5-87D6-8006597101A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1471464" y="6304863"/>
              <a:ext cx="12113" cy="300624"/>
            </a:xfrm>
            <a:custGeom>
              <a:avLst/>
              <a:gdLst>
                <a:gd name="csX0" fmla="*/ 12349 w 12113"/>
                <a:gd name="csY0" fmla="*/ 10922 h 300624"/>
                <a:gd name="csX1" fmla="*/ 6292 w 12113"/>
                <a:gd name="csY1" fmla="*/ 100 h 300624"/>
                <a:gd name="csX2" fmla="*/ 235 w 12113"/>
                <a:gd name="csY2" fmla="*/ 10922 h 300624"/>
                <a:gd name="csX3" fmla="*/ 235 w 12113"/>
                <a:gd name="csY3" fmla="*/ 289902 h 300624"/>
                <a:gd name="csX4" fmla="*/ 6292 w 12113"/>
                <a:gd name="csY4" fmla="*/ 300724 h 300624"/>
                <a:gd name="csX5" fmla="*/ 12349 w 12113"/>
                <a:gd name="csY5" fmla="*/ 289902 h 300624"/>
                <a:gd name="csX6" fmla="*/ 12349 w 12113"/>
                <a:gd name="csY6" fmla="*/ 1092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13" h="300624">
                  <a:moveTo>
                    <a:pt x="12349" y="10922"/>
                  </a:moveTo>
                  <a:cubicBezTo>
                    <a:pt x="12349" y="5511"/>
                    <a:pt x="12349" y="100"/>
                    <a:pt x="6292" y="100"/>
                  </a:cubicBezTo>
                  <a:cubicBezTo>
                    <a:pt x="235" y="100"/>
                    <a:pt x="235" y="5511"/>
                    <a:pt x="235" y="10922"/>
                  </a:cubicBezTo>
                  <a:lnTo>
                    <a:pt x="235" y="289902"/>
                  </a:lnTo>
                  <a:cubicBezTo>
                    <a:pt x="235" y="295313"/>
                    <a:pt x="235" y="300724"/>
                    <a:pt x="6292" y="300724"/>
                  </a:cubicBezTo>
                  <a:cubicBezTo>
                    <a:pt x="12349" y="300724"/>
                    <a:pt x="12349" y="295313"/>
                    <a:pt x="12349" y="289902"/>
                  </a:cubicBezTo>
                  <a:lnTo>
                    <a:pt x="12349" y="1092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4F839D1-8BFB-65BD-7C21-D0FA2BFED69F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1612453" y="6397455"/>
              <a:ext cx="150816" cy="136182"/>
            </a:xfrm>
            <a:custGeom>
              <a:avLst/>
              <a:gdLst>
                <a:gd name="csX0" fmla="*/ 92609 w 150816"/>
                <a:gd name="csY0" fmla="*/ 42187 h 136182"/>
                <a:gd name="csX1" fmla="*/ 122590 w 150816"/>
                <a:gd name="csY1" fmla="*/ 6713 h 136182"/>
                <a:gd name="csX2" fmla="*/ 137732 w 150816"/>
                <a:gd name="csY2" fmla="*/ 10621 h 136182"/>
                <a:gd name="csX3" fmla="*/ 123196 w 150816"/>
                <a:gd name="csY3" fmla="*/ 26855 h 136182"/>
                <a:gd name="csX4" fmla="*/ 134704 w 150816"/>
                <a:gd name="csY4" fmla="*/ 37377 h 136182"/>
                <a:gd name="csX5" fmla="*/ 151058 w 150816"/>
                <a:gd name="csY5" fmla="*/ 19941 h 136182"/>
                <a:gd name="csX6" fmla="*/ 122893 w 150816"/>
                <a:gd name="csY6" fmla="*/ 100 h 136182"/>
                <a:gd name="csX7" fmla="*/ 91094 w 150816"/>
                <a:gd name="csY7" fmla="*/ 22947 h 136182"/>
                <a:gd name="csX8" fmla="*/ 58387 w 150816"/>
                <a:gd name="csY8" fmla="*/ 100 h 136182"/>
                <a:gd name="csX9" fmla="*/ 9629 w 150816"/>
                <a:gd name="csY9" fmla="*/ 46396 h 136182"/>
                <a:gd name="csX10" fmla="*/ 13263 w 150816"/>
                <a:gd name="csY10" fmla="*/ 49402 h 136182"/>
                <a:gd name="csX11" fmla="*/ 17200 w 150816"/>
                <a:gd name="csY11" fmla="*/ 46095 h 136182"/>
                <a:gd name="csX12" fmla="*/ 57781 w 150816"/>
                <a:gd name="csY12" fmla="*/ 6713 h 136182"/>
                <a:gd name="csX13" fmla="*/ 74135 w 150816"/>
                <a:gd name="csY13" fmla="*/ 26855 h 136182"/>
                <a:gd name="csX14" fmla="*/ 57781 w 150816"/>
                <a:gd name="csY14" fmla="*/ 98404 h 136182"/>
                <a:gd name="csX15" fmla="*/ 29011 w 150816"/>
                <a:gd name="csY15" fmla="*/ 129669 h 136182"/>
                <a:gd name="csX16" fmla="*/ 13869 w 150816"/>
                <a:gd name="csY16" fmla="*/ 125761 h 136182"/>
                <a:gd name="csX17" fmla="*/ 28103 w 150816"/>
                <a:gd name="csY17" fmla="*/ 109527 h 136182"/>
                <a:gd name="csX18" fmla="*/ 16897 w 150816"/>
                <a:gd name="csY18" fmla="*/ 99005 h 136182"/>
                <a:gd name="csX19" fmla="*/ 241 w 150816"/>
                <a:gd name="csY19" fmla="*/ 116441 h 136182"/>
                <a:gd name="csX20" fmla="*/ 28708 w 150816"/>
                <a:gd name="csY20" fmla="*/ 136283 h 136182"/>
                <a:gd name="csX21" fmla="*/ 60507 w 150816"/>
                <a:gd name="csY21" fmla="*/ 113435 h 136182"/>
                <a:gd name="csX22" fmla="*/ 93214 w 150816"/>
                <a:gd name="csY22" fmla="*/ 136283 h 136182"/>
                <a:gd name="csX23" fmla="*/ 141669 w 150816"/>
                <a:gd name="csY23" fmla="*/ 89986 h 136182"/>
                <a:gd name="csX24" fmla="*/ 138035 w 150816"/>
                <a:gd name="csY24" fmla="*/ 86980 h 136182"/>
                <a:gd name="csX25" fmla="*/ 134098 w 150816"/>
                <a:gd name="csY25" fmla="*/ 90287 h 136182"/>
                <a:gd name="csX26" fmla="*/ 93820 w 150816"/>
                <a:gd name="csY26" fmla="*/ 129669 h 136182"/>
                <a:gd name="csX27" fmla="*/ 77163 w 150816"/>
                <a:gd name="csY27" fmla="*/ 109828 h 136182"/>
                <a:gd name="csX28" fmla="*/ 82312 w 150816"/>
                <a:gd name="csY28" fmla="*/ 83373 h 136182"/>
                <a:gd name="csX29" fmla="*/ 92609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609" y="42187"/>
                  </a:moveTo>
                  <a:cubicBezTo>
                    <a:pt x="94426" y="34371"/>
                    <a:pt x="101391" y="6713"/>
                    <a:pt x="122590" y="6713"/>
                  </a:cubicBezTo>
                  <a:cubicBezTo>
                    <a:pt x="124104" y="6713"/>
                    <a:pt x="131373" y="6713"/>
                    <a:pt x="137732" y="10621"/>
                  </a:cubicBezTo>
                  <a:cubicBezTo>
                    <a:pt x="129253" y="12125"/>
                    <a:pt x="123196" y="19640"/>
                    <a:pt x="123196" y="26855"/>
                  </a:cubicBezTo>
                  <a:cubicBezTo>
                    <a:pt x="123196" y="31665"/>
                    <a:pt x="126527" y="37377"/>
                    <a:pt x="134704" y="37377"/>
                  </a:cubicBezTo>
                  <a:cubicBezTo>
                    <a:pt x="141367" y="37377"/>
                    <a:pt x="151058" y="31966"/>
                    <a:pt x="151058" y="19941"/>
                  </a:cubicBezTo>
                  <a:cubicBezTo>
                    <a:pt x="151058" y="4308"/>
                    <a:pt x="133190" y="100"/>
                    <a:pt x="122893" y="100"/>
                  </a:cubicBezTo>
                  <a:cubicBezTo>
                    <a:pt x="105328" y="100"/>
                    <a:pt x="94728" y="16033"/>
                    <a:pt x="91094" y="22947"/>
                  </a:cubicBezTo>
                  <a:cubicBezTo>
                    <a:pt x="83523" y="3106"/>
                    <a:pt x="67170" y="100"/>
                    <a:pt x="58387" y="100"/>
                  </a:cubicBezTo>
                  <a:cubicBezTo>
                    <a:pt x="26891" y="100"/>
                    <a:pt x="9629" y="38880"/>
                    <a:pt x="9629" y="46396"/>
                  </a:cubicBezTo>
                  <a:cubicBezTo>
                    <a:pt x="9629" y="49402"/>
                    <a:pt x="12657" y="49402"/>
                    <a:pt x="13263" y="49402"/>
                  </a:cubicBezTo>
                  <a:cubicBezTo>
                    <a:pt x="15686" y="49402"/>
                    <a:pt x="16594" y="48801"/>
                    <a:pt x="17200" y="46095"/>
                  </a:cubicBezTo>
                  <a:cubicBezTo>
                    <a:pt x="27497" y="14229"/>
                    <a:pt x="47485" y="6713"/>
                    <a:pt x="57781" y="6713"/>
                  </a:cubicBezTo>
                  <a:cubicBezTo>
                    <a:pt x="63535" y="6713"/>
                    <a:pt x="74135" y="9419"/>
                    <a:pt x="74135" y="26855"/>
                  </a:cubicBezTo>
                  <a:cubicBezTo>
                    <a:pt x="74135" y="36175"/>
                    <a:pt x="68987" y="56316"/>
                    <a:pt x="57781" y="98404"/>
                  </a:cubicBezTo>
                  <a:cubicBezTo>
                    <a:pt x="52936" y="117043"/>
                    <a:pt x="42336" y="129669"/>
                    <a:pt x="29011" y="129669"/>
                  </a:cubicBezTo>
                  <a:cubicBezTo>
                    <a:pt x="27194" y="129669"/>
                    <a:pt x="20229" y="129669"/>
                    <a:pt x="13869" y="125761"/>
                  </a:cubicBezTo>
                  <a:cubicBezTo>
                    <a:pt x="21440" y="124258"/>
                    <a:pt x="28103" y="117945"/>
                    <a:pt x="28103" y="109527"/>
                  </a:cubicBezTo>
                  <a:cubicBezTo>
                    <a:pt x="28103" y="101410"/>
                    <a:pt x="21440" y="99005"/>
                    <a:pt x="16897" y="99005"/>
                  </a:cubicBezTo>
                  <a:cubicBezTo>
                    <a:pt x="7812" y="99005"/>
                    <a:pt x="241" y="106821"/>
                    <a:pt x="241" y="116441"/>
                  </a:cubicBezTo>
                  <a:cubicBezTo>
                    <a:pt x="241" y="130270"/>
                    <a:pt x="15383" y="136283"/>
                    <a:pt x="28708" y="136283"/>
                  </a:cubicBezTo>
                  <a:cubicBezTo>
                    <a:pt x="48696" y="136283"/>
                    <a:pt x="59598" y="115239"/>
                    <a:pt x="60507" y="113435"/>
                  </a:cubicBezTo>
                  <a:cubicBezTo>
                    <a:pt x="64141" y="124558"/>
                    <a:pt x="75044" y="136283"/>
                    <a:pt x="93214" y="136283"/>
                  </a:cubicBezTo>
                  <a:cubicBezTo>
                    <a:pt x="124407" y="136283"/>
                    <a:pt x="141669" y="97502"/>
                    <a:pt x="141669" y="89986"/>
                  </a:cubicBezTo>
                  <a:cubicBezTo>
                    <a:pt x="141669" y="86980"/>
                    <a:pt x="138944" y="86980"/>
                    <a:pt x="138035" y="86980"/>
                  </a:cubicBezTo>
                  <a:cubicBezTo>
                    <a:pt x="135310" y="86980"/>
                    <a:pt x="134704" y="88183"/>
                    <a:pt x="134098" y="90287"/>
                  </a:cubicBezTo>
                  <a:cubicBezTo>
                    <a:pt x="124104" y="122454"/>
                    <a:pt x="103511" y="129669"/>
                    <a:pt x="93820" y="129669"/>
                  </a:cubicBezTo>
                  <a:cubicBezTo>
                    <a:pt x="82009" y="129669"/>
                    <a:pt x="77163" y="120049"/>
                    <a:pt x="77163" y="109828"/>
                  </a:cubicBezTo>
                  <a:cubicBezTo>
                    <a:pt x="77163" y="103214"/>
                    <a:pt x="78980" y="96600"/>
                    <a:pt x="82312" y="83373"/>
                  </a:cubicBezTo>
                  <a:lnTo>
                    <a:pt x="92609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D31E035F-5707-DE7F-DEA2-D5C45A0B2BD5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1799863" y="6435694"/>
              <a:ext cx="77164" cy="139730"/>
            </a:xfrm>
            <a:custGeom>
              <a:avLst/>
              <a:gdLst>
                <a:gd name="csX0" fmla="*/ 48157 w 77164"/>
                <a:gd name="csY0" fmla="*/ 5993 h 139730"/>
                <a:gd name="csX1" fmla="*/ 41797 w 77164"/>
                <a:gd name="csY1" fmla="*/ 101 h 139730"/>
                <a:gd name="csX2" fmla="*/ 246 w 77164"/>
                <a:gd name="csY2" fmla="*/ 13569 h 139730"/>
                <a:gd name="csX3" fmla="*/ 246 w 77164"/>
                <a:gd name="csY3" fmla="*/ 21145 h 139730"/>
                <a:gd name="csX4" fmla="*/ 30985 w 77164"/>
                <a:gd name="csY4" fmla="*/ 15253 h 139730"/>
                <a:gd name="csX5" fmla="*/ 30985 w 77164"/>
                <a:gd name="csY5" fmla="*/ 122576 h 139730"/>
                <a:gd name="csX6" fmla="*/ 9786 w 77164"/>
                <a:gd name="csY6" fmla="*/ 132256 h 139730"/>
                <a:gd name="csX7" fmla="*/ 1730 w 77164"/>
                <a:gd name="csY7" fmla="*/ 132256 h 139730"/>
                <a:gd name="csX8" fmla="*/ 1730 w 77164"/>
                <a:gd name="csY8" fmla="*/ 139831 h 139730"/>
                <a:gd name="csX9" fmla="*/ 39465 w 77164"/>
                <a:gd name="csY9" fmla="*/ 138990 h 139730"/>
                <a:gd name="csX10" fmla="*/ 77411 w 77164"/>
                <a:gd name="csY10" fmla="*/ 139831 h 139730"/>
                <a:gd name="csX11" fmla="*/ 77411 w 77164"/>
                <a:gd name="csY11" fmla="*/ 132256 h 139730"/>
                <a:gd name="csX12" fmla="*/ 69356 w 77164"/>
                <a:gd name="csY12" fmla="*/ 132256 h 139730"/>
                <a:gd name="csX13" fmla="*/ 48157 w 77164"/>
                <a:gd name="csY13" fmla="*/ 122576 h 139730"/>
                <a:gd name="csX14" fmla="*/ 48157 w 77164"/>
                <a:gd name="csY14" fmla="*/ 5993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157" y="5993"/>
                  </a:moveTo>
                  <a:cubicBezTo>
                    <a:pt x="48157" y="312"/>
                    <a:pt x="47733" y="101"/>
                    <a:pt x="41797" y="101"/>
                  </a:cubicBezTo>
                  <a:cubicBezTo>
                    <a:pt x="28229" y="13359"/>
                    <a:pt x="8938" y="13569"/>
                    <a:pt x="246" y="13569"/>
                  </a:cubicBezTo>
                  <a:lnTo>
                    <a:pt x="246" y="21145"/>
                  </a:lnTo>
                  <a:cubicBezTo>
                    <a:pt x="5334" y="21145"/>
                    <a:pt x="19326" y="21145"/>
                    <a:pt x="30985" y="15253"/>
                  </a:cubicBezTo>
                  <a:lnTo>
                    <a:pt x="30985" y="122576"/>
                  </a:lnTo>
                  <a:cubicBezTo>
                    <a:pt x="30985" y="129520"/>
                    <a:pt x="30985" y="132256"/>
                    <a:pt x="9786" y="132256"/>
                  </a:cubicBezTo>
                  <a:lnTo>
                    <a:pt x="1730" y="132256"/>
                  </a:lnTo>
                  <a:lnTo>
                    <a:pt x="1730" y="139831"/>
                  </a:lnTo>
                  <a:cubicBezTo>
                    <a:pt x="5546" y="139621"/>
                    <a:pt x="31621" y="138990"/>
                    <a:pt x="39465" y="138990"/>
                  </a:cubicBezTo>
                  <a:cubicBezTo>
                    <a:pt x="46037" y="138990"/>
                    <a:pt x="72748" y="139621"/>
                    <a:pt x="77411" y="139831"/>
                  </a:cubicBezTo>
                  <a:lnTo>
                    <a:pt x="77411" y="132256"/>
                  </a:lnTo>
                  <a:lnTo>
                    <a:pt x="69356" y="132256"/>
                  </a:lnTo>
                  <a:cubicBezTo>
                    <a:pt x="48157" y="132256"/>
                    <a:pt x="48157" y="129520"/>
                    <a:pt x="48157" y="122576"/>
                  </a:cubicBezTo>
                  <a:lnTo>
                    <a:pt x="48157" y="599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9D6CBD5-F7E8-AB67-C34F-04711166B230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1938660" y="6498465"/>
              <a:ext cx="35432" cy="89886"/>
            </a:xfrm>
            <a:custGeom>
              <a:avLst/>
              <a:gdLst>
                <a:gd name="csX0" fmla="*/ 35684 w 35432"/>
                <a:gd name="csY0" fmla="*/ 31665 h 89886"/>
                <a:gd name="csX1" fmla="*/ 16302 w 35432"/>
                <a:gd name="csY1" fmla="*/ 100 h 89886"/>
                <a:gd name="csX2" fmla="*/ 251 w 35432"/>
                <a:gd name="csY2" fmla="*/ 16033 h 89886"/>
                <a:gd name="csX3" fmla="*/ 16302 w 35432"/>
                <a:gd name="csY3" fmla="*/ 31966 h 89886"/>
                <a:gd name="csX4" fmla="*/ 26901 w 35432"/>
                <a:gd name="csY4" fmla="*/ 28058 h 89886"/>
                <a:gd name="csX5" fmla="*/ 28416 w 35432"/>
                <a:gd name="csY5" fmla="*/ 27156 h 89886"/>
                <a:gd name="csX6" fmla="*/ 29021 w 35432"/>
                <a:gd name="csY6" fmla="*/ 31665 h 89886"/>
                <a:gd name="csX7" fmla="*/ 8428 w 35432"/>
                <a:gd name="csY7" fmla="*/ 81870 h 89886"/>
                <a:gd name="csX8" fmla="*/ 5096 w 35432"/>
                <a:gd name="csY8" fmla="*/ 86680 h 89886"/>
                <a:gd name="csX9" fmla="*/ 8125 w 35432"/>
                <a:gd name="csY9" fmla="*/ 89986 h 89886"/>
                <a:gd name="csX10" fmla="*/ 35684 w 35432"/>
                <a:gd name="csY10" fmla="*/ 31665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32" h="89886">
                  <a:moveTo>
                    <a:pt x="35684" y="31665"/>
                  </a:moveTo>
                  <a:cubicBezTo>
                    <a:pt x="35684" y="11824"/>
                    <a:pt x="28113" y="100"/>
                    <a:pt x="16302" y="100"/>
                  </a:cubicBezTo>
                  <a:cubicBezTo>
                    <a:pt x="6308" y="100"/>
                    <a:pt x="251" y="7615"/>
                    <a:pt x="251" y="16033"/>
                  </a:cubicBezTo>
                  <a:cubicBezTo>
                    <a:pt x="251" y="24150"/>
                    <a:pt x="6308" y="31966"/>
                    <a:pt x="16302" y="31966"/>
                  </a:cubicBezTo>
                  <a:cubicBezTo>
                    <a:pt x="19936" y="31966"/>
                    <a:pt x="23873" y="30763"/>
                    <a:pt x="26901" y="28058"/>
                  </a:cubicBezTo>
                  <a:cubicBezTo>
                    <a:pt x="27810" y="27456"/>
                    <a:pt x="28113" y="27156"/>
                    <a:pt x="28416" y="27156"/>
                  </a:cubicBezTo>
                  <a:cubicBezTo>
                    <a:pt x="28718" y="27156"/>
                    <a:pt x="29021" y="27456"/>
                    <a:pt x="29021" y="31665"/>
                  </a:cubicBezTo>
                  <a:cubicBezTo>
                    <a:pt x="29021" y="53911"/>
                    <a:pt x="18422" y="71949"/>
                    <a:pt x="8428" y="81870"/>
                  </a:cubicBezTo>
                  <a:cubicBezTo>
                    <a:pt x="5096" y="85176"/>
                    <a:pt x="5096" y="85778"/>
                    <a:pt x="5096" y="86680"/>
                  </a:cubicBezTo>
                  <a:cubicBezTo>
                    <a:pt x="5096" y="88784"/>
                    <a:pt x="6611" y="89986"/>
                    <a:pt x="8125" y="89986"/>
                  </a:cubicBezTo>
                  <a:cubicBezTo>
                    <a:pt x="11456" y="89986"/>
                    <a:pt x="35684" y="66838"/>
                    <a:pt x="35684" y="31665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2294976-FFED-9622-E81E-9DFA8E31F604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2055995" y="6397455"/>
              <a:ext cx="150816" cy="136182"/>
            </a:xfrm>
            <a:custGeom>
              <a:avLst/>
              <a:gdLst>
                <a:gd name="csX0" fmla="*/ 92623 w 150816"/>
                <a:gd name="csY0" fmla="*/ 42187 h 136182"/>
                <a:gd name="csX1" fmla="*/ 122605 w 150816"/>
                <a:gd name="csY1" fmla="*/ 6713 h 136182"/>
                <a:gd name="csX2" fmla="*/ 137747 w 150816"/>
                <a:gd name="csY2" fmla="*/ 10621 h 136182"/>
                <a:gd name="csX3" fmla="*/ 123210 w 150816"/>
                <a:gd name="csY3" fmla="*/ 26855 h 136182"/>
                <a:gd name="csX4" fmla="*/ 134719 w 150816"/>
                <a:gd name="csY4" fmla="*/ 37377 h 136182"/>
                <a:gd name="csX5" fmla="*/ 151072 w 150816"/>
                <a:gd name="csY5" fmla="*/ 19941 h 136182"/>
                <a:gd name="csX6" fmla="*/ 122908 w 150816"/>
                <a:gd name="csY6" fmla="*/ 100 h 136182"/>
                <a:gd name="csX7" fmla="*/ 91109 w 150816"/>
                <a:gd name="csY7" fmla="*/ 22947 h 136182"/>
                <a:gd name="csX8" fmla="*/ 58402 w 150816"/>
                <a:gd name="csY8" fmla="*/ 100 h 136182"/>
                <a:gd name="csX9" fmla="*/ 9644 w 150816"/>
                <a:gd name="csY9" fmla="*/ 46396 h 136182"/>
                <a:gd name="csX10" fmla="*/ 13278 w 150816"/>
                <a:gd name="csY10" fmla="*/ 49402 h 136182"/>
                <a:gd name="csX11" fmla="*/ 17215 w 150816"/>
                <a:gd name="csY11" fmla="*/ 46095 h 136182"/>
                <a:gd name="csX12" fmla="*/ 57796 w 150816"/>
                <a:gd name="csY12" fmla="*/ 6713 h 136182"/>
                <a:gd name="csX13" fmla="*/ 74150 w 150816"/>
                <a:gd name="csY13" fmla="*/ 26855 h 136182"/>
                <a:gd name="csX14" fmla="*/ 57796 w 150816"/>
                <a:gd name="csY14" fmla="*/ 98404 h 136182"/>
                <a:gd name="csX15" fmla="*/ 29026 w 150816"/>
                <a:gd name="csY15" fmla="*/ 129669 h 136182"/>
                <a:gd name="csX16" fmla="*/ 13883 w 150816"/>
                <a:gd name="csY16" fmla="*/ 125761 h 136182"/>
                <a:gd name="csX17" fmla="*/ 28117 w 150816"/>
                <a:gd name="csY17" fmla="*/ 109527 h 136182"/>
                <a:gd name="csX18" fmla="*/ 16912 w 150816"/>
                <a:gd name="csY18" fmla="*/ 99005 h 136182"/>
                <a:gd name="csX19" fmla="*/ 255 w 150816"/>
                <a:gd name="csY19" fmla="*/ 116441 h 136182"/>
                <a:gd name="csX20" fmla="*/ 28723 w 150816"/>
                <a:gd name="csY20" fmla="*/ 136283 h 136182"/>
                <a:gd name="csX21" fmla="*/ 60522 w 150816"/>
                <a:gd name="csY21" fmla="*/ 113435 h 136182"/>
                <a:gd name="csX22" fmla="*/ 93229 w 150816"/>
                <a:gd name="csY22" fmla="*/ 136283 h 136182"/>
                <a:gd name="csX23" fmla="*/ 141684 w 150816"/>
                <a:gd name="csY23" fmla="*/ 89986 h 136182"/>
                <a:gd name="csX24" fmla="*/ 138050 w 150816"/>
                <a:gd name="csY24" fmla="*/ 86980 h 136182"/>
                <a:gd name="csX25" fmla="*/ 134113 w 150816"/>
                <a:gd name="csY25" fmla="*/ 90287 h 136182"/>
                <a:gd name="csX26" fmla="*/ 93834 w 150816"/>
                <a:gd name="csY26" fmla="*/ 129669 h 136182"/>
                <a:gd name="csX27" fmla="*/ 77178 w 150816"/>
                <a:gd name="csY27" fmla="*/ 109828 h 136182"/>
                <a:gd name="csX28" fmla="*/ 82326 w 150816"/>
                <a:gd name="csY28" fmla="*/ 83373 h 136182"/>
                <a:gd name="csX29" fmla="*/ 92623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623" y="42187"/>
                  </a:moveTo>
                  <a:cubicBezTo>
                    <a:pt x="94440" y="34371"/>
                    <a:pt x="101406" y="6713"/>
                    <a:pt x="122605" y="6713"/>
                  </a:cubicBezTo>
                  <a:cubicBezTo>
                    <a:pt x="124119" y="6713"/>
                    <a:pt x="131387" y="6713"/>
                    <a:pt x="137747" y="10621"/>
                  </a:cubicBezTo>
                  <a:cubicBezTo>
                    <a:pt x="129267" y="12125"/>
                    <a:pt x="123210" y="19640"/>
                    <a:pt x="123210" y="26855"/>
                  </a:cubicBezTo>
                  <a:cubicBezTo>
                    <a:pt x="123210" y="31665"/>
                    <a:pt x="126542" y="37377"/>
                    <a:pt x="134719" y="37377"/>
                  </a:cubicBezTo>
                  <a:cubicBezTo>
                    <a:pt x="141381" y="37377"/>
                    <a:pt x="151072" y="31966"/>
                    <a:pt x="151072" y="19941"/>
                  </a:cubicBezTo>
                  <a:cubicBezTo>
                    <a:pt x="151072" y="4308"/>
                    <a:pt x="133204" y="100"/>
                    <a:pt x="122908" y="100"/>
                  </a:cubicBezTo>
                  <a:cubicBezTo>
                    <a:pt x="105343" y="100"/>
                    <a:pt x="94743" y="16033"/>
                    <a:pt x="91109" y="22947"/>
                  </a:cubicBezTo>
                  <a:cubicBezTo>
                    <a:pt x="83538" y="3106"/>
                    <a:pt x="67184" y="100"/>
                    <a:pt x="58402" y="100"/>
                  </a:cubicBezTo>
                  <a:cubicBezTo>
                    <a:pt x="26906" y="100"/>
                    <a:pt x="9644" y="38880"/>
                    <a:pt x="9644" y="46396"/>
                  </a:cubicBezTo>
                  <a:cubicBezTo>
                    <a:pt x="9644" y="49402"/>
                    <a:pt x="12672" y="49402"/>
                    <a:pt x="13278" y="49402"/>
                  </a:cubicBezTo>
                  <a:cubicBezTo>
                    <a:pt x="15700" y="49402"/>
                    <a:pt x="16609" y="48801"/>
                    <a:pt x="17215" y="46095"/>
                  </a:cubicBezTo>
                  <a:cubicBezTo>
                    <a:pt x="27511" y="14229"/>
                    <a:pt x="47499" y="6713"/>
                    <a:pt x="57796" y="6713"/>
                  </a:cubicBezTo>
                  <a:cubicBezTo>
                    <a:pt x="63550" y="6713"/>
                    <a:pt x="74150" y="9419"/>
                    <a:pt x="74150" y="26855"/>
                  </a:cubicBezTo>
                  <a:cubicBezTo>
                    <a:pt x="74150" y="36175"/>
                    <a:pt x="69001" y="56316"/>
                    <a:pt x="57796" y="98404"/>
                  </a:cubicBezTo>
                  <a:cubicBezTo>
                    <a:pt x="52950" y="117043"/>
                    <a:pt x="42351" y="129669"/>
                    <a:pt x="29026" y="129669"/>
                  </a:cubicBezTo>
                  <a:cubicBezTo>
                    <a:pt x="27209" y="129669"/>
                    <a:pt x="20243" y="129669"/>
                    <a:pt x="13883" y="125761"/>
                  </a:cubicBezTo>
                  <a:cubicBezTo>
                    <a:pt x="21455" y="124258"/>
                    <a:pt x="28117" y="117945"/>
                    <a:pt x="28117" y="109527"/>
                  </a:cubicBezTo>
                  <a:cubicBezTo>
                    <a:pt x="28117" y="101410"/>
                    <a:pt x="21455" y="99005"/>
                    <a:pt x="16912" y="99005"/>
                  </a:cubicBezTo>
                  <a:cubicBezTo>
                    <a:pt x="7827" y="99005"/>
                    <a:pt x="255" y="106821"/>
                    <a:pt x="255" y="116441"/>
                  </a:cubicBezTo>
                  <a:cubicBezTo>
                    <a:pt x="255" y="130270"/>
                    <a:pt x="15398" y="136283"/>
                    <a:pt x="28723" y="136283"/>
                  </a:cubicBezTo>
                  <a:cubicBezTo>
                    <a:pt x="48711" y="136283"/>
                    <a:pt x="59613" y="115239"/>
                    <a:pt x="60522" y="113435"/>
                  </a:cubicBezTo>
                  <a:cubicBezTo>
                    <a:pt x="64156" y="124558"/>
                    <a:pt x="75058" y="136283"/>
                    <a:pt x="93229" y="136283"/>
                  </a:cubicBezTo>
                  <a:cubicBezTo>
                    <a:pt x="124422" y="136283"/>
                    <a:pt x="141684" y="97502"/>
                    <a:pt x="141684" y="89986"/>
                  </a:cubicBezTo>
                  <a:cubicBezTo>
                    <a:pt x="141684" y="86980"/>
                    <a:pt x="138958" y="86980"/>
                    <a:pt x="138050" y="86980"/>
                  </a:cubicBezTo>
                  <a:cubicBezTo>
                    <a:pt x="135324" y="86980"/>
                    <a:pt x="134719" y="88183"/>
                    <a:pt x="134113" y="90287"/>
                  </a:cubicBezTo>
                  <a:cubicBezTo>
                    <a:pt x="124119" y="122454"/>
                    <a:pt x="103526" y="129669"/>
                    <a:pt x="93834" y="129669"/>
                  </a:cubicBezTo>
                  <a:cubicBezTo>
                    <a:pt x="82024" y="129669"/>
                    <a:pt x="77178" y="120049"/>
                    <a:pt x="77178" y="109828"/>
                  </a:cubicBezTo>
                  <a:cubicBezTo>
                    <a:pt x="77178" y="103214"/>
                    <a:pt x="78995" y="96600"/>
                    <a:pt x="82326" y="83373"/>
                  </a:cubicBezTo>
                  <a:lnTo>
                    <a:pt x="92623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27075817-71C0-84B8-EC5F-0C3985C61666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2233652" y="6435694"/>
              <a:ext cx="93700" cy="139730"/>
            </a:xfrm>
            <a:custGeom>
              <a:avLst/>
              <a:gdLst>
                <a:gd name="csX0" fmla="*/ 93961 w 93700"/>
                <a:gd name="csY0" fmla="*/ 101532 h 139730"/>
                <a:gd name="csX1" fmla="*/ 86754 w 93700"/>
                <a:gd name="csY1" fmla="*/ 101532 h 139730"/>
                <a:gd name="csX2" fmla="*/ 81242 w 93700"/>
                <a:gd name="csY2" fmla="*/ 120682 h 139730"/>
                <a:gd name="csX3" fmla="*/ 60255 w 93700"/>
                <a:gd name="csY3" fmla="*/ 121944 h 139730"/>
                <a:gd name="csX4" fmla="*/ 21248 w 93700"/>
                <a:gd name="csY4" fmla="*/ 121944 h 139730"/>
                <a:gd name="csX5" fmla="*/ 63647 w 93700"/>
                <a:gd name="csY5" fmla="*/ 86591 h 139730"/>
                <a:gd name="csX6" fmla="*/ 93961 w 93700"/>
                <a:gd name="csY6" fmla="*/ 41136 h 139730"/>
                <a:gd name="csX7" fmla="*/ 44355 w 93700"/>
                <a:gd name="csY7" fmla="*/ 101 h 139730"/>
                <a:gd name="csX8" fmla="*/ 261 w 93700"/>
                <a:gd name="csY8" fmla="*/ 37769 h 139730"/>
                <a:gd name="csX9" fmla="*/ 11497 w 93700"/>
                <a:gd name="csY9" fmla="*/ 49554 h 139730"/>
                <a:gd name="csX10" fmla="*/ 22732 w 93700"/>
                <a:gd name="csY10" fmla="*/ 38401 h 139730"/>
                <a:gd name="csX11" fmla="*/ 10225 w 93700"/>
                <a:gd name="csY11" fmla="*/ 27248 h 139730"/>
                <a:gd name="csX12" fmla="*/ 41175 w 93700"/>
                <a:gd name="csY12" fmla="*/ 7677 h 139730"/>
                <a:gd name="csX13" fmla="*/ 73398 w 93700"/>
                <a:gd name="csY13" fmla="*/ 41136 h 139730"/>
                <a:gd name="csX14" fmla="*/ 53471 w 93700"/>
                <a:gd name="csY14" fmla="*/ 81540 h 139730"/>
                <a:gd name="csX15" fmla="*/ 2381 w 93700"/>
                <a:gd name="csY15" fmla="*/ 131624 h 139730"/>
                <a:gd name="csX16" fmla="*/ 261 w 93700"/>
                <a:gd name="csY16" fmla="*/ 139831 h 139730"/>
                <a:gd name="csX17" fmla="*/ 87602 w 93700"/>
                <a:gd name="csY17" fmla="*/ 139831 h 139730"/>
                <a:gd name="csX18" fmla="*/ 93961 w 93700"/>
                <a:gd name="csY18" fmla="*/ 101532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3700" h="139730">
                  <a:moveTo>
                    <a:pt x="93961" y="101532"/>
                  </a:moveTo>
                  <a:lnTo>
                    <a:pt x="86754" y="101532"/>
                  </a:lnTo>
                  <a:cubicBezTo>
                    <a:pt x="86118" y="106161"/>
                    <a:pt x="83998" y="118577"/>
                    <a:pt x="81242" y="120682"/>
                  </a:cubicBezTo>
                  <a:cubicBezTo>
                    <a:pt x="79546" y="121944"/>
                    <a:pt x="63223" y="121944"/>
                    <a:pt x="60255" y="121944"/>
                  </a:cubicBezTo>
                  <a:lnTo>
                    <a:pt x="21248" y="121944"/>
                  </a:lnTo>
                  <a:cubicBezTo>
                    <a:pt x="43507" y="102374"/>
                    <a:pt x="50927" y="96481"/>
                    <a:pt x="63647" y="86591"/>
                  </a:cubicBezTo>
                  <a:cubicBezTo>
                    <a:pt x="79334" y="74175"/>
                    <a:pt x="93961" y="61128"/>
                    <a:pt x="93961" y="41136"/>
                  </a:cubicBezTo>
                  <a:cubicBezTo>
                    <a:pt x="93961" y="15673"/>
                    <a:pt x="71490" y="101"/>
                    <a:pt x="44355" y="101"/>
                  </a:cubicBezTo>
                  <a:cubicBezTo>
                    <a:pt x="18068" y="101"/>
                    <a:pt x="261" y="18409"/>
                    <a:pt x="261" y="37769"/>
                  </a:cubicBezTo>
                  <a:cubicBezTo>
                    <a:pt x="261" y="48502"/>
                    <a:pt x="9377" y="49554"/>
                    <a:pt x="11497" y="49554"/>
                  </a:cubicBezTo>
                  <a:cubicBezTo>
                    <a:pt x="16584" y="49554"/>
                    <a:pt x="22732" y="45976"/>
                    <a:pt x="22732" y="38401"/>
                  </a:cubicBezTo>
                  <a:cubicBezTo>
                    <a:pt x="22732" y="34613"/>
                    <a:pt x="21248" y="27248"/>
                    <a:pt x="10225" y="27248"/>
                  </a:cubicBezTo>
                  <a:cubicBezTo>
                    <a:pt x="16796" y="12306"/>
                    <a:pt x="31212" y="7677"/>
                    <a:pt x="41175" y="7677"/>
                  </a:cubicBezTo>
                  <a:cubicBezTo>
                    <a:pt x="62375" y="7677"/>
                    <a:pt x="73398" y="24091"/>
                    <a:pt x="73398" y="41136"/>
                  </a:cubicBezTo>
                  <a:cubicBezTo>
                    <a:pt x="73398" y="59444"/>
                    <a:pt x="60255" y="73965"/>
                    <a:pt x="53471" y="81540"/>
                  </a:cubicBezTo>
                  <a:lnTo>
                    <a:pt x="2381" y="131624"/>
                  </a:lnTo>
                  <a:cubicBezTo>
                    <a:pt x="261" y="133518"/>
                    <a:pt x="261" y="133939"/>
                    <a:pt x="261" y="139831"/>
                  </a:cubicBezTo>
                  <a:lnTo>
                    <a:pt x="87602" y="139831"/>
                  </a:lnTo>
                  <a:lnTo>
                    <a:pt x="93961" y="10153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DCED31D-849B-5BBB-EB5A-DE9C94DB0233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2373419" y="6304863"/>
              <a:ext cx="70260" cy="300624"/>
            </a:xfrm>
            <a:custGeom>
              <a:avLst/>
              <a:gdLst>
                <a:gd name="csX0" fmla="*/ 70526 w 70260"/>
                <a:gd name="csY0" fmla="*/ 150412 h 300624"/>
                <a:gd name="csX1" fmla="*/ 50538 w 70260"/>
                <a:gd name="csY1" fmla="*/ 56617 h 300624"/>
                <a:gd name="csX2" fmla="*/ 3294 w 70260"/>
                <a:gd name="csY2" fmla="*/ 100 h 300624"/>
                <a:gd name="csX3" fmla="*/ 266 w 70260"/>
                <a:gd name="csY3" fmla="*/ 3106 h 300624"/>
                <a:gd name="csX4" fmla="*/ 6020 w 70260"/>
                <a:gd name="csY4" fmla="*/ 10020 h 300624"/>
                <a:gd name="csX5" fmla="*/ 52961 w 70260"/>
                <a:gd name="csY5" fmla="*/ 150412 h 300624"/>
                <a:gd name="csX6" fmla="*/ 4203 w 70260"/>
                <a:gd name="csY6" fmla="*/ 292607 h 300624"/>
                <a:gd name="csX7" fmla="*/ 266 w 70260"/>
                <a:gd name="csY7" fmla="*/ 297718 h 300624"/>
                <a:gd name="csX8" fmla="*/ 3294 w 70260"/>
                <a:gd name="csY8" fmla="*/ 300724 h 300624"/>
                <a:gd name="csX9" fmla="*/ 51446 w 70260"/>
                <a:gd name="csY9" fmla="*/ 242102 h 300624"/>
                <a:gd name="csX10" fmla="*/ 70526 w 70260"/>
                <a:gd name="csY10" fmla="*/ 15041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526" y="150412"/>
                  </a:moveTo>
                  <a:cubicBezTo>
                    <a:pt x="70526" y="126963"/>
                    <a:pt x="67194" y="90588"/>
                    <a:pt x="50538" y="56617"/>
                  </a:cubicBezTo>
                  <a:cubicBezTo>
                    <a:pt x="32367" y="19640"/>
                    <a:pt x="6322" y="100"/>
                    <a:pt x="3294" y="100"/>
                  </a:cubicBezTo>
                  <a:cubicBezTo>
                    <a:pt x="1477" y="100"/>
                    <a:pt x="266" y="1302"/>
                    <a:pt x="266" y="3106"/>
                  </a:cubicBezTo>
                  <a:cubicBezTo>
                    <a:pt x="266" y="4008"/>
                    <a:pt x="266" y="4609"/>
                    <a:pt x="6020" y="10020"/>
                  </a:cubicBezTo>
                  <a:cubicBezTo>
                    <a:pt x="35698" y="39782"/>
                    <a:pt x="52961" y="87581"/>
                    <a:pt x="52961" y="150412"/>
                  </a:cubicBezTo>
                  <a:cubicBezTo>
                    <a:pt x="52961" y="201819"/>
                    <a:pt x="41755" y="254729"/>
                    <a:pt x="4203" y="292607"/>
                  </a:cubicBezTo>
                  <a:cubicBezTo>
                    <a:pt x="266" y="296215"/>
                    <a:pt x="266" y="296816"/>
                    <a:pt x="266" y="297718"/>
                  </a:cubicBezTo>
                  <a:cubicBezTo>
                    <a:pt x="266" y="299522"/>
                    <a:pt x="1477" y="300724"/>
                    <a:pt x="3294" y="300724"/>
                  </a:cubicBezTo>
                  <a:cubicBezTo>
                    <a:pt x="6322" y="300724"/>
                    <a:pt x="33579" y="280282"/>
                    <a:pt x="51446" y="242102"/>
                  </a:cubicBezTo>
                  <a:cubicBezTo>
                    <a:pt x="66891" y="209034"/>
                    <a:pt x="70526" y="175664"/>
                    <a:pt x="70526" y="15041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F4C9A2B-1DE9-BFDB-028A-A2EA0CA008D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2550448" y="6498465"/>
              <a:ext cx="32101" cy="31866"/>
            </a:xfrm>
            <a:custGeom>
              <a:avLst/>
              <a:gdLst>
                <a:gd name="csX0" fmla="*/ 32373 w 32101"/>
                <a:gd name="csY0" fmla="*/ 16033 h 31866"/>
                <a:gd name="csX1" fmla="*/ 16322 w 32101"/>
                <a:gd name="csY1" fmla="*/ 100 h 31866"/>
                <a:gd name="csX2" fmla="*/ 271 w 32101"/>
                <a:gd name="csY2" fmla="*/ 16033 h 31866"/>
                <a:gd name="csX3" fmla="*/ 16322 w 32101"/>
                <a:gd name="csY3" fmla="*/ 31966 h 31866"/>
                <a:gd name="csX4" fmla="*/ 32373 w 32101"/>
                <a:gd name="csY4" fmla="*/ 16033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373" y="16033"/>
                  </a:moveTo>
                  <a:cubicBezTo>
                    <a:pt x="32373" y="7315"/>
                    <a:pt x="25104" y="100"/>
                    <a:pt x="16322" y="100"/>
                  </a:cubicBezTo>
                  <a:cubicBezTo>
                    <a:pt x="7539" y="100"/>
                    <a:pt x="271" y="7315"/>
                    <a:pt x="271" y="16033"/>
                  </a:cubicBezTo>
                  <a:cubicBezTo>
                    <a:pt x="271" y="24751"/>
                    <a:pt x="7539" y="31966"/>
                    <a:pt x="16322" y="31966"/>
                  </a:cubicBezTo>
                  <a:cubicBezTo>
                    <a:pt x="25104" y="31966"/>
                    <a:pt x="32373" y="24751"/>
                    <a:pt x="32373" y="1603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83DF4062-EC79-1DD8-DD88-57AB32DBA9BC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2685045" y="6498465"/>
              <a:ext cx="32101" cy="31866"/>
            </a:xfrm>
            <a:custGeom>
              <a:avLst/>
              <a:gdLst>
                <a:gd name="csX0" fmla="*/ 32377 w 32101"/>
                <a:gd name="csY0" fmla="*/ 16033 h 31866"/>
                <a:gd name="csX1" fmla="*/ 16326 w 32101"/>
                <a:gd name="csY1" fmla="*/ 100 h 31866"/>
                <a:gd name="csX2" fmla="*/ 276 w 32101"/>
                <a:gd name="csY2" fmla="*/ 16033 h 31866"/>
                <a:gd name="csX3" fmla="*/ 16326 w 32101"/>
                <a:gd name="csY3" fmla="*/ 31966 h 31866"/>
                <a:gd name="csX4" fmla="*/ 32377 w 32101"/>
                <a:gd name="csY4" fmla="*/ 16033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377" y="16033"/>
                  </a:moveTo>
                  <a:cubicBezTo>
                    <a:pt x="32377" y="7315"/>
                    <a:pt x="25109" y="100"/>
                    <a:pt x="16326" y="100"/>
                  </a:cubicBezTo>
                  <a:cubicBezTo>
                    <a:pt x="7544" y="100"/>
                    <a:pt x="276" y="7315"/>
                    <a:pt x="276" y="16033"/>
                  </a:cubicBezTo>
                  <a:cubicBezTo>
                    <a:pt x="276" y="24751"/>
                    <a:pt x="7544" y="31966"/>
                    <a:pt x="16326" y="31966"/>
                  </a:cubicBezTo>
                  <a:cubicBezTo>
                    <a:pt x="25109" y="31966"/>
                    <a:pt x="32377" y="24751"/>
                    <a:pt x="32377" y="1603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F48018C0-6506-A453-4631-D40D654B99DB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2819642" y="6498465"/>
              <a:ext cx="32101" cy="31866"/>
            </a:xfrm>
            <a:custGeom>
              <a:avLst/>
              <a:gdLst>
                <a:gd name="csX0" fmla="*/ 32382 w 32101"/>
                <a:gd name="csY0" fmla="*/ 16033 h 31866"/>
                <a:gd name="csX1" fmla="*/ 16331 w 32101"/>
                <a:gd name="csY1" fmla="*/ 100 h 31866"/>
                <a:gd name="csX2" fmla="*/ 280 w 32101"/>
                <a:gd name="csY2" fmla="*/ 16033 h 31866"/>
                <a:gd name="csX3" fmla="*/ 16331 w 32101"/>
                <a:gd name="csY3" fmla="*/ 31966 h 31866"/>
                <a:gd name="csX4" fmla="*/ 32382 w 32101"/>
                <a:gd name="csY4" fmla="*/ 16033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382" y="16033"/>
                  </a:moveTo>
                  <a:cubicBezTo>
                    <a:pt x="32382" y="7315"/>
                    <a:pt x="25113" y="100"/>
                    <a:pt x="16331" y="100"/>
                  </a:cubicBezTo>
                  <a:cubicBezTo>
                    <a:pt x="7548" y="100"/>
                    <a:pt x="280" y="7315"/>
                    <a:pt x="280" y="16033"/>
                  </a:cubicBezTo>
                  <a:cubicBezTo>
                    <a:pt x="280" y="24751"/>
                    <a:pt x="7548" y="31966"/>
                    <a:pt x="16331" y="31966"/>
                  </a:cubicBezTo>
                  <a:cubicBezTo>
                    <a:pt x="25113" y="31966"/>
                    <a:pt x="32382" y="24751"/>
                    <a:pt x="32382" y="1603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EDCA17C6-108C-03EC-B5A2-8DFF6CE761F1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2940308" y="6325004"/>
              <a:ext cx="216231" cy="205326"/>
            </a:xfrm>
            <a:custGeom>
              <a:avLst/>
              <a:gdLst>
                <a:gd name="csX0" fmla="*/ 79933 w 216231"/>
                <a:gd name="csY0" fmla="*/ 110429 h 205326"/>
                <a:gd name="csX1" fmla="*/ 131416 w 216231"/>
                <a:gd name="csY1" fmla="*/ 110429 h 205326"/>
                <a:gd name="csX2" fmla="*/ 216516 w 216231"/>
                <a:gd name="csY2" fmla="*/ 45494 h 205326"/>
                <a:gd name="csX3" fmla="*/ 156855 w 216231"/>
                <a:gd name="csY3" fmla="*/ 100 h 205326"/>
                <a:gd name="csX4" fmla="*/ 58733 w 216231"/>
                <a:gd name="csY4" fmla="*/ 100 h 205326"/>
                <a:gd name="csX5" fmla="*/ 49648 w 216231"/>
                <a:gd name="csY5" fmla="*/ 5811 h 205326"/>
                <a:gd name="csX6" fmla="*/ 58431 w 216231"/>
                <a:gd name="csY6" fmla="*/ 9419 h 205326"/>
                <a:gd name="csX7" fmla="*/ 71453 w 216231"/>
                <a:gd name="csY7" fmla="*/ 10020 h 205326"/>
                <a:gd name="csX8" fmla="*/ 78116 w 216231"/>
                <a:gd name="csY8" fmla="*/ 14830 h 205326"/>
                <a:gd name="csX9" fmla="*/ 76904 w 216231"/>
                <a:gd name="csY9" fmla="*/ 20542 h 205326"/>
                <a:gd name="csX10" fmla="*/ 36323 w 216231"/>
                <a:gd name="csY10" fmla="*/ 181978 h 205326"/>
                <a:gd name="csX11" fmla="*/ 8764 w 216231"/>
                <a:gd name="csY11" fmla="*/ 196107 h 205326"/>
                <a:gd name="csX12" fmla="*/ 284 w 216231"/>
                <a:gd name="csY12" fmla="*/ 201819 h 205326"/>
                <a:gd name="csX13" fmla="*/ 4827 w 216231"/>
                <a:gd name="csY13" fmla="*/ 205426 h 205326"/>
                <a:gd name="csX14" fmla="*/ 43288 w 216231"/>
                <a:gd name="csY14" fmla="*/ 204524 h 205326"/>
                <a:gd name="csX15" fmla="*/ 62670 w 216231"/>
                <a:gd name="csY15" fmla="*/ 204825 h 205326"/>
                <a:gd name="csX16" fmla="*/ 82355 w 216231"/>
                <a:gd name="csY16" fmla="*/ 205426 h 205326"/>
                <a:gd name="csX17" fmla="*/ 88412 w 216231"/>
                <a:gd name="csY17" fmla="*/ 199414 h 205326"/>
                <a:gd name="csX18" fmla="*/ 79933 w 216231"/>
                <a:gd name="csY18" fmla="*/ 196107 h 205326"/>
                <a:gd name="csX19" fmla="*/ 60248 w 216231"/>
                <a:gd name="csY19" fmla="*/ 190696 h 205326"/>
                <a:gd name="csX20" fmla="*/ 61156 w 216231"/>
                <a:gd name="csY20" fmla="*/ 185585 h 205326"/>
                <a:gd name="csX21" fmla="*/ 79933 w 216231"/>
                <a:gd name="csY21" fmla="*/ 110429 h 205326"/>
                <a:gd name="csX22" fmla="*/ 101737 w 216231"/>
                <a:gd name="csY22" fmla="*/ 20843 h 205326"/>
                <a:gd name="csX23" fmla="*/ 118091 w 216231"/>
                <a:gd name="csY23" fmla="*/ 9419 h 205326"/>
                <a:gd name="csX24" fmla="*/ 147164 w 216231"/>
                <a:gd name="csY24" fmla="*/ 9419 h 205326"/>
                <a:gd name="csX25" fmla="*/ 188351 w 216231"/>
                <a:gd name="csY25" fmla="*/ 38279 h 205326"/>
                <a:gd name="csX26" fmla="*/ 170483 w 216231"/>
                <a:gd name="csY26" fmla="*/ 86680 h 205326"/>
                <a:gd name="csX27" fmla="*/ 123845 w 216231"/>
                <a:gd name="csY27" fmla="*/ 102613 h 205326"/>
                <a:gd name="csX28" fmla="*/ 81144 w 216231"/>
                <a:gd name="csY28" fmla="*/ 102613 h 205326"/>
                <a:gd name="csX29" fmla="*/ 101737 w 216231"/>
                <a:gd name="csY29" fmla="*/ 20843 h 205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231" h="205326">
                  <a:moveTo>
                    <a:pt x="79933" y="110429"/>
                  </a:moveTo>
                  <a:lnTo>
                    <a:pt x="131416" y="110429"/>
                  </a:lnTo>
                  <a:cubicBezTo>
                    <a:pt x="174420" y="110429"/>
                    <a:pt x="216516" y="79164"/>
                    <a:pt x="216516" y="45494"/>
                  </a:cubicBezTo>
                  <a:cubicBezTo>
                    <a:pt x="216516" y="22346"/>
                    <a:pt x="196528" y="100"/>
                    <a:pt x="156855" y="100"/>
                  </a:cubicBezTo>
                  <a:lnTo>
                    <a:pt x="58733" y="100"/>
                  </a:lnTo>
                  <a:cubicBezTo>
                    <a:pt x="52979" y="100"/>
                    <a:pt x="49648" y="100"/>
                    <a:pt x="49648" y="5811"/>
                  </a:cubicBezTo>
                  <a:cubicBezTo>
                    <a:pt x="49648" y="9419"/>
                    <a:pt x="52374" y="9419"/>
                    <a:pt x="58431" y="9419"/>
                  </a:cubicBezTo>
                  <a:cubicBezTo>
                    <a:pt x="62368" y="9419"/>
                    <a:pt x="67819" y="9720"/>
                    <a:pt x="71453" y="10020"/>
                  </a:cubicBezTo>
                  <a:cubicBezTo>
                    <a:pt x="76298" y="10621"/>
                    <a:pt x="78116" y="11523"/>
                    <a:pt x="78116" y="14830"/>
                  </a:cubicBezTo>
                  <a:cubicBezTo>
                    <a:pt x="78116" y="16033"/>
                    <a:pt x="77813" y="16935"/>
                    <a:pt x="76904" y="20542"/>
                  </a:cubicBezTo>
                  <a:lnTo>
                    <a:pt x="36323" y="181978"/>
                  </a:lnTo>
                  <a:cubicBezTo>
                    <a:pt x="33294" y="193702"/>
                    <a:pt x="32689" y="196107"/>
                    <a:pt x="8764" y="196107"/>
                  </a:cubicBezTo>
                  <a:cubicBezTo>
                    <a:pt x="3616" y="196107"/>
                    <a:pt x="284" y="196107"/>
                    <a:pt x="284" y="201819"/>
                  </a:cubicBezTo>
                  <a:cubicBezTo>
                    <a:pt x="284" y="205426"/>
                    <a:pt x="3918" y="205426"/>
                    <a:pt x="4827" y="205426"/>
                  </a:cubicBezTo>
                  <a:cubicBezTo>
                    <a:pt x="13307" y="205426"/>
                    <a:pt x="34809" y="204524"/>
                    <a:pt x="43288" y="204524"/>
                  </a:cubicBezTo>
                  <a:cubicBezTo>
                    <a:pt x="49648" y="204524"/>
                    <a:pt x="56311" y="204825"/>
                    <a:pt x="62670" y="204825"/>
                  </a:cubicBezTo>
                  <a:cubicBezTo>
                    <a:pt x="69333" y="204825"/>
                    <a:pt x="75996" y="205426"/>
                    <a:pt x="82355" y="205426"/>
                  </a:cubicBezTo>
                  <a:cubicBezTo>
                    <a:pt x="84475" y="205426"/>
                    <a:pt x="88412" y="205426"/>
                    <a:pt x="88412" y="199414"/>
                  </a:cubicBezTo>
                  <a:cubicBezTo>
                    <a:pt x="88412" y="196107"/>
                    <a:pt x="85687" y="196107"/>
                    <a:pt x="79933" y="196107"/>
                  </a:cubicBezTo>
                  <a:cubicBezTo>
                    <a:pt x="68727" y="196107"/>
                    <a:pt x="60248" y="196107"/>
                    <a:pt x="60248" y="190696"/>
                  </a:cubicBezTo>
                  <a:cubicBezTo>
                    <a:pt x="60248" y="188892"/>
                    <a:pt x="60853" y="187389"/>
                    <a:pt x="61156" y="185585"/>
                  </a:cubicBezTo>
                  <a:lnTo>
                    <a:pt x="79933" y="110429"/>
                  </a:lnTo>
                  <a:close/>
                  <a:moveTo>
                    <a:pt x="101737" y="20843"/>
                  </a:moveTo>
                  <a:cubicBezTo>
                    <a:pt x="104463" y="10321"/>
                    <a:pt x="105069" y="9419"/>
                    <a:pt x="118091" y="9419"/>
                  </a:cubicBezTo>
                  <a:lnTo>
                    <a:pt x="147164" y="9419"/>
                  </a:lnTo>
                  <a:cubicBezTo>
                    <a:pt x="172300" y="9419"/>
                    <a:pt x="188351" y="17536"/>
                    <a:pt x="188351" y="38279"/>
                  </a:cubicBezTo>
                  <a:cubicBezTo>
                    <a:pt x="188351" y="50003"/>
                    <a:pt x="182294" y="75857"/>
                    <a:pt x="170483" y="86680"/>
                  </a:cubicBezTo>
                  <a:cubicBezTo>
                    <a:pt x="155341" y="100208"/>
                    <a:pt x="137170" y="102613"/>
                    <a:pt x="123845" y="102613"/>
                  </a:cubicBezTo>
                  <a:lnTo>
                    <a:pt x="81144" y="102613"/>
                  </a:lnTo>
                  <a:lnTo>
                    <a:pt x="101737" y="2084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92F79E7-4BEE-074B-8D97-A9EBF4765ED9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3194668" y="6304863"/>
              <a:ext cx="70260" cy="300624"/>
            </a:xfrm>
            <a:custGeom>
              <a:avLst/>
              <a:gdLst>
                <a:gd name="csX0" fmla="*/ 70552 w 70260"/>
                <a:gd name="csY0" fmla="*/ 297718 h 300624"/>
                <a:gd name="csX1" fmla="*/ 65404 w 70260"/>
                <a:gd name="csY1" fmla="*/ 291104 h 300624"/>
                <a:gd name="csX2" fmla="*/ 17857 w 70260"/>
                <a:gd name="csY2" fmla="*/ 150412 h 300624"/>
                <a:gd name="csX3" fmla="*/ 66615 w 70260"/>
                <a:gd name="csY3" fmla="*/ 8216 h 300624"/>
                <a:gd name="csX4" fmla="*/ 70552 w 70260"/>
                <a:gd name="csY4" fmla="*/ 3106 h 300624"/>
                <a:gd name="csX5" fmla="*/ 67524 w 70260"/>
                <a:gd name="csY5" fmla="*/ 100 h 300624"/>
                <a:gd name="csX6" fmla="*/ 19371 w 70260"/>
                <a:gd name="csY6" fmla="*/ 58721 h 300624"/>
                <a:gd name="csX7" fmla="*/ 292 w 70260"/>
                <a:gd name="csY7" fmla="*/ 150412 h 300624"/>
                <a:gd name="csX8" fmla="*/ 20280 w 70260"/>
                <a:gd name="csY8" fmla="*/ 244207 h 300624"/>
                <a:gd name="csX9" fmla="*/ 67524 w 70260"/>
                <a:gd name="csY9" fmla="*/ 300724 h 300624"/>
                <a:gd name="csX10" fmla="*/ 70552 w 70260"/>
                <a:gd name="csY10" fmla="*/ 297718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552" y="297718"/>
                  </a:moveTo>
                  <a:cubicBezTo>
                    <a:pt x="70552" y="296816"/>
                    <a:pt x="70552" y="296215"/>
                    <a:pt x="65404" y="291104"/>
                  </a:cubicBezTo>
                  <a:cubicBezTo>
                    <a:pt x="27548" y="253226"/>
                    <a:pt x="17857" y="196408"/>
                    <a:pt x="17857" y="150412"/>
                  </a:cubicBezTo>
                  <a:cubicBezTo>
                    <a:pt x="17857" y="98103"/>
                    <a:pt x="29365" y="45795"/>
                    <a:pt x="66615" y="8216"/>
                  </a:cubicBezTo>
                  <a:cubicBezTo>
                    <a:pt x="70552" y="4609"/>
                    <a:pt x="70552" y="4008"/>
                    <a:pt x="70552" y="3106"/>
                  </a:cubicBezTo>
                  <a:cubicBezTo>
                    <a:pt x="70552" y="1002"/>
                    <a:pt x="69341" y="100"/>
                    <a:pt x="67524" y="100"/>
                  </a:cubicBezTo>
                  <a:cubicBezTo>
                    <a:pt x="64495" y="100"/>
                    <a:pt x="37239" y="20542"/>
                    <a:pt x="19371" y="58721"/>
                  </a:cubicBezTo>
                  <a:cubicBezTo>
                    <a:pt x="3926" y="91790"/>
                    <a:pt x="292" y="125159"/>
                    <a:pt x="292" y="150412"/>
                  </a:cubicBezTo>
                  <a:cubicBezTo>
                    <a:pt x="292" y="173861"/>
                    <a:pt x="3623" y="210236"/>
                    <a:pt x="20280" y="244207"/>
                  </a:cubicBezTo>
                  <a:cubicBezTo>
                    <a:pt x="38451" y="281184"/>
                    <a:pt x="64495" y="300724"/>
                    <a:pt x="67524" y="300724"/>
                  </a:cubicBezTo>
                  <a:cubicBezTo>
                    <a:pt x="69341" y="300724"/>
                    <a:pt x="70552" y="299822"/>
                    <a:pt x="70552" y="297718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14CD8B2-7D57-3470-23B1-B7A65B6DC8C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3291243" y="6397455"/>
              <a:ext cx="150816" cy="136182"/>
            </a:xfrm>
            <a:custGeom>
              <a:avLst/>
              <a:gdLst>
                <a:gd name="csX0" fmla="*/ 92664 w 150816"/>
                <a:gd name="csY0" fmla="*/ 42187 h 136182"/>
                <a:gd name="csX1" fmla="*/ 122645 w 150816"/>
                <a:gd name="csY1" fmla="*/ 6713 h 136182"/>
                <a:gd name="csX2" fmla="*/ 137788 w 150816"/>
                <a:gd name="csY2" fmla="*/ 10621 h 136182"/>
                <a:gd name="csX3" fmla="*/ 123251 w 150816"/>
                <a:gd name="csY3" fmla="*/ 26855 h 136182"/>
                <a:gd name="csX4" fmla="*/ 134759 w 150816"/>
                <a:gd name="csY4" fmla="*/ 37377 h 136182"/>
                <a:gd name="csX5" fmla="*/ 151113 w 150816"/>
                <a:gd name="csY5" fmla="*/ 19941 h 136182"/>
                <a:gd name="csX6" fmla="*/ 122948 w 150816"/>
                <a:gd name="csY6" fmla="*/ 100 h 136182"/>
                <a:gd name="csX7" fmla="*/ 91150 w 150816"/>
                <a:gd name="csY7" fmla="*/ 22947 h 136182"/>
                <a:gd name="csX8" fmla="*/ 58442 w 150816"/>
                <a:gd name="csY8" fmla="*/ 100 h 136182"/>
                <a:gd name="csX9" fmla="*/ 9684 w 150816"/>
                <a:gd name="csY9" fmla="*/ 46396 h 136182"/>
                <a:gd name="csX10" fmla="*/ 13318 w 150816"/>
                <a:gd name="csY10" fmla="*/ 49402 h 136182"/>
                <a:gd name="csX11" fmla="*/ 17255 w 150816"/>
                <a:gd name="csY11" fmla="*/ 46095 h 136182"/>
                <a:gd name="csX12" fmla="*/ 57837 w 150816"/>
                <a:gd name="csY12" fmla="*/ 6713 h 136182"/>
                <a:gd name="csX13" fmla="*/ 74190 w 150816"/>
                <a:gd name="csY13" fmla="*/ 26855 h 136182"/>
                <a:gd name="csX14" fmla="*/ 57837 w 150816"/>
                <a:gd name="csY14" fmla="*/ 98404 h 136182"/>
                <a:gd name="csX15" fmla="*/ 29066 w 150816"/>
                <a:gd name="csY15" fmla="*/ 129669 h 136182"/>
                <a:gd name="csX16" fmla="*/ 13924 w 150816"/>
                <a:gd name="csY16" fmla="*/ 125761 h 136182"/>
                <a:gd name="csX17" fmla="*/ 28158 w 150816"/>
                <a:gd name="csY17" fmla="*/ 109527 h 136182"/>
                <a:gd name="csX18" fmla="*/ 16952 w 150816"/>
                <a:gd name="csY18" fmla="*/ 99005 h 136182"/>
                <a:gd name="csX19" fmla="*/ 296 w 150816"/>
                <a:gd name="csY19" fmla="*/ 116441 h 136182"/>
                <a:gd name="csX20" fmla="*/ 28763 w 150816"/>
                <a:gd name="csY20" fmla="*/ 136283 h 136182"/>
                <a:gd name="csX21" fmla="*/ 60562 w 150816"/>
                <a:gd name="csY21" fmla="*/ 113435 h 136182"/>
                <a:gd name="csX22" fmla="*/ 93269 w 150816"/>
                <a:gd name="csY22" fmla="*/ 136283 h 136182"/>
                <a:gd name="csX23" fmla="*/ 141725 w 150816"/>
                <a:gd name="csY23" fmla="*/ 89986 h 136182"/>
                <a:gd name="csX24" fmla="*/ 138090 w 150816"/>
                <a:gd name="csY24" fmla="*/ 86980 h 136182"/>
                <a:gd name="csX25" fmla="*/ 134153 w 150816"/>
                <a:gd name="csY25" fmla="*/ 90287 h 136182"/>
                <a:gd name="csX26" fmla="*/ 93875 w 150816"/>
                <a:gd name="csY26" fmla="*/ 129669 h 136182"/>
                <a:gd name="csX27" fmla="*/ 77219 w 150816"/>
                <a:gd name="csY27" fmla="*/ 109828 h 136182"/>
                <a:gd name="csX28" fmla="*/ 82367 w 150816"/>
                <a:gd name="csY28" fmla="*/ 83373 h 136182"/>
                <a:gd name="csX29" fmla="*/ 92664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664" y="42187"/>
                  </a:moveTo>
                  <a:cubicBezTo>
                    <a:pt x="94481" y="34371"/>
                    <a:pt x="101446" y="6713"/>
                    <a:pt x="122645" y="6713"/>
                  </a:cubicBezTo>
                  <a:cubicBezTo>
                    <a:pt x="124160" y="6713"/>
                    <a:pt x="131428" y="6713"/>
                    <a:pt x="137788" y="10621"/>
                  </a:cubicBezTo>
                  <a:cubicBezTo>
                    <a:pt x="129308" y="12125"/>
                    <a:pt x="123251" y="19640"/>
                    <a:pt x="123251" y="26855"/>
                  </a:cubicBezTo>
                  <a:cubicBezTo>
                    <a:pt x="123251" y="31665"/>
                    <a:pt x="126582" y="37377"/>
                    <a:pt x="134759" y="37377"/>
                  </a:cubicBezTo>
                  <a:cubicBezTo>
                    <a:pt x="141422" y="37377"/>
                    <a:pt x="151113" y="31966"/>
                    <a:pt x="151113" y="19941"/>
                  </a:cubicBezTo>
                  <a:cubicBezTo>
                    <a:pt x="151113" y="4308"/>
                    <a:pt x="133245" y="100"/>
                    <a:pt x="122948" y="100"/>
                  </a:cubicBezTo>
                  <a:cubicBezTo>
                    <a:pt x="105383" y="100"/>
                    <a:pt x="94784" y="16033"/>
                    <a:pt x="91150" y="22947"/>
                  </a:cubicBezTo>
                  <a:cubicBezTo>
                    <a:pt x="83578" y="3106"/>
                    <a:pt x="67225" y="100"/>
                    <a:pt x="58442" y="100"/>
                  </a:cubicBezTo>
                  <a:cubicBezTo>
                    <a:pt x="26946" y="100"/>
                    <a:pt x="9684" y="38880"/>
                    <a:pt x="9684" y="46396"/>
                  </a:cubicBezTo>
                  <a:cubicBezTo>
                    <a:pt x="9684" y="49402"/>
                    <a:pt x="12713" y="49402"/>
                    <a:pt x="13318" y="49402"/>
                  </a:cubicBezTo>
                  <a:cubicBezTo>
                    <a:pt x="15741" y="49402"/>
                    <a:pt x="16650" y="48801"/>
                    <a:pt x="17255" y="46095"/>
                  </a:cubicBezTo>
                  <a:cubicBezTo>
                    <a:pt x="27552" y="14229"/>
                    <a:pt x="47540" y="6713"/>
                    <a:pt x="57837" y="6713"/>
                  </a:cubicBezTo>
                  <a:cubicBezTo>
                    <a:pt x="63591" y="6713"/>
                    <a:pt x="74190" y="9419"/>
                    <a:pt x="74190" y="26855"/>
                  </a:cubicBezTo>
                  <a:cubicBezTo>
                    <a:pt x="74190" y="36175"/>
                    <a:pt x="69042" y="56316"/>
                    <a:pt x="57837" y="98404"/>
                  </a:cubicBezTo>
                  <a:cubicBezTo>
                    <a:pt x="52991" y="117043"/>
                    <a:pt x="42391" y="129669"/>
                    <a:pt x="29066" y="129669"/>
                  </a:cubicBezTo>
                  <a:cubicBezTo>
                    <a:pt x="27249" y="129669"/>
                    <a:pt x="20284" y="129669"/>
                    <a:pt x="13924" y="125761"/>
                  </a:cubicBezTo>
                  <a:cubicBezTo>
                    <a:pt x="21495" y="124258"/>
                    <a:pt x="28158" y="117945"/>
                    <a:pt x="28158" y="109527"/>
                  </a:cubicBezTo>
                  <a:cubicBezTo>
                    <a:pt x="28158" y="101410"/>
                    <a:pt x="21495" y="99005"/>
                    <a:pt x="16952" y="99005"/>
                  </a:cubicBezTo>
                  <a:cubicBezTo>
                    <a:pt x="7867" y="99005"/>
                    <a:pt x="296" y="106821"/>
                    <a:pt x="296" y="116441"/>
                  </a:cubicBezTo>
                  <a:cubicBezTo>
                    <a:pt x="296" y="130270"/>
                    <a:pt x="15438" y="136283"/>
                    <a:pt x="28763" y="136283"/>
                  </a:cubicBezTo>
                  <a:cubicBezTo>
                    <a:pt x="48751" y="136283"/>
                    <a:pt x="59654" y="115239"/>
                    <a:pt x="60562" y="113435"/>
                  </a:cubicBezTo>
                  <a:cubicBezTo>
                    <a:pt x="64196" y="124558"/>
                    <a:pt x="75099" y="136283"/>
                    <a:pt x="93269" y="136283"/>
                  </a:cubicBezTo>
                  <a:cubicBezTo>
                    <a:pt x="124462" y="136283"/>
                    <a:pt x="141725" y="97502"/>
                    <a:pt x="141725" y="89986"/>
                  </a:cubicBezTo>
                  <a:cubicBezTo>
                    <a:pt x="141725" y="86980"/>
                    <a:pt x="138999" y="86980"/>
                    <a:pt x="138090" y="86980"/>
                  </a:cubicBezTo>
                  <a:cubicBezTo>
                    <a:pt x="135365" y="86980"/>
                    <a:pt x="134759" y="88183"/>
                    <a:pt x="134153" y="90287"/>
                  </a:cubicBezTo>
                  <a:cubicBezTo>
                    <a:pt x="124160" y="122454"/>
                    <a:pt x="103566" y="129669"/>
                    <a:pt x="93875" y="129669"/>
                  </a:cubicBezTo>
                  <a:cubicBezTo>
                    <a:pt x="82064" y="129669"/>
                    <a:pt x="77219" y="120049"/>
                    <a:pt x="77219" y="109828"/>
                  </a:cubicBezTo>
                  <a:cubicBezTo>
                    <a:pt x="77219" y="103214"/>
                    <a:pt x="79036" y="96600"/>
                    <a:pt x="82367" y="83373"/>
                  </a:cubicBezTo>
                  <a:lnTo>
                    <a:pt x="92664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4979A21B-B872-DA7A-5201-50804E0385AF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3465508" y="6482621"/>
              <a:ext cx="129526" cy="94907"/>
            </a:xfrm>
            <a:custGeom>
              <a:avLst/>
              <a:gdLst>
                <a:gd name="csX0" fmla="*/ 16201 w 129526"/>
                <a:gd name="csY0" fmla="*/ 79646 h 94907"/>
                <a:gd name="csX1" fmla="*/ 14081 w 129526"/>
                <a:gd name="csY1" fmla="*/ 88274 h 94907"/>
                <a:gd name="csX2" fmla="*/ 21289 w 129526"/>
                <a:gd name="csY2" fmla="*/ 95008 h 94907"/>
                <a:gd name="csX3" fmla="*/ 29557 w 129526"/>
                <a:gd name="csY3" fmla="*/ 90379 h 94907"/>
                <a:gd name="csX4" fmla="*/ 33372 w 129526"/>
                <a:gd name="csY4" fmla="*/ 77332 h 94907"/>
                <a:gd name="csX5" fmla="*/ 38036 w 129526"/>
                <a:gd name="csY5" fmla="*/ 58392 h 94907"/>
                <a:gd name="csX6" fmla="*/ 41640 w 129526"/>
                <a:gd name="csY6" fmla="*/ 44293 h 94907"/>
                <a:gd name="csX7" fmla="*/ 50544 w 129526"/>
                <a:gd name="csY7" fmla="*/ 25354 h 94907"/>
                <a:gd name="csX8" fmla="*/ 82342 w 129526"/>
                <a:gd name="csY8" fmla="*/ 5993 h 94907"/>
                <a:gd name="csX9" fmla="*/ 94850 w 129526"/>
                <a:gd name="csY9" fmla="*/ 20724 h 94907"/>
                <a:gd name="csX10" fmla="*/ 82342 w 129526"/>
                <a:gd name="csY10" fmla="*/ 65547 h 94907"/>
                <a:gd name="csX11" fmla="*/ 79163 w 129526"/>
                <a:gd name="csY11" fmla="*/ 76911 h 94907"/>
                <a:gd name="csX12" fmla="*/ 99302 w 129526"/>
                <a:gd name="csY12" fmla="*/ 95008 h 94907"/>
                <a:gd name="csX13" fmla="*/ 129829 w 129526"/>
                <a:gd name="csY13" fmla="*/ 62811 h 94907"/>
                <a:gd name="csX14" fmla="*/ 126437 w 129526"/>
                <a:gd name="csY14" fmla="*/ 60076 h 94907"/>
                <a:gd name="csX15" fmla="*/ 122409 w 129526"/>
                <a:gd name="csY15" fmla="*/ 63653 h 94907"/>
                <a:gd name="csX16" fmla="*/ 99938 w 129526"/>
                <a:gd name="csY16" fmla="*/ 89116 h 94907"/>
                <a:gd name="csX17" fmla="*/ 94638 w 129526"/>
                <a:gd name="csY17" fmla="*/ 81751 h 94907"/>
                <a:gd name="csX18" fmla="*/ 99514 w 129526"/>
                <a:gd name="csY18" fmla="*/ 64705 h 94907"/>
                <a:gd name="csX19" fmla="*/ 110749 w 129526"/>
                <a:gd name="csY19" fmla="*/ 24091 h 94907"/>
                <a:gd name="csX20" fmla="*/ 83190 w 129526"/>
                <a:gd name="csY20" fmla="*/ 101 h 94907"/>
                <a:gd name="csX21" fmla="*/ 47364 w 129526"/>
                <a:gd name="csY21" fmla="*/ 19251 h 94907"/>
                <a:gd name="csX22" fmla="*/ 24681 w 129526"/>
                <a:gd name="csY22" fmla="*/ 101 h 94907"/>
                <a:gd name="csX23" fmla="*/ 7933 w 129526"/>
                <a:gd name="csY23" fmla="*/ 11465 h 94907"/>
                <a:gd name="csX24" fmla="*/ 302 w 129526"/>
                <a:gd name="csY24" fmla="*/ 32298 h 94907"/>
                <a:gd name="csX25" fmla="*/ 3906 w 129526"/>
                <a:gd name="csY25" fmla="*/ 35034 h 94907"/>
                <a:gd name="csX26" fmla="*/ 8569 w 129526"/>
                <a:gd name="csY26" fmla="*/ 28721 h 94907"/>
                <a:gd name="csX27" fmla="*/ 24045 w 129526"/>
                <a:gd name="csY27" fmla="*/ 5993 h 94907"/>
                <a:gd name="csX28" fmla="*/ 31040 w 129526"/>
                <a:gd name="csY28" fmla="*/ 16305 h 94907"/>
                <a:gd name="csX29" fmla="*/ 27649 w 129526"/>
                <a:gd name="csY29" fmla="*/ 33771 h 94907"/>
                <a:gd name="csX30" fmla="*/ 22985 w 129526"/>
                <a:gd name="csY30" fmla="*/ 52710 h 94907"/>
                <a:gd name="csX31" fmla="*/ 16201 w 129526"/>
                <a:gd name="csY31" fmla="*/ 79646 h 94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526" h="94907">
                  <a:moveTo>
                    <a:pt x="16201" y="79646"/>
                  </a:moveTo>
                  <a:cubicBezTo>
                    <a:pt x="15353" y="82382"/>
                    <a:pt x="14081" y="87643"/>
                    <a:pt x="14081" y="88274"/>
                  </a:cubicBezTo>
                  <a:cubicBezTo>
                    <a:pt x="14081" y="92904"/>
                    <a:pt x="17897" y="95008"/>
                    <a:pt x="21289" y="95008"/>
                  </a:cubicBezTo>
                  <a:cubicBezTo>
                    <a:pt x="25105" y="95008"/>
                    <a:pt x="28497" y="92273"/>
                    <a:pt x="29557" y="90379"/>
                  </a:cubicBezTo>
                  <a:cubicBezTo>
                    <a:pt x="30616" y="88485"/>
                    <a:pt x="32312" y="81751"/>
                    <a:pt x="33372" y="77332"/>
                  </a:cubicBezTo>
                  <a:cubicBezTo>
                    <a:pt x="34432" y="73333"/>
                    <a:pt x="36764" y="63653"/>
                    <a:pt x="38036" y="58392"/>
                  </a:cubicBezTo>
                  <a:cubicBezTo>
                    <a:pt x="39308" y="53763"/>
                    <a:pt x="40580" y="49133"/>
                    <a:pt x="41640" y="44293"/>
                  </a:cubicBezTo>
                  <a:cubicBezTo>
                    <a:pt x="43972" y="35665"/>
                    <a:pt x="44396" y="33982"/>
                    <a:pt x="50544" y="25354"/>
                  </a:cubicBezTo>
                  <a:cubicBezTo>
                    <a:pt x="56479" y="16936"/>
                    <a:pt x="66443" y="5993"/>
                    <a:pt x="82342" y="5993"/>
                  </a:cubicBezTo>
                  <a:cubicBezTo>
                    <a:pt x="94638" y="5993"/>
                    <a:pt x="94850" y="16726"/>
                    <a:pt x="94850" y="20724"/>
                  </a:cubicBezTo>
                  <a:cubicBezTo>
                    <a:pt x="94850" y="33350"/>
                    <a:pt x="85734" y="56709"/>
                    <a:pt x="82342" y="65547"/>
                  </a:cubicBezTo>
                  <a:cubicBezTo>
                    <a:pt x="80011" y="71439"/>
                    <a:pt x="79163" y="73333"/>
                    <a:pt x="79163" y="76911"/>
                  </a:cubicBezTo>
                  <a:cubicBezTo>
                    <a:pt x="79163" y="88064"/>
                    <a:pt x="88490" y="95008"/>
                    <a:pt x="99302" y="95008"/>
                  </a:cubicBezTo>
                  <a:cubicBezTo>
                    <a:pt x="120501" y="95008"/>
                    <a:pt x="129829" y="65968"/>
                    <a:pt x="129829" y="62811"/>
                  </a:cubicBezTo>
                  <a:cubicBezTo>
                    <a:pt x="129829" y="60076"/>
                    <a:pt x="127073" y="60076"/>
                    <a:pt x="126437" y="60076"/>
                  </a:cubicBezTo>
                  <a:cubicBezTo>
                    <a:pt x="123469" y="60076"/>
                    <a:pt x="123257" y="61338"/>
                    <a:pt x="122409" y="63653"/>
                  </a:cubicBezTo>
                  <a:cubicBezTo>
                    <a:pt x="117533" y="80488"/>
                    <a:pt x="108417" y="89116"/>
                    <a:pt x="99938" y="89116"/>
                  </a:cubicBezTo>
                  <a:cubicBezTo>
                    <a:pt x="95486" y="89116"/>
                    <a:pt x="94638" y="86170"/>
                    <a:pt x="94638" y="81751"/>
                  </a:cubicBezTo>
                  <a:cubicBezTo>
                    <a:pt x="94638" y="76911"/>
                    <a:pt x="95698" y="74175"/>
                    <a:pt x="99514" y="64705"/>
                  </a:cubicBezTo>
                  <a:cubicBezTo>
                    <a:pt x="102058" y="58182"/>
                    <a:pt x="110749" y="35875"/>
                    <a:pt x="110749" y="24091"/>
                  </a:cubicBezTo>
                  <a:cubicBezTo>
                    <a:pt x="110749" y="3679"/>
                    <a:pt x="94426" y="101"/>
                    <a:pt x="83190" y="101"/>
                  </a:cubicBezTo>
                  <a:cubicBezTo>
                    <a:pt x="65595" y="101"/>
                    <a:pt x="53724" y="10833"/>
                    <a:pt x="47364" y="19251"/>
                  </a:cubicBezTo>
                  <a:cubicBezTo>
                    <a:pt x="45880" y="4731"/>
                    <a:pt x="33372" y="101"/>
                    <a:pt x="24681" y="101"/>
                  </a:cubicBezTo>
                  <a:cubicBezTo>
                    <a:pt x="15565" y="101"/>
                    <a:pt x="10689" y="6625"/>
                    <a:pt x="7933" y="11465"/>
                  </a:cubicBezTo>
                  <a:cubicBezTo>
                    <a:pt x="3270" y="19251"/>
                    <a:pt x="302" y="31246"/>
                    <a:pt x="302" y="32298"/>
                  </a:cubicBezTo>
                  <a:cubicBezTo>
                    <a:pt x="302" y="35034"/>
                    <a:pt x="3270" y="35034"/>
                    <a:pt x="3906" y="35034"/>
                  </a:cubicBezTo>
                  <a:cubicBezTo>
                    <a:pt x="6873" y="35034"/>
                    <a:pt x="7085" y="34402"/>
                    <a:pt x="8569" y="28721"/>
                  </a:cubicBezTo>
                  <a:cubicBezTo>
                    <a:pt x="11749" y="16305"/>
                    <a:pt x="15777" y="5993"/>
                    <a:pt x="24045" y="5993"/>
                  </a:cubicBezTo>
                  <a:cubicBezTo>
                    <a:pt x="29557" y="5993"/>
                    <a:pt x="31040" y="10623"/>
                    <a:pt x="31040" y="16305"/>
                  </a:cubicBezTo>
                  <a:cubicBezTo>
                    <a:pt x="31040" y="20303"/>
                    <a:pt x="29133" y="28089"/>
                    <a:pt x="27649" y="33771"/>
                  </a:cubicBezTo>
                  <a:cubicBezTo>
                    <a:pt x="26165" y="39453"/>
                    <a:pt x="24045" y="48081"/>
                    <a:pt x="22985" y="52710"/>
                  </a:cubicBezTo>
                  <a:lnTo>
                    <a:pt x="16201" y="79646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A511E4F-69C7-45BD-95B5-0E3A292163C8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3740553" y="6304863"/>
              <a:ext cx="12113" cy="300624"/>
            </a:xfrm>
            <a:custGeom>
              <a:avLst/>
              <a:gdLst>
                <a:gd name="csX0" fmla="*/ 12424 w 12113"/>
                <a:gd name="csY0" fmla="*/ 10922 h 300624"/>
                <a:gd name="csX1" fmla="*/ 6367 w 12113"/>
                <a:gd name="csY1" fmla="*/ 100 h 300624"/>
                <a:gd name="csX2" fmla="*/ 310 w 12113"/>
                <a:gd name="csY2" fmla="*/ 10922 h 300624"/>
                <a:gd name="csX3" fmla="*/ 310 w 12113"/>
                <a:gd name="csY3" fmla="*/ 289902 h 300624"/>
                <a:gd name="csX4" fmla="*/ 6367 w 12113"/>
                <a:gd name="csY4" fmla="*/ 300724 h 300624"/>
                <a:gd name="csX5" fmla="*/ 12424 w 12113"/>
                <a:gd name="csY5" fmla="*/ 289902 h 300624"/>
                <a:gd name="csX6" fmla="*/ 12424 w 12113"/>
                <a:gd name="csY6" fmla="*/ 1092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13" h="300624">
                  <a:moveTo>
                    <a:pt x="12424" y="10922"/>
                  </a:moveTo>
                  <a:cubicBezTo>
                    <a:pt x="12424" y="5511"/>
                    <a:pt x="12424" y="100"/>
                    <a:pt x="6367" y="100"/>
                  </a:cubicBezTo>
                  <a:cubicBezTo>
                    <a:pt x="310" y="100"/>
                    <a:pt x="310" y="5511"/>
                    <a:pt x="310" y="10922"/>
                  </a:cubicBezTo>
                  <a:lnTo>
                    <a:pt x="310" y="289902"/>
                  </a:lnTo>
                  <a:cubicBezTo>
                    <a:pt x="310" y="295313"/>
                    <a:pt x="310" y="300724"/>
                    <a:pt x="6367" y="300724"/>
                  </a:cubicBezTo>
                  <a:cubicBezTo>
                    <a:pt x="12424" y="300724"/>
                    <a:pt x="12424" y="295313"/>
                    <a:pt x="12424" y="289902"/>
                  </a:cubicBezTo>
                  <a:lnTo>
                    <a:pt x="12424" y="10922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90290EFA-3D45-B2A7-C0E9-D15FC65FB013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3881543" y="6397455"/>
              <a:ext cx="150816" cy="136182"/>
            </a:xfrm>
            <a:custGeom>
              <a:avLst/>
              <a:gdLst>
                <a:gd name="csX0" fmla="*/ 92683 w 150816"/>
                <a:gd name="csY0" fmla="*/ 42187 h 136182"/>
                <a:gd name="csX1" fmla="*/ 122665 w 150816"/>
                <a:gd name="csY1" fmla="*/ 6713 h 136182"/>
                <a:gd name="csX2" fmla="*/ 137807 w 150816"/>
                <a:gd name="csY2" fmla="*/ 10621 h 136182"/>
                <a:gd name="csX3" fmla="*/ 123270 w 150816"/>
                <a:gd name="csY3" fmla="*/ 26855 h 136182"/>
                <a:gd name="csX4" fmla="*/ 134779 w 150816"/>
                <a:gd name="csY4" fmla="*/ 37377 h 136182"/>
                <a:gd name="csX5" fmla="*/ 151132 w 150816"/>
                <a:gd name="csY5" fmla="*/ 19941 h 136182"/>
                <a:gd name="csX6" fmla="*/ 122968 w 150816"/>
                <a:gd name="csY6" fmla="*/ 100 h 136182"/>
                <a:gd name="csX7" fmla="*/ 91169 w 150816"/>
                <a:gd name="csY7" fmla="*/ 22947 h 136182"/>
                <a:gd name="csX8" fmla="*/ 58462 w 150816"/>
                <a:gd name="csY8" fmla="*/ 100 h 136182"/>
                <a:gd name="csX9" fmla="*/ 9704 w 150816"/>
                <a:gd name="csY9" fmla="*/ 46396 h 136182"/>
                <a:gd name="csX10" fmla="*/ 13338 w 150816"/>
                <a:gd name="csY10" fmla="*/ 49402 h 136182"/>
                <a:gd name="csX11" fmla="*/ 17275 w 150816"/>
                <a:gd name="csY11" fmla="*/ 46095 h 136182"/>
                <a:gd name="csX12" fmla="*/ 57856 w 150816"/>
                <a:gd name="csY12" fmla="*/ 6713 h 136182"/>
                <a:gd name="csX13" fmla="*/ 74210 w 150816"/>
                <a:gd name="csY13" fmla="*/ 26855 h 136182"/>
                <a:gd name="csX14" fmla="*/ 57856 w 150816"/>
                <a:gd name="csY14" fmla="*/ 98404 h 136182"/>
                <a:gd name="csX15" fmla="*/ 29086 w 150816"/>
                <a:gd name="csY15" fmla="*/ 129669 h 136182"/>
                <a:gd name="csX16" fmla="*/ 13943 w 150816"/>
                <a:gd name="csY16" fmla="*/ 125761 h 136182"/>
                <a:gd name="csX17" fmla="*/ 28177 w 150816"/>
                <a:gd name="csY17" fmla="*/ 109527 h 136182"/>
                <a:gd name="csX18" fmla="*/ 16972 w 150816"/>
                <a:gd name="csY18" fmla="*/ 99005 h 136182"/>
                <a:gd name="csX19" fmla="*/ 315 w 150816"/>
                <a:gd name="csY19" fmla="*/ 116441 h 136182"/>
                <a:gd name="csX20" fmla="*/ 28783 w 150816"/>
                <a:gd name="csY20" fmla="*/ 136283 h 136182"/>
                <a:gd name="csX21" fmla="*/ 60582 w 150816"/>
                <a:gd name="csY21" fmla="*/ 113435 h 136182"/>
                <a:gd name="csX22" fmla="*/ 93289 w 150816"/>
                <a:gd name="csY22" fmla="*/ 136283 h 136182"/>
                <a:gd name="csX23" fmla="*/ 141744 w 150816"/>
                <a:gd name="csY23" fmla="*/ 89986 h 136182"/>
                <a:gd name="csX24" fmla="*/ 138110 w 150816"/>
                <a:gd name="csY24" fmla="*/ 86980 h 136182"/>
                <a:gd name="csX25" fmla="*/ 134173 w 150816"/>
                <a:gd name="csY25" fmla="*/ 90287 h 136182"/>
                <a:gd name="csX26" fmla="*/ 93895 w 150816"/>
                <a:gd name="csY26" fmla="*/ 129669 h 136182"/>
                <a:gd name="csX27" fmla="*/ 77238 w 150816"/>
                <a:gd name="csY27" fmla="*/ 109828 h 136182"/>
                <a:gd name="csX28" fmla="*/ 82386 w 150816"/>
                <a:gd name="csY28" fmla="*/ 83373 h 136182"/>
                <a:gd name="csX29" fmla="*/ 92683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683" y="42187"/>
                  </a:moveTo>
                  <a:cubicBezTo>
                    <a:pt x="94500" y="34371"/>
                    <a:pt x="101466" y="6713"/>
                    <a:pt x="122665" y="6713"/>
                  </a:cubicBezTo>
                  <a:cubicBezTo>
                    <a:pt x="124179" y="6713"/>
                    <a:pt x="131447" y="6713"/>
                    <a:pt x="137807" y="10621"/>
                  </a:cubicBezTo>
                  <a:cubicBezTo>
                    <a:pt x="129327" y="12125"/>
                    <a:pt x="123270" y="19640"/>
                    <a:pt x="123270" y="26855"/>
                  </a:cubicBezTo>
                  <a:cubicBezTo>
                    <a:pt x="123270" y="31665"/>
                    <a:pt x="126602" y="37377"/>
                    <a:pt x="134779" y="37377"/>
                  </a:cubicBezTo>
                  <a:cubicBezTo>
                    <a:pt x="141441" y="37377"/>
                    <a:pt x="151132" y="31966"/>
                    <a:pt x="151132" y="19941"/>
                  </a:cubicBezTo>
                  <a:cubicBezTo>
                    <a:pt x="151132" y="4308"/>
                    <a:pt x="133264" y="100"/>
                    <a:pt x="122968" y="100"/>
                  </a:cubicBezTo>
                  <a:cubicBezTo>
                    <a:pt x="105403" y="100"/>
                    <a:pt x="94803" y="16033"/>
                    <a:pt x="91169" y="22947"/>
                  </a:cubicBezTo>
                  <a:cubicBezTo>
                    <a:pt x="83598" y="3106"/>
                    <a:pt x="67244" y="100"/>
                    <a:pt x="58462" y="100"/>
                  </a:cubicBezTo>
                  <a:cubicBezTo>
                    <a:pt x="26966" y="100"/>
                    <a:pt x="9704" y="38880"/>
                    <a:pt x="9704" y="46396"/>
                  </a:cubicBezTo>
                  <a:cubicBezTo>
                    <a:pt x="9704" y="49402"/>
                    <a:pt x="12732" y="49402"/>
                    <a:pt x="13338" y="49402"/>
                  </a:cubicBezTo>
                  <a:cubicBezTo>
                    <a:pt x="15761" y="49402"/>
                    <a:pt x="16669" y="48801"/>
                    <a:pt x="17275" y="46095"/>
                  </a:cubicBezTo>
                  <a:cubicBezTo>
                    <a:pt x="27571" y="14229"/>
                    <a:pt x="47559" y="6713"/>
                    <a:pt x="57856" y="6713"/>
                  </a:cubicBezTo>
                  <a:cubicBezTo>
                    <a:pt x="63610" y="6713"/>
                    <a:pt x="74210" y="9419"/>
                    <a:pt x="74210" y="26855"/>
                  </a:cubicBezTo>
                  <a:cubicBezTo>
                    <a:pt x="74210" y="36175"/>
                    <a:pt x="69061" y="56316"/>
                    <a:pt x="57856" y="98404"/>
                  </a:cubicBezTo>
                  <a:cubicBezTo>
                    <a:pt x="53010" y="117043"/>
                    <a:pt x="42411" y="129669"/>
                    <a:pt x="29086" y="129669"/>
                  </a:cubicBezTo>
                  <a:cubicBezTo>
                    <a:pt x="27269" y="129669"/>
                    <a:pt x="20303" y="129669"/>
                    <a:pt x="13943" y="125761"/>
                  </a:cubicBezTo>
                  <a:cubicBezTo>
                    <a:pt x="21515" y="124258"/>
                    <a:pt x="28177" y="117945"/>
                    <a:pt x="28177" y="109527"/>
                  </a:cubicBezTo>
                  <a:cubicBezTo>
                    <a:pt x="28177" y="101410"/>
                    <a:pt x="21515" y="99005"/>
                    <a:pt x="16972" y="99005"/>
                  </a:cubicBezTo>
                  <a:cubicBezTo>
                    <a:pt x="7887" y="99005"/>
                    <a:pt x="315" y="106821"/>
                    <a:pt x="315" y="116441"/>
                  </a:cubicBezTo>
                  <a:cubicBezTo>
                    <a:pt x="315" y="130270"/>
                    <a:pt x="15458" y="136283"/>
                    <a:pt x="28783" y="136283"/>
                  </a:cubicBezTo>
                  <a:cubicBezTo>
                    <a:pt x="48771" y="136283"/>
                    <a:pt x="59673" y="115239"/>
                    <a:pt x="60582" y="113435"/>
                  </a:cubicBezTo>
                  <a:cubicBezTo>
                    <a:pt x="64216" y="124558"/>
                    <a:pt x="75118" y="136283"/>
                    <a:pt x="93289" y="136283"/>
                  </a:cubicBezTo>
                  <a:cubicBezTo>
                    <a:pt x="124482" y="136283"/>
                    <a:pt x="141744" y="97502"/>
                    <a:pt x="141744" y="89986"/>
                  </a:cubicBezTo>
                  <a:cubicBezTo>
                    <a:pt x="141744" y="86980"/>
                    <a:pt x="139018" y="86980"/>
                    <a:pt x="138110" y="86980"/>
                  </a:cubicBezTo>
                  <a:cubicBezTo>
                    <a:pt x="135384" y="86980"/>
                    <a:pt x="134779" y="88183"/>
                    <a:pt x="134173" y="90287"/>
                  </a:cubicBezTo>
                  <a:cubicBezTo>
                    <a:pt x="124179" y="122454"/>
                    <a:pt x="103586" y="129669"/>
                    <a:pt x="93895" y="129669"/>
                  </a:cubicBezTo>
                  <a:cubicBezTo>
                    <a:pt x="82084" y="129669"/>
                    <a:pt x="77238" y="120049"/>
                    <a:pt x="77238" y="109828"/>
                  </a:cubicBezTo>
                  <a:cubicBezTo>
                    <a:pt x="77238" y="103214"/>
                    <a:pt x="79055" y="96600"/>
                    <a:pt x="82386" y="83373"/>
                  </a:cubicBezTo>
                  <a:lnTo>
                    <a:pt x="92683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D365FC99-0F8A-4680-F75E-B8781EFE0D64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4068952" y="6435694"/>
              <a:ext cx="77164" cy="139730"/>
            </a:xfrm>
            <a:custGeom>
              <a:avLst/>
              <a:gdLst>
                <a:gd name="csX0" fmla="*/ 48231 w 77164"/>
                <a:gd name="csY0" fmla="*/ 5993 h 139730"/>
                <a:gd name="csX1" fmla="*/ 41871 w 77164"/>
                <a:gd name="csY1" fmla="*/ 101 h 139730"/>
                <a:gd name="csX2" fmla="*/ 321 w 77164"/>
                <a:gd name="csY2" fmla="*/ 13569 h 139730"/>
                <a:gd name="csX3" fmla="*/ 321 w 77164"/>
                <a:gd name="csY3" fmla="*/ 21145 h 139730"/>
                <a:gd name="csX4" fmla="*/ 31060 w 77164"/>
                <a:gd name="csY4" fmla="*/ 15253 h 139730"/>
                <a:gd name="csX5" fmla="*/ 31060 w 77164"/>
                <a:gd name="csY5" fmla="*/ 122576 h 139730"/>
                <a:gd name="csX6" fmla="*/ 9861 w 77164"/>
                <a:gd name="csY6" fmla="*/ 132256 h 139730"/>
                <a:gd name="csX7" fmla="*/ 1805 w 77164"/>
                <a:gd name="csY7" fmla="*/ 132256 h 139730"/>
                <a:gd name="csX8" fmla="*/ 1805 w 77164"/>
                <a:gd name="csY8" fmla="*/ 139831 h 139730"/>
                <a:gd name="csX9" fmla="*/ 39540 w 77164"/>
                <a:gd name="csY9" fmla="*/ 138990 h 139730"/>
                <a:gd name="csX10" fmla="*/ 77486 w 77164"/>
                <a:gd name="csY10" fmla="*/ 139831 h 139730"/>
                <a:gd name="csX11" fmla="*/ 77486 w 77164"/>
                <a:gd name="csY11" fmla="*/ 132256 h 139730"/>
                <a:gd name="csX12" fmla="*/ 69430 w 77164"/>
                <a:gd name="csY12" fmla="*/ 132256 h 139730"/>
                <a:gd name="csX13" fmla="*/ 48231 w 77164"/>
                <a:gd name="csY13" fmla="*/ 122576 h 139730"/>
                <a:gd name="csX14" fmla="*/ 48231 w 77164"/>
                <a:gd name="csY14" fmla="*/ 5993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231" y="5993"/>
                  </a:moveTo>
                  <a:cubicBezTo>
                    <a:pt x="48231" y="312"/>
                    <a:pt x="47807" y="101"/>
                    <a:pt x="41871" y="101"/>
                  </a:cubicBezTo>
                  <a:cubicBezTo>
                    <a:pt x="28304" y="13359"/>
                    <a:pt x="9013" y="13569"/>
                    <a:pt x="321" y="13569"/>
                  </a:cubicBezTo>
                  <a:lnTo>
                    <a:pt x="321" y="21145"/>
                  </a:lnTo>
                  <a:cubicBezTo>
                    <a:pt x="5409" y="21145"/>
                    <a:pt x="19400" y="21145"/>
                    <a:pt x="31060" y="15253"/>
                  </a:cubicBezTo>
                  <a:lnTo>
                    <a:pt x="31060" y="122576"/>
                  </a:lnTo>
                  <a:cubicBezTo>
                    <a:pt x="31060" y="129520"/>
                    <a:pt x="31060" y="132256"/>
                    <a:pt x="9861" y="132256"/>
                  </a:cubicBezTo>
                  <a:lnTo>
                    <a:pt x="1805" y="132256"/>
                  </a:lnTo>
                  <a:lnTo>
                    <a:pt x="1805" y="139831"/>
                  </a:lnTo>
                  <a:cubicBezTo>
                    <a:pt x="5621" y="139621"/>
                    <a:pt x="31696" y="138990"/>
                    <a:pt x="39540" y="138990"/>
                  </a:cubicBezTo>
                  <a:cubicBezTo>
                    <a:pt x="46111" y="138990"/>
                    <a:pt x="72822" y="139621"/>
                    <a:pt x="77486" y="139831"/>
                  </a:cubicBezTo>
                  <a:lnTo>
                    <a:pt x="77486" y="132256"/>
                  </a:lnTo>
                  <a:lnTo>
                    <a:pt x="69430" y="132256"/>
                  </a:lnTo>
                  <a:cubicBezTo>
                    <a:pt x="48231" y="132256"/>
                    <a:pt x="48231" y="129520"/>
                    <a:pt x="48231" y="122576"/>
                  </a:cubicBezTo>
                  <a:lnTo>
                    <a:pt x="48231" y="599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FC5009E8-178D-8003-3EA9-CB609C086049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4207749" y="6498465"/>
              <a:ext cx="35432" cy="89886"/>
            </a:xfrm>
            <a:custGeom>
              <a:avLst/>
              <a:gdLst>
                <a:gd name="csX0" fmla="*/ 35758 w 35432"/>
                <a:gd name="csY0" fmla="*/ 31665 h 89886"/>
                <a:gd name="csX1" fmla="*/ 16376 w 35432"/>
                <a:gd name="csY1" fmla="*/ 100 h 89886"/>
                <a:gd name="csX2" fmla="*/ 326 w 35432"/>
                <a:gd name="csY2" fmla="*/ 16033 h 89886"/>
                <a:gd name="csX3" fmla="*/ 16376 w 35432"/>
                <a:gd name="csY3" fmla="*/ 31966 h 89886"/>
                <a:gd name="csX4" fmla="*/ 26976 w 35432"/>
                <a:gd name="csY4" fmla="*/ 28058 h 89886"/>
                <a:gd name="csX5" fmla="*/ 28490 w 35432"/>
                <a:gd name="csY5" fmla="*/ 27156 h 89886"/>
                <a:gd name="csX6" fmla="*/ 29096 w 35432"/>
                <a:gd name="csY6" fmla="*/ 31665 h 89886"/>
                <a:gd name="csX7" fmla="*/ 8502 w 35432"/>
                <a:gd name="csY7" fmla="*/ 81870 h 89886"/>
                <a:gd name="csX8" fmla="*/ 5171 w 35432"/>
                <a:gd name="csY8" fmla="*/ 86680 h 89886"/>
                <a:gd name="csX9" fmla="*/ 8200 w 35432"/>
                <a:gd name="csY9" fmla="*/ 89986 h 89886"/>
                <a:gd name="csX10" fmla="*/ 35758 w 35432"/>
                <a:gd name="csY10" fmla="*/ 31665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32" h="89886">
                  <a:moveTo>
                    <a:pt x="35758" y="31665"/>
                  </a:moveTo>
                  <a:cubicBezTo>
                    <a:pt x="35758" y="11824"/>
                    <a:pt x="28187" y="100"/>
                    <a:pt x="16376" y="100"/>
                  </a:cubicBezTo>
                  <a:cubicBezTo>
                    <a:pt x="6383" y="100"/>
                    <a:pt x="326" y="7615"/>
                    <a:pt x="326" y="16033"/>
                  </a:cubicBezTo>
                  <a:cubicBezTo>
                    <a:pt x="326" y="24150"/>
                    <a:pt x="6383" y="31966"/>
                    <a:pt x="16376" y="31966"/>
                  </a:cubicBezTo>
                  <a:cubicBezTo>
                    <a:pt x="20011" y="31966"/>
                    <a:pt x="23948" y="30763"/>
                    <a:pt x="26976" y="28058"/>
                  </a:cubicBezTo>
                  <a:cubicBezTo>
                    <a:pt x="27884" y="27456"/>
                    <a:pt x="28187" y="27156"/>
                    <a:pt x="28490" y="27156"/>
                  </a:cubicBezTo>
                  <a:cubicBezTo>
                    <a:pt x="28793" y="27156"/>
                    <a:pt x="29096" y="27456"/>
                    <a:pt x="29096" y="31665"/>
                  </a:cubicBezTo>
                  <a:cubicBezTo>
                    <a:pt x="29096" y="53911"/>
                    <a:pt x="18496" y="71949"/>
                    <a:pt x="8502" y="81870"/>
                  </a:cubicBezTo>
                  <a:cubicBezTo>
                    <a:pt x="5171" y="85176"/>
                    <a:pt x="5171" y="85778"/>
                    <a:pt x="5171" y="86680"/>
                  </a:cubicBezTo>
                  <a:cubicBezTo>
                    <a:pt x="5171" y="88784"/>
                    <a:pt x="6685" y="89986"/>
                    <a:pt x="8200" y="89986"/>
                  </a:cubicBezTo>
                  <a:cubicBezTo>
                    <a:pt x="11531" y="89986"/>
                    <a:pt x="35758" y="66838"/>
                    <a:pt x="35758" y="31665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D933E95-A283-AC5C-E963-C6BC24D0C8BA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4342346" y="6498465"/>
              <a:ext cx="32101" cy="31866"/>
            </a:xfrm>
            <a:custGeom>
              <a:avLst/>
              <a:gdLst>
                <a:gd name="csX0" fmla="*/ 32432 w 32101"/>
                <a:gd name="csY0" fmla="*/ 16033 h 31866"/>
                <a:gd name="csX1" fmla="*/ 16381 w 32101"/>
                <a:gd name="csY1" fmla="*/ 100 h 31866"/>
                <a:gd name="csX2" fmla="*/ 330 w 32101"/>
                <a:gd name="csY2" fmla="*/ 16033 h 31866"/>
                <a:gd name="csX3" fmla="*/ 16381 w 32101"/>
                <a:gd name="csY3" fmla="*/ 31966 h 31866"/>
                <a:gd name="csX4" fmla="*/ 32432 w 32101"/>
                <a:gd name="csY4" fmla="*/ 16033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432" y="16033"/>
                  </a:moveTo>
                  <a:cubicBezTo>
                    <a:pt x="32432" y="7315"/>
                    <a:pt x="25163" y="100"/>
                    <a:pt x="16381" y="100"/>
                  </a:cubicBezTo>
                  <a:cubicBezTo>
                    <a:pt x="7598" y="100"/>
                    <a:pt x="330" y="7315"/>
                    <a:pt x="330" y="16033"/>
                  </a:cubicBezTo>
                  <a:cubicBezTo>
                    <a:pt x="330" y="24751"/>
                    <a:pt x="7598" y="31966"/>
                    <a:pt x="16381" y="31966"/>
                  </a:cubicBezTo>
                  <a:cubicBezTo>
                    <a:pt x="25163" y="31966"/>
                    <a:pt x="32432" y="24751"/>
                    <a:pt x="32432" y="1603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5B72FFE-F2DC-8A01-FF17-9B7799B97483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4476943" y="6498465"/>
              <a:ext cx="32101" cy="31866"/>
            </a:xfrm>
            <a:custGeom>
              <a:avLst/>
              <a:gdLst>
                <a:gd name="csX0" fmla="*/ 32436 w 32101"/>
                <a:gd name="csY0" fmla="*/ 16033 h 31866"/>
                <a:gd name="csX1" fmla="*/ 16385 w 32101"/>
                <a:gd name="csY1" fmla="*/ 100 h 31866"/>
                <a:gd name="csX2" fmla="*/ 334 w 32101"/>
                <a:gd name="csY2" fmla="*/ 16033 h 31866"/>
                <a:gd name="csX3" fmla="*/ 16385 w 32101"/>
                <a:gd name="csY3" fmla="*/ 31966 h 31866"/>
                <a:gd name="csX4" fmla="*/ 32436 w 32101"/>
                <a:gd name="csY4" fmla="*/ 16033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436" y="16033"/>
                  </a:moveTo>
                  <a:cubicBezTo>
                    <a:pt x="32436" y="7315"/>
                    <a:pt x="25168" y="100"/>
                    <a:pt x="16385" y="100"/>
                  </a:cubicBezTo>
                  <a:cubicBezTo>
                    <a:pt x="7603" y="100"/>
                    <a:pt x="334" y="7315"/>
                    <a:pt x="334" y="16033"/>
                  </a:cubicBezTo>
                  <a:cubicBezTo>
                    <a:pt x="334" y="24751"/>
                    <a:pt x="7603" y="31966"/>
                    <a:pt x="16385" y="31966"/>
                  </a:cubicBezTo>
                  <a:cubicBezTo>
                    <a:pt x="25168" y="31966"/>
                    <a:pt x="32436" y="24751"/>
                    <a:pt x="32436" y="1603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A1A402FD-22F5-1074-1E25-6BB8B383B690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4611540" y="6498465"/>
              <a:ext cx="32101" cy="31866"/>
            </a:xfrm>
            <a:custGeom>
              <a:avLst/>
              <a:gdLst>
                <a:gd name="csX0" fmla="*/ 32440 w 32101"/>
                <a:gd name="csY0" fmla="*/ 16033 h 31866"/>
                <a:gd name="csX1" fmla="*/ 16390 w 32101"/>
                <a:gd name="csY1" fmla="*/ 100 h 31866"/>
                <a:gd name="csX2" fmla="*/ 339 w 32101"/>
                <a:gd name="csY2" fmla="*/ 16033 h 31866"/>
                <a:gd name="csX3" fmla="*/ 16390 w 32101"/>
                <a:gd name="csY3" fmla="*/ 31966 h 31866"/>
                <a:gd name="csX4" fmla="*/ 32440 w 32101"/>
                <a:gd name="csY4" fmla="*/ 16033 h 31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01" h="31866">
                  <a:moveTo>
                    <a:pt x="32440" y="16033"/>
                  </a:moveTo>
                  <a:cubicBezTo>
                    <a:pt x="32440" y="7315"/>
                    <a:pt x="25172" y="100"/>
                    <a:pt x="16390" y="100"/>
                  </a:cubicBezTo>
                  <a:cubicBezTo>
                    <a:pt x="7607" y="100"/>
                    <a:pt x="339" y="7315"/>
                    <a:pt x="339" y="16033"/>
                  </a:cubicBezTo>
                  <a:cubicBezTo>
                    <a:pt x="339" y="24751"/>
                    <a:pt x="7607" y="31966"/>
                    <a:pt x="16390" y="31966"/>
                  </a:cubicBezTo>
                  <a:cubicBezTo>
                    <a:pt x="25172" y="31966"/>
                    <a:pt x="32440" y="24751"/>
                    <a:pt x="32440" y="16033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315B22-AFF5-0445-C657-9E439CE84309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4746137" y="6498465"/>
              <a:ext cx="35432" cy="89886"/>
            </a:xfrm>
            <a:custGeom>
              <a:avLst/>
              <a:gdLst>
                <a:gd name="csX0" fmla="*/ 35776 w 35432"/>
                <a:gd name="csY0" fmla="*/ 31665 h 89886"/>
                <a:gd name="csX1" fmla="*/ 16394 w 35432"/>
                <a:gd name="csY1" fmla="*/ 100 h 89886"/>
                <a:gd name="csX2" fmla="*/ 343 w 35432"/>
                <a:gd name="csY2" fmla="*/ 16033 h 89886"/>
                <a:gd name="csX3" fmla="*/ 16394 w 35432"/>
                <a:gd name="csY3" fmla="*/ 31966 h 89886"/>
                <a:gd name="csX4" fmla="*/ 26994 w 35432"/>
                <a:gd name="csY4" fmla="*/ 28058 h 89886"/>
                <a:gd name="csX5" fmla="*/ 28508 w 35432"/>
                <a:gd name="csY5" fmla="*/ 27156 h 89886"/>
                <a:gd name="csX6" fmla="*/ 29114 w 35432"/>
                <a:gd name="csY6" fmla="*/ 31665 h 89886"/>
                <a:gd name="csX7" fmla="*/ 8520 w 35432"/>
                <a:gd name="csY7" fmla="*/ 81870 h 89886"/>
                <a:gd name="csX8" fmla="*/ 5189 w 35432"/>
                <a:gd name="csY8" fmla="*/ 86680 h 89886"/>
                <a:gd name="csX9" fmla="*/ 8217 w 35432"/>
                <a:gd name="csY9" fmla="*/ 89986 h 89886"/>
                <a:gd name="csX10" fmla="*/ 35776 w 35432"/>
                <a:gd name="csY10" fmla="*/ 31665 h 89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32" h="89886">
                  <a:moveTo>
                    <a:pt x="35776" y="31665"/>
                  </a:moveTo>
                  <a:cubicBezTo>
                    <a:pt x="35776" y="11824"/>
                    <a:pt x="28205" y="100"/>
                    <a:pt x="16394" y="100"/>
                  </a:cubicBezTo>
                  <a:cubicBezTo>
                    <a:pt x="6400" y="100"/>
                    <a:pt x="343" y="7615"/>
                    <a:pt x="343" y="16033"/>
                  </a:cubicBezTo>
                  <a:cubicBezTo>
                    <a:pt x="343" y="24150"/>
                    <a:pt x="6400" y="31966"/>
                    <a:pt x="16394" y="31966"/>
                  </a:cubicBezTo>
                  <a:cubicBezTo>
                    <a:pt x="20028" y="31966"/>
                    <a:pt x="23965" y="30763"/>
                    <a:pt x="26994" y="28058"/>
                  </a:cubicBezTo>
                  <a:cubicBezTo>
                    <a:pt x="27902" y="27456"/>
                    <a:pt x="28205" y="27156"/>
                    <a:pt x="28508" y="27156"/>
                  </a:cubicBezTo>
                  <a:cubicBezTo>
                    <a:pt x="28811" y="27156"/>
                    <a:pt x="29114" y="27456"/>
                    <a:pt x="29114" y="31665"/>
                  </a:cubicBezTo>
                  <a:cubicBezTo>
                    <a:pt x="29114" y="53911"/>
                    <a:pt x="18514" y="71949"/>
                    <a:pt x="8520" y="81870"/>
                  </a:cubicBezTo>
                  <a:cubicBezTo>
                    <a:pt x="5189" y="85176"/>
                    <a:pt x="5189" y="85778"/>
                    <a:pt x="5189" y="86680"/>
                  </a:cubicBezTo>
                  <a:cubicBezTo>
                    <a:pt x="5189" y="88784"/>
                    <a:pt x="6703" y="89986"/>
                    <a:pt x="8217" y="89986"/>
                  </a:cubicBezTo>
                  <a:cubicBezTo>
                    <a:pt x="11549" y="89986"/>
                    <a:pt x="35776" y="66838"/>
                    <a:pt x="35776" y="31665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51A13F0-02CF-F867-BD83-11CF4F454F5F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4863471" y="6397455"/>
              <a:ext cx="150816" cy="136182"/>
            </a:xfrm>
            <a:custGeom>
              <a:avLst/>
              <a:gdLst>
                <a:gd name="csX0" fmla="*/ 92715 w 150816"/>
                <a:gd name="csY0" fmla="*/ 42187 h 136182"/>
                <a:gd name="csX1" fmla="*/ 122697 w 150816"/>
                <a:gd name="csY1" fmla="*/ 6713 h 136182"/>
                <a:gd name="csX2" fmla="*/ 137839 w 150816"/>
                <a:gd name="csY2" fmla="*/ 10621 h 136182"/>
                <a:gd name="csX3" fmla="*/ 123303 w 150816"/>
                <a:gd name="csY3" fmla="*/ 26855 h 136182"/>
                <a:gd name="csX4" fmla="*/ 134811 w 150816"/>
                <a:gd name="csY4" fmla="*/ 37377 h 136182"/>
                <a:gd name="csX5" fmla="*/ 151165 w 150816"/>
                <a:gd name="csY5" fmla="*/ 19941 h 136182"/>
                <a:gd name="csX6" fmla="*/ 123000 w 150816"/>
                <a:gd name="csY6" fmla="*/ 100 h 136182"/>
                <a:gd name="csX7" fmla="*/ 91201 w 150816"/>
                <a:gd name="csY7" fmla="*/ 22947 h 136182"/>
                <a:gd name="csX8" fmla="*/ 58494 w 150816"/>
                <a:gd name="csY8" fmla="*/ 100 h 136182"/>
                <a:gd name="csX9" fmla="*/ 9736 w 150816"/>
                <a:gd name="csY9" fmla="*/ 46396 h 136182"/>
                <a:gd name="csX10" fmla="*/ 13370 w 150816"/>
                <a:gd name="csY10" fmla="*/ 49402 h 136182"/>
                <a:gd name="csX11" fmla="*/ 17307 w 150816"/>
                <a:gd name="csY11" fmla="*/ 46095 h 136182"/>
                <a:gd name="csX12" fmla="*/ 57888 w 150816"/>
                <a:gd name="csY12" fmla="*/ 6713 h 136182"/>
                <a:gd name="csX13" fmla="*/ 74242 w 150816"/>
                <a:gd name="csY13" fmla="*/ 26855 h 136182"/>
                <a:gd name="csX14" fmla="*/ 57888 w 150816"/>
                <a:gd name="csY14" fmla="*/ 98404 h 136182"/>
                <a:gd name="csX15" fmla="*/ 29118 w 150816"/>
                <a:gd name="csY15" fmla="*/ 129669 h 136182"/>
                <a:gd name="csX16" fmla="*/ 13976 w 150816"/>
                <a:gd name="csY16" fmla="*/ 125761 h 136182"/>
                <a:gd name="csX17" fmla="*/ 28209 w 150816"/>
                <a:gd name="csY17" fmla="*/ 109527 h 136182"/>
                <a:gd name="csX18" fmla="*/ 17004 w 150816"/>
                <a:gd name="csY18" fmla="*/ 99005 h 136182"/>
                <a:gd name="csX19" fmla="*/ 348 w 150816"/>
                <a:gd name="csY19" fmla="*/ 116441 h 136182"/>
                <a:gd name="csX20" fmla="*/ 28815 w 150816"/>
                <a:gd name="csY20" fmla="*/ 136283 h 136182"/>
                <a:gd name="csX21" fmla="*/ 60614 w 150816"/>
                <a:gd name="csY21" fmla="*/ 113435 h 136182"/>
                <a:gd name="csX22" fmla="*/ 93321 w 150816"/>
                <a:gd name="csY22" fmla="*/ 136283 h 136182"/>
                <a:gd name="csX23" fmla="*/ 141776 w 150816"/>
                <a:gd name="csY23" fmla="*/ 89986 h 136182"/>
                <a:gd name="csX24" fmla="*/ 138142 w 150816"/>
                <a:gd name="csY24" fmla="*/ 86980 h 136182"/>
                <a:gd name="csX25" fmla="*/ 134205 w 150816"/>
                <a:gd name="csY25" fmla="*/ 90287 h 136182"/>
                <a:gd name="csX26" fmla="*/ 93927 w 150816"/>
                <a:gd name="csY26" fmla="*/ 129669 h 136182"/>
                <a:gd name="csX27" fmla="*/ 77270 w 150816"/>
                <a:gd name="csY27" fmla="*/ 109828 h 136182"/>
                <a:gd name="csX28" fmla="*/ 82419 w 150816"/>
                <a:gd name="csY28" fmla="*/ 83373 h 136182"/>
                <a:gd name="csX29" fmla="*/ 92715 w 150816"/>
                <a:gd name="csY29" fmla="*/ 42187 h 136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0816" h="136182">
                  <a:moveTo>
                    <a:pt x="92715" y="42187"/>
                  </a:moveTo>
                  <a:cubicBezTo>
                    <a:pt x="94533" y="34371"/>
                    <a:pt x="101498" y="6713"/>
                    <a:pt x="122697" y="6713"/>
                  </a:cubicBezTo>
                  <a:cubicBezTo>
                    <a:pt x="124211" y="6713"/>
                    <a:pt x="131480" y="6713"/>
                    <a:pt x="137839" y="10621"/>
                  </a:cubicBezTo>
                  <a:cubicBezTo>
                    <a:pt x="129360" y="12125"/>
                    <a:pt x="123303" y="19640"/>
                    <a:pt x="123303" y="26855"/>
                  </a:cubicBezTo>
                  <a:cubicBezTo>
                    <a:pt x="123303" y="31665"/>
                    <a:pt x="126634" y="37377"/>
                    <a:pt x="134811" y="37377"/>
                  </a:cubicBezTo>
                  <a:cubicBezTo>
                    <a:pt x="141474" y="37377"/>
                    <a:pt x="151165" y="31966"/>
                    <a:pt x="151165" y="19941"/>
                  </a:cubicBezTo>
                  <a:cubicBezTo>
                    <a:pt x="151165" y="4308"/>
                    <a:pt x="133297" y="100"/>
                    <a:pt x="123000" y="100"/>
                  </a:cubicBezTo>
                  <a:cubicBezTo>
                    <a:pt x="105435" y="100"/>
                    <a:pt x="94835" y="16033"/>
                    <a:pt x="91201" y="22947"/>
                  </a:cubicBezTo>
                  <a:cubicBezTo>
                    <a:pt x="83630" y="3106"/>
                    <a:pt x="67276" y="100"/>
                    <a:pt x="58494" y="100"/>
                  </a:cubicBezTo>
                  <a:cubicBezTo>
                    <a:pt x="26998" y="100"/>
                    <a:pt x="9736" y="38880"/>
                    <a:pt x="9736" y="46396"/>
                  </a:cubicBezTo>
                  <a:cubicBezTo>
                    <a:pt x="9736" y="49402"/>
                    <a:pt x="12764" y="49402"/>
                    <a:pt x="13370" y="49402"/>
                  </a:cubicBezTo>
                  <a:cubicBezTo>
                    <a:pt x="15793" y="49402"/>
                    <a:pt x="16701" y="48801"/>
                    <a:pt x="17307" y="46095"/>
                  </a:cubicBezTo>
                  <a:cubicBezTo>
                    <a:pt x="27604" y="14229"/>
                    <a:pt x="47592" y="6713"/>
                    <a:pt x="57888" y="6713"/>
                  </a:cubicBezTo>
                  <a:cubicBezTo>
                    <a:pt x="63642" y="6713"/>
                    <a:pt x="74242" y="9419"/>
                    <a:pt x="74242" y="26855"/>
                  </a:cubicBezTo>
                  <a:cubicBezTo>
                    <a:pt x="74242" y="36175"/>
                    <a:pt x="69094" y="56316"/>
                    <a:pt x="57888" y="98404"/>
                  </a:cubicBezTo>
                  <a:cubicBezTo>
                    <a:pt x="53043" y="117043"/>
                    <a:pt x="42443" y="129669"/>
                    <a:pt x="29118" y="129669"/>
                  </a:cubicBezTo>
                  <a:cubicBezTo>
                    <a:pt x="27301" y="129669"/>
                    <a:pt x="20336" y="129669"/>
                    <a:pt x="13976" y="125761"/>
                  </a:cubicBezTo>
                  <a:cubicBezTo>
                    <a:pt x="21547" y="124258"/>
                    <a:pt x="28209" y="117945"/>
                    <a:pt x="28209" y="109527"/>
                  </a:cubicBezTo>
                  <a:cubicBezTo>
                    <a:pt x="28209" y="101410"/>
                    <a:pt x="21547" y="99005"/>
                    <a:pt x="17004" y="99005"/>
                  </a:cubicBezTo>
                  <a:cubicBezTo>
                    <a:pt x="7919" y="99005"/>
                    <a:pt x="348" y="106821"/>
                    <a:pt x="348" y="116441"/>
                  </a:cubicBezTo>
                  <a:cubicBezTo>
                    <a:pt x="348" y="130270"/>
                    <a:pt x="15490" y="136283"/>
                    <a:pt x="28815" y="136283"/>
                  </a:cubicBezTo>
                  <a:cubicBezTo>
                    <a:pt x="48803" y="136283"/>
                    <a:pt x="59705" y="115239"/>
                    <a:pt x="60614" y="113435"/>
                  </a:cubicBezTo>
                  <a:cubicBezTo>
                    <a:pt x="64248" y="124558"/>
                    <a:pt x="75150" y="136283"/>
                    <a:pt x="93321" y="136283"/>
                  </a:cubicBezTo>
                  <a:cubicBezTo>
                    <a:pt x="124514" y="136283"/>
                    <a:pt x="141776" y="97502"/>
                    <a:pt x="141776" y="89986"/>
                  </a:cubicBezTo>
                  <a:cubicBezTo>
                    <a:pt x="141776" y="86980"/>
                    <a:pt x="139051" y="86980"/>
                    <a:pt x="138142" y="86980"/>
                  </a:cubicBezTo>
                  <a:cubicBezTo>
                    <a:pt x="135417" y="86980"/>
                    <a:pt x="134811" y="88183"/>
                    <a:pt x="134205" y="90287"/>
                  </a:cubicBezTo>
                  <a:cubicBezTo>
                    <a:pt x="124211" y="122454"/>
                    <a:pt x="103618" y="129669"/>
                    <a:pt x="93927" y="129669"/>
                  </a:cubicBezTo>
                  <a:cubicBezTo>
                    <a:pt x="82116" y="129669"/>
                    <a:pt x="77270" y="120049"/>
                    <a:pt x="77270" y="109828"/>
                  </a:cubicBezTo>
                  <a:cubicBezTo>
                    <a:pt x="77270" y="103214"/>
                    <a:pt x="79087" y="96600"/>
                    <a:pt x="82419" y="83373"/>
                  </a:cubicBezTo>
                  <a:lnTo>
                    <a:pt x="92715" y="42187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2CF82EFC-9E10-CDA3-D6A2-D831F2A71D64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5037737" y="6482621"/>
              <a:ext cx="129526" cy="94907"/>
            </a:xfrm>
            <a:custGeom>
              <a:avLst/>
              <a:gdLst>
                <a:gd name="csX0" fmla="*/ 16253 w 129526"/>
                <a:gd name="csY0" fmla="*/ 79646 h 94907"/>
                <a:gd name="csX1" fmla="*/ 14133 w 129526"/>
                <a:gd name="csY1" fmla="*/ 88274 h 94907"/>
                <a:gd name="csX2" fmla="*/ 21341 w 129526"/>
                <a:gd name="csY2" fmla="*/ 95008 h 94907"/>
                <a:gd name="csX3" fmla="*/ 29608 w 129526"/>
                <a:gd name="csY3" fmla="*/ 90379 h 94907"/>
                <a:gd name="csX4" fmla="*/ 33424 w 129526"/>
                <a:gd name="csY4" fmla="*/ 77332 h 94907"/>
                <a:gd name="csX5" fmla="*/ 38088 w 129526"/>
                <a:gd name="csY5" fmla="*/ 58392 h 94907"/>
                <a:gd name="csX6" fmla="*/ 41692 w 129526"/>
                <a:gd name="csY6" fmla="*/ 44293 h 94907"/>
                <a:gd name="csX7" fmla="*/ 50595 w 129526"/>
                <a:gd name="csY7" fmla="*/ 25354 h 94907"/>
                <a:gd name="csX8" fmla="*/ 82394 w 129526"/>
                <a:gd name="csY8" fmla="*/ 5993 h 94907"/>
                <a:gd name="csX9" fmla="*/ 94902 w 129526"/>
                <a:gd name="csY9" fmla="*/ 20724 h 94907"/>
                <a:gd name="csX10" fmla="*/ 82394 w 129526"/>
                <a:gd name="csY10" fmla="*/ 65547 h 94907"/>
                <a:gd name="csX11" fmla="*/ 79214 w 129526"/>
                <a:gd name="csY11" fmla="*/ 76911 h 94907"/>
                <a:gd name="csX12" fmla="*/ 99353 w 129526"/>
                <a:gd name="csY12" fmla="*/ 95008 h 94907"/>
                <a:gd name="csX13" fmla="*/ 129880 w 129526"/>
                <a:gd name="csY13" fmla="*/ 62811 h 94907"/>
                <a:gd name="csX14" fmla="*/ 126488 w 129526"/>
                <a:gd name="csY14" fmla="*/ 60076 h 94907"/>
                <a:gd name="csX15" fmla="*/ 122461 w 129526"/>
                <a:gd name="csY15" fmla="*/ 63653 h 94907"/>
                <a:gd name="csX16" fmla="*/ 99989 w 129526"/>
                <a:gd name="csY16" fmla="*/ 89116 h 94907"/>
                <a:gd name="csX17" fmla="*/ 94690 w 129526"/>
                <a:gd name="csY17" fmla="*/ 81751 h 94907"/>
                <a:gd name="csX18" fmla="*/ 99565 w 129526"/>
                <a:gd name="csY18" fmla="*/ 64705 h 94907"/>
                <a:gd name="csX19" fmla="*/ 110801 w 129526"/>
                <a:gd name="csY19" fmla="*/ 24091 h 94907"/>
                <a:gd name="csX20" fmla="*/ 83242 w 129526"/>
                <a:gd name="csY20" fmla="*/ 101 h 94907"/>
                <a:gd name="csX21" fmla="*/ 47416 w 129526"/>
                <a:gd name="csY21" fmla="*/ 19251 h 94907"/>
                <a:gd name="csX22" fmla="*/ 24732 w 129526"/>
                <a:gd name="csY22" fmla="*/ 101 h 94907"/>
                <a:gd name="csX23" fmla="*/ 7985 w 129526"/>
                <a:gd name="csY23" fmla="*/ 11465 h 94907"/>
                <a:gd name="csX24" fmla="*/ 353 w 129526"/>
                <a:gd name="csY24" fmla="*/ 32298 h 94907"/>
                <a:gd name="csX25" fmla="*/ 3957 w 129526"/>
                <a:gd name="csY25" fmla="*/ 35034 h 94907"/>
                <a:gd name="csX26" fmla="*/ 8621 w 129526"/>
                <a:gd name="csY26" fmla="*/ 28721 h 94907"/>
                <a:gd name="csX27" fmla="*/ 24096 w 129526"/>
                <a:gd name="csY27" fmla="*/ 5993 h 94907"/>
                <a:gd name="csX28" fmla="*/ 31092 w 129526"/>
                <a:gd name="csY28" fmla="*/ 16305 h 94907"/>
                <a:gd name="csX29" fmla="*/ 27700 w 129526"/>
                <a:gd name="csY29" fmla="*/ 33771 h 94907"/>
                <a:gd name="csX30" fmla="*/ 23037 w 129526"/>
                <a:gd name="csY30" fmla="*/ 52710 h 94907"/>
                <a:gd name="csX31" fmla="*/ 16253 w 129526"/>
                <a:gd name="csY31" fmla="*/ 79646 h 94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526" h="94907">
                  <a:moveTo>
                    <a:pt x="16253" y="79646"/>
                  </a:moveTo>
                  <a:cubicBezTo>
                    <a:pt x="15405" y="82382"/>
                    <a:pt x="14133" y="87643"/>
                    <a:pt x="14133" y="88274"/>
                  </a:cubicBezTo>
                  <a:cubicBezTo>
                    <a:pt x="14133" y="92904"/>
                    <a:pt x="17949" y="95008"/>
                    <a:pt x="21341" y="95008"/>
                  </a:cubicBezTo>
                  <a:cubicBezTo>
                    <a:pt x="25156" y="95008"/>
                    <a:pt x="28548" y="92273"/>
                    <a:pt x="29608" y="90379"/>
                  </a:cubicBezTo>
                  <a:cubicBezTo>
                    <a:pt x="30668" y="88485"/>
                    <a:pt x="32364" y="81751"/>
                    <a:pt x="33424" y="77332"/>
                  </a:cubicBezTo>
                  <a:cubicBezTo>
                    <a:pt x="34484" y="73333"/>
                    <a:pt x="36816" y="63653"/>
                    <a:pt x="38088" y="58392"/>
                  </a:cubicBezTo>
                  <a:cubicBezTo>
                    <a:pt x="39360" y="53763"/>
                    <a:pt x="40632" y="49133"/>
                    <a:pt x="41692" y="44293"/>
                  </a:cubicBezTo>
                  <a:cubicBezTo>
                    <a:pt x="44024" y="35665"/>
                    <a:pt x="44448" y="33982"/>
                    <a:pt x="50595" y="25354"/>
                  </a:cubicBezTo>
                  <a:cubicBezTo>
                    <a:pt x="56531" y="16936"/>
                    <a:pt x="66495" y="5993"/>
                    <a:pt x="82394" y="5993"/>
                  </a:cubicBezTo>
                  <a:cubicBezTo>
                    <a:pt x="94690" y="5993"/>
                    <a:pt x="94902" y="16726"/>
                    <a:pt x="94902" y="20724"/>
                  </a:cubicBezTo>
                  <a:cubicBezTo>
                    <a:pt x="94902" y="33350"/>
                    <a:pt x="85786" y="56709"/>
                    <a:pt x="82394" y="65547"/>
                  </a:cubicBezTo>
                  <a:cubicBezTo>
                    <a:pt x="80062" y="71439"/>
                    <a:pt x="79214" y="73333"/>
                    <a:pt x="79214" y="76911"/>
                  </a:cubicBezTo>
                  <a:cubicBezTo>
                    <a:pt x="79214" y="88064"/>
                    <a:pt x="88542" y="95008"/>
                    <a:pt x="99353" y="95008"/>
                  </a:cubicBezTo>
                  <a:cubicBezTo>
                    <a:pt x="120553" y="95008"/>
                    <a:pt x="129880" y="65968"/>
                    <a:pt x="129880" y="62811"/>
                  </a:cubicBezTo>
                  <a:cubicBezTo>
                    <a:pt x="129880" y="60076"/>
                    <a:pt x="127124" y="60076"/>
                    <a:pt x="126488" y="60076"/>
                  </a:cubicBezTo>
                  <a:cubicBezTo>
                    <a:pt x="123521" y="60076"/>
                    <a:pt x="123309" y="61338"/>
                    <a:pt x="122461" y="63653"/>
                  </a:cubicBezTo>
                  <a:cubicBezTo>
                    <a:pt x="117585" y="80488"/>
                    <a:pt x="108469" y="89116"/>
                    <a:pt x="99989" y="89116"/>
                  </a:cubicBezTo>
                  <a:cubicBezTo>
                    <a:pt x="95538" y="89116"/>
                    <a:pt x="94690" y="86170"/>
                    <a:pt x="94690" y="81751"/>
                  </a:cubicBezTo>
                  <a:cubicBezTo>
                    <a:pt x="94690" y="76911"/>
                    <a:pt x="95750" y="74175"/>
                    <a:pt x="99565" y="64705"/>
                  </a:cubicBezTo>
                  <a:cubicBezTo>
                    <a:pt x="102109" y="58182"/>
                    <a:pt x="110801" y="35875"/>
                    <a:pt x="110801" y="24091"/>
                  </a:cubicBezTo>
                  <a:cubicBezTo>
                    <a:pt x="110801" y="3679"/>
                    <a:pt x="94478" y="101"/>
                    <a:pt x="83242" y="101"/>
                  </a:cubicBezTo>
                  <a:cubicBezTo>
                    <a:pt x="65647" y="101"/>
                    <a:pt x="53775" y="10833"/>
                    <a:pt x="47416" y="19251"/>
                  </a:cubicBezTo>
                  <a:cubicBezTo>
                    <a:pt x="45932" y="4731"/>
                    <a:pt x="33424" y="101"/>
                    <a:pt x="24732" y="101"/>
                  </a:cubicBezTo>
                  <a:cubicBezTo>
                    <a:pt x="15617" y="101"/>
                    <a:pt x="10741" y="6625"/>
                    <a:pt x="7985" y="11465"/>
                  </a:cubicBezTo>
                  <a:cubicBezTo>
                    <a:pt x="3321" y="19251"/>
                    <a:pt x="353" y="31246"/>
                    <a:pt x="353" y="32298"/>
                  </a:cubicBezTo>
                  <a:cubicBezTo>
                    <a:pt x="353" y="35034"/>
                    <a:pt x="3321" y="35034"/>
                    <a:pt x="3957" y="35034"/>
                  </a:cubicBezTo>
                  <a:cubicBezTo>
                    <a:pt x="6925" y="35034"/>
                    <a:pt x="7137" y="34402"/>
                    <a:pt x="8621" y="28721"/>
                  </a:cubicBezTo>
                  <a:cubicBezTo>
                    <a:pt x="11801" y="16305"/>
                    <a:pt x="15829" y="5993"/>
                    <a:pt x="24096" y="5993"/>
                  </a:cubicBezTo>
                  <a:cubicBezTo>
                    <a:pt x="29608" y="5993"/>
                    <a:pt x="31092" y="10623"/>
                    <a:pt x="31092" y="16305"/>
                  </a:cubicBezTo>
                  <a:cubicBezTo>
                    <a:pt x="31092" y="20303"/>
                    <a:pt x="29184" y="28089"/>
                    <a:pt x="27700" y="33771"/>
                  </a:cubicBezTo>
                  <a:cubicBezTo>
                    <a:pt x="26216" y="39453"/>
                    <a:pt x="24096" y="48081"/>
                    <a:pt x="23037" y="52710"/>
                  </a:cubicBezTo>
                  <a:lnTo>
                    <a:pt x="16253" y="79646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EF2F65F-1F5D-B7BE-153D-DD24BFEACD7E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5200375" y="6517554"/>
              <a:ext cx="143306" cy="10311"/>
            </a:xfrm>
            <a:custGeom>
              <a:avLst/>
              <a:gdLst>
                <a:gd name="csX0" fmla="*/ 135185 w 143306"/>
                <a:gd name="csY0" fmla="*/ 10413 h 10311"/>
                <a:gd name="csX1" fmla="*/ 143665 w 143306"/>
                <a:gd name="csY1" fmla="*/ 5362 h 10311"/>
                <a:gd name="csX2" fmla="*/ 135185 w 143306"/>
                <a:gd name="csY2" fmla="*/ 101 h 10311"/>
                <a:gd name="csX3" fmla="*/ 8838 w 143306"/>
                <a:gd name="csY3" fmla="*/ 101 h 10311"/>
                <a:gd name="csX4" fmla="*/ 358 w 143306"/>
                <a:gd name="csY4" fmla="*/ 5152 h 10311"/>
                <a:gd name="csX5" fmla="*/ 8838 w 143306"/>
                <a:gd name="csY5" fmla="*/ 10413 h 10311"/>
                <a:gd name="csX6" fmla="*/ 135185 w 143306"/>
                <a:gd name="csY6" fmla="*/ 10413 h 10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306" h="10311">
                  <a:moveTo>
                    <a:pt x="135185" y="10413"/>
                  </a:moveTo>
                  <a:cubicBezTo>
                    <a:pt x="138577" y="10413"/>
                    <a:pt x="143665" y="10413"/>
                    <a:pt x="143665" y="5362"/>
                  </a:cubicBezTo>
                  <a:cubicBezTo>
                    <a:pt x="143665" y="101"/>
                    <a:pt x="138789" y="101"/>
                    <a:pt x="135185" y="101"/>
                  </a:cubicBezTo>
                  <a:lnTo>
                    <a:pt x="8838" y="101"/>
                  </a:lnTo>
                  <a:cubicBezTo>
                    <a:pt x="5446" y="101"/>
                    <a:pt x="358" y="101"/>
                    <a:pt x="358" y="5152"/>
                  </a:cubicBezTo>
                  <a:cubicBezTo>
                    <a:pt x="358" y="10413"/>
                    <a:pt x="5234" y="10413"/>
                    <a:pt x="8838" y="10413"/>
                  </a:cubicBezTo>
                  <a:lnTo>
                    <a:pt x="135185" y="1041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F9DC84EF-8833-FDF2-E6F0-59F5FAA6E1C4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5389866" y="6435694"/>
              <a:ext cx="77164" cy="139730"/>
            </a:xfrm>
            <a:custGeom>
              <a:avLst/>
              <a:gdLst>
                <a:gd name="csX0" fmla="*/ 48275 w 77164"/>
                <a:gd name="csY0" fmla="*/ 5993 h 139730"/>
                <a:gd name="csX1" fmla="*/ 41915 w 77164"/>
                <a:gd name="csY1" fmla="*/ 101 h 139730"/>
                <a:gd name="csX2" fmla="*/ 365 w 77164"/>
                <a:gd name="csY2" fmla="*/ 13569 h 139730"/>
                <a:gd name="csX3" fmla="*/ 365 w 77164"/>
                <a:gd name="csY3" fmla="*/ 21145 h 139730"/>
                <a:gd name="csX4" fmla="*/ 31103 w 77164"/>
                <a:gd name="csY4" fmla="*/ 15253 h 139730"/>
                <a:gd name="csX5" fmla="*/ 31103 w 77164"/>
                <a:gd name="csY5" fmla="*/ 122576 h 139730"/>
                <a:gd name="csX6" fmla="*/ 9904 w 77164"/>
                <a:gd name="csY6" fmla="*/ 132256 h 139730"/>
                <a:gd name="csX7" fmla="*/ 1849 w 77164"/>
                <a:gd name="csY7" fmla="*/ 132256 h 139730"/>
                <a:gd name="csX8" fmla="*/ 1849 w 77164"/>
                <a:gd name="csY8" fmla="*/ 139831 h 139730"/>
                <a:gd name="csX9" fmla="*/ 39583 w 77164"/>
                <a:gd name="csY9" fmla="*/ 138990 h 139730"/>
                <a:gd name="csX10" fmla="*/ 77530 w 77164"/>
                <a:gd name="csY10" fmla="*/ 139831 h 139730"/>
                <a:gd name="csX11" fmla="*/ 77530 w 77164"/>
                <a:gd name="csY11" fmla="*/ 132256 h 139730"/>
                <a:gd name="csX12" fmla="*/ 69474 w 77164"/>
                <a:gd name="csY12" fmla="*/ 132256 h 139730"/>
                <a:gd name="csX13" fmla="*/ 48275 w 77164"/>
                <a:gd name="csY13" fmla="*/ 122576 h 139730"/>
                <a:gd name="csX14" fmla="*/ 48275 w 77164"/>
                <a:gd name="csY14" fmla="*/ 5993 h 139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64" h="139730">
                  <a:moveTo>
                    <a:pt x="48275" y="5993"/>
                  </a:moveTo>
                  <a:cubicBezTo>
                    <a:pt x="48275" y="312"/>
                    <a:pt x="47851" y="101"/>
                    <a:pt x="41915" y="101"/>
                  </a:cubicBezTo>
                  <a:cubicBezTo>
                    <a:pt x="28347" y="13359"/>
                    <a:pt x="9056" y="13569"/>
                    <a:pt x="365" y="13569"/>
                  </a:cubicBezTo>
                  <a:lnTo>
                    <a:pt x="365" y="21145"/>
                  </a:lnTo>
                  <a:cubicBezTo>
                    <a:pt x="5452" y="21145"/>
                    <a:pt x="19444" y="21145"/>
                    <a:pt x="31103" y="15253"/>
                  </a:cubicBezTo>
                  <a:lnTo>
                    <a:pt x="31103" y="122576"/>
                  </a:lnTo>
                  <a:cubicBezTo>
                    <a:pt x="31103" y="129520"/>
                    <a:pt x="31103" y="132256"/>
                    <a:pt x="9904" y="132256"/>
                  </a:cubicBezTo>
                  <a:lnTo>
                    <a:pt x="1849" y="132256"/>
                  </a:lnTo>
                  <a:lnTo>
                    <a:pt x="1849" y="139831"/>
                  </a:lnTo>
                  <a:cubicBezTo>
                    <a:pt x="5664" y="139621"/>
                    <a:pt x="31739" y="138990"/>
                    <a:pt x="39583" y="138990"/>
                  </a:cubicBezTo>
                  <a:cubicBezTo>
                    <a:pt x="46155" y="138990"/>
                    <a:pt x="72866" y="139621"/>
                    <a:pt x="77530" y="139831"/>
                  </a:cubicBezTo>
                  <a:lnTo>
                    <a:pt x="77530" y="132256"/>
                  </a:lnTo>
                  <a:lnTo>
                    <a:pt x="69474" y="132256"/>
                  </a:lnTo>
                  <a:cubicBezTo>
                    <a:pt x="48275" y="132256"/>
                    <a:pt x="48275" y="129520"/>
                    <a:pt x="48275" y="122576"/>
                  </a:cubicBezTo>
                  <a:lnTo>
                    <a:pt x="48275" y="5993"/>
                  </a:ln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9E5B594B-C3C8-DC42-86EE-9ACAA59F29E4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5519880" y="6304863"/>
              <a:ext cx="70260" cy="300624"/>
            </a:xfrm>
            <a:custGeom>
              <a:avLst/>
              <a:gdLst>
                <a:gd name="csX0" fmla="*/ 70629 w 70260"/>
                <a:gd name="csY0" fmla="*/ 150412 h 300624"/>
                <a:gd name="csX1" fmla="*/ 50641 w 70260"/>
                <a:gd name="csY1" fmla="*/ 56617 h 300624"/>
                <a:gd name="csX2" fmla="*/ 3398 w 70260"/>
                <a:gd name="csY2" fmla="*/ 100 h 300624"/>
                <a:gd name="csX3" fmla="*/ 369 w 70260"/>
                <a:gd name="csY3" fmla="*/ 3106 h 300624"/>
                <a:gd name="csX4" fmla="*/ 6123 w 70260"/>
                <a:gd name="csY4" fmla="*/ 10020 h 300624"/>
                <a:gd name="csX5" fmla="*/ 53064 w 70260"/>
                <a:gd name="csY5" fmla="*/ 150412 h 300624"/>
                <a:gd name="csX6" fmla="*/ 4306 w 70260"/>
                <a:gd name="csY6" fmla="*/ 292607 h 300624"/>
                <a:gd name="csX7" fmla="*/ 369 w 70260"/>
                <a:gd name="csY7" fmla="*/ 297718 h 300624"/>
                <a:gd name="csX8" fmla="*/ 3398 w 70260"/>
                <a:gd name="csY8" fmla="*/ 300724 h 300624"/>
                <a:gd name="csX9" fmla="*/ 51550 w 70260"/>
                <a:gd name="csY9" fmla="*/ 242102 h 300624"/>
                <a:gd name="csX10" fmla="*/ 70629 w 70260"/>
                <a:gd name="csY10" fmla="*/ 150412 h 30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60" h="300624">
                  <a:moveTo>
                    <a:pt x="70629" y="150412"/>
                  </a:moveTo>
                  <a:cubicBezTo>
                    <a:pt x="70629" y="126963"/>
                    <a:pt x="67298" y="90588"/>
                    <a:pt x="50641" y="56617"/>
                  </a:cubicBezTo>
                  <a:cubicBezTo>
                    <a:pt x="32471" y="19640"/>
                    <a:pt x="6426" y="100"/>
                    <a:pt x="3398" y="100"/>
                  </a:cubicBezTo>
                  <a:cubicBezTo>
                    <a:pt x="1580" y="100"/>
                    <a:pt x="369" y="1302"/>
                    <a:pt x="369" y="3106"/>
                  </a:cubicBezTo>
                  <a:cubicBezTo>
                    <a:pt x="369" y="4008"/>
                    <a:pt x="369" y="4609"/>
                    <a:pt x="6123" y="10020"/>
                  </a:cubicBezTo>
                  <a:cubicBezTo>
                    <a:pt x="35802" y="39782"/>
                    <a:pt x="53064" y="87581"/>
                    <a:pt x="53064" y="150412"/>
                  </a:cubicBezTo>
                  <a:cubicBezTo>
                    <a:pt x="53064" y="201819"/>
                    <a:pt x="41859" y="254729"/>
                    <a:pt x="4306" y="292607"/>
                  </a:cubicBezTo>
                  <a:cubicBezTo>
                    <a:pt x="369" y="296215"/>
                    <a:pt x="369" y="296816"/>
                    <a:pt x="369" y="297718"/>
                  </a:cubicBezTo>
                  <a:cubicBezTo>
                    <a:pt x="369" y="299522"/>
                    <a:pt x="1580" y="300724"/>
                    <a:pt x="3398" y="300724"/>
                  </a:cubicBezTo>
                  <a:cubicBezTo>
                    <a:pt x="6426" y="300724"/>
                    <a:pt x="33682" y="280282"/>
                    <a:pt x="51550" y="242102"/>
                  </a:cubicBezTo>
                  <a:cubicBezTo>
                    <a:pt x="66995" y="209034"/>
                    <a:pt x="70629" y="175664"/>
                    <a:pt x="70629" y="150412"/>
                  </a:cubicBezTo>
                  <a:close/>
                </a:path>
              </a:pathLst>
            </a:custGeom>
            <a:solidFill>
              <a:srgbClr val="000000"/>
            </a:solidFill>
            <a:ln w="30399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29" name="Google Shape;348;p25">
            <a:extLst>
              <a:ext uri="{FF2B5EF4-FFF2-40B4-BE49-F238E27FC236}">
                <a16:creationId xmlns:a16="http://schemas.microsoft.com/office/drawing/2014/main" id="{C3E0EB05-E7CD-DEFB-45E0-772B70BCD15E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71">
            <a:alphaModFix/>
          </a:blip>
          <a:srcRect/>
          <a:stretch/>
        </p:blipFill>
        <p:spPr>
          <a:xfrm>
            <a:off x="2156863" y="4047562"/>
            <a:ext cx="7878274" cy="12479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0591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79BFB-75A3-EC90-7E5F-76EB25A60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Important Detail: Modeling Length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6B28A-EC70-0032-B1AE-34213C675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/>
                  <a:t>A language model assigns probability to token sequences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CA" b="1" dirty="0"/>
              </a:p>
              <a:p>
                <a:pPr lvl="1"/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CA" b="1" dirty="0"/>
                  <a:t> </a:t>
                </a:r>
                <a:r>
                  <a:rPr lang="en-CA" dirty="0"/>
                  <a:t>can be of any length, and the probabilities should sum to 1 across all possible sequences of different lengths.</a:t>
                </a:r>
              </a:p>
              <a:p>
                <a:r>
                  <a:rPr lang="en-CA" dirty="0"/>
                  <a:t>Usually length is modeled by including a “stop symbol” &lt;/s&gt; at the end of sequence. </a:t>
                </a:r>
                <a:br>
                  <a:rPr lang="en-CA" dirty="0"/>
                </a:br>
                <a:r>
                  <a:rPr lang="en-CA" dirty="0"/>
                  <a:t>Predicting &lt;/s&gt; = modeling stopping probabilities.</a:t>
                </a:r>
              </a:p>
              <a:p>
                <a:pPr lvl="1"/>
                <a:r>
                  <a:rPr lang="en-CA" dirty="0"/>
                  <a:t>Relatedly, a “start symbol” &lt;s&gt; could also be added to the beginning. </a:t>
                </a:r>
              </a:p>
              <a:p>
                <a:pPr lvl="1"/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Language model with both start and stop symbols: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6B28A-EC70-0032-B1AE-34213C675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8"/>
                <a:stretch>
                  <a:fillRect l="-803" t="-84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2B6BA-401D-505C-8CB5-BDEEA068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15</a:t>
            </a:fld>
            <a:endParaRPr lang="en-CA"/>
          </a:p>
        </p:txBody>
      </p:sp>
      <p:grpSp>
        <p:nvGrpSpPr>
          <p:cNvPr id="185" name="Group 184" descr="\documentclass{article}&#10;\usepackage{nunito}&#10;\usepackage[linguistics]{forest}&#10;\usepackage{amsmath,amssymb}&#10;\pagestyle{empty}&#10;\begin{document}&#10;&#10;\begin{align*}&#10;P(\mathbf{x}_{1:n}) = P\left(\langle\texttt{/s}\rangle \mid \langle\texttt{s}\rangle, x_1, \ldots, x_n\right)\prod_{i=1}^n P\left(x_i\mid \langle\texttt{s}\rangle,x_1,\ldots,x_{i-1}\right)&#10;\end{align*}&#10;&#10;&#10;\end{document}" title="IguanaTex Shape Display">
            <a:extLst>
              <a:ext uri="{FF2B5EF4-FFF2-40B4-BE49-F238E27FC236}">
                <a16:creationId xmlns:a16="http://schemas.microsoft.com/office/drawing/2014/main" id="{B7580215-76E7-F5D1-00FF-7EDB82FC319C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995838" y="5291256"/>
            <a:ext cx="8200324" cy="833722"/>
            <a:chOff x="5047703" y="7680175"/>
            <a:chExt cx="8200324" cy="833722"/>
          </a:xfrm>
        </p:grpSpPr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7C284964-1A6E-2A4B-62D8-66BB7046169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047703" y="7946092"/>
              <a:ext cx="216614" cy="207400"/>
            </a:xfrm>
            <a:custGeom>
              <a:avLst/>
              <a:gdLst>
                <a:gd name="csX0" fmla="*/ 79888 w 216614"/>
                <a:gd name="csY0" fmla="*/ 111534 h 207400"/>
                <a:gd name="csX1" fmla="*/ 131462 w 216614"/>
                <a:gd name="csY1" fmla="*/ 111534 h 207400"/>
                <a:gd name="csX2" fmla="*/ 216712 w 216614"/>
                <a:gd name="csY2" fmla="*/ 45943 h 207400"/>
                <a:gd name="csX3" fmla="*/ 156946 w 216614"/>
                <a:gd name="csY3" fmla="*/ 90 h 207400"/>
                <a:gd name="csX4" fmla="*/ 58651 w 216614"/>
                <a:gd name="csY4" fmla="*/ 90 h 207400"/>
                <a:gd name="csX5" fmla="*/ 49549 w 216614"/>
                <a:gd name="csY5" fmla="*/ 5860 h 207400"/>
                <a:gd name="csX6" fmla="*/ 58347 w 216614"/>
                <a:gd name="csY6" fmla="*/ 9504 h 207400"/>
                <a:gd name="csX7" fmla="*/ 71393 w 216614"/>
                <a:gd name="csY7" fmla="*/ 10111 h 207400"/>
                <a:gd name="csX8" fmla="*/ 78067 w 216614"/>
                <a:gd name="csY8" fmla="*/ 14970 h 207400"/>
                <a:gd name="csX9" fmla="*/ 76854 w 216614"/>
                <a:gd name="csY9" fmla="*/ 20739 h 207400"/>
                <a:gd name="csX10" fmla="*/ 36201 w 216614"/>
                <a:gd name="csY10" fmla="*/ 183805 h 207400"/>
                <a:gd name="csX11" fmla="*/ 8593 w 216614"/>
                <a:gd name="csY11" fmla="*/ 198077 h 207400"/>
                <a:gd name="csX12" fmla="*/ 98 w 216614"/>
                <a:gd name="csY12" fmla="*/ 203847 h 207400"/>
                <a:gd name="csX13" fmla="*/ 4649 w 216614"/>
                <a:gd name="csY13" fmla="*/ 207491 h 207400"/>
                <a:gd name="csX14" fmla="*/ 43178 w 216614"/>
                <a:gd name="csY14" fmla="*/ 206580 h 207400"/>
                <a:gd name="csX15" fmla="*/ 62595 w 216614"/>
                <a:gd name="csY15" fmla="*/ 206884 h 207400"/>
                <a:gd name="csX16" fmla="*/ 82315 w 216614"/>
                <a:gd name="csY16" fmla="*/ 207491 h 207400"/>
                <a:gd name="csX17" fmla="*/ 88382 w 216614"/>
                <a:gd name="csY17" fmla="*/ 201418 h 207400"/>
                <a:gd name="csX18" fmla="*/ 79888 w 216614"/>
                <a:gd name="csY18" fmla="*/ 198077 h 207400"/>
                <a:gd name="csX19" fmla="*/ 60168 w 216614"/>
                <a:gd name="csY19" fmla="*/ 192611 h 207400"/>
                <a:gd name="csX20" fmla="*/ 61078 w 216614"/>
                <a:gd name="csY20" fmla="*/ 187449 h 207400"/>
                <a:gd name="csX21" fmla="*/ 79888 w 216614"/>
                <a:gd name="csY21" fmla="*/ 111534 h 207400"/>
                <a:gd name="csX22" fmla="*/ 101731 w 216614"/>
                <a:gd name="csY22" fmla="*/ 21043 h 207400"/>
                <a:gd name="csX23" fmla="*/ 118114 w 216614"/>
                <a:gd name="csY23" fmla="*/ 9504 h 207400"/>
                <a:gd name="csX24" fmla="*/ 147238 w 216614"/>
                <a:gd name="csY24" fmla="*/ 9504 h 207400"/>
                <a:gd name="csX25" fmla="*/ 188498 w 216614"/>
                <a:gd name="csY25" fmla="*/ 38655 h 207400"/>
                <a:gd name="csX26" fmla="*/ 170598 w 216614"/>
                <a:gd name="csY26" fmla="*/ 87545 h 207400"/>
                <a:gd name="csX27" fmla="*/ 123878 w 216614"/>
                <a:gd name="csY27" fmla="*/ 103639 h 207400"/>
                <a:gd name="csX28" fmla="*/ 81101 w 216614"/>
                <a:gd name="csY28" fmla="*/ 103639 h 207400"/>
                <a:gd name="csX29" fmla="*/ 101731 w 216614"/>
                <a:gd name="csY29" fmla="*/ 2104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614" h="207400">
                  <a:moveTo>
                    <a:pt x="79888" y="111534"/>
                  </a:moveTo>
                  <a:lnTo>
                    <a:pt x="131462" y="111534"/>
                  </a:lnTo>
                  <a:cubicBezTo>
                    <a:pt x="174542" y="111534"/>
                    <a:pt x="216712" y="79953"/>
                    <a:pt x="216712" y="45943"/>
                  </a:cubicBezTo>
                  <a:cubicBezTo>
                    <a:pt x="216712" y="22561"/>
                    <a:pt x="196689" y="90"/>
                    <a:pt x="156946" y="90"/>
                  </a:cubicBezTo>
                  <a:lnTo>
                    <a:pt x="58651" y="90"/>
                  </a:lnTo>
                  <a:cubicBezTo>
                    <a:pt x="52887" y="90"/>
                    <a:pt x="49549" y="90"/>
                    <a:pt x="49549" y="5860"/>
                  </a:cubicBezTo>
                  <a:cubicBezTo>
                    <a:pt x="49549" y="9504"/>
                    <a:pt x="52280" y="9504"/>
                    <a:pt x="58347" y="9504"/>
                  </a:cubicBezTo>
                  <a:cubicBezTo>
                    <a:pt x="62291" y="9504"/>
                    <a:pt x="67752" y="9807"/>
                    <a:pt x="71393" y="10111"/>
                  </a:cubicBezTo>
                  <a:cubicBezTo>
                    <a:pt x="76247" y="10718"/>
                    <a:pt x="78067" y="11629"/>
                    <a:pt x="78067" y="14970"/>
                  </a:cubicBezTo>
                  <a:cubicBezTo>
                    <a:pt x="78067" y="16184"/>
                    <a:pt x="77764" y="17095"/>
                    <a:pt x="76854" y="20739"/>
                  </a:cubicBezTo>
                  <a:lnTo>
                    <a:pt x="36201" y="183805"/>
                  </a:lnTo>
                  <a:cubicBezTo>
                    <a:pt x="33167" y="195648"/>
                    <a:pt x="32560" y="198077"/>
                    <a:pt x="8593" y="198077"/>
                  </a:cubicBezTo>
                  <a:cubicBezTo>
                    <a:pt x="3435" y="198077"/>
                    <a:pt x="98" y="198077"/>
                    <a:pt x="98" y="203847"/>
                  </a:cubicBezTo>
                  <a:cubicBezTo>
                    <a:pt x="98" y="207491"/>
                    <a:pt x="3739" y="207491"/>
                    <a:pt x="4649" y="207491"/>
                  </a:cubicBezTo>
                  <a:cubicBezTo>
                    <a:pt x="13144" y="207491"/>
                    <a:pt x="34684" y="206580"/>
                    <a:pt x="43178" y="206580"/>
                  </a:cubicBezTo>
                  <a:cubicBezTo>
                    <a:pt x="49549" y="206580"/>
                    <a:pt x="56224" y="206884"/>
                    <a:pt x="62595" y="206884"/>
                  </a:cubicBezTo>
                  <a:cubicBezTo>
                    <a:pt x="69269" y="206884"/>
                    <a:pt x="75944" y="207491"/>
                    <a:pt x="82315" y="207491"/>
                  </a:cubicBezTo>
                  <a:cubicBezTo>
                    <a:pt x="84438" y="207491"/>
                    <a:pt x="88382" y="207491"/>
                    <a:pt x="88382" y="201418"/>
                  </a:cubicBezTo>
                  <a:cubicBezTo>
                    <a:pt x="88382" y="198077"/>
                    <a:pt x="85652" y="198077"/>
                    <a:pt x="79888" y="198077"/>
                  </a:cubicBezTo>
                  <a:cubicBezTo>
                    <a:pt x="68662" y="198077"/>
                    <a:pt x="60168" y="198077"/>
                    <a:pt x="60168" y="192611"/>
                  </a:cubicBezTo>
                  <a:cubicBezTo>
                    <a:pt x="60168" y="190789"/>
                    <a:pt x="60775" y="189271"/>
                    <a:pt x="61078" y="187449"/>
                  </a:cubicBezTo>
                  <a:lnTo>
                    <a:pt x="79888" y="111534"/>
                  </a:lnTo>
                  <a:close/>
                  <a:moveTo>
                    <a:pt x="101731" y="21043"/>
                  </a:moveTo>
                  <a:cubicBezTo>
                    <a:pt x="104461" y="10415"/>
                    <a:pt x="105068" y="9504"/>
                    <a:pt x="118114" y="9504"/>
                  </a:cubicBezTo>
                  <a:lnTo>
                    <a:pt x="147238" y="9504"/>
                  </a:lnTo>
                  <a:cubicBezTo>
                    <a:pt x="172419" y="9504"/>
                    <a:pt x="188498" y="17703"/>
                    <a:pt x="188498" y="38655"/>
                  </a:cubicBezTo>
                  <a:cubicBezTo>
                    <a:pt x="188498" y="50498"/>
                    <a:pt x="182430" y="76613"/>
                    <a:pt x="170598" y="87545"/>
                  </a:cubicBezTo>
                  <a:cubicBezTo>
                    <a:pt x="155429" y="101209"/>
                    <a:pt x="137227" y="103639"/>
                    <a:pt x="123878" y="103639"/>
                  </a:cubicBezTo>
                  <a:lnTo>
                    <a:pt x="81101" y="103639"/>
                  </a:lnTo>
                  <a:lnTo>
                    <a:pt x="101731" y="21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02DEED5F-EDD0-0B2F-7377-C2E8953EB2C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302514" y="7925747"/>
              <a:ext cx="70384" cy="303661"/>
            </a:xfrm>
            <a:custGeom>
              <a:avLst/>
              <a:gdLst>
                <a:gd name="csX0" fmla="*/ 70491 w 70384"/>
                <a:gd name="csY0" fmla="*/ 300715 h 303661"/>
                <a:gd name="csX1" fmla="*/ 65333 w 70384"/>
                <a:gd name="csY1" fmla="*/ 294034 h 303661"/>
                <a:gd name="csX2" fmla="*/ 17702 w 70384"/>
                <a:gd name="csY2" fmla="*/ 151921 h 303661"/>
                <a:gd name="csX3" fmla="*/ 66547 w 70384"/>
                <a:gd name="csY3" fmla="*/ 8289 h 303661"/>
                <a:gd name="csX4" fmla="*/ 70491 w 70384"/>
                <a:gd name="csY4" fmla="*/ 3127 h 303661"/>
                <a:gd name="csX5" fmla="*/ 67457 w 70384"/>
                <a:gd name="csY5" fmla="*/ 90 h 303661"/>
                <a:gd name="csX6" fmla="*/ 19219 w 70384"/>
                <a:gd name="csY6" fmla="*/ 59304 h 303661"/>
                <a:gd name="csX7" fmla="*/ 106 w 70384"/>
                <a:gd name="csY7" fmla="*/ 151921 h 303661"/>
                <a:gd name="csX8" fmla="*/ 20129 w 70384"/>
                <a:gd name="csY8" fmla="*/ 246663 h 303661"/>
                <a:gd name="csX9" fmla="*/ 67457 w 70384"/>
                <a:gd name="csY9" fmla="*/ 303751 h 303661"/>
                <a:gd name="csX10" fmla="*/ 70491 w 70384"/>
                <a:gd name="csY10" fmla="*/ 3007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4" h="303661">
                  <a:moveTo>
                    <a:pt x="70491" y="300715"/>
                  </a:moveTo>
                  <a:cubicBezTo>
                    <a:pt x="70491" y="299804"/>
                    <a:pt x="70491" y="299197"/>
                    <a:pt x="65333" y="294034"/>
                  </a:cubicBezTo>
                  <a:cubicBezTo>
                    <a:pt x="27410" y="255773"/>
                    <a:pt x="17702" y="198381"/>
                    <a:pt x="17702" y="151921"/>
                  </a:cubicBezTo>
                  <a:cubicBezTo>
                    <a:pt x="17702" y="99084"/>
                    <a:pt x="29231" y="46247"/>
                    <a:pt x="66547" y="8289"/>
                  </a:cubicBezTo>
                  <a:cubicBezTo>
                    <a:pt x="70491" y="4645"/>
                    <a:pt x="70491" y="4038"/>
                    <a:pt x="70491" y="3127"/>
                  </a:cubicBezTo>
                  <a:cubicBezTo>
                    <a:pt x="70491" y="1001"/>
                    <a:pt x="69277" y="90"/>
                    <a:pt x="67457" y="90"/>
                  </a:cubicBezTo>
                  <a:cubicBezTo>
                    <a:pt x="64423" y="90"/>
                    <a:pt x="37119" y="20739"/>
                    <a:pt x="19219" y="59304"/>
                  </a:cubicBezTo>
                  <a:cubicBezTo>
                    <a:pt x="3747" y="92707"/>
                    <a:pt x="106" y="126413"/>
                    <a:pt x="106" y="151921"/>
                  </a:cubicBezTo>
                  <a:cubicBezTo>
                    <a:pt x="106" y="175606"/>
                    <a:pt x="3443" y="212349"/>
                    <a:pt x="20129" y="246663"/>
                  </a:cubicBezTo>
                  <a:cubicBezTo>
                    <a:pt x="38332" y="284013"/>
                    <a:pt x="64423" y="303751"/>
                    <a:pt x="67457" y="303751"/>
                  </a:cubicBezTo>
                  <a:cubicBezTo>
                    <a:pt x="69277" y="303751"/>
                    <a:pt x="70491" y="302840"/>
                    <a:pt x="70491" y="30071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5D854A1-5DF1-0BB7-34DE-DCA94759D7A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97135" y="8018667"/>
              <a:ext cx="170803" cy="134825"/>
            </a:xfrm>
            <a:custGeom>
              <a:avLst/>
              <a:gdLst>
                <a:gd name="csX0" fmla="*/ 98405 w 170803"/>
                <a:gd name="csY0" fmla="*/ 60215 h 134825"/>
                <a:gd name="csX1" fmla="*/ 133901 w 170803"/>
                <a:gd name="csY1" fmla="*/ 20739 h 134825"/>
                <a:gd name="csX2" fmla="*/ 164846 w 170803"/>
                <a:gd name="csY2" fmla="*/ 14362 h 134825"/>
                <a:gd name="csX3" fmla="*/ 164846 w 170803"/>
                <a:gd name="csY3" fmla="*/ 90 h 134825"/>
                <a:gd name="csX4" fmla="*/ 136935 w 170803"/>
                <a:gd name="csY4" fmla="*/ 1001 h 134825"/>
                <a:gd name="csX5" fmla="*/ 105687 w 170803"/>
                <a:gd name="csY5" fmla="*/ 90 h 134825"/>
                <a:gd name="csX6" fmla="*/ 105687 w 170803"/>
                <a:gd name="csY6" fmla="*/ 14362 h 134825"/>
                <a:gd name="csX7" fmla="*/ 117215 w 170803"/>
                <a:gd name="csY7" fmla="*/ 17095 h 134825"/>
                <a:gd name="csX8" fmla="*/ 114788 w 170803"/>
                <a:gd name="csY8" fmla="*/ 20739 h 134825"/>
                <a:gd name="csX9" fmla="*/ 89304 w 170803"/>
                <a:gd name="csY9" fmla="*/ 49283 h 134825"/>
                <a:gd name="csX10" fmla="*/ 59573 w 170803"/>
                <a:gd name="csY10" fmla="*/ 14362 h 134825"/>
                <a:gd name="csX11" fmla="*/ 71708 w 170803"/>
                <a:gd name="csY11" fmla="*/ 14362 h 134825"/>
                <a:gd name="csX12" fmla="*/ 71708 w 170803"/>
                <a:gd name="csY12" fmla="*/ 90 h 134825"/>
                <a:gd name="csX13" fmla="*/ 34999 w 170803"/>
                <a:gd name="csY13" fmla="*/ 1001 h 134825"/>
                <a:gd name="csX14" fmla="*/ 1627 w 170803"/>
                <a:gd name="csY14" fmla="*/ 90 h 134825"/>
                <a:gd name="csX15" fmla="*/ 1627 w 170803"/>
                <a:gd name="csY15" fmla="*/ 14362 h 134825"/>
                <a:gd name="csX16" fmla="*/ 23167 w 170803"/>
                <a:gd name="csY16" fmla="*/ 14362 h 134825"/>
                <a:gd name="csX17" fmla="*/ 70494 w 170803"/>
                <a:gd name="csY17" fmla="*/ 70236 h 134825"/>
                <a:gd name="csX18" fmla="*/ 30751 w 170803"/>
                <a:gd name="csY18" fmla="*/ 114874 h 134825"/>
                <a:gd name="csX19" fmla="*/ 110 w 170803"/>
                <a:gd name="csY19" fmla="*/ 120644 h 134825"/>
                <a:gd name="csX20" fmla="*/ 110 w 170803"/>
                <a:gd name="csY20" fmla="*/ 134916 h 134825"/>
                <a:gd name="csX21" fmla="*/ 28021 w 170803"/>
                <a:gd name="csY21" fmla="*/ 134005 h 134825"/>
                <a:gd name="csX22" fmla="*/ 59269 w 170803"/>
                <a:gd name="csY22" fmla="*/ 134916 h 134825"/>
                <a:gd name="csX23" fmla="*/ 59269 w 170803"/>
                <a:gd name="csY23" fmla="*/ 120644 h 134825"/>
                <a:gd name="csX24" fmla="*/ 48044 w 170803"/>
                <a:gd name="csY24" fmla="*/ 117303 h 134825"/>
                <a:gd name="csX25" fmla="*/ 50168 w 170803"/>
                <a:gd name="csY25" fmla="*/ 114267 h 134825"/>
                <a:gd name="csX26" fmla="*/ 79596 w 170803"/>
                <a:gd name="csY26" fmla="*/ 81168 h 134825"/>
                <a:gd name="csX27" fmla="*/ 112968 w 170803"/>
                <a:gd name="csY27" fmla="*/ 120644 h 134825"/>
                <a:gd name="csX28" fmla="*/ 101136 w 170803"/>
                <a:gd name="csY28" fmla="*/ 120644 h 134825"/>
                <a:gd name="csX29" fmla="*/ 101136 w 170803"/>
                <a:gd name="csY29" fmla="*/ 134916 h 134825"/>
                <a:gd name="csX30" fmla="*/ 137542 w 170803"/>
                <a:gd name="csY30" fmla="*/ 134005 h 134825"/>
                <a:gd name="csX31" fmla="*/ 170914 w 170803"/>
                <a:gd name="csY31" fmla="*/ 134916 h 134825"/>
                <a:gd name="csX32" fmla="*/ 170914 w 170803"/>
                <a:gd name="csY32" fmla="*/ 120644 h 134825"/>
                <a:gd name="csX33" fmla="*/ 149373 w 170803"/>
                <a:gd name="csY33" fmla="*/ 120644 h 134825"/>
                <a:gd name="csX34" fmla="*/ 98405 w 170803"/>
                <a:gd name="csY34" fmla="*/ 60215 h 134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803" h="134825">
                  <a:moveTo>
                    <a:pt x="98405" y="60215"/>
                  </a:moveTo>
                  <a:lnTo>
                    <a:pt x="133901" y="20739"/>
                  </a:lnTo>
                  <a:cubicBezTo>
                    <a:pt x="137845" y="16488"/>
                    <a:pt x="139665" y="14362"/>
                    <a:pt x="164846" y="14362"/>
                  </a:cubicBezTo>
                  <a:lnTo>
                    <a:pt x="164846" y="90"/>
                  </a:lnTo>
                  <a:cubicBezTo>
                    <a:pt x="154228" y="697"/>
                    <a:pt x="138452" y="1001"/>
                    <a:pt x="136935" y="1001"/>
                  </a:cubicBezTo>
                  <a:cubicBezTo>
                    <a:pt x="129350" y="1001"/>
                    <a:pt x="114181" y="394"/>
                    <a:pt x="105687" y="90"/>
                  </a:cubicBezTo>
                  <a:lnTo>
                    <a:pt x="105687" y="14362"/>
                  </a:lnTo>
                  <a:cubicBezTo>
                    <a:pt x="109934" y="14362"/>
                    <a:pt x="113574" y="14970"/>
                    <a:pt x="117215" y="17095"/>
                  </a:cubicBezTo>
                  <a:cubicBezTo>
                    <a:pt x="116002" y="18917"/>
                    <a:pt x="116002" y="19524"/>
                    <a:pt x="114788" y="20739"/>
                  </a:cubicBezTo>
                  <a:lnTo>
                    <a:pt x="89304" y="49283"/>
                  </a:lnTo>
                  <a:lnTo>
                    <a:pt x="59573" y="14362"/>
                  </a:lnTo>
                  <a:lnTo>
                    <a:pt x="71708" y="14362"/>
                  </a:lnTo>
                  <a:lnTo>
                    <a:pt x="71708" y="90"/>
                  </a:lnTo>
                  <a:cubicBezTo>
                    <a:pt x="63820" y="394"/>
                    <a:pt x="44707" y="1001"/>
                    <a:pt x="34999" y="1001"/>
                  </a:cubicBezTo>
                  <a:cubicBezTo>
                    <a:pt x="25291" y="1001"/>
                    <a:pt x="11638" y="394"/>
                    <a:pt x="1627" y="90"/>
                  </a:cubicBezTo>
                  <a:lnTo>
                    <a:pt x="1627" y="14362"/>
                  </a:lnTo>
                  <a:lnTo>
                    <a:pt x="23167" y="14362"/>
                  </a:lnTo>
                  <a:lnTo>
                    <a:pt x="70494" y="70236"/>
                  </a:lnTo>
                  <a:lnTo>
                    <a:pt x="30751" y="114874"/>
                  </a:lnTo>
                  <a:cubicBezTo>
                    <a:pt x="25594" y="120644"/>
                    <a:pt x="14672" y="120644"/>
                    <a:pt x="110" y="120644"/>
                  </a:cubicBezTo>
                  <a:lnTo>
                    <a:pt x="110" y="134916"/>
                  </a:lnTo>
                  <a:cubicBezTo>
                    <a:pt x="10728" y="134308"/>
                    <a:pt x="26504" y="134005"/>
                    <a:pt x="28021" y="134005"/>
                  </a:cubicBezTo>
                  <a:cubicBezTo>
                    <a:pt x="35606" y="134005"/>
                    <a:pt x="53202" y="134612"/>
                    <a:pt x="59269" y="134916"/>
                  </a:cubicBezTo>
                  <a:lnTo>
                    <a:pt x="59269" y="120644"/>
                  </a:lnTo>
                  <a:cubicBezTo>
                    <a:pt x="53808" y="120644"/>
                    <a:pt x="48044" y="119125"/>
                    <a:pt x="48044" y="117303"/>
                  </a:cubicBezTo>
                  <a:cubicBezTo>
                    <a:pt x="48044" y="117000"/>
                    <a:pt x="48044" y="116696"/>
                    <a:pt x="50168" y="114267"/>
                  </a:cubicBezTo>
                  <a:lnTo>
                    <a:pt x="79596" y="81168"/>
                  </a:lnTo>
                  <a:lnTo>
                    <a:pt x="112968" y="120644"/>
                  </a:lnTo>
                  <a:lnTo>
                    <a:pt x="101136" y="120644"/>
                  </a:lnTo>
                  <a:lnTo>
                    <a:pt x="101136" y="134916"/>
                  </a:lnTo>
                  <a:cubicBezTo>
                    <a:pt x="109024" y="134612"/>
                    <a:pt x="127530" y="134005"/>
                    <a:pt x="137542" y="134005"/>
                  </a:cubicBezTo>
                  <a:cubicBezTo>
                    <a:pt x="147250" y="134005"/>
                    <a:pt x="160902" y="134612"/>
                    <a:pt x="170914" y="134916"/>
                  </a:cubicBezTo>
                  <a:lnTo>
                    <a:pt x="170914" y="120644"/>
                  </a:lnTo>
                  <a:lnTo>
                    <a:pt x="149373" y="120644"/>
                  </a:lnTo>
                  <a:lnTo>
                    <a:pt x="98405" y="60215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A4EE9B67-AF02-C087-9E5A-4133834507A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597743" y="8057900"/>
              <a:ext cx="77301" cy="141141"/>
            </a:xfrm>
            <a:custGeom>
              <a:avLst/>
              <a:gdLst>
                <a:gd name="csX0" fmla="*/ 48111 w 77301"/>
                <a:gd name="csY0" fmla="*/ 6043 h 141141"/>
                <a:gd name="csX1" fmla="*/ 41740 w 77301"/>
                <a:gd name="csY1" fmla="*/ 92 h 141141"/>
                <a:gd name="csX2" fmla="*/ 116 w 77301"/>
                <a:gd name="csY2" fmla="*/ 13696 h 141141"/>
                <a:gd name="csX3" fmla="*/ 116 w 77301"/>
                <a:gd name="csY3" fmla="*/ 21348 h 141141"/>
                <a:gd name="csX4" fmla="*/ 30909 w 77301"/>
                <a:gd name="csY4" fmla="*/ 15396 h 141141"/>
                <a:gd name="csX5" fmla="*/ 30909 w 77301"/>
                <a:gd name="csY5" fmla="*/ 123803 h 141141"/>
                <a:gd name="csX6" fmla="*/ 9673 w 77301"/>
                <a:gd name="csY6" fmla="*/ 133581 h 141141"/>
                <a:gd name="csX7" fmla="*/ 1603 w 77301"/>
                <a:gd name="csY7" fmla="*/ 133581 h 141141"/>
                <a:gd name="csX8" fmla="*/ 1603 w 77301"/>
                <a:gd name="csY8" fmla="*/ 141233 h 141141"/>
                <a:gd name="csX9" fmla="*/ 39404 w 77301"/>
                <a:gd name="csY9" fmla="*/ 140383 h 141141"/>
                <a:gd name="csX10" fmla="*/ 77418 w 77301"/>
                <a:gd name="csY10" fmla="*/ 141233 h 141141"/>
                <a:gd name="csX11" fmla="*/ 77418 w 77301"/>
                <a:gd name="csY11" fmla="*/ 133581 h 141141"/>
                <a:gd name="csX12" fmla="*/ 69348 w 77301"/>
                <a:gd name="csY12" fmla="*/ 133581 h 141141"/>
                <a:gd name="csX13" fmla="*/ 48111 w 77301"/>
                <a:gd name="csY13" fmla="*/ 123803 h 141141"/>
                <a:gd name="csX14" fmla="*/ 48111 w 77301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01" h="141141">
                  <a:moveTo>
                    <a:pt x="48111" y="6043"/>
                  </a:moveTo>
                  <a:cubicBezTo>
                    <a:pt x="48111" y="304"/>
                    <a:pt x="47686" y="92"/>
                    <a:pt x="41740" y="92"/>
                  </a:cubicBezTo>
                  <a:cubicBezTo>
                    <a:pt x="28148" y="13483"/>
                    <a:pt x="8823" y="13696"/>
                    <a:pt x="116" y="13696"/>
                  </a:cubicBezTo>
                  <a:lnTo>
                    <a:pt x="116" y="21348"/>
                  </a:lnTo>
                  <a:cubicBezTo>
                    <a:pt x="5213" y="21348"/>
                    <a:pt x="19229" y="21348"/>
                    <a:pt x="30909" y="15396"/>
                  </a:cubicBezTo>
                  <a:lnTo>
                    <a:pt x="30909" y="123803"/>
                  </a:lnTo>
                  <a:cubicBezTo>
                    <a:pt x="30909" y="130818"/>
                    <a:pt x="30909" y="133581"/>
                    <a:pt x="9673" y="133581"/>
                  </a:cubicBezTo>
                  <a:lnTo>
                    <a:pt x="1603" y="133581"/>
                  </a:lnTo>
                  <a:lnTo>
                    <a:pt x="1603" y="141233"/>
                  </a:lnTo>
                  <a:cubicBezTo>
                    <a:pt x="5425" y="141021"/>
                    <a:pt x="31546" y="140383"/>
                    <a:pt x="39404" y="140383"/>
                  </a:cubicBezTo>
                  <a:cubicBezTo>
                    <a:pt x="45987" y="140383"/>
                    <a:pt x="72745" y="141021"/>
                    <a:pt x="77418" y="141233"/>
                  </a:cubicBezTo>
                  <a:lnTo>
                    <a:pt x="77418" y="133581"/>
                  </a:lnTo>
                  <a:lnTo>
                    <a:pt x="69348" y="133581"/>
                  </a:lnTo>
                  <a:cubicBezTo>
                    <a:pt x="48111" y="133581"/>
                    <a:pt x="48111" y="130818"/>
                    <a:pt x="48111" y="123803"/>
                  </a:cubicBezTo>
                  <a:lnTo>
                    <a:pt x="48111" y="6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3BB693BD-E8D7-1861-641A-7E6F2364627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717613" y="8107427"/>
              <a:ext cx="24422" cy="91614"/>
            </a:xfrm>
            <a:custGeom>
              <a:avLst/>
              <a:gdLst>
                <a:gd name="csX0" fmla="*/ 24542 w 24422"/>
                <a:gd name="csY0" fmla="*/ 12420 h 91614"/>
                <a:gd name="csX1" fmla="*/ 12437 w 24422"/>
                <a:gd name="csY1" fmla="*/ 92 h 91614"/>
                <a:gd name="csX2" fmla="*/ 120 w 24422"/>
                <a:gd name="csY2" fmla="*/ 12208 h 91614"/>
                <a:gd name="csX3" fmla="*/ 12225 w 24422"/>
                <a:gd name="csY3" fmla="*/ 24536 h 91614"/>
                <a:gd name="csX4" fmla="*/ 24542 w 24422"/>
                <a:gd name="csY4" fmla="*/ 12420 h 91614"/>
                <a:gd name="csX5" fmla="*/ 24542 w 24422"/>
                <a:gd name="csY5" fmla="*/ 79590 h 91614"/>
                <a:gd name="csX6" fmla="*/ 12437 w 24422"/>
                <a:gd name="csY6" fmla="*/ 67262 h 91614"/>
                <a:gd name="csX7" fmla="*/ 120 w 24422"/>
                <a:gd name="csY7" fmla="*/ 79378 h 91614"/>
                <a:gd name="csX8" fmla="*/ 12225 w 24422"/>
                <a:gd name="csY8" fmla="*/ 91706 h 91614"/>
                <a:gd name="csX9" fmla="*/ 24542 w 24422"/>
                <a:gd name="csY9" fmla="*/ 79590 h 91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422" h="91614">
                  <a:moveTo>
                    <a:pt x="24542" y="12420"/>
                  </a:moveTo>
                  <a:cubicBezTo>
                    <a:pt x="24542" y="4981"/>
                    <a:pt x="18596" y="92"/>
                    <a:pt x="12437" y="92"/>
                  </a:cubicBezTo>
                  <a:cubicBezTo>
                    <a:pt x="5004" y="92"/>
                    <a:pt x="120" y="6043"/>
                    <a:pt x="120" y="12208"/>
                  </a:cubicBezTo>
                  <a:cubicBezTo>
                    <a:pt x="120" y="19647"/>
                    <a:pt x="6066" y="24536"/>
                    <a:pt x="12225" y="24536"/>
                  </a:cubicBezTo>
                  <a:cubicBezTo>
                    <a:pt x="19658" y="24536"/>
                    <a:pt x="24542" y="18585"/>
                    <a:pt x="24542" y="12420"/>
                  </a:cubicBezTo>
                  <a:close/>
                  <a:moveTo>
                    <a:pt x="24542" y="79590"/>
                  </a:moveTo>
                  <a:cubicBezTo>
                    <a:pt x="24542" y="72151"/>
                    <a:pt x="18596" y="67262"/>
                    <a:pt x="12437" y="67262"/>
                  </a:cubicBezTo>
                  <a:cubicBezTo>
                    <a:pt x="5004" y="67262"/>
                    <a:pt x="120" y="73213"/>
                    <a:pt x="120" y="79378"/>
                  </a:cubicBezTo>
                  <a:cubicBezTo>
                    <a:pt x="120" y="86817"/>
                    <a:pt x="6066" y="91706"/>
                    <a:pt x="12225" y="91706"/>
                  </a:cubicBezTo>
                  <a:cubicBezTo>
                    <a:pt x="19658" y="91706"/>
                    <a:pt x="24542" y="85755"/>
                    <a:pt x="24542" y="79590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A83A3F0-AFF9-C51E-0D0F-94C92491504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774191" y="8105302"/>
              <a:ext cx="129756" cy="95865"/>
            </a:xfrm>
            <a:custGeom>
              <a:avLst/>
              <a:gdLst>
                <a:gd name="csX0" fmla="*/ 16050 w 129756"/>
                <a:gd name="csY0" fmla="*/ 80440 h 95865"/>
                <a:gd name="csX1" fmla="*/ 13926 w 129756"/>
                <a:gd name="csY1" fmla="*/ 89156 h 95865"/>
                <a:gd name="csX2" fmla="*/ 21147 w 129756"/>
                <a:gd name="csY2" fmla="*/ 95958 h 95865"/>
                <a:gd name="csX3" fmla="*/ 29429 w 129756"/>
                <a:gd name="csY3" fmla="*/ 91281 h 95865"/>
                <a:gd name="csX4" fmla="*/ 33251 w 129756"/>
                <a:gd name="csY4" fmla="*/ 78102 h 95865"/>
                <a:gd name="csX5" fmla="*/ 37924 w 129756"/>
                <a:gd name="csY5" fmla="*/ 58972 h 95865"/>
                <a:gd name="csX6" fmla="*/ 41534 w 129756"/>
                <a:gd name="csY6" fmla="*/ 44730 h 95865"/>
                <a:gd name="csX7" fmla="*/ 50453 w 129756"/>
                <a:gd name="csY7" fmla="*/ 25599 h 95865"/>
                <a:gd name="csX8" fmla="*/ 82308 w 129756"/>
                <a:gd name="csY8" fmla="*/ 6043 h 95865"/>
                <a:gd name="csX9" fmla="*/ 94838 w 129756"/>
                <a:gd name="csY9" fmla="*/ 20923 h 95865"/>
                <a:gd name="csX10" fmla="*/ 82308 w 129756"/>
                <a:gd name="csY10" fmla="*/ 66199 h 95865"/>
                <a:gd name="csX11" fmla="*/ 79123 w 129756"/>
                <a:gd name="csY11" fmla="*/ 77677 h 95865"/>
                <a:gd name="csX12" fmla="*/ 99298 w 129756"/>
                <a:gd name="csY12" fmla="*/ 95958 h 95865"/>
                <a:gd name="csX13" fmla="*/ 129878 w 129756"/>
                <a:gd name="csY13" fmla="*/ 63435 h 95865"/>
                <a:gd name="csX14" fmla="*/ 126480 w 129756"/>
                <a:gd name="csY14" fmla="*/ 60672 h 95865"/>
                <a:gd name="csX15" fmla="*/ 122445 w 129756"/>
                <a:gd name="csY15" fmla="*/ 64286 h 95865"/>
                <a:gd name="csX16" fmla="*/ 99935 w 129756"/>
                <a:gd name="csY16" fmla="*/ 90006 h 95865"/>
                <a:gd name="csX17" fmla="*/ 94625 w 129756"/>
                <a:gd name="csY17" fmla="*/ 82566 h 95865"/>
                <a:gd name="csX18" fmla="*/ 99510 w 129756"/>
                <a:gd name="csY18" fmla="*/ 65348 h 95865"/>
                <a:gd name="csX19" fmla="*/ 110765 w 129756"/>
                <a:gd name="csY19" fmla="*/ 24324 h 95865"/>
                <a:gd name="csX20" fmla="*/ 83158 w 129756"/>
                <a:gd name="csY20" fmla="*/ 92 h 95865"/>
                <a:gd name="csX21" fmla="*/ 47268 w 129756"/>
                <a:gd name="csY21" fmla="*/ 19435 h 95865"/>
                <a:gd name="csX22" fmla="*/ 24544 w 129756"/>
                <a:gd name="csY22" fmla="*/ 92 h 95865"/>
                <a:gd name="csX23" fmla="*/ 7767 w 129756"/>
                <a:gd name="csY23" fmla="*/ 11570 h 95865"/>
                <a:gd name="csX24" fmla="*/ 122 w 129756"/>
                <a:gd name="csY24" fmla="*/ 32614 h 95865"/>
                <a:gd name="csX25" fmla="*/ 3732 w 129756"/>
                <a:gd name="csY25" fmla="*/ 35377 h 95865"/>
                <a:gd name="csX26" fmla="*/ 8405 w 129756"/>
                <a:gd name="csY26" fmla="*/ 29000 h 95865"/>
                <a:gd name="csX27" fmla="*/ 23907 w 129756"/>
                <a:gd name="csY27" fmla="*/ 6043 h 95865"/>
                <a:gd name="csX28" fmla="*/ 30915 w 129756"/>
                <a:gd name="csY28" fmla="*/ 16459 h 95865"/>
                <a:gd name="csX29" fmla="*/ 27518 w 129756"/>
                <a:gd name="csY29" fmla="*/ 34102 h 95865"/>
                <a:gd name="csX30" fmla="*/ 22845 w 129756"/>
                <a:gd name="csY30" fmla="*/ 53232 h 95865"/>
                <a:gd name="csX31" fmla="*/ 16050 w 129756"/>
                <a:gd name="csY31" fmla="*/ 80440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56" h="95865">
                  <a:moveTo>
                    <a:pt x="16050" y="80440"/>
                  </a:moveTo>
                  <a:cubicBezTo>
                    <a:pt x="15200" y="83204"/>
                    <a:pt x="13926" y="88518"/>
                    <a:pt x="13926" y="89156"/>
                  </a:cubicBezTo>
                  <a:cubicBezTo>
                    <a:pt x="13926" y="93832"/>
                    <a:pt x="17749" y="95958"/>
                    <a:pt x="21147" y="95958"/>
                  </a:cubicBezTo>
                  <a:cubicBezTo>
                    <a:pt x="24969" y="95958"/>
                    <a:pt x="28367" y="93194"/>
                    <a:pt x="29429" y="91281"/>
                  </a:cubicBezTo>
                  <a:cubicBezTo>
                    <a:pt x="30491" y="89368"/>
                    <a:pt x="32190" y="82566"/>
                    <a:pt x="33251" y="78102"/>
                  </a:cubicBezTo>
                  <a:cubicBezTo>
                    <a:pt x="34313" y="74064"/>
                    <a:pt x="36649" y="64286"/>
                    <a:pt x="37924" y="58972"/>
                  </a:cubicBezTo>
                  <a:cubicBezTo>
                    <a:pt x="39198" y="54295"/>
                    <a:pt x="40472" y="49619"/>
                    <a:pt x="41534" y="44730"/>
                  </a:cubicBezTo>
                  <a:cubicBezTo>
                    <a:pt x="43870" y="36015"/>
                    <a:pt x="44295" y="34314"/>
                    <a:pt x="50453" y="25599"/>
                  </a:cubicBezTo>
                  <a:cubicBezTo>
                    <a:pt x="56399" y="17097"/>
                    <a:pt x="66381" y="6043"/>
                    <a:pt x="82308" y="6043"/>
                  </a:cubicBezTo>
                  <a:cubicBezTo>
                    <a:pt x="94625" y="6043"/>
                    <a:pt x="94838" y="16884"/>
                    <a:pt x="94838" y="20923"/>
                  </a:cubicBezTo>
                  <a:cubicBezTo>
                    <a:pt x="94838" y="33677"/>
                    <a:pt x="85706" y="57271"/>
                    <a:pt x="82308" y="66199"/>
                  </a:cubicBezTo>
                  <a:cubicBezTo>
                    <a:pt x="79972" y="72150"/>
                    <a:pt x="79123" y="74064"/>
                    <a:pt x="79123" y="77677"/>
                  </a:cubicBezTo>
                  <a:cubicBezTo>
                    <a:pt x="79123" y="88943"/>
                    <a:pt x="88467" y="95958"/>
                    <a:pt x="99298" y="95958"/>
                  </a:cubicBezTo>
                  <a:cubicBezTo>
                    <a:pt x="120534" y="95958"/>
                    <a:pt x="129878" y="66624"/>
                    <a:pt x="129878" y="63435"/>
                  </a:cubicBezTo>
                  <a:cubicBezTo>
                    <a:pt x="129878" y="60672"/>
                    <a:pt x="127118" y="60672"/>
                    <a:pt x="126480" y="60672"/>
                  </a:cubicBezTo>
                  <a:cubicBezTo>
                    <a:pt x="123507" y="60672"/>
                    <a:pt x="123295" y="61947"/>
                    <a:pt x="122445" y="64286"/>
                  </a:cubicBezTo>
                  <a:cubicBezTo>
                    <a:pt x="117561" y="81291"/>
                    <a:pt x="108429" y="90006"/>
                    <a:pt x="99935" y="90006"/>
                  </a:cubicBezTo>
                  <a:cubicBezTo>
                    <a:pt x="95475" y="90006"/>
                    <a:pt x="94625" y="87030"/>
                    <a:pt x="94625" y="82566"/>
                  </a:cubicBezTo>
                  <a:cubicBezTo>
                    <a:pt x="94625" y="77677"/>
                    <a:pt x="95687" y="74914"/>
                    <a:pt x="99510" y="65348"/>
                  </a:cubicBezTo>
                  <a:cubicBezTo>
                    <a:pt x="102058" y="58759"/>
                    <a:pt x="110765" y="36227"/>
                    <a:pt x="110765" y="24324"/>
                  </a:cubicBezTo>
                  <a:cubicBezTo>
                    <a:pt x="110765" y="3705"/>
                    <a:pt x="94413" y="92"/>
                    <a:pt x="83158" y="92"/>
                  </a:cubicBezTo>
                  <a:cubicBezTo>
                    <a:pt x="65531" y="92"/>
                    <a:pt x="53639" y="10932"/>
                    <a:pt x="47268" y="19435"/>
                  </a:cubicBezTo>
                  <a:cubicBezTo>
                    <a:pt x="45781" y="4768"/>
                    <a:pt x="33251" y="92"/>
                    <a:pt x="24544" y="92"/>
                  </a:cubicBezTo>
                  <a:cubicBezTo>
                    <a:pt x="15413" y="92"/>
                    <a:pt x="10528" y="6681"/>
                    <a:pt x="7767" y="11570"/>
                  </a:cubicBezTo>
                  <a:cubicBezTo>
                    <a:pt x="3095" y="19435"/>
                    <a:pt x="122" y="31551"/>
                    <a:pt x="122" y="32614"/>
                  </a:cubicBezTo>
                  <a:cubicBezTo>
                    <a:pt x="122" y="35377"/>
                    <a:pt x="3095" y="35377"/>
                    <a:pt x="3732" y="35377"/>
                  </a:cubicBezTo>
                  <a:cubicBezTo>
                    <a:pt x="6706" y="35377"/>
                    <a:pt x="6918" y="34739"/>
                    <a:pt x="8405" y="29000"/>
                  </a:cubicBezTo>
                  <a:cubicBezTo>
                    <a:pt x="11590" y="16459"/>
                    <a:pt x="15625" y="6043"/>
                    <a:pt x="23907" y="6043"/>
                  </a:cubicBezTo>
                  <a:cubicBezTo>
                    <a:pt x="29429" y="6043"/>
                    <a:pt x="30915" y="10720"/>
                    <a:pt x="30915" y="16459"/>
                  </a:cubicBezTo>
                  <a:cubicBezTo>
                    <a:pt x="30915" y="20498"/>
                    <a:pt x="29004" y="28363"/>
                    <a:pt x="27518" y="34102"/>
                  </a:cubicBezTo>
                  <a:cubicBezTo>
                    <a:pt x="26031" y="39841"/>
                    <a:pt x="23907" y="48556"/>
                    <a:pt x="22845" y="53232"/>
                  </a:cubicBezTo>
                  <a:lnTo>
                    <a:pt x="16050" y="80440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7901659-01A5-97F0-89D8-97842C697B5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946643" y="7925747"/>
              <a:ext cx="70384" cy="303661"/>
            </a:xfrm>
            <a:custGeom>
              <a:avLst/>
              <a:gdLst>
                <a:gd name="csX0" fmla="*/ 70512 w 70384"/>
                <a:gd name="csY0" fmla="*/ 151921 h 303661"/>
                <a:gd name="csX1" fmla="*/ 50489 w 70384"/>
                <a:gd name="csY1" fmla="*/ 57178 h 303661"/>
                <a:gd name="csX2" fmla="*/ 3161 w 70384"/>
                <a:gd name="csY2" fmla="*/ 90 h 303661"/>
                <a:gd name="csX3" fmla="*/ 128 w 70384"/>
                <a:gd name="csY3" fmla="*/ 3127 h 303661"/>
                <a:gd name="csX4" fmla="*/ 5892 w 70384"/>
                <a:gd name="csY4" fmla="*/ 10111 h 303661"/>
                <a:gd name="csX5" fmla="*/ 52916 w 70384"/>
                <a:gd name="csY5" fmla="*/ 151921 h 303661"/>
                <a:gd name="csX6" fmla="*/ 4072 w 70384"/>
                <a:gd name="csY6" fmla="*/ 295553 h 303661"/>
                <a:gd name="csX7" fmla="*/ 128 w 70384"/>
                <a:gd name="csY7" fmla="*/ 300715 h 303661"/>
                <a:gd name="csX8" fmla="*/ 3161 w 70384"/>
                <a:gd name="csY8" fmla="*/ 303751 h 303661"/>
                <a:gd name="csX9" fmla="*/ 51399 w 70384"/>
                <a:gd name="csY9" fmla="*/ 244538 h 303661"/>
                <a:gd name="csX10" fmla="*/ 70512 w 70384"/>
                <a:gd name="csY10" fmla="*/ 15192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4" h="303661">
                  <a:moveTo>
                    <a:pt x="70512" y="151921"/>
                  </a:moveTo>
                  <a:cubicBezTo>
                    <a:pt x="70512" y="128235"/>
                    <a:pt x="67175" y="91492"/>
                    <a:pt x="50489" y="57178"/>
                  </a:cubicBezTo>
                  <a:cubicBezTo>
                    <a:pt x="32286" y="19828"/>
                    <a:pt x="6195" y="90"/>
                    <a:pt x="3161" y="90"/>
                  </a:cubicBezTo>
                  <a:cubicBezTo>
                    <a:pt x="1341" y="90"/>
                    <a:pt x="128" y="1305"/>
                    <a:pt x="128" y="3127"/>
                  </a:cubicBezTo>
                  <a:cubicBezTo>
                    <a:pt x="128" y="4038"/>
                    <a:pt x="128" y="4645"/>
                    <a:pt x="5892" y="10111"/>
                  </a:cubicBezTo>
                  <a:cubicBezTo>
                    <a:pt x="35623" y="40173"/>
                    <a:pt x="52916" y="88456"/>
                    <a:pt x="52916" y="151921"/>
                  </a:cubicBezTo>
                  <a:cubicBezTo>
                    <a:pt x="52916" y="203847"/>
                    <a:pt x="41691" y="257291"/>
                    <a:pt x="4072" y="295553"/>
                  </a:cubicBezTo>
                  <a:cubicBezTo>
                    <a:pt x="128" y="299197"/>
                    <a:pt x="128" y="299804"/>
                    <a:pt x="128" y="300715"/>
                  </a:cubicBezTo>
                  <a:cubicBezTo>
                    <a:pt x="128" y="302537"/>
                    <a:pt x="1341" y="303751"/>
                    <a:pt x="3161" y="303751"/>
                  </a:cubicBezTo>
                  <a:cubicBezTo>
                    <a:pt x="6195" y="303751"/>
                    <a:pt x="33500" y="283102"/>
                    <a:pt x="51399" y="244538"/>
                  </a:cubicBezTo>
                  <a:cubicBezTo>
                    <a:pt x="66871" y="211135"/>
                    <a:pt x="70512" y="177428"/>
                    <a:pt x="70512" y="151921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0E7E933-162D-7BD6-B5BB-2F82773E6DC4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148592" y="8042049"/>
              <a:ext cx="201748" cy="71056"/>
            </a:xfrm>
            <a:custGeom>
              <a:avLst/>
              <a:gdLst>
                <a:gd name="csX0" fmla="*/ 191568 w 201748"/>
                <a:gd name="csY0" fmla="*/ 12237 h 71056"/>
                <a:gd name="csX1" fmla="*/ 201883 w 201748"/>
                <a:gd name="csY1" fmla="*/ 6163 h 71056"/>
                <a:gd name="csX2" fmla="*/ 191871 w 201748"/>
                <a:gd name="csY2" fmla="*/ 90 h 71056"/>
                <a:gd name="csX3" fmla="*/ 10146 w 201748"/>
                <a:gd name="csY3" fmla="*/ 90 h 71056"/>
                <a:gd name="csX4" fmla="*/ 134 w 201748"/>
                <a:gd name="csY4" fmla="*/ 6163 h 71056"/>
                <a:gd name="csX5" fmla="*/ 10449 w 201748"/>
                <a:gd name="csY5" fmla="*/ 12237 h 71056"/>
                <a:gd name="csX6" fmla="*/ 191568 w 201748"/>
                <a:gd name="csY6" fmla="*/ 12237 h 71056"/>
                <a:gd name="csX7" fmla="*/ 191871 w 201748"/>
                <a:gd name="csY7" fmla="*/ 71147 h 71056"/>
                <a:gd name="csX8" fmla="*/ 201883 w 201748"/>
                <a:gd name="csY8" fmla="*/ 65074 h 71056"/>
                <a:gd name="csX9" fmla="*/ 191568 w 201748"/>
                <a:gd name="csY9" fmla="*/ 59000 h 71056"/>
                <a:gd name="csX10" fmla="*/ 10449 w 201748"/>
                <a:gd name="csY10" fmla="*/ 59000 h 71056"/>
                <a:gd name="csX11" fmla="*/ 134 w 201748"/>
                <a:gd name="csY11" fmla="*/ 65074 h 71056"/>
                <a:gd name="csX12" fmla="*/ 10146 w 201748"/>
                <a:gd name="csY12" fmla="*/ 71147 h 71056"/>
                <a:gd name="csX13" fmla="*/ 191871 w 201748"/>
                <a:gd name="csY13" fmla="*/ 71147 h 71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748" h="71056">
                  <a:moveTo>
                    <a:pt x="191568" y="12237"/>
                  </a:moveTo>
                  <a:cubicBezTo>
                    <a:pt x="196119" y="12237"/>
                    <a:pt x="201883" y="12237"/>
                    <a:pt x="201883" y="6163"/>
                  </a:cubicBezTo>
                  <a:cubicBezTo>
                    <a:pt x="201883" y="90"/>
                    <a:pt x="196119" y="90"/>
                    <a:pt x="191871" y="90"/>
                  </a:cubicBezTo>
                  <a:lnTo>
                    <a:pt x="10146" y="90"/>
                  </a:lnTo>
                  <a:cubicBezTo>
                    <a:pt x="5899" y="90"/>
                    <a:pt x="134" y="90"/>
                    <a:pt x="134" y="6163"/>
                  </a:cubicBezTo>
                  <a:cubicBezTo>
                    <a:pt x="134" y="12237"/>
                    <a:pt x="5899" y="12237"/>
                    <a:pt x="10449" y="12237"/>
                  </a:cubicBezTo>
                  <a:lnTo>
                    <a:pt x="191568" y="12237"/>
                  </a:lnTo>
                  <a:close/>
                  <a:moveTo>
                    <a:pt x="191871" y="71147"/>
                  </a:moveTo>
                  <a:cubicBezTo>
                    <a:pt x="196119" y="71147"/>
                    <a:pt x="201883" y="71147"/>
                    <a:pt x="201883" y="65074"/>
                  </a:cubicBezTo>
                  <a:cubicBezTo>
                    <a:pt x="201883" y="59000"/>
                    <a:pt x="196119" y="59000"/>
                    <a:pt x="191568" y="59000"/>
                  </a:cubicBezTo>
                  <a:lnTo>
                    <a:pt x="10449" y="59000"/>
                  </a:lnTo>
                  <a:cubicBezTo>
                    <a:pt x="5899" y="59000"/>
                    <a:pt x="134" y="59000"/>
                    <a:pt x="134" y="65074"/>
                  </a:cubicBezTo>
                  <a:cubicBezTo>
                    <a:pt x="134" y="71147"/>
                    <a:pt x="5899" y="71147"/>
                    <a:pt x="10146" y="71147"/>
                  </a:cubicBezTo>
                  <a:lnTo>
                    <a:pt x="191871" y="71147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CCF70390-1F3C-11F7-E739-C50DA1C42F6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463972" y="7946092"/>
              <a:ext cx="216614" cy="207400"/>
            </a:xfrm>
            <a:custGeom>
              <a:avLst/>
              <a:gdLst>
                <a:gd name="csX0" fmla="*/ 79934 w 216614"/>
                <a:gd name="csY0" fmla="*/ 111534 h 207400"/>
                <a:gd name="csX1" fmla="*/ 131509 w 216614"/>
                <a:gd name="csY1" fmla="*/ 111534 h 207400"/>
                <a:gd name="csX2" fmla="*/ 216759 w 216614"/>
                <a:gd name="csY2" fmla="*/ 45943 h 207400"/>
                <a:gd name="csX3" fmla="*/ 156993 w 216614"/>
                <a:gd name="csY3" fmla="*/ 90 h 207400"/>
                <a:gd name="csX4" fmla="*/ 58697 w 216614"/>
                <a:gd name="csY4" fmla="*/ 90 h 207400"/>
                <a:gd name="csX5" fmla="*/ 49596 w 216614"/>
                <a:gd name="csY5" fmla="*/ 5860 h 207400"/>
                <a:gd name="csX6" fmla="*/ 58394 w 216614"/>
                <a:gd name="csY6" fmla="*/ 9504 h 207400"/>
                <a:gd name="csX7" fmla="*/ 71439 w 216614"/>
                <a:gd name="csY7" fmla="*/ 10111 h 207400"/>
                <a:gd name="csX8" fmla="*/ 78114 w 216614"/>
                <a:gd name="csY8" fmla="*/ 14970 h 207400"/>
                <a:gd name="csX9" fmla="*/ 76900 w 216614"/>
                <a:gd name="csY9" fmla="*/ 20739 h 207400"/>
                <a:gd name="csX10" fmla="*/ 36247 w 216614"/>
                <a:gd name="csY10" fmla="*/ 183805 h 207400"/>
                <a:gd name="csX11" fmla="*/ 8639 w 216614"/>
                <a:gd name="csY11" fmla="*/ 198077 h 207400"/>
                <a:gd name="csX12" fmla="*/ 145 w 216614"/>
                <a:gd name="csY12" fmla="*/ 203847 h 207400"/>
                <a:gd name="csX13" fmla="*/ 4695 w 216614"/>
                <a:gd name="csY13" fmla="*/ 207491 h 207400"/>
                <a:gd name="csX14" fmla="*/ 43225 w 216614"/>
                <a:gd name="csY14" fmla="*/ 206580 h 207400"/>
                <a:gd name="csX15" fmla="*/ 62641 w 216614"/>
                <a:gd name="csY15" fmla="*/ 206884 h 207400"/>
                <a:gd name="csX16" fmla="*/ 82361 w 216614"/>
                <a:gd name="csY16" fmla="*/ 207491 h 207400"/>
                <a:gd name="csX17" fmla="*/ 88429 w 216614"/>
                <a:gd name="csY17" fmla="*/ 201418 h 207400"/>
                <a:gd name="csX18" fmla="*/ 79934 w 216614"/>
                <a:gd name="csY18" fmla="*/ 198077 h 207400"/>
                <a:gd name="csX19" fmla="*/ 60214 w 216614"/>
                <a:gd name="csY19" fmla="*/ 192611 h 207400"/>
                <a:gd name="csX20" fmla="*/ 61124 w 216614"/>
                <a:gd name="csY20" fmla="*/ 187449 h 207400"/>
                <a:gd name="csX21" fmla="*/ 79934 w 216614"/>
                <a:gd name="csY21" fmla="*/ 111534 h 207400"/>
                <a:gd name="csX22" fmla="*/ 101777 w 216614"/>
                <a:gd name="csY22" fmla="*/ 21043 h 207400"/>
                <a:gd name="csX23" fmla="*/ 118160 w 216614"/>
                <a:gd name="csY23" fmla="*/ 9504 h 207400"/>
                <a:gd name="csX24" fmla="*/ 147285 w 216614"/>
                <a:gd name="csY24" fmla="*/ 9504 h 207400"/>
                <a:gd name="csX25" fmla="*/ 188545 w 216614"/>
                <a:gd name="csY25" fmla="*/ 38655 h 207400"/>
                <a:gd name="csX26" fmla="*/ 170645 w 216614"/>
                <a:gd name="csY26" fmla="*/ 87545 h 207400"/>
                <a:gd name="csX27" fmla="*/ 123924 w 216614"/>
                <a:gd name="csY27" fmla="*/ 103639 h 207400"/>
                <a:gd name="csX28" fmla="*/ 81148 w 216614"/>
                <a:gd name="csY28" fmla="*/ 103639 h 207400"/>
                <a:gd name="csX29" fmla="*/ 101777 w 216614"/>
                <a:gd name="csY29" fmla="*/ 2104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614" h="207400">
                  <a:moveTo>
                    <a:pt x="79934" y="111534"/>
                  </a:moveTo>
                  <a:lnTo>
                    <a:pt x="131509" y="111534"/>
                  </a:lnTo>
                  <a:cubicBezTo>
                    <a:pt x="174589" y="111534"/>
                    <a:pt x="216759" y="79953"/>
                    <a:pt x="216759" y="45943"/>
                  </a:cubicBezTo>
                  <a:cubicBezTo>
                    <a:pt x="216759" y="22561"/>
                    <a:pt x="196736" y="90"/>
                    <a:pt x="156993" y="90"/>
                  </a:cubicBezTo>
                  <a:lnTo>
                    <a:pt x="58697" y="90"/>
                  </a:lnTo>
                  <a:cubicBezTo>
                    <a:pt x="52933" y="90"/>
                    <a:pt x="49596" y="90"/>
                    <a:pt x="49596" y="5860"/>
                  </a:cubicBezTo>
                  <a:cubicBezTo>
                    <a:pt x="49596" y="9504"/>
                    <a:pt x="52326" y="9504"/>
                    <a:pt x="58394" y="9504"/>
                  </a:cubicBezTo>
                  <a:cubicBezTo>
                    <a:pt x="62338" y="9504"/>
                    <a:pt x="67799" y="9807"/>
                    <a:pt x="71439" y="10111"/>
                  </a:cubicBezTo>
                  <a:cubicBezTo>
                    <a:pt x="76293" y="10718"/>
                    <a:pt x="78114" y="11629"/>
                    <a:pt x="78114" y="14970"/>
                  </a:cubicBezTo>
                  <a:cubicBezTo>
                    <a:pt x="78114" y="16184"/>
                    <a:pt x="77810" y="17095"/>
                    <a:pt x="76900" y="20739"/>
                  </a:cubicBezTo>
                  <a:lnTo>
                    <a:pt x="36247" y="183805"/>
                  </a:lnTo>
                  <a:cubicBezTo>
                    <a:pt x="33213" y="195648"/>
                    <a:pt x="32607" y="198077"/>
                    <a:pt x="8639" y="198077"/>
                  </a:cubicBezTo>
                  <a:cubicBezTo>
                    <a:pt x="3482" y="198077"/>
                    <a:pt x="145" y="198077"/>
                    <a:pt x="145" y="203847"/>
                  </a:cubicBezTo>
                  <a:cubicBezTo>
                    <a:pt x="145" y="207491"/>
                    <a:pt x="3785" y="207491"/>
                    <a:pt x="4695" y="207491"/>
                  </a:cubicBezTo>
                  <a:cubicBezTo>
                    <a:pt x="13190" y="207491"/>
                    <a:pt x="34730" y="206580"/>
                    <a:pt x="43225" y="206580"/>
                  </a:cubicBezTo>
                  <a:cubicBezTo>
                    <a:pt x="49596" y="206580"/>
                    <a:pt x="56270" y="206884"/>
                    <a:pt x="62641" y="206884"/>
                  </a:cubicBezTo>
                  <a:cubicBezTo>
                    <a:pt x="69316" y="206884"/>
                    <a:pt x="75990" y="207491"/>
                    <a:pt x="82361" y="207491"/>
                  </a:cubicBezTo>
                  <a:cubicBezTo>
                    <a:pt x="84485" y="207491"/>
                    <a:pt x="88429" y="207491"/>
                    <a:pt x="88429" y="201418"/>
                  </a:cubicBezTo>
                  <a:cubicBezTo>
                    <a:pt x="88429" y="198077"/>
                    <a:pt x="85698" y="198077"/>
                    <a:pt x="79934" y="198077"/>
                  </a:cubicBezTo>
                  <a:cubicBezTo>
                    <a:pt x="68709" y="198077"/>
                    <a:pt x="60214" y="198077"/>
                    <a:pt x="60214" y="192611"/>
                  </a:cubicBezTo>
                  <a:cubicBezTo>
                    <a:pt x="60214" y="190789"/>
                    <a:pt x="60821" y="189271"/>
                    <a:pt x="61124" y="187449"/>
                  </a:cubicBezTo>
                  <a:lnTo>
                    <a:pt x="79934" y="111534"/>
                  </a:lnTo>
                  <a:close/>
                  <a:moveTo>
                    <a:pt x="101777" y="21043"/>
                  </a:moveTo>
                  <a:cubicBezTo>
                    <a:pt x="104508" y="10415"/>
                    <a:pt x="105115" y="9504"/>
                    <a:pt x="118160" y="9504"/>
                  </a:cubicBezTo>
                  <a:lnTo>
                    <a:pt x="147285" y="9504"/>
                  </a:lnTo>
                  <a:cubicBezTo>
                    <a:pt x="172465" y="9504"/>
                    <a:pt x="188545" y="17703"/>
                    <a:pt x="188545" y="38655"/>
                  </a:cubicBezTo>
                  <a:cubicBezTo>
                    <a:pt x="188545" y="50498"/>
                    <a:pt x="182477" y="76613"/>
                    <a:pt x="170645" y="87545"/>
                  </a:cubicBezTo>
                  <a:cubicBezTo>
                    <a:pt x="155476" y="101209"/>
                    <a:pt x="137273" y="103639"/>
                    <a:pt x="123924" y="103639"/>
                  </a:cubicBezTo>
                  <a:lnTo>
                    <a:pt x="81148" y="103639"/>
                  </a:lnTo>
                  <a:lnTo>
                    <a:pt x="101777" y="21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D7838E75-973E-7D4F-D697-711AFC463AC2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769345" y="7925747"/>
              <a:ext cx="70384" cy="303661"/>
            </a:xfrm>
            <a:custGeom>
              <a:avLst/>
              <a:gdLst>
                <a:gd name="csX0" fmla="*/ 70539 w 70384"/>
                <a:gd name="csY0" fmla="*/ 300715 h 303661"/>
                <a:gd name="csX1" fmla="*/ 65381 w 70384"/>
                <a:gd name="csY1" fmla="*/ 294034 h 303661"/>
                <a:gd name="csX2" fmla="*/ 17750 w 70384"/>
                <a:gd name="csY2" fmla="*/ 151921 h 303661"/>
                <a:gd name="csX3" fmla="*/ 66595 w 70384"/>
                <a:gd name="csY3" fmla="*/ 8289 h 303661"/>
                <a:gd name="csX4" fmla="*/ 70539 w 70384"/>
                <a:gd name="csY4" fmla="*/ 3127 h 303661"/>
                <a:gd name="csX5" fmla="*/ 67505 w 70384"/>
                <a:gd name="csY5" fmla="*/ 90 h 303661"/>
                <a:gd name="csX6" fmla="*/ 19267 w 70384"/>
                <a:gd name="csY6" fmla="*/ 59304 h 303661"/>
                <a:gd name="csX7" fmla="*/ 154 w 70384"/>
                <a:gd name="csY7" fmla="*/ 151921 h 303661"/>
                <a:gd name="csX8" fmla="*/ 20177 w 70384"/>
                <a:gd name="csY8" fmla="*/ 246663 h 303661"/>
                <a:gd name="csX9" fmla="*/ 67505 w 70384"/>
                <a:gd name="csY9" fmla="*/ 303751 h 303661"/>
                <a:gd name="csX10" fmla="*/ 70539 w 70384"/>
                <a:gd name="csY10" fmla="*/ 3007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4" h="303661">
                  <a:moveTo>
                    <a:pt x="70539" y="300715"/>
                  </a:moveTo>
                  <a:cubicBezTo>
                    <a:pt x="70539" y="299804"/>
                    <a:pt x="70539" y="299197"/>
                    <a:pt x="65381" y="294034"/>
                  </a:cubicBezTo>
                  <a:cubicBezTo>
                    <a:pt x="27459" y="255773"/>
                    <a:pt x="17750" y="198381"/>
                    <a:pt x="17750" y="151921"/>
                  </a:cubicBezTo>
                  <a:cubicBezTo>
                    <a:pt x="17750" y="99084"/>
                    <a:pt x="29279" y="46247"/>
                    <a:pt x="66595" y="8289"/>
                  </a:cubicBezTo>
                  <a:cubicBezTo>
                    <a:pt x="70539" y="4645"/>
                    <a:pt x="70539" y="4038"/>
                    <a:pt x="70539" y="3127"/>
                  </a:cubicBezTo>
                  <a:cubicBezTo>
                    <a:pt x="70539" y="1001"/>
                    <a:pt x="69325" y="90"/>
                    <a:pt x="67505" y="90"/>
                  </a:cubicBezTo>
                  <a:cubicBezTo>
                    <a:pt x="64471" y="90"/>
                    <a:pt x="37167" y="20739"/>
                    <a:pt x="19267" y="59304"/>
                  </a:cubicBezTo>
                  <a:cubicBezTo>
                    <a:pt x="3795" y="92707"/>
                    <a:pt x="154" y="126413"/>
                    <a:pt x="154" y="151921"/>
                  </a:cubicBezTo>
                  <a:cubicBezTo>
                    <a:pt x="154" y="175606"/>
                    <a:pt x="3491" y="212349"/>
                    <a:pt x="20177" y="246663"/>
                  </a:cubicBezTo>
                  <a:cubicBezTo>
                    <a:pt x="38380" y="284013"/>
                    <a:pt x="64471" y="303751"/>
                    <a:pt x="67505" y="303751"/>
                  </a:cubicBezTo>
                  <a:cubicBezTo>
                    <a:pt x="69325" y="303751"/>
                    <a:pt x="70539" y="302840"/>
                    <a:pt x="70539" y="30071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B838C93-F413-090D-6404-35317DDFCB8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890665" y="7925747"/>
              <a:ext cx="67654" cy="303661"/>
            </a:xfrm>
            <a:custGeom>
              <a:avLst/>
              <a:gdLst>
                <a:gd name="csX0" fmla="*/ 66295 w 67654"/>
                <a:gd name="csY0" fmla="*/ 11629 h 303661"/>
                <a:gd name="csX1" fmla="*/ 67812 w 67654"/>
                <a:gd name="csY1" fmla="*/ 6163 h 303661"/>
                <a:gd name="csX2" fmla="*/ 61744 w 67654"/>
                <a:gd name="csY2" fmla="*/ 90 h 303661"/>
                <a:gd name="csX3" fmla="*/ 54767 w 67654"/>
                <a:gd name="csY3" fmla="*/ 7074 h 303661"/>
                <a:gd name="csX4" fmla="*/ 1675 w 67654"/>
                <a:gd name="csY4" fmla="*/ 146455 h 303661"/>
                <a:gd name="csX5" fmla="*/ 158 w 67654"/>
                <a:gd name="csY5" fmla="*/ 151921 h 303661"/>
                <a:gd name="csX6" fmla="*/ 1675 w 67654"/>
                <a:gd name="csY6" fmla="*/ 157083 h 303661"/>
                <a:gd name="csX7" fmla="*/ 54767 w 67654"/>
                <a:gd name="csY7" fmla="*/ 296464 h 303661"/>
                <a:gd name="csX8" fmla="*/ 61744 w 67654"/>
                <a:gd name="csY8" fmla="*/ 303751 h 303661"/>
                <a:gd name="csX9" fmla="*/ 67812 w 67654"/>
                <a:gd name="csY9" fmla="*/ 297678 h 303661"/>
                <a:gd name="csX10" fmla="*/ 66295 w 67654"/>
                <a:gd name="csY10" fmla="*/ 292820 h 303661"/>
                <a:gd name="csX11" fmla="*/ 12597 w 67654"/>
                <a:gd name="csY11" fmla="*/ 151921 h 303661"/>
                <a:gd name="csX12" fmla="*/ 66295 w 67654"/>
                <a:gd name="csY12" fmla="*/ 1162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4" h="303661">
                  <a:moveTo>
                    <a:pt x="66295" y="11629"/>
                  </a:moveTo>
                  <a:cubicBezTo>
                    <a:pt x="67812" y="8289"/>
                    <a:pt x="67812" y="7682"/>
                    <a:pt x="67812" y="6163"/>
                  </a:cubicBezTo>
                  <a:cubicBezTo>
                    <a:pt x="67812" y="2823"/>
                    <a:pt x="65082" y="90"/>
                    <a:pt x="61744" y="90"/>
                  </a:cubicBezTo>
                  <a:cubicBezTo>
                    <a:pt x="59014" y="90"/>
                    <a:pt x="56890" y="1608"/>
                    <a:pt x="54767" y="7074"/>
                  </a:cubicBezTo>
                  <a:lnTo>
                    <a:pt x="1675" y="146455"/>
                  </a:lnTo>
                  <a:cubicBezTo>
                    <a:pt x="1068" y="148277"/>
                    <a:pt x="158" y="150099"/>
                    <a:pt x="158" y="151921"/>
                  </a:cubicBezTo>
                  <a:cubicBezTo>
                    <a:pt x="158" y="152832"/>
                    <a:pt x="158" y="153439"/>
                    <a:pt x="1675" y="157083"/>
                  </a:cubicBezTo>
                  <a:lnTo>
                    <a:pt x="54767" y="296464"/>
                  </a:lnTo>
                  <a:cubicBezTo>
                    <a:pt x="55980" y="299804"/>
                    <a:pt x="57497" y="303751"/>
                    <a:pt x="61744" y="303751"/>
                  </a:cubicBezTo>
                  <a:cubicBezTo>
                    <a:pt x="65082" y="303751"/>
                    <a:pt x="67812" y="301019"/>
                    <a:pt x="67812" y="297678"/>
                  </a:cubicBezTo>
                  <a:cubicBezTo>
                    <a:pt x="67812" y="296767"/>
                    <a:pt x="67812" y="296160"/>
                    <a:pt x="66295" y="292820"/>
                  </a:cubicBezTo>
                  <a:lnTo>
                    <a:pt x="12597" y="151921"/>
                  </a:lnTo>
                  <a:lnTo>
                    <a:pt x="66295" y="11629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4F3E21AB-4E00-42D7-DBFE-655C6A5345A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992871" y="7942752"/>
              <a:ext cx="123779" cy="235944"/>
            </a:xfrm>
            <a:custGeom>
              <a:avLst/>
              <a:gdLst>
                <a:gd name="csX0" fmla="*/ 121514 w 123779"/>
                <a:gd name="csY0" fmla="*/ 18006 h 235944"/>
                <a:gd name="csX1" fmla="*/ 123942 w 123779"/>
                <a:gd name="csY1" fmla="*/ 10718 h 235944"/>
                <a:gd name="csX2" fmla="*/ 113323 w 123779"/>
                <a:gd name="csY2" fmla="*/ 90 h 235944"/>
                <a:gd name="csX3" fmla="*/ 102705 w 123779"/>
                <a:gd name="csY3" fmla="*/ 8593 h 235944"/>
                <a:gd name="csX4" fmla="*/ 2589 w 123779"/>
                <a:gd name="csY4" fmla="*/ 218119 h 235944"/>
                <a:gd name="csX5" fmla="*/ 162 w 123779"/>
                <a:gd name="csY5" fmla="*/ 225407 h 235944"/>
                <a:gd name="csX6" fmla="*/ 10780 w 123779"/>
                <a:gd name="csY6" fmla="*/ 236035 h 235944"/>
                <a:gd name="csX7" fmla="*/ 21399 w 123779"/>
                <a:gd name="csY7" fmla="*/ 227532 h 235944"/>
                <a:gd name="csX8" fmla="*/ 121514 w 123779"/>
                <a:gd name="csY8" fmla="*/ 18006 h 235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3779" h="235944">
                  <a:moveTo>
                    <a:pt x="121514" y="18006"/>
                  </a:moveTo>
                  <a:cubicBezTo>
                    <a:pt x="123638" y="13148"/>
                    <a:pt x="123942" y="13148"/>
                    <a:pt x="123942" y="10718"/>
                  </a:cubicBezTo>
                  <a:cubicBezTo>
                    <a:pt x="123942" y="5252"/>
                    <a:pt x="119391" y="90"/>
                    <a:pt x="113323" y="90"/>
                  </a:cubicBezTo>
                  <a:cubicBezTo>
                    <a:pt x="106649" y="90"/>
                    <a:pt x="104525" y="4645"/>
                    <a:pt x="102705" y="8593"/>
                  </a:cubicBezTo>
                  <a:lnTo>
                    <a:pt x="2589" y="218119"/>
                  </a:lnTo>
                  <a:cubicBezTo>
                    <a:pt x="465" y="222978"/>
                    <a:pt x="162" y="222978"/>
                    <a:pt x="162" y="225407"/>
                  </a:cubicBezTo>
                  <a:cubicBezTo>
                    <a:pt x="162" y="230873"/>
                    <a:pt x="4713" y="236035"/>
                    <a:pt x="10780" y="236035"/>
                  </a:cubicBezTo>
                  <a:cubicBezTo>
                    <a:pt x="17455" y="236035"/>
                    <a:pt x="19578" y="231480"/>
                    <a:pt x="21399" y="227532"/>
                  </a:cubicBezTo>
                  <a:lnTo>
                    <a:pt x="121514" y="18006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735B474E-9E16-104E-00C4-14AA9D695C4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156392" y="8019882"/>
              <a:ext cx="117408" cy="135432"/>
            </a:xfrm>
            <a:custGeom>
              <a:avLst/>
              <a:gdLst>
                <a:gd name="csX0" fmla="*/ 68731 w 117408"/>
                <a:gd name="csY0" fmla="*/ 56268 h 135432"/>
                <a:gd name="csX1" fmla="*/ 48101 w 117408"/>
                <a:gd name="csY1" fmla="*/ 52624 h 135432"/>
                <a:gd name="csX2" fmla="*/ 18673 w 117408"/>
                <a:gd name="csY2" fmla="*/ 35922 h 135432"/>
                <a:gd name="csX3" fmla="*/ 57203 w 117408"/>
                <a:gd name="csY3" fmla="*/ 18614 h 135432"/>
                <a:gd name="csX4" fmla="*/ 87541 w 117408"/>
                <a:gd name="csY4" fmla="*/ 35619 h 135432"/>
                <a:gd name="csX5" fmla="*/ 97856 w 117408"/>
                <a:gd name="csY5" fmla="*/ 45943 h 135432"/>
                <a:gd name="csX6" fmla="*/ 108474 w 117408"/>
                <a:gd name="csY6" fmla="*/ 33493 h 135432"/>
                <a:gd name="csX7" fmla="*/ 108474 w 117408"/>
                <a:gd name="csY7" fmla="*/ 12540 h 135432"/>
                <a:gd name="csX8" fmla="*/ 99373 w 117408"/>
                <a:gd name="csY8" fmla="*/ 90 h 135432"/>
                <a:gd name="csX9" fmla="*/ 90271 w 117408"/>
                <a:gd name="csY9" fmla="*/ 6467 h 135432"/>
                <a:gd name="csX10" fmla="*/ 57810 w 117408"/>
                <a:gd name="csY10" fmla="*/ 90 h 135432"/>
                <a:gd name="csX11" fmla="*/ 167 w 117408"/>
                <a:gd name="csY11" fmla="*/ 35922 h 135432"/>
                <a:gd name="csX12" fmla="*/ 59933 w 117408"/>
                <a:gd name="csY12" fmla="*/ 73273 h 135432"/>
                <a:gd name="csX13" fmla="*/ 99069 w 117408"/>
                <a:gd name="csY13" fmla="*/ 95743 h 135432"/>
                <a:gd name="csX14" fmla="*/ 60237 w 117408"/>
                <a:gd name="csY14" fmla="*/ 117000 h 135432"/>
                <a:gd name="csX15" fmla="*/ 21404 w 117408"/>
                <a:gd name="csY15" fmla="*/ 89974 h 135432"/>
                <a:gd name="csX16" fmla="*/ 10786 w 117408"/>
                <a:gd name="csY16" fmla="*/ 81168 h 135432"/>
                <a:gd name="csX17" fmla="*/ 167 w 117408"/>
                <a:gd name="csY17" fmla="*/ 93618 h 135432"/>
                <a:gd name="csX18" fmla="*/ 167 w 117408"/>
                <a:gd name="csY18" fmla="*/ 123073 h 135432"/>
                <a:gd name="csX19" fmla="*/ 9269 w 117408"/>
                <a:gd name="csY19" fmla="*/ 135523 h 135432"/>
                <a:gd name="csX20" fmla="*/ 20494 w 117408"/>
                <a:gd name="csY20" fmla="*/ 123984 h 135432"/>
                <a:gd name="csX21" fmla="*/ 59933 w 117408"/>
                <a:gd name="csY21" fmla="*/ 135523 h 135432"/>
                <a:gd name="csX22" fmla="*/ 117576 w 117408"/>
                <a:gd name="csY22" fmla="*/ 95743 h 135432"/>
                <a:gd name="csX23" fmla="*/ 68731 w 117408"/>
                <a:gd name="csY23" fmla="*/ 56268 h 135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408" h="135432">
                  <a:moveTo>
                    <a:pt x="68731" y="56268"/>
                  </a:moveTo>
                  <a:cubicBezTo>
                    <a:pt x="61754" y="55053"/>
                    <a:pt x="55686" y="54142"/>
                    <a:pt x="48101" y="52624"/>
                  </a:cubicBezTo>
                  <a:cubicBezTo>
                    <a:pt x="39303" y="51409"/>
                    <a:pt x="18673" y="47765"/>
                    <a:pt x="18673" y="35922"/>
                  </a:cubicBezTo>
                  <a:cubicBezTo>
                    <a:pt x="18673" y="28027"/>
                    <a:pt x="28382" y="18614"/>
                    <a:pt x="57203" y="18614"/>
                  </a:cubicBezTo>
                  <a:cubicBezTo>
                    <a:pt x="82384" y="18614"/>
                    <a:pt x="86631" y="27723"/>
                    <a:pt x="87541" y="35619"/>
                  </a:cubicBezTo>
                  <a:cubicBezTo>
                    <a:pt x="87844" y="40781"/>
                    <a:pt x="88451" y="45943"/>
                    <a:pt x="97856" y="45943"/>
                  </a:cubicBezTo>
                  <a:cubicBezTo>
                    <a:pt x="108474" y="45943"/>
                    <a:pt x="108474" y="39566"/>
                    <a:pt x="108474" y="33493"/>
                  </a:cubicBezTo>
                  <a:lnTo>
                    <a:pt x="108474" y="12540"/>
                  </a:lnTo>
                  <a:cubicBezTo>
                    <a:pt x="108474" y="7682"/>
                    <a:pt x="108474" y="90"/>
                    <a:pt x="99373" y="90"/>
                  </a:cubicBezTo>
                  <a:cubicBezTo>
                    <a:pt x="92092" y="90"/>
                    <a:pt x="90878" y="4341"/>
                    <a:pt x="90271" y="6467"/>
                  </a:cubicBezTo>
                  <a:cubicBezTo>
                    <a:pt x="76923" y="90"/>
                    <a:pt x="63574" y="90"/>
                    <a:pt x="57810" y="90"/>
                  </a:cubicBezTo>
                  <a:cubicBezTo>
                    <a:pt x="7145" y="90"/>
                    <a:pt x="167" y="24990"/>
                    <a:pt x="167" y="35922"/>
                  </a:cubicBezTo>
                  <a:cubicBezTo>
                    <a:pt x="167" y="63859"/>
                    <a:pt x="32022" y="69021"/>
                    <a:pt x="59933" y="73273"/>
                  </a:cubicBezTo>
                  <a:cubicBezTo>
                    <a:pt x="74799" y="75702"/>
                    <a:pt x="99069" y="79649"/>
                    <a:pt x="99069" y="95743"/>
                  </a:cubicBezTo>
                  <a:cubicBezTo>
                    <a:pt x="99069" y="106979"/>
                    <a:pt x="87844" y="117000"/>
                    <a:pt x="60237" y="117000"/>
                  </a:cubicBezTo>
                  <a:cubicBezTo>
                    <a:pt x="45978" y="117000"/>
                    <a:pt x="28988" y="113660"/>
                    <a:pt x="21404" y="89974"/>
                  </a:cubicBezTo>
                  <a:cubicBezTo>
                    <a:pt x="19887" y="84508"/>
                    <a:pt x="18673" y="81168"/>
                    <a:pt x="10786" y="81168"/>
                  </a:cubicBezTo>
                  <a:cubicBezTo>
                    <a:pt x="167" y="81168"/>
                    <a:pt x="167" y="87545"/>
                    <a:pt x="167" y="93618"/>
                  </a:cubicBezTo>
                  <a:lnTo>
                    <a:pt x="167" y="123073"/>
                  </a:lnTo>
                  <a:cubicBezTo>
                    <a:pt x="167" y="127932"/>
                    <a:pt x="167" y="135523"/>
                    <a:pt x="9269" y="135523"/>
                  </a:cubicBezTo>
                  <a:cubicBezTo>
                    <a:pt x="11999" y="135523"/>
                    <a:pt x="16853" y="135219"/>
                    <a:pt x="20494" y="123984"/>
                  </a:cubicBezTo>
                  <a:cubicBezTo>
                    <a:pt x="35359" y="134916"/>
                    <a:pt x="51439" y="135523"/>
                    <a:pt x="59933" y="135523"/>
                  </a:cubicBezTo>
                  <a:cubicBezTo>
                    <a:pt x="107868" y="135523"/>
                    <a:pt x="117576" y="110319"/>
                    <a:pt x="117576" y="95743"/>
                  </a:cubicBezTo>
                  <a:cubicBezTo>
                    <a:pt x="117576" y="64163"/>
                    <a:pt x="78440" y="57786"/>
                    <a:pt x="68731" y="56268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DE5A586C-8826-208A-8A15-253DA0039FA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310508" y="7925747"/>
              <a:ext cx="67654" cy="303661"/>
            </a:xfrm>
            <a:custGeom>
              <a:avLst/>
              <a:gdLst>
                <a:gd name="csX0" fmla="*/ 66310 w 67654"/>
                <a:gd name="csY0" fmla="*/ 157083 h 303661"/>
                <a:gd name="csX1" fmla="*/ 67826 w 67654"/>
                <a:gd name="csY1" fmla="*/ 151921 h 303661"/>
                <a:gd name="csX2" fmla="*/ 66310 w 67654"/>
                <a:gd name="csY2" fmla="*/ 146759 h 303661"/>
                <a:gd name="csX3" fmla="*/ 13218 w 67654"/>
                <a:gd name="csY3" fmla="*/ 7074 h 303661"/>
                <a:gd name="csX4" fmla="*/ 6240 w 67654"/>
                <a:gd name="csY4" fmla="*/ 90 h 303661"/>
                <a:gd name="csX5" fmla="*/ 172 w 67654"/>
                <a:gd name="csY5" fmla="*/ 6163 h 303661"/>
                <a:gd name="csX6" fmla="*/ 1689 w 67654"/>
                <a:gd name="csY6" fmla="*/ 11022 h 303661"/>
                <a:gd name="csX7" fmla="*/ 55388 w 67654"/>
                <a:gd name="csY7" fmla="*/ 151921 h 303661"/>
                <a:gd name="csX8" fmla="*/ 1689 w 67654"/>
                <a:gd name="csY8" fmla="*/ 292212 h 303661"/>
                <a:gd name="csX9" fmla="*/ 172 w 67654"/>
                <a:gd name="csY9" fmla="*/ 297678 h 303661"/>
                <a:gd name="csX10" fmla="*/ 6240 w 67654"/>
                <a:gd name="csY10" fmla="*/ 303751 h 303661"/>
                <a:gd name="csX11" fmla="*/ 12611 w 67654"/>
                <a:gd name="csY11" fmla="*/ 297678 h 303661"/>
                <a:gd name="csX12" fmla="*/ 66310 w 67654"/>
                <a:gd name="csY12" fmla="*/ 157083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4" h="303661">
                  <a:moveTo>
                    <a:pt x="66310" y="157083"/>
                  </a:moveTo>
                  <a:cubicBezTo>
                    <a:pt x="67826" y="153439"/>
                    <a:pt x="67826" y="152832"/>
                    <a:pt x="67826" y="151921"/>
                  </a:cubicBezTo>
                  <a:cubicBezTo>
                    <a:pt x="67826" y="151010"/>
                    <a:pt x="67826" y="150403"/>
                    <a:pt x="66310" y="146759"/>
                  </a:cubicBezTo>
                  <a:lnTo>
                    <a:pt x="13218" y="7074"/>
                  </a:lnTo>
                  <a:cubicBezTo>
                    <a:pt x="11398" y="1912"/>
                    <a:pt x="9577" y="90"/>
                    <a:pt x="6240" y="90"/>
                  </a:cubicBezTo>
                  <a:cubicBezTo>
                    <a:pt x="2903" y="90"/>
                    <a:pt x="172" y="2823"/>
                    <a:pt x="172" y="6163"/>
                  </a:cubicBezTo>
                  <a:cubicBezTo>
                    <a:pt x="172" y="7074"/>
                    <a:pt x="172" y="7682"/>
                    <a:pt x="1689" y="11022"/>
                  </a:cubicBezTo>
                  <a:lnTo>
                    <a:pt x="55388" y="151921"/>
                  </a:lnTo>
                  <a:lnTo>
                    <a:pt x="1689" y="292212"/>
                  </a:lnTo>
                  <a:cubicBezTo>
                    <a:pt x="172" y="295553"/>
                    <a:pt x="172" y="296160"/>
                    <a:pt x="172" y="297678"/>
                  </a:cubicBezTo>
                  <a:cubicBezTo>
                    <a:pt x="172" y="301019"/>
                    <a:pt x="2903" y="303751"/>
                    <a:pt x="6240" y="303751"/>
                  </a:cubicBezTo>
                  <a:cubicBezTo>
                    <a:pt x="10184" y="303751"/>
                    <a:pt x="11398" y="300715"/>
                    <a:pt x="12611" y="297678"/>
                  </a:cubicBezTo>
                  <a:lnTo>
                    <a:pt x="66310" y="15708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2D37B1C-B277-7F0E-E279-90ED891652D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532177" y="7925747"/>
              <a:ext cx="12135" cy="303661"/>
            </a:xfrm>
            <a:custGeom>
              <a:avLst/>
              <a:gdLst>
                <a:gd name="csX0" fmla="*/ 12314 w 12135"/>
                <a:gd name="csY0" fmla="*/ 11022 h 303661"/>
                <a:gd name="csX1" fmla="*/ 6247 w 12135"/>
                <a:gd name="csY1" fmla="*/ 90 h 303661"/>
                <a:gd name="csX2" fmla="*/ 179 w 12135"/>
                <a:gd name="csY2" fmla="*/ 11022 h 303661"/>
                <a:gd name="csX3" fmla="*/ 179 w 12135"/>
                <a:gd name="csY3" fmla="*/ 292820 h 303661"/>
                <a:gd name="csX4" fmla="*/ 6247 w 12135"/>
                <a:gd name="csY4" fmla="*/ 303751 h 303661"/>
                <a:gd name="csX5" fmla="*/ 12314 w 12135"/>
                <a:gd name="csY5" fmla="*/ 292820 h 303661"/>
                <a:gd name="csX6" fmla="*/ 12314 w 12135"/>
                <a:gd name="csY6" fmla="*/ 11022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35" h="303661">
                  <a:moveTo>
                    <a:pt x="12314" y="11022"/>
                  </a:moveTo>
                  <a:cubicBezTo>
                    <a:pt x="12314" y="5556"/>
                    <a:pt x="12314" y="90"/>
                    <a:pt x="6247" y="90"/>
                  </a:cubicBezTo>
                  <a:cubicBezTo>
                    <a:pt x="179" y="90"/>
                    <a:pt x="179" y="5556"/>
                    <a:pt x="179" y="11022"/>
                  </a:cubicBezTo>
                  <a:lnTo>
                    <a:pt x="179" y="292820"/>
                  </a:lnTo>
                  <a:cubicBezTo>
                    <a:pt x="179" y="298286"/>
                    <a:pt x="179" y="303751"/>
                    <a:pt x="6247" y="303751"/>
                  </a:cubicBezTo>
                  <a:cubicBezTo>
                    <a:pt x="12314" y="303751"/>
                    <a:pt x="12314" y="298286"/>
                    <a:pt x="12314" y="292820"/>
                  </a:cubicBezTo>
                  <a:lnTo>
                    <a:pt x="12314" y="11022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AD875343-8622-FA22-A4D3-DAD0FAD9052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697990" y="7925747"/>
              <a:ext cx="67654" cy="303661"/>
            </a:xfrm>
            <a:custGeom>
              <a:avLst/>
              <a:gdLst>
                <a:gd name="csX0" fmla="*/ 66322 w 67654"/>
                <a:gd name="csY0" fmla="*/ 11629 h 303661"/>
                <a:gd name="csX1" fmla="*/ 67839 w 67654"/>
                <a:gd name="csY1" fmla="*/ 6163 h 303661"/>
                <a:gd name="csX2" fmla="*/ 61771 w 67654"/>
                <a:gd name="csY2" fmla="*/ 90 h 303661"/>
                <a:gd name="csX3" fmla="*/ 54793 w 67654"/>
                <a:gd name="csY3" fmla="*/ 7074 h 303661"/>
                <a:gd name="csX4" fmla="*/ 1702 w 67654"/>
                <a:gd name="csY4" fmla="*/ 146455 h 303661"/>
                <a:gd name="csX5" fmla="*/ 185 w 67654"/>
                <a:gd name="csY5" fmla="*/ 151921 h 303661"/>
                <a:gd name="csX6" fmla="*/ 1702 w 67654"/>
                <a:gd name="csY6" fmla="*/ 157083 h 303661"/>
                <a:gd name="csX7" fmla="*/ 54793 w 67654"/>
                <a:gd name="csY7" fmla="*/ 296464 h 303661"/>
                <a:gd name="csX8" fmla="*/ 61771 w 67654"/>
                <a:gd name="csY8" fmla="*/ 303751 h 303661"/>
                <a:gd name="csX9" fmla="*/ 67839 w 67654"/>
                <a:gd name="csY9" fmla="*/ 297678 h 303661"/>
                <a:gd name="csX10" fmla="*/ 66322 w 67654"/>
                <a:gd name="csY10" fmla="*/ 292820 h 303661"/>
                <a:gd name="csX11" fmla="*/ 12623 w 67654"/>
                <a:gd name="csY11" fmla="*/ 151921 h 303661"/>
                <a:gd name="csX12" fmla="*/ 66322 w 67654"/>
                <a:gd name="csY12" fmla="*/ 1162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4" h="303661">
                  <a:moveTo>
                    <a:pt x="66322" y="11629"/>
                  </a:moveTo>
                  <a:cubicBezTo>
                    <a:pt x="67839" y="8289"/>
                    <a:pt x="67839" y="7682"/>
                    <a:pt x="67839" y="6163"/>
                  </a:cubicBezTo>
                  <a:cubicBezTo>
                    <a:pt x="67839" y="2823"/>
                    <a:pt x="65108" y="90"/>
                    <a:pt x="61771" y="90"/>
                  </a:cubicBezTo>
                  <a:cubicBezTo>
                    <a:pt x="59041" y="90"/>
                    <a:pt x="56917" y="1608"/>
                    <a:pt x="54793" y="7074"/>
                  </a:cubicBezTo>
                  <a:lnTo>
                    <a:pt x="1702" y="146455"/>
                  </a:lnTo>
                  <a:cubicBezTo>
                    <a:pt x="1095" y="148277"/>
                    <a:pt x="185" y="150099"/>
                    <a:pt x="185" y="151921"/>
                  </a:cubicBezTo>
                  <a:cubicBezTo>
                    <a:pt x="185" y="152832"/>
                    <a:pt x="185" y="153439"/>
                    <a:pt x="1702" y="157083"/>
                  </a:cubicBezTo>
                  <a:lnTo>
                    <a:pt x="54793" y="296464"/>
                  </a:lnTo>
                  <a:cubicBezTo>
                    <a:pt x="56007" y="299804"/>
                    <a:pt x="57524" y="303751"/>
                    <a:pt x="61771" y="303751"/>
                  </a:cubicBezTo>
                  <a:cubicBezTo>
                    <a:pt x="65108" y="303751"/>
                    <a:pt x="67839" y="301019"/>
                    <a:pt x="67839" y="297678"/>
                  </a:cubicBezTo>
                  <a:cubicBezTo>
                    <a:pt x="67839" y="296767"/>
                    <a:pt x="67839" y="296160"/>
                    <a:pt x="66322" y="292820"/>
                  </a:cubicBezTo>
                  <a:lnTo>
                    <a:pt x="12623" y="151921"/>
                  </a:lnTo>
                  <a:lnTo>
                    <a:pt x="66322" y="11629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6D125B6-1201-6D9E-4CBD-042D4ACF8E5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804443" y="8019882"/>
              <a:ext cx="117408" cy="135432"/>
            </a:xfrm>
            <a:custGeom>
              <a:avLst/>
              <a:gdLst>
                <a:gd name="csX0" fmla="*/ 68753 w 117408"/>
                <a:gd name="csY0" fmla="*/ 56268 h 135432"/>
                <a:gd name="csX1" fmla="*/ 48123 w 117408"/>
                <a:gd name="csY1" fmla="*/ 52624 h 135432"/>
                <a:gd name="csX2" fmla="*/ 18695 w 117408"/>
                <a:gd name="csY2" fmla="*/ 35922 h 135432"/>
                <a:gd name="csX3" fmla="*/ 57224 w 117408"/>
                <a:gd name="csY3" fmla="*/ 18614 h 135432"/>
                <a:gd name="csX4" fmla="*/ 87562 w 117408"/>
                <a:gd name="csY4" fmla="*/ 35619 h 135432"/>
                <a:gd name="csX5" fmla="*/ 97877 w 117408"/>
                <a:gd name="csY5" fmla="*/ 45943 h 135432"/>
                <a:gd name="csX6" fmla="*/ 108496 w 117408"/>
                <a:gd name="csY6" fmla="*/ 33493 h 135432"/>
                <a:gd name="csX7" fmla="*/ 108496 w 117408"/>
                <a:gd name="csY7" fmla="*/ 12540 h 135432"/>
                <a:gd name="csX8" fmla="*/ 99394 w 117408"/>
                <a:gd name="csY8" fmla="*/ 90 h 135432"/>
                <a:gd name="csX9" fmla="*/ 90293 w 117408"/>
                <a:gd name="csY9" fmla="*/ 6467 h 135432"/>
                <a:gd name="csX10" fmla="*/ 57831 w 117408"/>
                <a:gd name="csY10" fmla="*/ 90 h 135432"/>
                <a:gd name="csX11" fmla="*/ 188 w 117408"/>
                <a:gd name="csY11" fmla="*/ 35922 h 135432"/>
                <a:gd name="csX12" fmla="*/ 59955 w 117408"/>
                <a:gd name="csY12" fmla="*/ 73273 h 135432"/>
                <a:gd name="csX13" fmla="*/ 99091 w 117408"/>
                <a:gd name="csY13" fmla="*/ 95743 h 135432"/>
                <a:gd name="csX14" fmla="*/ 60258 w 117408"/>
                <a:gd name="csY14" fmla="*/ 117000 h 135432"/>
                <a:gd name="csX15" fmla="*/ 21425 w 117408"/>
                <a:gd name="csY15" fmla="*/ 89974 h 135432"/>
                <a:gd name="csX16" fmla="*/ 10807 w 117408"/>
                <a:gd name="csY16" fmla="*/ 81168 h 135432"/>
                <a:gd name="csX17" fmla="*/ 188 w 117408"/>
                <a:gd name="csY17" fmla="*/ 93618 h 135432"/>
                <a:gd name="csX18" fmla="*/ 188 w 117408"/>
                <a:gd name="csY18" fmla="*/ 123073 h 135432"/>
                <a:gd name="csX19" fmla="*/ 9290 w 117408"/>
                <a:gd name="csY19" fmla="*/ 135523 h 135432"/>
                <a:gd name="csX20" fmla="*/ 20515 w 117408"/>
                <a:gd name="csY20" fmla="*/ 123984 h 135432"/>
                <a:gd name="csX21" fmla="*/ 59955 w 117408"/>
                <a:gd name="csY21" fmla="*/ 135523 h 135432"/>
                <a:gd name="csX22" fmla="*/ 117597 w 117408"/>
                <a:gd name="csY22" fmla="*/ 95743 h 135432"/>
                <a:gd name="csX23" fmla="*/ 68753 w 117408"/>
                <a:gd name="csY23" fmla="*/ 56268 h 135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408" h="135432">
                  <a:moveTo>
                    <a:pt x="68753" y="56268"/>
                  </a:moveTo>
                  <a:cubicBezTo>
                    <a:pt x="61775" y="55053"/>
                    <a:pt x="55707" y="54142"/>
                    <a:pt x="48123" y="52624"/>
                  </a:cubicBezTo>
                  <a:cubicBezTo>
                    <a:pt x="39325" y="51409"/>
                    <a:pt x="18695" y="47765"/>
                    <a:pt x="18695" y="35922"/>
                  </a:cubicBezTo>
                  <a:cubicBezTo>
                    <a:pt x="18695" y="28027"/>
                    <a:pt x="28403" y="18614"/>
                    <a:pt x="57224" y="18614"/>
                  </a:cubicBezTo>
                  <a:cubicBezTo>
                    <a:pt x="82405" y="18614"/>
                    <a:pt x="86652" y="27723"/>
                    <a:pt x="87562" y="35619"/>
                  </a:cubicBezTo>
                  <a:cubicBezTo>
                    <a:pt x="87866" y="40781"/>
                    <a:pt x="88472" y="45943"/>
                    <a:pt x="97877" y="45943"/>
                  </a:cubicBezTo>
                  <a:cubicBezTo>
                    <a:pt x="108496" y="45943"/>
                    <a:pt x="108496" y="39566"/>
                    <a:pt x="108496" y="33493"/>
                  </a:cubicBezTo>
                  <a:lnTo>
                    <a:pt x="108496" y="12540"/>
                  </a:lnTo>
                  <a:cubicBezTo>
                    <a:pt x="108496" y="7682"/>
                    <a:pt x="108496" y="90"/>
                    <a:pt x="99394" y="90"/>
                  </a:cubicBezTo>
                  <a:cubicBezTo>
                    <a:pt x="92113" y="90"/>
                    <a:pt x="90899" y="4341"/>
                    <a:pt x="90293" y="6467"/>
                  </a:cubicBezTo>
                  <a:cubicBezTo>
                    <a:pt x="76944" y="90"/>
                    <a:pt x="63595" y="90"/>
                    <a:pt x="57831" y="90"/>
                  </a:cubicBezTo>
                  <a:cubicBezTo>
                    <a:pt x="7166" y="90"/>
                    <a:pt x="188" y="24990"/>
                    <a:pt x="188" y="35922"/>
                  </a:cubicBezTo>
                  <a:cubicBezTo>
                    <a:pt x="188" y="63859"/>
                    <a:pt x="32044" y="69021"/>
                    <a:pt x="59955" y="73273"/>
                  </a:cubicBezTo>
                  <a:cubicBezTo>
                    <a:pt x="74820" y="75702"/>
                    <a:pt x="99091" y="79649"/>
                    <a:pt x="99091" y="95743"/>
                  </a:cubicBezTo>
                  <a:cubicBezTo>
                    <a:pt x="99091" y="106979"/>
                    <a:pt x="87866" y="117000"/>
                    <a:pt x="60258" y="117000"/>
                  </a:cubicBezTo>
                  <a:cubicBezTo>
                    <a:pt x="45999" y="117000"/>
                    <a:pt x="29010" y="113660"/>
                    <a:pt x="21425" y="89974"/>
                  </a:cubicBezTo>
                  <a:cubicBezTo>
                    <a:pt x="19908" y="84508"/>
                    <a:pt x="18695" y="81168"/>
                    <a:pt x="10807" y="81168"/>
                  </a:cubicBezTo>
                  <a:cubicBezTo>
                    <a:pt x="188" y="81168"/>
                    <a:pt x="188" y="87545"/>
                    <a:pt x="188" y="93618"/>
                  </a:cubicBezTo>
                  <a:lnTo>
                    <a:pt x="188" y="123073"/>
                  </a:lnTo>
                  <a:cubicBezTo>
                    <a:pt x="188" y="127932"/>
                    <a:pt x="188" y="135523"/>
                    <a:pt x="9290" y="135523"/>
                  </a:cubicBezTo>
                  <a:cubicBezTo>
                    <a:pt x="12020" y="135523"/>
                    <a:pt x="16874" y="135219"/>
                    <a:pt x="20515" y="123984"/>
                  </a:cubicBezTo>
                  <a:cubicBezTo>
                    <a:pt x="35381" y="134916"/>
                    <a:pt x="51460" y="135523"/>
                    <a:pt x="59955" y="135523"/>
                  </a:cubicBezTo>
                  <a:cubicBezTo>
                    <a:pt x="107889" y="135523"/>
                    <a:pt x="117597" y="110319"/>
                    <a:pt x="117597" y="95743"/>
                  </a:cubicBezTo>
                  <a:cubicBezTo>
                    <a:pt x="117597" y="64163"/>
                    <a:pt x="78461" y="57786"/>
                    <a:pt x="68753" y="56268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358D8F9-EF8C-861B-FD04-9428701EDC3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7958559" y="7925747"/>
              <a:ext cx="67654" cy="303661"/>
            </a:xfrm>
            <a:custGeom>
              <a:avLst/>
              <a:gdLst>
                <a:gd name="csX0" fmla="*/ 66331 w 67654"/>
                <a:gd name="csY0" fmla="*/ 157083 h 303661"/>
                <a:gd name="csX1" fmla="*/ 67848 w 67654"/>
                <a:gd name="csY1" fmla="*/ 151921 h 303661"/>
                <a:gd name="csX2" fmla="*/ 66331 w 67654"/>
                <a:gd name="csY2" fmla="*/ 146759 h 303661"/>
                <a:gd name="csX3" fmla="*/ 13239 w 67654"/>
                <a:gd name="csY3" fmla="*/ 7074 h 303661"/>
                <a:gd name="csX4" fmla="*/ 6261 w 67654"/>
                <a:gd name="csY4" fmla="*/ 90 h 303661"/>
                <a:gd name="csX5" fmla="*/ 194 w 67654"/>
                <a:gd name="csY5" fmla="*/ 6163 h 303661"/>
                <a:gd name="csX6" fmla="*/ 1711 w 67654"/>
                <a:gd name="csY6" fmla="*/ 11022 h 303661"/>
                <a:gd name="csX7" fmla="*/ 55409 w 67654"/>
                <a:gd name="csY7" fmla="*/ 151921 h 303661"/>
                <a:gd name="csX8" fmla="*/ 1711 w 67654"/>
                <a:gd name="csY8" fmla="*/ 292212 h 303661"/>
                <a:gd name="csX9" fmla="*/ 194 w 67654"/>
                <a:gd name="csY9" fmla="*/ 297678 h 303661"/>
                <a:gd name="csX10" fmla="*/ 6261 w 67654"/>
                <a:gd name="csY10" fmla="*/ 303751 h 303661"/>
                <a:gd name="csX11" fmla="*/ 12632 w 67654"/>
                <a:gd name="csY11" fmla="*/ 297678 h 303661"/>
                <a:gd name="csX12" fmla="*/ 66331 w 67654"/>
                <a:gd name="csY12" fmla="*/ 157083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4" h="303661">
                  <a:moveTo>
                    <a:pt x="66331" y="157083"/>
                  </a:moveTo>
                  <a:cubicBezTo>
                    <a:pt x="67848" y="153439"/>
                    <a:pt x="67848" y="152832"/>
                    <a:pt x="67848" y="151921"/>
                  </a:cubicBezTo>
                  <a:cubicBezTo>
                    <a:pt x="67848" y="151010"/>
                    <a:pt x="67848" y="150403"/>
                    <a:pt x="66331" y="146759"/>
                  </a:cubicBezTo>
                  <a:lnTo>
                    <a:pt x="13239" y="7074"/>
                  </a:lnTo>
                  <a:cubicBezTo>
                    <a:pt x="11419" y="1912"/>
                    <a:pt x="9599" y="90"/>
                    <a:pt x="6261" y="90"/>
                  </a:cubicBezTo>
                  <a:cubicBezTo>
                    <a:pt x="2924" y="90"/>
                    <a:pt x="194" y="2823"/>
                    <a:pt x="194" y="6163"/>
                  </a:cubicBezTo>
                  <a:cubicBezTo>
                    <a:pt x="194" y="7074"/>
                    <a:pt x="194" y="7682"/>
                    <a:pt x="1711" y="11022"/>
                  </a:cubicBezTo>
                  <a:lnTo>
                    <a:pt x="55409" y="151921"/>
                  </a:lnTo>
                  <a:lnTo>
                    <a:pt x="1711" y="292212"/>
                  </a:lnTo>
                  <a:cubicBezTo>
                    <a:pt x="194" y="295553"/>
                    <a:pt x="194" y="296160"/>
                    <a:pt x="194" y="297678"/>
                  </a:cubicBezTo>
                  <a:cubicBezTo>
                    <a:pt x="194" y="301019"/>
                    <a:pt x="2924" y="303751"/>
                    <a:pt x="6261" y="303751"/>
                  </a:cubicBezTo>
                  <a:cubicBezTo>
                    <a:pt x="10205" y="303751"/>
                    <a:pt x="11419" y="300715"/>
                    <a:pt x="12632" y="297678"/>
                  </a:cubicBezTo>
                  <a:lnTo>
                    <a:pt x="66331" y="15708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7AB639F-ADB4-8CA8-469C-5BA1EE76D2F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8085946" y="8121305"/>
              <a:ext cx="35495" cy="90794"/>
            </a:xfrm>
            <a:custGeom>
              <a:avLst/>
              <a:gdLst>
                <a:gd name="csX0" fmla="*/ 35693 w 35495"/>
                <a:gd name="csY0" fmla="*/ 31975 h 90794"/>
                <a:gd name="csX1" fmla="*/ 16277 w 35495"/>
                <a:gd name="csY1" fmla="*/ 90 h 90794"/>
                <a:gd name="csX2" fmla="*/ 198 w 35495"/>
                <a:gd name="csY2" fmla="*/ 16184 h 90794"/>
                <a:gd name="csX3" fmla="*/ 16277 w 35495"/>
                <a:gd name="csY3" fmla="*/ 32278 h 90794"/>
                <a:gd name="csX4" fmla="*/ 26895 w 35495"/>
                <a:gd name="csY4" fmla="*/ 28331 h 90794"/>
                <a:gd name="csX5" fmla="*/ 28412 w 35495"/>
                <a:gd name="csY5" fmla="*/ 27420 h 90794"/>
                <a:gd name="csX6" fmla="*/ 29019 w 35495"/>
                <a:gd name="csY6" fmla="*/ 31975 h 90794"/>
                <a:gd name="csX7" fmla="*/ 8389 w 35495"/>
                <a:gd name="csY7" fmla="*/ 82686 h 90794"/>
                <a:gd name="csX8" fmla="*/ 5052 w 35495"/>
                <a:gd name="csY8" fmla="*/ 87545 h 90794"/>
                <a:gd name="csX9" fmla="*/ 8086 w 35495"/>
                <a:gd name="csY9" fmla="*/ 90885 h 90794"/>
                <a:gd name="csX10" fmla="*/ 35693 w 35495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5" h="90794">
                  <a:moveTo>
                    <a:pt x="35693" y="31975"/>
                  </a:moveTo>
                  <a:cubicBezTo>
                    <a:pt x="35693" y="11933"/>
                    <a:pt x="28109" y="90"/>
                    <a:pt x="16277" y="90"/>
                  </a:cubicBezTo>
                  <a:cubicBezTo>
                    <a:pt x="6265" y="90"/>
                    <a:pt x="198" y="7682"/>
                    <a:pt x="198" y="16184"/>
                  </a:cubicBezTo>
                  <a:cubicBezTo>
                    <a:pt x="198" y="24383"/>
                    <a:pt x="6265" y="32278"/>
                    <a:pt x="16277" y="32278"/>
                  </a:cubicBezTo>
                  <a:cubicBezTo>
                    <a:pt x="19917" y="32278"/>
                    <a:pt x="23861" y="31064"/>
                    <a:pt x="26895" y="28331"/>
                  </a:cubicBezTo>
                  <a:cubicBezTo>
                    <a:pt x="27805" y="27723"/>
                    <a:pt x="28109" y="27420"/>
                    <a:pt x="28412" y="27420"/>
                  </a:cubicBezTo>
                  <a:cubicBezTo>
                    <a:pt x="28715" y="27420"/>
                    <a:pt x="29019" y="27723"/>
                    <a:pt x="29019" y="31975"/>
                  </a:cubicBezTo>
                  <a:cubicBezTo>
                    <a:pt x="29019" y="54446"/>
                    <a:pt x="18400" y="72665"/>
                    <a:pt x="8389" y="82686"/>
                  </a:cubicBezTo>
                  <a:cubicBezTo>
                    <a:pt x="5052" y="86026"/>
                    <a:pt x="5052" y="86634"/>
                    <a:pt x="5052" y="87545"/>
                  </a:cubicBezTo>
                  <a:cubicBezTo>
                    <a:pt x="5052" y="89670"/>
                    <a:pt x="6569" y="90885"/>
                    <a:pt x="8086" y="90885"/>
                  </a:cubicBezTo>
                  <a:cubicBezTo>
                    <a:pt x="11423" y="90885"/>
                    <a:pt x="35693" y="67503"/>
                    <a:pt x="35693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716D4B0-93C1-280E-7770-27968D25B53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203489" y="8019275"/>
              <a:ext cx="151083" cy="137558"/>
            </a:xfrm>
            <a:custGeom>
              <a:avLst/>
              <a:gdLst>
                <a:gd name="csX0" fmla="*/ 92733 w 151083"/>
                <a:gd name="csY0" fmla="*/ 42603 h 137558"/>
                <a:gd name="csX1" fmla="*/ 122768 w 151083"/>
                <a:gd name="csY1" fmla="*/ 6771 h 137558"/>
                <a:gd name="csX2" fmla="*/ 137937 w 151083"/>
                <a:gd name="csY2" fmla="*/ 10718 h 137558"/>
                <a:gd name="csX3" fmla="*/ 123375 w 151083"/>
                <a:gd name="csY3" fmla="*/ 27116 h 137558"/>
                <a:gd name="csX4" fmla="*/ 134903 w 151083"/>
                <a:gd name="csY4" fmla="*/ 37744 h 137558"/>
                <a:gd name="csX5" fmla="*/ 151286 w 151083"/>
                <a:gd name="csY5" fmla="*/ 20132 h 137558"/>
                <a:gd name="csX6" fmla="*/ 123071 w 151083"/>
                <a:gd name="csY6" fmla="*/ 90 h 137558"/>
                <a:gd name="csX7" fmla="*/ 91216 w 151083"/>
                <a:gd name="csY7" fmla="*/ 23168 h 137558"/>
                <a:gd name="csX8" fmla="*/ 58451 w 151083"/>
                <a:gd name="csY8" fmla="*/ 90 h 137558"/>
                <a:gd name="csX9" fmla="*/ 9607 w 151083"/>
                <a:gd name="csY9" fmla="*/ 46854 h 137558"/>
                <a:gd name="csX10" fmla="*/ 13247 w 151083"/>
                <a:gd name="csY10" fmla="*/ 49891 h 137558"/>
                <a:gd name="csX11" fmla="*/ 17191 w 151083"/>
                <a:gd name="csY11" fmla="*/ 46550 h 137558"/>
                <a:gd name="csX12" fmla="*/ 57844 w 151083"/>
                <a:gd name="csY12" fmla="*/ 6771 h 137558"/>
                <a:gd name="csX13" fmla="*/ 74227 w 151083"/>
                <a:gd name="csY13" fmla="*/ 27116 h 137558"/>
                <a:gd name="csX14" fmla="*/ 57844 w 151083"/>
                <a:gd name="csY14" fmla="*/ 99387 h 137558"/>
                <a:gd name="csX15" fmla="*/ 29023 w 151083"/>
                <a:gd name="csY15" fmla="*/ 130968 h 137558"/>
                <a:gd name="csX16" fmla="*/ 13854 w 151083"/>
                <a:gd name="csY16" fmla="*/ 127021 h 137558"/>
                <a:gd name="csX17" fmla="*/ 28113 w 151083"/>
                <a:gd name="csY17" fmla="*/ 110623 h 137558"/>
                <a:gd name="csX18" fmla="*/ 16888 w 151083"/>
                <a:gd name="csY18" fmla="*/ 99995 h 137558"/>
                <a:gd name="csX19" fmla="*/ 202 w 151083"/>
                <a:gd name="csY19" fmla="*/ 117607 h 137558"/>
                <a:gd name="csX20" fmla="*/ 28720 w 151083"/>
                <a:gd name="csY20" fmla="*/ 137649 h 137558"/>
                <a:gd name="csX21" fmla="*/ 60575 w 151083"/>
                <a:gd name="csY21" fmla="*/ 114570 h 137558"/>
                <a:gd name="csX22" fmla="*/ 93340 w 151083"/>
                <a:gd name="csY22" fmla="*/ 137649 h 137558"/>
                <a:gd name="csX23" fmla="*/ 141881 w 151083"/>
                <a:gd name="csY23" fmla="*/ 90885 h 137558"/>
                <a:gd name="csX24" fmla="*/ 138240 w 151083"/>
                <a:gd name="csY24" fmla="*/ 87848 h 137558"/>
                <a:gd name="csX25" fmla="*/ 134296 w 151083"/>
                <a:gd name="csY25" fmla="*/ 91189 h 137558"/>
                <a:gd name="csX26" fmla="*/ 93947 w 151083"/>
                <a:gd name="csY26" fmla="*/ 130968 h 137558"/>
                <a:gd name="csX27" fmla="*/ 77261 w 151083"/>
                <a:gd name="csY27" fmla="*/ 110927 h 137558"/>
                <a:gd name="csX28" fmla="*/ 82418 w 151083"/>
                <a:gd name="csY28" fmla="*/ 84204 h 137558"/>
                <a:gd name="csX29" fmla="*/ 92733 w 151083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083" h="137558">
                  <a:moveTo>
                    <a:pt x="92733" y="42603"/>
                  </a:moveTo>
                  <a:cubicBezTo>
                    <a:pt x="94554" y="34708"/>
                    <a:pt x="101531" y="6771"/>
                    <a:pt x="122768" y="6771"/>
                  </a:cubicBezTo>
                  <a:cubicBezTo>
                    <a:pt x="124285" y="6771"/>
                    <a:pt x="131566" y="6771"/>
                    <a:pt x="137937" y="10718"/>
                  </a:cubicBezTo>
                  <a:cubicBezTo>
                    <a:pt x="129442" y="12237"/>
                    <a:pt x="123375" y="19828"/>
                    <a:pt x="123375" y="27116"/>
                  </a:cubicBezTo>
                  <a:cubicBezTo>
                    <a:pt x="123375" y="31975"/>
                    <a:pt x="126712" y="37744"/>
                    <a:pt x="134903" y="37744"/>
                  </a:cubicBezTo>
                  <a:cubicBezTo>
                    <a:pt x="141578" y="37744"/>
                    <a:pt x="151286" y="32278"/>
                    <a:pt x="151286" y="20132"/>
                  </a:cubicBezTo>
                  <a:cubicBezTo>
                    <a:pt x="151286" y="4341"/>
                    <a:pt x="133386" y="90"/>
                    <a:pt x="123071" y="90"/>
                  </a:cubicBezTo>
                  <a:cubicBezTo>
                    <a:pt x="105475" y="90"/>
                    <a:pt x="94857" y="16184"/>
                    <a:pt x="91216" y="23168"/>
                  </a:cubicBezTo>
                  <a:cubicBezTo>
                    <a:pt x="83632" y="3127"/>
                    <a:pt x="67249" y="90"/>
                    <a:pt x="58451" y="90"/>
                  </a:cubicBezTo>
                  <a:cubicBezTo>
                    <a:pt x="26900" y="90"/>
                    <a:pt x="9607" y="39263"/>
                    <a:pt x="9607" y="46854"/>
                  </a:cubicBezTo>
                  <a:cubicBezTo>
                    <a:pt x="9607" y="49891"/>
                    <a:pt x="12641" y="49891"/>
                    <a:pt x="13247" y="49891"/>
                  </a:cubicBezTo>
                  <a:cubicBezTo>
                    <a:pt x="15674" y="49891"/>
                    <a:pt x="16585" y="49283"/>
                    <a:pt x="17191" y="46550"/>
                  </a:cubicBezTo>
                  <a:cubicBezTo>
                    <a:pt x="27506" y="14362"/>
                    <a:pt x="47529" y="6771"/>
                    <a:pt x="57844" y="6771"/>
                  </a:cubicBezTo>
                  <a:cubicBezTo>
                    <a:pt x="63609" y="6771"/>
                    <a:pt x="74227" y="9504"/>
                    <a:pt x="74227" y="27116"/>
                  </a:cubicBezTo>
                  <a:cubicBezTo>
                    <a:pt x="74227" y="36530"/>
                    <a:pt x="69070" y="56875"/>
                    <a:pt x="57844" y="99387"/>
                  </a:cubicBezTo>
                  <a:cubicBezTo>
                    <a:pt x="52990" y="118214"/>
                    <a:pt x="42372" y="130968"/>
                    <a:pt x="29023" y="130968"/>
                  </a:cubicBezTo>
                  <a:cubicBezTo>
                    <a:pt x="27203" y="130968"/>
                    <a:pt x="20225" y="130968"/>
                    <a:pt x="13854" y="127021"/>
                  </a:cubicBezTo>
                  <a:cubicBezTo>
                    <a:pt x="21439" y="125502"/>
                    <a:pt x="28113" y="119125"/>
                    <a:pt x="28113" y="110623"/>
                  </a:cubicBezTo>
                  <a:cubicBezTo>
                    <a:pt x="28113" y="102424"/>
                    <a:pt x="21439" y="99995"/>
                    <a:pt x="16888" y="99995"/>
                  </a:cubicBezTo>
                  <a:cubicBezTo>
                    <a:pt x="7787" y="99995"/>
                    <a:pt x="202" y="107890"/>
                    <a:pt x="202" y="117607"/>
                  </a:cubicBezTo>
                  <a:cubicBezTo>
                    <a:pt x="202" y="131576"/>
                    <a:pt x="15371" y="137649"/>
                    <a:pt x="28720" y="137649"/>
                  </a:cubicBezTo>
                  <a:cubicBezTo>
                    <a:pt x="48743" y="137649"/>
                    <a:pt x="59665" y="116392"/>
                    <a:pt x="60575" y="114570"/>
                  </a:cubicBezTo>
                  <a:cubicBezTo>
                    <a:pt x="64215" y="125806"/>
                    <a:pt x="75137" y="137649"/>
                    <a:pt x="93340" y="137649"/>
                  </a:cubicBezTo>
                  <a:cubicBezTo>
                    <a:pt x="124588" y="137649"/>
                    <a:pt x="141881" y="98476"/>
                    <a:pt x="141881" y="90885"/>
                  </a:cubicBezTo>
                  <a:cubicBezTo>
                    <a:pt x="141881" y="87848"/>
                    <a:pt x="139151" y="87848"/>
                    <a:pt x="138240" y="87848"/>
                  </a:cubicBezTo>
                  <a:cubicBezTo>
                    <a:pt x="135510" y="87848"/>
                    <a:pt x="134903" y="89063"/>
                    <a:pt x="134296" y="91189"/>
                  </a:cubicBezTo>
                  <a:cubicBezTo>
                    <a:pt x="124285" y="123680"/>
                    <a:pt x="103655" y="130968"/>
                    <a:pt x="93947" y="130968"/>
                  </a:cubicBezTo>
                  <a:cubicBezTo>
                    <a:pt x="82115" y="130968"/>
                    <a:pt x="77261" y="121251"/>
                    <a:pt x="77261" y="110927"/>
                  </a:cubicBezTo>
                  <a:cubicBezTo>
                    <a:pt x="77261" y="104246"/>
                    <a:pt x="79081" y="97565"/>
                    <a:pt x="82418" y="84204"/>
                  </a:cubicBezTo>
                  <a:lnTo>
                    <a:pt x="92733" y="4260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650DE219-6458-558C-6559-4418CBBFEBAA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391230" y="8057900"/>
              <a:ext cx="77301" cy="141141"/>
            </a:xfrm>
            <a:custGeom>
              <a:avLst/>
              <a:gdLst>
                <a:gd name="csX0" fmla="*/ 48203 w 77301"/>
                <a:gd name="csY0" fmla="*/ 6043 h 141141"/>
                <a:gd name="csX1" fmla="*/ 41832 w 77301"/>
                <a:gd name="csY1" fmla="*/ 92 h 141141"/>
                <a:gd name="csX2" fmla="*/ 208 w 77301"/>
                <a:gd name="csY2" fmla="*/ 13696 h 141141"/>
                <a:gd name="csX3" fmla="*/ 208 w 77301"/>
                <a:gd name="csY3" fmla="*/ 21348 h 141141"/>
                <a:gd name="csX4" fmla="*/ 31001 w 77301"/>
                <a:gd name="csY4" fmla="*/ 15396 h 141141"/>
                <a:gd name="csX5" fmla="*/ 31001 w 77301"/>
                <a:gd name="csY5" fmla="*/ 123803 h 141141"/>
                <a:gd name="csX6" fmla="*/ 9764 w 77301"/>
                <a:gd name="csY6" fmla="*/ 133581 h 141141"/>
                <a:gd name="csX7" fmla="*/ 1694 w 77301"/>
                <a:gd name="csY7" fmla="*/ 133581 h 141141"/>
                <a:gd name="csX8" fmla="*/ 1694 w 77301"/>
                <a:gd name="csY8" fmla="*/ 141233 h 141141"/>
                <a:gd name="csX9" fmla="*/ 39496 w 77301"/>
                <a:gd name="csY9" fmla="*/ 140383 h 141141"/>
                <a:gd name="csX10" fmla="*/ 77509 w 77301"/>
                <a:gd name="csY10" fmla="*/ 141233 h 141141"/>
                <a:gd name="csX11" fmla="*/ 77509 w 77301"/>
                <a:gd name="csY11" fmla="*/ 133581 h 141141"/>
                <a:gd name="csX12" fmla="*/ 69439 w 77301"/>
                <a:gd name="csY12" fmla="*/ 133581 h 141141"/>
                <a:gd name="csX13" fmla="*/ 48203 w 77301"/>
                <a:gd name="csY13" fmla="*/ 123803 h 141141"/>
                <a:gd name="csX14" fmla="*/ 48203 w 77301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01" h="141141">
                  <a:moveTo>
                    <a:pt x="48203" y="6043"/>
                  </a:moveTo>
                  <a:cubicBezTo>
                    <a:pt x="48203" y="304"/>
                    <a:pt x="47778" y="92"/>
                    <a:pt x="41832" y="92"/>
                  </a:cubicBezTo>
                  <a:cubicBezTo>
                    <a:pt x="28240" y="13483"/>
                    <a:pt x="8915" y="13696"/>
                    <a:pt x="208" y="13696"/>
                  </a:cubicBezTo>
                  <a:lnTo>
                    <a:pt x="208" y="21348"/>
                  </a:lnTo>
                  <a:cubicBezTo>
                    <a:pt x="5305" y="21348"/>
                    <a:pt x="19321" y="21348"/>
                    <a:pt x="31001" y="15396"/>
                  </a:cubicBezTo>
                  <a:lnTo>
                    <a:pt x="31001" y="123803"/>
                  </a:lnTo>
                  <a:cubicBezTo>
                    <a:pt x="31001" y="130818"/>
                    <a:pt x="31001" y="133581"/>
                    <a:pt x="9764" y="133581"/>
                  </a:cubicBezTo>
                  <a:lnTo>
                    <a:pt x="1694" y="133581"/>
                  </a:lnTo>
                  <a:lnTo>
                    <a:pt x="1694" y="141233"/>
                  </a:lnTo>
                  <a:cubicBezTo>
                    <a:pt x="5517" y="141021"/>
                    <a:pt x="31638" y="140383"/>
                    <a:pt x="39496" y="140383"/>
                  </a:cubicBezTo>
                  <a:cubicBezTo>
                    <a:pt x="46079" y="140383"/>
                    <a:pt x="72837" y="141021"/>
                    <a:pt x="77509" y="141233"/>
                  </a:cubicBezTo>
                  <a:lnTo>
                    <a:pt x="77509" y="133581"/>
                  </a:lnTo>
                  <a:lnTo>
                    <a:pt x="69439" y="133581"/>
                  </a:lnTo>
                  <a:cubicBezTo>
                    <a:pt x="48203" y="133581"/>
                    <a:pt x="48203" y="130818"/>
                    <a:pt x="48203" y="123803"/>
                  </a:cubicBezTo>
                  <a:lnTo>
                    <a:pt x="48203" y="6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84E23747-ADC0-8179-D472-5D3955A6CF11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530273" y="8121305"/>
              <a:ext cx="35495" cy="90794"/>
            </a:xfrm>
            <a:custGeom>
              <a:avLst/>
              <a:gdLst>
                <a:gd name="csX0" fmla="*/ 35708 w 35495"/>
                <a:gd name="csY0" fmla="*/ 31975 h 90794"/>
                <a:gd name="csX1" fmla="*/ 16291 w 35495"/>
                <a:gd name="csY1" fmla="*/ 90 h 90794"/>
                <a:gd name="csX2" fmla="*/ 212 w 35495"/>
                <a:gd name="csY2" fmla="*/ 16184 h 90794"/>
                <a:gd name="csX3" fmla="*/ 16291 w 35495"/>
                <a:gd name="csY3" fmla="*/ 32278 h 90794"/>
                <a:gd name="csX4" fmla="*/ 26910 w 35495"/>
                <a:gd name="csY4" fmla="*/ 28331 h 90794"/>
                <a:gd name="csX5" fmla="*/ 28427 w 35495"/>
                <a:gd name="csY5" fmla="*/ 27420 h 90794"/>
                <a:gd name="csX6" fmla="*/ 29033 w 35495"/>
                <a:gd name="csY6" fmla="*/ 31975 h 90794"/>
                <a:gd name="csX7" fmla="*/ 8403 w 35495"/>
                <a:gd name="csY7" fmla="*/ 82686 h 90794"/>
                <a:gd name="csX8" fmla="*/ 5066 w 35495"/>
                <a:gd name="csY8" fmla="*/ 87545 h 90794"/>
                <a:gd name="csX9" fmla="*/ 8100 w 35495"/>
                <a:gd name="csY9" fmla="*/ 90885 h 90794"/>
                <a:gd name="csX10" fmla="*/ 35708 w 35495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5" h="90794">
                  <a:moveTo>
                    <a:pt x="35708" y="31975"/>
                  </a:moveTo>
                  <a:cubicBezTo>
                    <a:pt x="35708" y="11933"/>
                    <a:pt x="28123" y="90"/>
                    <a:pt x="16291" y="90"/>
                  </a:cubicBezTo>
                  <a:cubicBezTo>
                    <a:pt x="6280" y="90"/>
                    <a:pt x="212" y="7682"/>
                    <a:pt x="212" y="16184"/>
                  </a:cubicBezTo>
                  <a:cubicBezTo>
                    <a:pt x="212" y="24383"/>
                    <a:pt x="6280" y="32278"/>
                    <a:pt x="16291" y="32278"/>
                  </a:cubicBezTo>
                  <a:cubicBezTo>
                    <a:pt x="19932" y="32278"/>
                    <a:pt x="23876" y="31064"/>
                    <a:pt x="26910" y="28331"/>
                  </a:cubicBezTo>
                  <a:cubicBezTo>
                    <a:pt x="27820" y="27723"/>
                    <a:pt x="28123" y="27420"/>
                    <a:pt x="28427" y="27420"/>
                  </a:cubicBezTo>
                  <a:cubicBezTo>
                    <a:pt x="28730" y="27420"/>
                    <a:pt x="29033" y="27723"/>
                    <a:pt x="29033" y="31975"/>
                  </a:cubicBezTo>
                  <a:cubicBezTo>
                    <a:pt x="29033" y="54446"/>
                    <a:pt x="18415" y="72665"/>
                    <a:pt x="8403" y="82686"/>
                  </a:cubicBezTo>
                  <a:cubicBezTo>
                    <a:pt x="5066" y="86026"/>
                    <a:pt x="5066" y="86634"/>
                    <a:pt x="5066" y="87545"/>
                  </a:cubicBezTo>
                  <a:cubicBezTo>
                    <a:pt x="5066" y="89670"/>
                    <a:pt x="6583" y="90885"/>
                    <a:pt x="8100" y="90885"/>
                  </a:cubicBezTo>
                  <a:cubicBezTo>
                    <a:pt x="11437" y="90885"/>
                    <a:pt x="35708" y="67503"/>
                    <a:pt x="35708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30D3B28C-D5E2-69E7-2F75-CF8EE2CB7D5D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665108" y="8121305"/>
              <a:ext cx="32158" cy="32188"/>
            </a:xfrm>
            <a:custGeom>
              <a:avLst/>
              <a:gdLst>
                <a:gd name="csX0" fmla="*/ 32375 w 32158"/>
                <a:gd name="csY0" fmla="*/ 16184 h 32188"/>
                <a:gd name="csX1" fmla="*/ 16296 w 32158"/>
                <a:gd name="csY1" fmla="*/ 90 h 32188"/>
                <a:gd name="csX2" fmla="*/ 217 w 32158"/>
                <a:gd name="csY2" fmla="*/ 16184 h 32188"/>
                <a:gd name="csX3" fmla="*/ 16296 w 32158"/>
                <a:gd name="csY3" fmla="*/ 32278 h 32188"/>
                <a:gd name="csX4" fmla="*/ 32375 w 32158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58" h="32188">
                  <a:moveTo>
                    <a:pt x="32375" y="16184"/>
                  </a:moveTo>
                  <a:cubicBezTo>
                    <a:pt x="32375" y="7378"/>
                    <a:pt x="25094" y="90"/>
                    <a:pt x="16296" y="90"/>
                  </a:cubicBezTo>
                  <a:cubicBezTo>
                    <a:pt x="7498" y="90"/>
                    <a:pt x="217" y="7378"/>
                    <a:pt x="217" y="16184"/>
                  </a:cubicBezTo>
                  <a:cubicBezTo>
                    <a:pt x="217" y="24990"/>
                    <a:pt x="7498" y="32278"/>
                    <a:pt x="16296" y="32278"/>
                  </a:cubicBezTo>
                  <a:cubicBezTo>
                    <a:pt x="25094" y="32278"/>
                    <a:pt x="32375" y="24990"/>
                    <a:pt x="32375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66CDBC86-8964-CBD7-D531-A744DD5679C2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8799943" y="8121305"/>
              <a:ext cx="32158" cy="32188"/>
            </a:xfrm>
            <a:custGeom>
              <a:avLst/>
              <a:gdLst>
                <a:gd name="csX0" fmla="*/ 32379 w 32158"/>
                <a:gd name="csY0" fmla="*/ 16184 h 32188"/>
                <a:gd name="csX1" fmla="*/ 16300 w 32158"/>
                <a:gd name="csY1" fmla="*/ 90 h 32188"/>
                <a:gd name="csX2" fmla="*/ 221 w 32158"/>
                <a:gd name="csY2" fmla="*/ 16184 h 32188"/>
                <a:gd name="csX3" fmla="*/ 16300 w 32158"/>
                <a:gd name="csY3" fmla="*/ 32278 h 32188"/>
                <a:gd name="csX4" fmla="*/ 32379 w 32158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58" h="32188">
                  <a:moveTo>
                    <a:pt x="32379" y="16184"/>
                  </a:moveTo>
                  <a:cubicBezTo>
                    <a:pt x="32379" y="7378"/>
                    <a:pt x="25098" y="90"/>
                    <a:pt x="16300" y="90"/>
                  </a:cubicBezTo>
                  <a:cubicBezTo>
                    <a:pt x="7502" y="90"/>
                    <a:pt x="221" y="7378"/>
                    <a:pt x="221" y="16184"/>
                  </a:cubicBezTo>
                  <a:cubicBezTo>
                    <a:pt x="221" y="24990"/>
                    <a:pt x="7502" y="32278"/>
                    <a:pt x="16300" y="32278"/>
                  </a:cubicBezTo>
                  <a:cubicBezTo>
                    <a:pt x="25098" y="32278"/>
                    <a:pt x="32379" y="24990"/>
                    <a:pt x="32379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1363CBA4-74FE-56A1-ADB1-FF46948C388A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934778" y="8121305"/>
              <a:ext cx="32158" cy="32188"/>
            </a:xfrm>
            <a:custGeom>
              <a:avLst/>
              <a:gdLst>
                <a:gd name="csX0" fmla="*/ 32384 w 32158"/>
                <a:gd name="csY0" fmla="*/ 16184 h 32188"/>
                <a:gd name="csX1" fmla="*/ 16305 w 32158"/>
                <a:gd name="csY1" fmla="*/ 90 h 32188"/>
                <a:gd name="csX2" fmla="*/ 225 w 32158"/>
                <a:gd name="csY2" fmla="*/ 16184 h 32188"/>
                <a:gd name="csX3" fmla="*/ 16305 w 32158"/>
                <a:gd name="csY3" fmla="*/ 32278 h 32188"/>
                <a:gd name="csX4" fmla="*/ 32384 w 32158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58" h="32188">
                  <a:moveTo>
                    <a:pt x="32384" y="16184"/>
                  </a:moveTo>
                  <a:cubicBezTo>
                    <a:pt x="32384" y="7378"/>
                    <a:pt x="25103" y="90"/>
                    <a:pt x="16305" y="90"/>
                  </a:cubicBezTo>
                  <a:cubicBezTo>
                    <a:pt x="7507" y="90"/>
                    <a:pt x="225" y="7378"/>
                    <a:pt x="225" y="16184"/>
                  </a:cubicBezTo>
                  <a:cubicBezTo>
                    <a:pt x="225" y="24990"/>
                    <a:pt x="7507" y="32278"/>
                    <a:pt x="16305" y="32278"/>
                  </a:cubicBezTo>
                  <a:cubicBezTo>
                    <a:pt x="25103" y="32278"/>
                    <a:pt x="32384" y="24990"/>
                    <a:pt x="32384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84EB7B9-4DAA-398A-D7BE-80766F0548C0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069614" y="8121305"/>
              <a:ext cx="35495" cy="90794"/>
            </a:xfrm>
            <a:custGeom>
              <a:avLst/>
              <a:gdLst>
                <a:gd name="csX0" fmla="*/ 35726 w 35495"/>
                <a:gd name="csY0" fmla="*/ 31975 h 90794"/>
                <a:gd name="csX1" fmla="*/ 16309 w 35495"/>
                <a:gd name="csY1" fmla="*/ 90 h 90794"/>
                <a:gd name="csX2" fmla="*/ 230 w 35495"/>
                <a:gd name="csY2" fmla="*/ 16184 h 90794"/>
                <a:gd name="csX3" fmla="*/ 16309 w 35495"/>
                <a:gd name="csY3" fmla="*/ 32278 h 90794"/>
                <a:gd name="csX4" fmla="*/ 26927 w 35495"/>
                <a:gd name="csY4" fmla="*/ 28331 h 90794"/>
                <a:gd name="csX5" fmla="*/ 28444 w 35495"/>
                <a:gd name="csY5" fmla="*/ 27420 h 90794"/>
                <a:gd name="csX6" fmla="*/ 29051 w 35495"/>
                <a:gd name="csY6" fmla="*/ 31975 h 90794"/>
                <a:gd name="csX7" fmla="*/ 8421 w 35495"/>
                <a:gd name="csY7" fmla="*/ 82686 h 90794"/>
                <a:gd name="csX8" fmla="*/ 5084 w 35495"/>
                <a:gd name="csY8" fmla="*/ 87545 h 90794"/>
                <a:gd name="csX9" fmla="*/ 8118 w 35495"/>
                <a:gd name="csY9" fmla="*/ 90885 h 90794"/>
                <a:gd name="csX10" fmla="*/ 35726 w 35495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5" h="90794">
                  <a:moveTo>
                    <a:pt x="35726" y="31975"/>
                  </a:moveTo>
                  <a:cubicBezTo>
                    <a:pt x="35726" y="11933"/>
                    <a:pt x="28141" y="90"/>
                    <a:pt x="16309" y="90"/>
                  </a:cubicBezTo>
                  <a:cubicBezTo>
                    <a:pt x="6298" y="90"/>
                    <a:pt x="230" y="7682"/>
                    <a:pt x="230" y="16184"/>
                  </a:cubicBezTo>
                  <a:cubicBezTo>
                    <a:pt x="230" y="24383"/>
                    <a:pt x="6298" y="32278"/>
                    <a:pt x="16309" y="32278"/>
                  </a:cubicBezTo>
                  <a:cubicBezTo>
                    <a:pt x="19950" y="32278"/>
                    <a:pt x="23894" y="31064"/>
                    <a:pt x="26927" y="28331"/>
                  </a:cubicBezTo>
                  <a:cubicBezTo>
                    <a:pt x="27838" y="27723"/>
                    <a:pt x="28141" y="27420"/>
                    <a:pt x="28444" y="27420"/>
                  </a:cubicBezTo>
                  <a:cubicBezTo>
                    <a:pt x="28748" y="27420"/>
                    <a:pt x="29051" y="27723"/>
                    <a:pt x="29051" y="31975"/>
                  </a:cubicBezTo>
                  <a:cubicBezTo>
                    <a:pt x="29051" y="54446"/>
                    <a:pt x="18433" y="72665"/>
                    <a:pt x="8421" y="82686"/>
                  </a:cubicBezTo>
                  <a:cubicBezTo>
                    <a:pt x="5084" y="86026"/>
                    <a:pt x="5084" y="86634"/>
                    <a:pt x="5084" y="87545"/>
                  </a:cubicBezTo>
                  <a:cubicBezTo>
                    <a:pt x="5084" y="89670"/>
                    <a:pt x="6601" y="90885"/>
                    <a:pt x="8118" y="90885"/>
                  </a:cubicBezTo>
                  <a:cubicBezTo>
                    <a:pt x="11455" y="90885"/>
                    <a:pt x="35726" y="67503"/>
                    <a:pt x="35726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ECCFF2AA-ECA1-7C77-1567-E52E19550546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187156" y="8019275"/>
              <a:ext cx="151083" cy="137558"/>
            </a:xfrm>
            <a:custGeom>
              <a:avLst/>
              <a:gdLst>
                <a:gd name="csX0" fmla="*/ 92766 w 151083"/>
                <a:gd name="csY0" fmla="*/ 42603 h 137558"/>
                <a:gd name="csX1" fmla="*/ 122800 w 151083"/>
                <a:gd name="csY1" fmla="*/ 6771 h 137558"/>
                <a:gd name="csX2" fmla="*/ 137969 w 151083"/>
                <a:gd name="csY2" fmla="*/ 10718 h 137558"/>
                <a:gd name="csX3" fmla="*/ 123407 w 151083"/>
                <a:gd name="csY3" fmla="*/ 27116 h 137558"/>
                <a:gd name="csX4" fmla="*/ 134936 w 151083"/>
                <a:gd name="csY4" fmla="*/ 37744 h 137558"/>
                <a:gd name="csX5" fmla="*/ 151318 w 151083"/>
                <a:gd name="csY5" fmla="*/ 20132 h 137558"/>
                <a:gd name="csX6" fmla="*/ 123104 w 151083"/>
                <a:gd name="csY6" fmla="*/ 90 h 137558"/>
                <a:gd name="csX7" fmla="*/ 91249 w 151083"/>
                <a:gd name="csY7" fmla="*/ 23168 h 137558"/>
                <a:gd name="csX8" fmla="*/ 58483 w 151083"/>
                <a:gd name="csY8" fmla="*/ 90 h 137558"/>
                <a:gd name="csX9" fmla="*/ 9639 w 151083"/>
                <a:gd name="csY9" fmla="*/ 46854 h 137558"/>
                <a:gd name="csX10" fmla="*/ 13280 w 151083"/>
                <a:gd name="csY10" fmla="*/ 49891 h 137558"/>
                <a:gd name="csX11" fmla="*/ 17224 w 151083"/>
                <a:gd name="csY11" fmla="*/ 46550 h 137558"/>
                <a:gd name="csX12" fmla="*/ 57877 w 151083"/>
                <a:gd name="csY12" fmla="*/ 6771 h 137558"/>
                <a:gd name="csX13" fmla="*/ 74259 w 151083"/>
                <a:gd name="csY13" fmla="*/ 27116 h 137558"/>
                <a:gd name="csX14" fmla="*/ 57877 w 151083"/>
                <a:gd name="csY14" fmla="*/ 99387 h 137558"/>
                <a:gd name="csX15" fmla="*/ 29056 w 151083"/>
                <a:gd name="csY15" fmla="*/ 130968 h 137558"/>
                <a:gd name="csX16" fmla="*/ 13886 w 151083"/>
                <a:gd name="csY16" fmla="*/ 127021 h 137558"/>
                <a:gd name="csX17" fmla="*/ 28145 w 151083"/>
                <a:gd name="csY17" fmla="*/ 110623 h 137558"/>
                <a:gd name="csX18" fmla="*/ 16920 w 151083"/>
                <a:gd name="csY18" fmla="*/ 99995 h 137558"/>
                <a:gd name="csX19" fmla="*/ 234 w 151083"/>
                <a:gd name="csY19" fmla="*/ 117607 h 137558"/>
                <a:gd name="csX20" fmla="*/ 28752 w 151083"/>
                <a:gd name="csY20" fmla="*/ 137649 h 137558"/>
                <a:gd name="csX21" fmla="*/ 60607 w 151083"/>
                <a:gd name="csY21" fmla="*/ 114570 h 137558"/>
                <a:gd name="csX22" fmla="*/ 93372 w 151083"/>
                <a:gd name="csY22" fmla="*/ 137649 h 137558"/>
                <a:gd name="csX23" fmla="*/ 141913 w 151083"/>
                <a:gd name="csY23" fmla="*/ 90885 h 137558"/>
                <a:gd name="csX24" fmla="*/ 138273 w 151083"/>
                <a:gd name="csY24" fmla="*/ 87848 h 137558"/>
                <a:gd name="csX25" fmla="*/ 134329 w 151083"/>
                <a:gd name="csY25" fmla="*/ 91189 h 137558"/>
                <a:gd name="csX26" fmla="*/ 93979 w 151083"/>
                <a:gd name="csY26" fmla="*/ 130968 h 137558"/>
                <a:gd name="csX27" fmla="*/ 77293 w 151083"/>
                <a:gd name="csY27" fmla="*/ 110927 h 137558"/>
                <a:gd name="csX28" fmla="*/ 82451 w 151083"/>
                <a:gd name="csY28" fmla="*/ 84204 h 137558"/>
                <a:gd name="csX29" fmla="*/ 92766 w 151083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083" h="137558">
                  <a:moveTo>
                    <a:pt x="92766" y="42603"/>
                  </a:moveTo>
                  <a:cubicBezTo>
                    <a:pt x="94586" y="34708"/>
                    <a:pt x="101564" y="6771"/>
                    <a:pt x="122800" y="6771"/>
                  </a:cubicBezTo>
                  <a:cubicBezTo>
                    <a:pt x="124317" y="6771"/>
                    <a:pt x="131598" y="6771"/>
                    <a:pt x="137969" y="10718"/>
                  </a:cubicBezTo>
                  <a:cubicBezTo>
                    <a:pt x="129475" y="12237"/>
                    <a:pt x="123407" y="19828"/>
                    <a:pt x="123407" y="27116"/>
                  </a:cubicBezTo>
                  <a:cubicBezTo>
                    <a:pt x="123407" y="31975"/>
                    <a:pt x="126744" y="37744"/>
                    <a:pt x="134936" y="37744"/>
                  </a:cubicBezTo>
                  <a:cubicBezTo>
                    <a:pt x="141610" y="37744"/>
                    <a:pt x="151318" y="32278"/>
                    <a:pt x="151318" y="20132"/>
                  </a:cubicBezTo>
                  <a:cubicBezTo>
                    <a:pt x="151318" y="4341"/>
                    <a:pt x="133419" y="90"/>
                    <a:pt x="123104" y="90"/>
                  </a:cubicBezTo>
                  <a:cubicBezTo>
                    <a:pt x="105508" y="90"/>
                    <a:pt x="94889" y="16184"/>
                    <a:pt x="91249" y="23168"/>
                  </a:cubicBezTo>
                  <a:cubicBezTo>
                    <a:pt x="83664" y="3127"/>
                    <a:pt x="67282" y="90"/>
                    <a:pt x="58483" y="90"/>
                  </a:cubicBezTo>
                  <a:cubicBezTo>
                    <a:pt x="26932" y="90"/>
                    <a:pt x="9639" y="39263"/>
                    <a:pt x="9639" y="46854"/>
                  </a:cubicBezTo>
                  <a:cubicBezTo>
                    <a:pt x="9639" y="49891"/>
                    <a:pt x="12673" y="49891"/>
                    <a:pt x="13280" y="49891"/>
                  </a:cubicBezTo>
                  <a:cubicBezTo>
                    <a:pt x="15707" y="49891"/>
                    <a:pt x="16617" y="49283"/>
                    <a:pt x="17224" y="46550"/>
                  </a:cubicBezTo>
                  <a:cubicBezTo>
                    <a:pt x="27539" y="14362"/>
                    <a:pt x="47562" y="6771"/>
                    <a:pt x="57877" y="6771"/>
                  </a:cubicBezTo>
                  <a:cubicBezTo>
                    <a:pt x="63641" y="6771"/>
                    <a:pt x="74259" y="9504"/>
                    <a:pt x="74259" y="27116"/>
                  </a:cubicBezTo>
                  <a:cubicBezTo>
                    <a:pt x="74259" y="36530"/>
                    <a:pt x="69102" y="56875"/>
                    <a:pt x="57877" y="99387"/>
                  </a:cubicBezTo>
                  <a:cubicBezTo>
                    <a:pt x="53023" y="118214"/>
                    <a:pt x="42404" y="130968"/>
                    <a:pt x="29056" y="130968"/>
                  </a:cubicBezTo>
                  <a:cubicBezTo>
                    <a:pt x="27235" y="130968"/>
                    <a:pt x="20257" y="130968"/>
                    <a:pt x="13886" y="127021"/>
                  </a:cubicBezTo>
                  <a:cubicBezTo>
                    <a:pt x="21471" y="125502"/>
                    <a:pt x="28145" y="119125"/>
                    <a:pt x="28145" y="110623"/>
                  </a:cubicBezTo>
                  <a:cubicBezTo>
                    <a:pt x="28145" y="102424"/>
                    <a:pt x="21471" y="99995"/>
                    <a:pt x="16920" y="99995"/>
                  </a:cubicBezTo>
                  <a:cubicBezTo>
                    <a:pt x="7819" y="99995"/>
                    <a:pt x="234" y="107890"/>
                    <a:pt x="234" y="117607"/>
                  </a:cubicBezTo>
                  <a:cubicBezTo>
                    <a:pt x="234" y="131576"/>
                    <a:pt x="15403" y="137649"/>
                    <a:pt x="28752" y="137649"/>
                  </a:cubicBezTo>
                  <a:cubicBezTo>
                    <a:pt x="48775" y="137649"/>
                    <a:pt x="59697" y="116392"/>
                    <a:pt x="60607" y="114570"/>
                  </a:cubicBezTo>
                  <a:cubicBezTo>
                    <a:pt x="64248" y="125806"/>
                    <a:pt x="75169" y="137649"/>
                    <a:pt x="93372" y="137649"/>
                  </a:cubicBezTo>
                  <a:cubicBezTo>
                    <a:pt x="124621" y="137649"/>
                    <a:pt x="141913" y="98476"/>
                    <a:pt x="141913" y="90885"/>
                  </a:cubicBezTo>
                  <a:cubicBezTo>
                    <a:pt x="141913" y="87848"/>
                    <a:pt x="139183" y="87848"/>
                    <a:pt x="138273" y="87848"/>
                  </a:cubicBezTo>
                  <a:cubicBezTo>
                    <a:pt x="135542" y="87848"/>
                    <a:pt x="134936" y="89063"/>
                    <a:pt x="134329" y="91189"/>
                  </a:cubicBezTo>
                  <a:cubicBezTo>
                    <a:pt x="124317" y="123680"/>
                    <a:pt x="103687" y="130968"/>
                    <a:pt x="93979" y="130968"/>
                  </a:cubicBezTo>
                  <a:cubicBezTo>
                    <a:pt x="82147" y="130968"/>
                    <a:pt x="77293" y="121251"/>
                    <a:pt x="77293" y="110927"/>
                  </a:cubicBezTo>
                  <a:cubicBezTo>
                    <a:pt x="77293" y="104246"/>
                    <a:pt x="79113" y="97565"/>
                    <a:pt x="82451" y="84204"/>
                  </a:cubicBezTo>
                  <a:lnTo>
                    <a:pt x="92766" y="4260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0ED4EBA-FF81-EEF1-046F-AFC2B57EB87C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361730" y="8105302"/>
              <a:ext cx="129756" cy="95865"/>
            </a:xfrm>
            <a:custGeom>
              <a:avLst/>
              <a:gdLst>
                <a:gd name="csX0" fmla="*/ 16168 w 129756"/>
                <a:gd name="csY0" fmla="*/ 80440 h 95865"/>
                <a:gd name="csX1" fmla="*/ 14044 w 129756"/>
                <a:gd name="csY1" fmla="*/ 89156 h 95865"/>
                <a:gd name="csX2" fmla="*/ 21264 w 129756"/>
                <a:gd name="csY2" fmla="*/ 95958 h 95865"/>
                <a:gd name="csX3" fmla="*/ 29547 w 129756"/>
                <a:gd name="csY3" fmla="*/ 91281 h 95865"/>
                <a:gd name="csX4" fmla="*/ 33369 w 129756"/>
                <a:gd name="csY4" fmla="*/ 78102 h 95865"/>
                <a:gd name="csX5" fmla="*/ 38041 w 129756"/>
                <a:gd name="csY5" fmla="*/ 58972 h 95865"/>
                <a:gd name="csX6" fmla="*/ 41652 w 129756"/>
                <a:gd name="csY6" fmla="*/ 44730 h 95865"/>
                <a:gd name="csX7" fmla="*/ 50571 w 129756"/>
                <a:gd name="csY7" fmla="*/ 25599 h 95865"/>
                <a:gd name="csX8" fmla="*/ 82426 w 129756"/>
                <a:gd name="csY8" fmla="*/ 6043 h 95865"/>
                <a:gd name="csX9" fmla="*/ 94956 w 129756"/>
                <a:gd name="csY9" fmla="*/ 20923 h 95865"/>
                <a:gd name="csX10" fmla="*/ 82426 w 129756"/>
                <a:gd name="csY10" fmla="*/ 66199 h 95865"/>
                <a:gd name="csX11" fmla="*/ 79240 w 129756"/>
                <a:gd name="csY11" fmla="*/ 77677 h 95865"/>
                <a:gd name="csX12" fmla="*/ 99415 w 129756"/>
                <a:gd name="csY12" fmla="*/ 95958 h 95865"/>
                <a:gd name="csX13" fmla="*/ 129996 w 129756"/>
                <a:gd name="csY13" fmla="*/ 63435 h 95865"/>
                <a:gd name="csX14" fmla="*/ 126598 w 129756"/>
                <a:gd name="csY14" fmla="*/ 60672 h 95865"/>
                <a:gd name="csX15" fmla="*/ 122563 w 129756"/>
                <a:gd name="csY15" fmla="*/ 64286 h 95865"/>
                <a:gd name="csX16" fmla="*/ 100052 w 129756"/>
                <a:gd name="csY16" fmla="*/ 90006 h 95865"/>
                <a:gd name="csX17" fmla="*/ 94743 w 129756"/>
                <a:gd name="csY17" fmla="*/ 82566 h 95865"/>
                <a:gd name="csX18" fmla="*/ 99628 w 129756"/>
                <a:gd name="csY18" fmla="*/ 65348 h 95865"/>
                <a:gd name="csX19" fmla="*/ 110883 w 129756"/>
                <a:gd name="csY19" fmla="*/ 24324 h 95865"/>
                <a:gd name="csX20" fmla="*/ 83275 w 129756"/>
                <a:gd name="csY20" fmla="*/ 92 h 95865"/>
                <a:gd name="csX21" fmla="*/ 47385 w 129756"/>
                <a:gd name="csY21" fmla="*/ 19435 h 95865"/>
                <a:gd name="csX22" fmla="*/ 24662 w 129756"/>
                <a:gd name="csY22" fmla="*/ 92 h 95865"/>
                <a:gd name="csX23" fmla="*/ 7885 w 129756"/>
                <a:gd name="csY23" fmla="*/ 11570 h 95865"/>
                <a:gd name="csX24" fmla="*/ 240 w 129756"/>
                <a:gd name="csY24" fmla="*/ 32614 h 95865"/>
                <a:gd name="csX25" fmla="*/ 3850 w 129756"/>
                <a:gd name="csY25" fmla="*/ 35377 h 95865"/>
                <a:gd name="csX26" fmla="*/ 8522 w 129756"/>
                <a:gd name="csY26" fmla="*/ 29000 h 95865"/>
                <a:gd name="csX27" fmla="*/ 24025 w 129756"/>
                <a:gd name="csY27" fmla="*/ 6043 h 95865"/>
                <a:gd name="csX28" fmla="*/ 31033 w 129756"/>
                <a:gd name="csY28" fmla="*/ 16459 h 95865"/>
                <a:gd name="csX29" fmla="*/ 27635 w 129756"/>
                <a:gd name="csY29" fmla="*/ 34102 h 95865"/>
                <a:gd name="csX30" fmla="*/ 22963 w 129756"/>
                <a:gd name="csY30" fmla="*/ 53232 h 95865"/>
                <a:gd name="csX31" fmla="*/ 16168 w 129756"/>
                <a:gd name="csY31" fmla="*/ 80440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56" h="95865">
                  <a:moveTo>
                    <a:pt x="16168" y="80440"/>
                  </a:moveTo>
                  <a:cubicBezTo>
                    <a:pt x="15318" y="83204"/>
                    <a:pt x="14044" y="88518"/>
                    <a:pt x="14044" y="89156"/>
                  </a:cubicBezTo>
                  <a:cubicBezTo>
                    <a:pt x="14044" y="93832"/>
                    <a:pt x="17866" y="95958"/>
                    <a:pt x="21264" y="95958"/>
                  </a:cubicBezTo>
                  <a:cubicBezTo>
                    <a:pt x="25087" y="95958"/>
                    <a:pt x="28485" y="93194"/>
                    <a:pt x="29547" y="91281"/>
                  </a:cubicBezTo>
                  <a:cubicBezTo>
                    <a:pt x="30608" y="89368"/>
                    <a:pt x="32307" y="82566"/>
                    <a:pt x="33369" y="78102"/>
                  </a:cubicBezTo>
                  <a:cubicBezTo>
                    <a:pt x="34431" y="74064"/>
                    <a:pt x="36767" y="64286"/>
                    <a:pt x="38041" y="58972"/>
                  </a:cubicBezTo>
                  <a:cubicBezTo>
                    <a:pt x="39316" y="54295"/>
                    <a:pt x="40590" y="49619"/>
                    <a:pt x="41652" y="44730"/>
                  </a:cubicBezTo>
                  <a:cubicBezTo>
                    <a:pt x="43988" y="36015"/>
                    <a:pt x="44412" y="34314"/>
                    <a:pt x="50571" y="25599"/>
                  </a:cubicBezTo>
                  <a:cubicBezTo>
                    <a:pt x="56517" y="17097"/>
                    <a:pt x="66498" y="6043"/>
                    <a:pt x="82426" y="6043"/>
                  </a:cubicBezTo>
                  <a:cubicBezTo>
                    <a:pt x="94743" y="6043"/>
                    <a:pt x="94956" y="16884"/>
                    <a:pt x="94956" y="20923"/>
                  </a:cubicBezTo>
                  <a:cubicBezTo>
                    <a:pt x="94956" y="33677"/>
                    <a:pt x="85824" y="57271"/>
                    <a:pt x="82426" y="66199"/>
                  </a:cubicBezTo>
                  <a:cubicBezTo>
                    <a:pt x="80090" y="72150"/>
                    <a:pt x="79240" y="74064"/>
                    <a:pt x="79240" y="77677"/>
                  </a:cubicBezTo>
                  <a:cubicBezTo>
                    <a:pt x="79240" y="88943"/>
                    <a:pt x="88585" y="95958"/>
                    <a:pt x="99415" y="95958"/>
                  </a:cubicBezTo>
                  <a:cubicBezTo>
                    <a:pt x="120652" y="95958"/>
                    <a:pt x="129996" y="66624"/>
                    <a:pt x="129996" y="63435"/>
                  </a:cubicBezTo>
                  <a:cubicBezTo>
                    <a:pt x="129996" y="60672"/>
                    <a:pt x="127235" y="60672"/>
                    <a:pt x="126598" y="60672"/>
                  </a:cubicBezTo>
                  <a:cubicBezTo>
                    <a:pt x="123625" y="60672"/>
                    <a:pt x="123413" y="61947"/>
                    <a:pt x="122563" y="64286"/>
                  </a:cubicBezTo>
                  <a:cubicBezTo>
                    <a:pt x="117679" y="81291"/>
                    <a:pt x="108547" y="90006"/>
                    <a:pt x="100052" y="90006"/>
                  </a:cubicBezTo>
                  <a:cubicBezTo>
                    <a:pt x="95593" y="90006"/>
                    <a:pt x="94743" y="87030"/>
                    <a:pt x="94743" y="82566"/>
                  </a:cubicBezTo>
                  <a:cubicBezTo>
                    <a:pt x="94743" y="77677"/>
                    <a:pt x="95805" y="74914"/>
                    <a:pt x="99628" y="65348"/>
                  </a:cubicBezTo>
                  <a:cubicBezTo>
                    <a:pt x="102176" y="58759"/>
                    <a:pt x="110883" y="36227"/>
                    <a:pt x="110883" y="24324"/>
                  </a:cubicBezTo>
                  <a:cubicBezTo>
                    <a:pt x="110883" y="3705"/>
                    <a:pt x="94531" y="92"/>
                    <a:pt x="83275" y="92"/>
                  </a:cubicBezTo>
                  <a:cubicBezTo>
                    <a:pt x="65649" y="92"/>
                    <a:pt x="53756" y="10932"/>
                    <a:pt x="47385" y="19435"/>
                  </a:cubicBezTo>
                  <a:cubicBezTo>
                    <a:pt x="45899" y="4768"/>
                    <a:pt x="33369" y="92"/>
                    <a:pt x="24662" y="92"/>
                  </a:cubicBezTo>
                  <a:cubicBezTo>
                    <a:pt x="15530" y="92"/>
                    <a:pt x="10646" y="6681"/>
                    <a:pt x="7885" y="11570"/>
                  </a:cubicBezTo>
                  <a:cubicBezTo>
                    <a:pt x="3213" y="19435"/>
                    <a:pt x="240" y="31551"/>
                    <a:pt x="240" y="32614"/>
                  </a:cubicBezTo>
                  <a:cubicBezTo>
                    <a:pt x="240" y="35377"/>
                    <a:pt x="3213" y="35377"/>
                    <a:pt x="3850" y="35377"/>
                  </a:cubicBezTo>
                  <a:cubicBezTo>
                    <a:pt x="6823" y="35377"/>
                    <a:pt x="7036" y="34739"/>
                    <a:pt x="8522" y="29000"/>
                  </a:cubicBezTo>
                  <a:cubicBezTo>
                    <a:pt x="11708" y="16459"/>
                    <a:pt x="15743" y="6043"/>
                    <a:pt x="24025" y="6043"/>
                  </a:cubicBezTo>
                  <a:cubicBezTo>
                    <a:pt x="29547" y="6043"/>
                    <a:pt x="31033" y="10720"/>
                    <a:pt x="31033" y="16459"/>
                  </a:cubicBezTo>
                  <a:cubicBezTo>
                    <a:pt x="31033" y="20498"/>
                    <a:pt x="29122" y="28363"/>
                    <a:pt x="27635" y="34102"/>
                  </a:cubicBezTo>
                  <a:cubicBezTo>
                    <a:pt x="26149" y="39841"/>
                    <a:pt x="24025" y="48556"/>
                    <a:pt x="22963" y="53232"/>
                  </a:cubicBezTo>
                  <a:lnTo>
                    <a:pt x="16168" y="80440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4A6BF1E7-155B-025C-B1A0-26E8C153100F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534182" y="7925747"/>
              <a:ext cx="70384" cy="303661"/>
            </a:xfrm>
            <a:custGeom>
              <a:avLst/>
              <a:gdLst>
                <a:gd name="csX0" fmla="*/ 70630 w 70384"/>
                <a:gd name="csY0" fmla="*/ 151921 h 303661"/>
                <a:gd name="csX1" fmla="*/ 50607 w 70384"/>
                <a:gd name="csY1" fmla="*/ 57178 h 303661"/>
                <a:gd name="csX2" fmla="*/ 3279 w 70384"/>
                <a:gd name="csY2" fmla="*/ 90 h 303661"/>
                <a:gd name="csX3" fmla="*/ 245 w 70384"/>
                <a:gd name="csY3" fmla="*/ 3127 h 303661"/>
                <a:gd name="csX4" fmla="*/ 6010 w 70384"/>
                <a:gd name="csY4" fmla="*/ 10111 h 303661"/>
                <a:gd name="csX5" fmla="*/ 53034 w 70384"/>
                <a:gd name="csY5" fmla="*/ 151921 h 303661"/>
                <a:gd name="csX6" fmla="*/ 4189 w 70384"/>
                <a:gd name="csY6" fmla="*/ 295553 h 303661"/>
                <a:gd name="csX7" fmla="*/ 245 w 70384"/>
                <a:gd name="csY7" fmla="*/ 300715 h 303661"/>
                <a:gd name="csX8" fmla="*/ 3279 w 70384"/>
                <a:gd name="csY8" fmla="*/ 303751 h 303661"/>
                <a:gd name="csX9" fmla="*/ 51517 w 70384"/>
                <a:gd name="csY9" fmla="*/ 244538 h 303661"/>
                <a:gd name="csX10" fmla="*/ 70630 w 70384"/>
                <a:gd name="csY10" fmla="*/ 15192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4" h="303661">
                  <a:moveTo>
                    <a:pt x="70630" y="151921"/>
                  </a:moveTo>
                  <a:cubicBezTo>
                    <a:pt x="70630" y="128235"/>
                    <a:pt x="67293" y="91492"/>
                    <a:pt x="50607" y="57178"/>
                  </a:cubicBezTo>
                  <a:cubicBezTo>
                    <a:pt x="32404" y="19828"/>
                    <a:pt x="6313" y="90"/>
                    <a:pt x="3279" y="90"/>
                  </a:cubicBezTo>
                  <a:cubicBezTo>
                    <a:pt x="1459" y="90"/>
                    <a:pt x="245" y="1305"/>
                    <a:pt x="245" y="3127"/>
                  </a:cubicBezTo>
                  <a:cubicBezTo>
                    <a:pt x="245" y="4038"/>
                    <a:pt x="245" y="4645"/>
                    <a:pt x="6010" y="10111"/>
                  </a:cubicBezTo>
                  <a:cubicBezTo>
                    <a:pt x="35741" y="40173"/>
                    <a:pt x="53034" y="88456"/>
                    <a:pt x="53034" y="151921"/>
                  </a:cubicBezTo>
                  <a:cubicBezTo>
                    <a:pt x="53034" y="203847"/>
                    <a:pt x="41809" y="257291"/>
                    <a:pt x="4189" y="295553"/>
                  </a:cubicBezTo>
                  <a:cubicBezTo>
                    <a:pt x="245" y="299197"/>
                    <a:pt x="245" y="299804"/>
                    <a:pt x="245" y="300715"/>
                  </a:cubicBezTo>
                  <a:cubicBezTo>
                    <a:pt x="245" y="302537"/>
                    <a:pt x="1459" y="303751"/>
                    <a:pt x="3279" y="303751"/>
                  </a:cubicBezTo>
                  <a:cubicBezTo>
                    <a:pt x="6313" y="303751"/>
                    <a:pt x="33617" y="283102"/>
                    <a:pt x="51517" y="244538"/>
                  </a:cubicBezTo>
                  <a:cubicBezTo>
                    <a:pt x="66989" y="211135"/>
                    <a:pt x="70630" y="177428"/>
                    <a:pt x="70630" y="151921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E4068172-3AA0-5114-9BFA-26D0D4DFC162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816933" y="7680175"/>
              <a:ext cx="129756" cy="95865"/>
            </a:xfrm>
            <a:custGeom>
              <a:avLst/>
              <a:gdLst>
                <a:gd name="csX0" fmla="*/ 16182 w 129756"/>
                <a:gd name="csY0" fmla="*/ 80427 h 95865"/>
                <a:gd name="csX1" fmla="*/ 14059 w 129756"/>
                <a:gd name="csY1" fmla="*/ 89142 h 95865"/>
                <a:gd name="csX2" fmla="*/ 21279 w 129756"/>
                <a:gd name="csY2" fmla="*/ 95944 h 95865"/>
                <a:gd name="csX3" fmla="*/ 29562 w 129756"/>
                <a:gd name="csY3" fmla="*/ 91267 h 95865"/>
                <a:gd name="csX4" fmla="*/ 33384 w 129756"/>
                <a:gd name="csY4" fmla="*/ 78088 h 95865"/>
                <a:gd name="csX5" fmla="*/ 38056 w 129756"/>
                <a:gd name="csY5" fmla="*/ 58958 h 95865"/>
                <a:gd name="csX6" fmla="*/ 41666 w 129756"/>
                <a:gd name="csY6" fmla="*/ 44716 h 95865"/>
                <a:gd name="csX7" fmla="*/ 50586 w 129756"/>
                <a:gd name="csY7" fmla="*/ 25585 h 95865"/>
                <a:gd name="csX8" fmla="*/ 82441 w 129756"/>
                <a:gd name="csY8" fmla="*/ 6029 h 95865"/>
                <a:gd name="csX9" fmla="*/ 94971 w 129756"/>
                <a:gd name="csY9" fmla="*/ 20909 h 95865"/>
                <a:gd name="csX10" fmla="*/ 82441 w 129756"/>
                <a:gd name="csY10" fmla="*/ 66185 h 95865"/>
                <a:gd name="csX11" fmla="*/ 79255 w 129756"/>
                <a:gd name="csY11" fmla="*/ 77663 h 95865"/>
                <a:gd name="csX12" fmla="*/ 99430 w 129756"/>
                <a:gd name="csY12" fmla="*/ 95944 h 95865"/>
                <a:gd name="csX13" fmla="*/ 130011 w 129756"/>
                <a:gd name="csY13" fmla="*/ 63421 h 95865"/>
                <a:gd name="csX14" fmla="*/ 126613 w 129756"/>
                <a:gd name="csY14" fmla="*/ 60658 h 95865"/>
                <a:gd name="csX15" fmla="*/ 122578 w 129756"/>
                <a:gd name="csY15" fmla="*/ 64272 h 95865"/>
                <a:gd name="csX16" fmla="*/ 100067 w 129756"/>
                <a:gd name="csY16" fmla="*/ 89992 h 95865"/>
                <a:gd name="csX17" fmla="*/ 94758 w 129756"/>
                <a:gd name="csY17" fmla="*/ 82552 h 95865"/>
                <a:gd name="csX18" fmla="*/ 99643 w 129756"/>
                <a:gd name="csY18" fmla="*/ 65335 h 95865"/>
                <a:gd name="csX19" fmla="*/ 110898 w 129756"/>
                <a:gd name="csY19" fmla="*/ 24310 h 95865"/>
                <a:gd name="csX20" fmla="*/ 83290 w 129756"/>
                <a:gd name="csY20" fmla="*/ 78 h 95865"/>
                <a:gd name="csX21" fmla="*/ 47400 w 129756"/>
                <a:gd name="csY21" fmla="*/ 19421 h 95865"/>
                <a:gd name="csX22" fmla="*/ 24677 w 129756"/>
                <a:gd name="csY22" fmla="*/ 78 h 95865"/>
                <a:gd name="csX23" fmla="*/ 7900 w 129756"/>
                <a:gd name="csY23" fmla="*/ 11556 h 95865"/>
                <a:gd name="csX24" fmla="*/ 255 w 129756"/>
                <a:gd name="csY24" fmla="*/ 32600 h 95865"/>
                <a:gd name="csX25" fmla="*/ 3865 w 129756"/>
                <a:gd name="csY25" fmla="*/ 35363 h 95865"/>
                <a:gd name="csX26" fmla="*/ 8537 w 129756"/>
                <a:gd name="csY26" fmla="*/ 28986 h 95865"/>
                <a:gd name="csX27" fmla="*/ 24040 w 129756"/>
                <a:gd name="csY27" fmla="*/ 6029 h 95865"/>
                <a:gd name="csX28" fmla="*/ 31048 w 129756"/>
                <a:gd name="csY28" fmla="*/ 16445 h 95865"/>
                <a:gd name="csX29" fmla="*/ 27650 w 129756"/>
                <a:gd name="csY29" fmla="*/ 34088 h 95865"/>
                <a:gd name="csX30" fmla="*/ 22978 w 129756"/>
                <a:gd name="csY30" fmla="*/ 53218 h 95865"/>
                <a:gd name="csX31" fmla="*/ 16182 w 129756"/>
                <a:gd name="csY31" fmla="*/ 80427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56" h="95865">
                  <a:moveTo>
                    <a:pt x="16182" y="80427"/>
                  </a:moveTo>
                  <a:cubicBezTo>
                    <a:pt x="15333" y="83190"/>
                    <a:pt x="14059" y="88504"/>
                    <a:pt x="14059" y="89142"/>
                  </a:cubicBezTo>
                  <a:cubicBezTo>
                    <a:pt x="14059" y="93818"/>
                    <a:pt x="17881" y="95944"/>
                    <a:pt x="21279" y="95944"/>
                  </a:cubicBezTo>
                  <a:cubicBezTo>
                    <a:pt x="25102" y="95944"/>
                    <a:pt x="28500" y="93180"/>
                    <a:pt x="29562" y="91267"/>
                  </a:cubicBezTo>
                  <a:cubicBezTo>
                    <a:pt x="30623" y="89354"/>
                    <a:pt x="32322" y="82552"/>
                    <a:pt x="33384" y="78088"/>
                  </a:cubicBezTo>
                  <a:cubicBezTo>
                    <a:pt x="34446" y="74050"/>
                    <a:pt x="36782" y="64272"/>
                    <a:pt x="38056" y="58958"/>
                  </a:cubicBezTo>
                  <a:cubicBezTo>
                    <a:pt x="39330" y="54281"/>
                    <a:pt x="40605" y="49605"/>
                    <a:pt x="41666" y="44716"/>
                  </a:cubicBezTo>
                  <a:cubicBezTo>
                    <a:pt x="44003" y="36001"/>
                    <a:pt x="44427" y="34300"/>
                    <a:pt x="50586" y="25585"/>
                  </a:cubicBezTo>
                  <a:cubicBezTo>
                    <a:pt x="56532" y="17083"/>
                    <a:pt x="66513" y="6029"/>
                    <a:pt x="82441" y="6029"/>
                  </a:cubicBezTo>
                  <a:cubicBezTo>
                    <a:pt x="94758" y="6029"/>
                    <a:pt x="94971" y="16870"/>
                    <a:pt x="94971" y="20909"/>
                  </a:cubicBezTo>
                  <a:cubicBezTo>
                    <a:pt x="94971" y="33663"/>
                    <a:pt x="85839" y="57257"/>
                    <a:pt x="82441" y="66185"/>
                  </a:cubicBezTo>
                  <a:cubicBezTo>
                    <a:pt x="80105" y="72137"/>
                    <a:pt x="79255" y="74050"/>
                    <a:pt x="79255" y="77663"/>
                  </a:cubicBezTo>
                  <a:cubicBezTo>
                    <a:pt x="79255" y="88929"/>
                    <a:pt x="88600" y="95944"/>
                    <a:pt x="99430" y="95944"/>
                  </a:cubicBezTo>
                  <a:cubicBezTo>
                    <a:pt x="120667" y="95944"/>
                    <a:pt x="130011" y="66610"/>
                    <a:pt x="130011" y="63421"/>
                  </a:cubicBezTo>
                  <a:cubicBezTo>
                    <a:pt x="130011" y="60658"/>
                    <a:pt x="127250" y="60658"/>
                    <a:pt x="126613" y="60658"/>
                  </a:cubicBezTo>
                  <a:cubicBezTo>
                    <a:pt x="123640" y="60658"/>
                    <a:pt x="123428" y="61934"/>
                    <a:pt x="122578" y="64272"/>
                  </a:cubicBezTo>
                  <a:cubicBezTo>
                    <a:pt x="117694" y="81277"/>
                    <a:pt x="108562" y="89992"/>
                    <a:pt x="100067" y="89992"/>
                  </a:cubicBezTo>
                  <a:cubicBezTo>
                    <a:pt x="95608" y="89992"/>
                    <a:pt x="94758" y="87016"/>
                    <a:pt x="94758" y="82552"/>
                  </a:cubicBezTo>
                  <a:cubicBezTo>
                    <a:pt x="94758" y="77663"/>
                    <a:pt x="95820" y="74900"/>
                    <a:pt x="99643" y="65335"/>
                  </a:cubicBezTo>
                  <a:cubicBezTo>
                    <a:pt x="102191" y="58745"/>
                    <a:pt x="110898" y="36213"/>
                    <a:pt x="110898" y="24310"/>
                  </a:cubicBezTo>
                  <a:cubicBezTo>
                    <a:pt x="110898" y="3691"/>
                    <a:pt x="94546" y="78"/>
                    <a:pt x="83290" y="78"/>
                  </a:cubicBezTo>
                  <a:cubicBezTo>
                    <a:pt x="65664" y="78"/>
                    <a:pt x="53771" y="10918"/>
                    <a:pt x="47400" y="19421"/>
                  </a:cubicBezTo>
                  <a:cubicBezTo>
                    <a:pt x="45914" y="4754"/>
                    <a:pt x="33384" y="78"/>
                    <a:pt x="24677" y="78"/>
                  </a:cubicBezTo>
                  <a:cubicBezTo>
                    <a:pt x="15545" y="78"/>
                    <a:pt x="10661" y="6667"/>
                    <a:pt x="7900" y="11556"/>
                  </a:cubicBezTo>
                  <a:cubicBezTo>
                    <a:pt x="3228" y="19421"/>
                    <a:pt x="255" y="31537"/>
                    <a:pt x="255" y="32600"/>
                  </a:cubicBezTo>
                  <a:cubicBezTo>
                    <a:pt x="255" y="35363"/>
                    <a:pt x="3228" y="35363"/>
                    <a:pt x="3865" y="35363"/>
                  </a:cubicBezTo>
                  <a:cubicBezTo>
                    <a:pt x="6838" y="35363"/>
                    <a:pt x="7051" y="34725"/>
                    <a:pt x="8537" y="28986"/>
                  </a:cubicBezTo>
                  <a:cubicBezTo>
                    <a:pt x="11723" y="16445"/>
                    <a:pt x="15758" y="6029"/>
                    <a:pt x="24040" y="6029"/>
                  </a:cubicBezTo>
                  <a:cubicBezTo>
                    <a:pt x="29562" y="6029"/>
                    <a:pt x="31048" y="10706"/>
                    <a:pt x="31048" y="16445"/>
                  </a:cubicBezTo>
                  <a:cubicBezTo>
                    <a:pt x="31048" y="20484"/>
                    <a:pt x="29137" y="28349"/>
                    <a:pt x="27650" y="34088"/>
                  </a:cubicBezTo>
                  <a:cubicBezTo>
                    <a:pt x="26164" y="39827"/>
                    <a:pt x="24040" y="48542"/>
                    <a:pt x="22978" y="53218"/>
                  </a:cubicBezTo>
                  <a:lnTo>
                    <a:pt x="16182" y="80427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324AD678-8026-2C5D-02C3-8EE08BA909E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9705100" y="7865013"/>
              <a:ext cx="353439" cy="425125"/>
            </a:xfrm>
            <a:custGeom>
              <a:avLst/>
              <a:gdLst>
                <a:gd name="csX0" fmla="*/ 353690 w 353439"/>
                <a:gd name="csY0" fmla="*/ 425206 h 425125"/>
                <a:gd name="csX1" fmla="*/ 353690 w 353439"/>
                <a:gd name="csY1" fmla="*/ 408809 h 425125"/>
                <a:gd name="csX2" fmla="*/ 303936 w 353439"/>
                <a:gd name="csY2" fmla="*/ 375406 h 425125"/>
                <a:gd name="csX3" fmla="*/ 303936 w 353439"/>
                <a:gd name="csY3" fmla="*/ 49881 h 425125"/>
                <a:gd name="csX4" fmla="*/ 353690 w 353439"/>
                <a:gd name="csY4" fmla="*/ 16478 h 425125"/>
                <a:gd name="csX5" fmla="*/ 353690 w 353439"/>
                <a:gd name="csY5" fmla="*/ 81 h 425125"/>
                <a:gd name="csX6" fmla="*/ 251 w 353439"/>
                <a:gd name="csY6" fmla="*/ 81 h 425125"/>
                <a:gd name="csX7" fmla="*/ 251 w 353439"/>
                <a:gd name="csY7" fmla="*/ 16478 h 425125"/>
                <a:gd name="csX8" fmla="*/ 50006 w 353439"/>
                <a:gd name="csY8" fmla="*/ 49881 h 425125"/>
                <a:gd name="csX9" fmla="*/ 50006 w 353439"/>
                <a:gd name="csY9" fmla="*/ 375406 h 425125"/>
                <a:gd name="csX10" fmla="*/ 251 w 353439"/>
                <a:gd name="csY10" fmla="*/ 408809 h 425125"/>
                <a:gd name="csX11" fmla="*/ 251 w 353439"/>
                <a:gd name="csY11" fmla="*/ 425206 h 425125"/>
                <a:gd name="csX12" fmla="*/ 146177 w 353439"/>
                <a:gd name="csY12" fmla="*/ 425206 h 425125"/>
                <a:gd name="csX13" fmla="*/ 146177 w 353439"/>
                <a:gd name="csY13" fmla="*/ 408809 h 425125"/>
                <a:gd name="csX14" fmla="*/ 96423 w 353439"/>
                <a:gd name="csY14" fmla="*/ 375406 h 425125"/>
                <a:gd name="csX15" fmla="*/ 96423 w 353439"/>
                <a:gd name="csY15" fmla="*/ 16478 h 425125"/>
                <a:gd name="csX16" fmla="*/ 257518 w 353439"/>
                <a:gd name="csY16" fmla="*/ 16478 h 425125"/>
                <a:gd name="csX17" fmla="*/ 257518 w 353439"/>
                <a:gd name="csY17" fmla="*/ 375406 h 425125"/>
                <a:gd name="csX18" fmla="*/ 207764 w 353439"/>
                <a:gd name="csY18" fmla="*/ 408809 h 425125"/>
                <a:gd name="csX19" fmla="*/ 207764 w 353439"/>
                <a:gd name="csY19" fmla="*/ 425206 h 425125"/>
                <a:gd name="csX20" fmla="*/ 353690 w 353439"/>
                <a:gd name="csY20" fmla="*/ 425206 h 425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53439" h="425125">
                  <a:moveTo>
                    <a:pt x="353690" y="425206"/>
                  </a:moveTo>
                  <a:lnTo>
                    <a:pt x="353690" y="408809"/>
                  </a:lnTo>
                  <a:cubicBezTo>
                    <a:pt x="313340" y="408809"/>
                    <a:pt x="303936" y="394840"/>
                    <a:pt x="303936" y="375406"/>
                  </a:cubicBezTo>
                  <a:lnTo>
                    <a:pt x="303936" y="49881"/>
                  </a:lnTo>
                  <a:cubicBezTo>
                    <a:pt x="303936" y="30143"/>
                    <a:pt x="313644" y="16478"/>
                    <a:pt x="353690" y="16478"/>
                  </a:cubicBezTo>
                  <a:lnTo>
                    <a:pt x="353690" y="81"/>
                  </a:lnTo>
                  <a:lnTo>
                    <a:pt x="251" y="81"/>
                  </a:lnTo>
                  <a:lnTo>
                    <a:pt x="251" y="16478"/>
                  </a:lnTo>
                  <a:cubicBezTo>
                    <a:pt x="40601" y="16478"/>
                    <a:pt x="50006" y="30447"/>
                    <a:pt x="50006" y="49881"/>
                  </a:cubicBezTo>
                  <a:lnTo>
                    <a:pt x="50006" y="375406"/>
                  </a:lnTo>
                  <a:cubicBezTo>
                    <a:pt x="50006" y="395144"/>
                    <a:pt x="40297" y="408809"/>
                    <a:pt x="251" y="408809"/>
                  </a:cubicBezTo>
                  <a:lnTo>
                    <a:pt x="251" y="425206"/>
                  </a:lnTo>
                  <a:lnTo>
                    <a:pt x="146177" y="425206"/>
                  </a:lnTo>
                  <a:lnTo>
                    <a:pt x="146177" y="408809"/>
                  </a:lnTo>
                  <a:cubicBezTo>
                    <a:pt x="105828" y="408809"/>
                    <a:pt x="96423" y="394840"/>
                    <a:pt x="96423" y="375406"/>
                  </a:cubicBezTo>
                  <a:lnTo>
                    <a:pt x="96423" y="16478"/>
                  </a:lnTo>
                  <a:lnTo>
                    <a:pt x="257518" y="16478"/>
                  </a:lnTo>
                  <a:lnTo>
                    <a:pt x="257518" y="375406"/>
                  </a:lnTo>
                  <a:cubicBezTo>
                    <a:pt x="257518" y="395144"/>
                    <a:pt x="247810" y="408809"/>
                    <a:pt x="207764" y="408809"/>
                  </a:cubicBezTo>
                  <a:lnTo>
                    <a:pt x="207764" y="425206"/>
                  </a:lnTo>
                  <a:lnTo>
                    <a:pt x="353690" y="425206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852936C9-E215-7669-01E4-6B9F120F9FCE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695414" y="8370843"/>
              <a:ext cx="64347" cy="143054"/>
            </a:xfrm>
            <a:custGeom>
              <a:avLst/>
              <a:gdLst>
                <a:gd name="csX0" fmla="*/ 59077 w 64347"/>
                <a:gd name="csY0" fmla="*/ 8179 h 143054"/>
                <a:gd name="csX1" fmla="*/ 50582 w 64347"/>
                <a:gd name="csY1" fmla="*/ 102 h 143054"/>
                <a:gd name="csX2" fmla="*/ 38689 w 64347"/>
                <a:gd name="csY2" fmla="*/ 11793 h 143054"/>
                <a:gd name="csX3" fmla="*/ 47184 w 64347"/>
                <a:gd name="csY3" fmla="*/ 19870 h 143054"/>
                <a:gd name="csX4" fmla="*/ 59077 w 64347"/>
                <a:gd name="csY4" fmla="*/ 8179 h 143054"/>
                <a:gd name="csX5" fmla="*/ 15754 w 64347"/>
                <a:gd name="csY5" fmla="*/ 116161 h 143054"/>
                <a:gd name="csX6" fmla="*/ 13842 w 64347"/>
                <a:gd name="csY6" fmla="*/ 125089 h 143054"/>
                <a:gd name="csX7" fmla="*/ 34017 w 64347"/>
                <a:gd name="csY7" fmla="*/ 143157 h 143054"/>
                <a:gd name="csX8" fmla="*/ 64598 w 64347"/>
                <a:gd name="csY8" fmla="*/ 110635 h 143054"/>
                <a:gd name="csX9" fmla="*/ 61200 w 64347"/>
                <a:gd name="csY9" fmla="*/ 107871 h 143054"/>
                <a:gd name="csX10" fmla="*/ 57165 w 64347"/>
                <a:gd name="csY10" fmla="*/ 111485 h 143054"/>
                <a:gd name="csX11" fmla="*/ 34654 w 64347"/>
                <a:gd name="csY11" fmla="*/ 137205 h 143054"/>
                <a:gd name="csX12" fmla="*/ 29345 w 64347"/>
                <a:gd name="csY12" fmla="*/ 129765 h 143054"/>
                <a:gd name="csX13" fmla="*/ 32743 w 64347"/>
                <a:gd name="csY13" fmla="*/ 116161 h 143054"/>
                <a:gd name="csX14" fmla="*/ 39539 w 64347"/>
                <a:gd name="csY14" fmla="*/ 99156 h 143054"/>
                <a:gd name="csX15" fmla="*/ 49945 w 64347"/>
                <a:gd name="csY15" fmla="*/ 72161 h 143054"/>
                <a:gd name="csX16" fmla="*/ 51219 w 64347"/>
                <a:gd name="csY16" fmla="*/ 65359 h 143054"/>
                <a:gd name="csX17" fmla="*/ 31044 w 64347"/>
                <a:gd name="csY17" fmla="*/ 47291 h 143054"/>
                <a:gd name="csX18" fmla="*/ 251 w 64347"/>
                <a:gd name="csY18" fmla="*/ 79813 h 143054"/>
                <a:gd name="csX19" fmla="*/ 3861 w 64347"/>
                <a:gd name="csY19" fmla="*/ 82576 h 143054"/>
                <a:gd name="csX20" fmla="*/ 7684 w 64347"/>
                <a:gd name="csY20" fmla="*/ 79175 h 143054"/>
                <a:gd name="csX21" fmla="*/ 30407 w 64347"/>
                <a:gd name="csY21" fmla="*/ 53243 h 143054"/>
                <a:gd name="csX22" fmla="*/ 35716 w 64347"/>
                <a:gd name="csY22" fmla="*/ 60682 h 143054"/>
                <a:gd name="csX23" fmla="*/ 29133 w 64347"/>
                <a:gd name="csY23" fmla="*/ 81939 h 143054"/>
                <a:gd name="csX24" fmla="*/ 15754 w 64347"/>
                <a:gd name="csY24" fmla="*/ 116161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347" h="143054">
                  <a:moveTo>
                    <a:pt x="59077" y="8179"/>
                  </a:moveTo>
                  <a:cubicBezTo>
                    <a:pt x="59077" y="4778"/>
                    <a:pt x="56528" y="102"/>
                    <a:pt x="50582" y="102"/>
                  </a:cubicBezTo>
                  <a:cubicBezTo>
                    <a:pt x="44848" y="102"/>
                    <a:pt x="38689" y="5629"/>
                    <a:pt x="38689" y="11793"/>
                  </a:cubicBezTo>
                  <a:cubicBezTo>
                    <a:pt x="38689" y="15406"/>
                    <a:pt x="41450" y="19870"/>
                    <a:pt x="47184" y="19870"/>
                  </a:cubicBezTo>
                  <a:cubicBezTo>
                    <a:pt x="53343" y="19870"/>
                    <a:pt x="59077" y="13919"/>
                    <a:pt x="59077" y="8179"/>
                  </a:cubicBezTo>
                  <a:close/>
                  <a:moveTo>
                    <a:pt x="15754" y="116161"/>
                  </a:moveTo>
                  <a:cubicBezTo>
                    <a:pt x="14904" y="118925"/>
                    <a:pt x="13842" y="121475"/>
                    <a:pt x="13842" y="125089"/>
                  </a:cubicBezTo>
                  <a:cubicBezTo>
                    <a:pt x="13842" y="135079"/>
                    <a:pt x="22337" y="143157"/>
                    <a:pt x="34017" y="143157"/>
                  </a:cubicBezTo>
                  <a:cubicBezTo>
                    <a:pt x="55254" y="143157"/>
                    <a:pt x="64598" y="113823"/>
                    <a:pt x="64598" y="110635"/>
                  </a:cubicBezTo>
                  <a:cubicBezTo>
                    <a:pt x="64598" y="107871"/>
                    <a:pt x="61837" y="107871"/>
                    <a:pt x="61200" y="107871"/>
                  </a:cubicBezTo>
                  <a:cubicBezTo>
                    <a:pt x="58227" y="107871"/>
                    <a:pt x="58015" y="109147"/>
                    <a:pt x="57165" y="111485"/>
                  </a:cubicBezTo>
                  <a:cubicBezTo>
                    <a:pt x="52281" y="128490"/>
                    <a:pt x="42937" y="137205"/>
                    <a:pt x="34654" y="137205"/>
                  </a:cubicBezTo>
                  <a:cubicBezTo>
                    <a:pt x="30407" y="137205"/>
                    <a:pt x="29345" y="134442"/>
                    <a:pt x="29345" y="129765"/>
                  </a:cubicBezTo>
                  <a:cubicBezTo>
                    <a:pt x="29345" y="124876"/>
                    <a:pt x="30832" y="120838"/>
                    <a:pt x="32743" y="116161"/>
                  </a:cubicBezTo>
                  <a:cubicBezTo>
                    <a:pt x="34867" y="110422"/>
                    <a:pt x="37203" y="104683"/>
                    <a:pt x="39539" y="99156"/>
                  </a:cubicBezTo>
                  <a:cubicBezTo>
                    <a:pt x="41450" y="94055"/>
                    <a:pt x="49095" y="74711"/>
                    <a:pt x="49945" y="72161"/>
                  </a:cubicBezTo>
                  <a:cubicBezTo>
                    <a:pt x="50582" y="70035"/>
                    <a:pt x="51219" y="67484"/>
                    <a:pt x="51219" y="65359"/>
                  </a:cubicBezTo>
                  <a:cubicBezTo>
                    <a:pt x="51219" y="55368"/>
                    <a:pt x="42724" y="47291"/>
                    <a:pt x="31044" y="47291"/>
                  </a:cubicBezTo>
                  <a:cubicBezTo>
                    <a:pt x="10020" y="47291"/>
                    <a:pt x="251" y="76199"/>
                    <a:pt x="251" y="79813"/>
                  </a:cubicBezTo>
                  <a:cubicBezTo>
                    <a:pt x="251" y="82576"/>
                    <a:pt x="3224" y="82576"/>
                    <a:pt x="3861" y="82576"/>
                  </a:cubicBezTo>
                  <a:cubicBezTo>
                    <a:pt x="6834" y="82576"/>
                    <a:pt x="7047" y="81514"/>
                    <a:pt x="7684" y="79175"/>
                  </a:cubicBezTo>
                  <a:cubicBezTo>
                    <a:pt x="13205" y="60895"/>
                    <a:pt x="22549" y="53243"/>
                    <a:pt x="30407" y="53243"/>
                  </a:cubicBezTo>
                  <a:cubicBezTo>
                    <a:pt x="33805" y="53243"/>
                    <a:pt x="35716" y="54943"/>
                    <a:pt x="35716" y="60682"/>
                  </a:cubicBezTo>
                  <a:cubicBezTo>
                    <a:pt x="35716" y="65571"/>
                    <a:pt x="34442" y="68760"/>
                    <a:pt x="29133" y="81939"/>
                  </a:cubicBezTo>
                  <a:lnTo>
                    <a:pt x="15754" y="116161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7BA9276-1C37-98E5-28DC-E408ADCEAB8C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786134" y="8429935"/>
              <a:ext cx="156302" cy="57179"/>
            </a:xfrm>
            <a:custGeom>
              <a:avLst/>
              <a:gdLst>
                <a:gd name="csX0" fmla="*/ 148486 w 156302"/>
                <a:gd name="csY0" fmla="*/ 10518 h 57179"/>
                <a:gd name="csX1" fmla="*/ 156556 w 156302"/>
                <a:gd name="csY1" fmla="*/ 5203 h 57179"/>
                <a:gd name="csX2" fmla="*/ 148698 w 156302"/>
                <a:gd name="csY2" fmla="*/ 102 h 57179"/>
                <a:gd name="csX3" fmla="*/ 8111 w 156302"/>
                <a:gd name="csY3" fmla="*/ 102 h 57179"/>
                <a:gd name="csX4" fmla="*/ 254 w 156302"/>
                <a:gd name="csY4" fmla="*/ 5203 h 57179"/>
                <a:gd name="csX5" fmla="*/ 8324 w 156302"/>
                <a:gd name="csY5" fmla="*/ 10518 h 57179"/>
                <a:gd name="csX6" fmla="*/ 148486 w 156302"/>
                <a:gd name="csY6" fmla="*/ 10518 h 57179"/>
                <a:gd name="csX7" fmla="*/ 148698 w 156302"/>
                <a:gd name="csY7" fmla="*/ 57281 h 57179"/>
                <a:gd name="csX8" fmla="*/ 156556 w 156302"/>
                <a:gd name="csY8" fmla="*/ 52180 h 57179"/>
                <a:gd name="csX9" fmla="*/ 148486 w 156302"/>
                <a:gd name="csY9" fmla="*/ 46866 h 57179"/>
                <a:gd name="csX10" fmla="*/ 8324 w 156302"/>
                <a:gd name="csY10" fmla="*/ 46866 h 57179"/>
                <a:gd name="csX11" fmla="*/ 254 w 156302"/>
                <a:gd name="csY11" fmla="*/ 52180 h 57179"/>
                <a:gd name="csX12" fmla="*/ 8111 w 156302"/>
                <a:gd name="csY12" fmla="*/ 57281 h 57179"/>
                <a:gd name="csX13" fmla="*/ 148698 w 156302"/>
                <a:gd name="csY13" fmla="*/ 57281 h 571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302" h="57179">
                  <a:moveTo>
                    <a:pt x="148486" y="10518"/>
                  </a:moveTo>
                  <a:cubicBezTo>
                    <a:pt x="151671" y="10518"/>
                    <a:pt x="156556" y="10518"/>
                    <a:pt x="156556" y="5203"/>
                  </a:cubicBezTo>
                  <a:cubicBezTo>
                    <a:pt x="156556" y="102"/>
                    <a:pt x="151459" y="102"/>
                    <a:pt x="148698" y="102"/>
                  </a:cubicBezTo>
                  <a:lnTo>
                    <a:pt x="8111" y="102"/>
                  </a:lnTo>
                  <a:cubicBezTo>
                    <a:pt x="5351" y="102"/>
                    <a:pt x="254" y="102"/>
                    <a:pt x="254" y="5203"/>
                  </a:cubicBezTo>
                  <a:cubicBezTo>
                    <a:pt x="254" y="10518"/>
                    <a:pt x="5138" y="10518"/>
                    <a:pt x="8324" y="10518"/>
                  </a:cubicBezTo>
                  <a:lnTo>
                    <a:pt x="148486" y="10518"/>
                  </a:lnTo>
                  <a:close/>
                  <a:moveTo>
                    <a:pt x="148698" y="57281"/>
                  </a:moveTo>
                  <a:cubicBezTo>
                    <a:pt x="151459" y="57281"/>
                    <a:pt x="156556" y="57281"/>
                    <a:pt x="156556" y="52180"/>
                  </a:cubicBezTo>
                  <a:cubicBezTo>
                    <a:pt x="156556" y="46866"/>
                    <a:pt x="151671" y="46866"/>
                    <a:pt x="148486" y="46866"/>
                  </a:cubicBezTo>
                  <a:lnTo>
                    <a:pt x="8324" y="46866"/>
                  </a:lnTo>
                  <a:cubicBezTo>
                    <a:pt x="5138" y="46866"/>
                    <a:pt x="254" y="46866"/>
                    <a:pt x="254" y="52180"/>
                  </a:cubicBezTo>
                  <a:cubicBezTo>
                    <a:pt x="254" y="57281"/>
                    <a:pt x="5351" y="57281"/>
                    <a:pt x="8111" y="57281"/>
                  </a:cubicBezTo>
                  <a:lnTo>
                    <a:pt x="148698" y="57281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D2040D85-4652-9869-31F1-2E94CFB7A098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9980659" y="8370630"/>
              <a:ext cx="77301" cy="141141"/>
            </a:xfrm>
            <a:custGeom>
              <a:avLst/>
              <a:gdLst>
                <a:gd name="csX0" fmla="*/ 48255 w 77301"/>
                <a:gd name="csY0" fmla="*/ 6054 h 141141"/>
                <a:gd name="csX1" fmla="*/ 41884 w 77301"/>
                <a:gd name="csY1" fmla="*/ 102 h 141141"/>
                <a:gd name="csX2" fmla="*/ 260 w 77301"/>
                <a:gd name="csY2" fmla="*/ 13706 h 141141"/>
                <a:gd name="csX3" fmla="*/ 260 w 77301"/>
                <a:gd name="csY3" fmla="*/ 21358 h 141141"/>
                <a:gd name="csX4" fmla="*/ 31053 w 77301"/>
                <a:gd name="csY4" fmla="*/ 15406 h 141141"/>
                <a:gd name="csX5" fmla="*/ 31053 w 77301"/>
                <a:gd name="csY5" fmla="*/ 123814 h 141141"/>
                <a:gd name="csX6" fmla="*/ 9816 w 77301"/>
                <a:gd name="csY6" fmla="*/ 133591 h 141141"/>
                <a:gd name="csX7" fmla="*/ 1746 w 77301"/>
                <a:gd name="csY7" fmla="*/ 133591 h 141141"/>
                <a:gd name="csX8" fmla="*/ 1746 w 77301"/>
                <a:gd name="csY8" fmla="*/ 141244 h 141141"/>
                <a:gd name="csX9" fmla="*/ 39548 w 77301"/>
                <a:gd name="csY9" fmla="*/ 140393 h 141141"/>
                <a:gd name="csX10" fmla="*/ 77561 w 77301"/>
                <a:gd name="csY10" fmla="*/ 141244 h 141141"/>
                <a:gd name="csX11" fmla="*/ 77561 w 77301"/>
                <a:gd name="csY11" fmla="*/ 133591 h 141141"/>
                <a:gd name="csX12" fmla="*/ 69492 w 77301"/>
                <a:gd name="csY12" fmla="*/ 133591 h 141141"/>
                <a:gd name="csX13" fmla="*/ 48255 w 77301"/>
                <a:gd name="csY13" fmla="*/ 123814 h 141141"/>
                <a:gd name="csX14" fmla="*/ 48255 w 77301"/>
                <a:gd name="csY14" fmla="*/ 6054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01" h="141141">
                  <a:moveTo>
                    <a:pt x="48255" y="6054"/>
                  </a:moveTo>
                  <a:cubicBezTo>
                    <a:pt x="48255" y="314"/>
                    <a:pt x="47830" y="102"/>
                    <a:pt x="41884" y="102"/>
                  </a:cubicBezTo>
                  <a:cubicBezTo>
                    <a:pt x="28292" y="13493"/>
                    <a:pt x="8967" y="13706"/>
                    <a:pt x="260" y="13706"/>
                  </a:cubicBezTo>
                  <a:lnTo>
                    <a:pt x="260" y="21358"/>
                  </a:lnTo>
                  <a:cubicBezTo>
                    <a:pt x="5357" y="21358"/>
                    <a:pt x="19373" y="21358"/>
                    <a:pt x="31053" y="15406"/>
                  </a:cubicBezTo>
                  <a:lnTo>
                    <a:pt x="31053" y="123814"/>
                  </a:lnTo>
                  <a:cubicBezTo>
                    <a:pt x="31053" y="130828"/>
                    <a:pt x="31053" y="133591"/>
                    <a:pt x="9816" y="133591"/>
                  </a:cubicBezTo>
                  <a:lnTo>
                    <a:pt x="1746" y="133591"/>
                  </a:lnTo>
                  <a:lnTo>
                    <a:pt x="1746" y="141244"/>
                  </a:lnTo>
                  <a:cubicBezTo>
                    <a:pt x="5569" y="141031"/>
                    <a:pt x="31690" y="140393"/>
                    <a:pt x="39548" y="140393"/>
                  </a:cubicBezTo>
                  <a:cubicBezTo>
                    <a:pt x="46131" y="140393"/>
                    <a:pt x="72889" y="141031"/>
                    <a:pt x="77561" y="141244"/>
                  </a:cubicBezTo>
                  <a:lnTo>
                    <a:pt x="77561" y="133591"/>
                  </a:lnTo>
                  <a:lnTo>
                    <a:pt x="69492" y="133591"/>
                  </a:lnTo>
                  <a:cubicBezTo>
                    <a:pt x="48255" y="133591"/>
                    <a:pt x="48255" y="130828"/>
                    <a:pt x="48255" y="123814"/>
                  </a:cubicBezTo>
                  <a:lnTo>
                    <a:pt x="48255" y="6054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721ADF5-CC76-A46D-0912-B4D11EE7993C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141140" y="7946092"/>
              <a:ext cx="216614" cy="207400"/>
            </a:xfrm>
            <a:custGeom>
              <a:avLst/>
              <a:gdLst>
                <a:gd name="csX0" fmla="*/ 80055 w 216614"/>
                <a:gd name="csY0" fmla="*/ 111534 h 207400"/>
                <a:gd name="csX1" fmla="*/ 131630 w 216614"/>
                <a:gd name="csY1" fmla="*/ 111534 h 207400"/>
                <a:gd name="csX2" fmla="*/ 216880 w 216614"/>
                <a:gd name="csY2" fmla="*/ 45943 h 207400"/>
                <a:gd name="csX3" fmla="*/ 157114 w 216614"/>
                <a:gd name="csY3" fmla="*/ 90 h 207400"/>
                <a:gd name="csX4" fmla="*/ 58818 w 216614"/>
                <a:gd name="csY4" fmla="*/ 90 h 207400"/>
                <a:gd name="csX5" fmla="*/ 49717 w 216614"/>
                <a:gd name="csY5" fmla="*/ 5860 h 207400"/>
                <a:gd name="csX6" fmla="*/ 58515 w 216614"/>
                <a:gd name="csY6" fmla="*/ 9504 h 207400"/>
                <a:gd name="csX7" fmla="*/ 71560 w 216614"/>
                <a:gd name="csY7" fmla="*/ 10111 h 207400"/>
                <a:gd name="csX8" fmla="*/ 78234 w 216614"/>
                <a:gd name="csY8" fmla="*/ 14970 h 207400"/>
                <a:gd name="csX9" fmla="*/ 77021 w 216614"/>
                <a:gd name="csY9" fmla="*/ 20739 h 207400"/>
                <a:gd name="csX10" fmla="*/ 36368 w 216614"/>
                <a:gd name="csY10" fmla="*/ 183805 h 207400"/>
                <a:gd name="csX11" fmla="*/ 8760 w 216614"/>
                <a:gd name="csY11" fmla="*/ 198077 h 207400"/>
                <a:gd name="csX12" fmla="*/ 266 w 216614"/>
                <a:gd name="csY12" fmla="*/ 203847 h 207400"/>
                <a:gd name="csX13" fmla="*/ 4816 w 216614"/>
                <a:gd name="csY13" fmla="*/ 207491 h 207400"/>
                <a:gd name="csX14" fmla="*/ 43346 w 216614"/>
                <a:gd name="csY14" fmla="*/ 206580 h 207400"/>
                <a:gd name="csX15" fmla="*/ 62762 w 216614"/>
                <a:gd name="csY15" fmla="*/ 206884 h 207400"/>
                <a:gd name="csX16" fmla="*/ 82482 w 216614"/>
                <a:gd name="csY16" fmla="*/ 207491 h 207400"/>
                <a:gd name="csX17" fmla="*/ 88549 w 216614"/>
                <a:gd name="csY17" fmla="*/ 201418 h 207400"/>
                <a:gd name="csX18" fmla="*/ 80055 w 216614"/>
                <a:gd name="csY18" fmla="*/ 198077 h 207400"/>
                <a:gd name="csX19" fmla="*/ 60335 w 216614"/>
                <a:gd name="csY19" fmla="*/ 192611 h 207400"/>
                <a:gd name="csX20" fmla="*/ 61245 w 216614"/>
                <a:gd name="csY20" fmla="*/ 187449 h 207400"/>
                <a:gd name="csX21" fmla="*/ 80055 w 216614"/>
                <a:gd name="csY21" fmla="*/ 111534 h 207400"/>
                <a:gd name="csX22" fmla="*/ 101898 w 216614"/>
                <a:gd name="csY22" fmla="*/ 21043 h 207400"/>
                <a:gd name="csX23" fmla="*/ 118281 w 216614"/>
                <a:gd name="csY23" fmla="*/ 9504 h 207400"/>
                <a:gd name="csX24" fmla="*/ 147405 w 216614"/>
                <a:gd name="csY24" fmla="*/ 9504 h 207400"/>
                <a:gd name="csX25" fmla="*/ 188665 w 216614"/>
                <a:gd name="csY25" fmla="*/ 38655 h 207400"/>
                <a:gd name="csX26" fmla="*/ 170766 w 216614"/>
                <a:gd name="csY26" fmla="*/ 87545 h 207400"/>
                <a:gd name="csX27" fmla="*/ 124045 w 216614"/>
                <a:gd name="csY27" fmla="*/ 103639 h 207400"/>
                <a:gd name="csX28" fmla="*/ 81268 w 216614"/>
                <a:gd name="csY28" fmla="*/ 103639 h 207400"/>
                <a:gd name="csX29" fmla="*/ 101898 w 216614"/>
                <a:gd name="csY29" fmla="*/ 2104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614" h="207400">
                  <a:moveTo>
                    <a:pt x="80055" y="111534"/>
                  </a:moveTo>
                  <a:lnTo>
                    <a:pt x="131630" y="111534"/>
                  </a:lnTo>
                  <a:cubicBezTo>
                    <a:pt x="174710" y="111534"/>
                    <a:pt x="216880" y="79953"/>
                    <a:pt x="216880" y="45943"/>
                  </a:cubicBezTo>
                  <a:cubicBezTo>
                    <a:pt x="216880" y="22561"/>
                    <a:pt x="196857" y="90"/>
                    <a:pt x="157114" y="90"/>
                  </a:cubicBezTo>
                  <a:lnTo>
                    <a:pt x="58818" y="90"/>
                  </a:lnTo>
                  <a:cubicBezTo>
                    <a:pt x="53054" y="90"/>
                    <a:pt x="49717" y="90"/>
                    <a:pt x="49717" y="5860"/>
                  </a:cubicBezTo>
                  <a:cubicBezTo>
                    <a:pt x="49717" y="9504"/>
                    <a:pt x="52447" y="9504"/>
                    <a:pt x="58515" y="9504"/>
                  </a:cubicBezTo>
                  <a:cubicBezTo>
                    <a:pt x="62459" y="9504"/>
                    <a:pt x="67920" y="9807"/>
                    <a:pt x="71560" y="10111"/>
                  </a:cubicBezTo>
                  <a:cubicBezTo>
                    <a:pt x="76414" y="10718"/>
                    <a:pt x="78234" y="11629"/>
                    <a:pt x="78234" y="14970"/>
                  </a:cubicBezTo>
                  <a:cubicBezTo>
                    <a:pt x="78234" y="16184"/>
                    <a:pt x="77931" y="17095"/>
                    <a:pt x="77021" y="20739"/>
                  </a:cubicBezTo>
                  <a:lnTo>
                    <a:pt x="36368" y="183805"/>
                  </a:lnTo>
                  <a:cubicBezTo>
                    <a:pt x="33334" y="195648"/>
                    <a:pt x="32727" y="198077"/>
                    <a:pt x="8760" y="198077"/>
                  </a:cubicBezTo>
                  <a:cubicBezTo>
                    <a:pt x="3603" y="198077"/>
                    <a:pt x="266" y="198077"/>
                    <a:pt x="266" y="203847"/>
                  </a:cubicBezTo>
                  <a:cubicBezTo>
                    <a:pt x="266" y="207491"/>
                    <a:pt x="3906" y="207491"/>
                    <a:pt x="4816" y="207491"/>
                  </a:cubicBezTo>
                  <a:cubicBezTo>
                    <a:pt x="13311" y="207491"/>
                    <a:pt x="34851" y="206580"/>
                    <a:pt x="43346" y="206580"/>
                  </a:cubicBezTo>
                  <a:cubicBezTo>
                    <a:pt x="49717" y="206580"/>
                    <a:pt x="56391" y="206884"/>
                    <a:pt x="62762" y="206884"/>
                  </a:cubicBezTo>
                  <a:cubicBezTo>
                    <a:pt x="69436" y="206884"/>
                    <a:pt x="76111" y="207491"/>
                    <a:pt x="82482" y="207491"/>
                  </a:cubicBezTo>
                  <a:cubicBezTo>
                    <a:pt x="84606" y="207491"/>
                    <a:pt x="88549" y="207491"/>
                    <a:pt x="88549" y="201418"/>
                  </a:cubicBezTo>
                  <a:cubicBezTo>
                    <a:pt x="88549" y="198077"/>
                    <a:pt x="85819" y="198077"/>
                    <a:pt x="80055" y="198077"/>
                  </a:cubicBezTo>
                  <a:cubicBezTo>
                    <a:pt x="68830" y="198077"/>
                    <a:pt x="60335" y="198077"/>
                    <a:pt x="60335" y="192611"/>
                  </a:cubicBezTo>
                  <a:cubicBezTo>
                    <a:pt x="60335" y="190789"/>
                    <a:pt x="60942" y="189271"/>
                    <a:pt x="61245" y="187449"/>
                  </a:cubicBezTo>
                  <a:lnTo>
                    <a:pt x="80055" y="111534"/>
                  </a:lnTo>
                  <a:close/>
                  <a:moveTo>
                    <a:pt x="101898" y="21043"/>
                  </a:moveTo>
                  <a:cubicBezTo>
                    <a:pt x="104629" y="10415"/>
                    <a:pt x="105235" y="9504"/>
                    <a:pt x="118281" y="9504"/>
                  </a:cubicBezTo>
                  <a:lnTo>
                    <a:pt x="147405" y="9504"/>
                  </a:lnTo>
                  <a:cubicBezTo>
                    <a:pt x="172586" y="9504"/>
                    <a:pt x="188665" y="17703"/>
                    <a:pt x="188665" y="38655"/>
                  </a:cubicBezTo>
                  <a:cubicBezTo>
                    <a:pt x="188665" y="50498"/>
                    <a:pt x="182598" y="76613"/>
                    <a:pt x="170766" y="87545"/>
                  </a:cubicBezTo>
                  <a:cubicBezTo>
                    <a:pt x="155597" y="101209"/>
                    <a:pt x="137394" y="103639"/>
                    <a:pt x="124045" y="103639"/>
                  </a:cubicBezTo>
                  <a:lnTo>
                    <a:pt x="81268" y="103639"/>
                  </a:lnTo>
                  <a:lnTo>
                    <a:pt x="101898" y="21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D4E1C0D8-52CB-BAD3-1ED9-787A20CF279A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0446513" y="7925747"/>
              <a:ext cx="70384" cy="303661"/>
            </a:xfrm>
            <a:custGeom>
              <a:avLst/>
              <a:gdLst>
                <a:gd name="csX0" fmla="*/ 70659 w 70384"/>
                <a:gd name="csY0" fmla="*/ 300715 h 303661"/>
                <a:gd name="csX1" fmla="*/ 65502 w 70384"/>
                <a:gd name="csY1" fmla="*/ 294034 h 303661"/>
                <a:gd name="csX2" fmla="*/ 17871 w 70384"/>
                <a:gd name="csY2" fmla="*/ 151921 h 303661"/>
                <a:gd name="csX3" fmla="*/ 66715 w 70384"/>
                <a:gd name="csY3" fmla="*/ 8289 h 303661"/>
                <a:gd name="csX4" fmla="*/ 70659 w 70384"/>
                <a:gd name="csY4" fmla="*/ 3127 h 303661"/>
                <a:gd name="csX5" fmla="*/ 67626 w 70384"/>
                <a:gd name="csY5" fmla="*/ 90 h 303661"/>
                <a:gd name="csX6" fmla="*/ 19388 w 70384"/>
                <a:gd name="csY6" fmla="*/ 59304 h 303661"/>
                <a:gd name="csX7" fmla="*/ 275 w 70384"/>
                <a:gd name="csY7" fmla="*/ 151921 h 303661"/>
                <a:gd name="csX8" fmla="*/ 20298 w 70384"/>
                <a:gd name="csY8" fmla="*/ 246663 h 303661"/>
                <a:gd name="csX9" fmla="*/ 67626 w 70384"/>
                <a:gd name="csY9" fmla="*/ 303751 h 303661"/>
                <a:gd name="csX10" fmla="*/ 70659 w 70384"/>
                <a:gd name="csY10" fmla="*/ 3007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4" h="303661">
                  <a:moveTo>
                    <a:pt x="70659" y="300715"/>
                  </a:moveTo>
                  <a:cubicBezTo>
                    <a:pt x="70659" y="299804"/>
                    <a:pt x="70659" y="299197"/>
                    <a:pt x="65502" y="294034"/>
                  </a:cubicBezTo>
                  <a:cubicBezTo>
                    <a:pt x="27579" y="255773"/>
                    <a:pt x="17871" y="198381"/>
                    <a:pt x="17871" y="151921"/>
                  </a:cubicBezTo>
                  <a:cubicBezTo>
                    <a:pt x="17871" y="99084"/>
                    <a:pt x="29400" y="46247"/>
                    <a:pt x="66715" y="8289"/>
                  </a:cubicBezTo>
                  <a:cubicBezTo>
                    <a:pt x="70659" y="4645"/>
                    <a:pt x="70659" y="4038"/>
                    <a:pt x="70659" y="3127"/>
                  </a:cubicBezTo>
                  <a:cubicBezTo>
                    <a:pt x="70659" y="1001"/>
                    <a:pt x="69446" y="90"/>
                    <a:pt x="67626" y="90"/>
                  </a:cubicBezTo>
                  <a:cubicBezTo>
                    <a:pt x="64592" y="90"/>
                    <a:pt x="37287" y="20739"/>
                    <a:pt x="19388" y="59304"/>
                  </a:cubicBezTo>
                  <a:cubicBezTo>
                    <a:pt x="3916" y="92707"/>
                    <a:pt x="275" y="126413"/>
                    <a:pt x="275" y="151921"/>
                  </a:cubicBezTo>
                  <a:cubicBezTo>
                    <a:pt x="275" y="175606"/>
                    <a:pt x="3612" y="212349"/>
                    <a:pt x="20298" y="246663"/>
                  </a:cubicBezTo>
                  <a:cubicBezTo>
                    <a:pt x="38501" y="284013"/>
                    <a:pt x="64592" y="303751"/>
                    <a:pt x="67626" y="303751"/>
                  </a:cubicBezTo>
                  <a:cubicBezTo>
                    <a:pt x="69446" y="303751"/>
                    <a:pt x="70659" y="302840"/>
                    <a:pt x="70659" y="30071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8F203C2-7925-EAAC-6EAD-1BAF3C479F04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0543258" y="8019275"/>
              <a:ext cx="151083" cy="137558"/>
            </a:xfrm>
            <a:custGeom>
              <a:avLst/>
              <a:gdLst>
                <a:gd name="csX0" fmla="*/ 92810 w 151083"/>
                <a:gd name="csY0" fmla="*/ 42603 h 137558"/>
                <a:gd name="csX1" fmla="*/ 122845 w 151083"/>
                <a:gd name="csY1" fmla="*/ 6771 h 137558"/>
                <a:gd name="csX2" fmla="*/ 138014 w 151083"/>
                <a:gd name="csY2" fmla="*/ 10718 h 137558"/>
                <a:gd name="csX3" fmla="*/ 123452 w 151083"/>
                <a:gd name="csY3" fmla="*/ 27116 h 137558"/>
                <a:gd name="csX4" fmla="*/ 134980 w 151083"/>
                <a:gd name="csY4" fmla="*/ 37744 h 137558"/>
                <a:gd name="csX5" fmla="*/ 151363 w 151083"/>
                <a:gd name="csY5" fmla="*/ 20132 h 137558"/>
                <a:gd name="csX6" fmla="*/ 123148 w 151083"/>
                <a:gd name="csY6" fmla="*/ 90 h 137558"/>
                <a:gd name="csX7" fmla="*/ 91293 w 151083"/>
                <a:gd name="csY7" fmla="*/ 23168 h 137558"/>
                <a:gd name="csX8" fmla="*/ 58528 w 151083"/>
                <a:gd name="csY8" fmla="*/ 90 h 137558"/>
                <a:gd name="csX9" fmla="*/ 9684 w 151083"/>
                <a:gd name="csY9" fmla="*/ 46854 h 137558"/>
                <a:gd name="csX10" fmla="*/ 13324 w 151083"/>
                <a:gd name="csY10" fmla="*/ 49891 h 137558"/>
                <a:gd name="csX11" fmla="*/ 17268 w 151083"/>
                <a:gd name="csY11" fmla="*/ 46550 h 137558"/>
                <a:gd name="csX12" fmla="*/ 57921 w 151083"/>
                <a:gd name="csY12" fmla="*/ 6771 h 137558"/>
                <a:gd name="csX13" fmla="*/ 74304 w 151083"/>
                <a:gd name="csY13" fmla="*/ 27116 h 137558"/>
                <a:gd name="csX14" fmla="*/ 57921 w 151083"/>
                <a:gd name="csY14" fmla="*/ 99387 h 137558"/>
                <a:gd name="csX15" fmla="*/ 29100 w 151083"/>
                <a:gd name="csY15" fmla="*/ 130968 h 137558"/>
                <a:gd name="csX16" fmla="*/ 13931 w 151083"/>
                <a:gd name="csY16" fmla="*/ 127021 h 137558"/>
                <a:gd name="csX17" fmla="*/ 28190 w 151083"/>
                <a:gd name="csY17" fmla="*/ 110623 h 137558"/>
                <a:gd name="csX18" fmla="*/ 16965 w 151083"/>
                <a:gd name="csY18" fmla="*/ 99995 h 137558"/>
                <a:gd name="csX19" fmla="*/ 279 w 151083"/>
                <a:gd name="csY19" fmla="*/ 117607 h 137558"/>
                <a:gd name="csX20" fmla="*/ 28797 w 151083"/>
                <a:gd name="csY20" fmla="*/ 137649 h 137558"/>
                <a:gd name="csX21" fmla="*/ 60652 w 151083"/>
                <a:gd name="csY21" fmla="*/ 114570 h 137558"/>
                <a:gd name="csX22" fmla="*/ 93417 w 151083"/>
                <a:gd name="csY22" fmla="*/ 137649 h 137558"/>
                <a:gd name="csX23" fmla="*/ 141958 w 151083"/>
                <a:gd name="csY23" fmla="*/ 90885 h 137558"/>
                <a:gd name="csX24" fmla="*/ 138317 w 151083"/>
                <a:gd name="csY24" fmla="*/ 87848 h 137558"/>
                <a:gd name="csX25" fmla="*/ 134373 w 151083"/>
                <a:gd name="csY25" fmla="*/ 91189 h 137558"/>
                <a:gd name="csX26" fmla="*/ 94024 w 151083"/>
                <a:gd name="csY26" fmla="*/ 130968 h 137558"/>
                <a:gd name="csX27" fmla="*/ 77338 w 151083"/>
                <a:gd name="csY27" fmla="*/ 110927 h 137558"/>
                <a:gd name="csX28" fmla="*/ 82495 w 151083"/>
                <a:gd name="csY28" fmla="*/ 84204 h 137558"/>
                <a:gd name="csX29" fmla="*/ 92810 w 151083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083" h="137558">
                  <a:moveTo>
                    <a:pt x="92810" y="42603"/>
                  </a:moveTo>
                  <a:cubicBezTo>
                    <a:pt x="94630" y="34708"/>
                    <a:pt x="101608" y="6771"/>
                    <a:pt x="122845" y="6771"/>
                  </a:cubicBezTo>
                  <a:cubicBezTo>
                    <a:pt x="124362" y="6771"/>
                    <a:pt x="131643" y="6771"/>
                    <a:pt x="138014" y="10718"/>
                  </a:cubicBezTo>
                  <a:cubicBezTo>
                    <a:pt x="129519" y="12237"/>
                    <a:pt x="123452" y="19828"/>
                    <a:pt x="123452" y="27116"/>
                  </a:cubicBezTo>
                  <a:cubicBezTo>
                    <a:pt x="123452" y="31975"/>
                    <a:pt x="126789" y="37744"/>
                    <a:pt x="134980" y="37744"/>
                  </a:cubicBezTo>
                  <a:cubicBezTo>
                    <a:pt x="141654" y="37744"/>
                    <a:pt x="151363" y="32278"/>
                    <a:pt x="151363" y="20132"/>
                  </a:cubicBezTo>
                  <a:cubicBezTo>
                    <a:pt x="151363" y="4341"/>
                    <a:pt x="133463" y="90"/>
                    <a:pt x="123148" y="90"/>
                  </a:cubicBezTo>
                  <a:cubicBezTo>
                    <a:pt x="105552" y="90"/>
                    <a:pt x="94934" y="16184"/>
                    <a:pt x="91293" y="23168"/>
                  </a:cubicBezTo>
                  <a:cubicBezTo>
                    <a:pt x="83709" y="3127"/>
                    <a:pt x="67326" y="90"/>
                    <a:pt x="58528" y="90"/>
                  </a:cubicBezTo>
                  <a:cubicBezTo>
                    <a:pt x="26976" y="90"/>
                    <a:pt x="9684" y="39263"/>
                    <a:pt x="9684" y="46854"/>
                  </a:cubicBezTo>
                  <a:cubicBezTo>
                    <a:pt x="9684" y="49891"/>
                    <a:pt x="12717" y="49891"/>
                    <a:pt x="13324" y="49891"/>
                  </a:cubicBezTo>
                  <a:cubicBezTo>
                    <a:pt x="15751" y="49891"/>
                    <a:pt x="16661" y="49283"/>
                    <a:pt x="17268" y="46550"/>
                  </a:cubicBezTo>
                  <a:cubicBezTo>
                    <a:pt x="27583" y="14362"/>
                    <a:pt x="47606" y="6771"/>
                    <a:pt x="57921" y="6771"/>
                  </a:cubicBezTo>
                  <a:cubicBezTo>
                    <a:pt x="63686" y="6771"/>
                    <a:pt x="74304" y="9504"/>
                    <a:pt x="74304" y="27116"/>
                  </a:cubicBezTo>
                  <a:cubicBezTo>
                    <a:pt x="74304" y="36530"/>
                    <a:pt x="69146" y="56875"/>
                    <a:pt x="57921" y="99387"/>
                  </a:cubicBezTo>
                  <a:cubicBezTo>
                    <a:pt x="53067" y="118214"/>
                    <a:pt x="42449" y="130968"/>
                    <a:pt x="29100" y="130968"/>
                  </a:cubicBezTo>
                  <a:cubicBezTo>
                    <a:pt x="27280" y="130968"/>
                    <a:pt x="20302" y="130968"/>
                    <a:pt x="13931" y="127021"/>
                  </a:cubicBezTo>
                  <a:cubicBezTo>
                    <a:pt x="21516" y="125502"/>
                    <a:pt x="28190" y="119125"/>
                    <a:pt x="28190" y="110623"/>
                  </a:cubicBezTo>
                  <a:cubicBezTo>
                    <a:pt x="28190" y="102424"/>
                    <a:pt x="21516" y="99995"/>
                    <a:pt x="16965" y="99995"/>
                  </a:cubicBezTo>
                  <a:cubicBezTo>
                    <a:pt x="7863" y="99995"/>
                    <a:pt x="279" y="107890"/>
                    <a:pt x="279" y="117607"/>
                  </a:cubicBezTo>
                  <a:cubicBezTo>
                    <a:pt x="279" y="131576"/>
                    <a:pt x="15448" y="137649"/>
                    <a:pt x="28797" y="137649"/>
                  </a:cubicBezTo>
                  <a:cubicBezTo>
                    <a:pt x="48820" y="137649"/>
                    <a:pt x="59742" y="116392"/>
                    <a:pt x="60652" y="114570"/>
                  </a:cubicBezTo>
                  <a:cubicBezTo>
                    <a:pt x="64292" y="125806"/>
                    <a:pt x="75214" y="137649"/>
                    <a:pt x="93417" y="137649"/>
                  </a:cubicBezTo>
                  <a:cubicBezTo>
                    <a:pt x="124665" y="137649"/>
                    <a:pt x="141958" y="98476"/>
                    <a:pt x="141958" y="90885"/>
                  </a:cubicBezTo>
                  <a:cubicBezTo>
                    <a:pt x="141958" y="87848"/>
                    <a:pt x="139227" y="87848"/>
                    <a:pt x="138317" y="87848"/>
                  </a:cubicBezTo>
                  <a:cubicBezTo>
                    <a:pt x="135587" y="87848"/>
                    <a:pt x="134980" y="89063"/>
                    <a:pt x="134373" y="91189"/>
                  </a:cubicBezTo>
                  <a:cubicBezTo>
                    <a:pt x="124362" y="123680"/>
                    <a:pt x="103732" y="130968"/>
                    <a:pt x="94024" y="130968"/>
                  </a:cubicBezTo>
                  <a:cubicBezTo>
                    <a:pt x="82192" y="130968"/>
                    <a:pt x="77338" y="121251"/>
                    <a:pt x="77338" y="110927"/>
                  </a:cubicBezTo>
                  <a:cubicBezTo>
                    <a:pt x="77338" y="104246"/>
                    <a:pt x="79158" y="97565"/>
                    <a:pt x="82495" y="84204"/>
                  </a:cubicBezTo>
                  <a:lnTo>
                    <a:pt x="92810" y="4260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B82AC62A-84A6-C263-216B-23B01246F381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0717833" y="8058113"/>
              <a:ext cx="64347" cy="143054"/>
            </a:xfrm>
            <a:custGeom>
              <a:avLst/>
              <a:gdLst>
                <a:gd name="csX0" fmla="*/ 59110 w 64347"/>
                <a:gd name="csY0" fmla="*/ 8169 h 143054"/>
                <a:gd name="csX1" fmla="*/ 50615 w 64347"/>
                <a:gd name="csY1" fmla="*/ 92 h 143054"/>
                <a:gd name="csX2" fmla="*/ 38723 w 64347"/>
                <a:gd name="csY2" fmla="*/ 11783 h 143054"/>
                <a:gd name="csX3" fmla="*/ 47218 w 64347"/>
                <a:gd name="csY3" fmla="*/ 19860 h 143054"/>
                <a:gd name="csX4" fmla="*/ 59110 w 64347"/>
                <a:gd name="csY4" fmla="*/ 8169 h 143054"/>
                <a:gd name="csX5" fmla="*/ 15787 w 64347"/>
                <a:gd name="csY5" fmla="*/ 116151 h 143054"/>
                <a:gd name="csX6" fmla="*/ 13876 w 64347"/>
                <a:gd name="csY6" fmla="*/ 125079 h 143054"/>
                <a:gd name="csX7" fmla="*/ 34051 w 64347"/>
                <a:gd name="csY7" fmla="*/ 143146 h 143054"/>
                <a:gd name="csX8" fmla="*/ 64632 w 64347"/>
                <a:gd name="csY8" fmla="*/ 110624 h 143054"/>
                <a:gd name="csX9" fmla="*/ 61234 w 64347"/>
                <a:gd name="csY9" fmla="*/ 107861 h 143054"/>
                <a:gd name="csX10" fmla="*/ 57199 w 64347"/>
                <a:gd name="csY10" fmla="*/ 111475 h 143054"/>
                <a:gd name="csX11" fmla="*/ 34688 w 64347"/>
                <a:gd name="csY11" fmla="*/ 137195 h 143054"/>
                <a:gd name="csX12" fmla="*/ 29379 w 64347"/>
                <a:gd name="csY12" fmla="*/ 129755 h 143054"/>
                <a:gd name="csX13" fmla="*/ 32777 w 64347"/>
                <a:gd name="csY13" fmla="*/ 116151 h 143054"/>
                <a:gd name="csX14" fmla="*/ 39572 w 64347"/>
                <a:gd name="csY14" fmla="*/ 99146 h 143054"/>
                <a:gd name="csX15" fmla="*/ 49978 w 64347"/>
                <a:gd name="csY15" fmla="*/ 72150 h 143054"/>
                <a:gd name="csX16" fmla="*/ 51253 w 64347"/>
                <a:gd name="csY16" fmla="*/ 65348 h 143054"/>
                <a:gd name="csX17" fmla="*/ 31078 w 64347"/>
                <a:gd name="csY17" fmla="*/ 47281 h 143054"/>
                <a:gd name="csX18" fmla="*/ 285 w 64347"/>
                <a:gd name="csY18" fmla="*/ 79803 h 143054"/>
                <a:gd name="csX19" fmla="*/ 3895 w 64347"/>
                <a:gd name="csY19" fmla="*/ 82566 h 143054"/>
                <a:gd name="csX20" fmla="*/ 7717 w 64347"/>
                <a:gd name="csY20" fmla="*/ 79165 h 143054"/>
                <a:gd name="csX21" fmla="*/ 30441 w 64347"/>
                <a:gd name="csY21" fmla="*/ 53232 h 143054"/>
                <a:gd name="csX22" fmla="*/ 35750 w 64347"/>
                <a:gd name="csY22" fmla="*/ 60672 h 143054"/>
                <a:gd name="csX23" fmla="*/ 29166 w 64347"/>
                <a:gd name="csY23" fmla="*/ 81928 h 143054"/>
                <a:gd name="csX24" fmla="*/ 15787 w 64347"/>
                <a:gd name="csY24" fmla="*/ 116151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347" h="143054">
                  <a:moveTo>
                    <a:pt x="59110" y="8169"/>
                  </a:moveTo>
                  <a:cubicBezTo>
                    <a:pt x="59110" y="4768"/>
                    <a:pt x="56562" y="92"/>
                    <a:pt x="50615" y="92"/>
                  </a:cubicBezTo>
                  <a:cubicBezTo>
                    <a:pt x="44882" y="92"/>
                    <a:pt x="38723" y="5618"/>
                    <a:pt x="38723" y="11783"/>
                  </a:cubicBezTo>
                  <a:cubicBezTo>
                    <a:pt x="38723" y="15396"/>
                    <a:pt x="41484" y="19860"/>
                    <a:pt x="47218" y="19860"/>
                  </a:cubicBezTo>
                  <a:cubicBezTo>
                    <a:pt x="53376" y="19860"/>
                    <a:pt x="59110" y="13908"/>
                    <a:pt x="59110" y="8169"/>
                  </a:cubicBezTo>
                  <a:close/>
                  <a:moveTo>
                    <a:pt x="15787" y="116151"/>
                  </a:moveTo>
                  <a:cubicBezTo>
                    <a:pt x="14938" y="118914"/>
                    <a:pt x="13876" y="121465"/>
                    <a:pt x="13876" y="125079"/>
                  </a:cubicBezTo>
                  <a:cubicBezTo>
                    <a:pt x="13876" y="135069"/>
                    <a:pt x="22371" y="143146"/>
                    <a:pt x="34051" y="143146"/>
                  </a:cubicBezTo>
                  <a:cubicBezTo>
                    <a:pt x="55288" y="143146"/>
                    <a:pt x="64632" y="113813"/>
                    <a:pt x="64632" y="110624"/>
                  </a:cubicBezTo>
                  <a:cubicBezTo>
                    <a:pt x="64632" y="107861"/>
                    <a:pt x="61871" y="107861"/>
                    <a:pt x="61234" y="107861"/>
                  </a:cubicBezTo>
                  <a:cubicBezTo>
                    <a:pt x="58261" y="107861"/>
                    <a:pt x="58048" y="109136"/>
                    <a:pt x="57199" y="111475"/>
                  </a:cubicBezTo>
                  <a:cubicBezTo>
                    <a:pt x="52314" y="128480"/>
                    <a:pt x="42970" y="137195"/>
                    <a:pt x="34688" y="137195"/>
                  </a:cubicBezTo>
                  <a:cubicBezTo>
                    <a:pt x="30441" y="137195"/>
                    <a:pt x="29379" y="134431"/>
                    <a:pt x="29379" y="129755"/>
                  </a:cubicBezTo>
                  <a:cubicBezTo>
                    <a:pt x="29379" y="124866"/>
                    <a:pt x="30865" y="120827"/>
                    <a:pt x="32777" y="116151"/>
                  </a:cubicBezTo>
                  <a:cubicBezTo>
                    <a:pt x="34900" y="110412"/>
                    <a:pt x="37236" y="104673"/>
                    <a:pt x="39572" y="99146"/>
                  </a:cubicBezTo>
                  <a:cubicBezTo>
                    <a:pt x="41484" y="94044"/>
                    <a:pt x="49129" y="74701"/>
                    <a:pt x="49978" y="72150"/>
                  </a:cubicBezTo>
                  <a:cubicBezTo>
                    <a:pt x="50615" y="70025"/>
                    <a:pt x="51253" y="67474"/>
                    <a:pt x="51253" y="65348"/>
                  </a:cubicBezTo>
                  <a:cubicBezTo>
                    <a:pt x="51253" y="55358"/>
                    <a:pt x="42758" y="47281"/>
                    <a:pt x="31078" y="47281"/>
                  </a:cubicBezTo>
                  <a:cubicBezTo>
                    <a:pt x="10053" y="47281"/>
                    <a:pt x="285" y="76189"/>
                    <a:pt x="285" y="79803"/>
                  </a:cubicBezTo>
                  <a:cubicBezTo>
                    <a:pt x="285" y="82566"/>
                    <a:pt x="3258" y="82566"/>
                    <a:pt x="3895" y="82566"/>
                  </a:cubicBezTo>
                  <a:cubicBezTo>
                    <a:pt x="6868" y="82566"/>
                    <a:pt x="7080" y="81503"/>
                    <a:pt x="7717" y="79165"/>
                  </a:cubicBezTo>
                  <a:cubicBezTo>
                    <a:pt x="13239" y="60885"/>
                    <a:pt x="22583" y="53232"/>
                    <a:pt x="30441" y="53232"/>
                  </a:cubicBezTo>
                  <a:cubicBezTo>
                    <a:pt x="33839" y="53232"/>
                    <a:pt x="35750" y="54933"/>
                    <a:pt x="35750" y="60672"/>
                  </a:cubicBezTo>
                  <a:cubicBezTo>
                    <a:pt x="35750" y="65561"/>
                    <a:pt x="34476" y="68749"/>
                    <a:pt x="29166" y="81928"/>
                  </a:cubicBezTo>
                  <a:lnTo>
                    <a:pt x="15787" y="116151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7FEAE081-84C5-2AA9-52A2-080F3FF0B6C1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0929228" y="7925747"/>
              <a:ext cx="12135" cy="303661"/>
            </a:xfrm>
            <a:custGeom>
              <a:avLst/>
              <a:gdLst>
                <a:gd name="csX0" fmla="*/ 12426 w 12135"/>
                <a:gd name="csY0" fmla="*/ 11022 h 303661"/>
                <a:gd name="csX1" fmla="*/ 6358 w 12135"/>
                <a:gd name="csY1" fmla="*/ 90 h 303661"/>
                <a:gd name="csX2" fmla="*/ 291 w 12135"/>
                <a:gd name="csY2" fmla="*/ 11022 h 303661"/>
                <a:gd name="csX3" fmla="*/ 291 w 12135"/>
                <a:gd name="csY3" fmla="*/ 292820 h 303661"/>
                <a:gd name="csX4" fmla="*/ 6358 w 12135"/>
                <a:gd name="csY4" fmla="*/ 303751 h 303661"/>
                <a:gd name="csX5" fmla="*/ 12426 w 12135"/>
                <a:gd name="csY5" fmla="*/ 292820 h 303661"/>
                <a:gd name="csX6" fmla="*/ 12426 w 12135"/>
                <a:gd name="csY6" fmla="*/ 11022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35" h="303661">
                  <a:moveTo>
                    <a:pt x="12426" y="11022"/>
                  </a:moveTo>
                  <a:cubicBezTo>
                    <a:pt x="12426" y="5556"/>
                    <a:pt x="12426" y="90"/>
                    <a:pt x="6358" y="90"/>
                  </a:cubicBezTo>
                  <a:cubicBezTo>
                    <a:pt x="291" y="90"/>
                    <a:pt x="291" y="5556"/>
                    <a:pt x="291" y="11022"/>
                  </a:cubicBezTo>
                  <a:lnTo>
                    <a:pt x="291" y="292820"/>
                  </a:lnTo>
                  <a:cubicBezTo>
                    <a:pt x="291" y="298286"/>
                    <a:pt x="291" y="303751"/>
                    <a:pt x="6358" y="303751"/>
                  </a:cubicBezTo>
                  <a:cubicBezTo>
                    <a:pt x="12426" y="303751"/>
                    <a:pt x="12426" y="298286"/>
                    <a:pt x="12426" y="292820"/>
                  </a:cubicBezTo>
                  <a:lnTo>
                    <a:pt x="12426" y="11022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08D3E38-BF94-F2AF-F23C-430E7555C567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1095041" y="7925747"/>
              <a:ext cx="67654" cy="303661"/>
            </a:xfrm>
            <a:custGeom>
              <a:avLst/>
              <a:gdLst>
                <a:gd name="csX0" fmla="*/ 66433 w 67654"/>
                <a:gd name="csY0" fmla="*/ 11629 h 303661"/>
                <a:gd name="csX1" fmla="*/ 67950 w 67654"/>
                <a:gd name="csY1" fmla="*/ 6163 h 303661"/>
                <a:gd name="csX2" fmla="*/ 61883 w 67654"/>
                <a:gd name="csY2" fmla="*/ 90 h 303661"/>
                <a:gd name="csX3" fmla="*/ 54905 w 67654"/>
                <a:gd name="csY3" fmla="*/ 7074 h 303661"/>
                <a:gd name="csX4" fmla="*/ 1813 w 67654"/>
                <a:gd name="csY4" fmla="*/ 146455 h 303661"/>
                <a:gd name="csX5" fmla="*/ 296 w 67654"/>
                <a:gd name="csY5" fmla="*/ 151921 h 303661"/>
                <a:gd name="csX6" fmla="*/ 1813 w 67654"/>
                <a:gd name="csY6" fmla="*/ 157083 h 303661"/>
                <a:gd name="csX7" fmla="*/ 54905 w 67654"/>
                <a:gd name="csY7" fmla="*/ 296464 h 303661"/>
                <a:gd name="csX8" fmla="*/ 61883 w 67654"/>
                <a:gd name="csY8" fmla="*/ 303751 h 303661"/>
                <a:gd name="csX9" fmla="*/ 67950 w 67654"/>
                <a:gd name="csY9" fmla="*/ 297678 h 303661"/>
                <a:gd name="csX10" fmla="*/ 66433 w 67654"/>
                <a:gd name="csY10" fmla="*/ 292820 h 303661"/>
                <a:gd name="csX11" fmla="*/ 12735 w 67654"/>
                <a:gd name="csY11" fmla="*/ 151921 h 303661"/>
                <a:gd name="csX12" fmla="*/ 66433 w 67654"/>
                <a:gd name="csY12" fmla="*/ 1162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4" h="303661">
                  <a:moveTo>
                    <a:pt x="66433" y="11629"/>
                  </a:moveTo>
                  <a:cubicBezTo>
                    <a:pt x="67950" y="8289"/>
                    <a:pt x="67950" y="7682"/>
                    <a:pt x="67950" y="6163"/>
                  </a:cubicBezTo>
                  <a:cubicBezTo>
                    <a:pt x="67950" y="2823"/>
                    <a:pt x="65220" y="90"/>
                    <a:pt x="61883" y="90"/>
                  </a:cubicBezTo>
                  <a:cubicBezTo>
                    <a:pt x="59152" y="90"/>
                    <a:pt x="57028" y="1608"/>
                    <a:pt x="54905" y="7074"/>
                  </a:cubicBezTo>
                  <a:lnTo>
                    <a:pt x="1813" y="146455"/>
                  </a:lnTo>
                  <a:cubicBezTo>
                    <a:pt x="1206" y="148277"/>
                    <a:pt x="296" y="150099"/>
                    <a:pt x="296" y="151921"/>
                  </a:cubicBezTo>
                  <a:cubicBezTo>
                    <a:pt x="296" y="152832"/>
                    <a:pt x="296" y="153439"/>
                    <a:pt x="1813" y="157083"/>
                  </a:cubicBezTo>
                  <a:lnTo>
                    <a:pt x="54905" y="296464"/>
                  </a:lnTo>
                  <a:cubicBezTo>
                    <a:pt x="56118" y="299804"/>
                    <a:pt x="57635" y="303751"/>
                    <a:pt x="61883" y="303751"/>
                  </a:cubicBezTo>
                  <a:cubicBezTo>
                    <a:pt x="65220" y="303751"/>
                    <a:pt x="67950" y="301019"/>
                    <a:pt x="67950" y="297678"/>
                  </a:cubicBezTo>
                  <a:cubicBezTo>
                    <a:pt x="67950" y="296767"/>
                    <a:pt x="67950" y="296160"/>
                    <a:pt x="66433" y="292820"/>
                  </a:cubicBezTo>
                  <a:lnTo>
                    <a:pt x="12735" y="151921"/>
                  </a:lnTo>
                  <a:lnTo>
                    <a:pt x="66433" y="11629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721526A-EF99-714F-EF16-1E2F3754457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1201495" y="8019882"/>
              <a:ext cx="117408" cy="135432"/>
            </a:xfrm>
            <a:custGeom>
              <a:avLst/>
              <a:gdLst>
                <a:gd name="csX0" fmla="*/ 68864 w 117408"/>
                <a:gd name="csY0" fmla="*/ 56268 h 135432"/>
                <a:gd name="csX1" fmla="*/ 48234 w 117408"/>
                <a:gd name="csY1" fmla="*/ 52624 h 135432"/>
                <a:gd name="csX2" fmla="*/ 18806 w 117408"/>
                <a:gd name="csY2" fmla="*/ 35922 h 135432"/>
                <a:gd name="csX3" fmla="*/ 57336 w 117408"/>
                <a:gd name="csY3" fmla="*/ 18614 h 135432"/>
                <a:gd name="csX4" fmla="*/ 87674 w 117408"/>
                <a:gd name="csY4" fmla="*/ 35619 h 135432"/>
                <a:gd name="csX5" fmla="*/ 97989 w 117408"/>
                <a:gd name="csY5" fmla="*/ 45943 h 135432"/>
                <a:gd name="csX6" fmla="*/ 108607 w 117408"/>
                <a:gd name="csY6" fmla="*/ 33493 h 135432"/>
                <a:gd name="csX7" fmla="*/ 108607 w 117408"/>
                <a:gd name="csY7" fmla="*/ 12540 h 135432"/>
                <a:gd name="csX8" fmla="*/ 99506 w 117408"/>
                <a:gd name="csY8" fmla="*/ 90 h 135432"/>
                <a:gd name="csX9" fmla="*/ 90404 w 117408"/>
                <a:gd name="csY9" fmla="*/ 6467 h 135432"/>
                <a:gd name="csX10" fmla="*/ 57942 w 117408"/>
                <a:gd name="csY10" fmla="*/ 90 h 135432"/>
                <a:gd name="csX11" fmla="*/ 300 w 117408"/>
                <a:gd name="csY11" fmla="*/ 35922 h 135432"/>
                <a:gd name="csX12" fmla="*/ 60066 w 117408"/>
                <a:gd name="csY12" fmla="*/ 73273 h 135432"/>
                <a:gd name="csX13" fmla="*/ 99202 w 117408"/>
                <a:gd name="csY13" fmla="*/ 95743 h 135432"/>
                <a:gd name="csX14" fmla="*/ 60370 w 117408"/>
                <a:gd name="csY14" fmla="*/ 117000 h 135432"/>
                <a:gd name="csX15" fmla="*/ 21537 w 117408"/>
                <a:gd name="csY15" fmla="*/ 89974 h 135432"/>
                <a:gd name="csX16" fmla="*/ 10918 w 117408"/>
                <a:gd name="csY16" fmla="*/ 81168 h 135432"/>
                <a:gd name="csX17" fmla="*/ 300 w 117408"/>
                <a:gd name="csY17" fmla="*/ 93618 h 135432"/>
                <a:gd name="csX18" fmla="*/ 300 w 117408"/>
                <a:gd name="csY18" fmla="*/ 123073 h 135432"/>
                <a:gd name="csX19" fmla="*/ 9401 w 117408"/>
                <a:gd name="csY19" fmla="*/ 135523 h 135432"/>
                <a:gd name="csX20" fmla="*/ 20627 w 117408"/>
                <a:gd name="csY20" fmla="*/ 123984 h 135432"/>
                <a:gd name="csX21" fmla="*/ 60066 w 117408"/>
                <a:gd name="csY21" fmla="*/ 135523 h 135432"/>
                <a:gd name="csX22" fmla="*/ 117709 w 117408"/>
                <a:gd name="csY22" fmla="*/ 95743 h 135432"/>
                <a:gd name="csX23" fmla="*/ 68864 w 117408"/>
                <a:gd name="csY23" fmla="*/ 56268 h 135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408" h="135432">
                  <a:moveTo>
                    <a:pt x="68864" y="56268"/>
                  </a:moveTo>
                  <a:cubicBezTo>
                    <a:pt x="61886" y="55053"/>
                    <a:pt x="55819" y="54142"/>
                    <a:pt x="48234" y="52624"/>
                  </a:cubicBezTo>
                  <a:cubicBezTo>
                    <a:pt x="39436" y="51409"/>
                    <a:pt x="18806" y="47765"/>
                    <a:pt x="18806" y="35922"/>
                  </a:cubicBezTo>
                  <a:cubicBezTo>
                    <a:pt x="18806" y="28027"/>
                    <a:pt x="28515" y="18614"/>
                    <a:pt x="57336" y="18614"/>
                  </a:cubicBezTo>
                  <a:cubicBezTo>
                    <a:pt x="82516" y="18614"/>
                    <a:pt x="86764" y="27723"/>
                    <a:pt x="87674" y="35619"/>
                  </a:cubicBezTo>
                  <a:cubicBezTo>
                    <a:pt x="87977" y="40781"/>
                    <a:pt x="88584" y="45943"/>
                    <a:pt x="97989" y="45943"/>
                  </a:cubicBezTo>
                  <a:cubicBezTo>
                    <a:pt x="108607" y="45943"/>
                    <a:pt x="108607" y="39566"/>
                    <a:pt x="108607" y="33493"/>
                  </a:cubicBezTo>
                  <a:lnTo>
                    <a:pt x="108607" y="12540"/>
                  </a:lnTo>
                  <a:cubicBezTo>
                    <a:pt x="108607" y="7682"/>
                    <a:pt x="108607" y="90"/>
                    <a:pt x="99506" y="90"/>
                  </a:cubicBezTo>
                  <a:cubicBezTo>
                    <a:pt x="92225" y="90"/>
                    <a:pt x="91011" y="4341"/>
                    <a:pt x="90404" y="6467"/>
                  </a:cubicBezTo>
                  <a:cubicBezTo>
                    <a:pt x="77055" y="90"/>
                    <a:pt x="63707" y="90"/>
                    <a:pt x="57942" y="90"/>
                  </a:cubicBezTo>
                  <a:cubicBezTo>
                    <a:pt x="7278" y="90"/>
                    <a:pt x="300" y="24990"/>
                    <a:pt x="300" y="35922"/>
                  </a:cubicBezTo>
                  <a:cubicBezTo>
                    <a:pt x="300" y="63859"/>
                    <a:pt x="32155" y="69021"/>
                    <a:pt x="60066" y="73273"/>
                  </a:cubicBezTo>
                  <a:cubicBezTo>
                    <a:pt x="74932" y="75702"/>
                    <a:pt x="99202" y="79649"/>
                    <a:pt x="99202" y="95743"/>
                  </a:cubicBezTo>
                  <a:cubicBezTo>
                    <a:pt x="99202" y="106979"/>
                    <a:pt x="87977" y="117000"/>
                    <a:pt x="60370" y="117000"/>
                  </a:cubicBezTo>
                  <a:cubicBezTo>
                    <a:pt x="46111" y="117000"/>
                    <a:pt x="29121" y="113660"/>
                    <a:pt x="21537" y="89974"/>
                  </a:cubicBezTo>
                  <a:cubicBezTo>
                    <a:pt x="20020" y="84508"/>
                    <a:pt x="18806" y="81168"/>
                    <a:pt x="10918" y="81168"/>
                  </a:cubicBezTo>
                  <a:cubicBezTo>
                    <a:pt x="300" y="81168"/>
                    <a:pt x="300" y="87545"/>
                    <a:pt x="300" y="93618"/>
                  </a:cubicBezTo>
                  <a:lnTo>
                    <a:pt x="300" y="123073"/>
                  </a:lnTo>
                  <a:cubicBezTo>
                    <a:pt x="300" y="127932"/>
                    <a:pt x="300" y="135523"/>
                    <a:pt x="9401" y="135523"/>
                  </a:cubicBezTo>
                  <a:cubicBezTo>
                    <a:pt x="12132" y="135523"/>
                    <a:pt x="16986" y="135219"/>
                    <a:pt x="20627" y="123984"/>
                  </a:cubicBezTo>
                  <a:cubicBezTo>
                    <a:pt x="35492" y="134916"/>
                    <a:pt x="51571" y="135523"/>
                    <a:pt x="60066" y="135523"/>
                  </a:cubicBezTo>
                  <a:cubicBezTo>
                    <a:pt x="108000" y="135523"/>
                    <a:pt x="117709" y="110319"/>
                    <a:pt x="117709" y="95743"/>
                  </a:cubicBezTo>
                  <a:cubicBezTo>
                    <a:pt x="117709" y="64163"/>
                    <a:pt x="78572" y="57786"/>
                    <a:pt x="68864" y="56268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0320B79F-C4C2-9C4F-C3E6-216E1FF0CEDB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1355611" y="7925747"/>
              <a:ext cx="67654" cy="303661"/>
            </a:xfrm>
            <a:custGeom>
              <a:avLst/>
              <a:gdLst>
                <a:gd name="csX0" fmla="*/ 66442 w 67654"/>
                <a:gd name="csY0" fmla="*/ 157083 h 303661"/>
                <a:gd name="csX1" fmla="*/ 67959 w 67654"/>
                <a:gd name="csY1" fmla="*/ 151921 h 303661"/>
                <a:gd name="csX2" fmla="*/ 66442 w 67654"/>
                <a:gd name="csY2" fmla="*/ 146759 h 303661"/>
                <a:gd name="csX3" fmla="*/ 13351 w 67654"/>
                <a:gd name="csY3" fmla="*/ 7074 h 303661"/>
                <a:gd name="csX4" fmla="*/ 6373 w 67654"/>
                <a:gd name="csY4" fmla="*/ 90 h 303661"/>
                <a:gd name="csX5" fmla="*/ 305 w 67654"/>
                <a:gd name="csY5" fmla="*/ 6163 h 303661"/>
                <a:gd name="csX6" fmla="*/ 1822 w 67654"/>
                <a:gd name="csY6" fmla="*/ 11022 h 303661"/>
                <a:gd name="csX7" fmla="*/ 55521 w 67654"/>
                <a:gd name="csY7" fmla="*/ 151921 h 303661"/>
                <a:gd name="csX8" fmla="*/ 1822 w 67654"/>
                <a:gd name="csY8" fmla="*/ 292212 h 303661"/>
                <a:gd name="csX9" fmla="*/ 305 w 67654"/>
                <a:gd name="csY9" fmla="*/ 297678 h 303661"/>
                <a:gd name="csX10" fmla="*/ 6373 w 67654"/>
                <a:gd name="csY10" fmla="*/ 303751 h 303661"/>
                <a:gd name="csX11" fmla="*/ 12744 w 67654"/>
                <a:gd name="csY11" fmla="*/ 297678 h 303661"/>
                <a:gd name="csX12" fmla="*/ 66442 w 67654"/>
                <a:gd name="csY12" fmla="*/ 157083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4" h="303661">
                  <a:moveTo>
                    <a:pt x="66442" y="157083"/>
                  </a:moveTo>
                  <a:cubicBezTo>
                    <a:pt x="67959" y="153439"/>
                    <a:pt x="67959" y="152832"/>
                    <a:pt x="67959" y="151921"/>
                  </a:cubicBezTo>
                  <a:cubicBezTo>
                    <a:pt x="67959" y="151010"/>
                    <a:pt x="67959" y="150403"/>
                    <a:pt x="66442" y="146759"/>
                  </a:cubicBezTo>
                  <a:lnTo>
                    <a:pt x="13351" y="7074"/>
                  </a:lnTo>
                  <a:cubicBezTo>
                    <a:pt x="11530" y="1912"/>
                    <a:pt x="9710" y="90"/>
                    <a:pt x="6373" y="90"/>
                  </a:cubicBezTo>
                  <a:cubicBezTo>
                    <a:pt x="3036" y="90"/>
                    <a:pt x="305" y="2823"/>
                    <a:pt x="305" y="6163"/>
                  </a:cubicBezTo>
                  <a:cubicBezTo>
                    <a:pt x="305" y="7074"/>
                    <a:pt x="305" y="7682"/>
                    <a:pt x="1822" y="11022"/>
                  </a:cubicBezTo>
                  <a:lnTo>
                    <a:pt x="55521" y="151921"/>
                  </a:lnTo>
                  <a:lnTo>
                    <a:pt x="1822" y="292212"/>
                  </a:lnTo>
                  <a:cubicBezTo>
                    <a:pt x="305" y="295553"/>
                    <a:pt x="305" y="296160"/>
                    <a:pt x="305" y="297678"/>
                  </a:cubicBezTo>
                  <a:cubicBezTo>
                    <a:pt x="305" y="301019"/>
                    <a:pt x="3036" y="303751"/>
                    <a:pt x="6373" y="303751"/>
                  </a:cubicBezTo>
                  <a:cubicBezTo>
                    <a:pt x="10317" y="303751"/>
                    <a:pt x="11530" y="300715"/>
                    <a:pt x="12744" y="297678"/>
                  </a:cubicBezTo>
                  <a:lnTo>
                    <a:pt x="66442" y="15708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113A260-CFBA-2A9D-1B53-7FCDC06AB9AA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1482998" y="8121305"/>
              <a:ext cx="35495" cy="90794"/>
            </a:xfrm>
            <a:custGeom>
              <a:avLst/>
              <a:gdLst>
                <a:gd name="csX0" fmla="*/ 35805 w 35495"/>
                <a:gd name="csY0" fmla="*/ 31975 h 90794"/>
                <a:gd name="csX1" fmla="*/ 16388 w 35495"/>
                <a:gd name="csY1" fmla="*/ 90 h 90794"/>
                <a:gd name="csX2" fmla="*/ 309 w 35495"/>
                <a:gd name="csY2" fmla="*/ 16184 h 90794"/>
                <a:gd name="csX3" fmla="*/ 16388 w 35495"/>
                <a:gd name="csY3" fmla="*/ 32278 h 90794"/>
                <a:gd name="csX4" fmla="*/ 27007 w 35495"/>
                <a:gd name="csY4" fmla="*/ 28331 h 90794"/>
                <a:gd name="csX5" fmla="*/ 28524 w 35495"/>
                <a:gd name="csY5" fmla="*/ 27420 h 90794"/>
                <a:gd name="csX6" fmla="*/ 29130 w 35495"/>
                <a:gd name="csY6" fmla="*/ 31975 h 90794"/>
                <a:gd name="csX7" fmla="*/ 8500 w 35495"/>
                <a:gd name="csY7" fmla="*/ 82686 h 90794"/>
                <a:gd name="csX8" fmla="*/ 5163 w 35495"/>
                <a:gd name="csY8" fmla="*/ 87545 h 90794"/>
                <a:gd name="csX9" fmla="*/ 8197 w 35495"/>
                <a:gd name="csY9" fmla="*/ 90885 h 90794"/>
                <a:gd name="csX10" fmla="*/ 35805 w 35495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5" h="90794">
                  <a:moveTo>
                    <a:pt x="35805" y="31975"/>
                  </a:moveTo>
                  <a:cubicBezTo>
                    <a:pt x="35805" y="11933"/>
                    <a:pt x="28220" y="90"/>
                    <a:pt x="16388" y="90"/>
                  </a:cubicBezTo>
                  <a:cubicBezTo>
                    <a:pt x="6377" y="90"/>
                    <a:pt x="309" y="7682"/>
                    <a:pt x="309" y="16184"/>
                  </a:cubicBezTo>
                  <a:cubicBezTo>
                    <a:pt x="309" y="24383"/>
                    <a:pt x="6377" y="32278"/>
                    <a:pt x="16388" y="32278"/>
                  </a:cubicBezTo>
                  <a:cubicBezTo>
                    <a:pt x="20029" y="32278"/>
                    <a:pt x="23973" y="31064"/>
                    <a:pt x="27007" y="28331"/>
                  </a:cubicBezTo>
                  <a:cubicBezTo>
                    <a:pt x="27917" y="27723"/>
                    <a:pt x="28220" y="27420"/>
                    <a:pt x="28524" y="27420"/>
                  </a:cubicBezTo>
                  <a:cubicBezTo>
                    <a:pt x="28827" y="27420"/>
                    <a:pt x="29130" y="27723"/>
                    <a:pt x="29130" y="31975"/>
                  </a:cubicBezTo>
                  <a:cubicBezTo>
                    <a:pt x="29130" y="54446"/>
                    <a:pt x="18512" y="72665"/>
                    <a:pt x="8500" y="82686"/>
                  </a:cubicBezTo>
                  <a:cubicBezTo>
                    <a:pt x="5163" y="86026"/>
                    <a:pt x="5163" y="86634"/>
                    <a:pt x="5163" y="87545"/>
                  </a:cubicBezTo>
                  <a:cubicBezTo>
                    <a:pt x="5163" y="89670"/>
                    <a:pt x="6680" y="90885"/>
                    <a:pt x="8197" y="90885"/>
                  </a:cubicBezTo>
                  <a:cubicBezTo>
                    <a:pt x="11534" y="90885"/>
                    <a:pt x="35805" y="67503"/>
                    <a:pt x="35805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DAEB228C-42BF-E32E-445E-AA57F53D7274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1600540" y="8019275"/>
              <a:ext cx="151083" cy="137558"/>
            </a:xfrm>
            <a:custGeom>
              <a:avLst/>
              <a:gdLst>
                <a:gd name="csX0" fmla="*/ 92845 w 151083"/>
                <a:gd name="csY0" fmla="*/ 42603 h 137558"/>
                <a:gd name="csX1" fmla="*/ 122880 w 151083"/>
                <a:gd name="csY1" fmla="*/ 6771 h 137558"/>
                <a:gd name="csX2" fmla="*/ 138049 w 151083"/>
                <a:gd name="csY2" fmla="*/ 10718 h 137558"/>
                <a:gd name="csX3" fmla="*/ 123486 w 151083"/>
                <a:gd name="csY3" fmla="*/ 27116 h 137558"/>
                <a:gd name="csX4" fmla="*/ 135015 w 151083"/>
                <a:gd name="csY4" fmla="*/ 37744 h 137558"/>
                <a:gd name="csX5" fmla="*/ 151397 w 151083"/>
                <a:gd name="csY5" fmla="*/ 20132 h 137558"/>
                <a:gd name="csX6" fmla="*/ 123183 w 151083"/>
                <a:gd name="csY6" fmla="*/ 90 h 137558"/>
                <a:gd name="csX7" fmla="*/ 91328 w 151083"/>
                <a:gd name="csY7" fmla="*/ 23168 h 137558"/>
                <a:gd name="csX8" fmla="*/ 58563 w 151083"/>
                <a:gd name="csY8" fmla="*/ 90 h 137558"/>
                <a:gd name="csX9" fmla="*/ 9718 w 151083"/>
                <a:gd name="csY9" fmla="*/ 46854 h 137558"/>
                <a:gd name="csX10" fmla="*/ 13359 w 151083"/>
                <a:gd name="csY10" fmla="*/ 49891 h 137558"/>
                <a:gd name="csX11" fmla="*/ 17303 w 151083"/>
                <a:gd name="csY11" fmla="*/ 46550 h 137558"/>
                <a:gd name="csX12" fmla="*/ 57956 w 151083"/>
                <a:gd name="csY12" fmla="*/ 6771 h 137558"/>
                <a:gd name="csX13" fmla="*/ 74339 w 151083"/>
                <a:gd name="csY13" fmla="*/ 27116 h 137558"/>
                <a:gd name="csX14" fmla="*/ 57956 w 151083"/>
                <a:gd name="csY14" fmla="*/ 99387 h 137558"/>
                <a:gd name="csX15" fmla="*/ 29135 w 151083"/>
                <a:gd name="csY15" fmla="*/ 130968 h 137558"/>
                <a:gd name="csX16" fmla="*/ 13966 w 151083"/>
                <a:gd name="csY16" fmla="*/ 127021 h 137558"/>
                <a:gd name="csX17" fmla="*/ 28225 w 151083"/>
                <a:gd name="csY17" fmla="*/ 110623 h 137558"/>
                <a:gd name="csX18" fmla="*/ 17000 w 151083"/>
                <a:gd name="csY18" fmla="*/ 99995 h 137558"/>
                <a:gd name="csX19" fmla="*/ 314 w 151083"/>
                <a:gd name="csY19" fmla="*/ 117607 h 137558"/>
                <a:gd name="csX20" fmla="*/ 28831 w 151083"/>
                <a:gd name="csY20" fmla="*/ 137649 h 137558"/>
                <a:gd name="csX21" fmla="*/ 60686 w 151083"/>
                <a:gd name="csY21" fmla="*/ 114570 h 137558"/>
                <a:gd name="csX22" fmla="*/ 93452 w 151083"/>
                <a:gd name="csY22" fmla="*/ 137649 h 137558"/>
                <a:gd name="csX23" fmla="*/ 141993 w 151083"/>
                <a:gd name="csY23" fmla="*/ 90885 h 137558"/>
                <a:gd name="csX24" fmla="*/ 138352 w 151083"/>
                <a:gd name="csY24" fmla="*/ 87848 h 137558"/>
                <a:gd name="csX25" fmla="*/ 134408 w 151083"/>
                <a:gd name="csY25" fmla="*/ 91189 h 137558"/>
                <a:gd name="csX26" fmla="*/ 94058 w 151083"/>
                <a:gd name="csY26" fmla="*/ 130968 h 137558"/>
                <a:gd name="csX27" fmla="*/ 77372 w 151083"/>
                <a:gd name="csY27" fmla="*/ 110927 h 137558"/>
                <a:gd name="csX28" fmla="*/ 82530 w 151083"/>
                <a:gd name="csY28" fmla="*/ 84204 h 137558"/>
                <a:gd name="csX29" fmla="*/ 92845 w 151083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083" h="137558">
                  <a:moveTo>
                    <a:pt x="92845" y="42603"/>
                  </a:moveTo>
                  <a:cubicBezTo>
                    <a:pt x="94665" y="34708"/>
                    <a:pt x="101643" y="6771"/>
                    <a:pt x="122880" y="6771"/>
                  </a:cubicBezTo>
                  <a:cubicBezTo>
                    <a:pt x="124396" y="6771"/>
                    <a:pt x="131678" y="6771"/>
                    <a:pt x="138049" y="10718"/>
                  </a:cubicBezTo>
                  <a:cubicBezTo>
                    <a:pt x="129554" y="12237"/>
                    <a:pt x="123486" y="19828"/>
                    <a:pt x="123486" y="27116"/>
                  </a:cubicBezTo>
                  <a:cubicBezTo>
                    <a:pt x="123486" y="31975"/>
                    <a:pt x="126824" y="37744"/>
                    <a:pt x="135015" y="37744"/>
                  </a:cubicBezTo>
                  <a:cubicBezTo>
                    <a:pt x="141689" y="37744"/>
                    <a:pt x="151397" y="32278"/>
                    <a:pt x="151397" y="20132"/>
                  </a:cubicBezTo>
                  <a:cubicBezTo>
                    <a:pt x="151397" y="4341"/>
                    <a:pt x="133498" y="90"/>
                    <a:pt x="123183" y="90"/>
                  </a:cubicBezTo>
                  <a:cubicBezTo>
                    <a:pt x="105587" y="90"/>
                    <a:pt x="94968" y="16184"/>
                    <a:pt x="91328" y="23168"/>
                  </a:cubicBezTo>
                  <a:cubicBezTo>
                    <a:pt x="83743" y="3127"/>
                    <a:pt x="67361" y="90"/>
                    <a:pt x="58563" y="90"/>
                  </a:cubicBezTo>
                  <a:cubicBezTo>
                    <a:pt x="27011" y="90"/>
                    <a:pt x="9718" y="39263"/>
                    <a:pt x="9718" y="46854"/>
                  </a:cubicBezTo>
                  <a:cubicBezTo>
                    <a:pt x="9718" y="49891"/>
                    <a:pt x="12752" y="49891"/>
                    <a:pt x="13359" y="49891"/>
                  </a:cubicBezTo>
                  <a:cubicBezTo>
                    <a:pt x="15786" y="49891"/>
                    <a:pt x="16696" y="49283"/>
                    <a:pt x="17303" y="46550"/>
                  </a:cubicBezTo>
                  <a:cubicBezTo>
                    <a:pt x="27618" y="14362"/>
                    <a:pt x="47641" y="6771"/>
                    <a:pt x="57956" y="6771"/>
                  </a:cubicBezTo>
                  <a:cubicBezTo>
                    <a:pt x="63720" y="6771"/>
                    <a:pt x="74339" y="9504"/>
                    <a:pt x="74339" y="27116"/>
                  </a:cubicBezTo>
                  <a:cubicBezTo>
                    <a:pt x="74339" y="36530"/>
                    <a:pt x="69181" y="56875"/>
                    <a:pt x="57956" y="99387"/>
                  </a:cubicBezTo>
                  <a:cubicBezTo>
                    <a:pt x="53102" y="118214"/>
                    <a:pt x="42484" y="130968"/>
                    <a:pt x="29135" y="130968"/>
                  </a:cubicBezTo>
                  <a:cubicBezTo>
                    <a:pt x="27315" y="130968"/>
                    <a:pt x="20337" y="130968"/>
                    <a:pt x="13966" y="127021"/>
                  </a:cubicBezTo>
                  <a:cubicBezTo>
                    <a:pt x="21550" y="125502"/>
                    <a:pt x="28225" y="119125"/>
                    <a:pt x="28225" y="110623"/>
                  </a:cubicBezTo>
                  <a:cubicBezTo>
                    <a:pt x="28225" y="102424"/>
                    <a:pt x="21550" y="99995"/>
                    <a:pt x="17000" y="99995"/>
                  </a:cubicBezTo>
                  <a:cubicBezTo>
                    <a:pt x="7898" y="99995"/>
                    <a:pt x="314" y="107890"/>
                    <a:pt x="314" y="117607"/>
                  </a:cubicBezTo>
                  <a:cubicBezTo>
                    <a:pt x="314" y="131576"/>
                    <a:pt x="15483" y="137649"/>
                    <a:pt x="28831" y="137649"/>
                  </a:cubicBezTo>
                  <a:cubicBezTo>
                    <a:pt x="48855" y="137649"/>
                    <a:pt x="59776" y="116392"/>
                    <a:pt x="60686" y="114570"/>
                  </a:cubicBezTo>
                  <a:cubicBezTo>
                    <a:pt x="64327" y="125806"/>
                    <a:pt x="75249" y="137649"/>
                    <a:pt x="93452" y="137649"/>
                  </a:cubicBezTo>
                  <a:cubicBezTo>
                    <a:pt x="124700" y="137649"/>
                    <a:pt x="141993" y="98476"/>
                    <a:pt x="141993" y="90885"/>
                  </a:cubicBezTo>
                  <a:cubicBezTo>
                    <a:pt x="141993" y="87848"/>
                    <a:pt x="139262" y="87848"/>
                    <a:pt x="138352" y="87848"/>
                  </a:cubicBezTo>
                  <a:cubicBezTo>
                    <a:pt x="135622" y="87848"/>
                    <a:pt x="135015" y="89063"/>
                    <a:pt x="134408" y="91189"/>
                  </a:cubicBezTo>
                  <a:cubicBezTo>
                    <a:pt x="124396" y="123680"/>
                    <a:pt x="103767" y="130968"/>
                    <a:pt x="94058" y="130968"/>
                  </a:cubicBezTo>
                  <a:cubicBezTo>
                    <a:pt x="82226" y="130968"/>
                    <a:pt x="77372" y="121251"/>
                    <a:pt x="77372" y="110927"/>
                  </a:cubicBezTo>
                  <a:cubicBezTo>
                    <a:pt x="77372" y="104246"/>
                    <a:pt x="79193" y="97565"/>
                    <a:pt x="82530" y="84204"/>
                  </a:cubicBezTo>
                  <a:lnTo>
                    <a:pt x="92845" y="4260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EC8E5FFF-B67B-3C75-2A43-3DD4705C3AF1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1788281" y="8057900"/>
              <a:ext cx="77301" cy="141141"/>
            </a:xfrm>
            <a:custGeom>
              <a:avLst/>
              <a:gdLst>
                <a:gd name="csX0" fmla="*/ 48314 w 77301"/>
                <a:gd name="csY0" fmla="*/ 6043 h 141141"/>
                <a:gd name="csX1" fmla="*/ 41943 w 77301"/>
                <a:gd name="csY1" fmla="*/ 92 h 141141"/>
                <a:gd name="csX2" fmla="*/ 319 w 77301"/>
                <a:gd name="csY2" fmla="*/ 13696 h 141141"/>
                <a:gd name="csX3" fmla="*/ 319 w 77301"/>
                <a:gd name="csY3" fmla="*/ 21348 h 141141"/>
                <a:gd name="csX4" fmla="*/ 31112 w 77301"/>
                <a:gd name="csY4" fmla="*/ 15396 h 141141"/>
                <a:gd name="csX5" fmla="*/ 31112 w 77301"/>
                <a:gd name="csY5" fmla="*/ 123803 h 141141"/>
                <a:gd name="csX6" fmla="*/ 9876 w 77301"/>
                <a:gd name="csY6" fmla="*/ 133581 h 141141"/>
                <a:gd name="csX7" fmla="*/ 1806 w 77301"/>
                <a:gd name="csY7" fmla="*/ 133581 h 141141"/>
                <a:gd name="csX8" fmla="*/ 1806 w 77301"/>
                <a:gd name="csY8" fmla="*/ 141233 h 141141"/>
                <a:gd name="csX9" fmla="*/ 39607 w 77301"/>
                <a:gd name="csY9" fmla="*/ 140383 h 141141"/>
                <a:gd name="csX10" fmla="*/ 77621 w 77301"/>
                <a:gd name="csY10" fmla="*/ 141233 h 141141"/>
                <a:gd name="csX11" fmla="*/ 77621 w 77301"/>
                <a:gd name="csY11" fmla="*/ 133581 h 141141"/>
                <a:gd name="csX12" fmla="*/ 69551 w 77301"/>
                <a:gd name="csY12" fmla="*/ 133581 h 141141"/>
                <a:gd name="csX13" fmla="*/ 48314 w 77301"/>
                <a:gd name="csY13" fmla="*/ 123803 h 141141"/>
                <a:gd name="csX14" fmla="*/ 48314 w 77301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01" h="141141">
                  <a:moveTo>
                    <a:pt x="48314" y="6043"/>
                  </a:moveTo>
                  <a:cubicBezTo>
                    <a:pt x="48314" y="304"/>
                    <a:pt x="47889" y="92"/>
                    <a:pt x="41943" y="92"/>
                  </a:cubicBezTo>
                  <a:cubicBezTo>
                    <a:pt x="28352" y="13483"/>
                    <a:pt x="9026" y="13696"/>
                    <a:pt x="319" y="13696"/>
                  </a:cubicBezTo>
                  <a:lnTo>
                    <a:pt x="319" y="21348"/>
                  </a:lnTo>
                  <a:cubicBezTo>
                    <a:pt x="5416" y="21348"/>
                    <a:pt x="19432" y="21348"/>
                    <a:pt x="31112" y="15396"/>
                  </a:cubicBezTo>
                  <a:lnTo>
                    <a:pt x="31112" y="123803"/>
                  </a:lnTo>
                  <a:cubicBezTo>
                    <a:pt x="31112" y="130818"/>
                    <a:pt x="31112" y="133581"/>
                    <a:pt x="9876" y="133581"/>
                  </a:cubicBezTo>
                  <a:lnTo>
                    <a:pt x="1806" y="133581"/>
                  </a:lnTo>
                  <a:lnTo>
                    <a:pt x="1806" y="141233"/>
                  </a:lnTo>
                  <a:cubicBezTo>
                    <a:pt x="5628" y="141021"/>
                    <a:pt x="31750" y="140383"/>
                    <a:pt x="39607" y="140383"/>
                  </a:cubicBezTo>
                  <a:cubicBezTo>
                    <a:pt x="46191" y="140383"/>
                    <a:pt x="72949" y="141021"/>
                    <a:pt x="77621" y="141233"/>
                  </a:cubicBezTo>
                  <a:lnTo>
                    <a:pt x="77621" y="133581"/>
                  </a:lnTo>
                  <a:lnTo>
                    <a:pt x="69551" y="133581"/>
                  </a:lnTo>
                  <a:cubicBezTo>
                    <a:pt x="48314" y="133581"/>
                    <a:pt x="48314" y="130818"/>
                    <a:pt x="48314" y="123803"/>
                  </a:cubicBezTo>
                  <a:lnTo>
                    <a:pt x="48314" y="6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FCF8852-D701-F63A-8DE0-FF3BBC2B81F9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1927325" y="8121305"/>
              <a:ext cx="35495" cy="90794"/>
            </a:xfrm>
            <a:custGeom>
              <a:avLst/>
              <a:gdLst>
                <a:gd name="csX0" fmla="*/ 35819 w 35495"/>
                <a:gd name="csY0" fmla="*/ 31975 h 90794"/>
                <a:gd name="csX1" fmla="*/ 16403 w 35495"/>
                <a:gd name="csY1" fmla="*/ 90 h 90794"/>
                <a:gd name="csX2" fmla="*/ 324 w 35495"/>
                <a:gd name="csY2" fmla="*/ 16184 h 90794"/>
                <a:gd name="csX3" fmla="*/ 16403 w 35495"/>
                <a:gd name="csY3" fmla="*/ 32278 h 90794"/>
                <a:gd name="csX4" fmla="*/ 27021 w 35495"/>
                <a:gd name="csY4" fmla="*/ 28331 h 90794"/>
                <a:gd name="csX5" fmla="*/ 28538 w 35495"/>
                <a:gd name="csY5" fmla="*/ 27420 h 90794"/>
                <a:gd name="csX6" fmla="*/ 29145 w 35495"/>
                <a:gd name="csY6" fmla="*/ 31975 h 90794"/>
                <a:gd name="csX7" fmla="*/ 8515 w 35495"/>
                <a:gd name="csY7" fmla="*/ 82686 h 90794"/>
                <a:gd name="csX8" fmla="*/ 5178 w 35495"/>
                <a:gd name="csY8" fmla="*/ 87545 h 90794"/>
                <a:gd name="csX9" fmla="*/ 8212 w 35495"/>
                <a:gd name="csY9" fmla="*/ 90885 h 90794"/>
                <a:gd name="csX10" fmla="*/ 35819 w 35495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5" h="90794">
                  <a:moveTo>
                    <a:pt x="35819" y="31975"/>
                  </a:moveTo>
                  <a:cubicBezTo>
                    <a:pt x="35819" y="11933"/>
                    <a:pt x="28235" y="90"/>
                    <a:pt x="16403" y="90"/>
                  </a:cubicBezTo>
                  <a:cubicBezTo>
                    <a:pt x="6391" y="90"/>
                    <a:pt x="324" y="7682"/>
                    <a:pt x="324" y="16184"/>
                  </a:cubicBezTo>
                  <a:cubicBezTo>
                    <a:pt x="324" y="24383"/>
                    <a:pt x="6391" y="32278"/>
                    <a:pt x="16403" y="32278"/>
                  </a:cubicBezTo>
                  <a:cubicBezTo>
                    <a:pt x="20044" y="32278"/>
                    <a:pt x="23987" y="31064"/>
                    <a:pt x="27021" y="28331"/>
                  </a:cubicBezTo>
                  <a:cubicBezTo>
                    <a:pt x="27931" y="27723"/>
                    <a:pt x="28235" y="27420"/>
                    <a:pt x="28538" y="27420"/>
                  </a:cubicBezTo>
                  <a:cubicBezTo>
                    <a:pt x="28842" y="27420"/>
                    <a:pt x="29145" y="27723"/>
                    <a:pt x="29145" y="31975"/>
                  </a:cubicBezTo>
                  <a:cubicBezTo>
                    <a:pt x="29145" y="54446"/>
                    <a:pt x="18527" y="72665"/>
                    <a:pt x="8515" y="82686"/>
                  </a:cubicBezTo>
                  <a:cubicBezTo>
                    <a:pt x="5178" y="86026"/>
                    <a:pt x="5178" y="86634"/>
                    <a:pt x="5178" y="87545"/>
                  </a:cubicBezTo>
                  <a:cubicBezTo>
                    <a:pt x="5178" y="89670"/>
                    <a:pt x="6695" y="90885"/>
                    <a:pt x="8212" y="90885"/>
                  </a:cubicBezTo>
                  <a:cubicBezTo>
                    <a:pt x="11549" y="90885"/>
                    <a:pt x="35819" y="67503"/>
                    <a:pt x="35819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A489FFD4-1645-6A2E-DDA5-C39982E060AF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2062160" y="8121305"/>
              <a:ext cx="32158" cy="32188"/>
            </a:xfrm>
            <a:custGeom>
              <a:avLst/>
              <a:gdLst>
                <a:gd name="csX0" fmla="*/ 32487 w 32158"/>
                <a:gd name="csY0" fmla="*/ 16184 h 32188"/>
                <a:gd name="csX1" fmla="*/ 16407 w 32158"/>
                <a:gd name="csY1" fmla="*/ 90 h 32188"/>
                <a:gd name="csX2" fmla="*/ 328 w 32158"/>
                <a:gd name="csY2" fmla="*/ 16184 h 32188"/>
                <a:gd name="csX3" fmla="*/ 16407 w 32158"/>
                <a:gd name="csY3" fmla="*/ 32278 h 32188"/>
                <a:gd name="csX4" fmla="*/ 32487 w 32158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58" h="32188">
                  <a:moveTo>
                    <a:pt x="32487" y="16184"/>
                  </a:moveTo>
                  <a:cubicBezTo>
                    <a:pt x="32487" y="7378"/>
                    <a:pt x="25205" y="90"/>
                    <a:pt x="16407" y="90"/>
                  </a:cubicBezTo>
                  <a:cubicBezTo>
                    <a:pt x="7609" y="90"/>
                    <a:pt x="328" y="7378"/>
                    <a:pt x="328" y="16184"/>
                  </a:cubicBezTo>
                  <a:cubicBezTo>
                    <a:pt x="328" y="24990"/>
                    <a:pt x="7609" y="32278"/>
                    <a:pt x="16407" y="32278"/>
                  </a:cubicBezTo>
                  <a:cubicBezTo>
                    <a:pt x="25205" y="32278"/>
                    <a:pt x="32487" y="24990"/>
                    <a:pt x="32487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2F10631-C1B6-E06D-E200-B05D41D14032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2196995" y="8121305"/>
              <a:ext cx="32158" cy="32188"/>
            </a:xfrm>
            <a:custGeom>
              <a:avLst/>
              <a:gdLst>
                <a:gd name="csX0" fmla="*/ 32491 w 32158"/>
                <a:gd name="csY0" fmla="*/ 16184 h 32188"/>
                <a:gd name="csX1" fmla="*/ 16412 w 32158"/>
                <a:gd name="csY1" fmla="*/ 90 h 32188"/>
                <a:gd name="csX2" fmla="*/ 333 w 32158"/>
                <a:gd name="csY2" fmla="*/ 16184 h 32188"/>
                <a:gd name="csX3" fmla="*/ 16412 w 32158"/>
                <a:gd name="csY3" fmla="*/ 32278 h 32188"/>
                <a:gd name="csX4" fmla="*/ 32491 w 32158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58" h="32188">
                  <a:moveTo>
                    <a:pt x="32491" y="16184"/>
                  </a:moveTo>
                  <a:cubicBezTo>
                    <a:pt x="32491" y="7378"/>
                    <a:pt x="25210" y="90"/>
                    <a:pt x="16412" y="90"/>
                  </a:cubicBezTo>
                  <a:cubicBezTo>
                    <a:pt x="7614" y="90"/>
                    <a:pt x="333" y="7378"/>
                    <a:pt x="333" y="16184"/>
                  </a:cubicBezTo>
                  <a:cubicBezTo>
                    <a:pt x="333" y="24990"/>
                    <a:pt x="7614" y="32278"/>
                    <a:pt x="16412" y="32278"/>
                  </a:cubicBezTo>
                  <a:cubicBezTo>
                    <a:pt x="25210" y="32278"/>
                    <a:pt x="32491" y="24990"/>
                    <a:pt x="32491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4D46190-A9B4-B6B5-510B-8C527A7850A1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2331830" y="8121305"/>
              <a:ext cx="32158" cy="32188"/>
            </a:xfrm>
            <a:custGeom>
              <a:avLst/>
              <a:gdLst>
                <a:gd name="csX0" fmla="*/ 32495 w 32158"/>
                <a:gd name="csY0" fmla="*/ 16184 h 32188"/>
                <a:gd name="csX1" fmla="*/ 16416 w 32158"/>
                <a:gd name="csY1" fmla="*/ 90 h 32188"/>
                <a:gd name="csX2" fmla="*/ 337 w 32158"/>
                <a:gd name="csY2" fmla="*/ 16184 h 32188"/>
                <a:gd name="csX3" fmla="*/ 16416 w 32158"/>
                <a:gd name="csY3" fmla="*/ 32278 h 32188"/>
                <a:gd name="csX4" fmla="*/ 32495 w 32158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58" h="32188">
                  <a:moveTo>
                    <a:pt x="32495" y="16184"/>
                  </a:moveTo>
                  <a:cubicBezTo>
                    <a:pt x="32495" y="7378"/>
                    <a:pt x="25214" y="90"/>
                    <a:pt x="16416" y="90"/>
                  </a:cubicBezTo>
                  <a:cubicBezTo>
                    <a:pt x="7618" y="90"/>
                    <a:pt x="337" y="7378"/>
                    <a:pt x="337" y="16184"/>
                  </a:cubicBezTo>
                  <a:cubicBezTo>
                    <a:pt x="337" y="24990"/>
                    <a:pt x="7618" y="32278"/>
                    <a:pt x="16416" y="32278"/>
                  </a:cubicBezTo>
                  <a:cubicBezTo>
                    <a:pt x="25214" y="32278"/>
                    <a:pt x="32495" y="24990"/>
                    <a:pt x="32495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4434213-563D-12D4-D393-7A4E9988A743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2466665" y="8121305"/>
              <a:ext cx="35495" cy="90794"/>
            </a:xfrm>
            <a:custGeom>
              <a:avLst/>
              <a:gdLst>
                <a:gd name="csX0" fmla="*/ 35837 w 35495"/>
                <a:gd name="csY0" fmla="*/ 31975 h 90794"/>
                <a:gd name="csX1" fmla="*/ 16421 w 35495"/>
                <a:gd name="csY1" fmla="*/ 90 h 90794"/>
                <a:gd name="csX2" fmla="*/ 341 w 35495"/>
                <a:gd name="csY2" fmla="*/ 16184 h 90794"/>
                <a:gd name="csX3" fmla="*/ 16421 w 35495"/>
                <a:gd name="csY3" fmla="*/ 32278 h 90794"/>
                <a:gd name="csX4" fmla="*/ 27039 w 35495"/>
                <a:gd name="csY4" fmla="*/ 28331 h 90794"/>
                <a:gd name="csX5" fmla="*/ 28556 w 35495"/>
                <a:gd name="csY5" fmla="*/ 27420 h 90794"/>
                <a:gd name="csX6" fmla="*/ 29163 w 35495"/>
                <a:gd name="csY6" fmla="*/ 31975 h 90794"/>
                <a:gd name="csX7" fmla="*/ 8533 w 35495"/>
                <a:gd name="csY7" fmla="*/ 82686 h 90794"/>
                <a:gd name="csX8" fmla="*/ 5196 w 35495"/>
                <a:gd name="csY8" fmla="*/ 87545 h 90794"/>
                <a:gd name="csX9" fmla="*/ 8229 w 35495"/>
                <a:gd name="csY9" fmla="*/ 90885 h 90794"/>
                <a:gd name="csX10" fmla="*/ 35837 w 35495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5" h="90794">
                  <a:moveTo>
                    <a:pt x="35837" y="31975"/>
                  </a:moveTo>
                  <a:cubicBezTo>
                    <a:pt x="35837" y="11933"/>
                    <a:pt x="28253" y="90"/>
                    <a:pt x="16421" y="90"/>
                  </a:cubicBezTo>
                  <a:cubicBezTo>
                    <a:pt x="6409" y="90"/>
                    <a:pt x="341" y="7682"/>
                    <a:pt x="341" y="16184"/>
                  </a:cubicBezTo>
                  <a:cubicBezTo>
                    <a:pt x="341" y="24383"/>
                    <a:pt x="6409" y="32278"/>
                    <a:pt x="16421" y="32278"/>
                  </a:cubicBezTo>
                  <a:cubicBezTo>
                    <a:pt x="20061" y="32278"/>
                    <a:pt x="24005" y="31064"/>
                    <a:pt x="27039" y="28331"/>
                  </a:cubicBezTo>
                  <a:cubicBezTo>
                    <a:pt x="27949" y="27723"/>
                    <a:pt x="28253" y="27420"/>
                    <a:pt x="28556" y="27420"/>
                  </a:cubicBezTo>
                  <a:cubicBezTo>
                    <a:pt x="28859" y="27420"/>
                    <a:pt x="29163" y="27723"/>
                    <a:pt x="29163" y="31975"/>
                  </a:cubicBezTo>
                  <a:cubicBezTo>
                    <a:pt x="29163" y="54446"/>
                    <a:pt x="18544" y="72665"/>
                    <a:pt x="8533" y="82686"/>
                  </a:cubicBezTo>
                  <a:cubicBezTo>
                    <a:pt x="5196" y="86026"/>
                    <a:pt x="5196" y="86634"/>
                    <a:pt x="5196" y="87545"/>
                  </a:cubicBezTo>
                  <a:cubicBezTo>
                    <a:pt x="5196" y="89670"/>
                    <a:pt x="6712" y="90885"/>
                    <a:pt x="8229" y="90885"/>
                  </a:cubicBezTo>
                  <a:cubicBezTo>
                    <a:pt x="11567" y="90885"/>
                    <a:pt x="35837" y="67503"/>
                    <a:pt x="35837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0BB3634-4550-50B8-100B-B64592E13575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2584207" y="8019275"/>
              <a:ext cx="151083" cy="137558"/>
            </a:xfrm>
            <a:custGeom>
              <a:avLst/>
              <a:gdLst>
                <a:gd name="csX0" fmla="*/ 92877 w 151083"/>
                <a:gd name="csY0" fmla="*/ 42603 h 137558"/>
                <a:gd name="csX1" fmla="*/ 122912 w 151083"/>
                <a:gd name="csY1" fmla="*/ 6771 h 137558"/>
                <a:gd name="csX2" fmla="*/ 138081 w 151083"/>
                <a:gd name="csY2" fmla="*/ 10718 h 137558"/>
                <a:gd name="csX3" fmla="*/ 123519 w 151083"/>
                <a:gd name="csY3" fmla="*/ 27116 h 137558"/>
                <a:gd name="csX4" fmla="*/ 135047 w 151083"/>
                <a:gd name="csY4" fmla="*/ 37744 h 137558"/>
                <a:gd name="csX5" fmla="*/ 151430 w 151083"/>
                <a:gd name="csY5" fmla="*/ 20132 h 137558"/>
                <a:gd name="csX6" fmla="*/ 123215 w 151083"/>
                <a:gd name="csY6" fmla="*/ 90 h 137558"/>
                <a:gd name="csX7" fmla="*/ 91360 w 151083"/>
                <a:gd name="csY7" fmla="*/ 23168 h 137558"/>
                <a:gd name="csX8" fmla="*/ 58595 w 151083"/>
                <a:gd name="csY8" fmla="*/ 90 h 137558"/>
                <a:gd name="csX9" fmla="*/ 9751 w 151083"/>
                <a:gd name="csY9" fmla="*/ 46854 h 137558"/>
                <a:gd name="csX10" fmla="*/ 13391 w 151083"/>
                <a:gd name="csY10" fmla="*/ 49891 h 137558"/>
                <a:gd name="csX11" fmla="*/ 17335 w 151083"/>
                <a:gd name="csY11" fmla="*/ 46550 h 137558"/>
                <a:gd name="csX12" fmla="*/ 57988 w 151083"/>
                <a:gd name="csY12" fmla="*/ 6771 h 137558"/>
                <a:gd name="csX13" fmla="*/ 74371 w 151083"/>
                <a:gd name="csY13" fmla="*/ 27116 h 137558"/>
                <a:gd name="csX14" fmla="*/ 57988 w 151083"/>
                <a:gd name="csY14" fmla="*/ 99387 h 137558"/>
                <a:gd name="csX15" fmla="*/ 29167 w 151083"/>
                <a:gd name="csY15" fmla="*/ 130968 h 137558"/>
                <a:gd name="csX16" fmla="*/ 13998 w 151083"/>
                <a:gd name="csY16" fmla="*/ 127021 h 137558"/>
                <a:gd name="csX17" fmla="*/ 28257 w 151083"/>
                <a:gd name="csY17" fmla="*/ 110623 h 137558"/>
                <a:gd name="csX18" fmla="*/ 17032 w 151083"/>
                <a:gd name="csY18" fmla="*/ 99995 h 137558"/>
                <a:gd name="csX19" fmla="*/ 346 w 151083"/>
                <a:gd name="csY19" fmla="*/ 117607 h 137558"/>
                <a:gd name="csX20" fmla="*/ 28864 w 151083"/>
                <a:gd name="csY20" fmla="*/ 137649 h 137558"/>
                <a:gd name="csX21" fmla="*/ 60719 w 151083"/>
                <a:gd name="csY21" fmla="*/ 114570 h 137558"/>
                <a:gd name="csX22" fmla="*/ 93484 w 151083"/>
                <a:gd name="csY22" fmla="*/ 137649 h 137558"/>
                <a:gd name="csX23" fmla="*/ 142025 w 151083"/>
                <a:gd name="csY23" fmla="*/ 90885 h 137558"/>
                <a:gd name="csX24" fmla="*/ 138384 w 151083"/>
                <a:gd name="csY24" fmla="*/ 87848 h 137558"/>
                <a:gd name="csX25" fmla="*/ 134440 w 151083"/>
                <a:gd name="csY25" fmla="*/ 91189 h 137558"/>
                <a:gd name="csX26" fmla="*/ 94091 w 151083"/>
                <a:gd name="csY26" fmla="*/ 130968 h 137558"/>
                <a:gd name="csX27" fmla="*/ 77405 w 151083"/>
                <a:gd name="csY27" fmla="*/ 110927 h 137558"/>
                <a:gd name="csX28" fmla="*/ 82562 w 151083"/>
                <a:gd name="csY28" fmla="*/ 84204 h 137558"/>
                <a:gd name="csX29" fmla="*/ 92877 w 151083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083" h="137558">
                  <a:moveTo>
                    <a:pt x="92877" y="42603"/>
                  </a:moveTo>
                  <a:cubicBezTo>
                    <a:pt x="94697" y="34708"/>
                    <a:pt x="101675" y="6771"/>
                    <a:pt x="122912" y="6771"/>
                  </a:cubicBezTo>
                  <a:cubicBezTo>
                    <a:pt x="124429" y="6771"/>
                    <a:pt x="131710" y="6771"/>
                    <a:pt x="138081" y="10718"/>
                  </a:cubicBezTo>
                  <a:cubicBezTo>
                    <a:pt x="129586" y="12237"/>
                    <a:pt x="123519" y="19828"/>
                    <a:pt x="123519" y="27116"/>
                  </a:cubicBezTo>
                  <a:cubicBezTo>
                    <a:pt x="123519" y="31975"/>
                    <a:pt x="126856" y="37744"/>
                    <a:pt x="135047" y="37744"/>
                  </a:cubicBezTo>
                  <a:cubicBezTo>
                    <a:pt x="141722" y="37744"/>
                    <a:pt x="151430" y="32278"/>
                    <a:pt x="151430" y="20132"/>
                  </a:cubicBezTo>
                  <a:cubicBezTo>
                    <a:pt x="151430" y="4341"/>
                    <a:pt x="133530" y="90"/>
                    <a:pt x="123215" y="90"/>
                  </a:cubicBezTo>
                  <a:cubicBezTo>
                    <a:pt x="105619" y="90"/>
                    <a:pt x="95001" y="16184"/>
                    <a:pt x="91360" y="23168"/>
                  </a:cubicBezTo>
                  <a:cubicBezTo>
                    <a:pt x="83776" y="3127"/>
                    <a:pt x="67393" y="90"/>
                    <a:pt x="58595" y="90"/>
                  </a:cubicBezTo>
                  <a:cubicBezTo>
                    <a:pt x="27043" y="90"/>
                    <a:pt x="9751" y="39263"/>
                    <a:pt x="9751" y="46854"/>
                  </a:cubicBezTo>
                  <a:cubicBezTo>
                    <a:pt x="9751" y="49891"/>
                    <a:pt x="12785" y="49891"/>
                    <a:pt x="13391" y="49891"/>
                  </a:cubicBezTo>
                  <a:cubicBezTo>
                    <a:pt x="15818" y="49891"/>
                    <a:pt x="16728" y="49283"/>
                    <a:pt x="17335" y="46550"/>
                  </a:cubicBezTo>
                  <a:cubicBezTo>
                    <a:pt x="27650" y="14362"/>
                    <a:pt x="47673" y="6771"/>
                    <a:pt x="57988" y="6771"/>
                  </a:cubicBezTo>
                  <a:cubicBezTo>
                    <a:pt x="63753" y="6771"/>
                    <a:pt x="74371" y="9504"/>
                    <a:pt x="74371" y="27116"/>
                  </a:cubicBezTo>
                  <a:cubicBezTo>
                    <a:pt x="74371" y="36530"/>
                    <a:pt x="69213" y="56875"/>
                    <a:pt x="57988" y="99387"/>
                  </a:cubicBezTo>
                  <a:cubicBezTo>
                    <a:pt x="53134" y="118214"/>
                    <a:pt x="42516" y="130968"/>
                    <a:pt x="29167" y="130968"/>
                  </a:cubicBezTo>
                  <a:cubicBezTo>
                    <a:pt x="27347" y="130968"/>
                    <a:pt x="20369" y="130968"/>
                    <a:pt x="13998" y="127021"/>
                  </a:cubicBezTo>
                  <a:cubicBezTo>
                    <a:pt x="21583" y="125502"/>
                    <a:pt x="28257" y="119125"/>
                    <a:pt x="28257" y="110623"/>
                  </a:cubicBezTo>
                  <a:cubicBezTo>
                    <a:pt x="28257" y="102424"/>
                    <a:pt x="21583" y="99995"/>
                    <a:pt x="17032" y="99995"/>
                  </a:cubicBezTo>
                  <a:cubicBezTo>
                    <a:pt x="7930" y="99995"/>
                    <a:pt x="346" y="107890"/>
                    <a:pt x="346" y="117607"/>
                  </a:cubicBezTo>
                  <a:cubicBezTo>
                    <a:pt x="346" y="131576"/>
                    <a:pt x="15515" y="137649"/>
                    <a:pt x="28864" y="137649"/>
                  </a:cubicBezTo>
                  <a:cubicBezTo>
                    <a:pt x="48887" y="137649"/>
                    <a:pt x="59809" y="116392"/>
                    <a:pt x="60719" y="114570"/>
                  </a:cubicBezTo>
                  <a:cubicBezTo>
                    <a:pt x="64359" y="125806"/>
                    <a:pt x="75281" y="137649"/>
                    <a:pt x="93484" y="137649"/>
                  </a:cubicBezTo>
                  <a:cubicBezTo>
                    <a:pt x="124732" y="137649"/>
                    <a:pt x="142025" y="98476"/>
                    <a:pt x="142025" y="90885"/>
                  </a:cubicBezTo>
                  <a:cubicBezTo>
                    <a:pt x="142025" y="87848"/>
                    <a:pt x="139294" y="87848"/>
                    <a:pt x="138384" y="87848"/>
                  </a:cubicBezTo>
                  <a:cubicBezTo>
                    <a:pt x="135654" y="87848"/>
                    <a:pt x="135047" y="89063"/>
                    <a:pt x="134440" y="91189"/>
                  </a:cubicBezTo>
                  <a:cubicBezTo>
                    <a:pt x="124429" y="123680"/>
                    <a:pt x="103799" y="130968"/>
                    <a:pt x="94091" y="130968"/>
                  </a:cubicBezTo>
                  <a:cubicBezTo>
                    <a:pt x="82259" y="130968"/>
                    <a:pt x="77405" y="121251"/>
                    <a:pt x="77405" y="110927"/>
                  </a:cubicBezTo>
                  <a:cubicBezTo>
                    <a:pt x="77405" y="104246"/>
                    <a:pt x="79225" y="97565"/>
                    <a:pt x="82562" y="84204"/>
                  </a:cubicBezTo>
                  <a:lnTo>
                    <a:pt x="92877" y="4260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DA56948E-5C3A-4862-46FB-59B74DB5055A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2758782" y="8058113"/>
              <a:ext cx="64347" cy="143054"/>
            </a:xfrm>
            <a:custGeom>
              <a:avLst/>
              <a:gdLst>
                <a:gd name="csX0" fmla="*/ 59177 w 64347"/>
                <a:gd name="csY0" fmla="*/ 8169 h 143054"/>
                <a:gd name="csX1" fmla="*/ 50683 w 64347"/>
                <a:gd name="csY1" fmla="*/ 92 h 143054"/>
                <a:gd name="csX2" fmla="*/ 38790 w 64347"/>
                <a:gd name="csY2" fmla="*/ 11783 h 143054"/>
                <a:gd name="csX3" fmla="*/ 47285 w 64347"/>
                <a:gd name="csY3" fmla="*/ 19860 h 143054"/>
                <a:gd name="csX4" fmla="*/ 59177 w 64347"/>
                <a:gd name="csY4" fmla="*/ 8169 h 143054"/>
                <a:gd name="csX5" fmla="*/ 15854 w 64347"/>
                <a:gd name="csY5" fmla="*/ 116151 h 143054"/>
                <a:gd name="csX6" fmla="*/ 13943 w 64347"/>
                <a:gd name="csY6" fmla="*/ 125079 h 143054"/>
                <a:gd name="csX7" fmla="*/ 34118 w 64347"/>
                <a:gd name="csY7" fmla="*/ 143146 h 143054"/>
                <a:gd name="csX8" fmla="*/ 64699 w 64347"/>
                <a:gd name="csY8" fmla="*/ 110624 h 143054"/>
                <a:gd name="csX9" fmla="*/ 61301 w 64347"/>
                <a:gd name="csY9" fmla="*/ 107861 h 143054"/>
                <a:gd name="csX10" fmla="*/ 57266 w 64347"/>
                <a:gd name="csY10" fmla="*/ 111475 h 143054"/>
                <a:gd name="csX11" fmla="*/ 34755 w 64347"/>
                <a:gd name="csY11" fmla="*/ 137195 h 143054"/>
                <a:gd name="csX12" fmla="*/ 29446 w 64347"/>
                <a:gd name="csY12" fmla="*/ 129755 h 143054"/>
                <a:gd name="csX13" fmla="*/ 32844 w 64347"/>
                <a:gd name="csY13" fmla="*/ 116151 h 143054"/>
                <a:gd name="csX14" fmla="*/ 39639 w 64347"/>
                <a:gd name="csY14" fmla="*/ 99146 h 143054"/>
                <a:gd name="csX15" fmla="*/ 50045 w 64347"/>
                <a:gd name="csY15" fmla="*/ 72150 h 143054"/>
                <a:gd name="csX16" fmla="*/ 51320 w 64347"/>
                <a:gd name="csY16" fmla="*/ 65348 h 143054"/>
                <a:gd name="csX17" fmla="*/ 31145 w 64347"/>
                <a:gd name="csY17" fmla="*/ 47281 h 143054"/>
                <a:gd name="csX18" fmla="*/ 352 w 64347"/>
                <a:gd name="csY18" fmla="*/ 79803 h 143054"/>
                <a:gd name="csX19" fmla="*/ 3962 w 64347"/>
                <a:gd name="csY19" fmla="*/ 82566 h 143054"/>
                <a:gd name="csX20" fmla="*/ 7784 w 64347"/>
                <a:gd name="csY20" fmla="*/ 79165 h 143054"/>
                <a:gd name="csX21" fmla="*/ 30508 w 64347"/>
                <a:gd name="csY21" fmla="*/ 53232 h 143054"/>
                <a:gd name="csX22" fmla="*/ 35817 w 64347"/>
                <a:gd name="csY22" fmla="*/ 60672 h 143054"/>
                <a:gd name="csX23" fmla="*/ 29233 w 64347"/>
                <a:gd name="csY23" fmla="*/ 81928 h 143054"/>
                <a:gd name="csX24" fmla="*/ 15854 w 64347"/>
                <a:gd name="csY24" fmla="*/ 116151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347" h="143054">
                  <a:moveTo>
                    <a:pt x="59177" y="8169"/>
                  </a:moveTo>
                  <a:cubicBezTo>
                    <a:pt x="59177" y="4768"/>
                    <a:pt x="56629" y="92"/>
                    <a:pt x="50683" y="92"/>
                  </a:cubicBezTo>
                  <a:cubicBezTo>
                    <a:pt x="44949" y="92"/>
                    <a:pt x="38790" y="5618"/>
                    <a:pt x="38790" y="11783"/>
                  </a:cubicBezTo>
                  <a:cubicBezTo>
                    <a:pt x="38790" y="15396"/>
                    <a:pt x="41551" y="19860"/>
                    <a:pt x="47285" y="19860"/>
                  </a:cubicBezTo>
                  <a:cubicBezTo>
                    <a:pt x="53443" y="19860"/>
                    <a:pt x="59177" y="13908"/>
                    <a:pt x="59177" y="8169"/>
                  </a:cubicBezTo>
                  <a:close/>
                  <a:moveTo>
                    <a:pt x="15854" y="116151"/>
                  </a:moveTo>
                  <a:cubicBezTo>
                    <a:pt x="15005" y="118914"/>
                    <a:pt x="13943" y="121465"/>
                    <a:pt x="13943" y="125079"/>
                  </a:cubicBezTo>
                  <a:cubicBezTo>
                    <a:pt x="13943" y="135069"/>
                    <a:pt x="22438" y="143146"/>
                    <a:pt x="34118" y="143146"/>
                  </a:cubicBezTo>
                  <a:cubicBezTo>
                    <a:pt x="55355" y="143146"/>
                    <a:pt x="64699" y="113813"/>
                    <a:pt x="64699" y="110624"/>
                  </a:cubicBezTo>
                  <a:cubicBezTo>
                    <a:pt x="64699" y="107861"/>
                    <a:pt x="61938" y="107861"/>
                    <a:pt x="61301" y="107861"/>
                  </a:cubicBezTo>
                  <a:cubicBezTo>
                    <a:pt x="58328" y="107861"/>
                    <a:pt x="58115" y="109136"/>
                    <a:pt x="57266" y="111475"/>
                  </a:cubicBezTo>
                  <a:cubicBezTo>
                    <a:pt x="52381" y="128480"/>
                    <a:pt x="43037" y="137195"/>
                    <a:pt x="34755" y="137195"/>
                  </a:cubicBezTo>
                  <a:cubicBezTo>
                    <a:pt x="30508" y="137195"/>
                    <a:pt x="29446" y="134431"/>
                    <a:pt x="29446" y="129755"/>
                  </a:cubicBezTo>
                  <a:cubicBezTo>
                    <a:pt x="29446" y="124866"/>
                    <a:pt x="30932" y="120827"/>
                    <a:pt x="32844" y="116151"/>
                  </a:cubicBezTo>
                  <a:cubicBezTo>
                    <a:pt x="34967" y="110412"/>
                    <a:pt x="37303" y="104673"/>
                    <a:pt x="39639" y="99146"/>
                  </a:cubicBezTo>
                  <a:cubicBezTo>
                    <a:pt x="41551" y="94044"/>
                    <a:pt x="49196" y="74701"/>
                    <a:pt x="50045" y="72150"/>
                  </a:cubicBezTo>
                  <a:cubicBezTo>
                    <a:pt x="50683" y="70025"/>
                    <a:pt x="51320" y="67474"/>
                    <a:pt x="51320" y="65348"/>
                  </a:cubicBezTo>
                  <a:cubicBezTo>
                    <a:pt x="51320" y="55358"/>
                    <a:pt x="42825" y="47281"/>
                    <a:pt x="31145" y="47281"/>
                  </a:cubicBezTo>
                  <a:cubicBezTo>
                    <a:pt x="10120" y="47281"/>
                    <a:pt x="352" y="76189"/>
                    <a:pt x="352" y="79803"/>
                  </a:cubicBezTo>
                  <a:cubicBezTo>
                    <a:pt x="352" y="82566"/>
                    <a:pt x="3325" y="82566"/>
                    <a:pt x="3962" y="82566"/>
                  </a:cubicBezTo>
                  <a:cubicBezTo>
                    <a:pt x="6935" y="82566"/>
                    <a:pt x="7147" y="81503"/>
                    <a:pt x="7784" y="79165"/>
                  </a:cubicBezTo>
                  <a:cubicBezTo>
                    <a:pt x="13306" y="60885"/>
                    <a:pt x="22650" y="53232"/>
                    <a:pt x="30508" y="53232"/>
                  </a:cubicBezTo>
                  <a:cubicBezTo>
                    <a:pt x="33906" y="53232"/>
                    <a:pt x="35817" y="54933"/>
                    <a:pt x="35817" y="60672"/>
                  </a:cubicBezTo>
                  <a:cubicBezTo>
                    <a:pt x="35817" y="65561"/>
                    <a:pt x="34543" y="68749"/>
                    <a:pt x="29233" y="81928"/>
                  </a:cubicBezTo>
                  <a:lnTo>
                    <a:pt x="15854" y="116151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575A4167-78EC-0FBE-AF9D-CE26B1927A88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2857571" y="8140587"/>
              <a:ext cx="143559" cy="10415"/>
            </a:xfrm>
            <a:custGeom>
              <a:avLst/>
              <a:gdLst>
                <a:gd name="csX0" fmla="*/ 135420 w 143559"/>
                <a:gd name="csY0" fmla="*/ 10507 h 10415"/>
                <a:gd name="csX1" fmla="*/ 143914 w 143559"/>
                <a:gd name="csY1" fmla="*/ 5406 h 10415"/>
                <a:gd name="csX2" fmla="*/ 135420 w 143559"/>
                <a:gd name="csY2" fmla="*/ 92 h 10415"/>
                <a:gd name="csX3" fmla="*/ 8849 w 143559"/>
                <a:gd name="csY3" fmla="*/ 92 h 10415"/>
                <a:gd name="csX4" fmla="*/ 354 w 143559"/>
                <a:gd name="csY4" fmla="*/ 5193 h 10415"/>
                <a:gd name="csX5" fmla="*/ 8849 w 143559"/>
                <a:gd name="csY5" fmla="*/ 10507 h 10415"/>
                <a:gd name="csX6" fmla="*/ 135420 w 143559"/>
                <a:gd name="csY6" fmla="*/ 10507 h 10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559" h="10415">
                  <a:moveTo>
                    <a:pt x="135420" y="10507"/>
                  </a:moveTo>
                  <a:cubicBezTo>
                    <a:pt x="138818" y="10507"/>
                    <a:pt x="143914" y="10507"/>
                    <a:pt x="143914" y="5406"/>
                  </a:cubicBezTo>
                  <a:cubicBezTo>
                    <a:pt x="143914" y="92"/>
                    <a:pt x="139030" y="92"/>
                    <a:pt x="135420" y="92"/>
                  </a:cubicBezTo>
                  <a:lnTo>
                    <a:pt x="8849" y="92"/>
                  </a:lnTo>
                  <a:cubicBezTo>
                    <a:pt x="5451" y="92"/>
                    <a:pt x="354" y="92"/>
                    <a:pt x="354" y="5193"/>
                  </a:cubicBezTo>
                  <a:cubicBezTo>
                    <a:pt x="354" y="10507"/>
                    <a:pt x="5239" y="10507"/>
                    <a:pt x="8849" y="10507"/>
                  </a:cubicBezTo>
                  <a:lnTo>
                    <a:pt x="135420" y="10507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A7F3A2CE-BC50-6E96-07A4-1D7D9853FCE5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3047398" y="8057900"/>
              <a:ext cx="77301" cy="141141"/>
            </a:xfrm>
            <a:custGeom>
              <a:avLst/>
              <a:gdLst>
                <a:gd name="csX0" fmla="*/ 48356 w 77301"/>
                <a:gd name="csY0" fmla="*/ 6043 h 141141"/>
                <a:gd name="csX1" fmla="*/ 41985 w 77301"/>
                <a:gd name="csY1" fmla="*/ 92 h 141141"/>
                <a:gd name="csX2" fmla="*/ 361 w 77301"/>
                <a:gd name="csY2" fmla="*/ 13696 h 141141"/>
                <a:gd name="csX3" fmla="*/ 361 w 77301"/>
                <a:gd name="csY3" fmla="*/ 21348 h 141141"/>
                <a:gd name="csX4" fmla="*/ 31154 w 77301"/>
                <a:gd name="csY4" fmla="*/ 15396 h 141141"/>
                <a:gd name="csX5" fmla="*/ 31154 w 77301"/>
                <a:gd name="csY5" fmla="*/ 123803 h 141141"/>
                <a:gd name="csX6" fmla="*/ 9917 w 77301"/>
                <a:gd name="csY6" fmla="*/ 133581 h 141141"/>
                <a:gd name="csX7" fmla="*/ 1847 w 77301"/>
                <a:gd name="csY7" fmla="*/ 133581 h 141141"/>
                <a:gd name="csX8" fmla="*/ 1847 w 77301"/>
                <a:gd name="csY8" fmla="*/ 141233 h 141141"/>
                <a:gd name="csX9" fmla="*/ 39648 w 77301"/>
                <a:gd name="csY9" fmla="*/ 140383 h 141141"/>
                <a:gd name="csX10" fmla="*/ 77662 w 77301"/>
                <a:gd name="csY10" fmla="*/ 141233 h 141141"/>
                <a:gd name="csX11" fmla="*/ 77662 w 77301"/>
                <a:gd name="csY11" fmla="*/ 133581 h 141141"/>
                <a:gd name="csX12" fmla="*/ 69592 w 77301"/>
                <a:gd name="csY12" fmla="*/ 133581 h 141141"/>
                <a:gd name="csX13" fmla="*/ 48356 w 77301"/>
                <a:gd name="csY13" fmla="*/ 123803 h 141141"/>
                <a:gd name="csX14" fmla="*/ 48356 w 77301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01" h="141141">
                  <a:moveTo>
                    <a:pt x="48356" y="6043"/>
                  </a:moveTo>
                  <a:cubicBezTo>
                    <a:pt x="48356" y="304"/>
                    <a:pt x="47931" y="92"/>
                    <a:pt x="41985" y="92"/>
                  </a:cubicBezTo>
                  <a:cubicBezTo>
                    <a:pt x="28393" y="13483"/>
                    <a:pt x="9068" y="13696"/>
                    <a:pt x="361" y="13696"/>
                  </a:cubicBezTo>
                  <a:lnTo>
                    <a:pt x="361" y="21348"/>
                  </a:lnTo>
                  <a:cubicBezTo>
                    <a:pt x="5457" y="21348"/>
                    <a:pt x="19474" y="21348"/>
                    <a:pt x="31154" y="15396"/>
                  </a:cubicBezTo>
                  <a:lnTo>
                    <a:pt x="31154" y="123803"/>
                  </a:lnTo>
                  <a:cubicBezTo>
                    <a:pt x="31154" y="130818"/>
                    <a:pt x="31154" y="133581"/>
                    <a:pt x="9917" y="133581"/>
                  </a:cubicBezTo>
                  <a:lnTo>
                    <a:pt x="1847" y="133581"/>
                  </a:lnTo>
                  <a:lnTo>
                    <a:pt x="1847" y="141233"/>
                  </a:lnTo>
                  <a:cubicBezTo>
                    <a:pt x="5670" y="141021"/>
                    <a:pt x="31791" y="140383"/>
                    <a:pt x="39648" y="140383"/>
                  </a:cubicBezTo>
                  <a:cubicBezTo>
                    <a:pt x="46232" y="140383"/>
                    <a:pt x="72990" y="141021"/>
                    <a:pt x="77662" y="141233"/>
                  </a:cubicBezTo>
                  <a:lnTo>
                    <a:pt x="77662" y="133581"/>
                  </a:lnTo>
                  <a:lnTo>
                    <a:pt x="69592" y="133581"/>
                  </a:lnTo>
                  <a:cubicBezTo>
                    <a:pt x="48356" y="133581"/>
                    <a:pt x="48356" y="130818"/>
                    <a:pt x="48356" y="123803"/>
                  </a:cubicBezTo>
                  <a:lnTo>
                    <a:pt x="48356" y="6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9B779AB1-6864-74AD-F253-31C5C8F7894A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3177643" y="7925747"/>
              <a:ext cx="70384" cy="303661"/>
            </a:xfrm>
            <a:custGeom>
              <a:avLst/>
              <a:gdLst>
                <a:gd name="csX0" fmla="*/ 70750 w 70384"/>
                <a:gd name="csY0" fmla="*/ 151921 h 303661"/>
                <a:gd name="csX1" fmla="*/ 50726 w 70384"/>
                <a:gd name="csY1" fmla="*/ 57178 h 303661"/>
                <a:gd name="csX2" fmla="*/ 3399 w 70384"/>
                <a:gd name="csY2" fmla="*/ 90 h 303661"/>
                <a:gd name="csX3" fmla="*/ 365 w 70384"/>
                <a:gd name="csY3" fmla="*/ 3127 h 303661"/>
                <a:gd name="csX4" fmla="*/ 6129 w 70384"/>
                <a:gd name="csY4" fmla="*/ 10111 h 303661"/>
                <a:gd name="csX5" fmla="*/ 53153 w 70384"/>
                <a:gd name="csY5" fmla="*/ 151921 h 303661"/>
                <a:gd name="csX6" fmla="*/ 4309 w 70384"/>
                <a:gd name="csY6" fmla="*/ 295553 h 303661"/>
                <a:gd name="csX7" fmla="*/ 365 w 70384"/>
                <a:gd name="csY7" fmla="*/ 300715 h 303661"/>
                <a:gd name="csX8" fmla="*/ 3399 w 70384"/>
                <a:gd name="csY8" fmla="*/ 303751 h 303661"/>
                <a:gd name="csX9" fmla="*/ 51637 w 70384"/>
                <a:gd name="csY9" fmla="*/ 244538 h 303661"/>
                <a:gd name="csX10" fmla="*/ 70750 w 70384"/>
                <a:gd name="csY10" fmla="*/ 15192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4" h="303661">
                  <a:moveTo>
                    <a:pt x="70750" y="151921"/>
                  </a:moveTo>
                  <a:cubicBezTo>
                    <a:pt x="70750" y="128235"/>
                    <a:pt x="67412" y="91492"/>
                    <a:pt x="50726" y="57178"/>
                  </a:cubicBezTo>
                  <a:cubicBezTo>
                    <a:pt x="32523" y="19828"/>
                    <a:pt x="6433" y="90"/>
                    <a:pt x="3399" y="90"/>
                  </a:cubicBezTo>
                  <a:cubicBezTo>
                    <a:pt x="1579" y="90"/>
                    <a:pt x="365" y="1305"/>
                    <a:pt x="365" y="3127"/>
                  </a:cubicBezTo>
                  <a:cubicBezTo>
                    <a:pt x="365" y="4038"/>
                    <a:pt x="365" y="4645"/>
                    <a:pt x="6129" y="10111"/>
                  </a:cubicBezTo>
                  <a:cubicBezTo>
                    <a:pt x="35861" y="40173"/>
                    <a:pt x="53153" y="88456"/>
                    <a:pt x="53153" y="151921"/>
                  </a:cubicBezTo>
                  <a:cubicBezTo>
                    <a:pt x="53153" y="203847"/>
                    <a:pt x="41928" y="257291"/>
                    <a:pt x="4309" y="295553"/>
                  </a:cubicBezTo>
                  <a:cubicBezTo>
                    <a:pt x="365" y="299197"/>
                    <a:pt x="365" y="299804"/>
                    <a:pt x="365" y="300715"/>
                  </a:cubicBezTo>
                  <a:cubicBezTo>
                    <a:pt x="365" y="302537"/>
                    <a:pt x="1579" y="303751"/>
                    <a:pt x="3399" y="303751"/>
                  </a:cubicBezTo>
                  <a:cubicBezTo>
                    <a:pt x="6433" y="303751"/>
                    <a:pt x="33737" y="283102"/>
                    <a:pt x="51637" y="244538"/>
                  </a:cubicBezTo>
                  <a:cubicBezTo>
                    <a:pt x="67109" y="211135"/>
                    <a:pt x="70750" y="177428"/>
                    <a:pt x="70750" y="151921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62816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0600-4447-B5F6-46D4-C884E443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Stopping Probability?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85981-6FAF-A8C8-3482-34C95E5E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16</a:t>
            </a:fld>
            <a:endParaRPr lang="en-CA"/>
          </a:p>
        </p:txBody>
      </p:sp>
      <p:sp>
        <p:nvSpPr>
          <p:cNvPr id="5" name="Google Shape;367;p27">
            <a:extLst>
              <a:ext uri="{FF2B5EF4-FFF2-40B4-BE49-F238E27FC236}">
                <a16:creationId xmlns:a16="http://schemas.microsoft.com/office/drawing/2014/main" id="{741F5F78-50C9-CFE4-F857-FC2B73F166FE}"/>
              </a:ext>
            </a:extLst>
          </p:cNvPr>
          <p:cNvSpPr txBox="1">
            <a:spLocks noGrp="1"/>
          </p:cNvSpPr>
          <p:nvPr/>
        </p:nvSpPr>
        <p:spPr>
          <a:xfrm>
            <a:off x="404751" y="116024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dirty="0">
                <a:latin typeface="Nunito" pitchFamily="2" charset="0"/>
              </a:rPr>
              <a:t>Our language model:</a:t>
            </a:r>
            <a:endParaRPr sz="2400" dirty="0">
              <a:latin typeface="Nunito" pitchFamily="2" charset="0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Nunito" pitchFamily="2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dirty="0">
              <a:latin typeface="Nunito" pitchFamily="2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dirty="0">
                <a:latin typeface="Nunito" pitchFamily="2" charset="0"/>
              </a:rPr>
              <a:t>We need to ensure:</a:t>
            </a:r>
            <a:endParaRPr sz="2400" dirty="0">
              <a:latin typeface="Nunito" pitchFamily="2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Nunito" pitchFamily="2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dirty="0">
              <a:latin typeface="Nunito" pitchFamily="2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dirty="0">
              <a:latin typeface="Nunito" pitchFamily="2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dirty="0">
                <a:latin typeface="Nunito" pitchFamily="2" charset="0"/>
              </a:rPr>
              <a:t>Consider removing stopping probabilities:</a:t>
            </a:r>
            <a:endParaRPr sz="2400" dirty="0">
              <a:latin typeface="Nunito" pitchFamily="2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Nunito" pitchFamily="2" charset="0"/>
            </a:endParaRPr>
          </a:p>
        </p:txBody>
      </p:sp>
      <p:grpSp>
        <p:nvGrpSpPr>
          <p:cNvPr id="9" name="Group 8" descr="\documentclass{article}&#10;\usepackage{nunito}&#10;\usepackage[linguistics]{forest}&#10;\usepackage{amsmath,amssymb}&#10;\pagestyle{empty}&#10;\begin{document}&#10;&#10;\begin{align*}&#10;P(\mathbf{x}_{1:n}) = P\left(\langle\texttt{/s}\rangle \mid \langle\texttt{s}\rangle, x_1, \ldots, x_n\right)\prod_{i=1}^n P\left(x_i\mid \langle\texttt{s}\rangle,x_1,\ldots,x_{i-1}\right)&#10;\end{align*}&#10;&#10;&#10;\end{document}" title="IguanaTex Shape Display">
            <a:extLst>
              <a:ext uri="{FF2B5EF4-FFF2-40B4-BE49-F238E27FC236}">
                <a16:creationId xmlns:a16="http://schemas.microsoft.com/office/drawing/2014/main" id="{68A1EB82-E032-0F12-51A1-4E3BACD806FE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995838" y="1678279"/>
            <a:ext cx="8200324" cy="833722"/>
            <a:chOff x="5047703" y="7680175"/>
            <a:chExt cx="8200324" cy="83372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BB0259-3010-E048-3B86-5C0D88B2A1F8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5047703" y="7946092"/>
              <a:ext cx="216614" cy="207400"/>
            </a:xfrm>
            <a:custGeom>
              <a:avLst/>
              <a:gdLst>
                <a:gd name="csX0" fmla="*/ 79888 w 216614"/>
                <a:gd name="csY0" fmla="*/ 111534 h 207400"/>
                <a:gd name="csX1" fmla="*/ 131462 w 216614"/>
                <a:gd name="csY1" fmla="*/ 111534 h 207400"/>
                <a:gd name="csX2" fmla="*/ 216712 w 216614"/>
                <a:gd name="csY2" fmla="*/ 45943 h 207400"/>
                <a:gd name="csX3" fmla="*/ 156946 w 216614"/>
                <a:gd name="csY3" fmla="*/ 90 h 207400"/>
                <a:gd name="csX4" fmla="*/ 58651 w 216614"/>
                <a:gd name="csY4" fmla="*/ 90 h 207400"/>
                <a:gd name="csX5" fmla="*/ 49549 w 216614"/>
                <a:gd name="csY5" fmla="*/ 5860 h 207400"/>
                <a:gd name="csX6" fmla="*/ 58347 w 216614"/>
                <a:gd name="csY6" fmla="*/ 9504 h 207400"/>
                <a:gd name="csX7" fmla="*/ 71393 w 216614"/>
                <a:gd name="csY7" fmla="*/ 10111 h 207400"/>
                <a:gd name="csX8" fmla="*/ 78067 w 216614"/>
                <a:gd name="csY8" fmla="*/ 14970 h 207400"/>
                <a:gd name="csX9" fmla="*/ 76854 w 216614"/>
                <a:gd name="csY9" fmla="*/ 20739 h 207400"/>
                <a:gd name="csX10" fmla="*/ 36201 w 216614"/>
                <a:gd name="csY10" fmla="*/ 183805 h 207400"/>
                <a:gd name="csX11" fmla="*/ 8593 w 216614"/>
                <a:gd name="csY11" fmla="*/ 198077 h 207400"/>
                <a:gd name="csX12" fmla="*/ 98 w 216614"/>
                <a:gd name="csY12" fmla="*/ 203847 h 207400"/>
                <a:gd name="csX13" fmla="*/ 4649 w 216614"/>
                <a:gd name="csY13" fmla="*/ 207491 h 207400"/>
                <a:gd name="csX14" fmla="*/ 43178 w 216614"/>
                <a:gd name="csY14" fmla="*/ 206580 h 207400"/>
                <a:gd name="csX15" fmla="*/ 62595 w 216614"/>
                <a:gd name="csY15" fmla="*/ 206884 h 207400"/>
                <a:gd name="csX16" fmla="*/ 82315 w 216614"/>
                <a:gd name="csY16" fmla="*/ 207491 h 207400"/>
                <a:gd name="csX17" fmla="*/ 88382 w 216614"/>
                <a:gd name="csY17" fmla="*/ 201418 h 207400"/>
                <a:gd name="csX18" fmla="*/ 79888 w 216614"/>
                <a:gd name="csY18" fmla="*/ 198077 h 207400"/>
                <a:gd name="csX19" fmla="*/ 60168 w 216614"/>
                <a:gd name="csY19" fmla="*/ 192611 h 207400"/>
                <a:gd name="csX20" fmla="*/ 61078 w 216614"/>
                <a:gd name="csY20" fmla="*/ 187449 h 207400"/>
                <a:gd name="csX21" fmla="*/ 79888 w 216614"/>
                <a:gd name="csY21" fmla="*/ 111534 h 207400"/>
                <a:gd name="csX22" fmla="*/ 101731 w 216614"/>
                <a:gd name="csY22" fmla="*/ 21043 h 207400"/>
                <a:gd name="csX23" fmla="*/ 118114 w 216614"/>
                <a:gd name="csY23" fmla="*/ 9504 h 207400"/>
                <a:gd name="csX24" fmla="*/ 147238 w 216614"/>
                <a:gd name="csY24" fmla="*/ 9504 h 207400"/>
                <a:gd name="csX25" fmla="*/ 188498 w 216614"/>
                <a:gd name="csY25" fmla="*/ 38655 h 207400"/>
                <a:gd name="csX26" fmla="*/ 170598 w 216614"/>
                <a:gd name="csY26" fmla="*/ 87545 h 207400"/>
                <a:gd name="csX27" fmla="*/ 123878 w 216614"/>
                <a:gd name="csY27" fmla="*/ 103639 h 207400"/>
                <a:gd name="csX28" fmla="*/ 81101 w 216614"/>
                <a:gd name="csY28" fmla="*/ 103639 h 207400"/>
                <a:gd name="csX29" fmla="*/ 101731 w 216614"/>
                <a:gd name="csY29" fmla="*/ 2104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614" h="207400">
                  <a:moveTo>
                    <a:pt x="79888" y="111534"/>
                  </a:moveTo>
                  <a:lnTo>
                    <a:pt x="131462" y="111534"/>
                  </a:lnTo>
                  <a:cubicBezTo>
                    <a:pt x="174542" y="111534"/>
                    <a:pt x="216712" y="79953"/>
                    <a:pt x="216712" y="45943"/>
                  </a:cubicBezTo>
                  <a:cubicBezTo>
                    <a:pt x="216712" y="22561"/>
                    <a:pt x="196689" y="90"/>
                    <a:pt x="156946" y="90"/>
                  </a:cubicBezTo>
                  <a:lnTo>
                    <a:pt x="58651" y="90"/>
                  </a:lnTo>
                  <a:cubicBezTo>
                    <a:pt x="52887" y="90"/>
                    <a:pt x="49549" y="90"/>
                    <a:pt x="49549" y="5860"/>
                  </a:cubicBezTo>
                  <a:cubicBezTo>
                    <a:pt x="49549" y="9504"/>
                    <a:pt x="52280" y="9504"/>
                    <a:pt x="58347" y="9504"/>
                  </a:cubicBezTo>
                  <a:cubicBezTo>
                    <a:pt x="62291" y="9504"/>
                    <a:pt x="67752" y="9807"/>
                    <a:pt x="71393" y="10111"/>
                  </a:cubicBezTo>
                  <a:cubicBezTo>
                    <a:pt x="76247" y="10718"/>
                    <a:pt x="78067" y="11629"/>
                    <a:pt x="78067" y="14970"/>
                  </a:cubicBezTo>
                  <a:cubicBezTo>
                    <a:pt x="78067" y="16184"/>
                    <a:pt x="77764" y="17095"/>
                    <a:pt x="76854" y="20739"/>
                  </a:cubicBezTo>
                  <a:lnTo>
                    <a:pt x="36201" y="183805"/>
                  </a:lnTo>
                  <a:cubicBezTo>
                    <a:pt x="33167" y="195648"/>
                    <a:pt x="32560" y="198077"/>
                    <a:pt x="8593" y="198077"/>
                  </a:cubicBezTo>
                  <a:cubicBezTo>
                    <a:pt x="3435" y="198077"/>
                    <a:pt x="98" y="198077"/>
                    <a:pt x="98" y="203847"/>
                  </a:cubicBezTo>
                  <a:cubicBezTo>
                    <a:pt x="98" y="207491"/>
                    <a:pt x="3739" y="207491"/>
                    <a:pt x="4649" y="207491"/>
                  </a:cubicBezTo>
                  <a:cubicBezTo>
                    <a:pt x="13144" y="207491"/>
                    <a:pt x="34684" y="206580"/>
                    <a:pt x="43178" y="206580"/>
                  </a:cubicBezTo>
                  <a:cubicBezTo>
                    <a:pt x="49549" y="206580"/>
                    <a:pt x="56224" y="206884"/>
                    <a:pt x="62595" y="206884"/>
                  </a:cubicBezTo>
                  <a:cubicBezTo>
                    <a:pt x="69269" y="206884"/>
                    <a:pt x="75944" y="207491"/>
                    <a:pt x="82315" y="207491"/>
                  </a:cubicBezTo>
                  <a:cubicBezTo>
                    <a:pt x="84438" y="207491"/>
                    <a:pt x="88382" y="207491"/>
                    <a:pt x="88382" y="201418"/>
                  </a:cubicBezTo>
                  <a:cubicBezTo>
                    <a:pt x="88382" y="198077"/>
                    <a:pt x="85652" y="198077"/>
                    <a:pt x="79888" y="198077"/>
                  </a:cubicBezTo>
                  <a:cubicBezTo>
                    <a:pt x="68662" y="198077"/>
                    <a:pt x="60168" y="198077"/>
                    <a:pt x="60168" y="192611"/>
                  </a:cubicBezTo>
                  <a:cubicBezTo>
                    <a:pt x="60168" y="190789"/>
                    <a:pt x="60775" y="189271"/>
                    <a:pt x="61078" y="187449"/>
                  </a:cubicBezTo>
                  <a:lnTo>
                    <a:pt x="79888" y="111534"/>
                  </a:lnTo>
                  <a:close/>
                  <a:moveTo>
                    <a:pt x="101731" y="21043"/>
                  </a:moveTo>
                  <a:cubicBezTo>
                    <a:pt x="104461" y="10415"/>
                    <a:pt x="105068" y="9504"/>
                    <a:pt x="118114" y="9504"/>
                  </a:cubicBezTo>
                  <a:lnTo>
                    <a:pt x="147238" y="9504"/>
                  </a:lnTo>
                  <a:cubicBezTo>
                    <a:pt x="172419" y="9504"/>
                    <a:pt x="188498" y="17703"/>
                    <a:pt x="188498" y="38655"/>
                  </a:cubicBezTo>
                  <a:cubicBezTo>
                    <a:pt x="188498" y="50498"/>
                    <a:pt x="182430" y="76613"/>
                    <a:pt x="170598" y="87545"/>
                  </a:cubicBezTo>
                  <a:cubicBezTo>
                    <a:pt x="155429" y="101209"/>
                    <a:pt x="137227" y="103639"/>
                    <a:pt x="123878" y="103639"/>
                  </a:cubicBezTo>
                  <a:lnTo>
                    <a:pt x="81101" y="103639"/>
                  </a:lnTo>
                  <a:lnTo>
                    <a:pt x="101731" y="21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654259F-BB70-CF64-5719-16288CB62C6A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5302514" y="7925747"/>
              <a:ext cx="70384" cy="303661"/>
            </a:xfrm>
            <a:custGeom>
              <a:avLst/>
              <a:gdLst>
                <a:gd name="csX0" fmla="*/ 70491 w 70384"/>
                <a:gd name="csY0" fmla="*/ 300715 h 303661"/>
                <a:gd name="csX1" fmla="*/ 65333 w 70384"/>
                <a:gd name="csY1" fmla="*/ 294034 h 303661"/>
                <a:gd name="csX2" fmla="*/ 17702 w 70384"/>
                <a:gd name="csY2" fmla="*/ 151921 h 303661"/>
                <a:gd name="csX3" fmla="*/ 66547 w 70384"/>
                <a:gd name="csY3" fmla="*/ 8289 h 303661"/>
                <a:gd name="csX4" fmla="*/ 70491 w 70384"/>
                <a:gd name="csY4" fmla="*/ 3127 h 303661"/>
                <a:gd name="csX5" fmla="*/ 67457 w 70384"/>
                <a:gd name="csY5" fmla="*/ 90 h 303661"/>
                <a:gd name="csX6" fmla="*/ 19219 w 70384"/>
                <a:gd name="csY6" fmla="*/ 59304 h 303661"/>
                <a:gd name="csX7" fmla="*/ 106 w 70384"/>
                <a:gd name="csY7" fmla="*/ 151921 h 303661"/>
                <a:gd name="csX8" fmla="*/ 20129 w 70384"/>
                <a:gd name="csY8" fmla="*/ 246663 h 303661"/>
                <a:gd name="csX9" fmla="*/ 67457 w 70384"/>
                <a:gd name="csY9" fmla="*/ 303751 h 303661"/>
                <a:gd name="csX10" fmla="*/ 70491 w 70384"/>
                <a:gd name="csY10" fmla="*/ 3007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4" h="303661">
                  <a:moveTo>
                    <a:pt x="70491" y="300715"/>
                  </a:moveTo>
                  <a:cubicBezTo>
                    <a:pt x="70491" y="299804"/>
                    <a:pt x="70491" y="299197"/>
                    <a:pt x="65333" y="294034"/>
                  </a:cubicBezTo>
                  <a:cubicBezTo>
                    <a:pt x="27410" y="255773"/>
                    <a:pt x="17702" y="198381"/>
                    <a:pt x="17702" y="151921"/>
                  </a:cubicBezTo>
                  <a:cubicBezTo>
                    <a:pt x="17702" y="99084"/>
                    <a:pt x="29231" y="46247"/>
                    <a:pt x="66547" y="8289"/>
                  </a:cubicBezTo>
                  <a:cubicBezTo>
                    <a:pt x="70491" y="4645"/>
                    <a:pt x="70491" y="4038"/>
                    <a:pt x="70491" y="3127"/>
                  </a:cubicBezTo>
                  <a:cubicBezTo>
                    <a:pt x="70491" y="1001"/>
                    <a:pt x="69277" y="90"/>
                    <a:pt x="67457" y="90"/>
                  </a:cubicBezTo>
                  <a:cubicBezTo>
                    <a:pt x="64423" y="90"/>
                    <a:pt x="37119" y="20739"/>
                    <a:pt x="19219" y="59304"/>
                  </a:cubicBezTo>
                  <a:cubicBezTo>
                    <a:pt x="3747" y="92707"/>
                    <a:pt x="106" y="126413"/>
                    <a:pt x="106" y="151921"/>
                  </a:cubicBezTo>
                  <a:cubicBezTo>
                    <a:pt x="106" y="175606"/>
                    <a:pt x="3443" y="212349"/>
                    <a:pt x="20129" y="246663"/>
                  </a:cubicBezTo>
                  <a:cubicBezTo>
                    <a:pt x="38332" y="284013"/>
                    <a:pt x="64423" y="303751"/>
                    <a:pt x="67457" y="303751"/>
                  </a:cubicBezTo>
                  <a:cubicBezTo>
                    <a:pt x="69277" y="303751"/>
                    <a:pt x="70491" y="302840"/>
                    <a:pt x="70491" y="30071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857529E-DC00-8ECE-478A-4E0A6652B333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5397135" y="8018667"/>
              <a:ext cx="170803" cy="134825"/>
            </a:xfrm>
            <a:custGeom>
              <a:avLst/>
              <a:gdLst>
                <a:gd name="csX0" fmla="*/ 98405 w 170803"/>
                <a:gd name="csY0" fmla="*/ 60215 h 134825"/>
                <a:gd name="csX1" fmla="*/ 133901 w 170803"/>
                <a:gd name="csY1" fmla="*/ 20739 h 134825"/>
                <a:gd name="csX2" fmla="*/ 164846 w 170803"/>
                <a:gd name="csY2" fmla="*/ 14362 h 134825"/>
                <a:gd name="csX3" fmla="*/ 164846 w 170803"/>
                <a:gd name="csY3" fmla="*/ 90 h 134825"/>
                <a:gd name="csX4" fmla="*/ 136935 w 170803"/>
                <a:gd name="csY4" fmla="*/ 1001 h 134825"/>
                <a:gd name="csX5" fmla="*/ 105687 w 170803"/>
                <a:gd name="csY5" fmla="*/ 90 h 134825"/>
                <a:gd name="csX6" fmla="*/ 105687 w 170803"/>
                <a:gd name="csY6" fmla="*/ 14362 h 134825"/>
                <a:gd name="csX7" fmla="*/ 117215 w 170803"/>
                <a:gd name="csY7" fmla="*/ 17095 h 134825"/>
                <a:gd name="csX8" fmla="*/ 114788 w 170803"/>
                <a:gd name="csY8" fmla="*/ 20739 h 134825"/>
                <a:gd name="csX9" fmla="*/ 89304 w 170803"/>
                <a:gd name="csY9" fmla="*/ 49283 h 134825"/>
                <a:gd name="csX10" fmla="*/ 59573 w 170803"/>
                <a:gd name="csY10" fmla="*/ 14362 h 134825"/>
                <a:gd name="csX11" fmla="*/ 71708 w 170803"/>
                <a:gd name="csY11" fmla="*/ 14362 h 134825"/>
                <a:gd name="csX12" fmla="*/ 71708 w 170803"/>
                <a:gd name="csY12" fmla="*/ 90 h 134825"/>
                <a:gd name="csX13" fmla="*/ 34999 w 170803"/>
                <a:gd name="csY13" fmla="*/ 1001 h 134825"/>
                <a:gd name="csX14" fmla="*/ 1627 w 170803"/>
                <a:gd name="csY14" fmla="*/ 90 h 134825"/>
                <a:gd name="csX15" fmla="*/ 1627 w 170803"/>
                <a:gd name="csY15" fmla="*/ 14362 h 134825"/>
                <a:gd name="csX16" fmla="*/ 23167 w 170803"/>
                <a:gd name="csY16" fmla="*/ 14362 h 134825"/>
                <a:gd name="csX17" fmla="*/ 70494 w 170803"/>
                <a:gd name="csY17" fmla="*/ 70236 h 134825"/>
                <a:gd name="csX18" fmla="*/ 30751 w 170803"/>
                <a:gd name="csY18" fmla="*/ 114874 h 134825"/>
                <a:gd name="csX19" fmla="*/ 110 w 170803"/>
                <a:gd name="csY19" fmla="*/ 120644 h 134825"/>
                <a:gd name="csX20" fmla="*/ 110 w 170803"/>
                <a:gd name="csY20" fmla="*/ 134916 h 134825"/>
                <a:gd name="csX21" fmla="*/ 28021 w 170803"/>
                <a:gd name="csY21" fmla="*/ 134005 h 134825"/>
                <a:gd name="csX22" fmla="*/ 59269 w 170803"/>
                <a:gd name="csY22" fmla="*/ 134916 h 134825"/>
                <a:gd name="csX23" fmla="*/ 59269 w 170803"/>
                <a:gd name="csY23" fmla="*/ 120644 h 134825"/>
                <a:gd name="csX24" fmla="*/ 48044 w 170803"/>
                <a:gd name="csY24" fmla="*/ 117303 h 134825"/>
                <a:gd name="csX25" fmla="*/ 50168 w 170803"/>
                <a:gd name="csY25" fmla="*/ 114267 h 134825"/>
                <a:gd name="csX26" fmla="*/ 79596 w 170803"/>
                <a:gd name="csY26" fmla="*/ 81168 h 134825"/>
                <a:gd name="csX27" fmla="*/ 112968 w 170803"/>
                <a:gd name="csY27" fmla="*/ 120644 h 134825"/>
                <a:gd name="csX28" fmla="*/ 101136 w 170803"/>
                <a:gd name="csY28" fmla="*/ 120644 h 134825"/>
                <a:gd name="csX29" fmla="*/ 101136 w 170803"/>
                <a:gd name="csY29" fmla="*/ 134916 h 134825"/>
                <a:gd name="csX30" fmla="*/ 137542 w 170803"/>
                <a:gd name="csY30" fmla="*/ 134005 h 134825"/>
                <a:gd name="csX31" fmla="*/ 170914 w 170803"/>
                <a:gd name="csY31" fmla="*/ 134916 h 134825"/>
                <a:gd name="csX32" fmla="*/ 170914 w 170803"/>
                <a:gd name="csY32" fmla="*/ 120644 h 134825"/>
                <a:gd name="csX33" fmla="*/ 149373 w 170803"/>
                <a:gd name="csY33" fmla="*/ 120644 h 134825"/>
                <a:gd name="csX34" fmla="*/ 98405 w 170803"/>
                <a:gd name="csY34" fmla="*/ 60215 h 134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803" h="134825">
                  <a:moveTo>
                    <a:pt x="98405" y="60215"/>
                  </a:moveTo>
                  <a:lnTo>
                    <a:pt x="133901" y="20739"/>
                  </a:lnTo>
                  <a:cubicBezTo>
                    <a:pt x="137845" y="16488"/>
                    <a:pt x="139665" y="14362"/>
                    <a:pt x="164846" y="14362"/>
                  </a:cubicBezTo>
                  <a:lnTo>
                    <a:pt x="164846" y="90"/>
                  </a:lnTo>
                  <a:cubicBezTo>
                    <a:pt x="154228" y="697"/>
                    <a:pt x="138452" y="1001"/>
                    <a:pt x="136935" y="1001"/>
                  </a:cubicBezTo>
                  <a:cubicBezTo>
                    <a:pt x="129350" y="1001"/>
                    <a:pt x="114181" y="394"/>
                    <a:pt x="105687" y="90"/>
                  </a:cubicBezTo>
                  <a:lnTo>
                    <a:pt x="105687" y="14362"/>
                  </a:lnTo>
                  <a:cubicBezTo>
                    <a:pt x="109934" y="14362"/>
                    <a:pt x="113574" y="14970"/>
                    <a:pt x="117215" y="17095"/>
                  </a:cubicBezTo>
                  <a:cubicBezTo>
                    <a:pt x="116002" y="18917"/>
                    <a:pt x="116002" y="19524"/>
                    <a:pt x="114788" y="20739"/>
                  </a:cubicBezTo>
                  <a:lnTo>
                    <a:pt x="89304" y="49283"/>
                  </a:lnTo>
                  <a:lnTo>
                    <a:pt x="59573" y="14362"/>
                  </a:lnTo>
                  <a:lnTo>
                    <a:pt x="71708" y="14362"/>
                  </a:lnTo>
                  <a:lnTo>
                    <a:pt x="71708" y="90"/>
                  </a:lnTo>
                  <a:cubicBezTo>
                    <a:pt x="63820" y="394"/>
                    <a:pt x="44707" y="1001"/>
                    <a:pt x="34999" y="1001"/>
                  </a:cubicBezTo>
                  <a:cubicBezTo>
                    <a:pt x="25291" y="1001"/>
                    <a:pt x="11638" y="394"/>
                    <a:pt x="1627" y="90"/>
                  </a:cubicBezTo>
                  <a:lnTo>
                    <a:pt x="1627" y="14362"/>
                  </a:lnTo>
                  <a:lnTo>
                    <a:pt x="23167" y="14362"/>
                  </a:lnTo>
                  <a:lnTo>
                    <a:pt x="70494" y="70236"/>
                  </a:lnTo>
                  <a:lnTo>
                    <a:pt x="30751" y="114874"/>
                  </a:lnTo>
                  <a:cubicBezTo>
                    <a:pt x="25594" y="120644"/>
                    <a:pt x="14672" y="120644"/>
                    <a:pt x="110" y="120644"/>
                  </a:cubicBezTo>
                  <a:lnTo>
                    <a:pt x="110" y="134916"/>
                  </a:lnTo>
                  <a:cubicBezTo>
                    <a:pt x="10728" y="134308"/>
                    <a:pt x="26504" y="134005"/>
                    <a:pt x="28021" y="134005"/>
                  </a:cubicBezTo>
                  <a:cubicBezTo>
                    <a:pt x="35606" y="134005"/>
                    <a:pt x="53202" y="134612"/>
                    <a:pt x="59269" y="134916"/>
                  </a:cubicBezTo>
                  <a:lnTo>
                    <a:pt x="59269" y="120644"/>
                  </a:lnTo>
                  <a:cubicBezTo>
                    <a:pt x="53808" y="120644"/>
                    <a:pt x="48044" y="119125"/>
                    <a:pt x="48044" y="117303"/>
                  </a:cubicBezTo>
                  <a:cubicBezTo>
                    <a:pt x="48044" y="117000"/>
                    <a:pt x="48044" y="116696"/>
                    <a:pt x="50168" y="114267"/>
                  </a:cubicBezTo>
                  <a:lnTo>
                    <a:pt x="79596" y="81168"/>
                  </a:lnTo>
                  <a:lnTo>
                    <a:pt x="112968" y="120644"/>
                  </a:lnTo>
                  <a:lnTo>
                    <a:pt x="101136" y="120644"/>
                  </a:lnTo>
                  <a:lnTo>
                    <a:pt x="101136" y="134916"/>
                  </a:lnTo>
                  <a:cubicBezTo>
                    <a:pt x="109024" y="134612"/>
                    <a:pt x="127530" y="134005"/>
                    <a:pt x="137542" y="134005"/>
                  </a:cubicBezTo>
                  <a:cubicBezTo>
                    <a:pt x="147250" y="134005"/>
                    <a:pt x="160902" y="134612"/>
                    <a:pt x="170914" y="134916"/>
                  </a:cubicBezTo>
                  <a:lnTo>
                    <a:pt x="170914" y="120644"/>
                  </a:lnTo>
                  <a:lnTo>
                    <a:pt x="149373" y="120644"/>
                  </a:lnTo>
                  <a:lnTo>
                    <a:pt x="98405" y="60215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363E2DB-A100-988F-C6E3-F28A0BA8367B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5597743" y="8057900"/>
              <a:ext cx="77301" cy="141141"/>
            </a:xfrm>
            <a:custGeom>
              <a:avLst/>
              <a:gdLst>
                <a:gd name="csX0" fmla="*/ 48111 w 77301"/>
                <a:gd name="csY0" fmla="*/ 6043 h 141141"/>
                <a:gd name="csX1" fmla="*/ 41740 w 77301"/>
                <a:gd name="csY1" fmla="*/ 92 h 141141"/>
                <a:gd name="csX2" fmla="*/ 116 w 77301"/>
                <a:gd name="csY2" fmla="*/ 13696 h 141141"/>
                <a:gd name="csX3" fmla="*/ 116 w 77301"/>
                <a:gd name="csY3" fmla="*/ 21348 h 141141"/>
                <a:gd name="csX4" fmla="*/ 30909 w 77301"/>
                <a:gd name="csY4" fmla="*/ 15396 h 141141"/>
                <a:gd name="csX5" fmla="*/ 30909 w 77301"/>
                <a:gd name="csY5" fmla="*/ 123803 h 141141"/>
                <a:gd name="csX6" fmla="*/ 9673 w 77301"/>
                <a:gd name="csY6" fmla="*/ 133581 h 141141"/>
                <a:gd name="csX7" fmla="*/ 1603 w 77301"/>
                <a:gd name="csY7" fmla="*/ 133581 h 141141"/>
                <a:gd name="csX8" fmla="*/ 1603 w 77301"/>
                <a:gd name="csY8" fmla="*/ 141233 h 141141"/>
                <a:gd name="csX9" fmla="*/ 39404 w 77301"/>
                <a:gd name="csY9" fmla="*/ 140383 h 141141"/>
                <a:gd name="csX10" fmla="*/ 77418 w 77301"/>
                <a:gd name="csY10" fmla="*/ 141233 h 141141"/>
                <a:gd name="csX11" fmla="*/ 77418 w 77301"/>
                <a:gd name="csY11" fmla="*/ 133581 h 141141"/>
                <a:gd name="csX12" fmla="*/ 69348 w 77301"/>
                <a:gd name="csY12" fmla="*/ 133581 h 141141"/>
                <a:gd name="csX13" fmla="*/ 48111 w 77301"/>
                <a:gd name="csY13" fmla="*/ 123803 h 141141"/>
                <a:gd name="csX14" fmla="*/ 48111 w 77301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01" h="141141">
                  <a:moveTo>
                    <a:pt x="48111" y="6043"/>
                  </a:moveTo>
                  <a:cubicBezTo>
                    <a:pt x="48111" y="304"/>
                    <a:pt x="47686" y="92"/>
                    <a:pt x="41740" y="92"/>
                  </a:cubicBezTo>
                  <a:cubicBezTo>
                    <a:pt x="28148" y="13483"/>
                    <a:pt x="8823" y="13696"/>
                    <a:pt x="116" y="13696"/>
                  </a:cubicBezTo>
                  <a:lnTo>
                    <a:pt x="116" y="21348"/>
                  </a:lnTo>
                  <a:cubicBezTo>
                    <a:pt x="5213" y="21348"/>
                    <a:pt x="19229" y="21348"/>
                    <a:pt x="30909" y="15396"/>
                  </a:cubicBezTo>
                  <a:lnTo>
                    <a:pt x="30909" y="123803"/>
                  </a:lnTo>
                  <a:cubicBezTo>
                    <a:pt x="30909" y="130818"/>
                    <a:pt x="30909" y="133581"/>
                    <a:pt x="9673" y="133581"/>
                  </a:cubicBezTo>
                  <a:lnTo>
                    <a:pt x="1603" y="133581"/>
                  </a:lnTo>
                  <a:lnTo>
                    <a:pt x="1603" y="141233"/>
                  </a:lnTo>
                  <a:cubicBezTo>
                    <a:pt x="5425" y="141021"/>
                    <a:pt x="31546" y="140383"/>
                    <a:pt x="39404" y="140383"/>
                  </a:cubicBezTo>
                  <a:cubicBezTo>
                    <a:pt x="45987" y="140383"/>
                    <a:pt x="72745" y="141021"/>
                    <a:pt x="77418" y="141233"/>
                  </a:cubicBezTo>
                  <a:lnTo>
                    <a:pt x="77418" y="133581"/>
                  </a:lnTo>
                  <a:lnTo>
                    <a:pt x="69348" y="133581"/>
                  </a:lnTo>
                  <a:cubicBezTo>
                    <a:pt x="48111" y="133581"/>
                    <a:pt x="48111" y="130818"/>
                    <a:pt x="48111" y="123803"/>
                  </a:cubicBezTo>
                  <a:lnTo>
                    <a:pt x="48111" y="6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995CC6D-47F8-98BC-7DC2-F564DBD867EC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5717613" y="8107427"/>
              <a:ext cx="24422" cy="91614"/>
            </a:xfrm>
            <a:custGeom>
              <a:avLst/>
              <a:gdLst>
                <a:gd name="csX0" fmla="*/ 24542 w 24422"/>
                <a:gd name="csY0" fmla="*/ 12420 h 91614"/>
                <a:gd name="csX1" fmla="*/ 12437 w 24422"/>
                <a:gd name="csY1" fmla="*/ 92 h 91614"/>
                <a:gd name="csX2" fmla="*/ 120 w 24422"/>
                <a:gd name="csY2" fmla="*/ 12208 h 91614"/>
                <a:gd name="csX3" fmla="*/ 12225 w 24422"/>
                <a:gd name="csY3" fmla="*/ 24536 h 91614"/>
                <a:gd name="csX4" fmla="*/ 24542 w 24422"/>
                <a:gd name="csY4" fmla="*/ 12420 h 91614"/>
                <a:gd name="csX5" fmla="*/ 24542 w 24422"/>
                <a:gd name="csY5" fmla="*/ 79590 h 91614"/>
                <a:gd name="csX6" fmla="*/ 12437 w 24422"/>
                <a:gd name="csY6" fmla="*/ 67262 h 91614"/>
                <a:gd name="csX7" fmla="*/ 120 w 24422"/>
                <a:gd name="csY7" fmla="*/ 79378 h 91614"/>
                <a:gd name="csX8" fmla="*/ 12225 w 24422"/>
                <a:gd name="csY8" fmla="*/ 91706 h 91614"/>
                <a:gd name="csX9" fmla="*/ 24542 w 24422"/>
                <a:gd name="csY9" fmla="*/ 79590 h 91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422" h="91614">
                  <a:moveTo>
                    <a:pt x="24542" y="12420"/>
                  </a:moveTo>
                  <a:cubicBezTo>
                    <a:pt x="24542" y="4981"/>
                    <a:pt x="18596" y="92"/>
                    <a:pt x="12437" y="92"/>
                  </a:cubicBezTo>
                  <a:cubicBezTo>
                    <a:pt x="5004" y="92"/>
                    <a:pt x="120" y="6043"/>
                    <a:pt x="120" y="12208"/>
                  </a:cubicBezTo>
                  <a:cubicBezTo>
                    <a:pt x="120" y="19647"/>
                    <a:pt x="6066" y="24536"/>
                    <a:pt x="12225" y="24536"/>
                  </a:cubicBezTo>
                  <a:cubicBezTo>
                    <a:pt x="19658" y="24536"/>
                    <a:pt x="24542" y="18585"/>
                    <a:pt x="24542" y="12420"/>
                  </a:cubicBezTo>
                  <a:close/>
                  <a:moveTo>
                    <a:pt x="24542" y="79590"/>
                  </a:moveTo>
                  <a:cubicBezTo>
                    <a:pt x="24542" y="72151"/>
                    <a:pt x="18596" y="67262"/>
                    <a:pt x="12437" y="67262"/>
                  </a:cubicBezTo>
                  <a:cubicBezTo>
                    <a:pt x="5004" y="67262"/>
                    <a:pt x="120" y="73213"/>
                    <a:pt x="120" y="79378"/>
                  </a:cubicBezTo>
                  <a:cubicBezTo>
                    <a:pt x="120" y="86817"/>
                    <a:pt x="6066" y="91706"/>
                    <a:pt x="12225" y="91706"/>
                  </a:cubicBezTo>
                  <a:cubicBezTo>
                    <a:pt x="19658" y="91706"/>
                    <a:pt x="24542" y="85755"/>
                    <a:pt x="24542" y="79590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00EFCA-F653-E50C-8CE3-98F3DBE2345B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5774191" y="8105302"/>
              <a:ext cx="129756" cy="95865"/>
            </a:xfrm>
            <a:custGeom>
              <a:avLst/>
              <a:gdLst>
                <a:gd name="csX0" fmla="*/ 16050 w 129756"/>
                <a:gd name="csY0" fmla="*/ 80440 h 95865"/>
                <a:gd name="csX1" fmla="*/ 13926 w 129756"/>
                <a:gd name="csY1" fmla="*/ 89156 h 95865"/>
                <a:gd name="csX2" fmla="*/ 21147 w 129756"/>
                <a:gd name="csY2" fmla="*/ 95958 h 95865"/>
                <a:gd name="csX3" fmla="*/ 29429 w 129756"/>
                <a:gd name="csY3" fmla="*/ 91281 h 95865"/>
                <a:gd name="csX4" fmla="*/ 33251 w 129756"/>
                <a:gd name="csY4" fmla="*/ 78102 h 95865"/>
                <a:gd name="csX5" fmla="*/ 37924 w 129756"/>
                <a:gd name="csY5" fmla="*/ 58972 h 95865"/>
                <a:gd name="csX6" fmla="*/ 41534 w 129756"/>
                <a:gd name="csY6" fmla="*/ 44730 h 95865"/>
                <a:gd name="csX7" fmla="*/ 50453 w 129756"/>
                <a:gd name="csY7" fmla="*/ 25599 h 95865"/>
                <a:gd name="csX8" fmla="*/ 82308 w 129756"/>
                <a:gd name="csY8" fmla="*/ 6043 h 95865"/>
                <a:gd name="csX9" fmla="*/ 94838 w 129756"/>
                <a:gd name="csY9" fmla="*/ 20923 h 95865"/>
                <a:gd name="csX10" fmla="*/ 82308 w 129756"/>
                <a:gd name="csY10" fmla="*/ 66199 h 95865"/>
                <a:gd name="csX11" fmla="*/ 79123 w 129756"/>
                <a:gd name="csY11" fmla="*/ 77677 h 95865"/>
                <a:gd name="csX12" fmla="*/ 99298 w 129756"/>
                <a:gd name="csY12" fmla="*/ 95958 h 95865"/>
                <a:gd name="csX13" fmla="*/ 129878 w 129756"/>
                <a:gd name="csY13" fmla="*/ 63435 h 95865"/>
                <a:gd name="csX14" fmla="*/ 126480 w 129756"/>
                <a:gd name="csY14" fmla="*/ 60672 h 95865"/>
                <a:gd name="csX15" fmla="*/ 122445 w 129756"/>
                <a:gd name="csY15" fmla="*/ 64286 h 95865"/>
                <a:gd name="csX16" fmla="*/ 99935 w 129756"/>
                <a:gd name="csY16" fmla="*/ 90006 h 95865"/>
                <a:gd name="csX17" fmla="*/ 94625 w 129756"/>
                <a:gd name="csY17" fmla="*/ 82566 h 95865"/>
                <a:gd name="csX18" fmla="*/ 99510 w 129756"/>
                <a:gd name="csY18" fmla="*/ 65348 h 95865"/>
                <a:gd name="csX19" fmla="*/ 110765 w 129756"/>
                <a:gd name="csY19" fmla="*/ 24324 h 95865"/>
                <a:gd name="csX20" fmla="*/ 83158 w 129756"/>
                <a:gd name="csY20" fmla="*/ 92 h 95865"/>
                <a:gd name="csX21" fmla="*/ 47268 w 129756"/>
                <a:gd name="csY21" fmla="*/ 19435 h 95865"/>
                <a:gd name="csX22" fmla="*/ 24544 w 129756"/>
                <a:gd name="csY22" fmla="*/ 92 h 95865"/>
                <a:gd name="csX23" fmla="*/ 7767 w 129756"/>
                <a:gd name="csY23" fmla="*/ 11570 h 95865"/>
                <a:gd name="csX24" fmla="*/ 122 w 129756"/>
                <a:gd name="csY24" fmla="*/ 32614 h 95865"/>
                <a:gd name="csX25" fmla="*/ 3732 w 129756"/>
                <a:gd name="csY25" fmla="*/ 35377 h 95865"/>
                <a:gd name="csX26" fmla="*/ 8405 w 129756"/>
                <a:gd name="csY26" fmla="*/ 29000 h 95865"/>
                <a:gd name="csX27" fmla="*/ 23907 w 129756"/>
                <a:gd name="csY27" fmla="*/ 6043 h 95865"/>
                <a:gd name="csX28" fmla="*/ 30915 w 129756"/>
                <a:gd name="csY28" fmla="*/ 16459 h 95865"/>
                <a:gd name="csX29" fmla="*/ 27518 w 129756"/>
                <a:gd name="csY29" fmla="*/ 34102 h 95865"/>
                <a:gd name="csX30" fmla="*/ 22845 w 129756"/>
                <a:gd name="csY30" fmla="*/ 53232 h 95865"/>
                <a:gd name="csX31" fmla="*/ 16050 w 129756"/>
                <a:gd name="csY31" fmla="*/ 80440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56" h="95865">
                  <a:moveTo>
                    <a:pt x="16050" y="80440"/>
                  </a:moveTo>
                  <a:cubicBezTo>
                    <a:pt x="15200" y="83204"/>
                    <a:pt x="13926" y="88518"/>
                    <a:pt x="13926" y="89156"/>
                  </a:cubicBezTo>
                  <a:cubicBezTo>
                    <a:pt x="13926" y="93832"/>
                    <a:pt x="17749" y="95958"/>
                    <a:pt x="21147" y="95958"/>
                  </a:cubicBezTo>
                  <a:cubicBezTo>
                    <a:pt x="24969" y="95958"/>
                    <a:pt x="28367" y="93194"/>
                    <a:pt x="29429" y="91281"/>
                  </a:cubicBezTo>
                  <a:cubicBezTo>
                    <a:pt x="30491" y="89368"/>
                    <a:pt x="32190" y="82566"/>
                    <a:pt x="33251" y="78102"/>
                  </a:cubicBezTo>
                  <a:cubicBezTo>
                    <a:pt x="34313" y="74064"/>
                    <a:pt x="36649" y="64286"/>
                    <a:pt x="37924" y="58972"/>
                  </a:cubicBezTo>
                  <a:cubicBezTo>
                    <a:pt x="39198" y="54295"/>
                    <a:pt x="40472" y="49619"/>
                    <a:pt x="41534" y="44730"/>
                  </a:cubicBezTo>
                  <a:cubicBezTo>
                    <a:pt x="43870" y="36015"/>
                    <a:pt x="44295" y="34314"/>
                    <a:pt x="50453" y="25599"/>
                  </a:cubicBezTo>
                  <a:cubicBezTo>
                    <a:pt x="56399" y="17097"/>
                    <a:pt x="66381" y="6043"/>
                    <a:pt x="82308" y="6043"/>
                  </a:cubicBezTo>
                  <a:cubicBezTo>
                    <a:pt x="94625" y="6043"/>
                    <a:pt x="94838" y="16884"/>
                    <a:pt x="94838" y="20923"/>
                  </a:cubicBezTo>
                  <a:cubicBezTo>
                    <a:pt x="94838" y="33677"/>
                    <a:pt x="85706" y="57271"/>
                    <a:pt x="82308" y="66199"/>
                  </a:cubicBezTo>
                  <a:cubicBezTo>
                    <a:pt x="79972" y="72150"/>
                    <a:pt x="79123" y="74064"/>
                    <a:pt x="79123" y="77677"/>
                  </a:cubicBezTo>
                  <a:cubicBezTo>
                    <a:pt x="79123" y="88943"/>
                    <a:pt x="88467" y="95958"/>
                    <a:pt x="99298" y="95958"/>
                  </a:cubicBezTo>
                  <a:cubicBezTo>
                    <a:pt x="120534" y="95958"/>
                    <a:pt x="129878" y="66624"/>
                    <a:pt x="129878" y="63435"/>
                  </a:cubicBezTo>
                  <a:cubicBezTo>
                    <a:pt x="129878" y="60672"/>
                    <a:pt x="127118" y="60672"/>
                    <a:pt x="126480" y="60672"/>
                  </a:cubicBezTo>
                  <a:cubicBezTo>
                    <a:pt x="123507" y="60672"/>
                    <a:pt x="123295" y="61947"/>
                    <a:pt x="122445" y="64286"/>
                  </a:cubicBezTo>
                  <a:cubicBezTo>
                    <a:pt x="117561" y="81291"/>
                    <a:pt x="108429" y="90006"/>
                    <a:pt x="99935" y="90006"/>
                  </a:cubicBezTo>
                  <a:cubicBezTo>
                    <a:pt x="95475" y="90006"/>
                    <a:pt x="94625" y="87030"/>
                    <a:pt x="94625" y="82566"/>
                  </a:cubicBezTo>
                  <a:cubicBezTo>
                    <a:pt x="94625" y="77677"/>
                    <a:pt x="95687" y="74914"/>
                    <a:pt x="99510" y="65348"/>
                  </a:cubicBezTo>
                  <a:cubicBezTo>
                    <a:pt x="102058" y="58759"/>
                    <a:pt x="110765" y="36227"/>
                    <a:pt x="110765" y="24324"/>
                  </a:cubicBezTo>
                  <a:cubicBezTo>
                    <a:pt x="110765" y="3705"/>
                    <a:pt x="94413" y="92"/>
                    <a:pt x="83158" y="92"/>
                  </a:cubicBezTo>
                  <a:cubicBezTo>
                    <a:pt x="65531" y="92"/>
                    <a:pt x="53639" y="10932"/>
                    <a:pt x="47268" y="19435"/>
                  </a:cubicBezTo>
                  <a:cubicBezTo>
                    <a:pt x="45781" y="4768"/>
                    <a:pt x="33251" y="92"/>
                    <a:pt x="24544" y="92"/>
                  </a:cubicBezTo>
                  <a:cubicBezTo>
                    <a:pt x="15413" y="92"/>
                    <a:pt x="10528" y="6681"/>
                    <a:pt x="7767" y="11570"/>
                  </a:cubicBezTo>
                  <a:cubicBezTo>
                    <a:pt x="3095" y="19435"/>
                    <a:pt x="122" y="31551"/>
                    <a:pt x="122" y="32614"/>
                  </a:cubicBezTo>
                  <a:cubicBezTo>
                    <a:pt x="122" y="35377"/>
                    <a:pt x="3095" y="35377"/>
                    <a:pt x="3732" y="35377"/>
                  </a:cubicBezTo>
                  <a:cubicBezTo>
                    <a:pt x="6706" y="35377"/>
                    <a:pt x="6918" y="34739"/>
                    <a:pt x="8405" y="29000"/>
                  </a:cubicBezTo>
                  <a:cubicBezTo>
                    <a:pt x="11590" y="16459"/>
                    <a:pt x="15625" y="6043"/>
                    <a:pt x="23907" y="6043"/>
                  </a:cubicBezTo>
                  <a:cubicBezTo>
                    <a:pt x="29429" y="6043"/>
                    <a:pt x="30915" y="10720"/>
                    <a:pt x="30915" y="16459"/>
                  </a:cubicBezTo>
                  <a:cubicBezTo>
                    <a:pt x="30915" y="20498"/>
                    <a:pt x="29004" y="28363"/>
                    <a:pt x="27518" y="34102"/>
                  </a:cubicBezTo>
                  <a:cubicBezTo>
                    <a:pt x="26031" y="39841"/>
                    <a:pt x="23907" y="48556"/>
                    <a:pt x="22845" y="53232"/>
                  </a:cubicBezTo>
                  <a:lnTo>
                    <a:pt x="16050" y="80440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699B6AE-BDD4-50CB-98F7-D941D560DC28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5946643" y="7925747"/>
              <a:ext cx="70384" cy="303661"/>
            </a:xfrm>
            <a:custGeom>
              <a:avLst/>
              <a:gdLst>
                <a:gd name="csX0" fmla="*/ 70512 w 70384"/>
                <a:gd name="csY0" fmla="*/ 151921 h 303661"/>
                <a:gd name="csX1" fmla="*/ 50489 w 70384"/>
                <a:gd name="csY1" fmla="*/ 57178 h 303661"/>
                <a:gd name="csX2" fmla="*/ 3161 w 70384"/>
                <a:gd name="csY2" fmla="*/ 90 h 303661"/>
                <a:gd name="csX3" fmla="*/ 128 w 70384"/>
                <a:gd name="csY3" fmla="*/ 3127 h 303661"/>
                <a:gd name="csX4" fmla="*/ 5892 w 70384"/>
                <a:gd name="csY4" fmla="*/ 10111 h 303661"/>
                <a:gd name="csX5" fmla="*/ 52916 w 70384"/>
                <a:gd name="csY5" fmla="*/ 151921 h 303661"/>
                <a:gd name="csX6" fmla="*/ 4072 w 70384"/>
                <a:gd name="csY6" fmla="*/ 295553 h 303661"/>
                <a:gd name="csX7" fmla="*/ 128 w 70384"/>
                <a:gd name="csY7" fmla="*/ 300715 h 303661"/>
                <a:gd name="csX8" fmla="*/ 3161 w 70384"/>
                <a:gd name="csY8" fmla="*/ 303751 h 303661"/>
                <a:gd name="csX9" fmla="*/ 51399 w 70384"/>
                <a:gd name="csY9" fmla="*/ 244538 h 303661"/>
                <a:gd name="csX10" fmla="*/ 70512 w 70384"/>
                <a:gd name="csY10" fmla="*/ 15192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4" h="303661">
                  <a:moveTo>
                    <a:pt x="70512" y="151921"/>
                  </a:moveTo>
                  <a:cubicBezTo>
                    <a:pt x="70512" y="128235"/>
                    <a:pt x="67175" y="91492"/>
                    <a:pt x="50489" y="57178"/>
                  </a:cubicBezTo>
                  <a:cubicBezTo>
                    <a:pt x="32286" y="19828"/>
                    <a:pt x="6195" y="90"/>
                    <a:pt x="3161" y="90"/>
                  </a:cubicBezTo>
                  <a:cubicBezTo>
                    <a:pt x="1341" y="90"/>
                    <a:pt x="128" y="1305"/>
                    <a:pt x="128" y="3127"/>
                  </a:cubicBezTo>
                  <a:cubicBezTo>
                    <a:pt x="128" y="4038"/>
                    <a:pt x="128" y="4645"/>
                    <a:pt x="5892" y="10111"/>
                  </a:cubicBezTo>
                  <a:cubicBezTo>
                    <a:pt x="35623" y="40173"/>
                    <a:pt x="52916" y="88456"/>
                    <a:pt x="52916" y="151921"/>
                  </a:cubicBezTo>
                  <a:cubicBezTo>
                    <a:pt x="52916" y="203847"/>
                    <a:pt x="41691" y="257291"/>
                    <a:pt x="4072" y="295553"/>
                  </a:cubicBezTo>
                  <a:cubicBezTo>
                    <a:pt x="128" y="299197"/>
                    <a:pt x="128" y="299804"/>
                    <a:pt x="128" y="300715"/>
                  </a:cubicBezTo>
                  <a:cubicBezTo>
                    <a:pt x="128" y="302537"/>
                    <a:pt x="1341" y="303751"/>
                    <a:pt x="3161" y="303751"/>
                  </a:cubicBezTo>
                  <a:cubicBezTo>
                    <a:pt x="6195" y="303751"/>
                    <a:pt x="33500" y="283102"/>
                    <a:pt x="51399" y="244538"/>
                  </a:cubicBezTo>
                  <a:cubicBezTo>
                    <a:pt x="66871" y="211135"/>
                    <a:pt x="70512" y="177428"/>
                    <a:pt x="70512" y="151921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7BC6E0-5519-37A3-4774-CA4578C864B5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6148592" y="8042049"/>
              <a:ext cx="201748" cy="71056"/>
            </a:xfrm>
            <a:custGeom>
              <a:avLst/>
              <a:gdLst>
                <a:gd name="csX0" fmla="*/ 191568 w 201748"/>
                <a:gd name="csY0" fmla="*/ 12237 h 71056"/>
                <a:gd name="csX1" fmla="*/ 201883 w 201748"/>
                <a:gd name="csY1" fmla="*/ 6163 h 71056"/>
                <a:gd name="csX2" fmla="*/ 191871 w 201748"/>
                <a:gd name="csY2" fmla="*/ 90 h 71056"/>
                <a:gd name="csX3" fmla="*/ 10146 w 201748"/>
                <a:gd name="csY3" fmla="*/ 90 h 71056"/>
                <a:gd name="csX4" fmla="*/ 134 w 201748"/>
                <a:gd name="csY4" fmla="*/ 6163 h 71056"/>
                <a:gd name="csX5" fmla="*/ 10449 w 201748"/>
                <a:gd name="csY5" fmla="*/ 12237 h 71056"/>
                <a:gd name="csX6" fmla="*/ 191568 w 201748"/>
                <a:gd name="csY6" fmla="*/ 12237 h 71056"/>
                <a:gd name="csX7" fmla="*/ 191871 w 201748"/>
                <a:gd name="csY7" fmla="*/ 71147 h 71056"/>
                <a:gd name="csX8" fmla="*/ 201883 w 201748"/>
                <a:gd name="csY8" fmla="*/ 65074 h 71056"/>
                <a:gd name="csX9" fmla="*/ 191568 w 201748"/>
                <a:gd name="csY9" fmla="*/ 59000 h 71056"/>
                <a:gd name="csX10" fmla="*/ 10449 w 201748"/>
                <a:gd name="csY10" fmla="*/ 59000 h 71056"/>
                <a:gd name="csX11" fmla="*/ 134 w 201748"/>
                <a:gd name="csY11" fmla="*/ 65074 h 71056"/>
                <a:gd name="csX12" fmla="*/ 10146 w 201748"/>
                <a:gd name="csY12" fmla="*/ 71147 h 71056"/>
                <a:gd name="csX13" fmla="*/ 191871 w 201748"/>
                <a:gd name="csY13" fmla="*/ 71147 h 71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748" h="71056">
                  <a:moveTo>
                    <a:pt x="191568" y="12237"/>
                  </a:moveTo>
                  <a:cubicBezTo>
                    <a:pt x="196119" y="12237"/>
                    <a:pt x="201883" y="12237"/>
                    <a:pt x="201883" y="6163"/>
                  </a:cubicBezTo>
                  <a:cubicBezTo>
                    <a:pt x="201883" y="90"/>
                    <a:pt x="196119" y="90"/>
                    <a:pt x="191871" y="90"/>
                  </a:cubicBezTo>
                  <a:lnTo>
                    <a:pt x="10146" y="90"/>
                  </a:lnTo>
                  <a:cubicBezTo>
                    <a:pt x="5899" y="90"/>
                    <a:pt x="134" y="90"/>
                    <a:pt x="134" y="6163"/>
                  </a:cubicBezTo>
                  <a:cubicBezTo>
                    <a:pt x="134" y="12237"/>
                    <a:pt x="5899" y="12237"/>
                    <a:pt x="10449" y="12237"/>
                  </a:cubicBezTo>
                  <a:lnTo>
                    <a:pt x="191568" y="12237"/>
                  </a:lnTo>
                  <a:close/>
                  <a:moveTo>
                    <a:pt x="191871" y="71147"/>
                  </a:moveTo>
                  <a:cubicBezTo>
                    <a:pt x="196119" y="71147"/>
                    <a:pt x="201883" y="71147"/>
                    <a:pt x="201883" y="65074"/>
                  </a:cubicBezTo>
                  <a:cubicBezTo>
                    <a:pt x="201883" y="59000"/>
                    <a:pt x="196119" y="59000"/>
                    <a:pt x="191568" y="59000"/>
                  </a:cubicBezTo>
                  <a:lnTo>
                    <a:pt x="10449" y="59000"/>
                  </a:lnTo>
                  <a:cubicBezTo>
                    <a:pt x="5899" y="59000"/>
                    <a:pt x="134" y="59000"/>
                    <a:pt x="134" y="65074"/>
                  </a:cubicBezTo>
                  <a:cubicBezTo>
                    <a:pt x="134" y="71147"/>
                    <a:pt x="5899" y="71147"/>
                    <a:pt x="10146" y="71147"/>
                  </a:cubicBezTo>
                  <a:lnTo>
                    <a:pt x="191871" y="71147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EDEAEAB-4D98-3422-B158-34A576D41E6B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6463972" y="7946092"/>
              <a:ext cx="216614" cy="207400"/>
            </a:xfrm>
            <a:custGeom>
              <a:avLst/>
              <a:gdLst>
                <a:gd name="csX0" fmla="*/ 79934 w 216614"/>
                <a:gd name="csY0" fmla="*/ 111534 h 207400"/>
                <a:gd name="csX1" fmla="*/ 131509 w 216614"/>
                <a:gd name="csY1" fmla="*/ 111534 h 207400"/>
                <a:gd name="csX2" fmla="*/ 216759 w 216614"/>
                <a:gd name="csY2" fmla="*/ 45943 h 207400"/>
                <a:gd name="csX3" fmla="*/ 156993 w 216614"/>
                <a:gd name="csY3" fmla="*/ 90 h 207400"/>
                <a:gd name="csX4" fmla="*/ 58697 w 216614"/>
                <a:gd name="csY4" fmla="*/ 90 h 207400"/>
                <a:gd name="csX5" fmla="*/ 49596 w 216614"/>
                <a:gd name="csY5" fmla="*/ 5860 h 207400"/>
                <a:gd name="csX6" fmla="*/ 58394 w 216614"/>
                <a:gd name="csY6" fmla="*/ 9504 h 207400"/>
                <a:gd name="csX7" fmla="*/ 71439 w 216614"/>
                <a:gd name="csY7" fmla="*/ 10111 h 207400"/>
                <a:gd name="csX8" fmla="*/ 78114 w 216614"/>
                <a:gd name="csY8" fmla="*/ 14970 h 207400"/>
                <a:gd name="csX9" fmla="*/ 76900 w 216614"/>
                <a:gd name="csY9" fmla="*/ 20739 h 207400"/>
                <a:gd name="csX10" fmla="*/ 36247 w 216614"/>
                <a:gd name="csY10" fmla="*/ 183805 h 207400"/>
                <a:gd name="csX11" fmla="*/ 8639 w 216614"/>
                <a:gd name="csY11" fmla="*/ 198077 h 207400"/>
                <a:gd name="csX12" fmla="*/ 145 w 216614"/>
                <a:gd name="csY12" fmla="*/ 203847 h 207400"/>
                <a:gd name="csX13" fmla="*/ 4695 w 216614"/>
                <a:gd name="csY13" fmla="*/ 207491 h 207400"/>
                <a:gd name="csX14" fmla="*/ 43225 w 216614"/>
                <a:gd name="csY14" fmla="*/ 206580 h 207400"/>
                <a:gd name="csX15" fmla="*/ 62641 w 216614"/>
                <a:gd name="csY15" fmla="*/ 206884 h 207400"/>
                <a:gd name="csX16" fmla="*/ 82361 w 216614"/>
                <a:gd name="csY16" fmla="*/ 207491 h 207400"/>
                <a:gd name="csX17" fmla="*/ 88429 w 216614"/>
                <a:gd name="csY17" fmla="*/ 201418 h 207400"/>
                <a:gd name="csX18" fmla="*/ 79934 w 216614"/>
                <a:gd name="csY18" fmla="*/ 198077 h 207400"/>
                <a:gd name="csX19" fmla="*/ 60214 w 216614"/>
                <a:gd name="csY19" fmla="*/ 192611 h 207400"/>
                <a:gd name="csX20" fmla="*/ 61124 w 216614"/>
                <a:gd name="csY20" fmla="*/ 187449 h 207400"/>
                <a:gd name="csX21" fmla="*/ 79934 w 216614"/>
                <a:gd name="csY21" fmla="*/ 111534 h 207400"/>
                <a:gd name="csX22" fmla="*/ 101777 w 216614"/>
                <a:gd name="csY22" fmla="*/ 21043 h 207400"/>
                <a:gd name="csX23" fmla="*/ 118160 w 216614"/>
                <a:gd name="csY23" fmla="*/ 9504 h 207400"/>
                <a:gd name="csX24" fmla="*/ 147285 w 216614"/>
                <a:gd name="csY24" fmla="*/ 9504 h 207400"/>
                <a:gd name="csX25" fmla="*/ 188545 w 216614"/>
                <a:gd name="csY25" fmla="*/ 38655 h 207400"/>
                <a:gd name="csX26" fmla="*/ 170645 w 216614"/>
                <a:gd name="csY26" fmla="*/ 87545 h 207400"/>
                <a:gd name="csX27" fmla="*/ 123924 w 216614"/>
                <a:gd name="csY27" fmla="*/ 103639 h 207400"/>
                <a:gd name="csX28" fmla="*/ 81148 w 216614"/>
                <a:gd name="csY28" fmla="*/ 103639 h 207400"/>
                <a:gd name="csX29" fmla="*/ 101777 w 216614"/>
                <a:gd name="csY29" fmla="*/ 2104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614" h="207400">
                  <a:moveTo>
                    <a:pt x="79934" y="111534"/>
                  </a:moveTo>
                  <a:lnTo>
                    <a:pt x="131509" y="111534"/>
                  </a:lnTo>
                  <a:cubicBezTo>
                    <a:pt x="174589" y="111534"/>
                    <a:pt x="216759" y="79953"/>
                    <a:pt x="216759" y="45943"/>
                  </a:cubicBezTo>
                  <a:cubicBezTo>
                    <a:pt x="216759" y="22561"/>
                    <a:pt x="196736" y="90"/>
                    <a:pt x="156993" y="90"/>
                  </a:cubicBezTo>
                  <a:lnTo>
                    <a:pt x="58697" y="90"/>
                  </a:lnTo>
                  <a:cubicBezTo>
                    <a:pt x="52933" y="90"/>
                    <a:pt x="49596" y="90"/>
                    <a:pt x="49596" y="5860"/>
                  </a:cubicBezTo>
                  <a:cubicBezTo>
                    <a:pt x="49596" y="9504"/>
                    <a:pt x="52326" y="9504"/>
                    <a:pt x="58394" y="9504"/>
                  </a:cubicBezTo>
                  <a:cubicBezTo>
                    <a:pt x="62338" y="9504"/>
                    <a:pt x="67799" y="9807"/>
                    <a:pt x="71439" y="10111"/>
                  </a:cubicBezTo>
                  <a:cubicBezTo>
                    <a:pt x="76293" y="10718"/>
                    <a:pt x="78114" y="11629"/>
                    <a:pt x="78114" y="14970"/>
                  </a:cubicBezTo>
                  <a:cubicBezTo>
                    <a:pt x="78114" y="16184"/>
                    <a:pt x="77810" y="17095"/>
                    <a:pt x="76900" y="20739"/>
                  </a:cubicBezTo>
                  <a:lnTo>
                    <a:pt x="36247" y="183805"/>
                  </a:lnTo>
                  <a:cubicBezTo>
                    <a:pt x="33213" y="195648"/>
                    <a:pt x="32607" y="198077"/>
                    <a:pt x="8639" y="198077"/>
                  </a:cubicBezTo>
                  <a:cubicBezTo>
                    <a:pt x="3482" y="198077"/>
                    <a:pt x="145" y="198077"/>
                    <a:pt x="145" y="203847"/>
                  </a:cubicBezTo>
                  <a:cubicBezTo>
                    <a:pt x="145" y="207491"/>
                    <a:pt x="3785" y="207491"/>
                    <a:pt x="4695" y="207491"/>
                  </a:cubicBezTo>
                  <a:cubicBezTo>
                    <a:pt x="13190" y="207491"/>
                    <a:pt x="34730" y="206580"/>
                    <a:pt x="43225" y="206580"/>
                  </a:cubicBezTo>
                  <a:cubicBezTo>
                    <a:pt x="49596" y="206580"/>
                    <a:pt x="56270" y="206884"/>
                    <a:pt x="62641" y="206884"/>
                  </a:cubicBezTo>
                  <a:cubicBezTo>
                    <a:pt x="69316" y="206884"/>
                    <a:pt x="75990" y="207491"/>
                    <a:pt x="82361" y="207491"/>
                  </a:cubicBezTo>
                  <a:cubicBezTo>
                    <a:pt x="84485" y="207491"/>
                    <a:pt x="88429" y="207491"/>
                    <a:pt x="88429" y="201418"/>
                  </a:cubicBezTo>
                  <a:cubicBezTo>
                    <a:pt x="88429" y="198077"/>
                    <a:pt x="85698" y="198077"/>
                    <a:pt x="79934" y="198077"/>
                  </a:cubicBezTo>
                  <a:cubicBezTo>
                    <a:pt x="68709" y="198077"/>
                    <a:pt x="60214" y="198077"/>
                    <a:pt x="60214" y="192611"/>
                  </a:cubicBezTo>
                  <a:cubicBezTo>
                    <a:pt x="60214" y="190789"/>
                    <a:pt x="60821" y="189271"/>
                    <a:pt x="61124" y="187449"/>
                  </a:cubicBezTo>
                  <a:lnTo>
                    <a:pt x="79934" y="111534"/>
                  </a:lnTo>
                  <a:close/>
                  <a:moveTo>
                    <a:pt x="101777" y="21043"/>
                  </a:moveTo>
                  <a:cubicBezTo>
                    <a:pt x="104508" y="10415"/>
                    <a:pt x="105115" y="9504"/>
                    <a:pt x="118160" y="9504"/>
                  </a:cubicBezTo>
                  <a:lnTo>
                    <a:pt x="147285" y="9504"/>
                  </a:lnTo>
                  <a:cubicBezTo>
                    <a:pt x="172465" y="9504"/>
                    <a:pt x="188545" y="17703"/>
                    <a:pt x="188545" y="38655"/>
                  </a:cubicBezTo>
                  <a:cubicBezTo>
                    <a:pt x="188545" y="50498"/>
                    <a:pt x="182477" y="76613"/>
                    <a:pt x="170645" y="87545"/>
                  </a:cubicBezTo>
                  <a:cubicBezTo>
                    <a:pt x="155476" y="101209"/>
                    <a:pt x="137273" y="103639"/>
                    <a:pt x="123924" y="103639"/>
                  </a:cubicBezTo>
                  <a:lnTo>
                    <a:pt x="81148" y="103639"/>
                  </a:lnTo>
                  <a:lnTo>
                    <a:pt x="101777" y="21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99C4DC6-83A0-ACA6-E476-80EB55B954E0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6769345" y="7925747"/>
              <a:ext cx="70384" cy="303661"/>
            </a:xfrm>
            <a:custGeom>
              <a:avLst/>
              <a:gdLst>
                <a:gd name="csX0" fmla="*/ 70539 w 70384"/>
                <a:gd name="csY0" fmla="*/ 300715 h 303661"/>
                <a:gd name="csX1" fmla="*/ 65381 w 70384"/>
                <a:gd name="csY1" fmla="*/ 294034 h 303661"/>
                <a:gd name="csX2" fmla="*/ 17750 w 70384"/>
                <a:gd name="csY2" fmla="*/ 151921 h 303661"/>
                <a:gd name="csX3" fmla="*/ 66595 w 70384"/>
                <a:gd name="csY3" fmla="*/ 8289 h 303661"/>
                <a:gd name="csX4" fmla="*/ 70539 w 70384"/>
                <a:gd name="csY4" fmla="*/ 3127 h 303661"/>
                <a:gd name="csX5" fmla="*/ 67505 w 70384"/>
                <a:gd name="csY5" fmla="*/ 90 h 303661"/>
                <a:gd name="csX6" fmla="*/ 19267 w 70384"/>
                <a:gd name="csY6" fmla="*/ 59304 h 303661"/>
                <a:gd name="csX7" fmla="*/ 154 w 70384"/>
                <a:gd name="csY7" fmla="*/ 151921 h 303661"/>
                <a:gd name="csX8" fmla="*/ 20177 w 70384"/>
                <a:gd name="csY8" fmla="*/ 246663 h 303661"/>
                <a:gd name="csX9" fmla="*/ 67505 w 70384"/>
                <a:gd name="csY9" fmla="*/ 303751 h 303661"/>
                <a:gd name="csX10" fmla="*/ 70539 w 70384"/>
                <a:gd name="csY10" fmla="*/ 3007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4" h="303661">
                  <a:moveTo>
                    <a:pt x="70539" y="300715"/>
                  </a:moveTo>
                  <a:cubicBezTo>
                    <a:pt x="70539" y="299804"/>
                    <a:pt x="70539" y="299197"/>
                    <a:pt x="65381" y="294034"/>
                  </a:cubicBezTo>
                  <a:cubicBezTo>
                    <a:pt x="27459" y="255773"/>
                    <a:pt x="17750" y="198381"/>
                    <a:pt x="17750" y="151921"/>
                  </a:cubicBezTo>
                  <a:cubicBezTo>
                    <a:pt x="17750" y="99084"/>
                    <a:pt x="29279" y="46247"/>
                    <a:pt x="66595" y="8289"/>
                  </a:cubicBezTo>
                  <a:cubicBezTo>
                    <a:pt x="70539" y="4645"/>
                    <a:pt x="70539" y="4038"/>
                    <a:pt x="70539" y="3127"/>
                  </a:cubicBezTo>
                  <a:cubicBezTo>
                    <a:pt x="70539" y="1001"/>
                    <a:pt x="69325" y="90"/>
                    <a:pt x="67505" y="90"/>
                  </a:cubicBezTo>
                  <a:cubicBezTo>
                    <a:pt x="64471" y="90"/>
                    <a:pt x="37167" y="20739"/>
                    <a:pt x="19267" y="59304"/>
                  </a:cubicBezTo>
                  <a:cubicBezTo>
                    <a:pt x="3795" y="92707"/>
                    <a:pt x="154" y="126413"/>
                    <a:pt x="154" y="151921"/>
                  </a:cubicBezTo>
                  <a:cubicBezTo>
                    <a:pt x="154" y="175606"/>
                    <a:pt x="3491" y="212349"/>
                    <a:pt x="20177" y="246663"/>
                  </a:cubicBezTo>
                  <a:cubicBezTo>
                    <a:pt x="38380" y="284013"/>
                    <a:pt x="64471" y="303751"/>
                    <a:pt x="67505" y="303751"/>
                  </a:cubicBezTo>
                  <a:cubicBezTo>
                    <a:pt x="69325" y="303751"/>
                    <a:pt x="70539" y="302840"/>
                    <a:pt x="70539" y="30071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B052304-3FBC-B94D-95BA-12137ED10279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6890665" y="7925747"/>
              <a:ext cx="67654" cy="303661"/>
            </a:xfrm>
            <a:custGeom>
              <a:avLst/>
              <a:gdLst>
                <a:gd name="csX0" fmla="*/ 66295 w 67654"/>
                <a:gd name="csY0" fmla="*/ 11629 h 303661"/>
                <a:gd name="csX1" fmla="*/ 67812 w 67654"/>
                <a:gd name="csY1" fmla="*/ 6163 h 303661"/>
                <a:gd name="csX2" fmla="*/ 61744 w 67654"/>
                <a:gd name="csY2" fmla="*/ 90 h 303661"/>
                <a:gd name="csX3" fmla="*/ 54767 w 67654"/>
                <a:gd name="csY3" fmla="*/ 7074 h 303661"/>
                <a:gd name="csX4" fmla="*/ 1675 w 67654"/>
                <a:gd name="csY4" fmla="*/ 146455 h 303661"/>
                <a:gd name="csX5" fmla="*/ 158 w 67654"/>
                <a:gd name="csY5" fmla="*/ 151921 h 303661"/>
                <a:gd name="csX6" fmla="*/ 1675 w 67654"/>
                <a:gd name="csY6" fmla="*/ 157083 h 303661"/>
                <a:gd name="csX7" fmla="*/ 54767 w 67654"/>
                <a:gd name="csY7" fmla="*/ 296464 h 303661"/>
                <a:gd name="csX8" fmla="*/ 61744 w 67654"/>
                <a:gd name="csY8" fmla="*/ 303751 h 303661"/>
                <a:gd name="csX9" fmla="*/ 67812 w 67654"/>
                <a:gd name="csY9" fmla="*/ 297678 h 303661"/>
                <a:gd name="csX10" fmla="*/ 66295 w 67654"/>
                <a:gd name="csY10" fmla="*/ 292820 h 303661"/>
                <a:gd name="csX11" fmla="*/ 12597 w 67654"/>
                <a:gd name="csY11" fmla="*/ 151921 h 303661"/>
                <a:gd name="csX12" fmla="*/ 66295 w 67654"/>
                <a:gd name="csY12" fmla="*/ 1162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4" h="303661">
                  <a:moveTo>
                    <a:pt x="66295" y="11629"/>
                  </a:moveTo>
                  <a:cubicBezTo>
                    <a:pt x="67812" y="8289"/>
                    <a:pt x="67812" y="7682"/>
                    <a:pt x="67812" y="6163"/>
                  </a:cubicBezTo>
                  <a:cubicBezTo>
                    <a:pt x="67812" y="2823"/>
                    <a:pt x="65082" y="90"/>
                    <a:pt x="61744" y="90"/>
                  </a:cubicBezTo>
                  <a:cubicBezTo>
                    <a:pt x="59014" y="90"/>
                    <a:pt x="56890" y="1608"/>
                    <a:pt x="54767" y="7074"/>
                  </a:cubicBezTo>
                  <a:lnTo>
                    <a:pt x="1675" y="146455"/>
                  </a:lnTo>
                  <a:cubicBezTo>
                    <a:pt x="1068" y="148277"/>
                    <a:pt x="158" y="150099"/>
                    <a:pt x="158" y="151921"/>
                  </a:cubicBezTo>
                  <a:cubicBezTo>
                    <a:pt x="158" y="152832"/>
                    <a:pt x="158" y="153439"/>
                    <a:pt x="1675" y="157083"/>
                  </a:cubicBezTo>
                  <a:lnTo>
                    <a:pt x="54767" y="296464"/>
                  </a:lnTo>
                  <a:cubicBezTo>
                    <a:pt x="55980" y="299804"/>
                    <a:pt x="57497" y="303751"/>
                    <a:pt x="61744" y="303751"/>
                  </a:cubicBezTo>
                  <a:cubicBezTo>
                    <a:pt x="65082" y="303751"/>
                    <a:pt x="67812" y="301019"/>
                    <a:pt x="67812" y="297678"/>
                  </a:cubicBezTo>
                  <a:cubicBezTo>
                    <a:pt x="67812" y="296767"/>
                    <a:pt x="67812" y="296160"/>
                    <a:pt x="66295" y="292820"/>
                  </a:cubicBezTo>
                  <a:lnTo>
                    <a:pt x="12597" y="151921"/>
                  </a:lnTo>
                  <a:lnTo>
                    <a:pt x="66295" y="11629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ED8C80C-5395-9260-6A18-D41899199B06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6992871" y="7942752"/>
              <a:ext cx="123779" cy="235944"/>
            </a:xfrm>
            <a:custGeom>
              <a:avLst/>
              <a:gdLst>
                <a:gd name="csX0" fmla="*/ 121514 w 123779"/>
                <a:gd name="csY0" fmla="*/ 18006 h 235944"/>
                <a:gd name="csX1" fmla="*/ 123942 w 123779"/>
                <a:gd name="csY1" fmla="*/ 10718 h 235944"/>
                <a:gd name="csX2" fmla="*/ 113323 w 123779"/>
                <a:gd name="csY2" fmla="*/ 90 h 235944"/>
                <a:gd name="csX3" fmla="*/ 102705 w 123779"/>
                <a:gd name="csY3" fmla="*/ 8593 h 235944"/>
                <a:gd name="csX4" fmla="*/ 2589 w 123779"/>
                <a:gd name="csY4" fmla="*/ 218119 h 235944"/>
                <a:gd name="csX5" fmla="*/ 162 w 123779"/>
                <a:gd name="csY5" fmla="*/ 225407 h 235944"/>
                <a:gd name="csX6" fmla="*/ 10780 w 123779"/>
                <a:gd name="csY6" fmla="*/ 236035 h 235944"/>
                <a:gd name="csX7" fmla="*/ 21399 w 123779"/>
                <a:gd name="csY7" fmla="*/ 227532 h 235944"/>
                <a:gd name="csX8" fmla="*/ 121514 w 123779"/>
                <a:gd name="csY8" fmla="*/ 18006 h 235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3779" h="235944">
                  <a:moveTo>
                    <a:pt x="121514" y="18006"/>
                  </a:moveTo>
                  <a:cubicBezTo>
                    <a:pt x="123638" y="13148"/>
                    <a:pt x="123942" y="13148"/>
                    <a:pt x="123942" y="10718"/>
                  </a:cubicBezTo>
                  <a:cubicBezTo>
                    <a:pt x="123942" y="5252"/>
                    <a:pt x="119391" y="90"/>
                    <a:pt x="113323" y="90"/>
                  </a:cubicBezTo>
                  <a:cubicBezTo>
                    <a:pt x="106649" y="90"/>
                    <a:pt x="104525" y="4645"/>
                    <a:pt x="102705" y="8593"/>
                  </a:cubicBezTo>
                  <a:lnTo>
                    <a:pt x="2589" y="218119"/>
                  </a:lnTo>
                  <a:cubicBezTo>
                    <a:pt x="465" y="222978"/>
                    <a:pt x="162" y="222978"/>
                    <a:pt x="162" y="225407"/>
                  </a:cubicBezTo>
                  <a:cubicBezTo>
                    <a:pt x="162" y="230873"/>
                    <a:pt x="4713" y="236035"/>
                    <a:pt x="10780" y="236035"/>
                  </a:cubicBezTo>
                  <a:cubicBezTo>
                    <a:pt x="17455" y="236035"/>
                    <a:pt x="19578" y="231480"/>
                    <a:pt x="21399" y="227532"/>
                  </a:cubicBezTo>
                  <a:lnTo>
                    <a:pt x="121514" y="18006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FC93D22-2D46-457D-652F-EE8BA87BD4F7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156392" y="8019882"/>
              <a:ext cx="117408" cy="135432"/>
            </a:xfrm>
            <a:custGeom>
              <a:avLst/>
              <a:gdLst>
                <a:gd name="csX0" fmla="*/ 68731 w 117408"/>
                <a:gd name="csY0" fmla="*/ 56268 h 135432"/>
                <a:gd name="csX1" fmla="*/ 48101 w 117408"/>
                <a:gd name="csY1" fmla="*/ 52624 h 135432"/>
                <a:gd name="csX2" fmla="*/ 18673 w 117408"/>
                <a:gd name="csY2" fmla="*/ 35922 h 135432"/>
                <a:gd name="csX3" fmla="*/ 57203 w 117408"/>
                <a:gd name="csY3" fmla="*/ 18614 h 135432"/>
                <a:gd name="csX4" fmla="*/ 87541 w 117408"/>
                <a:gd name="csY4" fmla="*/ 35619 h 135432"/>
                <a:gd name="csX5" fmla="*/ 97856 w 117408"/>
                <a:gd name="csY5" fmla="*/ 45943 h 135432"/>
                <a:gd name="csX6" fmla="*/ 108474 w 117408"/>
                <a:gd name="csY6" fmla="*/ 33493 h 135432"/>
                <a:gd name="csX7" fmla="*/ 108474 w 117408"/>
                <a:gd name="csY7" fmla="*/ 12540 h 135432"/>
                <a:gd name="csX8" fmla="*/ 99373 w 117408"/>
                <a:gd name="csY8" fmla="*/ 90 h 135432"/>
                <a:gd name="csX9" fmla="*/ 90271 w 117408"/>
                <a:gd name="csY9" fmla="*/ 6467 h 135432"/>
                <a:gd name="csX10" fmla="*/ 57810 w 117408"/>
                <a:gd name="csY10" fmla="*/ 90 h 135432"/>
                <a:gd name="csX11" fmla="*/ 167 w 117408"/>
                <a:gd name="csY11" fmla="*/ 35922 h 135432"/>
                <a:gd name="csX12" fmla="*/ 59933 w 117408"/>
                <a:gd name="csY12" fmla="*/ 73273 h 135432"/>
                <a:gd name="csX13" fmla="*/ 99069 w 117408"/>
                <a:gd name="csY13" fmla="*/ 95743 h 135432"/>
                <a:gd name="csX14" fmla="*/ 60237 w 117408"/>
                <a:gd name="csY14" fmla="*/ 117000 h 135432"/>
                <a:gd name="csX15" fmla="*/ 21404 w 117408"/>
                <a:gd name="csY15" fmla="*/ 89974 h 135432"/>
                <a:gd name="csX16" fmla="*/ 10786 w 117408"/>
                <a:gd name="csY16" fmla="*/ 81168 h 135432"/>
                <a:gd name="csX17" fmla="*/ 167 w 117408"/>
                <a:gd name="csY17" fmla="*/ 93618 h 135432"/>
                <a:gd name="csX18" fmla="*/ 167 w 117408"/>
                <a:gd name="csY18" fmla="*/ 123073 h 135432"/>
                <a:gd name="csX19" fmla="*/ 9269 w 117408"/>
                <a:gd name="csY19" fmla="*/ 135523 h 135432"/>
                <a:gd name="csX20" fmla="*/ 20494 w 117408"/>
                <a:gd name="csY20" fmla="*/ 123984 h 135432"/>
                <a:gd name="csX21" fmla="*/ 59933 w 117408"/>
                <a:gd name="csY21" fmla="*/ 135523 h 135432"/>
                <a:gd name="csX22" fmla="*/ 117576 w 117408"/>
                <a:gd name="csY22" fmla="*/ 95743 h 135432"/>
                <a:gd name="csX23" fmla="*/ 68731 w 117408"/>
                <a:gd name="csY23" fmla="*/ 56268 h 135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408" h="135432">
                  <a:moveTo>
                    <a:pt x="68731" y="56268"/>
                  </a:moveTo>
                  <a:cubicBezTo>
                    <a:pt x="61754" y="55053"/>
                    <a:pt x="55686" y="54142"/>
                    <a:pt x="48101" y="52624"/>
                  </a:cubicBezTo>
                  <a:cubicBezTo>
                    <a:pt x="39303" y="51409"/>
                    <a:pt x="18673" y="47765"/>
                    <a:pt x="18673" y="35922"/>
                  </a:cubicBezTo>
                  <a:cubicBezTo>
                    <a:pt x="18673" y="28027"/>
                    <a:pt x="28382" y="18614"/>
                    <a:pt x="57203" y="18614"/>
                  </a:cubicBezTo>
                  <a:cubicBezTo>
                    <a:pt x="82384" y="18614"/>
                    <a:pt x="86631" y="27723"/>
                    <a:pt x="87541" y="35619"/>
                  </a:cubicBezTo>
                  <a:cubicBezTo>
                    <a:pt x="87844" y="40781"/>
                    <a:pt x="88451" y="45943"/>
                    <a:pt x="97856" y="45943"/>
                  </a:cubicBezTo>
                  <a:cubicBezTo>
                    <a:pt x="108474" y="45943"/>
                    <a:pt x="108474" y="39566"/>
                    <a:pt x="108474" y="33493"/>
                  </a:cubicBezTo>
                  <a:lnTo>
                    <a:pt x="108474" y="12540"/>
                  </a:lnTo>
                  <a:cubicBezTo>
                    <a:pt x="108474" y="7682"/>
                    <a:pt x="108474" y="90"/>
                    <a:pt x="99373" y="90"/>
                  </a:cubicBezTo>
                  <a:cubicBezTo>
                    <a:pt x="92092" y="90"/>
                    <a:pt x="90878" y="4341"/>
                    <a:pt x="90271" y="6467"/>
                  </a:cubicBezTo>
                  <a:cubicBezTo>
                    <a:pt x="76923" y="90"/>
                    <a:pt x="63574" y="90"/>
                    <a:pt x="57810" y="90"/>
                  </a:cubicBezTo>
                  <a:cubicBezTo>
                    <a:pt x="7145" y="90"/>
                    <a:pt x="167" y="24990"/>
                    <a:pt x="167" y="35922"/>
                  </a:cubicBezTo>
                  <a:cubicBezTo>
                    <a:pt x="167" y="63859"/>
                    <a:pt x="32022" y="69021"/>
                    <a:pt x="59933" y="73273"/>
                  </a:cubicBezTo>
                  <a:cubicBezTo>
                    <a:pt x="74799" y="75702"/>
                    <a:pt x="99069" y="79649"/>
                    <a:pt x="99069" y="95743"/>
                  </a:cubicBezTo>
                  <a:cubicBezTo>
                    <a:pt x="99069" y="106979"/>
                    <a:pt x="87844" y="117000"/>
                    <a:pt x="60237" y="117000"/>
                  </a:cubicBezTo>
                  <a:cubicBezTo>
                    <a:pt x="45978" y="117000"/>
                    <a:pt x="28988" y="113660"/>
                    <a:pt x="21404" y="89974"/>
                  </a:cubicBezTo>
                  <a:cubicBezTo>
                    <a:pt x="19887" y="84508"/>
                    <a:pt x="18673" y="81168"/>
                    <a:pt x="10786" y="81168"/>
                  </a:cubicBezTo>
                  <a:cubicBezTo>
                    <a:pt x="167" y="81168"/>
                    <a:pt x="167" y="87545"/>
                    <a:pt x="167" y="93618"/>
                  </a:cubicBezTo>
                  <a:lnTo>
                    <a:pt x="167" y="123073"/>
                  </a:lnTo>
                  <a:cubicBezTo>
                    <a:pt x="167" y="127932"/>
                    <a:pt x="167" y="135523"/>
                    <a:pt x="9269" y="135523"/>
                  </a:cubicBezTo>
                  <a:cubicBezTo>
                    <a:pt x="11999" y="135523"/>
                    <a:pt x="16853" y="135219"/>
                    <a:pt x="20494" y="123984"/>
                  </a:cubicBezTo>
                  <a:cubicBezTo>
                    <a:pt x="35359" y="134916"/>
                    <a:pt x="51439" y="135523"/>
                    <a:pt x="59933" y="135523"/>
                  </a:cubicBezTo>
                  <a:cubicBezTo>
                    <a:pt x="107868" y="135523"/>
                    <a:pt x="117576" y="110319"/>
                    <a:pt x="117576" y="95743"/>
                  </a:cubicBezTo>
                  <a:cubicBezTo>
                    <a:pt x="117576" y="64163"/>
                    <a:pt x="78440" y="57786"/>
                    <a:pt x="68731" y="56268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0F00096-8C6D-87F6-41E6-BF7411B798F6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310508" y="7925747"/>
              <a:ext cx="67654" cy="303661"/>
            </a:xfrm>
            <a:custGeom>
              <a:avLst/>
              <a:gdLst>
                <a:gd name="csX0" fmla="*/ 66310 w 67654"/>
                <a:gd name="csY0" fmla="*/ 157083 h 303661"/>
                <a:gd name="csX1" fmla="*/ 67826 w 67654"/>
                <a:gd name="csY1" fmla="*/ 151921 h 303661"/>
                <a:gd name="csX2" fmla="*/ 66310 w 67654"/>
                <a:gd name="csY2" fmla="*/ 146759 h 303661"/>
                <a:gd name="csX3" fmla="*/ 13218 w 67654"/>
                <a:gd name="csY3" fmla="*/ 7074 h 303661"/>
                <a:gd name="csX4" fmla="*/ 6240 w 67654"/>
                <a:gd name="csY4" fmla="*/ 90 h 303661"/>
                <a:gd name="csX5" fmla="*/ 172 w 67654"/>
                <a:gd name="csY5" fmla="*/ 6163 h 303661"/>
                <a:gd name="csX6" fmla="*/ 1689 w 67654"/>
                <a:gd name="csY6" fmla="*/ 11022 h 303661"/>
                <a:gd name="csX7" fmla="*/ 55388 w 67654"/>
                <a:gd name="csY7" fmla="*/ 151921 h 303661"/>
                <a:gd name="csX8" fmla="*/ 1689 w 67654"/>
                <a:gd name="csY8" fmla="*/ 292212 h 303661"/>
                <a:gd name="csX9" fmla="*/ 172 w 67654"/>
                <a:gd name="csY9" fmla="*/ 297678 h 303661"/>
                <a:gd name="csX10" fmla="*/ 6240 w 67654"/>
                <a:gd name="csY10" fmla="*/ 303751 h 303661"/>
                <a:gd name="csX11" fmla="*/ 12611 w 67654"/>
                <a:gd name="csY11" fmla="*/ 297678 h 303661"/>
                <a:gd name="csX12" fmla="*/ 66310 w 67654"/>
                <a:gd name="csY12" fmla="*/ 157083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4" h="303661">
                  <a:moveTo>
                    <a:pt x="66310" y="157083"/>
                  </a:moveTo>
                  <a:cubicBezTo>
                    <a:pt x="67826" y="153439"/>
                    <a:pt x="67826" y="152832"/>
                    <a:pt x="67826" y="151921"/>
                  </a:cubicBezTo>
                  <a:cubicBezTo>
                    <a:pt x="67826" y="151010"/>
                    <a:pt x="67826" y="150403"/>
                    <a:pt x="66310" y="146759"/>
                  </a:cubicBezTo>
                  <a:lnTo>
                    <a:pt x="13218" y="7074"/>
                  </a:lnTo>
                  <a:cubicBezTo>
                    <a:pt x="11398" y="1912"/>
                    <a:pt x="9577" y="90"/>
                    <a:pt x="6240" y="90"/>
                  </a:cubicBezTo>
                  <a:cubicBezTo>
                    <a:pt x="2903" y="90"/>
                    <a:pt x="172" y="2823"/>
                    <a:pt x="172" y="6163"/>
                  </a:cubicBezTo>
                  <a:cubicBezTo>
                    <a:pt x="172" y="7074"/>
                    <a:pt x="172" y="7682"/>
                    <a:pt x="1689" y="11022"/>
                  </a:cubicBezTo>
                  <a:lnTo>
                    <a:pt x="55388" y="151921"/>
                  </a:lnTo>
                  <a:lnTo>
                    <a:pt x="1689" y="292212"/>
                  </a:lnTo>
                  <a:cubicBezTo>
                    <a:pt x="172" y="295553"/>
                    <a:pt x="172" y="296160"/>
                    <a:pt x="172" y="297678"/>
                  </a:cubicBezTo>
                  <a:cubicBezTo>
                    <a:pt x="172" y="301019"/>
                    <a:pt x="2903" y="303751"/>
                    <a:pt x="6240" y="303751"/>
                  </a:cubicBezTo>
                  <a:cubicBezTo>
                    <a:pt x="10184" y="303751"/>
                    <a:pt x="11398" y="300715"/>
                    <a:pt x="12611" y="297678"/>
                  </a:cubicBezTo>
                  <a:lnTo>
                    <a:pt x="66310" y="15708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152D2A1-617D-07DF-7624-D40BBFBC8B11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532177" y="7925747"/>
              <a:ext cx="12135" cy="303661"/>
            </a:xfrm>
            <a:custGeom>
              <a:avLst/>
              <a:gdLst>
                <a:gd name="csX0" fmla="*/ 12314 w 12135"/>
                <a:gd name="csY0" fmla="*/ 11022 h 303661"/>
                <a:gd name="csX1" fmla="*/ 6247 w 12135"/>
                <a:gd name="csY1" fmla="*/ 90 h 303661"/>
                <a:gd name="csX2" fmla="*/ 179 w 12135"/>
                <a:gd name="csY2" fmla="*/ 11022 h 303661"/>
                <a:gd name="csX3" fmla="*/ 179 w 12135"/>
                <a:gd name="csY3" fmla="*/ 292820 h 303661"/>
                <a:gd name="csX4" fmla="*/ 6247 w 12135"/>
                <a:gd name="csY4" fmla="*/ 303751 h 303661"/>
                <a:gd name="csX5" fmla="*/ 12314 w 12135"/>
                <a:gd name="csY5" fmla="*/ 292820 h 303661"/>
                <a:gd name="csX6" fmla="*/ 12314 w 12135"/>
                <a:gd name="csY6" fmla="*/ 11022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35" h="303661">
                  <a:moveTo>
                    <a:pt x="12314" y="11022"/>
                  </a:moveTo>
                  <a:cubicBezTo>
                    <a:pt x="12314" y="5556"/>
                    <a:pt x="12314" y="90"/>
                    <a:pt x="6247" y="90"/>
                  </a:cubicBezTo>
                  <a:cubicBezTo>
                    <a:pt x="179" y="90"/>
                    <a:pt x="179" y="5556"/>
                    <a:pt x="179" y="11022"/>
                  </a:cubicBezTo>
                  <a:lnTo>
                    <a:pt x="179" y="292820"/>
                  </a:lnTo>
                  <a:cubicBezTo>
                    <a:pt x="179" y="298286"/>
                    <a:pt x="179" y="303751"/>
                    <a:pt x="6247" y="303751"/>
                  </a:cubicBezTo>
                  <a:cubicBezTo>
                    <a:pt x="12314" y="303751"/>
                    <a:pt x="12314" y="298286"/>
                    <a:pt x="12314" y="292820"/>
                  </a:cubicBezTo>
                  <a:lnTo>
                    <a:pt x="12314" y="11022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1654B03-A39F-87F3-5B82-B83B631F9E86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7697990" y="7925747"/>
              <a:ext cx="67654" cy="303661"/>
            </a:xfrm>
            <a:custGeom>
              <a:avLst/>
              <a:gdLst>
                <a:gd name="csX0" fmla="*/ 66322 w 67654"/>
                <a:gd name="csY0" fmla="*/ 11629 h 303661"/>
                <a:gd name="csX1" fmla="*/ 67839 w 67654"/>
                <a:gd name="csY1" fmla="*/ 6163 h 303661"/>
                <a:gd name="csX2" fmla="*/ 61771 w 67654"/>
                <a:gd name="csY2" fmla="*/ 90 h 303661"/>
                <a:gd name="csX3" fmla="*/ 54793 w 67654"/>
                <a:gd name="csY3" fmla="*/ 7074 h 303661"/>
                <a:gd name="csX4" fmla="*/ 1702 w 67654"/>
                <a:gd name="csY4" fmla="*/ 146455 h 303661"/>
                <a:gd name="csX5" fmla="*/ 185 w 67654"/>
                <a:gd name="csY5" fmla="*/ 151921 h 303661"/>
                <a:gd name="csX6" fmla="*/ 1702 w 67654"/>
                <a:gd name="csY6" fmla="*/ 157083 h 303661"/>
                <a:gd name="csX7" fmla="*/ 54793 w 67654"/>
                <a:gd name="csY7" fmla="*/ 296464 h 303661"/>
                <a:gd name="csX8" fmla="*/ 61771 w 67654"/>
                <a:gd name="csY8" fmla="*/ 303751 h 303661"/>
                <a:gd name="csX9" fmla="*/ 67839 w 67654"/>
                <a:gd name="csY9" fmla="*/ 297678 h 303661"/>
                <a:gd name="csX10" fmla="*/ 66322 w 67654"/>
                <a:gd name="csY10" fmla="*/ 292820 h 303661"/>
                <a:gd name="csX11" fmla="*/ 12623 w 67654"/>
                <a:gd name="csY11" fmla="*/ 151921 h 303661"/>
                <a:gd name="csX12" fmla="*/ 66322 w 67654"/>
                <a:gd name="csY12" fmla="*/ 1162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4" h="303661">
                  <a:moveTo>
                    <a:pt x="66322" y="11629"/>
                  </a:moveTo>
                  <a:cubicBezTo>
                    <a:pt x="67839" y="8289"/>
                    <a:pt x="67839" y="7682"/>
                    <a:pt x="67839" y="6163"/>
                  </a:cubicBezTo>
                  <a:cubicBezTo>
                    <a:pt x="67839" y="2823"/>
                    <a:pt x="65108" y="90"/>
                    <a:pt x="61771" y="90"/>
                  </a:cubicBezTo>
                  <a:cubicBezTo>
                    <a:pt x="59041" y="90"/>
                    <a:pt x="56917" y="1608"/>
                    <a:pt x="54793" y="7074"/>
                  </a:cubicBezTo>
                  <a:lnTo>
                    <a:pt x="1702" y="146455"/>
                  </a:lnTo>
                  <a:cubicBezTo>
                    <a:pt x="1095" y="148277"/>
                    <a:pt x="185" y="150099"/>
                    <a:pt x="185" y="151921"/>
                  </a:cubicBezTo>
                  <a:cubicBezTo>
                    <a:pt x="185" y="152832"/>
                    <a:pt x="185" y="153439"/>
                    <a:pt x="1702" y="157083"/>
                  </a:cubicBezTo>
                  <a:lnTo>
                    <a:pt x="54793" y="296464"/>
                  </a:lnTo>
                  <a:cubicBezTo>
                    <a:pt x="56007" y="299804"/>
                    <a:pt x="57524" y="303751"/>
                    <a:pt x="61771" y="303751"/>
                  </a:cubicBezTo>
                  <a:cubicBezTo>
                    <a:pt x="65108" y="303751"/>
                    <a:pt x="67839" y="301019"/>
                    <a:pt x="67839" y="297678"/>
                  </a:cubicBezTo>
                  <a:cubicBezTo>
                    <a:pt x="67839" y="296767"/>
                    <a:pt x="67839" y="296160"/>
                    <a:pt x="66322" y="292820"/>
                  </a:cubicBezTo>
                  <a:lnTo>
                    <a:pt x="12623" y="151921"/>
                  </a:lnTo>
                  <a:lnTo>
                    <a:pt x="66322" y="11629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2CD2F63-6282-4255-BCF6-48C0A5DC1BD1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7804443" y="8019882"/>
              <a:ext cx="117408" cy="135432"/>
            </a:xfrm>
            <a:custGeom>
              <a:avLst/>
              <a:gdLst>
                <a:gd name="csX0" fmla="*/ 68753 w 117408"/>
                <a:gd name="csY0" fmla="*/ 56268 h 135432"/>
                <a:gd name="csX1" fmla="*/ 48123 w 117408"/>
                <a:gd name="csY1" fmla="*/ 52624 h 135432"/>
                <a:gd name="csX2" fmla="*/ 18695 w 117408"/>
                <a:gd name="csY2" fmla="*/ 35922 h 135432"/>
                <a:gd name="csX3" fmla="*/ 57224 w 117408"/>
                <a:gd name="csY3" fmla="*/ 18614 h 135432"/>
                <a:gd name="csX4" fmla="*/ 87562 w 117408"/>
                <a:gd name="csY4" fmla="*/ 35619 h 135432"/>
                <a:gd name="csX5" fmla="*/ 97877 w 117408"/>
                <a:gd name="csY5" fmla="*/ 45943 h 135432"/>
                <a:gd name="csX6" fmla="*/ 108496 w 117408"/>
                <a:gd name="csY6" fmla="*/ 33493 h 135432"/>
                <a:gd name="csX7" fmla="*/ 108496 w 117408"/>
                <a:gd name="csY7" fmla="*/ 12540 h 135432"/>
                <a:gd name="csX8" fmla="*/ 99394 w 117408"/>
                <a:gd name="csY8" fmla="*/ 90 h 135432"/>
                <a:gd name="csX9" fmla="*/ 90293 w 117408"/>
                <a:gd name="csY9" fmla="*/ 6467 h 135432"/>
                <a:gd name="csX10" fmla="*/ 57831 w 117408"/>
                <a:gd name="csY10" fmla="*/ 90 h 135432"/>
                <a:gd name="csX11" fmla="*/ 188 w 117408"/>
                <a:gd name="csY11" fmla="*/ 35922 h 135432"/>
                <a:gd name="csX12" fmla="*/ 59955 w 117408"/>
                <a:gd name="csY12" fmla="*/ 73273 h 135432"/>
                <a:gd name="csX13" fmla="*/ 99091 w 117408"/>
                <a:gd name="csY13" fmla="*/ 95743 h 135432"/>
                <a:gd name="csX14" fmla="*/ 60258 w 117408"/>
                <a:gd name="csY14" fmla="*/ 117000 h 135432"/>
                <a:gd name="csX15" fmla="*/ 21425 w 117408"/>
                <a:gd name="csY15" fmla="*/ 89974 h 135432"/>
                <a:gd name="csX16" fmla="*/ 10807 w 117408"/>
                <a:gd name="csY16" fmla="*/ 81168 h 135432"/>
                <a:gd name="csX17" fmla="*/ 188 w 117408"/>
                <a:gd name="csY17" fmla="*/ 93618 h 135432"/>
                <a:gd name="csX18" fmla="*/ 188 w 117408"/>
                <a:gd name="csY18" fmla="*/ 123073 h 135432"/>
                <a:gd name="csX19" fmla="*/ 9290 w 117408"/>
                <a:gd name="csY19" fmla="*/ 135523 h 135432"/>
                <a:gd name="csX20" fmla="*/ 20515 w 117408"/>
                <a:gd name="csY20" fmla="*/ 123984 h 135432"/>
                <a:gd name="csX21" fmla="*/ 59955 w 117408"/>
                <a:gd name="csY21" fmla="*/ 135523 h 135432"/>
                <a:gd name="csX22" fmla="*/ 117597 w 117408"/>
                <a:gd name="csY22" fmla="*/ 95743 h 135432"/>
                <a:gd name="csX23" fmla="*/ 68753 w 117408"/>
                <a:gd name="csY23" fmla="*/ 56268 h 135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408" h="135432">
                  <a:moveTo>
                    <a:pt x="68753" y="56268"/>
                  </a:moveTo>
                  <a:cubicBezTo>
                    <a:pt x="61775" y="55053"/>
                    <a:pt x="55707" y="54142"/>
                    <a:pt x="48123" y="52624"/>
                  </a:cubicBezTo>
                  <a:cubicBezTo>
                    <a:pt x="39325" y="51409"/>
                    <a:pt x="18695" y="47765"/>
                    <a:pt x="18695" y="35922"/>
                  </a:cubicBezTo>
                  <a:cubicBezTo>
                    <a:pt x="18695" y="28027"/>
                    <a:pt x="28403" y="18614"/>
                    <a:pt x="57224" y="18614"/>
                  </a:cubicBezTo>
                  <a:cubicBezTo>
                    <a:pt x="82405" y="18614"/>
                    <a:pt x="86652" y="27723"/>
                    <a:pt x="87562" y="35619"/>
                  </a:cubicBezTo>
                  <a:cubicBezTo>
                    <a:pt x="87866" y="40781"/>
                    <a:pt x="88472" y="45943"/>
                    <a:pt x="97877" y="45943"/>
                  </a:cubicBezTo>
                  <a:cubicBezTo>
                    <a:pt x="108496" y="45943"/>
                    <a:pt x="108496" y="39566"/>
                    <a:pt x="108496" y="33493"/>
                  </a:cubicBezTo>
                  <a:lnTo>
                    <a:pt x="108496" y="12540"/>
                  </a:lnTo>
                  <a:cubicBezTo>
                    <a:pt x="108496" y="7682"/>
                    <a:pt x="108496" y="90"/>
                    <a:pt x="99394" y="90"/>
                  </a:cubicBezTo>
                  <a:cubicBezTo>
                    <a:pt x="92113" y="90"/>
                    <a:pt x="90899" y="4341"/>
                    <a:pt x="90293" y="6467"/>
                  </a:cubicBezTo>
                  <a:cubicBezTo>
                    <a:pt x="76944" y="90"/>
                    <a:pt x="63595" y="90"/>
                    <a:pt x="57831" y="90"/>
                  </a:cubicBezTo>
                  <a:cubicBezTo>
                    <a:pt x="7166" y="90"/>
                    <a:pt x="188" y="24990"/>
                    <a:pt x="188" y="35922"/>
                  </a:cubicBezTo>
                  <a:cubicBezTo>
                    <a:pt x="188" y="63859"/>
                    <a:pt x="32044" y="69021"/>
                    <a:pt x="59955" y="73273"/>
                  </a:cubicBezTo>
                  <a:cubicBezTo>
                    <a:pt x="74820" y="75702"/>
                    <a:pt x="99091" y="79649"/>
                    <a:pt x="99091" y="95743"/>
                  </a:cubicBezTo>
                  <a:cubicBezTo>
                    <a:pt x="99091" y="106979"/>
                    <a:pt x="87866" y="117000"/>
                    <a:pt x="60258" y="117000"/>
                  </a:cubicBezTo>
                  <a:cubicBezTo>
                    <a:pt x="45999" y="117000"/>
                    <a:pt x="29010" y="113660"/>
                    <a:pt x="21425" y="89974"/>
                  </a:cubicBezTo>
                  <a:cubicBezTo>
                    <a:pt x="19908" y="84508"/>
                    <a:pt x="18695" y="81168"/>
                    <a:pt x="10807" y="81168"/>
                  </a:cubicBezTo>
                  <a:cubicBezTo>
                    <a:pt x="188" y="81168"/>
                    <a:pt x="188" y="87545"/>
                    <a:pt x="188" y="93618"/>
                  </a:cubicBezTo>
                  <a:lnTo>
                    <a:pt x="188" y="123073"/>
                  </a:lnTo>
                  <a:cubicBezTo>
                    <a:pt x="188" y="127932"/>
                    <a:pt x="188" y="135523"/>
                    <a:pt x="9290" y="135523"/>
                  </a:cubicBezTo>
                  <a:cubicBezTo>
                    <a:pt x="12020" y="135523"/>
                    <a:pt x="16874" y="135219"/>
                    <a:pt x="20515" y="123984"/>
                  </a:cubicBezTo>
                  <a:cubicBezTo>
                    <a:pt x="35381" y="134916"/>
                    <a:pt x="51460" y="135523"/>
                    <a:pt x="59955" y="135523"/>
                  </a:cubicBezTo>
                  <a:cubicBezTo>
                    <a:pt x="107889" y="135523"/>
                    <a:pt x="117597" y="110319"/>
                    <a:pt x="117597" y="95743"/>
                  </a:cubicBezTo>
                  <a:cubicBezTo>
                    <a:pt x="117597" y="64163"/>
                    <a:pt x="78461" y="57786"/>
                    <a:pt x="68753" y="56268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3EE47B9-9A11-3A5B-2E33-50B85728F8A0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7958559" y="7925747"/>
              <a:ext cx="67654" cy="303661"/>
            </a:xfrm>
            <a:custGeom>
              <a:avLst/>
              <a:gdLst>
                <a:gd name="csX0" fmla="*/ 66331 w 67654"/>
                <a:gd name="csY0" fmla="*/ 157083 h 303661"/>
                <a:gd name="csX1" fmla="*/ 67848 w 67654"/>
                <a:gd name="csY1" fmla="*/ 151921 h 303661"/>
                <a:gd name="csX2" fmla="*/ 66331 w 67654"/>
                <a:gd name="csY2" fmla="*/ 146759 h 303661"/>
                <a:gd name="csX3" fmla="*/ 13239 w 67654"/>
                <a:gd name="csY3" fmla="*/ 7074 h 303661"/>
                <a:gd name="csX4" fmla="*/ 6261 w 67654"/>
                <a:gd name="csY4" fmla="*/ 90 h 303661"/>
                <a:gd name="csX5" fmla="*/ 194 w 67654"/>
                <a:gd name="csY5" fmla="*/ 6163 h 303661"/>
                <a:gd name="csX6" fmla="*/ 1711 w 67654"/>
                <a:gd name="csY6" fmla="*/ 11022 h 303661"/>
                <a:gd name="csX7" fmla="*/ 55409 w 67654"/>
                <a:gd name="csY7" fmla="*/ 151921 h 303661"/>
                <a:gd name="csX8" fmla="*/ 1711 w 67654"/>
                <a:gd name="csY8" fmla="*/ 292212 h 303661"/>
                <a:gd name="csX9" fmla="*/ 194 w 67654"/>
                <a:gd name="csY9" fmla="*/ 297678 h 303661"/>
                <a:gd name="csX10" fmla="*/ 6261 w 67654"/>
                <a:gd name="csY10" fmla="*/ 303751 h 303661"/>
                <a:gd name="csX11" fmla="*/ 12632 w 67654"/>
                <a:gd name="csY11" fmla="*/ 297678 h 303661"/>
                <a:gd name="csX12" fmla="*/ 66331 w 67654"/>
                <a:gd name="csY12" fmla="*/ 157083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4" h="303661">
                  <a:moveTo>
                    <a:pt x="66331" y="157083"/>
                  </a:moveTo>
                  <a:cubicBezTo>
                    <a:pt x="67848" y="153439"/>
                    <a:pt x="67848" y="152832"/>
                    <a:pt x="67848" y="151921"/>
                  </a:cubicBezTo>
                  <a:cubicBezTo>
                    <a:pt x="67848" y="151010"/>
                    <a:pt x="67848" y="150403"/>
                    <a:pt x="66331" y="146759"/>
                  </a:cubicBezTo>
                  <a:lnTo>
                    <a:pt x="13239" y="7074"/>
                  </a:lnTo>
                  <a:cubicBezTo>
                    <a:pt x="11419" y="1912"/>
                    <a:pt x="9599" y="90"/>
                    <a:pt x="6261" y="90"/>
                  </a:cubicBezTo>
                  <a:cubicBezTo>
                    <a:pt x="2924" y="90"/>
                    <a:pt x="194" y="2823"/>
                    <a:pt x="194" y="6163"/>
                  </a:cubicBezTo>
                  <a:cubicBezTo>
                    <a:pt x="194" y="7074"/>
                    <a:pt x="194" y="7682"/>
                    <a:pt x="1711" y="11022"/>
                  </a:cubicBezTo>
                  <a:lnTo>
                    <a:pt x="55409" y="151921"/>
                  </a:lnTo>
                  <a:lnTo>
                    <a:pt x="1711" y="292212"/>
                  </a:lnTo>
                  <a:cubicBezTo>
                    <a:pt x="194" y="295553"/>
                    <a:pt x="194" y="296160"/>
                    <a:pt x="194" y="297678"/>
                  </a:cubicBezTo>
                  <a:cubicBezTo>
                    <a:pt x="194" y="301019"/>
                    <a:pt x="2924" y="303751"/>
                    <a:pt x="6261" y="303751"/>
                  </a:cubicBezTo>
                  <a:cubicBezTo>
                    <a:pt x="10205" y="303751"/>
                    <a:pt x="11419" y="300715"/>
                    <a:pt x="12632" y="297678"/>
                  </a:cubicBezTo>
                  <a:lnTo>
                    <a:pt x="66331" y="15708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968CBC7-A30F-AD6C-24AF-C8FEBCC5BB32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8085946" y="8121305"/>
              <a:ext cx="35495" cy="90794"/>
            </a:xfrm>
            <a:custGeom>
              <a:avLst/>
              <a:gdLst>
                <a:gd name="csX0" fmla="*/ 35693 w 35495"/>
                <a:gd name="csY0" fmla="*/ 31975 h 90794"/>
                <a:gd name="csX1" fmla="*/ 16277 w 35495"/>
                <a:gd name="csY1" fmla="*/ 90 h 90794"/>
                <a:gd name="csX2" fmla="*/ 198 w 35495"/>
                <a:gd name="csY2" fmla="*/ 16184 h 90794"/>
                <a:gd name="csX3" fmla="*/ 16277 w 35495"/>
                <a:gd name="csY3" fmla="*/ 32278 h 90794"/>
                <a:gd name="csX4" fmla="*/ 26895 w 35495"/>
                <a:gd name="csY4" fmla="*/ 28331 h 90794"/>
                <a:gd name="csX5" fmla="*/ 28412 w 35495"/>
                <a:gd name="csY5" fmla="*/ 27420 h 90794"/>
                <a:gd name="csX6" fmla="*/ 29019 w 35495"/>
                <a:gd name="csY6" fmla="*/ 31975 h 90794"/>
                <a:gd name="csX7" fmla="*/ 8389 w 35495"/>
                <a:gd name="csY7" fmla="*/ 82686 h 90794"/>
                <a:gd name="csX8" fmla="*/ 5052 w 35495"/>
                <a:gd name="csY8" fmla="*/ 87545 h 90794"/>
                <a:gd name="csX9" fmla="*/ 8086 w 35495"/>
                <a:gd name="csY9" fmla="*/ 90885 h 90794"/>
                <a:gd name="csX10" fmla="*/ 35693 w 35495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5" h="90794">
                  <a:moveTo>
                    <a:pt x="35693" y="31975"/>
                  </a:moveTo>
                  <a:cubicBezTo>
                    <a:pt x="35693" y="11933"/>
                    <a:pt x="28109" y="90"/>
                    <a:pt x="16277" y="90"/>
                  </a:cubicBezTo>
                  <a:cubicBezTo>
                    <a:pt x="6265" y="90"/>
                    <a:pt x="198" y="7682"/>
                    <a:pt x="198" y="16184"/>
                  </a:cubicBezTo>
                  <a:cubicBezTo>
                    <a:pt x="198" y="24383"/>
                    <a:pt x="6265" y="32278"/>
                    <a:pt x="16277" y="32278"/>
                  </a:cubicBezTo>
                  <a:cubicBezTo>
                    <a:pt x="19917" y="32278"/>
                    <a:pt x="23861" y="31064"/>
                    <a:pt x="26895" y="28331"/>
                  </a:cubicBezTo>
                  <a:cubicBezTo>
                    <a:pt x="27805" y="27723"/>
                    <a:pt x="28109" y="27420"/>
                    <a:pt x="28412" y="27420"/>
                  </a:cubicBezTo>
                  <a:cubicBezTo>
                    <a:pt x="28715" y="27420"/>
                    <a:pt x="29019" y="27723"/>
                    <a:pt x="29019" y="31975"/>
                  </a:cubicBezTo>
                  <a:cubicBezTo>
                    <a:pt x="29019" y="54446"/>
                    <a:pt x="18400" y="72665"/>
                    <a:pt x="8389" y="82686"/>
                  </a:cubicBezTo>
                  <a:cubicBezTo>
                    <a:pt x="5052" y="86026"/>
                    <a:pt x="5052" y="86634"/>
                    <a:pt x="5052" y="87545"/>
                  </a:cubicBezTo>
                  <a:cubicBezTo>
                    <a:pt x="5052" y="89670"/>
                    <a:pt x="6569" y="90885"/>
                    <a:pt x="8086" y="90885"/>
                  </a:cubicBezTo>
                  <a:cubicBezTo>
                    <a:pt x="11423" y="90885"/>
                    <a:pt x="35693" y="67503"/>
                    <a:pt x="35693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96D997-7BF7-8B92-5EC1-643ACBFB0174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8203489" y="8019275"/>
              <a:ext cx="151083" cy="137558"/>
            </a:xfrm>
            <a:custGeom>
              <a:avLst/>
              <a:gdLst>
                <a:gd name="csX0" fmla="*/ 92733 w 151083"/>
                <a:gd name="csY0" fmla="*/ 42603 h 137558"/>
                <a:gd name="csX1" fmla="*/ 122768 w 151083"/>
                <a:gd name="csY1" fmla="*/ 6771 h 137558"/>
                <a:gd name="csX2" fmla="*/ 137937 w 151083"/>
                <a:gd name="csY2" fmla="*/ 10718 h 137558"/>
                <a:gd name="csX3" fmla="*/ 123375 w 151083"/>
                <a:gd name="csY3" fmla="*/ 27116 h 137558"/>
                <a:gd name="csX4" fmla="*/ 134903 w 151083"/>
                <a:gd name="csY4" fmla="*/ 37744 h 137558"/>
                <a:gd name="csX5" fmla="*/ 151286 w 151083"/>
                <a:gd name="csY5" fmla="*/ 20132 h 137558"/>
                <a:gd name="csX6" fmla="*/ 123071 w 151083"/>
                <a:gd name="csY6" fmla="*/ 90 h 137558"/>
                <a:gd name="csX7" fmla="*/ 91216 w 151083"/>
                <a:gd name="csY7" fmla="*/ 23168 h 137558"/>
                <a:gd name="csX8" fmla="*/ 58451 w 151083"/>
                <a:gd name="csY8" fmla="*/ 90 h 137558"/>
                <a:gd name="csX9" fmla="*/ 9607 w 151083"/>
                <a:gd name="csY9" fmla="*/ 46854 h 137558"/>
                <a:gd name="csX10" fmla="*/ 13247 w 151083"/>
                <a:gd name="csY10" fmla="*/ 49891 h 137558"/>
                <a:gd name="csX11" fmla="*/ 17191 w 151083"/>
                <a:gd name="csY11" fmla="*/ 46550 h 137558"/>
                <a:gd name="csX12" fmla="*/ 57844 w 151083"/>
                <a:gd name="csY12" fmla="*/ 6771 h 137558"/>
                <a:gd name="csX13" fmla="*/ 74227 w 151083"/>
                <a:gd name="csY13" fmla="*/ 27116 h 137558"/>
                <a:gd name="csX14" fmla="*/ 57844 w 151083"/>
                <a:gd name="csY14" fmla="*/ 99387 h 137558"/>
                <a:gd name="csX15" fmla="*/ 29023 w 151083"/>
                <a:gd name="csY15" fmla="*/ 130968 h 137558"/>
                <a:gd name="csX16" fmla="*/ 13854 w 151083"/>
                <a:gd name="csY16" fmla="*/ 127021 h 137558"/>
                <a:gd name="csX17" fmla="*/ 28113 w 151083"/>
                <a:gd name="csY17" fmla="*/ 110623 h 137558"/>
                <a:gd name="csX18" fmla="*/ 16888 w 151083"/>
                <a:gd name="csY18" fmla="*/ 99995 h 137558"/>
                <a:gd name="csX19" fmla="*/ 202 w 151083"/>
                <a:gd name="csY19" fmla="*/ 117607 h 137558"/>
                <a:gd name="csX20" fmla="*/ 28720 w 151083"/>
                <a:gd name="csY20" fmla="*/ 137649 h 137558"/>
                <a:gd name="csX21" fmla="*/ 60575 w 151083"/>
                <a:gd name="csY21" fmla="*/ 114570 h 137558"/>
                <a:gd name="csX22" fmla="*/ 93340 w 151083"/>
                <a:gd name="csY22" fmla="*/ 137649 h 137558"/>
                <a:gd name="csX23" fmla="*/ 141881 w 151083"/>
                <a:gd name="csY23" fmla="*/ 90885 h 137558"/>
                <a:gd name="csX24" fmla="*/ 138240 w 151083"/>
                <a:gd name="csY24" fmla="*/ 87848 h 137558"/>
                <a:gd name="csX25" fmla="*/ 134296 w 151083"/>
                <a:gd name="csY25" fmla="*/ 91189 h 137558"/>
                <a:gd name="csX26" fmla="*/ 93947 w 151083"/>
                <a:gd name="csY26" fmla="*/ 130968 h 137558"/>
                <a:gd name="csX27" fmla="*/ 77261 w 151083"/>
                <a:gd name="csY27" fmla="*/ 110927 h 137558"/>
                <a:gd name="csX28" fmla="*/ 82418 w 151083"/>
                <a:gd name="csY28" fmla="*/ 84204 h 137558"/>
                <a:gd name="csX29" fmla="*/ 92733 w 151083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083" h="137558">
                  <a:moveTo>
                    <a:pt x="92733" y="42603"/>
                  </a:moveTo>
                  <a:cubicBezTo>
                    <a:pt x="94554" y="34708"/>
                    <a:pt x="101531" y="6771"/>
                    <a:pt x="122768" y="6771"/>
                  </a:cubicBezTo>
                  <a:cubicBezTo>
                    <a:pt x="124285" y="6771"/>
                    <a:pt x="131566" y="6771"/>
                    <a:pt x="137937" y="10718"/>
                  </a:cubicBezTo>
                  <a:cubicBezTo>
                    <a:pt x="129442" y="12237"/>
                    <a:pt x="123375" y="19828"/>
                    <a:pt x="123375" y="27116"/>
                  </a:cubicBezTo>
                  <a:cubicBezTo>
                    <a:pt x="123375" y="31975"/>
                    <a:pt x="126712" y="37744"/>
                    <a:pt x="134903" y="37744"/>
                  </a:cubicBezTo>
                  <a:cubicBezTo>
                    <a:pt x="141578" y="37744"/>
                    <a:pt x="151286" y="32278"/>
                    <a:pt x="151286" y="20132"/>
                  </a:cubicBezTo>
                  <a:cubicBezTo>
                    <a:pt x="151286" y="4341"/>
                    <a:pt x="133386" y="90"/>
                    <a:pt x="123071" y="90"/>
                  </a:cubicBezTo>
                  <a:cubicBezTo>
                    <a:pt x="105475" y="90"/>
                    <a:pt x="94857" y="16184"/>
                    <a:pt x="91216" y="23168"/>
                  </a:cubicBezTo>
                  <a:cubicBezTo>
                    <a:pt x="83632" y="3127"/>
                    <a:pt x="67249" y="90"/>
                    <a:pt x="58451" y="90"/>
                  </a:cubicBezTo>
                  <a:cubicBezTo>
                    <a:pt x="26900" y="90"/>
                    <a:pt x="9607" y="39263"/>
                    <a:pt x="9607" y="46854"/>
                  </a:cubicBezTo>
                  <a:cubicBezTo>
                    <a:pt x="9607" y="49891"/>
                    <a:pt x="12641" y="49891"/>
                    <a:pt x="13247" y="49891"/>
                  </a:cubicBezTo>
                  <a:cubicBezTo>
                    <a:pt x="15674" y="49891"/>
                    <a:pt x="16585" y="49283"/>
                    <a:pt x="17191" y="46550"/>
                  </a:cubicBezTo>
                  <a:cubicBezTo>
                    <a:pt x="27506" y="14362"/>
                    <a:pt x="47529" y="6771"/>
                    <a:pt x="57844" y="6771"/>
                  </a:cubicBezTo>
                  <a:cubicBezTo>
                    <a:pt x="63609" y="6771"/>
                    <a:pt x="74227" y="9504"/>
                    <a:pt x="74227" y="27116"/>
                  </a:cubicBezTo>
                  <a:cubicBezTo>
                    <a:pt x="74227" y="36530"/>
                    <a:pt x="69070" y="56875"/>
                    <a:pt x="57844" y="99387"/>
                  </a:cubicBezTo>
                  <a:cubicBezTo>
                    <a:pt x="52990" y="118214"/>
                    <a:pt x="42372" y="130968"/>
                    <a:pt x="29023" y="130968"/>
                  </a:cubicBezTo>
                  <a:cubicBezTo>
                    <a:pt x="27203" y="130968"/>
                    <a:pt x="20225" y="130968"/>
                    <a:pt x="13854" y="127021"/>
                  </a:cubicBezTo>
                  <a:cubicBezTo>
                    <a:pt x="21439" y="125502"/>
                    <a:pt x="28113" y="119125"/>
                    <a:pt x="28113" y="110623"/>
                  </a:cubicBezTo>
                  <a:cubicBezTo>
                    <a:pt x="28113" y="102424"/>
                    <a:pt x="21439" y="99995"/>
                    <a:pt x="16888" y="99995"/>
                  </a:cubicBezTo>
                  <a:cubicBezTo>
                    <a:pt x="7787" y="99995"/>
                    <a:pt x="202" y="107890"/>
                    <a:pt x="202" y="117607"/>
                  </a:cubicBezTo>
                  <a:cubicBezTo>
                    <a:pt x="202" y="131576"/>
                    <a:pt x="15371" y="137649"/>
                    <a:pt x="28720" y="137649"/>
                  </a:cubicBezTo>
                  <a:cubicBezTo>
                    <a:pt x="48743" y="137649"/>
                    <a:pt x="59665" y="116392"/>
                    <a:pt x="60575" y="114570"/>
                  </a:cubicBezTo>
                  <a:cubicBezTo>
                    <a:pt x="64215" y="125806"/>
                    <a:pt x="75137" y="137649"/>
                    <a:pt x="93340" y="137649"/>
                  </a:cubicBezTo>
                  <a:cubicBezTo>
                    <a:pt x="124588" y="137649"/>
                    <a:pt x="141881" y="98476"/>
                    <a:pt x="141881" y="90885"/>
                  </a:cubicBezTo>
                  <a:cubicBezTo>
                    <a:pt x="141881" y="87848"/>
                    <a:pt x="139151" y="87848"/>
                    <a:pt x="138240" y="87848"/>
                  </a:cubicBezTo>
                  <a:cubicBezTo>
                    <a:pt x="135510" y="87848"/>
                    <a:pt x="134903" y="89063"/>
                    <a:pt x="134296" y="91189"/>
                  </a:cubicBezTo>
                  <a:cubicBezTo>
                    <a:pt x="124285" y="123680"/>
                    <a:pt x="103655" y="130968"/>
                    <a:pt x="93947" y="130968"/>
                  </a:cubicBezTo>
                  <a:cubicBezTo>
                    <a:pt x="82115" y="130968"/>
                    <a:pt x="77261" y="121251"/>
                    <a:pt x="77261" y="110927"/>
                  </a:cubicBezTo>
                  <a:cubicBezTo>
                    <a:pt x="77261" y="104246"/>
                    <a:pt x="79081" y="97565"/>
                    <a:pt x="82418" y="84204"/>
                  </a:cubicBezTo>
                  <a:lnTo>
                    <a:pt x="92733" y="4260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8B8B2C8-AD01-55DE-EA4A-EE3FE86B0A31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8391230" y="8057900"/>
              <a:ext cx="77301" cy="141141"/>
            </a:xfrm>
            <a:custGeom>
              <a:avLst/>
              <a:gdLst>
                <a:gd name="csX0" fmla="*/ 48203 w 77301"/>
                <a:gd name="csY0" fmla="*/ 6043 h 141141"/>
                <a:gd name="csX1" fmla="*/ 41832 w 77301"/>
                <a:gd name="csY1" fmla="*/ 92 h 141141"/>
                <a:gd name="csX2" fmla="*/ 208 w 77301"/>
                <a:gd name="csY2" fmla="*/ 13696 h 141141"/>
                <a:gd name="csX3" fmla="*/ 208 w 77301"/>
                <a:gd name="csY3" fmla="*/ 21348 h 141141"/>
                <a:gd name="csX4" fmla="*/ 31001 w 77301"/>
                <a:gd name="csY4" fmla="*/ 15396 h 141141"/>
                <a:gd name="csX5" fmla="*/ 31001 w 77301"/>
                <a:gd name="csY5" fmla="*/ 123803 h 141141"/>
                <a:gd name="csX6" fmla="*/ 9764 w 77301"/>
                <a:gd name="csY6" fmla="*/ 133581 h 141141"/>
                <a:gd name="csX7" fmla="*/ 1694 w 77301"/>
                <a:gd name="csY7" fmla="*/ 133581 h 141141"/>
                <a:gd name="csX8" fmla="*/ 1694 w 77301"/>
                <a:gd name="csY8" fmla="*/ 141233 h 141141"/>
                <a:gd name="csX9" fmla="*/ 39496 w 77301"/>
                <a:gd name="csY9" fmla="*/ 140383 h 141141"/>
                <a:gd name="csX10" fmla="*/ 77509 w 77301"/>
                <a:gd name="csY10" fmla="*/ 141233 h 141141"/>
                <a:gd name="csX11" fmla="*/ 77509 w 77301"/>
                <a:gd name="csY11" fmla="*/ 133581 h 141141"/>
                <a:gd name="csX12" fmla="*/ 69439 w 77301"/>
                <a:gd name="csY12" fmla="*/ 133581 h 141141"/>
                <a:gd name="csX13" fmla="*/ 48203 w 77301"/>
                <a:gd name="csY13" fmla="*/ 123803 h 141141"/>
                <a:gd name="csX14" fmla="*/ 48203 w 77301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01" h="141141">
                  <a:moveTo>
                    <a:pt x="48203" y="6043"/>
                  </a:moveTo>
                  <a:cubicBezTo>
                    <a:pt x="48203" y="304"/>
                    <a:pt x="47778" y="92"/>
                    <a:pt x="41832" y="92"/>
                  </a:cubicBezTo>
                  <a:cubicBezTo>
                    <a:pt x="28240" y="13483"/>
                    <a:pt x="8915" y="13696"/>
                    <a:pt x="208" y="13696"/>
                  </a:cubicBezTo>
                  <a:lnTo>
                    <a:pt x="208" y="21348"/>
                  </a:lnTo>
                  <a:cubicBezTo>
                    <a:pt x="5305" y="21348"/>
                    <a:pt x="19321" y="21348"/>
                    <a:pt x="31001" y="15396"/>
                  </a:cubicBezTo>
                  <a:lnTo>
                    <a:pt x="31001" y="123803"/>
                  </a:lnTo>
                  <a:cubicBezTo>
                    <a:pt x="31001" y="130818"/>
                    <a:pt x="31001" y="133581"/>
                    <a:pt x="9764" y="133581"/>
                  </a:cubicBezTo>
                  <a:lnTo>
                    <a:pt x="1694" y="133581"/>
                  </a:lnTo>
                  <a:lnTo>
                    <a:pt x="1694" y="141233"/>
                  </a:lnTo>
                  <a:cubicBezTo>
                    <a:pt x="5517" y="141021"/>
                    <a:pt x="31638" y="140383"/>
                    <a:pt x="39496" y="140383"/>
                  </a:cubicBezTo>
                  <a:cubicBezTo>
                    <a:pt x="46079" y="140383"/>
                    <a:pt x="72837" y="141021"/>
                    <a:pt x="77509" y="141233"/>
                  </a:cubicBezTo>
                  <a:lnTo>
                    <a:pt x="77509" y="133581"/>
                  </a:lnTo>
                  <a:lnTo>
                    <a:pt x="69439" y="133581"/>
                  </a:lnTo>
                  <a:cubicBezTo>
                    <a:pt x="48203" y="133581"/>
                    <a:pt x="48203" y="130818"/>
                    <a:pt x="48203" y="123803"/>
                  </a:cubicBezTo>
                  <a:lnTo>
                    <a:pt x="48203" y="6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29CB3CB-49FB-881A-EC3E-B58CB3F67D02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8530273" y="8121305"/>
              <a:ext cx="35495" cy="90794"/>
            </a:xfrm>
            <a:custGeom>
              <a:avLst/>
              <a:gdLst>
                <a:gd name="csX0" fmla="*/ 35708 w 35495"/>
                <a:gd name="csY0" fmla="*/ 31975 h 90794"/>
                <a:gd name="csX1" fmla="*/ 16291 w 35495"/>
                <a:gd name="csY1" fmla="*/ 90 h 90794"/>
                <a:gd name="csX2" fmla="*/ 212 w 35495"/>
                <a:gd name="csY2" fmla="*/ 16184 h 90794"/>
                <a:gd name="csX3" fmla="*/ 16291 w 35495"/>
                <a:gd name="csY3" fmla="*/ 32278 h 90794"/>
                <a:gd name="csX4" fmla="*/ 26910 w 35495"/>
                <a:gd name="csY4" fmla="*/ 28331 h 90794"/>
                <a:gd name="csX5" fmla="*/ 28427 w 35495"/>
                <a:gd name="csY5" fmla="*/ 27420 h 90794"/>
                <a:gd name="csX6" fmla="*/ 29033 w 35495"/>
                <a:gd name="csY6" fmla="*/ 31975 h 90794"/>
                <a:gd name="csX7" fmla="*/ 8403 w 35495"/>
                <a:gd name="csY7" fmla="*/ 82686 h 90794"/>
                <a:gd name="csX8" fmla="*/ 5066 w 35495"/>
                <a:gd name="csY8" fmla="*/ 87545 h 90794"/>
                <a:gd name="csX9" fmla="*/ 8100 w 35495"/>
                <a:gd name="csY9" fmla="*/ 90885 h 90794"/>
                <a:gd name="csX10" fmla="*/ 35708 w 35495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5" h="90794">
                  <a:moveTo>
                    <a:pt x="35708" y="31975"/>
                  </a:moveTo>
                  <a:cubicBezTo>
                    <a:pt x="35708" y="11933"/>
                    <a:pt x="28123" y="90"/>
                    <a:pt x="16291" y="90"/>
                  </a:cubicBezTo>
                  <a:cubicBezTo>
                    <a:pt x="6280" y="90"/>
                    <a:pt x="212" y="7682"/>
                    <a:pt x="212" y="16184"/>
                  </a:cubicBezTo>
                  <a:cubicBezTo>
                    <a:pt x="212" y="24383"/>
                    <a:pt x="6280" y="32278"/>
                    <a:pt x="16291" y="32278"/>
                  </a:cubicBezTo>
                  <a:cubicBezTo>
                    <a:pt x="19932" y="32278"/>
                    <a:pt x="23876" y="31064"/>
                    <a:pt x="26910" y="28331"/>
                  </a:cubicBezTo>
                  <a:cubicBezTo>
                    <a:pt x="27820" y="27723"/>
                    <a:pt x="28123" y="27420"/>
                    <a:pt x="28427" y="27420"/>
                  </a:cubicBezTo>
                  <a:cubicBezTo>
                    <a:pt x="28730" y="27420"/>
                    <a:pt x="29033" y="27723"/>
                    <a:pt x="29033" y="31975"/>
                  </a:cubicBezTo>
                  <a:cubicBezTo>
                    <a:pt x="29033" y="54446"/>
                    <a:pt x="18415" y="72665"/>
                    <a:pt x="8403" y="82686"/>
                  </a:cubicBezTo>
                  <a:cubicBezTo>
                    <a:pt x="5066" y="86026"/>
                    <a:pt x="5066" y="86634"/>
                    <a:pt x="5066" y="87545"/>
                  </a:cubicBezTo>
                  <a:cubicBezTo>
                    <a:pt x="5066" y="89670"/>
                    <a:pt x="6583" y="90885"/>
                    <a:pt x="8100" y="90885"/>
                  </a:cubicBezTo>
                  <a:cubicBezTo>
                    <a:pt x="11437" y="90885"/>
                    <a:pt x="35708" y="67503"/>
                    <a:pt x="35708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FE3531C-2E2B-0EA3-82D5-28B3E8D53D8E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8665108" y="8121305"/>
              <a:ext cx="32158" cy="32188"/>
            </a:xfrm>
            <a:custGeom>
              <a:avLst/>
              <a:gdLst>
                <a:gd name="csX0" fmla="*/ 32375 w 32158"/>
                <a:gd name="csY0" fmla="*/ 16184 h 32188"/>
                <a:gd name="csX1" fmla="*/ 16296 w 32158"/>
                <a:gd name="csY1" fmla="*/ 90 h 32188"/>
                <a:gd name="csX2" fmla="*/ 217 w 32158"/>
                <a:gd name="csY2" fmla="*/ 16184 h 32188"/>
                <a:gd name="csX3" fmla="*/ 16296 w 32158"/>
                <a:gd name="csY3" fmla="*/ 32278 h 32188"/>
                <a:gd name="csX4" fmla="*/ 32375 w 32158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58" h="32188">
                  <a:moveTo>
                    <a:pt x="32375" y="16184"/>
                  </a:moveTo>
                  <a:cubicBezTo>
                    <a:pt x="32375" y="7378"/>
                    <a:pt x="25094" y="90"/>
                    <a:pt x="16296" y="90"/>
                  </a:cubicBezTo>
                  <a:cubicBezTo>
                    <a:pt x="7498" y="90"/>
                    <a:pt x="217" y="7378"/>
                    <a:pt x="217" y="16184"/>
                  </a:cubicBezTo>
                  <a:cubicBezTo>
                    <a:pt x="217" y="24990"/>
                    <a:pt x="7498" y="32278"/>
                    <a:pt x="16296" y="32278"/>
                  </a:cubicBezTo>
                  <a:cubicBezTo>
                    <a:pt x="25094" y="32278"/>
                    <a:pt x="32375" y="24990"/>
                    <a:pt x="32375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9D6D010-4803-EF20-FE46-9AE89A0AD8D3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8799943" y="8121305"/>
              <a:ext cx="32158" cy="32188"/>
            </a:xfrm>
            <a:custGeom>
              <a:avLst/>
              <a:gdLst>
                <a:gd name="csX0" fmla="*/ 32379 w 32158"/>
                <a:gd name="csY0" fmla="*/ 16184 h 32188"/>
                <a:gd name="csX1" fmla="*/ 16300 w 32158"/>
                <a:gd name="csY1" fmla="*/ 90 h 32188"/>
                <a:gd name="csX2" fmla="*/ 221 w 32158"/>
                <a:gd name="csY2" fmla="*/ 16184 h 32188"/>
                <a:gd name="csX3" fmla="*/ 16300 w 32158"/>
                <a:gd name="csY3" fmla="*/ 32278 h 32188"/>
                <a:gd name="csX4" fmla="*/ 32379 w 32158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58" h="32188">
                  <a:moveTo>
                    <a:pt x="32379" y="16184"/>
                  </a:moveTo>
                  <a:cubicBezTo>
                    <a:pt x="32379" y="7378"/>
                    <a:pt x="25098" y="90"/>
                    <a:pt x="16300" y="90"/>
                  </a:cubicBezTo>
                  <a:cubicBezTo>
                    <a:pt x="7502" y="90"/>
                    <a:pt x="221" y="7378"/>
                    <a:pt x="221" y="16184"/>
                  </a:cubicBezTo>
                  <a:cubicBezTo>
                    <a:pt x="221" y="24990"/>
                    <a:pt x="7502" y="32278"/>
                    <a:pt x="16300" y="32278"/>
                  </a:cubicBezTo>
                  <a:cubicBezTo>
                    <a:pt x="25098" y="32278"/>
                    <a:pt x="32379" y="24990"/>
                    <a:pt x="32379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3D7FF83-2427-1215-C3F3-8520753B5ABB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8934778" y="8121305"/>
              <a:ext cx="32158" cy="32188"/>
            </a:xfrm>
            <a:custGeom>
              <a:avLst/>
              <a:gdLst>
                <a:gd name="csX0" fmla="*/ 32384 w 32158"/>
                <a:gd name="csY0" fmla="*/ 16184 h 32188"/>
                <a:gd name="csX1" fmla="*/ 16305 w 32158"/>
                <a:gd name="csY1" fmla="*/ 90 h 32188"/>
                <a:gd name="csX2" fmla="*/ 225 w 32158"/>
                <a:gd name="csY2" fmla="*/ 16184 h 32188"/>
                <a:gd name="csX3" fmla="*/ 16305 w 32158"/>
                <a:gd name="csY3" fmla="*/ 32278 h 32188"/>
                <a:gd name="csX4" fmla="*/ 32384 w 32158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58" h="32188">
                  <a:moveTo>
                    <a:pt x="32384" y="16184"/>
                  </a:moveTo>
                  <a:cubicBezTo>
                    <a:pt x="32384" y="7378"/>
                    <a:pt x="25103" y="90"/>
                    <a:pt x="16305" y="90"/>
                  </a:cubicBezTo>
                  <a:cubicBezTo>
                    <a:pt x="7507" y="90"/>
                    <a:pt x="225" y="7378"/>
                    <a:pt x="225" y="16184"/>
                  </a:cubicBezTo>
                  <a:cubicBezTo>
                    <a:pt x="225" y="24990"/>
                    <a:pt x="7507" y="32278"/>
                    <a:pt x="16305" y="32278"/>
                  </a:cubicBezTo>
                  <a:cubicBezTo>
                    <a:pt x="25103" y="32278"/>
                    <a:pt x="32384" y="24990"/>
                    <a:pt x="32384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FEFABB3-FBFF-7E90-BC25-AEE914F74350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9069614" y="8121305"/>
              <a:ext cx="35495" cy="90794"/>
            </a:xfrm>
            <a:custGeom>
              <a:avLst/>
              <a:gdLst>
                <a:gd name="csX0" fmla="*/ 35726 w 35495"/>
                <a:gd name="csY0" fmla="*/ 31975 h 90794"/>
                <a:gd name="csX1" fmla="*/ 16309 w 35495"/>
                <a:gd name="csY1" fmla="*/ 90 h 90794"/>
                <a:gd name="csX2" fmla="*/ 230 w 35495"/>
                <a:gd name="csY2" fmla="*/ 16184 h 90794"/>
                <a:gd name="csX3" fmla="*/ 16309 w 35495"/>
                <a:gd name="csY3" fmla="*/ 32278 h 90794"/>
                <a:gd name="csX4" fmla="*/ 26927 w 35495"/>
                <a:gd name="csY4" fmla="*/ 28331 h 90794"/>
                <a:gd name="csX5" fmla="*/ 28444 w 35495"/>
                <a:gd name="csY5" fmla="*/ 27420 h 90794"/>
                <a:gd name="csX6" fmla="*/ 29051 w 35495"/>
                <a:gd name="csY6" fmla="*/ 31975 h 90794"/>
                <a:gd name="csX7" fmla="*/ 8421 w 35495"/>
                <a:gd name="csY7" fmla="*/ 82686 h 90794"/>
                <a:gd name="csX8" fmla="*/ 5084 w 35495"/>
                <a:gd name="csY8" fmla="*/ 87545 h 90794"/>
                <a:gd name="csX9" fmla="*/ 8118 w 35495"/>
                <a:gd name="csY9" fmla="*/ 90885 h 90794"/>
                <a:gd name="csX10" fmla="*/ 35726 w 35495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5" h="90794">
                  <a:moveTo>
                    <a:pt x="35726" y="31975"/>
                  </a:moveTo>
                  <a:cubicBezTo>
                    <a:pt x="35726" y="11933"/>
                    <a:pt x="28141" y="90"/>
                    <a:pt x="16309" y="90"/>
                  </a:cubicBezTo>
                  <a:cubicBezTo>
                    <a:pt x="6298" y="90"/>
                    <a:pt x="230" y="7682"/>
                    <a:pt x="230" y="16184"/>
                  </a:cubicBezTo>
                  <a:cubicBezTo>
                    <a:pt x="230" y="24383"/>
                    <a:pt x="6298" y="32278"/>
                    <a:pt x="16309" y="32278"/>
                  </a:cubicBezTo>
                  <a:cubicBezTo>
                    <a:pt x="19950" y="32278"/>
                    <a:pt x="23894" y="31064"/>
                    <a:pt x="26927" y="28331"/>
                  </a:cubicBezTo>
                  <a:cubicBezTo>
                    <a:pt x="27838" y="27723"/>
                    <a:pt x="28141" y="27420"/>
                    <a:pt x="28444" y="27420"/>
                  </a:cubicBezTo>
                  <a:cubicBezTo>
                    <a:pt x="28748" y="27420"/>
                    <a:pt x="29051" y="27723"/>
                    <a:pt x="29051" y="31975"/>
                  </a:cubicBezTo>
                  <a:cubicBezTo>
                    <a:pt x="29051" y="54446"/>
                    <a:pt x="18433" y="72665"/>
                    <a:pt x="8421" y="82686"/>
                  </a:cubicBezTo>
                  <a:cubicBezTo>
                    <a:pt x="5084" y="86026"/>
                    <a:pt x="5084" y="86634"/>
                    <a:pt x="5084" y="87545"/>
                  </a:cubicBezTo>
                  <a:cubicBezTo>
                    <a:pt x="5084" y="89670"/>
                    <a:pt x="6601" y="90885"/>
                    <a:pt x="8118" y="90885"/>
                  </a:cubicBezTo>
                  <a:cubicBezTo>
                    <a:pt x="11455" y="90885"/>
                    <a:pt x="35726" y="67503"/>
                    <a:pt x="35726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8BA782F-8668-9C71-7B01-45C83717E288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9187156" y="8019275"/>
              <a:ext cx="151083" cy="137558"/>
            </a:xfrm>
            <a:custGeom>
              <a:avLst/>
              <a:gdLst>
                <a:gd name="csX0" fmla="*/ 92766 w 151083"/>
                <a:gd name="csY0" fmla="*/ 42603 h 137558"/>
                <a:gd name="csX1" fmla="*/ 122800 w 151083"/>
                <a:gd name="csY1" fmla="*/ 6771 h 137558"/>
                <a:gd name="csX2" fmla="*/ 137969 w 151083"/>
                <a:gd name="csY2" fmla="*/ 10718 h 137558"/>
                <a:gd name="csX3" fmla="*/ 123407 w 151083"/>
                <a:gd name="csY3" fmla="*/ 27116 h 137558"/>
                <a:gd name="csX4" fmla="*/ 134936 w 151083"/>
                <a:gd name="csY4" fmla="*/ 37744 h 137558"/>
                <a:gd name="csX5" fmla="*/ 151318 w 151083"/>
                <a:gd name="csY5" fmla="*/ 20132 h 137558"/>
                <a:gd name="csX6" fmla="*/ 123104 w 151083"/>
                <a:gd name="csY6" fmla="*/ 90 h 137558"/>
                <a:gd name="csX7" fmla="*/ 91249 w 151083"/>
                <a:gd name="csY7" fmla="*/ 23168 h 137558"/>
                <a:gd name="csX8" fmla="*/ 58483 w 151083"/>
                <a:gd name="csY8" fmla="*/ 90 h 137558"/>
                <a:gd name="csX9" fmla="*/ 9639 w 151083"/>
                <a:gd name="csY9" fmla="*/ 46854 h 137558"/>
                <a:gd name="csX10" fmla="*/ 13280 w 151083"/>
                <a:gd name="csY10" fmla="*/ 49891 h 137558"/>
                <a:gd name="csX11" fmla="*/ 17224 w 151083"/>
                <a:gd name="csY11" fmla="*/ 46550 h 137558"/>
                <a:gd name="csX12" fmla="*/ 57877 w 151083"/>
                <a:gd name="csY12" fmla="*/ 6771 h 137558"/>
                <a:gd name="csX13" fmla="*/ 74259 w 151083"/>
                <a:gd name="csY13" fmla="*/ 27116 h 137558"/>
                <a:gd name="csX14" fmla="*/ 57877 w 151083"/>
                <a:gd name="csY14" fmla="*/ 99387 h 137558"/>
                <a:gd name="csX15" fmla="*/ 29056 w 151083"/>
                <a:gd name="csY15" fmla="*/ 130968 h 137558"/>
                <a:gd name="csX16" fmla="*/ 13886 w 151083"/>
                <a:gd name="csY16" fmla="*/ 127021 h 137558"/>
                <a:gd name="csX17" fmla="*/ 28145 w 151083"/>
                <a:gd name="csY17" fmla="*/ 110623 h 137558"/>
                <a:gd name="csX18" fmla="*/ 16920 w 151083"/>
                <a:gd name="csY18" fmla="*/ 99995 h 137558"/>
                <a:gd name="csX19" fmla="*/ 234 w 151083"/>
                <a:gd name="csY19" fmla="*/ 117607 h 137558"/>
                <a:gd name="csX20" fmla="*/ 28752 w 151083"/>
                <a:gd name="csY20" fmla="*/ 137649 h 137558"/>
                <a:gd name="csX21" fmla="*/ 60607 w 151083"/>
                <a:gd name="csY21" fmla="*/ 114570 h 137558"/>
                <a:gd name="csX22" fmla="*/ 93372 w 151083"/>
                <a:gd name="csY22" fmla="*/ 137649 h 137558"/>
                <a:gd name="csX23" fmla="*/ 141913 w 151083"/>
                <a:gd name="csY23" fmla="*/ 90885 h 137558"/>
                <a:gd name="csX24" fmla="*/ 138273 w 151083"/>
                <a:gd name="csY24" fmla="*/ 87848 h 137558"/>
                <a:gd name="csX25" fmla="*/ 134329 w 151083"/>
                <a:gd name="csY25" fmla="*/ 91189 h 137558"/>
                <a:gd name="csX26" fmla="*/ 93979 w 151083"/>
                <a:gd name="csY26" fmla="*/ 130968 h 137558"/>
                <a:gd name="csX27" fmla="*/ 77293 w 151083"/>
                <a:gd name="csY27" fmla="*/ 110927 h 137558"/>
                <a:gd name="csX28" fmla="*/ 82451 w 151083"/>
                <a:gd name="csY28" fmla="*/ 84204 h 137558"/>
                <a:gd name="csX29" fmla="*/ 92766 w 151083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083" h="137558">
                  <a:moveTo>
                    <a:pt x="92766" y="42603"/>
                  </a:moveTo>
                  <a:cubicBezTo>
                    <a:pt x="94586" y="34708"/>
                    <a:pt x="101564" y="6771"/>
                    <a:pt x="122800" y="6771"/>
                  </a:cubicBezTo>
                  <a:cubicBezTo>
                    <a:pt x="124317" y="6771"/>
                    <a:pt x="131598" y="6771"/>
                    <a:pt x="137969" y="10718"/>
                  </a:cubicBezTo>
                  <a:cubicBezTo>
                    <a:pt x="129475" y="12237"/>
                    <a:pt x="123407" y="19828"/>
                    <a:pt x="123407" y="27116"/>
                  </a:cubicBezTo>
                  <a:cubicBezTo>
                    <a:pt x="123407" y="31975"/>
                    <a:pt x="126744" y="37744"/>
                    <a:pt x="134936" y="37744"/>
                  </a:cubicBezTo>
                  <a:cubicBezTo>
                    <a:pt x="141610" y="37744"/>
                    <a:pt x="151318" y="32278"/>
                    <a:pt x="151318" y="20132"/>
                  </a:cubicBezTo>
                  <a:cubicBezTo>
                    <a:pt x="151318" y="4341"/>
                    <a:pt x="133419" y="90"/>
                    <a:pt x="123104" y="90"/>
                  </a:cubicBezTo>
                  <a:cubicBezTo>
                    <a:pt x="105508" y="90"/>
                    <a:pt x="94889" y="16184"/>
                    <a:pt x="91249" y="23168"/>
                  </a:cubicBezTo>
                  <a:cubicBezTo>
                    <a:pt x="83664" y="3127"/>
                    <a:pt x="67282" y="90"/>
                    <a:pt x="58483" y="90"/>
                  </a:cubicBezTo>
                  <a:cubicBezTo>
                    <a:pt x="26932" y="90"/>
                    <a:pt x="9639" y="39263"/>
                    <a:pt x="9639" y="46854"/>
                  </a:cubicBezTo>
                  <a:cubicBezTo>
                    <a:pt x="9639" y="49891"/>
                    <a:pt x="12673" y="49891"/>
                    <a:pt x="13280" y="49891"/>
                  </a:cubicBezTo>
                  <a:cubicBezTo>
                    <a:pt x="15707" y="49891"/>
                    <a:pt x="16617" y="49283"/>
                    <a:pt x="17224" y="46550"/>
                  </a:cubicBezTo>
                  <a:cubicBezTo>
                    <a:pt x="27539" y="14362"/>
                    <a:pt x="47562" y="6771"/>
                    <a:pt x="57877" y="6771"/>
                  </a:cubicBezTo>
                  <a:cubicBezTo>
                    <a:pt x="63641" y="6771"/>
                    <a:pt x="74259" y="9504"/>
                    <a:pt x="74259" y="27116"/>
                  </a:cubicBezTo>
                  <a:cubicBezTo>
                    <a:pt x="74259" y="36530"/>
                    <a:pt x="69102" y="56875"/>
                    <a:pt x="57877" y="99387"/>
                  </a:cubicBezTo>
                  <a:cubicBezTo>
                    <a:pt x="53023" y="118214"/>
                    <a:pt x="42404" y="130968"/>
                    <a:pt x="29056" y="130968"/>
                  </a:cubicBezTo>
                  <a:cubicBezTo>
                    <a:pt x="27235" y="130968"/>
                    <a:pt x="20257" y="130968"/>
                    <a:pt x="13886" y="127021"/>
                  </a:cubicBezTo>
                  <a:cubicBezTo>
                    <a:pt x="21471" y="125502"/>
                    <a:pt x="28145" y="119125"/>
                    <a:pt x="28145" y="110623"/>
                  </a:cubicBezTo>
                  <a:cubicBezTo>
                    <a:pt x="28145" y="102424"/>
                    <a:pt x="21471" y="99995"/>
                    <a:pt x="16920" y="99995"/>
                  </a:cubicBezTo>
                  <a:cubicBezTo>
                    <a:pt x="7819" y="99995"/>
                    <a:pt x="234" y="107890"/>
                    <a:pt x="234" y="117607"/>
                  </a:cubicBezTo>
                  <a:cubicBezTo>
                    <a:pt x="234" y="131576"/>
                    <a:pt x="15403" y="137649"/>
                    <a:pt x="28752" y="137649"/>
                  </a:cubicBezTo>
                  <a:cubicBezTo>
                    <a:pt x="48775" y="137649"/>
                    <a:pt x="59697" y="116392"/>
                    <a:pt x="60607" y="114570"/>
                  </a:cubicBezTo>
                  <a:cubicBezTo>
                    <a:pt x="64248" y="125806"/>
                    <a:pt x="75169" y="137649"/>
                    <a:pt x="93372" y="137649"/>
                  </a:cubicBezTo>
                  <a:cubicBezTo>
                    <a:pt x="124621" y="137649"/>
                    <a:pt x="141913" y="98476"/>
                    <a:pt x="141913" y="90885"/>
                  </a:cubicBezTo>
                  <a:cubicBezTo>
                    <a:pt x="141913" y="87848"/>
                    <a:pt x="139183" y="87848"/>
                    <a:pt x="138273" y="87848"/>
                  </a:cubicBezTo>
                  <a:cubicBezTo>
                    <a:pt x="135542" y="87848"/>
                    <a:pt x="134936" y="89063"/>
                    <a:pt x="134329" y="91189"/>
                  </a:cubicBezTo>
                  <a:cubicBezTo>
                    <a:pt x="124317" y="123680"/>
                    <a:pt x="103687" y="130968"/>
                    <a:pt x="93979" y="130968"/>
                  </a:cubicBezTo>
                  <a:cubicBezTo>
                    <a:pt x="82147" y="130968"/>
                    <a:pt x="77293" y="121251"/>
                    <a:pt x="77293" y="110927"/>
                  </a:cubicBezTo>
                  <a:cubicBezTo>
                    <a:pt x="77293" y="104246"/>
                    <a:pt x="79113" y="97565"/>
                    <a:pt x="82451" y="84204"/>
                  </a:cubicBezTo>
                  <a:lnTo>
                    <a:pt x="92766" y="4260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0A84AE8-2E6C-4F86-F542-885654F18207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9361730" y="8105302"/>
              <a:ext cx="129756" cy="95865"/>
            </a:xfrm>
            <a:custGeom>
              <a:avLst/>
              <a:gdLst>
                <a:gd name="csX0" fmla="*/ 16168 w 129756"/>
                <a:gd name="csY0" fmla="*/ 80440 h 95865"/>
                <a:gd name="csX1" fmla="*/ 14044 w 129756"/>
                <a:gd name="csY1" fmla="*/ 89156 h 95865"/>
                <a:gd name="csX2" fmla="*/ 21264 w 129756"/>
                <a:gd name="csY2" fmla="*/ 95958 h 95865"/>
                <a:gd name="csX3" fmla="*/ 29547 w 129756"/>
                <a:gd name="csY3" fmla="*/ 91281 h 95865"/>
                <a:gd name="csX4" fmla="*/ 33369 w 129756"/>
                <a:gd name="csY4" fmla="*/ 78102 h 95865"/>
                <a:gd name="csX5" fmla="*/ 38041 w 129756"/>
                <a:gd name="csY5" fmla="*/ 58972 h 95865"/>
                <a:gd name="csX6" fmla="*/ 41652 w 129756"/>
                <a:gd name="csY6" fmla="*/ 44730 h 95865"/>
                <a:gd name="csX7" fmla="*/ 50571 w 129756"/>
                <a:gd name="csY7" fmla="*/ 25599 h 95865"/>
                <a:gd name="csX8" fmla="*/ 82426 w 129756"/>
                <a:gd name="csY8" fmla="*/ 6043 h 95865"/>
                <a:gd name="csX9" fmla="*/ 94956 w 129756"/>
                <a:gd name="csY9" fmla="*/ 20923 h 95865"/>
                <a:gd name="csX10" fmla="*/ 82426 w 129756"/>
                <a:gd name="csY10" fmla="*/ 66199 h 95865"/>
                <a:gd name="csX11" fmla="*/ 79240 w 129756"/>
                <a:gd name="csY11" fmla="*/ 77677 h 95865"/>
                <a:gd name="csX12" fmla="*/ 99415 w 129756"/>
                <a:gd name="csY12" fmla="*/ 95958 h 95865"/>
                <a:gd name="csX13" fmla="*/ 129996 w 129756"/>
                <a:gd name="csY13" fmla="*/ 63435 h 95865"/>
                <a:gd name="csX14" fmla="*/ 126598 w 129756"/>
                <a:gd name="csY14" fmla="*/ 60672 h 95865"/>
                <a:gd name="csX15" fmla="*/ 122563 w 129756"/>
                <a:gd name="csY15" fmla="*/ 64286 h 95865"/>
                <a:gd name="csX16" fmla="*/ 100052 w 129756"/>
                <a:gd name="csY16" fmla="*/ 90006 h 95865"/>
                <a:gd name="csX17" fmla="*/ 94743 w 129756"/>
                <a:gd name="csY17" fmla="*/ 82566 h 95865"/>
                <a:gd name="csX18" fmla="*/ 99628 w 129756"/>
                <a:gd name="csY18" fmla="*/ 65348 h 95865"/>
                <a:gd name="csX19" fmla="*/ 110883 w 129756"/>
                <a:gd name="csY19" fmla="*/ 24324 h 95865"/>
                <a:gd name="csX20" fmla="*/ 83275 w 129756"/>
                <a:gd name="csY20" fmla="*/ 92 h 95865"/>
                <a:gd name="csX21" fmla="*/ 47385 w 129756"/>
                <a:gd name="csY21" fmla="*/ 19435 h 95865"/>
                <a:gd name="csX22" fmla="*/ 24662 w 129756"/>
                <a:gd name="csY22" fmla="*/ 92 h 95865"/>
                <a:gd name="csX23" fmla="*/ 7885 w 129756"/>
                <a:gd name="csY23" fmla="*/ 11570 h 95865"/>
                <a:gd name="csX24" fmla="*/ 240 w 129756"/>
                <a:gd name="csY24" fmla="*/ 32614 h 95865"/>
                <a:gd name="csX25" fmla="*/ 3850 w 129756"/>
                <a:gd name="csY25" fmla="*/ 35377 h 95865"/>
                <a:gd name="csX26" fmla="*/ 8522 w 129756"/>
                <a:gd name="csY26" fmla="*/ 29000 h 95865"/>
                <a:gd name="csX27" fmla="*/ 24025 w 129756"/>
                <a:gd name="csY27" fmla="*/ 6043 h 95865"/>
                <a:gd name="csX28" fmla="*/ 31033 w 129756"/>
                <a:gd name="csY28" fmla="*/ 16459 h 95865"/>
                <a:gd name="csX29" fmla="*/ 27635 w 129756"/>
                <a:gd name="csY29" fmla="*/ 34102 h 95865"/>
                <a:gd name="csX30" fmla="*/ 22963 w 129756"/>
                <a:gd name="csY30" fmla="*/ 53232 h 95865"/>
                <a:gd name="csX31" fmla="*/ 16168 w 129756"/>
                <a:gd name="csY31" fmla="*/ 80440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56" h="95865">
                  <a:moveTo>
                    <a:pt x="16168" y="80440"/>
                  </a:moveTo>
                  <a:cubicBezTo>
                    <a:pt x="15318" y="83204"/>
                    <a:pt x="14044" y="88518"/>
                    <a:pt x="14044" y="89156"/>
                  </a:cubicBezTo>
                  <a:cubicBezTo>
                    <a:pt x="14044" y="93832"/>
                    <a:pt x="17866" y="95958"/>
                    <a:pt x="21264" y="95958"/>
                  </a:cubicBezTo>
                  <a:cubicBezTo>
                    <a:pt x="25087" y="95958"/>
                    <a:pt x="28485" y="93194"/>
                    <a:pt x="29547" y="91281"/>
                  </a:cubicBezTo>
                  <a:cubicBezTo>
                    <a:pt x="30608" y="89368"/>
                    <a:pt x="32307" y="82566"/>
                    <a:pt x="33369" y="78102"/>
                  </a:cubicBezTo>
                  <a:cubicBezTo>
                    <a:pt x="34431" y="74064"/>
                    <a:pt x="36767" y="64286"/>
                    <a:pt x="38041" y="58972"/>
                  </a:cubicBezTo>
                  <a:cubicBezTo>
                    <a:pt x="39316" y="54295"/>
                    <a:pt x="40590" y="49619"/>
                    <a:pt x="41652" y="44730"/>
                  </a:cubicBezTo>
                  <a:cubicBezTo>
                    <a:pt x="43988" y="36015"/>
                    <a:pt x="44412" y="34314"/>
                    <a:pt x="50571" y="25599"/>
                  </a:cubicBezTo>
                  <a:cubicBezTo>
                    <a:pt x="56517" y="17097"/>
                    <a:pt x="66498" y="6043"/>
                    <a:pt x="82426" y="6043"/>
                  </a:cubicBezTo>
                  <a:cubicBezTo>
                    <a:pt x="94743" y="6043"/>
                    <a:pt x="94956" y="16884"/>
                    <a:pt x="94956" y="20923"/>
                  </a:cubicBezTo>
                  <a:cubicBezTo>
                    <a:pt x="94956" y="33677"/>
                    <a:pt x="85824" y="57271"/>
                    <a:pt x="82426" y="66199"/>
                  </a:cubicBezTo>
                  <a:cubicBezTo>
                    <a:pt x="80090" y="72150"/>
                    <a:pt x="79240" y="74064"/>
                    <a:pt x="79240" y="77677"/>
                  </a:cubicBezTo>
                  <a:cubicBezTo>
                    <a:pt x="79240" y="88943"/>
                    <a:pt x="88585" y="95958"/>
                    <a:pt x="99415" y="95958"/>
                  </a:cubicBezTo>
                  <a:cubicBezTo>
                    <a:pt x="120652" y="95958"/>
                    <a:pt x="129996" y="66624"/>
                    <a:pt x="129996" y="63435"/>
                  </a:cubicBezTo>
                  <a:cubicBezTo>
                    <a:pt x="129996" y="60672"/>
                    <a:pt x="127235" y="60672"/>
                    <a:pt x="126598" y="60672"/>
                  </a:cubicBezTo>
                  <a:cubicBezTo>
                    <a:pt x="123625" y="60672"/>
                    <a:pt x="123413" y="61947"/>
                    <a:pt x="122563" y="64286"/>
                  </a:cubicBezTo>
                  <a:cubicBezTo>
                    <a:pt x="117679" y="81291"/>
                    <a:pt x="108547" y="90006"/>
                    <a:pt x="100052" y="90006"/>
                  </a:cubicBezTo>
                  <a:cubicBezTo>
                    <a:pt x="95593" y="90006"/>
                    <a:pt x="94743" y="87030"/>
                    <a:pt x="94743" y="82566"/>
                  </a:cubicBezTo>
                  <a:cubicBezTo>
                    <a:pt x="94743" y="77677"/>
                    <a:pt x="95805" y="74914"/>
                    <a:pt x="99628" y="65348"/>
                  </a:cubicBezTo>
                  <a:cubicBezTo>
                    <a:pt x="102176" y="58759"/>
                    <a:pt x="110883" y="36227"/>
                    <a:pt x="110883" y="24324"/>
                  </a:cubicBezTo>
                  <a:cubicBezTo>
                    <a:pt x="110883" y="3705"/>
                    <a:pt x="94531" y="92"/>
                    <a:pt x="83275" y="92"/>
                  </a:cubicBezTo>
                  <a:cubicBezTo>
                    <a:pt x="65649" y="92"/>
                    <a:pt x="53756" y="10932"/>
                    <a:pt x="47385" y="19435"/>
                  </a:cubicBezTo>
                  <a:cubicBezTo>
                    <a:pt x="45899" y="4768"/>
                    <a:pt x="33369" y="92"/>
                    <a:pt x="24662" y="92"/>
                  </a:cubicBezTo>
                  <a:cubicBezTo>
                    <a:pt x="15530" y="92"/>
                    <a:pt x="10646" y="6681"/>
                    <a:pt x="7885" y="11570"/>
                  </a:cubicBezTo>
                  <a:cubicBezTo>
                    <a:pt x="3213" y="19435"/>
                    <a:pt x="240" y="31551"/>
                    <a:pt x="240" y="32614"/>
                  </a:cubicBezTo>
                  <a:cubicBezTo>
                    <a:pt x="240" y="35377"/>
                    <a:pt x="3213" y="35377"/>
                    <a:pt x="3850" y="35377"/>
                  </a:cubicBezTo>
                  <a:cubicBezTo>
                    <a:pt x="6823" y="35377"/>
                    <a:pt x="7036" y="34739"/>
                    <a:pt x="8522" y="29000"/>
                  </a:cubicBezTo>
                  <a:cubicBezTo>
                    <a:pt x="11708" y="16459"/>
                    <a:pt x="15743" y="6043"/>
                    <a:pt x="24025" y="6043"/>
                  </a:cubicBezTo>
                  <a:cubicBezTo>
                    <a:pt x="29547" y="6043"/>
                    <a:pt x="31033" y="10720"/>
                    <a:pt x="31033" y="16459"/>
                  </a:cubicBezTo>
                  <a:cubicBezTo>
                    <a:pt x="31033" y="20498"/>
                    <a:pt x="29122" y="28363"/>
                    <a:pt x="27635" y="34102"/>
                  </a:cubicBezTo>
                  <a:cubicBezTo>
                    <a:pt x="26149" y="39841"/>
                    <a:pt x="24025" y="48556"/>
                    <a:pt x="22963" y="53232"/>
                  </a:cubicBezTo>
                  <a:lnTo>
                    <a:pt x="16168" y="80440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6BF41A4-6301-CAE0-CACA-7642B0911EFA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9534182" y="7925747"/>
              <a:ext cx="70384" cy="303661"/>
            </a:xfrm>
            <a:custGeom>
              <a:avLst/>
              <a:gdLst>
                <a:gd name="csX0" fmla="*/ 70630 w 70384"/>
                <a:gd name="csY0" fmla="*/ 151921 h 303661"/>
                <a:gd name="csX1" fmla="*/ 50607 w 70384"/>
                <a:gd name="csY1" fmla="*/ 57178 h 303661"/>
                <a:gd name="csX2" fmla="*/ 3279 w 70384"/>
                <a:gd name="csY2" fmla="*/ 90 h 303661"/>
                <a:gd name="csX3" fmla="*/ 245 w 70384"/>
                <a:gd name="csY3" fmla="*/ 3127 h 303661"/>
                <a:gd name="csX4" fmla="*/ 6010 w 70384"/>
                <a:gd name="csY4" fmla="*/ 10111 h 303661"/>
                <a:gd name="csX5" fmla="*/ 53034 w 70384"/>
                <a:gd name="csY5" fmla="*/ 151921 h 303661"/>
                <a:gd name="csX6" fmla="*/ 4189 w 70384"/>
                <a:gd name="csY6" fmla="*/ 295553 h 303661"/>
                <a:gd name="csX7" fmla="*/ 245 w 70384"/>
                <a:gd name="csY7" fmla="*/ 300715 h 303661"/>
                <a:gd name="csX8" fmla="*/ 3279 w 70384"/>
                <a:gd name="csY8" fmla="*/ 303751 h 303661"/>
                <a:gd name="csX9" fmla="*/ 51517 w 70384"/>
                <a:gd name="csY9" fmla="*/ 244538 h 303661"/>
                <a:gd name="csX10" fmla="*/ 70630 w 70384"/>
                <a:gd name="csY10" fmla="*/ 15192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4" h="303661">
                  <a:moveTo>
                    <a:pt x="70630" y="151921"/>
                  </a:moveTo>
                  <a:cubicBezTo>
                    <a:pt x="70630" y="128235"/>
                    <a:pt x="67293" y="91492"/>
                    <a:pt x="50607" y="57178"/>
                  </a:cubicBezTo>
                  <a:cubicBezTo>
                    <a:pt x="32404" y="19828"/>
                    <a:pt x="6313" y="90"/>
                    <a:pt x="3279" y="90"/>
                  </a:cubicBezTo>
                  <a:cubicBezTo>
                    <a:pt x="1459" y="90"/>
                    <a:pt x="245" y="1305"/>
                    <a:pt x="245" y="3127"/>
                  </a:cubicBezTo>
                  <a:cubicBezTo>
                    <a:pt x="245" y="4038"/>
                    <a:pt x="245" y="4645"/>
                    <a:pt x="6010" y="10111"/>
                  </a:cubicBezTo>
                  <a:cubicBezTo>
                    <a:pt x="35741" y="40173"/>
                    <a:pt x="53034" y="88456"/>
                    <a:pt x="53034" y="151921"/>
                  </a:cubicBezTo>
                  <a:cubicBezTo>
                    <a:pt x="53034" y="203847"/>
                    <a:pt x="41809" y="257291"/>
                    <a:pt x="4189" y="295553"/>
                  </a:cubicBezTo>
                  <a:cubicBezTo>
                    <a:pt x="245" y="299197"/>
                    <a:pt x="245" y="299804"/>
                    <a:pt x="245" y="300715"/>
                  </a:cubicBezTo>
                  <a:cubicBezTo>
                    <a:pt x="245" y="302537"/>
                    <a:pt x="1459" y="303751"/>
                    <a:pt x="3279" y="303751"/>
                  </a:cubicBezTo>
                  <a:cubicBezTo>
                    <a:pt x="6313" y="303751"/>
                    <a:pt x="33617" y="283102"/>
                    <a:pt x="51517" y="244538"/>
                  </a:cubicBezTo>
                  <a:cubicBezTo>
                    <a:pt x="66989" y="211135"/>
                    <a:pt x="70630" y="177428"/>
                    <a:pt x="70630" y="151921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BB862ED-E17C-D7AE-3B28-765D67C5066A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9816933" y="7680175"/>
              <a:ext cx="129756" cy="95865"/>
            </a:xfrm>
            <a:custGeom>
              <a:avLst/>
              <a:gdLst>
                <a:gd name="csX0" fmla="*/ 16182 w 129756"/>
                <a:gd name="csY0" fmla="*/ 80427 h 95865"/>
                <a:gd name="csX1" fmla="*/ 14059 w 129756"/>
                <a:gd name="csY1" fmla="*/ 89142 h 95865"/>
                <a:gd name="csX2" fmla="*/ 21279 w 129756"/>
                <a:gd name="csY2" fmla="*/ 95944 h 95865"/>
                <a:gd name="csX3" fmla="*/ 29562 w 129756"/>
                <a:gd name="csY3" fmla="*/ 91267 h 95865"/>
                <a:gd name="csX4" fmla="*/ 33384 w 129756"/>
                <a:gd name="csY4" fmla="*/ 78088 h 95865"/>
                <a:gd name="csX5" fmla="*/ 38056 w 129756"/>
                <a:gd name="csY5" fmla="*/ 58958 h 95865"/>
                <a:gd name="csX6" fmla="*/ 41666 w 129756"/>
                <a:gd name="csY6" fmla="*/ 44716 h 95865"/>
                <a:gd name="csX7" fmla="*/ 50586 w 129756"/>
                <a:gd name="csY7" fmla="*/ 25585 h 95865"/>
                <a:gd name="csX8" fmla="*/ 82441 w 129756"/>
                <a:gd name="csY8" fmla="*/ 6029 h 95865"/>
                <a:gd name="csX9" fmla="*/ 94971 w 129756"/>
                <a:gd name="csY9" fmla="*/ 20909 h 95865"/>
                <a:gd name="csX10" fmla="*/ 82441 w 129756"/>
                <a:gd name="csY10" fmla="*/ 66185 h 95865"/>
                <a:gd name="csX11" fmla="*/ 79255 w 129756"/>
                <a:gd name="csY11" fmla="*/ 77663 h 95865"/>
                <a:gd name="csX12" fmla="*/ 99430 w 129756"/>
                <a:gd name="csY12" fmla="*/ 95944 h 95865"/>
                <a:gd name="csX13" fmla="*/ 130011 w 129756"/>
                <a:gd name="csY13" fmla="*/ 63421 h 95865"/>
                <a:gd name="csX14" fmla="*/ 126613 w 129756"/>
                <a:gd name="csY14" fmla="*/ 60658 h 95865"/>
                <a:gd name="csX15" fmla="*/ 122578 w 129756"/>
                <a:gd name="csY15" fmla="*/ 64272 h 95865"/>
                <a:gd name="csX16" fmla="*/ 100067 w 129756"/>
                <a:gd name="csY16" fmla="*/ 89992 h 95865"/>
                <a:gd name="csX17" fmla="*/ 94758 w 129756"/>
                <a:gd name="csY17" fmla="*/ 82552 h 95865"/>
                <a:gd name="csX18" fmla="*/ 99643 w 129756"/>
                <a:gd name="csY18" fmla="*/ 65335 h 95865"/>
                <a:gd name="csX19" fmla="*/ 110898 w 129756"/>
                <a:gd name="csY19" fmla="*/ 24310 h 95865"/>
                <a:gd name="csX20" fmla="*/ 83290 w 129756"/>
                <a:gd name="csY20" fmla="*/ 78 h 95865"/>
                <a:gd name="csX21" fmla="*/ 47400 w 129756"/>
                <a:gd name="csY21" fmla="*/ 19421 h 95865"/>
                <a:gd name="csX22" fmla="*/ 24677 w 129756"/>
                <a:gd name="csY22" fmla="*/ 78 h 95865"/>
                <a:gd name="csX23" fmla="*/ 7900 w 129756"/>
                <a:gd name="csY23" fmla="*/ 11556 h 95865"/>
                <a:gd name="csX24" fmla="*/ 255 w 129756"/>
                <a:gd name="csY24" fmla="*/ 32600 h 95865"/>
                <a:gd name="csX25" fmla="*/ 3865 w 129756"/>
                <a:gd name="csY25" fmla="*/ 35363 h 95865"/>
                <a:gd name="csX26" fmla="*/ 8537 w 129756"/>
                <a:gd name="csY26" fmla="*/ 28986 h 95865"/>
                <a:gd name="csX27" fmla="*/ 24040 w 129756"/>
                <a:gd name="csY27" fmla="*/ 6029 h 95865"/>
                <a:gd name="csX28" fmla="*/ 31048 w 129756"/>
                <a:gd name="csY28" fmla="*/ 16445 h 95865"/>
                <a:gd name="csX29" fmla="*/ 27650 w 129756"/>
                <a:gd name="csY29" fmla="*/ 34088 h 95865"/>
                <a:gd name="csX30" fmla="*/ 22978 w 129756"/>
                <a:gd name="csY30" fmla="*/ 53218 h 95865"/>
                <a:gd name="csX31" fmla="*/ 16182 w 129756"/>
                <a:gd name="csY31" fmla="*/ 80427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56" h="95865">
                  <a:moveTo>
                    <a:pt x="16182" y="80427"/>
                  </a:moveTo>
                  <a:cubicBezTo>
                    <a:pt x="15333" y="83190"/>
                    <a:pt x="14059" y="88504"/>
                    <a:pt x="14059" y="89142"/>
                  </a:cubicBezTo>
                  <a:cubicBezTo>
                    <a:pt x="14059" y="93818"/>
                    <a:pt x="17881" y="95944"/>
                    <a:pt x="21279" y="95944"/>
                  </a:cubicBezTo>
                  <a:cubicBezTo>
                    <a:pt x="25102" y="95944"/>
                    <a:pt x="28500" y="93180"/>
                    <a:pt x="29562" y="91267"/>
                  </a:cubicBezTo>
                  <a:cubicBezTo>
                    <a:pt x="30623" y="89354"/>
                    <a:pt x="32322" y="82552"/>
                    <a:pt x="33384" y="78088"/>
                  </a:cubicBezTo>
                  <a:cubicBezTo>
                    <a:pt x="34446" y="74050"/>
                    <a:pt x="36782" y="64272"/>
                    <a:pt x="38056" y="58958"/>
                  </a:cubicBezTo>
                  <a:cubicBezTo>
                    <a:pt x="39330" y="54281"/>
                    <a:pt x="40605" y="49605"/>
                    <a:pt x="41666" y="44716"/>
                  </a:cubicBezTo>
                  <a:cubicBezTo>
                    <a:pt x="44003" y="36001"/>
                    <a:pt x="44427" y="34300"/>
                    <a:pt x="50586" y="25585"/>
                  </a:cubicBezTo>
                  <a:cubicBezTo>
                    <a:pt x="56532" y="17083"/>
                    <a:pt x="66513" y="6029"/>
                    <a:pt x="82441" y="6029"/>
                  </a:cubicBezTo>
                  <a:cubicBezTo>
                    <a:pt x="94758" y="6029"/>
                    <a:pt x="94971" y="16870"/>
                    <a:pt x="94971" y="20909"/>
                  </a:cubicBezTo>
                  <a:cubicBezTo>
                    <a:pt x="94971" y="33663"/>
                    <a:pt x="85839" y="57257"/>
                    <a:pt x="82441" y="66185"/>
                  </a:cubicBezTo>
                  <a:cubicBezTo>
                    <a:pt x="80105" y="72137"/>
                    <a:pt x="79255" y="74050"/>
                    <a:pt x="79255" y="77663"/>
                  </a:cubicBezTo>
                  <a:cubicBezTo>
                    <a:pt x="79255" y="88929"/>
                    <a:pt x="88600" y="95944"/>
                    <a:pt x="99430" y="95944"/>
                  </a:cubicBezTo>
                  <a:cubicBezTo>
                    <a:pt x="120667" y="95944"/>
                    <a:pt x="130011" y="66610"/>
                    <a:pt x="130011" y="63421"/>
                  </a:cubicBezTo>
                  <a:cubicBezTo>
                    <a:pt x="130011" y="60658"/>
                    <a:pt x="127250" y="60658"/>
                    <a:pt x="126613" y="60658"/>
                  </a:cubicBezTo>
                  <a:cubicBezTo>
                    <a:pt x="123640" y="60658"/>
                    <a:pt x="123428" y="61934"/>
                    <a:pt x="122578" y="64272"/>
                  </a:cubicBezTo>
                  <a:cubicBezTo>
                    <a:pt x="117694" y="81277"/>
                    <a:pt x="108562" y="89992"/>
                    <a:pt x="100067" y="89992"/>
                  </a:cubicBezTo>
                  <a:cubicBezTo>
                    <a:pt x="95608" y="89992"/>
                    <a:pt x="94758" y="87016"/>
                    <a:pt x="94758" y="82552"/>
                  </a:cubicBezTo>
                  <a:cubicBezTo>
                    <a:pt x="94758" y="77663"/>
                    <a:pt x="95820" y="74900"/>
                    <a:pt x="99643" y="65335"/>
                  </a:cubicBezTo>
                  <a:cubicBezTo>
                    <a:pt x="102191" y="58745"/>
                    <a:pt x="110898" y="36213"/>
                    <a:pt x="110898" y="24310"/>
                  </a:cubicBezTo>
                  <a:cubicBezTo>
                    <a:pt x="110898" y="3691"/>
                    <a:pt x="94546" y="78"/>
                    <a:pt x="83290" y="78"/>
                  </a:cubicBezTo>
                  <a:cubicBezTo>
                    <a:pt x="65664" y="78"/>
                    <a:pt x="53771" y="10918"/>
                    <a:pt x="47400" y="19421"/>
                  </a:cubicBezTo>
                  <a:cubicBezTo>
                    <a:pt x="45914" y="4754"/>
                    <a:pt x="33384" y="78"/>
                    <a:pt x="24677" y="78"/>
                  </a:cubicBezTo>
                  <a:cubicBezTo>
                    <a:pt x="15545" y="78"/>
                    <a:pt x="10661" y="6667"/>
                    <a:pt x="7900" y="11556"/>
                  </a:cubicBezTo>
                  <a:cubicBezTo>
                    <a:pt x="3228" y="19421"/>
                    <a:pt x="255" y="31537"/>
                    <a:pt x="255" y="32600"/>
                  </a:cubicBezTo>
                  <a:cubicBezTo>
                    <a:pt x="255" y="35363"/>
                    <a:pt x="3228" y="35363"/>
                    <a:pt x="3865" y="35363"/>
                  </a:cubicBezTo>
                  <a:cubicBezTo>
                    <a:pt x="6838" y="35363"/>
                    <a:pt x="7051" y="34725"/>
                    <a:pt x="8537" y="28986"/>
                  </a:cubicBezTo>
                  <a:cubicBezTo>
                    <a:pt x="11723" y="16445"/>
                    <a:pt x="15758" y="6029"/>
                    <a:pt x="24040" y="6029"/>
                  </a:cubicBezTo>
                  <a:cubicBezTo>
                    <a:pt x="29562" y="6029"/>
                    <a:pt x="31048" y="10706"/>
                    <a:pt x="31048" y="16445"/>
                  </a:cubicBezTo>
                  <a:cubicBezTo>
                    <a:pt x="31048" y="20484"/>
                    <a:pt x="29137" y="28349"/>
                    <a:pt x="27650" y="34088"/>
                  </a:cubicBezTo>
                  <a:cubicBezTo>
                    <a:pt x="26164" y="39827"/>
                    <a:pt x="24040" y="48542"/>
                    <a:pt x="22978" y="53218"/>
                  </a:cubicBezTo>
                  <a:lnTo>
                    <a:pt x="16182" y="80427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943C1B6-1DF3-734A-3275-FC4C0E173779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9705100" y="7865013"/>
              <a:ext cx="353439" cy="425125"/>
            </a:xfrm>
            <a:custGeom>
              <a:avLst/>
              <a:gdLst>
                <a:gd name="csX0" fmla="*/ 353690 w 353439"/>
                <a:gd name="csY0" fmla="*/ 425206 h 425125"/>
                <a:gd name="csX1" fmla="*/ 353690 w 353439"/>
                <a:gd name="csY1" fmla="*/ 408809 h 425125"/>
                <a:gd name="csX2" fmla="*/ 303936 w 353439"/>
                <a:gd name="csY2" fmla="*/ 375406 h 425125"/>
                <a:gd name="csX3" fmla="*/ 303936 w 353439"/>
                <a:gd name="csY3" fmla="*/ 49881 h 425125"/>
                <a:gd name="csX4" fmla="*/ 353690 w 353439"/>
                <a:gd name="csY4" fmla="*/ 16478 h 425125"/>
                <a:gd name="csX5" fmla="*/ 353690 w 353439"/>
                <a:gd name="csY5" fmla="*/ 81 h 425125"/>
                <a:gd name="csX6" fmla="*/ 251 w 353439"/>
                <a:gd name="csY6" fmla="*/ 81 h 425125"/>
                <a:gd name="csX7" fmla="*/ 251 w 353439"/>
                <a:gd name="csY7" fmla="*/ 16478 h 425125"/>
                <a:gd name="csX8" fmla="*/ 50006 w 353439"/>
                <a:gd name="csY8" fmla="*/ 49881 h 425125"/>
                <a:gd name="csX9" fmla="*/ 50006 w 353439"/>
                <a:gd name="csY9" fmla="*/ 375406 h 425125"/>
                <a:gd name="csX10" fmla="*/ 251 w 353439"/>
                <a:gd name="csY10" fmla="*/ 408809 h 425125"/>
                <a:gd name="csX11" fmla="*/ 251 w 353439"/>
                <a:gd name="csY11" fmla="*/ 425206 h 425125"/>
                <a:gd name="csX12" fmla="*/ 146177 w 353439"/>
                <a:gd name="csY12" fmla="*/ 425206 h 425125"/>
                <a:gd name="csX13" fmla="*/ 146177 w 353439"/>
                <a:gd name="csY13" fmla="*/ 408809 h 425125"/>
                <a:gd name="csX14" fmla="*/ 96423 w 353439"/>
                <a:gd name="csY14" fmla="*/ 375406 h 425125"/>
                <a:gd name="csX15" fmla="*/ 96423 w 353439"/>
                <a:gd name="csY15" fmla="*/ 16478 h 425125"/>
                <a:gd name="csX16" fmla="*/ 257518 w 353439"/>
                <a:gd name="csY16" fmla="*/ 16478 h 425125"/>
                <a:gd name="csX17" fmla="*/ 257518 w 353439"/>
                <a:gd name="csY17" fmla="*/ 375406 h 425125"/>
                <a:gd name="csX18" fmla="*/ 207764 w 353439"/>
                <a:gd name="csY18" fmla="*/ 408809 h 425125"/>
                <a:gd name="csX19" fmla="*/ 207764 w 353439"/>
                <a:gd name="csY19" fmla="*/ 425206 h 425125"/>
                <a:gd name="csX20" fmla="*/ 353690 w 353439"/>
                <a:gd name="csY20" fmla="*/ 425206 h 425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53439" h="425125">
                  <a:moveTo>
                    <a:pt x="353690" y="425206"/>
                  </a:moveTo>
                  <a:lnTo>
                    <a:pt x="353690" y="408809"/>
                  </a:lnTo>
                  <a:cubicBezTo>
                    <a:pt x="313340" y="408809"/>
                    <a:pt x="303936" y="394840"/>
                    <a:pt x="303936" y="375406"/>
                  </a:cubicBezTo>
                  <a:lnTo>
                    <a:pt x="303936" y="49881"/>
                  </a:lnTo>
                  <a:cubicBezTo>
                    <a:pt x="303936" y="30143"/>
                    <a:pt x="313644" y="16478"/>
                    <a:pt x="353690" y="16478"/>
                  </a:cubicBezTo>
                  <a:lnTo>
                    <a:pt x="353690" y="81"/>
                  </a:lnTo>
                  <a:lnTo>
                    <a:pt x="251" y="81"/>
                  </a:lnTo>
                  <a:lnTo>
                    <a:pt x="251" y="16478"/>
                  </a:lnTo>
                  <a:cubicBezTo>
                    <a:pt x="40601" y="16478"/>
                    <a:pt x="50006" y="30447"/>
                    <a:pt x="50006" y="49881"/>
                  </a:cubicBezTo>
                  <a:lnTo>
                    <a:pt x="50006" y="375406"/>
                  </a:lnTo>
                  <a:cubicBezTo>
                    <a:pt x="50006" y="395144"/>
                    <a:pt x="40297" y="408809"/>
                    <a:pt x="251" y="408809"/>
                  </a:cubicBezTo>
                  <a:lnTo>
                    <a:pt x="251" y="425206"/>
                  </a:lnTo>
                  <a:lnTo>
                    <a:pt x="146177" y="425206"/>
                  </a:lnTo>
                  <a:lnTo>
                    <a:pt x="146177" y="408809"/>
                  </a:lnTo>
                  <a:cubicBezTo>
                    <a:pt x="105828" y="408809"/>
                    <a:pt x="96423" y="394840"/>
                    <a:pt x="96423" y="375406"/>
                  </a:cubicBezTo>
                  <a:lnTo>
                    <a:pt x="96423" y="16478"/>
                  </a:lnTo>
                  <a:lnTo>
                    <a:pt x="257518" y="16478"/>
                  </a:lnTo>
                  <a:lnTo>
                    <a:pt x="257518" y="375406"/>
                  </a:lnTo>
                  <a:cubicBezTo>
                    <a:pt x="257518" y="395144"/>
                    <a:pt x="247810" y="408809"/>
                    <a:pt x="207764" y="408809"/>
                  </a:cubicBezTo>
                  <a:lnTo>
                    <a:pt x="207764" y="425206"/>
                  </a:lnTo>
                  <a:lnTo>
                    <a:pt x="353690" y="425206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21D813D-4C2D-DE01-272E-347B02148768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9695414" y="8370843"/>
              <a:ext cx="64347" cy="143054"/>
            </a:xfrm>
            <a:custGeom>
              <a:avLst/>
              <a:gdLst>
                <a:gd name="csX0" fmla="*/ 59077 w 64347"/>
                <a:gd name="csY0" fmla="*/ 8179 h 143054"/>
                <a:gd name="csX1" fmla="*/ 50582 w 64347"/>
                <a:gd name="csY1" fmla="*/ 102 h 143054"/>
                <a:gd name="csX2" fmla="*/ 38689 w 64347"/>
                <a:gd name="csY2" fmla="*/ 11793 h 143054"/>
                <a:gd name="csX3" fmla="*/ 47184 w 64347"/>
                <a:gd name="csY3" fmla="*/ 19870 h 143054"/>
                <a:gd name="csX4" fmla="*/ 59077 w 64347"/>
                <a:gd name="csY4" fmla="*/ 8179 h 143054"/>
                <a:gd name="csX5" fmla="*/ 15754 w 64347"/>
                <a:gd name="csY5" fmla="*/ 116161 h 143054"/>
                <a:gd name="csX6" fmla="*/ 13842 w 64347"/>
                <a:gd name="csY6" fmla="*/ 125089 h 143054"/>
                <a:gd name="csX7" fmla="*/ 34017 w 64347"/>
                <a:gd name="csY7" fmla="*/ 143157 h 143054"/>
                <a:gd name="csX8" fmla="*/ 64598 w 64347"/>
                <a:gd name="csY8" fmla="*/ 110635 h 143054"/>
                <a:gd name="csX9" fmla="*/ 61200 w 64347"/>
                <a:gd name="csY9" fmla="*/ 107871 h 143054"/>
                <a:gd name="csX10" fmla="*/ 57165 w 64347"/>
                <a:gd name="csY10" fmla="*/ 111485 h 143054"/>
                <a:gd name="csX11" fmla="*/ 34654 w 64347"/>
                <a:gd name="csY11" fmla="*/ 137205 h 143054"/>
                <a:gd name="csX12" fmla="*/ 29345 w 64347"/>
                <a:gd name="csY12" fmla="*/ 129765 h 143054"/>
                <a:gd name="csX13" fmla="*/ 32743 w 64347"/>
                <a:gd name="csY13" fmla="*/ 116161 h 143054"/>
                <a:gd name="csX14" fmla="*/ 39539 w 64347"/>
                <a:gd name="csY14" fmla="*/ 99156 h 143054"/>
                <a:gd name="csX15" fmla="*/ 49945 w 64347"/>
                <a:gd name="csY15" fmla="*/ 72161 h 143054"/>
                <a:gd name="csX16" fmla="*/ 51219 w 64347"/>
                <a:gd name="csY16" fmla="*/ 65359 h 143054"/>
                <a:gd name="csX17" fmla="*/ 31044 w 64347"/>
                <a:gd name="csY17" fmla="*/ 47291 h 143054"/>
                <a:gd name="csX18" fmla="*/ 251 w 64347"/>
                <a:gd name="csY18" fmla="*/ 79813 h 143054"/>
                <a:gd name="csX19" fmla="*/ 3861 w 64347"/>
                <a:gd name="csY19" fmla="*/ 82576 h 143054"/>
                <a:gd name="csX20" fmla="*/ 7684 w 64347"/>
                <a:gd name="csY20" fmla="*/ 79175 h 143054"/>
                <a:gd name="csX21" fmla="*/ 30407 w 64347"/>
                <a:gd name="csY21" fmla="*/ 53243 h 143054"/>
                <a:gd name="csX22" fmla="*/ 35716 w 64347"/>
                <a:gd name="csY22" fmla="*/ 60682 h 143054"/>
                <a:gd name="csX23" fmla="*/ 29133 w 64347"/>
                <a:gd name="csY23" fmla="*/ 81939 h 143054"/>
                <a:gd name="csX24" fmla="*/ 15754 w 64347"/>
                <a:gd name="csY24" fmla="*/ 116161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347" h="143054">
                  <a:moveTo>
                    <a:pt x="59077" y="8179"/>
                  </a:moveTo>
                  <a:cubicBezTo>
                    <a:pt x="59077" y="4778"/>
                    <a:pt x="56528" y="102"/>
                    <a:pt x="50582" y="102"/>
                  </a:cubicBezTo>
                  <a:cubicBezTo>
                    <a:pt x="44848" y="102"/>
                    <a:pt x="38689" y="5629"/>
                    <a:pt x="38689" y="11793"/>
                  </a:cubicBezTo>
                  <a:cubicBezTo>
                    <a:pt x="38689" y="15406"/>
                    <a:pt x="41450" y="19870"/>
                    <a:pt x="47184" y="19870"/>
                  </a:cubicBezTo>
                  <a:cubicBezTo>
                    <a:pt x="53343" y="19870"/>
                    <a:pt x="59077" y="13919"/>
                    <a:pt x="59077" y="8179"/>
                  </a:cubicBezTo>
                  <a:close/>
                  <a:moveTo>
                    <a:pt x="15754" y="116161"/>
                  </a:moveTo>
                  <a:cubicBezTo>
                    <a:pt x="14904" y="118925"/>
                    <a:pt x="13842" y="121475"/>
                    <a:pt x="13842" y="125089"/>
                  </a:cubicBezTo>
                  <a:cubicBezTo>
                    <a:pt x="13842" y="135079"/>
                    <a:pt x="22337" y="143157"/>
                    <a:pt x="34017" y="143157"/>
                  </a:cubicBezTo>
                  <a:cubicBezTo>
                    <a:pt x="55254" y="143157"/>
                    <a:pt x="64598" y="113823"/>
                    <a:pt x="64598" y="110635"/>
                  </a:cubicBezTo>
                  <a:cubicBezTo>
                    <a:pt x="64598" y="107871"/>
                    <a:pt x="61837" y="107871"/>
                    <a:pt x="61200" y="107871"/>
                  </a:cubicBezTo>
                  <a:cubicBezTo>
                    <a:pt x="58227" y="107871"/>
                    <a:pt x="58015" y="109147"/>
                    <a:pt x="57165" y="111485"/>
                  </a:cubicBezTo>
                  <a:cubicBezTo>
                    <a:pt x="52281" y="128490"/>
                    <a:pt x="42937" y="137205"/>
                    <a:pt x="34654" y="137205"/>
                  </a:cubicBezTo>
                  <a:cubicBezTo>
                    <a:pt x="30407" y="137205"/>
                    <a:pt x="29345" y="134442"/>
                    <a:pt x="29345" y="129765"/>
                  </a:cubicBezTo>
                  <a:cubicBezTo>
                    <a:pt x="29345" y="124876"/>
                    <a:pt x="30832" y="120838"/>
                    <a:pt x="32743" y="116161"/>
                  </a:cubicBezTo>
                  <a:cubicBezTo>
                    <a:pt x="34867" y="110422"/>
                    <a:pt x="37203" y="104683"/>
                    <a:pt x="39539" y="99156"/>
                  </a:cubicBezTo>
                  <a:cubicBezTo>
                    <a:pt x="41450" y="94055"/>
                    <a:pt x="49095" y="74711"/>
                    <a:pt x="49945" y="72161"/>
                  </a:cubicBezTo>
                  <a:cubicBezTo>
                    <a:pt x="50582" y="70035"/>
                    <a:pt x="51219" y="67484"/>
                    <a:pt x="51219" y="65359"/>
                  </a:cubicBezTo>
                  <a:cubicBezTo>
                    <a:pt x="51219" y="55368"/>
                    <a:pt x="42724" y="47291"/>
                    <a:pt x="31044" y="47291"/>
                  </a:cubicBezTo>
                  <a:cubicBezTo>
                    <a:pt x="10020" y="47291"/>
                    <a:pt x="251" y="76199"/>
                    <a:pt x="251" y="79813"/>
                  </a:cubicBezTo>
                  <a:cubicBezTo>
                    <a:pt x="251" y="82576"/>
                    <a:pt x="3224" y="82576"/>
                    <a:pt x="3861" y="82576"/>
                  </a:cubicBezTo>
                  <a:cubicBezTo>
                    <a:pt x="6834" y="82576"/>
                    <a:pt x="7047" y="81514"/>
                    <a:pt x="7684" y="79175"/>
                  </a:cubicBezTo>
                  <a:cubicBezTo>
                    <a:pt x="13205" y="60895"/>
                    <a:pt x="22549" y="53243"/>
                    <a:pt x="30407" y="53243"/>
                  </a:cubicBezTo>
                  <a:cubicBezTo>
                    <a:pt x="33805" y="53243"/>
                    <a:pt x="35716" y="54943"/>
                    <a:pt x="35716" y="60682"/>
                  </a:cubicBezTo>
                  <a:cubicBezTo>
                    <a:pt x="35716" y="65571"/>
                    <a:pt x="34442" y="68760"/>
                    <a:pt x="29133" y="81939"/>
                  </a:cubicBezTo>
                  <a:lnTo>
                    <a:pt x="15754" y="116161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E3B8803-23E0-06CE-6C32-4E04E9A2FEAF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9786134" y="8429935"/>
              <a:ext cx="156302" cy="57179"/>
            </a:xfrm>
            <a:custGeom>
              <a:avLst/>
              <a:gdLst>
                <a:gd name="csX0" fmla="*/ 148486 w 156302"/>
                <a:gd name="csY0" fmla="*/ 10518 h 57179"/>
                <a:gd name="csX1" fmla="*/ 156556 w 156302"/>
                <a:gd name="csY1" fmla="*/ 5203 h 57179"/>
                <a:gd name="csX2" fmla="*/ 148698 w 156302"/>
                <a:gd name="csY2" fmla="*/ 102 h 57179"/>
                <a:gd name="csX3" fmla="*/ 8111 w 156302"/>
                <a:gd name="csY3" fmla="*/ 102 h 57179"/>
                <a:gd name="csX4" fmla="*/ 254 w 156302"/>
                <a:gd name="csY4" fmla="*/ 5203 h 57179"/>
                <a:gd name="csX5" fmla="*/ 8324 w 156302"/>
                <a:gd name="csY5" fmla="*/ 10518 h 57179"/>
                <a:gd name="csX6" fmla="*/ 148486 w 156302"/>
                <a:gd name="csY6" fmla="*/ 10518 h 57179"/>
                <a:gd name="csX7" fmla="*/ 148698 w 156302"/>
                <a:gd name="csY7" fmla="*/ 57281 h 57179"/>
                <a:gd name="csX8" fmla="*/ 156556 w 156302"/>
                <a:gd name="csY8" fmla="*/ 52180 h 57179"/>
                <a:gd name="csX9" fmla="*/ 148486 w 156302"/>
                <a:gd name="csY9" fmla="*/ 46866 h 57179"/>
                <a:gd name="csX10" fmla="*/ 8324 w 156302"/>
                <a:gd name="csY10" fmla="*/ 46866 h 57179"/>
                <a:gd name="csX11" fmla="*/ 254 w 156302"/>
                <a:gd name="csY11" fmla="*/ 52180 h 57179"/>
                <a:gd name="csX12" fmla="*/ 8111 w 156302"/>
                <a:gd name="csY12" fmla="*/ 57281 h 57179"/>
                <a:gd name="csX13" fmla="*/ 148698 w 156302"/>
                <a:gd name="csY13" fmla="*/ 57281 h 571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302" h="57179">
                  <a:moveTo>
                    <a:pt x="148486" y="10518"/>
                  </a:moveTo>
                  <a:cubicBezTo>
                    <a:pt x="151671" y="10518"/>
                    <a:pt x="156556" y="10518"/>
                    <a:pt x="156556" y="5203"/>
                  </a:cubicBezTo>
                  <a:cubicBezTo>
                    <a:pt x="156556" y="102"/>
                    <a:pt x="151459" y="102"/>
                    <a:pt x="148698" y="102"/>
                  </a:cubicBezTo>
                  <a:lnTo>
                    <a:pt x="8111" y="102"/>
                  </a:lnTo>
                  <a:cubicBezTo>
                    <a:pt x="5351" y="102"/>
                    <a:pt x="254" y="102"/>
                    <a:pt x="254" y="5203"/>
                  </a:cubicBezTo>
                  <a:cubicBezTo>
                    <a:pt x="254" y="10518"/>
                    <a:pt x="5138" y="10518"/>
                    <a:pt x="8324" y="10518"/>
                  </a:cubicBezTo>
                  <a:lnTo>
                    <a:pt x="148486" y="10518"/>
                  </a:lnTo>
                  <a:close/>
                  <a:moveTo>
                    <a:pt x="148698" y="57281"/>
                  </a:moveTo>
                  <a:cubicBezTo>
                    <a:pt x="151459" y="57281"/>
                    <a:pt x="156556" y="57281"/>
                    <a:pt x="156556" y="52180"/>
                  </a:cubicBezTo>
                  <a:cubicBezTo>
                    <a:pt x="156556" y="46866"/>
                    <a:pt x="151671" y="46866"/>
                    <a:pt x="148486" y="46866"/>
                  </a:cubicBezTo>
                  <a:lnTo>
                    <a:pt x="8324" y="46866"/>
                  </a:lnTo>
                  <a:cubicBezTo>
                    <a:pt x="5138" y="46866"/>
                    <a:pt x="254" y="46866"/>
                    <a:pt x="254" y="52180"/>
                  </a:cubicBezTo>
                  <a:cubicBezTo>
                    <a:pt x="254" y="57281"/>
                    <a:pt x="5351" y="57281"/>
                    <a:pt x="8111" y="57281"/>
                  </a:cubicBezTo>
                  <a:lnTo>
                    <a:pt x="148698" y="57281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874153E-D9C1-25CC-C2E1-AADEDCBCFC95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9980659" y="8370630"/>
              <a:ext cx="77301" cy="141141"/>
            </a:xfrm>
            <a:custGeom>
              <a:avLst/>
              <a:gdLst>
                <a:gd name="csX0" fmla="*/ 48255 w 77301"/>
                <a:gd name="csY0" fmla="*/ 6054 h 141141"/>
                <a:gd name="csX1" fmla="*/ 41884 w 77301"/>
                <a:gd name="csY1" fmla="*/ 102 h 141141"/>
                <a:gd name="csX2" fmla="*/ 260 w 77301"/>
                <a:gd name="csY2" fmla="*/ 13706 h 141141"/>
                <a:gd name="csX3" fmla="*/ 260 w 77301"/>
                <a:gd name="csY3" fmla="*/ 21358 h 141141"/>
                <a:gd name="csX4" fmla="*/ 31053 w 77301"/>
                <a:gd name="csY4" fmla="*/ 15406 h 141141"/>
                <a:gd name="csX5" fmla="*/ 31053 w 77301"/>
                <a:gd name="csY5" fmla="*/ 123814 h 141141"/>
                <a:gd name="csX6" fmla="*/ 9816 w 77301"/>
                <a:gd name="csY6" fmla="*/ 133591 h 141141"/>
                <a:gd name="csX7" fmla="*/ 1746 w 77301"/>
                <a:gd name="csY7" fmla="*/ 133591 h 141141"/>
                <a:gd name="csX8" fmla="*/ 1746 w 77301"/>
                <a:gd name="csY8" fmla="*/ 141244 h 141141"/>
                <a:gd name="csX9" fmla="*/ 39548 w 77301"/>
                <a:gd name="csY9" fmla="*/ 140393 h 141141"/>
                <a:gd name="csX10" fmla="*/ 77561 w 77301"/>
                <a:gd name="csY10" fmla="*/ 141244 h 141141"/>
                <a:gd name="csX11" fmla="*/ 77561 w 77301"/>
                <a:gd name="csY11" fmla="*/ 133591 h 141141"/>
                <a:gd name="csX12" fmla="*/ 69492 w 77301"/>
                <a:gd name="csY12" fmla="*/ 133591 h 141141"/>
                <a:gd name="csX13" fmla="*/ 48255 w 77301"/>
                <a:gd name="csY13" fmla="*/ 123814 h 141141"/>
                <a:gd name="csX14" fmla="*/ 48255 w 77301"/>
                <a:gd name="csY14" fmla="*/ 6054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01" h="141141">
                  <a:moveTo>
                    <a:pt x="48255" y="6054"/>
                  </a:moveTo>
                  <a:cubicBezTo>
                    <a:pt x="48255" y="314"/>
                    <a:pt x="47830" y="102"/>
                    <a:pt x="41884" y="102"/>
                  </a:cubicBezTo>
                  <a:cubicBezTo>
                    <a:pt x="28292" y="13493"/>
                    <a:pt x="8967" y="13706"/>
                    <a:pt x="260" y="13706"/>
                  </a:cubicBezTo>
                  <a:lnTo>
                    <a:pt x="260" y="21358"/>
                  </a:lnTo>
                  <a:cubicBezTo>
                    <a:pt x="5357" y="21358"/>
                    <a:pt x="19373" y="21358"/>
                    <a:pt x="31053" y="15406"/>
                  </a:cubicBezTo>
                  <a:lnTo>
                    <a:pt x="31053" y="123814"/>
                  </a:lnTo>
                  <a:cubicBezTo>
                    <a:pt x="31053" y="130828"/>
                    <a:pt x="31053" y="133591"/>
                    <a:pt x="9816" y="133591"/>
                  </a:cubicBezTo>
                  <a:lnTo>
                    <a:pt x="1746" y="133591"/>
                  </a:lnTo>
                  <a:lnTo>
                    <a:pt x="1746" y="141244"/>
                  </a:lnTo>
                  <a:cubicBezTo>
                    <a:pt x="5569" y="141031"/>
                    <a:pt x="31690" y="140393"/>
                    <a:pt x="39548" y="140393"/>
                  </a:cubicBezTo>
                  <a:cubicBezTo>
                    <a:pt x="46131" y="140393"/>
                    <a:pt x="72889" y="141031"/>
                    <a:pt x="77561" y="141244"/>
                  </a:cubicBezTo>
                  <a:lnTo>
                    <a:pt x="77561" y="133591"/>
                  </a:lnTo>
                  <a:lnTo>
                    <a:pt x="69492" y="133591"/>
                  </a:lnTo>
                  <a:cubicBezTo>
                    <a:pt x="48255" y="133591"/>
                    <a:pt x="48255" y="130828"/>
                    <a:pt x="48255" y="123814"/>
                  </a:cubicBezTo>
                  <a:lnTo>
                    <a:pt x="48255" y="6054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E6DF23D-4696-B3CF-CB3E-198ADC341E45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0141140" y="7946092"/>
              <a:ext cx="216614" cy="207400"/>
            </a:xfrm>
            <a:custGeom>
              <a:avLst/>
              <a:gdLst>
                <a:gd name="csX0" fmla="*/ 80055 w 216614"/>
                <a:gd name="csY0" fmla="*/ 111534 h 207400"/>
                <a:gd name="csX1" fmla="*/ 131630 w 216614"/>
                <a:gd name="csY1" fmla="*/ 111534 h 207400"/>
                <a:gd name="csX2" fmla="*/ 216880 w 216614"/>
                <a:gd name="csY2" fmla="*/ 45943 h 207400"/>
                <a:gd name="csX3" fmla="*/ 157114 w 216614"/>
                <a:gd name="csY3" fmla="*/ 90 h 207400"/>
                <a:gd name="csX4" fmla="*/ 58818 w 216614"/>
                <a:gd name="csY4" fmla="*/ 90 h 207400"/>
                <a:gd name="csX5" fmla="*/ 49717 w 216614"/>
                <a:gd name="csY5" fmla="*/ 5860 h 207400"/>
                <a:gd name="csX6" fmla="*/ 58515 w 216614"/>
                <a:gd name="csY6" fmla="*/ 9504 h 207400"/>
                <a:gd name="csX7" fmla="*/ 71560 w 216614"/>
                <a:gd name="csY7" fmla="*/ 10111 h 207400"/>
                <a:gd name="csX8" fmla="*/ 78234 w 216614"/>
                <a:gd name="csY8" fmla="*/ 14970 h 207400"/>
                <a:gd name="csX9" fmla="*/ 77021 w 216614"/>
                <a:gd name="csY9" fmla="*/ 20739 h 207400"/>
                <a:gd name="csX10" fmla="*/ 36368 w 216614"/>
                <a:gd name="csY10" fmla="*/ 183805 h 207400"/>
                <a:gd name="csX11" fmla="*/ 8760 w 216614"/>
                <a:gd name="csY11" fmla="*/ 198077 h 207400"/>
                <a:gd name="csX12" fmla="*/ 266 w 216614"/>
                <a:gd name="csY12" fmla="*/ 203847 h 207400"/>
                <a:gd name="csX13" fmla="*/ 4816 w 216614"/>
                <a:gd name="csY13" fmla="*/ 207491 h 207400"/>
                <a:gd name="csX14" fmla="*/ 43346 w 216614"/>
                <a:gd name="csY14" fmla="*/ 206580 h 207400"/>
                <a:gd name="csX15" fmla="*/ 62762 w 216614"/>
                <a:gd name="csY15" fmla="*/ 206884 h 207400"/>
                <a:gd name="csX16" fmla="*/ 82482 w 216614"/>
                <a:gd name="csY16" fmla="*/ 207491 h 207400"/>
                <a:gd name="csX17" fmla="*/ 88549 w 216614"/>
                <a:gd name="csY17" fmla="*/ 201418 h 207400"/>
                <a:gd name="csX18" fmla="*/ 80055 w 216614"/>
                <a:gd name="csY18" fmla="*/ 198077 h 207400"/>
                <a:gd name="csX19" fmla="*/ 60335 w 216614"/>
                <a:gd name="csY19" fmla="*/ 192611 h 207400"/>
                <a:gd name="csX20" fmla="*/ 61245 w 216614"/>
                <a:gd name="csY20" fmla="*/ 187449 h 207400"/>
                <a:gd name="csX21" fmla="*/ 80055 w 216614"/>
                <a:gd name="csY21" fmla="*/ 111534 h 207400"/>
                <a:gd name="csX22" fmla="*/ 101898 w 216614"/>
                <a:gd name="csY22" fmla="*/ 21043 h 207400"/>
                <a:gd name="csX23" fmla="*/ 118281 w 216614"/>
                <a:gd name="csY23" fmla="*/ 9504 h 207400"/>
                <a:gd name="csX24" fmla="*/ 147405 w 216614"/>
                <a:gd name="csY24" fmla="*/ 9504 h 207400"/>
                <a:gd name="csX25" fmla="*/ 188665 w 216614"/>
                <a:gd name="csY25" fmla="*/ 38655 h 207400"/>
                <a:gd name="csX26" fmla="*/ 170766 w 216614"/>
                <a:gd name="csY26" fmla="*/ 87545 h 207400"/>
                <a:gd name="csX27" fmla="*/ 124045 w 216614"/>
                <a:gd name="csY27" fmla="*/ 103639 h 207400"/>
                <a:gd name="csX28" fmla="*/ 81268 w 216614"/>
                <a:gd name="csY28" fmla="*/ 103639 h 207400"/>
                <a:gd name="csX29" fmla="*/ 101898 w 216614"/>
                <a:gd name="csY29" fmla="*/ 2104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614" h="207400">
                  <a:moveTo>
                    <a:pt x="80055" y="111534"/>
                  </a:moveTo>
                  <a:lnTo>
                    <a:pt x="131630" y="111534"/>
                  </a:lnTo>
                  <a:cubicBezTo>
                    <a:pt x="174710" y="111534"/>
                    <a:pt x="216880" y="79953"/>
                    <a:pt x="216880" y="45943"/>
                  </a:cubicBezTo>
                  <a:cubicBezTo>
                    <a:pt x="216880" y="22561"/>
                    <a:pt x="196857" y="90"/>
                    <a:pt x="157114" y="90"/>
                  </a:cubicBezTo>
                  <a:lnTo>
                    <a:pt x="58818" y="90"/>
                  </a:lnTo>
                  <a:cubicBezTo>
                    <a:pt x="53054" y="90"/>
                    <a:pt x="49717" y="90"/>
                    <a:pt x="49717" y="5860"/>
                  </a:cubicBezTo>
                  <a:cubicBezTo>
                    <a:pt x="49717" y="9504"/>
                    <a:pt x="52447" y="9504"/>
                    <a:pt x="58515" y="9504"/>
                  </a:cubicBezTo>
                  <a:cubicBezTo>
                    <a:pt x="62459" y="9504"/>
                    <a:pt x="67920" y="9807"/>
                    <a:pt x="71560" y="10111"/>
                  </a:cubicBezTo>
                  <a:cubicBezTo>
                    <a:pt x="76414" y="10718"/>
                    <a:pt x="78234" y="11629"/>
                    <a:pt x="78234" y="14970"/>
                  </a:cubicBezTo>
                  <a:cubicBezTo>
                    <a:pt x="78234" y="16184"/>
                    <a:pt x="77931" y="17095"/>
                    <a:pt x="77021" y="20739"/>
                  </a:cubicBezTo>
                  <a:lnTo>
                    <a:pt x="36368" y="183805"/>
                  </a:lnTo>
                  <a:cubicBezTo>
                    <a:pt x="33334" y="195648"/>
                    <a:pt x="32727" y="198077"/>
                    <a:pt x="8760" y="198077"/>
                  </a:cubicBezTo>
                  <a:cubicBezTo>
                    <a:pt x="3603" y="198077"/>
                    <a:pt x="266" y="198077"/>
                    <a:pt x="266" y="203847"/>
                  </a:cubicBezTo>
                  <a:cubicBezTo>
                    <a:pt x="266" y="207491"/>
                    <a:pt x="3906" y="207491"/>
                    <a:pt x="4816" y="207491"/>
                  </a:cubicBezTo>
                  <a:cubicBezTo>
                    <a:pt x="13311" y="207491"/>
                    <a:pt x="34851" y="206580"/>
                    <a:pt x="43346" y="206580"/>
                  </a:cubicBezTo>
                  <a:cubicBezTo>
                    <a:pt x="49717" y="206580"/>
                    <a:pt x="56391" y="206884"/>
                    <a:pt x="62762" y="206884"/>
                  </a:cubicBezTo>
                  <a:cubicBezTo>
                    <a:pt x="69436" y="206884"/>
                    <a:pt x="76111" y="207491"/>
                    <a:pt x="82482" y="207491"/>
                  </a:cubicBezTo>
                  <a:cubicBezTo>
                    <a:pt x="84606" y="207491"/>
                    <a:pt x="88549" y="207491"/>
                    <a:pt x="88549" y="201418"/>
                  </a:cubicBezTo>
                  <a:cubicBezTo>
                    <a:pt x="88549" y="198077"/>
                    <a:pt x="85819" y="198077"/>
                    <a:pt x="80055" y="198077"/>
                  </a:cubicBezTo>
                  <a:cubicBezTo>
                    <a:pt x="68830" y="198077"/>
                    <a:pt x="60335" y="198077"/>
                    <a:pt x="60335" y="192611"/>
                  </a:cubicBezTo>
                  <a:cubicBezTo>
                    <a:pt x="60335" y="190789"/>
                    <a:pt x="60942" y="189271"/>
                    <a:pt x="61245" y="187449"/>
                  </a:cubicBezTo>
                  <a:lnTo>
                    <a:pt x="80055" y="111534"/>
                  </a:lnTo>
                  <a:close/>
                  <a:moveTo>
                    <a:pt x="101898" y="21043"/>
                  </a:moveTo>
                  <a:cubicBezTo>
                    <a:pt x="104629" y="10415"/>
                    <a:pt x="105235" y="9504"/>
                    <a:pt x="118281" y="9504"/>
                  </a:cubicBezTo>
                  <a:lnTo>
                    <a:pt x="147405" y="9504"/>
                  </a:lnTo>
                  <a:cubicBezTo>
                    <a:pt x="172586" y="9504"/>
                    <a:pt x="188665" y="17703"/>
                    <a:pt x="188665" y="38655"/>
                  </a:cubicBezTo>
                  <a:cubicBezTo>
                    <a:pt x="188665" y="50498"/>
                    <a:pt x="182598" y="76613"/>
                    <a:pt x="170766" y="87545"/>
                  </a:cubicBezTo>
                  <a:cubicBezTo>
                    <a:pt x="155597" y="101209"/>
                    <a:pt x="137394" y="103639"/>
                    <a:pt x="124045" y="103639"/>
                  </a:cubicBezTo>
                  <a:lnTo>
                    <a:pt x="81268" y="103639"/>
                  </a:lnTo>
                  <a:lnTo>
                    <a:pt x="101898" y="21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EACF157-79CA-5DB3-DC39-BB687C3EBDDA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0446513" y="7925747"/>
              <a:ext cx="70384" cy="303661"/>
            </a:xfrm>
            <a:custGeom>
              <a:avLst/>
              <a:gdLst>
                <a:gd name="csX0" fmla="*/ 70659 w 70384"/>
                <a:gd name="csY0" fmla="*/ 300715 h 303661"/>
                <a:gd name="csX1" fmla="*/ 65502 w 70384"/>
                <a:gd name="csY1" fmla="*/ 294034 h 303661"/>
                <a:gd name="csX2" fmla="*/ 17871 w 70384"/>
                <a:gd name="csY2" fmla="*/ 151921 h 303661"/>
                <a:gd name="csX3" fmla="*/ 66715 w 70384"/>
                <a:gd name="csY3" fmla="*/ 8289 h 303661"/>
                <a:gd name="csX4" fmla="*/ 70659 w 70384"/>
                <a:gd name="csY4" fmla="*/ 3127 h 303661"/>
                <a:gd name="csX5" fmla="*/ 67626 w 70384"/>
                <a:gd name="csY5" fmla="*/ 90 h 303661"/>
                <a:gd name="csX6" fmla="*/ 19388 w 70384"/>
                <a:gd name="csY6" fmla="*/ 59304 h 303661"/>
                <a:gd name="csX7" fmla="*/ 275 w 70384"/>
                <a:gd name="csY7" fmla="*/ 151921 h 303661"/>
                <a:gd name="csX8" fmla="*/ 20298 w 70384"/>
                <a:gd name="csY8" fmla="*/ 246663 h 303661"/>
                <a:gd name="csX9" fmla="*/ 67626 w 70384"/>
                <a:gd name="csY9" fmla="*/ 303751 h 303661"/>
                <a:gd name="csX10" fmla="*/ 70659 w 70384"/>
                <a:gd name="csY10" fmla="*/ 3007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4" h="303661">
                  <a:moveTo>
                    <a:pt x="70659" y="300715"/>
                  </a:moveTo>
                  <a:cubicBezTo>
                    <a:pt x="70659" y="299804"/>
                    <a:pt x="70659" y="299197"/>
                    <a:pt x="65502" y="294034"/>
                  </a:cubicBezTo>
                  <a:cubicBezTo>
                    <a:pt x="27579" y="255773"/>
                    <a:pt x="17871" y="198381"/>
                    <a:pt x="17871" y="151921"/>
                  </a:cubicBezTo>
                  <a:cubicBezTo>
                    <a:pt x="17871" y="99084"/>
                    <a:pt x="29400" y="46247"/>
                    <a:pt x="66715" y="8289"/>
                  </a:cubicBezTo>
                  <a:cubicBezTo>
                    <a:pt x="70659" y="4645"/>
                    <a:pt x="70659" y="4038"/>
                    <a:pt x="70659" y="3127"/>
                  </a:cubicBezTo>
                  <a:cubicBezTo>
                    <a:pt x="70659" y="1001"/>
                    <a:pt x="69446" y="90"/>
                    <a:pt x="67626" y="90"/>
                  </a:cubicBezTo>
                  <a:cubicBezTo>
                    <a:pt x="64592" y="90"/>
                    <a:pt x="37287" y="20739"/>
                    <a:pt x="19388" y="59304"/>
                  </a:cubicBezTo>
                  <a:cubicBezTo>
                    <a:pt x="3916" y="92707"/>
                    <a:pt x="275" y="126413"/>
                    <a:pt x="275" y="151921"/>
                  </a:cubicBezTo>
                  <a:cubicBezTo>
                    <a:pt x="275" y="175606"/>
                    <a:pt x="3612" y="212349"/>
                    <a:pt x="20298" y="246663"/>
                  </a:cubicBezTo>
                  <a:cubicBezTo>
                    <a:pt x="38501" y="284013"/>
                    <a:pt x="64592" y="303751"/>
                    <a:pt x="67626" y="303751"/>
                  </a:cubicBezTo>
                  <a:cubicBezTo>
                    <a:pt x="69446" y="303751"/>
                    <a:pt x="70659" y="302840"/>
                    <a:pt x="70659" y="30071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64BF5CC-BFDE-ACA2-44C0-9757CC11B1A9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0543258" y="8019275"/>
              <a:ext cx="151083" cy="137558"/>
            </a:xfrm>
            <a:custGeom>
              <a:avLst/>
              <a:gdLst>
                <a:gd name="csX0" fmla="*/ 92810 w 151083"/>
                <a:gd name="csY0" fmla="*/ 42603 h 137558"/>
                <a:gd name="csX1" fmla="*/ 122845 w 151083"/>
                <a:gd name="csY1" fmla="*/ 6771 h 137558"/>
                <a:gd name="csX2" fmla="*/ 138014 w 151083"/>
                <a:gd name="csY2" fmla="*/ 10718 h 137558"/>
                <a:gd name="csX3" fmla="*/ 123452 w 151083"/>
                <a:gd name="csY3" fmla="*/ 27116 h 137558"/>
                <a:gd name="csX4" fmla="*/ 134980 w 151083"/>
                <a:gd name="csY4" fmla="*/ 37744 h 137558"/>
                <a:gd name="csX5" fmla="*/ 151363 w 151083"/>
                <a:gd name="csY5" fmla="*/ 20132 h 137558"/>
                <a:gd name="csX6" fmla="*/ 123148 w 151083"/>
                <a:gd name="csY6" fmla="*/ 90 h 137558"/>
                <a:gd name="csX7" fmla="*/ 91293 w 151083"/>
                <a:gd name="csY7" fmla="*/ 23168 h 137558"/>
                <a:gd name="csX8" fmla="*/ 58528 w 151083"/>
                <a:gd name="csY8" fmla="*/ 90 h 137558"/>
                <a:gd name="csX9" fmla="*/ 9684 w 151083"/>
                <a:gd name="csY9" fmla="*/ 46854 h 137558"/>
                <a:gd name="csX10" fmla="*/ 13324 w 151083"/>
                <a:gd name="csY10" fmla="*/ 49891 h 137558"/>
                <a:gd name="csX11" fmla="*/ 17268 w 151083"/>
                <a:gd name="csY11" fmla="*/ 46550 h 137558"/>
                <a:gd name="csX12" fmla="*/ 57921 w 151083"/>
                <a:gd name="csY12" fmla="*/ 6771 h 137558"/>
                <a:gd name="csX13" fmla="*/ 74304 w 151083"/>
                <a:gd name="csY13" fmla="*/ 27116 h 137558"/>
                <a:gd name="csX14" fmla="*/ 57921 w 151083"/>
                <a:gd name="csY14" fmla="*/ 99387 h 137558"/>
                <a:gd name="csX15" fmla="*/ 29100 w 151083"/>
                <a:gd name="csY15" fmla="*/ 130968 h 137558"/>
                <a:gd name="csX16" fmla="*/ 13931 w 151083"/>
                <a:gd name="csY16" fmla="*/ 127021 h 137558"/>
                <a:gd name="csX17" fmla="*/ 28190 w 151083"/>
                <a:gd name="csY17" fmla="*/ 110623 h 137558"/>
                <a:gd name="csX18" fmla="*/ 16965 w 151083"/>
                <a:gd name="csY18" fmla="*/ 99995 h 137558"/>
                <a:gd name="csX19" fmla="*/ 279 w 151083"/>
                <a:gd name="csY19" fmla="*/ 117607 h 137558"/>
                <a:gd name="csX20" fmla="*/ 28797 w 151083"/>
                <a:gd name="csY20" fmla="*/ 137649 h 137558"/>
                <a:gd name="csX21" fmla="*/ 60652 w 151083"/>
                <a:gd name="csY21" fmla="*/ 114570 h 137558"/>
                <a:gd name="csX22" fmla="*/ 93417 w 151083"/>
                <a:gd name="csY22" fmla="*/ 137649 h 137558"/>
                <a:gd name="csX23" fmla="*/ 141958 w 151083"/>
                <a:gd name="csY23" fmla="*/ 90885 h 137558"/>
                <a:gd name="csX24" fmla="*/ 138317 w 151083"/>
                <a:gd name="csY24" fmla="*/ 87848 h 137558"/>
                <a:gd name="csX25" fmla="*/ 134373 w 151083"/>
                <a:gd name="csY25" fmla="*/ 91189 h 137558"/>
                <a:gd name="csX26" fmla="*/ 94024 w 151083"/>
                <a:gd name="csY26" fmla="*/ 130968 h 137558"/>
                <a:gd name="csX27" fmla="*/ 77338 w 151083"/>
                <a:gd name="csY27" fmla="*/ 110927 h 137558"/>
                <a:gd name="csX28" fmla="*/ 82495 w 151083"/>
                <a:gd name="csY28" fmla="*/ 84204 h 137558"/>
                <a:gd name="csX29" fmla="*/ 92810 w 151083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083" h="137558">
                  <a:moveTo>
                    <a:pt x="92810" y="42603"/>
                  </a:moveTo>
                  <a:cubicBezTo>
                    <a:pt x="94630" y="34708"/>
                    <a:pt x="101608" y="6771"/>
                    <a:pt x="122845" y="6771"/>
                  </a:cubicBezTo>
                  <a:cubicBezTo>
                    <a:pt x="124362" y="6771"/>
                    <a:pt x="131643" y="6771"/>
                    <a:pt x="138014" y="10718"/>
                  </a:cubicBezTo>
                  <a:cubicBezTo>
                    <a:pt x="129519" y="12237"/>
                    <a:pt x="123452" y="19828"/>
                    <a:pt x="123452" y="27116"/>
                  </a:cubicBezTo>
                  <a:cubicBezTo>
                    <a:pt x="123452" y="31975"/>
                    <a:pt x="126789" y="37744"/>
                    <a:pt x="134980" y="37744"/>
                  </a:cubicBezTo>
                  <a:cubicBezTo>
                    <a:pt x="141654" y="37744"/>
                    <a:pt x="151363" y="32278"/>
                    <a:pt x="151363" y="20132"/>
                  </a:cubicBezTo>
                  <a:cubicBezTo>
                    <a:pt x="151363" y="4341"/>
                    <a:pt x="133463" y="90"/>
                    <a:pt x="123148" y="90"/>
                  </a:cubicBezTo>
                  <a:cubicBezTo>
                    <a:pt x="105552" y="90"/>
                    <a:pt x="94934" y="16184"/>
                    <a:pt x="91293" y="23168"/>
                  </a:cubicBezTo>
                  <a:cubicBezTo>
                    <a:pt x="83709" y="3127"/>
                    <a:pt x="67326" y="90"/>
                    <a:pt x="58528" y="90"/>
                  </a:cubicBezTo>
                  <a:cubicBezTo>
                    <a:pt x="26976" y="90"/>
                    <a:pt x="9684" y="39263"/>
                    <a:pt x="9684" y="46854"/>
                  </a:cubicBezTo>
                  <a:cubicBezTo>
                    <a:pt x="9684" y="49891"/>
                    <a:pt x="12717" y="49891"/>
                    <a:pt x="13324" y="49891"/>
                  </a:cubicBezTo>
                  <a:cubicBezTo>
                    <a:pt x="15751" y="49891"/>
                    <a:pt x="16661" y="49283"/>
                    <a:pt x="17268" y="46550"/>
                  </a:cubicBezTo>
                  <a:cubicBezTo>
                    <a:pt x="27583" y="14362"/>
                    <a:pt x="47606" y="6771"/>
                    <a:pt x="57921" y="6771"/>
                  </a:cubicBezTo>
                  <a:cubicBezTo>
                    <a:pt x="63686" y="6771"/>
                    <a:pt x="74304" y="9504"/>
                    <a:pt x="74304" y="27116"/>
                  </a:cubicBezTo>
                  <a:cubicBezTo>
                    <a:pt x="74304" y="36530"/>
                    <a:pt x="69146" y="56875"/>
                    <a:pt x="57921" y="99387"/>
                  </a:cubicBezTo>
                  <a:cubicBezTo>
                    <a:pt x="53067" y="118214"/>
                    <a:pt x="42449" y="130968"/>
                    <a:pt x="29100" y="130968"/>
                  </a:cubicBezTo>
                  <a:cubicBezTo>
                    <a:pt x="27280" y="130968"/>
                    <a:pt x="20302" y="130968"/>
                    <a:pt x="13931" y="127021"/>
                  </a:cubicBezTo>
                  <a:cubicBezTo>
                    <a:pt x="21516" y="125502"/>
                    <a:pt x="28190" y="119125"/>
                    <a:pt x="28190" y="110623"/>
                  </a:cubicBezTo>
                  <a:cubicBezTo>
                    <a:pt x="28190" y="102424"/>
                    <a:pt x="21516" y="99995"/>
                    <a:pt x="16965" y="99995"/>
                  </a:cubicBezTo>
                  <a:cubicBezTo>
                    <a:pt x="7863" y="99995"/>
                    <a:pt x="279" y="107890"/>
                    <a:pt x="279" y="117607"/>
                  </a:cubicBezTo>
                  <a:cubicBezTo>
                    <a:pt x="279" y="131576"/>
                    <a:pt x="15448" y="137649"/>
                    <a:pt x="28797" y="137649"/>
                  </a:cubicBezTo>
                  <a:cubicBezTo>
                    <a:pt x="48820" y="137649"/>
                    <a:pt x="59742" y="116392"/>
                    <a:pt x="60652" y="114570"/>
                  </a:cubicBezTo>
                  <a:cubicBezTo>
                    <a:pt x="64292" y="125806"/>
                    <a:pt x="75214" y="137649"/>
                    <a:pt x="93417" y="137649"/>
                  </a:cubicBezTo>
                  <a:cubicBezTo>
                    <a:pt x="124665" y="137649"/>
                    <a:pt x="141958" y="98476"/>
                    <a:pt x="141958" y="90885"/>
                  </a:cubicBezTo>
                  <a:cubicBezTo>
                    <a:pt x="141958" y="87848"/>
                    <a:pt x="139227" y="87848"/>
                    <a:pt x="138317" y="87848"/>
                  </a:cubicBezTo>
                  <a:cubicBezTo>
                    <a:pt x="135587" y="87848"/>
                    <a:pt x="134980" y="89063"/>
                    <a:pt x="134373" y="91189"/>
                  </a:cubicBezTo>
                  <a:cubicBezTo>
                    <a:pt x="124362" y="123680"/>
                    <a:pt x="103732" y="130968"/>
                    <a:pt x="94024" y="130968"/>
                  </a:cubicBezTo>
                  <a:cubicBezTo>
                    <a:pt x="82192" y="130968"/>
                    <a:pt x="77338" y="121251"/>
                    <a:pt x="77338" y="110927"/>
                  </a:cubicBezTo>
                  <a:cubicBezTo>
                    <a:pt x="77338" y="104246"/>
                    <a:pt x="79158" y="97565"/>
                    <a:pt x="82495" y="84204"/>
                  </a:cubicBezTo>
                  <a:lnTo>
                    <a:pt x="92810" y="4260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3132A72-1ACD-5557-4322-3FDA37540510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0717833" y="8058113"/>
              <a:ext cx="64347" cy="143054"/>
            </a:xfrm>
            <a:custGeom>
              <a:avLst/>
              <a:gdLst>
                <a:gd name="csX0" fmla="*/ 59110 w 64347"/>
                <a:gd name="csY0" fmla="*/ 8169 h 143054"/>
                <a:gd name="csX1" fmla="*/ 50615 w 64347"/>
                <a:gd name="csY1" fmla="*/ 92 h 143054"/>
                <a:gd name="csX2" fmla="*/ 38723 w 64347"/>
                <a:gd name="csY2" fmla="*/ 11783 h 143054"/>
                <a:gd name="csX3" fmla="*/ 47218 w 64347"/>
                <a:gd name="csY3" fmla="*/ 19860 h 143054"/>
                <a:gd name="csX4" fmla="*/ 59110 w 64347"/>
                <a:gd name="csY4" fmla="*/ 8169 h 143054"/>
                <a:gd name="csX5" fmla="*/ 15787 w 64347"/>
                <a:gd name="csY5" fmla="*/ 116151 h 143054"/>
                <a:gd name="csX6" fmla="*/ 13876 w 64347"/>
                <a:gd name="csY6" fmla="*/ 125079 h 143054"/>
                <a:gd name="csX7" fmla="*/ 34051 w 64347"/>
                <a:gd name="csY7" fmla="*/ 143146 h 143054"/>
                <a:gd name="csX8" fmla="*/ 64632 w 64347"/>
                <a:gd name="csY8" fmla="*/ 110624 h 143054"/>
                <a:gd name="csX9" fmla="*/ 61234 w 64347"/>
                <a:gd name="csY9" fmla="*/ 107861 h 143054"/>
                <a:gd name="csX10" fmla="*/ 57199 w 64347"/>
                <a:gd name="csY10" fmla="*/ 111475 h 143054"/>
                <a:gd name="csX11" fmla="*/ 34688 w 64347"/>
                <a:gd name="csY11" fmla="*/ 137195 h 143054"/>
                <a:gd name="csX12" fmla="*/ 29379 w 64347"/>
                <a:gd name="csY12" fmla="*/ 129755 h 143054"/>
                <a:gd name="csX13" fmla="*/ 32777 w 64347"/>
                <a:gd name="csY13" fmla="*/ 116151 h 143054"/>
                <a:gd name="csX14" fmla="*/ 39572 w 64347"/>
                <a:gd name="csY14" fmla="*/ 99146 h 143054"/>
                <a:gd name="csX15" fmla="*/ 49978 w 64347"/>
                <a:gd name="csY15" fmla="*/ 72150 h 143054"/>
                <a:gd name="csX16" fmla="*/ 51253 w 64347"/>
                <a:gd name="csY16" fmla="*/ 65348 h 143054"/>
                <a:gd name="csX17" fmla="*/ 31078 w 64347"/>
                <a:gd name="csY17" fmla="*/ 47281 h 143054"/>
                <a:gd name="csX18" fmla="*/ 285 w 64347"/>
                <a:gd name="csY18" fmla="*/ 79803 h 143054"/>
                <a:gd name="csX19" fmla="*/ 3895 w 64347"/>
                <a:gd name="csY19" fmla="*/ 82566 h 143054"/>
                <a:gd name="csX20" fmla="*/ 7717 w 64347"/>
                <a:gd name="csY20" fmla="*/ 79165 h 143054"/>
                <a:gd name="csX21" fmla="*/ 30441 w 64347"/>
                <a:gd name="csY21" fmla="*/ 53232 h 143054"/>
                <a:gd name="csX22" fmla="*/ 35750 w 64347"/>
                <a:gd name="csY22" fmla="*/ 60672 h 143054"/>
                <a:gd name="csX23" fmla="*/ 29166 w 64347"/>
                <a:gd name="csY23" fmla="*/ 81928 h 143054"/>
                <a:gd name="csX24" fmla="*/ 15787 w 64347"/>
                <a:gd name="csY24" fmla="*/ 116151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347" h="143054">
                  <a:moveTo>
                    <a:pt x="59110" y="8169"/>
                  </a:moveTo>
                  <a:cubicBezTo>
                    <a:pt x="59110" y="4768"/>
                    <a:pt x="56562" y="92"/>
                    <a:pt x="50615" y="92"/>
                  </a:cubicBezTo>
                  <a:cubicBezTo>
                    <a:pt x="44882" y="92"/>
                    <a:pt x="38723" y="5618"/>
                    <a:pt x="38723" y="11783"/>
                  </a:cubicBezTo>
                  <a:cubicBezTo>
                    <a:pt x="38723" y="15396"/>
                    <a:pt x="41484" y="19860"/>
                    <a:pt x="47218" y="19860"/>
                  </a:cubicBezTo>
                  <a:cubicBezTo>
                    <a:pt x="53376" y="19860"/>
                    <a:pt x="59110" y="13908"/>
                    <a:pt x="59110" y="8169"/>
                  </a:cubicBezTo>
                  <a:close/>
                  <a:moveTo>
                    <a:pt x="15787" y="116151"/>
                  </a:moveTo>
                  <a:cubicBezTo>
                    <a:pt x="14938" y="118914"/>
                    <a:pt x="13876" y="121465"/>
                    <a:pt x="13876" y="125079"/>
                  </a:cubicBezTo>
                  <a:cubicBezTo>
                    <a:pt x="13876" y="135069"/>
                    <a:pt x="22371" y="143146"/>
                    <a:pt x="34051" y="143146"/>
                  </a:cubicBezTo>
                  <a:cubicBezTo>
                    <a:pt x="55288" y="143146"/>
                    <a:pt x="64632" y="113813"/>
                    <a:pt x="64632" y="110624"/>
                  </a:cubicBezTo>
                  <a:cubicBezTo>
                    <a:pt x="64632" y="107861"/>
                    <a:pt x="61871" y="107861"/>
                    <a:pt x="61234" y="107861"/>
                  </a:cubicBezTo>
                  <a:cubicBezTo>
                    <a:pt x="58261" y="107861"/>
                    <a:pt x="58048" y="109136"/>
                    <a:pt x="57199" y="111475"/>
                  </a:cubicBezTo>
                  <a:cubicBezTo>
                    <a:pt x="52314" y="128480"/>
                    <a:pt x="42970" y="137195"/>
                    <a:pt x="34688" y="137195"/>
                  </a:cubicBezTo>
                  <a:cubicBezTo>
                    <a:pt x="30441" y="137195"/>
                    <a:pt x="29379" y="134431"/>
                    <a:pt x="29379" y="129755"/>
                  </a:cubicBezTo>
                  <a:cubicBezTo>
                    <a:pt x="29379" y="124866"/>
                    <a:pt x="30865" y="120827"/>
                    <a:pt x="32777" y="116151"/>
                  </a:cubicBezTo>
                  <a:cubicBezTo>
                    <a:pt x="34900" y="110412"/>
                    <a:pt x="37236" y="104673"/>
                    <a:pt x="39572" y="99146"/>
                  </a:cubicBezTo>
                  <a:cubicBezTo>
                    <a:pt x="41484" y="94044"/>
                    <a:pt x="49129" y="74701"/>
                    <a:pt x="49978" y="72150"/>
                  </a:cubicBezTo>
                  <a:cubicBezTo>
                    <a:pt x="50615" y="70025"/>
                    <a:pt x="51253" y="67474"/>
                    <a:pt x="51253" y="65348"/>
                  </a:cubicBezTo>
                  <a:cubicBezTo>
                    <a:pt x="51253" y="55358"/>
                    <a:pt x="42758" y="47281"/>
                    <a:pt x="31078" y="47281"/>
                  </a:cubicBezTo>
                  <a:cubicBezTo>
                    <a:pt x="10053" y="47281"/>
                    <a:pt x="285" y="76189"/>
                    <a:pt x="285" y="79803"/>
                  </a:cubicBezTo>
                  <a:cubicBezTo>
                    <a:pt x="285" y="82566"/>
                    <a:pt x="3258" y="82566"/>
                    <a:pt x="3895" y="82566"/>
                  </a:cubicBezTo>
                  <a:cubicBezTo>
                    <a:pt x="6868" y="82566"/>
                    <a:pt x="7080" y="81503"/>
                    <a:pt x="7717" y="79165"/>
                  </a:cubicBezTo>
                  <a:cubicBezTo>
                    <a:pt x="13239" y="60885"/>
                    <a:pt x="22583" y="53232"/>
                    <a:pt x="30441" y="53232"/>
                  </a:cubicBezTo>
                  <a:cubicBezTo>
                    <a:pt x="33839" y="53232"/>
                    <a:pt x="35750" y="54933"/>
                    <a:pt x="35750" y="60672"/>
                  </a:cubicBezTo>
                  <a:cubicBezTo>
                    <a:pt x="35750" y="65561"/>
                    <a:pt x="34476" y="68749"/>
                    <a:pt x="29166" y="81928"/>
                  </a:cubicBezTo>
                  <a:lnTo>
                    <a:pt x="15787" y="116151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CBD4E8F-52BC-7DE9-C43E-582D0CFB1294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0929228" y="7925747"/>
              <a:ext cx="12135" cy="303661"/>
            </a:xfrm>
            <a:custGeom>
              <a:avLst/>
              <a:gdLst>
                <a:gd name="csX0" fmla="*/ 12426 w 12135"/>
                <a:gd name="csY0" fmla="*/ 11022 h 303661"/>
                <a:gd name="csX1" fmla="*/ 6358 w 12135"/>
                <a:gd name="csY1" fmla="*/ 90 h 303661"/>
                <a:gd name="csX2" fmla="*/ 291 w 12135"/>
                <a:gd name="csY2" fmla="*/ 11022 h 303661"/>
                <a:gd name="csX3" fmla="*/ 291 w 12135"/>
                <a:gd name="csY3" fmla="*/ 292820 h 303661"/>
                <a:gd name="csX4" fmla="*/ 6358 w 12135"/>
                <a:gd name="csY4" fmla="*/ 303751 h 303661"/>
                <a:gd name="csX5" fmla="*/ 12426 w 12135"/>
                <a:gd name="csY5" fmla="*/ 292820 h 303661"/>
                <a:gd name="csX6" fmla="*/ 12426 w 12135"/>
                <a:gd name="csY6" fmla="*/ 11022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35" h="303661">
                  <a:moveTo>
                    <a:pt x="12426" y="11022"/>
                  </a:moveTo>
                  <a:cubicBezTo>
                    <a:pt x="12426" y="5556"/>
                    <a:pt x="12426" y="90"/>
                    <a:pt x="6358" y="90"/>
                  </a:cubicBezTo>
                  <a:cubicBezTo>
                    <a:pt x="291" y="90"/>
                    <a:pt x="291" y="5556"/>
                    <a:pt x="291" y="11022"/>
                  </a:cubicBezTo>
                  <a:lnTo>
                    <a:pt x="291" y="292820"/>
                  </a:lnTo>
                  <a:cubicBezTo>
                    <a:pt x="291" y="298286"/>
                    <a:pt x="291" y="303751"/>
                    <a:pt x="6358" y="303751"/>
                  </a:cubicBezTo>
                  <a:cubicBezTo>
                    <a:pt x="12426" y="303751"/>
                    <a:pt x="12426" y="298286"/>
                    <a:pt x="12426" y="292820"/>
                  </a:cubicBezTo>
                  <a:lnTo>
                    <a:pt x="12426" y="11022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91555BE-32AF-92F1-951F-365D5F5BDFDE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1095041" y="7925747"/>
              <a:ext cx="67654" cy="303661"/>
            </a:xfrm>
            <a:custGeom>
              <a:avLst/>
              <a:gdLst>
                <a:gd name="csX0" fmla="*/ 66433 w 67654"/>
                <a:gd name="csY0" fmla="*/ 11629 h 303661"/>
                <a:gd name="csX1" fmla="*/ 67950 w 67654"/>
                <a:gd name="csY1" fmla="*/ 6163 h 303661"/>
                <a:gd name="csX2" fmla="*/ 61883 w 67654"/>
                <a:gd name="csY2" fmla="*/ 90 h 303661"/>
                <a:gd name="csX3" fmla="*/ 54905 w 67654"/>
                <a:gd name="csY3" fmla="*/ 7074 h 303661"/>
                <a:gd name="csX4" fmla="*/ 1813 w 67654"/>
                <a:gd name="csY4" fmla="*/ 146455 h 303661"/>
                <a:gd name="csX5" fmla="*/ 296 w 67654"/>
                <a:gd name="csY5" fmla="*/ 151921 h 303661"/>
                <a:gd name="csX6" fmla="*/ 1813 w 67654"/>
                <a:gd name="csY6" fmla="*/ 157083 h 303661"/>
                <a:gd name="csX7" fmla="*/ 54905 w 67654"/>
                <a:gd name="csY7" fmla="*/ 296464 h 303661"/>
                <a:gd name="csX8" fmla="*/ 61883 w 67654"/>
                <a:gd name="csY8" fmla="*/ 303751 h 303661"/>
                <a:gd name="csX9" fmla="*/ 67950 w 67654"/>
                <a:gd name="csY9" fmla="*/ 297678 h 303661"/>
                <a:gd name="csX10" fmla="*/ 66433 w 67654"/>
                <a:gd name="csY10" fmla="*/ 292820 h 303661"/>
                <a:gd name="csX11" fmla="*/ 12735 w 67654"/>
                <a:gd name="csY11" fmla="*/ 151921 h 303661"/>
                <a:gd name="csX12" fmla="*/ 66433 w 67654"/>
                <a:gd name="csY12" fmla="*/ 1162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4" h="303661">
                  <a:moveTo>
                    <a:pt x="66433" y="11629"/>
                  </a:moveTo>
                  <a:cubicBezTo>
                    <a:pt x="67950" y="8289"/>
                    <a:pt x="67950" y="7682"/>
                    <a:pt x="67950" y="6163"/>
                  </a:cubicBezTo>
                  <a:cubicBezTo>
                    <a:pt x="67950" y="2823"/>
                    <a:pt x="65220" y="90"/>
                    <a:pt x="61883" y="90"/>
                  </a:cubicBezTo>
                  <a:cubicBezTo>
                    <a:pt x="59152" y="90"/>
                    <a:pt x="57028" y="1608"/>
                    <a:pt x="54905" y="7074"/>
                  </a:cubicBezTo>
                  <a:lnTo>
                    <a:pt x="1813" y="146455"/>
                  </a:lnTo>
                  <a:cubicBezTo>
                    <a:pt x="1206" y="148277"/>
                    <a:pt x="296" y="150099"/>
                    <a:pt x="296" y="151921"/>
                  </a:cubicBezTo>
                  <a:cubicBezTo>
                    <a:pt x="296" y="152832"/>
                    <a:pt x="296" y="153439"/>
                    <a:pt x="1813" y="157083"/>
                  </a:cubicBezTo>
                  <a:lnTo>
                    <a:pt x="54905" y="296464"/>
                  </a:lnTo>
                  <a:cubicBezTo>
                    <a:pt x="56118" y="299804"/>
                    <a:pt x="57635" y="303751"/>
                    <a:pt x="61883" y="303751"/>
                  </a:cubicBezTo>
                  <a:cubicBezTo>
                    <a:pt x="65220" y="303751"/>
                    <a:pt x="67950" y="301019"/>
                    <a:pt x="67950" y="297678"/>
                  </a:cubicBezTo>
                  <a:cubicBezTo>
                    <a:pt x="67950" y="296767"/>
                    <a:pt x="67950" y="296160"/>
                    <a:pt x="66433" y="292820"/>
                  </a:cubicBezTo>
                  <a:lnTo>
                    <a:pt x="12735" y="151921"/>
                  </a:lnTo>
                  <a:lnTo>
                    <a:pt x="66433" y="11629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5041CF9-5819-57C5-CC11-4612A19C3E4C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1201495" y="8019882"/>
              <a:ext cx="117408" cy="135432"/>
            </a:xfrm>
            <a:custGeom>
              <a:avLst/>
              <a:gdLst>
                <a:gd name="csX0" fmla="*/ 68864 w 117408"/>
                <a:gd name="csY0" fmla="*/ 56268 h 135432"/>
                <a:gd name="csX1" fmla="*/ 48234 w 117408"/>
                <a:gd name="csY1" fmla="*/ 52624 h 135432"/>
                <a:gd name="csX2" fmla="*/ 18806 w 117408"/>
                <a:gd name="csY2" fmla="*/ 35922 h 135432"/>
                <a:gd name="csX3" fmla="*/ 57336 w 117408"/>
                <a:gd name="csY3" fmla="*/ 18614 h 135432"/>
                <a:gd name="csX4" fmla="*/ 87674 w 117408"/>
                <a:gd name="csY4" fmla="*/ 35619 h 135432"/>
                <a:gd name="csX5" fmla="*/ 97989 w 117408"/>
                <a:gd name="csY5" fmla="*/ 45943 h 135432"/>
                <a:gd name="csX6" fmla="*/ 108607 w 117408"/>
                <a:gd name="csY6" fmla="*/ 33493 h 135432"/>
                <a:gd name="csX7" fmla="*/ 108607 w 117408"/>
                <a:gd name="csY7" fmla="*/ 12540 h 135432"/>
                <a:gd name="csX8" fmla="*/ 99506 w 117408"/>
                <a:gd name="csY8" fmla="*/ 90 h 135432"/>
                <a:gd name="csX9" fmla="*/ 90404 w 117408"/>
                <a:gd name="csY9" fmla="*/ 6467 h 135432"/>
                <a:gd name="csX10" fmla="*/ 57942 w 117408"/>
                <a:gd name="csY10" fmla="*/ 90 h 135432"/>
                <a:gd name="csX11" fmla="*/ 300 w 117408"/>
                <a:gd name="csY11" fmla="*/ 35922 h 135432"/>
                <a:gd name="csX12" fmla="*/ 60066 w 117408"/>
                <a:gd name="csY12" fmla="*/ 73273 h 135432"/>
                <a:gd name="csX13" fmla="*/ 99202 w 117408"/>
                <a:gd name="csY13" fmla="*/ 95743 h 135432"/>
                <a:gd name="csX14" fmla="*/ 60370 w 117408"/>
                <a:gd name="csY14" fmla="*/ 117000 h 135432"/>
                <a:gd name="csX15" fmla="*/ 21537 w 117408"/>
                <a:gd name="csY15" fmla="*/ 89974 h 135432"/>
                <a:gd name="csX16" fmla="*/ 10918 w 117408"/>
                <a:gd name="csY16" fmla="*/ 81168 h 135432"/>
                <a:gd name="csX17" fmla="*/ 300 w 117408"/>
                <a:gd name="csY17" fmla="*/ 93618 h 135432"/>
                <a:gd name="csX18" fmla="*/ 300 w 117408"/>
                <a:gd name="csY18" fmla="*/ 123073 h 135432"/>
                <a:gd name="csX19" fmla="*/ 9401 w 117408"/>
                <a:gd name="csY19" fmla="*/ 135523 h 135432"/>
                <a:gd name="csX20" fmla="*/ 20627 w 117408"/>
                <a:gd name="csY20" fmla="*/ 123984 h 135432"/>
                <a:gd name="csX21" fmla="*/ 60066 w 117408"/>
                <a:gd name="csY21" fmla="*/ 135523 h 135432"/>
                <a:gd name="csX22" fmla="*/ 117709 w 117408"/>
                <a:gd name="csY22" fmla="*/ 95743 h 135432"/>
                <a:gd name="csX23" fmla="*/ 68864 w 117408"/>
                <a:gd name="csY23" fmla="*/ 56268 h 135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408" h="135432">
                  <a:moveTo>
                    <a:pt x="68864" y="56268"/>
                  </a:moveTo>
                  <a:cubicBezTo>
                    <a:pt x="61886" y="55053"/>
                    <a:pt x="55819" y="54142"/>
                    <a:pt x="48234" y="52624"/>
                  </a:cubicBezTo>
                  <a:cubicBezTo>
                    <a:pt x="39436" y="51409"/>
                    <a:pt x="18806" y="47765"/>
                    <a:pt x="18806" y="35922"/>
                  </a:cubicBezTo>
                  <a:cubicBezTo>
                    <a:pt x="18806" y="28027"/>
                    <a:pt x="28515" y="18614"/>
                    <a:pt x="57336" y="18614"/>
                  </a:cubicBezTo>
                  <a:cubicBezTo>
                    <a:pt x="82516" y="18614"/>
                    <a:pt x="86764" y="27723"/>
                    <a:pt x="87674" y="35619"/>
                  </a:cubicBezTo>
                  <a:cubicBezTo>
                    <a:pt x="87977" y="40781"/>
                    <a:pt x="88584" y="45943"/>
                    <a:pt x="97989" y="45943"/>
                  </a:cubicBezTo>
                  <a:cubicBezTo>
                    <a:pt x="108607" y="45943"/>
                    <a:pt x="108607" y="39566"/>
                    <a:pt x="108607" y="33493"/>
                  </a:cubicBezTo>
                  <a:lnTo>
                    <a:pt x="108607" y="12540"/>
                  </a:lnTo>
                  <a:cubicBezTo>
                    <a:pt x="108607" y="7682"/>
                    <a:pt x="108607" y="90"/>
                    <a:pt x="99506" y="90"/>
                  </a:cubicBezTo>
                  <a:cubicBezTo>
                    <a:pt x="92225" y="90"/>
                    <a:pt x="91011" y="4341"/>
                    <a:pt x="90404" y="6467"/>
                  </a:cubicBezTo>
                  <a:cubicBezTo>
                    <a:pt x="77055" y="90"/>
                    <a:pt x="63707" y="90"/>
                    <a:pt x="57942" y="90"/>
                  </a:cubicBezTo>
                  <a:cubicBezTo>
                    <a:pt x="7278" y="90"/>
                    <a:pt x="300" y="24990"/>
                    <a:pt x="300" y="35922"/>
                  </a:cubicBezTo>
                  <a:cubicBezTo>
                    <a:pt x="300" y="63859"/>
                    <a:pt x="32155" y="69021"/>
                    <a:pt x="60066" y="73273"/>
                  </a:cubicBezTo>
                  <a:cubicBezTo>
                    <a:pt x="74932" y="75702"/>
                    <a:pt x="99202" y="79649"/>
                    <a:pt x="99202" y="95743"/>
                  </a:cubicBezTo>
                  <a:cubicBezTo>
                    <a:pt x="99202" y="106979"/>
                    <a:pt x="87977" y="117000"/>
                    <a:pt x="60370" y="117000"/>
                  </a:cubicBezTo>
                  <a:cubicBezTo>
                    <a:pt x="46111" y="117000"/>
                    <a:pt x="29121" y="113660"/>
                    <a:pt x="21537" y="89974"/>
                  </a:cubicBezTo>
                  <a:cubicBezTo>
                    <a:pt x="20020" y="84508"/>
                    <a:pt x="18806" y="81168"/>
                    <a:pt x="10918" y="81168"/>
                  </a:cubicBezTo>
                  <a:cubicBezTo>
                    <a:pt x="300" y="81168"/>
                    <a:pt x="300" y="87545"/>
                    <a:pt x="300" y="93618"/>
                  </a:cubicBezTo>
                  <a:lnTo>
                    <a:pt x="300" y="123073"/>
                  </a:lnTo>
                  <a:cubicBezTo>
                    <a:pt x="300" y="127932"/>
                    <a:pt x="300" y="135523"/>
                    <a:pt x="9401" y="135523"/>
                  </a:cubicBezTo>
                  <a:cubicBezTo>
                    <a:pt x="12132" y="135523"/>
                    <a:pt x="16986" y="135219"/>
                    <a:pt x="20627" y="123984"/>
                  </a:cubicBezTo>
                  <a:cubicBezTo>
                    <a:pt x="35492" y="134916"/>
                    <a:pt x="51571" y="135523"/>
                    <a:pt x="60066" y="135523"/>
                  </a:cubicBezTo>
                  <a:cubicBezTo>
                    <a:pt x="108000" y="135523"/>
                    <a:pt x="117709" y="110319"/>
                    <a:pt x="117709" y="95743"/>
                  </a:cubicBezTo>
                  <a:cubicBezTo>
                    <a:pt x="117709" y="64163"/>
                    <a:pt x="78572" y="57786"/>
                    <a:pt x="68864" y="56268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45ED199-954C-1CF3-4468-EEE0E59B282A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1355611" y="7925747"/>
              <a:ext cx="67654" cy="303661"/>
            </a:xfrm>
            <a:custGeom>
              <a:avLst/>
              <a:gdLst>
                <a:gd name="csX0" fmla="*/ 66442 w 67654"/>
                <a:gd name="csY0" fmla="*/ 157083 h 303661"/>
                <a:gd name="csX1" fmla="*/ 67959 w 67654"/>
                <a:gd name="csY1" fmla="*/ 151921 h 303661"/>
                <a:gd name="csX2" fmla="*/ 66442 w 67654"/>
                <a:gd name="csY2" fmla="*/ 146759 h 303661"/>
                <a:gd name="csX3" fmla="*/ 13351 w 67654"/>
                <a:gd name="csY3" fmla="*/ 7074 h 303661"/>
                <a:gd name="csX4" fmla="*/ 6373 w 67654"/>
                <a:gd name="csY4" fmla="*/ 90 h 303661"/>
                <a:gd name="csX5" fmla="*/ 305 w 67654"/>
                <a:gd name="csY5" fmla="*/ 6163 h 303661"/>
                <a:gd name="csX6" fmla="*/ 1822 w 67654"/>
                <a:gd name="csY6" fmla="*/ 11022 h 303661"/>
                <a:gd name="csX7" fmla="*/ 55521 w 67654"/>
                <a:gd name="csY7" fmla="*/ 151921 h 303661"/>
                <a:gd name="csX8" fmla="*/ 1822 w 67654"/>
                <a:gd name="csY8" fmla="*/ 292212 h 303661"/>
                <a:gd name="csX9" fmla="*/ 305 w 67654"/>
                <a:gd name="csY9" fmla="*/ 297678 h 303661"/>
                <a:gd name="csX10" fmla="*/ 6373 w 67654"/>
                <a:gd name="csY10" fmla="*/ 303751 h 303661"/>
                <a:gd name="csX11" fmla="*/ 12744 w 67654"/>
                <a:gd name="csY11" fmla="*/ 297678 h 303661"/>
                <a:gd name="csX12" fmla="*/ 66442 w 67654"/>
                <a:gd name="csY12" fmla="*/ 157083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54" h="303661">
                  <a:moveTo>
                    <a:pt x="66442" y="157083"/>
                  </a:moveTo>
                  <a:cubicBezTo>
                    <a:pt x="67959" y="153439"/>
                    <a:pt x="67959" y="152832"/>
                    <a:pt x="67959" y="151921"/>
                  </a:cubicBezTo>
                  <a:cubicBezTo>
                    <a:pt x="67959" y="151010"/>
                    <a:pt x="67959" y="150403"/>
                    <a:pt x="66442" y="146759"/>
                  </a:cubicBezTo>
                  <a:lnTo>
                    <a:pt x="13351" y="7074"/>
                  </a:lnTo>
                  <a:cubicBezTo>
                    <a:pt x="11530" y="1912"/>
                    <a:pt x="9710" y="90"/>
                    <a:pt x="6373" y="90"/>
                  </a:cubicBezTo>
                  <a:cubicBezTo>
                    <a:pt x="3036" y="90"/>
                    <a:pt x="305" y="2823"/>
                    <a:pt x="305" y="6163"/>
                  </a:cubicBezTo>
                  <a:cubicBezTo>
                    <a:pt x="305" y="7074"/>
                    <a:pt x="305" y="7682"/>
                    <a:pt x="1822" y="11022"/>
                  </a:cubicBezTo>
                  <a:lnTo>
                    <a:pt x="55521" y="151921"/>
                  </a:lnTo>
                  <a:lnTo>
                    <a:pt x="1822" y="292212"/>
                  </a:lnTo>
                  <a:cubicBezTo>
                    <a:pt x="305" y="295553"/>
                    <a:pt x="305" y="296160"/>
                    <a:pt x="305" y="297678"/>
                  </a:cubicBezTo>
                  <a:cubicBezTo>
                    <a:pt x="305" y="301019"/>
                    <a:pt x="3036" y="303751"/>
                    <a:pt x="6373" y="303751"/>
                  </a:cubicBezTo>
                  <a:cubicBezTo>
                    <a:pt x="10317" y="303751"/>
                    <a:pt x="11530" y="300715"/>
                    <a:pt x="12744" y="297678"/>
                  </a:cubicBezTo>
                  <a:lnTo>
                    <a:pt x="66442" y="15708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F5B910E-86E4-5B65-22F0-1B6596A54894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1482998" y="8121305"/>
              <a:ext cx="35495" cy="90794"/>
            </a:xfrm>
            <a:custGeom>
              <a:avLst/>
              <a:gdLst>
                <a:gd name="csX0" fmla="*/ 35805 w 35495"/>
                <a:gd name="csY0" fmla="*/ 31975 h 90794"/>
                <a:gd name="csX1" fmla="*/ 16388 w 35495"/>
                <a:gd name="csY1" fmla="*/ 90 h 90794"/>
                <a:gd name="csX2" fmla="*/ 309 w 35495"/>
                <a:gd name="csY2" fmla="*/ 16184 h 90794"/>
                <a:gd name="csX3" fmla="*/ 16388 w 35495"/>
                <a:gd name="csY3" fmla="*/ 32278 h 90794"/>
                <a:gd name="csX4" fmla="*/ 27007 w 35495"/>
                <a:gd name="csY4" fmla="*/ 28331 h 90794"/>
                <a:gd name="csX5" fmla="*/ 28524 w 35495"/>
                <a:gd name="csY5" fmla="*/ 27420 h 90794"/>
                <a:gd name="csX6" fmla="*/ 29130 w 35495"/>
                <a:gd name="csY6" fmla="*/ 31975 h 90794"/>
                <a:gd name="csX7" fmla="*/ 8500 w 35495"/>
                <a:gd name="csY7" fmla="*/ 82686 h 90794"/>
                <a:gd name="csX8" fmla="*/ 5163 w 35495"/>
                <a:gd name="csY8" fmla="*/ 87545 h 90794"/>
                <a:gd name="csX9" fmla="*/ 8197 w 35495"/>
                <a:gd name="csY9" fmla="*/ 90885 h 90794"/>
                <a:gd name="csX10" fmla="*/ 35805 w 35495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5" h="90794">
                  <a:moveTo>
                    <a:pt x="35805" y="31975"/>
                  </a:moveTo>
                  <a:cubicBezTo>
                    <a:pt x="35805" y="11933"/>
                    <a:pt x="28220" y="90"/>
                    <a:pt x="16388" y="90"/>
                  </a:cubicBezTo>
                  <a:cubicBezTo>
                    <a:pt x="6377" y="90"/>
                    <a:pt x="309" y="7682"/>
                    <a:pt x="309" y="16184"/>
                  </a:cubicBezTo>
                  <a:cubicBezTo>
                    <a:pt x="309" y="24383"/>
                    <a:pt x="6377" y="32278"/>
                    <a:pt x="16388" y="32278"/>
                  </a:cubicBezTo>
                  <a:cubicBezTo>
                    <a:pt x="20029" y="32278"/>
                    <a:pt x="23973" y="31064"/>
                    <a:pt x="27007" y="28331"/>
                  </a:cubicBezTo>
                  <a:cubicBezTo>
                    <a:pt x="27917" y="27723"/>
                    <a:pt x="28220" y="27420"/>
                    <a:pt x="28524" y="27420"/>
                  </a:cubicBezTo>
                  <a:cubicBezTo>
                    <a:pt x="28827" y="27420"/>
                    <a:pt x="29130" y="27723"/>
                    <a:pt x="29130" y="31975"/>
                  </a:cubicBezTo>
                  <a:cubicBezTo>
                    <a:pt x="29130" y="54446"/>
                    <a:pt x="18512" y="72665"/>
                    <a:pt x="8500" y="82686"/>
                  </a:cubicBezTo>
                  <a:cubicBezTo>
                    <a:pt x="5163" y="86026"/>
                    <a:pt x="5163" y="86634"/>
                    <a:pt x="5163" y="87545"/>
                  </a:cubicBezTo>
                  <a:cubicBezTo>
                    <a:pt x="5163" y="89670"/>
                    <a:pt x="6680" y="90885"/>
                    <a:pt x="8197" y="90885"/>
                  </a:cubicBezTo>
                  <a:cubicBezTo>
                    <a:pt x="11534" y="90885"/>
                    <a:pt x="35805" y="67503"/>
                    <a:pt x="35805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43AD43C-74E7-C248-5764-D14D22077880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1600540" y="8019275"/>
              <a:ext cx="151083" cy="137558"/>
            </a:xfrm>
            <a:custGeom>
              <a:avLst/>
              <a:gdLst>
                <a:gd name="csX0" fmla="*/ 92845 w 151083"/>
                <a:gd name="csY0" fmla="*/ 42603 h 137558"/>
                <a:gd name="csX1" fmla="*/ 122880 w 151083"/>
                <a:gd name="csY1" fmla="*/ 6771 h 137558"/>
                <a:gd name="csX2" fmla="*/ 138049 w 151083"/>
                <a:gd name="csY2" fmla="*/ 10718 h 137558"/>
                <a:gd name="csX3" fmla="*/ 123486 w 151083"/>
                <a:gd name="csY3" fmla="*/ 27116 h 137558"/>
                <a:gd name="csX4" fmla="*/ 135015 w 151083"/>
                <a:gd name="csY4" fmla="*/ 37744 h 137558"/>
                <a:gd name="csX5" fmla="*/ 151397 w 151083"/>
                <a:gd name="csY5" fmla="*/ 20132 h 137558"/>
                <a:gd name="csX6" fmla="*/ 123183 w 151083"/>
                <a:gd name="csY6" fmla="*/ 90 h 137558"/>
                <a:gd name="csX7" fmla="*/ 91328 w 151083"/>
                <a:gd name="csY7" fmla="*/ 23168 h 137558"/>
                <a:gd name="csX8" fmla="*/ 58563 w 151083"/>
                <a:gd name="csY8" fmla="*/ 90 h 137558"/>
                <a:gd name="csX9" fmla="*/ 9718 w 151083"/>
                <a:gd name="csY9" fmla="*/ 46854 h 137558"/>
                <a:gd name="csX10" fmla="*/ 13359 w 151083"/>
                <a:gd name="csY10" fmla="*/ 49891 h 137558"/>
                <a:gd name="csX11" fmla="*/ 17303 w 151083"/>
                <a:gd name="csY11" fmla="*/ 46550 h 137558"/>
                <a:gd name="csX12" fmla="*/ 57956 w 151083"/>
                <a:gd name="csY12" fmla="*/ 6771 h 137558"/>
                <a:gd name="csX13" fmla="*/ 74339 w 151083"/>
                <a:gd name="csY13" fmla="*/ 27116 h 137558"/>
                <a:gd name="csX14" fmla="*/ 57956 w 151083"/>
                <a:gd name="csY14" fmla="*/ 99387 h 137558"/>
                <a:gd name="csX15" fmla="*/ 29135 w 151083"/>
                <a:gd name="csY15" fmla="*/ 130968 h 137558"/>
                <a:gd name="csX16" fmla="*/ 13966 w 151083"/>
                <a:gd name="csY16" fmla="*/ 127021 h 137558"/>
                <a:gd name="csX17" fmla="*/ 28225 w 151083"/>
                <a:gd name="csY17" fmla="*/ 110623 h 137558"/>
                <a:gd name="csX18" fmla="*/ 17000 w 151083"/>
                <a:gd name="csY18" fmla="*/ 99995 h 137558"/>
                <a:gd name="csX19" fmla="*/ 314 w 151083"/>
                <a:gd name="csY19" fmla="*/ 117607 h 137558"/>
                <a:gd name="csX20" fmla="*/ 28831 w 151083"/>
                <a:gd name="csY20" fmla="*/ 137649 h 137558"/>
                <a:gd name="csX21" fmla="*/ 60686 w 151083"/>
                <a:gd name="csY21" fmla="*/ 114570 h 137558"/>
                <a:gd name="csX22" fmla="*/ 93452 w 151083"/>
                <a:gd name="csY22" fmla="*/ 137649 h 137558"/>
                <a:gd name="csX23" fmla="*/ 141993 w 151083"/>
                <a:gd name="csY23" fmla="*/ 90885 h 137558"/>
                <a:gd name="csX24" fmla="*/ 138352 w 151083"/>
                <a:gd name="csY24" fmla="*/ 87848 h 137558"/>
                <a:gd name="csX25" fmla="*/ 134408 w 151083"/>
                <a:gd name="csY25" fmla="*/ 91189 h 137558"/>
                <a:gd name="csX26" fmla="*/ 94058 w 151083"/>
                <a:gd name="csY26" fmla="*/ 130968 h 137558"/>
                <a:gd name="csX27" fmla="*/ 77372 w 151083"/>
                <a:gd name="csY27" fmla="*/ 110927 h 137558"/>
                <a:gd name="csX28" fmla="*/ 82530 w 151083"/>
                <a:gd name="csY28" fmla="*/ 84204 h 137558"/>
                <a:gd name="csX29" fmla="*/ 92845 w 151083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083" h="137558">
                  <a:moveTo>
                    <a:pt x="92845" y="42603"/>
                  </a:moveTo>
                  <a:cubicBezTo>
                    <a:pt x="94665" y="34708"/>
                    <a:pt x="101643" y="6771"/>
                    <a:pt x="122880" y="6771"/>
                  </a:cubicBezTo>
                  <a:cubicBezTo>
                    <a:pt x="124396" y="6771"/>
                    <a:pt x="131678" y="6771"/>
                    <a:pt x="138049" y="10718"/>
                  </a:cubicBezTo>
                  <a:cubicBezTo>
                    <a:pt x="129554" y="12237"/>
                    <a:pt x="123486" y="19828"/>
                    <a:pt x="123486" y="27116"/>
                  </a:cubicBezTo>
                  <a:cubicBezTo>
                    <a:pt x="123486" y="31975"/>
                    <a:pt x="126824" y="37744"/>
                    <a:pt x="135015" y="37744"/>
                  </a:cubicBezTo>
                  <a:cubicBezTo>
                    <a:pt x="141689" y="37744"/>
                    <a:pt x="151397" y="32278"/>
                    <a:pt x="151397" y="20132"/>
                  </a:cubicBezTo>
                  <a:cubicBezTo>
                    <a:pt x="151397" y="4341"/>
                    <a:pt x="133498" y="90"/>
                    <a:pt x="123183" y="90"/>
                  </a:cubicBezTo>
                  <a:cubicBezTo>
                    <a:pt x="105587" y="90"/>
                    <a:pt x="94968" y="16184"/>
                    <a:pt x="91328" y="23168"/>
                  </a:cubicBezTo>
                  <a:cubicBezTo>
                    <a:pt x="83743" y="3127"/>
                    <a:pt x="67361" y="90"/>
                    <a:pt x="58563" y="90"/>
                  </a:cubicBezTo>
                  <a:cubicBezTo>
                    <a:pt x="27011" y="90"/>
                    <a:pt x="9718" y="39263"/>
                    <a:pt x="9718" y="46854"/>
                  </a:cubicBezTo>
                  <a:cubicBezTo>
                    <a:pt x="9718" y="49891"/>
                    <a:pt x="12752" y="49891"/>
                    <a:pt x="13359" y="49891"/>
                  </a:cubicBezTo>
                  <a:cubicBezTo>
                    <a:pt x="15786" y="49891"/>
                    <a:pt x="16696" y="49283"/>
                    <a:pt x="17303" y="46550"/>
                  </a:cubicBezTo>
                  <a:cubicBezTo>
                    <a:pt x="27618" y="14362"/>
                    <a:pt x="47641" y="6771"/>
                    <a:pt x="57956" y="6771"/>
                  </a:cubicBezTo>
                  <a:cubicBezTo>
                    <a:pt x="63720" y="6771"/>
                    <a:pt x="74339" y="9504"/>
                    <a:pt x="74339" y="27116"/>
                  </a:cubicBezTo>
                  <a:cubicBezTo>
                    <a:pt x="74339" y="36530"/>
                    <a:pt x="69181" y="56875"/>
                    <a:pt x="57956" y="99387"/>
                  </a:cubicBezTo>
                  <a:cubicBezTo>
                    <a:pt x="53102" y="118214"/>
                    <a:pt x="42484" y="130968"/>
                    <a:pt x="29135" y="130968"/>
                  </a:cubicBezTo>
                  <a:cubicBezTo>
                    <a:pt x="27315" y="130968"/>
                    <a:pt x="20337" y="130968"/>
                    <a:pt x="13966" y="127021"/>
                  </a:cubicBezTo>
                  <a:cubicBezTo>
                    <a:pt x="21550" y="125502"/>
                    <a:pt x="28225" y="119125"/>
                    <a:pt x="28225" y="110623"/>
                  </a:cubicBezTo>
                  <a:cubicBezTo>
                    <a:pt x="28225" y="102424"/>
                    <a:pt x="21550" y="99995"/>
                    <a:pt x="17000" y="99995"/>
                  </a:cubicBezTo>
                  <a:cubicBezTo>
                    <a:pt x="7898" y="99995"/>
                    <a:pt x="314" y="107890"/>
                    <a:pt x="314" y="117607"/>
                  </a:cubicBezTo>
                  <a:cubicBezTo>
                    <a:pt x="314" y="131576"/>
                    <a:pt x="15483" y="137649"/>
                    <a:pt x="28831" y="137649"/>
                  </a:cubicBezTo>
                  <a:cubicBezTo>
                    <a:pt x="48855" y="137649"/>
                    <a:pt x="59776" y="116392"/>
                    <a:pt x="60686" y="114570"/>
                  </a:cubicBezTo>
                  <a:cubicBezTo>
                    <a:pt x="64327" y="125806"/>
                    <a:pt x="75249" y="137649"/>
                    <a:pt x="93452" y="137649"/>
                  </a:cubicBezTo>
                  <a:cubicBezTo>
                    <a:pt x="124700" y="137649"/>
                    <a:pt x="141993" y="98476"/>
                    <a:pt x="141993" y="90885"/>
                  </a:cubicBezTo>
                  <a:cubicBezTo>
                    <a:pt x="141993" y="87848"/>
                    <a:pt x="139262" y="87848"/>
                    <a:pt x="138352" y="87848"/>
                  </a:cubicBezTo>
                  <a:cubicBezTo>
                    <a:pt x="135622" y="87848"/>
                    <a:pt x="135015" y="89063"/>
                    <a:pt x="134408" y="91189"/>
                  </a:cubicBezTo>
                  <a:cubicBezTo>
                    <a:pt x="124396" y="123680"/>
                    <a:pt x="103767" y="130968"/>
                    <a:pt x="94058" y="130968"/>
                  </a:cubicBezTo>
                  <a:cubicBezTo>
                    <a:pt x="82226" y="130968"/>
                    <a:pt x="77372" y="121251"/>
                    <a:pt x="77372" y="110927"/>
                  </a:cubicBezTo>
                  <a:cubicBezTo>
                    <a:pt x="77372" y="104246"/>
                    <a:pt x="79193" y="97565"/>
                    <a:pt x="82530" y="84204"/>
                  </a:cubicBezTo>
                  <a:lnTo>
                    <a:pt x="92845" y="4260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942689-1398-5F10-E9D1-17DAD36DCC1D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1788281" y="8057900"/>
              <a:ext cx="77301" cy="141141"/>
            </a:xfrm>
            <a:custGeom>
              <a:avLst/>
              <a:gdLst>
                <a:gd name="csX0" fmla="*/ 48314 w 77301"/>
                <a:gd name="csY0" fmla="*/ 6043 h 141141"/>
                <a:gd name="csX1" fmla="*/ 41943 w 77301"/>
                <a:gd name="csY1" fmla="*/ 92 h 141141"/>
                <a:gd name="csX2" fmla="*/ 319 w 77301"/>
                <a:gd name="csY2" fmla="*/ 13696 h 141141"/>
                <a:gd name="csX3" fmla="*/ 319 w 77301"/>
                <a:gd name="csY3" fmla="*/ 21348 h 141141"/>
                <a:gd name="csX4" fmla="*/ 31112 w 77301"/>
                <a:gd name="csY4" fmla="*/ 15396 h 141141"/>
                <a:gd name="csX5" fmla="*/ 31112 w 77301"/>
                <a:gd name="csY5" fmla="*/ 123803 h 141141"/>
                <a:gd name="csX6" fmla="*/ 9876 w 77301"/>
                <a:gd name="csY6" fmla="*/ 133581 h 141141"/>
                <a:gd name="csX7" fmla="*/ 1806 w 77301"/>
                <a:gd name="csY7" fmla="*/ 133581 h 141141"/>
                <a:gd name="csX8" fmla="*/ 1806 w 77301"/>
                <a:gd name="csY8" fmla="*/ 141233 h 141141"/>
                <a:gd name="csX9" fmla="*/ 39607 w 77301"/>
                <a:gd name="csY9" fmla="*/ 140383 h 141141"/>
                <a:gd name="csX10" fmla="*/ 77621 w 77301"/>
                <a:gd name="csY10" fmla="*/ 141233 h 141141"/>
                <a:gd name="csX11" fmla="*/ 77621 w 77301"/>
                <a:gd name="csY11" fmla="*/ 133581 h 141141"/>
                <a:gd name="csX12" fmla="*/ 69551 w 77301"/>
                <a:gd name="csY12" fmla="*/ 133581 h 141141"/>
                <a:gd name="csX13" fmla="*/ 48314 w 77301"/>
                <a:gd name="csY13" fmla="*/ 123803 h 141141"/>
                <a:gd name="csX14" fmla="*/ 48314 w 77301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01" h="141141">
                  <a:moveTo>
                    <a:pt x="48314" y="6043"/>
                  </a:moveTo>
                  <a:cubicBezTo>
                    <a:pt x="48314" y="304"/>
                    <a:pt x="47889" y="92"/>
                    <a:pt x="41943" y="92"/>
                  </a:cubicBezTo>
                  <a:cubicBezTo>
                    <a:pt x="28352" y="13483"/>
                    <a:pt x="9026" y="13696"/>
                    <a:pt x="319" y="13696"/>
                  </a:cubicBezTo>
                  <a:lnTo>
                    <a:pt x="319" y="21348"/>
                  </a:lnTo>
                  <a:cubicBezTo>
                    <a:pt x="5416" y="21348"/>
                    <a:pt x="19432" y="21348"/>
                    <a:pt x="31112" y="15396"/>
                  </a:cubicBezTo>
                  <a:lnTo>
                    <a:pt x="31112" y="123803"/>
                  </a:lnTo>
                  <a:cubicBezTo>
                    <a:pt x="31112" y="130818"/>
                    <a:pt x="31112" y="133581"/>
                    <a:pt x="9876" y="133581"/>
                  </a:cubicBezTo>
                  <a:lnTo>
                    <a:pt x="1806" y="133581"/>
                  </a:lnTo>
                  <a:lnTo>
                    <a:pt x="1806" y="141233"/>
                  </a:lnTo>
                  <a:cubicBezTo>
                    <a:pt x="5628" y="141021"/>
                    <a:pt x="31750" y="140383"/>
                    <a:pt x="39607" y="140383"/>
                  </a:cubicBezTo>
                  <a:cubicBezTo>
                    <a:pt x="46191" y="140383"/>
                    <a:pt x="72949" y="141021"/>
                    <a:pt x="77621" y="141233"/>
                  </a:cubicBezTo>
                  <a:lnTo>
                    <a:pt x="77621" y="133581"/>
                  </a:lnTo>
                  <a:lnTo>
                    <a:pt x="69551" y="133581"/>
                  </a:lnTo>
                  <a:cubicBezTo>
                    <a:pt x="48314" y="133581"/>
                    <a:pt x="48314" y="130818"/>
                    <a:pt x="48314" y="123803"/>
                  </a:cubicBezTo>
                  <a:lnTo>
                    <a:pt x="48314" y="6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93B1D5A-1445-BF34-CD0D-661E807D7863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1927325" y="8121305"/>
              <a:ext cx="35495" cy="90794"/>
            </a:xfrm>
            <a:custGeom>
              <a:avLst/>
              <a:gdLst>
                <a:gd name="csX0" fmla="*/ 35819 w 35495"/>
                <a:gd name="csY0" fmla="*/ 31975 h 90794"/>
                <a:gd name="csX1" fmla="*/ 16403 w 35495"/>
                <a:gd name="csY1" fmla="*/ 90 h 90794"/>
                <a:gd name="csX2" fmla="*/ 324 w 35495"/>
                <a:gd name="csY2" fmla="*/ 16184 h 90794"/>
                <a:gd name="csX3" fmla="*/ 16403 w 35495"/>
                <a:gd name="csY3" fmla="*/ 32278 h 90794"/>
                <a:gd name="csX4" fmla="*/ 27021 w 35495"/>
                <a:gd name="csY4" fmla="*/ 28331 h 90794"/>
                <a:gd name="csX5" fmla="*/ 28538 w 35495"/>
                <a:gd name="csY5" fmla="*/ 27420 h 90794"/>
                <a:gd name="csX6" fmla="*/ 29145 w 35495"/>
                <a:gd name="csY6" fmla="*/ 31975 h 90794"/>
                <a:gd name="csX7" fmla="*/ 8515 w 35495"/>
                <a:gd name="csY7" fmla="*/ 82686 h 90794"/>
                <a:gd name="csX8" fmla="*/ 5178 w 35495"/>
                <a:gd name="csY8" fmla="*/ 87545 h 90794"/>
                <a:gd name="csX9" fmla="*/ 8212 w 35495"/>
                <a:gd name="csY9" fmla="*/ 90885 h 90794"/>
                <a:gd name="csX10" fmla="*/ 35819 w 35495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5" h="90794">
                  <a:moveTo>
                    <a:pt x="35819" y="31975"/>
                  </a:moveTo>
                  <a:cubicBezTo>
                    <a:pt x="35819" y="11933"/>
                    <a:pt x="28235" y="90"/>
                    <a:pt x="16403" y="90"/>
                  </a:cubicBezTo>
                  <a:cubicBezTo>
                    <a:pt x="6391" y="90"/>
                    <a:pt x="324" y="7682"/>
                    <a:pt x="324" y="16184"/>
                  </a:cubicBezTo>
                  <a:cubicBezTo>
                    <a:pt x="324" y="24383"/>
                    <a:pt x="6391" y="32278"/>
                    <a:pt x="16403" y="32278"/>
                  </a:cubicBezTo>
                  <a:cubicBezTo>
                    <a:pt x="20044" y="32278"/>
                    <a:pt x="23987" y="31064"/>
                    <a:pt x="27021" y="28331"/>
                  </a:cubicBezTo>
                  <a:cubicBezTo>
                    <a:pt x="27931" y="27723"/>
                    <a:pt x="28235" y="27420"/>
                    <a:pt x="28538" y="27420"/>
                  </a:cubicBezTo>
                  <a:cubicBezTo>
                    <a:pt x="28842" y="27420"/>
                    <a:pt x="29145" y="27723"/>
                    <a:pt x="29145" y="31975"/>
                  </a:cubicBezTo>
                  <a:cubicBezTo>
                    <a:pt x="29145" y="54446"/>
                    <a:pt x="18527" y="72665"/>
                    <a:pt x="8515" y="82686"/>
                  </a:cubicBezTo>
                  <a:cubicBezTo>
                    <a:pt x="5178" y="86026"/>
                    <a:pt x="5178" y="86634"/>
                    <a:pt x="5178" y="87545"/>
                  </a:cubicBezTo>
                  <a:cubicBezTo>
                    <a:pt x="5178" y="89670"/>
                    <a:pt x="6695" y="90885"/>
                    <a:pt x="8212" y="90885"/>
                  </a:cubicBezTo>
                  <a:cubicBezTo>
                    <a:pt x="11549" y="90885"/>
                    <a:pt x="35819" y="67503"/>
                    <a:pt x="35819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2BB3AF6-CB55-B1E6-6BA8-8C0877CBF5EA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2062160" y="8121305"/>
              <a:ext cx="32158" cy="32188"/>
            </a:xfrm>
            <a:custGeom>
              <a:avLst/>
              <a:gdLst>
                <a:gd name="csX0" fmla="*/ 32487 w 32158"/>
                <a:gd name="csY0" fmla="*/ 16184 h 32188"/>
                <a:gd name="csX1" fmla="*/ 16407 w 32158"/>
                <a:gd name="csY1" fmla="*/ 90 h 32188"/>
                <a:gd name="csX2" fmla="*/ 328 w 32158"/>
                <a:gd name="csY2" fmla="*/ 16184 h 32188"/>
                <a:gd name="csX3" fmla="*/ 16407 w 32158"/>
                <a:gd name="csY3" fmla="*/ 32278 h 32188"/>
                <a:gd name="csX4" fmla="*/ 32487 w 32158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58" h="32188">
                  <a:moveTo>
                    <a:pt x="32487" y="16184"/>
                  </a:moveTo>
                  <a:cubicBezTo>
                    <a:pt x="32487" y="7378"/>
                    <a:pt x="25205" y="90"/>
                    <a:pt x="16407" y="90"/>
                  </a:cubicBezTo>
                  <a:cubicBezTo>
                    <a:pt x="7609" y="90"/>
                    <a:pt x="328" y="7378"/>
                    <a:pt x="328" y="16184"/>
                  </a:cubicBezTo>
                  <a:cubicBezTo>
                    <a:pt x="328" y="24990"/>
                    <a:pt x="7609" y="32278"/>
                    <a:pt x="16407" y="32278"/>
                  </a:cubicBezTo>
                  <a:cubicBezTo>
                    <a:pt x="25205" y="32278"/>
                    <a:pt x="32487" y="24990"/>
                    <a:pt x="32487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419DD16-056A-9307-35C5-CC58AF91F654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2196995" y="8121305"/>
              <a:ext cx="32158" cy="32188"/>
            </a:xfrm>
            <a:custGeom>
              <a:avLst/>
              <a:gdLst>
                <a:gd name="csX0" fmla="*/ 32491 w 32158"/>
                <a:gd name="csY0" fmla="*/ 16184 h 32188"/>
                <a:gd name="csX1" fmla="*/ 16412 w 32158"/>
                <a:gd name="csY1" fmla="*/ 90 h 32188"/>
                <a:gd name="csX2" fmla="*/ 333 w 32158"/>
                <a:gd name="csY2" fmla="*/ 16184 h 32188"/>
                <a:gd name="csX3" fmla="*/ 16412 w 32158"/>
                <a:gd name="csY3" fmla="*/ 32278 h 32188"/>
                <a:gd name="csX4" fmla="*/ 32491 w 32158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58" h="32188">
                  <a:moveTo>
                    <a:pt x="32491" y="16184"/>
                  </a:moveTo>
                  <a:cubicBezTo>
                    <a:pt x="32491" y="7378"/>
                    <a:pt x="25210" y="90"/>
                    <a:pt x="16412" y="90"/>
                  </a:cubicBezTo>
                  <a:cubicBezTo>
                    <a:pt x="7614" y="90"/>
                    <a:pt x="333" y="7378"/>
                    <a:pt x="333" y="16184"/>
                  </a:cubicBezTo>
                  <a:cubicBezTo>
                    <a:pt x="333" y="24990"/>
                    <a:pt x="7614" y="32278"/>
                    <a:pt x="16412" y="32278"/>
                  </a:cubicBezTo>
                  <a:cubicBezTo>
                    <a:pt x="25210" y="32278"/>
                    <a:pt x="32491" y="24990"/>
                    <a:pt x="32491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A0BABFB-7B01-BC40-0B24-F5C074753231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2331830" y="8121305"/>
              <a:ext cx="32158" cy="32188"/>
            </a:xfrm>
            <a:custGeom>
              <a:avLst/>
              <a:gdLst>
                <a:gd name="csX0" fmla="*/ 32495 w 32158"/>
                <a:gd name="csY0" fmla="*/ 16184 h 32188"/>
                <a:gd name="csX1" fmla="*/ 16416 w 32158"/>
                <a:gd name="csY1" fmla="*/ 90 h 32188"/>
                <a:gd name="csX2" fmla="*/ 337 w 32158"/>
                <a:gd name="csY2" fmla="*/ 16184 h 32188"/>
                <a:gd name="csX3" fmla="*/ 16416 w 32158"/>
                <a:gd name="csY3" fmla="*/ 32278 h 32188"/>
                <a:gd name="csX4" fmla="*/ 32495 w 32158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158" h="32188">
                  <a:moveTo>
                    <a:pt x="32495" y="16184"/>
                  </a:moveTo>
                  <a:cubicBezTo>
                    <a:pt x="32495" y="7378"/>
                    <a:pt x="25214" y="90"/>
                    <a:pt x="16416" y="90"/>
                  </a:cubicBezTo>
                  <a:cubicBezTo>
                    <a:pt x="7618" y="90"/>
                    <a:pt x="337" y="7378"/>
                    <a:pt x="337" y="16184"/>
                  </a:cubicBezTo>
                  <a:cubicBezTo>
                    <a:pt x="337" y="24990"/>
                    <a:pt x="7618" y="32278"/>
                    <a:pt x="16416" y="32278"/>
                  </a:cubicBezTo>
                  <a:cubicBezTo>
                    <a:pt x="25214" y="32278"/>
                    <a:pt x="32495" y="24990"/>
                    <a:pt x="32495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4AC0610-6147-CB94-E6B1-F7186C6F8294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2466665" y="8121305"/>
              <a:ext cx="35495" cy="90794"/>
            </a:xfrm>
            <a:custGeom>
              <a:avLst/>
              <a:gdLst>
                <a:gd name="csX0" fmla="*/ 35837 w 35495"/>
                <a:gd name="csY0" fmla="*/ 31975 h 90794"/>
                <a:gd name="csX1" fmla="*/ 16421 w 35495"/>
                <a:gd name="csY1" fmla="*/ 90 h 90794"/>
                <a:gd name="csX2" fmla="*/ 341 w 35495"/>
                <a:gd name="csY2" fmla="*/ 16184 h 90794"/>
                <a:gd name="csX3" fmla="*/ 16421 w 35495"/>
                <a:gd name="csY3" fmla="*/ 32278 h 90794"/>
                <a:gd name="csX4" fmla="*/ 27039 w 35495"/>
                <a:gd name="csY4" fmla="*/ 28331 h 90794"/>
                <a:gd name="csX5" fmla="*/ 28556 w 35495"/>
                <a:gd name="csY5" fmla="*/ 27420 h 90794"/>
                <a:gd name="csX6" fmla="*/ 29163 w 35495"/>
                <a:gd name="csY6" fmla="*/ 31975 h 90794"/>
                <a:gd name="csX7" fmla="*/ 8533 w 35495"/>
                <a:gd name="csY7" fmla="*/ 82686 h 90794"/>
                <a:gd name="csX8" fmla="*/ 5196 w 35495"/>
                <a:gd name="csY8" fmla="*/ 87545 h 90794"/>
                <a:gd name="csX9" fmla="*/ 8229 w 35495"/>
                <a:gd name="csY9" fmla="*/ 90885 h 90794"/>
                <a:gd name="csX10" fmla="*/ 35837 w 35495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95" h="90794">
                  <a:moveTo>
                    <a:pt x="35837" y="31975"/>
                  </a:moveTo>
                  <a:cubicBezTo>
                    <a:pt x="35837" y="11933"/>
                    <a:pt x="28253" y="90"/>
                    <a:pt x="16421" y="90"/>
                  </a:cubicBezTo>
                  <a:cubicBezTo>
                    <a:pt x="6409" y="90"/>
                    <a:pt x="341" y="7682"/>
                    <a:pt x="341" y="16184"/>
                  </a:cubicBezTo>
                  <a:cubicBezTo>
                    <a:pt x="341" y="24383"/>
                    <a:pt x="6409" y="32278"/>
                    <a:pt x="16421" y="32278"/>
                  </a:cubicBezTo>
                  <a:cubicBezTo>
                    <a:pt x="20061" y="32278"/>
                    <a:pt x="24005" y="31064"/>
                    <a:pt x="27039" y="28331"/>
                  </a:cubicBezTo>
                  <a:cubicBezTo>
                    <a:pt x="27949" y="27723"/>
                    <a:pt x="28253" y="27420"/>
                    <a:pt x="28556" y="27420"/>
                  </a:cubicBezTo>
                  <a:cubicBezTo>
                    <a:pt x="28859" y="27420"/>
                    <a:pt x="29163" y="27723"/>
                    <a:pt x="29163" y="31975"/>
                  </a:cubicBezTo>
                  <a:cubicBezTo>
                    <a:pt x="29163" y="54446"/>
                    <a:pt x="18544" y="72665"/>
                    <a:pt x="8533" y="82686"/>
                  </a:cubicBezTo>
                  <a:cubicBezTo>
                    <a:pt x="5196" y="86026"/>
                    <a:pt x="5196" y="86634"/>
                    <a:pt x="5196" y="87545"/>
                  </a:cubicBezTo>
                  <a:cubicBezTo>
                    <a:pt x="5196" y="89670"/>
                    <a:pt x="6712" y="90885"/>
                    <a:pt x="8229" y="90885"/>
                  </a:cubicBezTo>
                  <a:cubicBezTo>
                    <a:pt x="11567" y="90885"/>
                    <a:pt x="35837" y="67503"/>
                    <a:pt x="35837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D94EBD2-CC6E-F84A-A778-71777F882868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2584207" y="8019275"/>
              <a:ext cx="151083" cy="137558"/>
            </a:xfrm>
            <a:custGeom>
              <a:avLst/>
              <a:gdLst>
                <a:gd name="csX0" fmla="*/ 92877 w 151083"/>
                <a:gd name="csY0" fmla="*/ 42603 h 137558"/>
                <a:gd name="csX1" fmla="*/ 122912 w 151083"/>
                <a:gd name="csY1" fmla="*/ 6771 h 137558"/>
                <a:gd name="csX2" fmla="*/ 138081 w 151083"/>
                <a:gd name="csY2" fmla="*/ 10718 h 137558"/>
                <a:gd name="csX3" fmla="*/ 123519 w 151083"/>
                <a:gd name="csY3" fmla="*/ 27116 h 137558"/>
                <a:gd name="csX4" fmla="*/ 135047 w 151083"/>
                <a:gd name="csY4" fmla="*/ 37744 h 137558"/>
                <a:gd name="csX5" fmla="*/ 151430 w 151083"/>
                <a:gd name="csY5" fmla="*/ 20132 h 137558"/>
                <a:gd name="csX6" fmla="*/ 123215 w 151083"/>
                <a:gd name="csY6" fmla="*/ 90 h 137558"/>
                <a:gd name="csX7" fmla="*/ 91360 w 151083"/>
                <a:gd name="csY7" fmla="*/ 23168 h 137558"/>
                <a:gd name="csX8" fmla="*/ 58595 w 151083"/>
                <a:gd name="csY8" fmla="*/ 90 h 137558"/>
                <a:gd name="csX9" fmla="*/ 9751 w 151083"/>
                <a:gd name="csY9" fmla="*/ 46854 h 137558"/>
                <a:gd name="csX10" fmla="*/ 13391 w 151083"/>
                <a:gd name="csY10" fmla="*/ 49891 h 137558"/>
                <a:gd name="csX11" fmla="*/ 17335 w 151083"/>
                <a:gd name="csY11" fmla="*/ 46550 h 137558"/>
                <a:gd name="csX12" fmla="*/ 57988 w 151083"/>
                <a:gd name="csY12" fmla="*/ 6771 h 137558"/>
                <a:gd name="csX13" fmla="*/ 74371 w 151083"/>
                <a:gd name="csY13" fmla="*/ 27116 h 137558"/>
                <a:gd name="csX14" fmla="*/ 57988 w 151083"/>
                <a:gd name="csY14" fmla="*/ 99387 h 137558"/>
                <a:gd name="csX15" fmla="*/ 29167 w 151083"/>
                <a:gd name="csY15" fmla="*/ 130968 h 137558"/>
                <a:gd name="csX16" fmla="*/ 13998 w 151083"/>
                <a:gd name="csY16" fmla="*/ 127021 h 137558"/>
                <a:gd name="csX17" fmla="*/ 28257 w 151083"/>
                <a:gd name="csY17" fmla="*/ 110623 h 137558"/>
                <a:gd name="csX18" fmla="*/ 17032 w 151083"/>
                <a:gd name="csY18" fmla="*/ 99995 h 137558"/>
                <a:gd name="csX19" fmla="*/ 346 w 151083"/>
                <a:gd name="csY19" fmla="*/ 117607 h 137558"/>
                <a:gd name="csX20" fmla="*/ 28864 w 151083"/>
                <a:gd name="csY20" fmla="*/ 137649 h 137558"/>
                <a:gd name="csX21" fmla="*/ 60719 w 151083"/>
                <a:gd name="csY21" fmla="*/ 114570 h 137558"/>
                <a:gd name="csX22" fmla="*/ 93484 w 151083"/>
                <a:gd name="csY22" fmla="*/ 137649 h 137558"/>
                <a:gd name="csX23" fmla="*/ 142025 w 151083"/>
                <a:gd name="csY23" fmla="*/ 90885 h 137558"/>
                <a:gd name="csX24" fmla="*/ 138384 w 151083"/>
                <a:gd name="csY24" fmla="*/ 87848 h 137558"/>
                <a:gd name="csX25" fmla="*/ 134440 w 151083"/>
                <a:gd name="csY25" fmla="*/ 91189 h 137558"/>
                <a:gd name="csX26" fmla="*/ 94091 w 151083"/>
                <a:gd name="csY26" fmla="*/ 130968 h 137558"/>
                <a:gd name="csX27" fmla="*/ 77405 w 151083"/>
                <a:gd name="csY27" fmla="*/ 110927 h 137558"/>
                <a:gd name="csX28" fmla="*/ 82562 w 151083"/>
                <a:gd name="csY28" fmla="*/ 84204 h 137558"/>
                <a:gd name="csX29" fmla="*/ 92877 w 151083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083" h="137558">
                  <a:moveTo>
                    <a:pt x="92877" y="42603"/>
                  </a:moveTo>
                  <a:cubicBezTo>
                    <a:pt x="94697" y="34708"/>
                    <a:pt x="101675" y="6771"/>
                    <a:pt x="122912" y="6771"/>
                  </a:cubicBezTo>
                  <a:cubicBezTo>
                    <a:pt x="124429" y="6771"/>
                    <a:pt x="131710" y="6771"/>
                    <a:pt x="138081" y="10718"/>
                  </a:cubicBezTo>
                  <a:cubicBezTo>
                    <a:pt x="129586" y="12237"/>
                    <a:pt x="123519" y="19828"/>
                    <a:pt x="123519" y="27116"/>
                  </a:cubicBezTo>
                  <a:cubicBezTo>
                    <a:pt x="123519" y="31975"/>
                    <a:pt x="126856" y="37744"/>
                    <a:pt x="135047" y="37744"/>
                  </a:cubicBezTo>
                  <a:cubicBezTo>
                    <a:pt x="141722" y="37744"/>
                    <a:pt x="151430" y="32278"/>
                    <a:pt x="151430" y="20132"/>
                  </a:cubicBezTo>
                  <a:cubicBezTo>
                    <a:pt x="151430" y="4341"/>
                    <a:pt x="133530" y="90"/>
                    <a:pt x="123215" y="90"/>
                  </a:cubicBezTo>
                  <a:cubicBezTo>
                    <a:pt x="105619" y="90"/>
                    <a:pt x="95001" y="16184"/>
                    <a:pt x="91360" y="23168"/>
                  </a:cubicBezTo>
                  <a:cubicBezTo>
                    <a:pt x="83776" y="3127"/>
                    <a:pt x="67393" y="90"/>
                    <a:pt x="58595" y="90"/>
                  </a:cubicBezTo>
                  <a:cubicBezTo>
                    <a:pt x="27043" y="90"/>
                    <a:pt x="9751" y="39263"/>
                    <a:pt x="9751" y="46854"/>
                  </a:cubicBezTo>
                  <a:cubicBezTo>
                    <a:pt x="9751" y="49891"/>
                    <a:pt x="12785" y="49891"/>
                    <a:pt x="13391" y="49891"/>
                  </a:cubicBezTo>
                  <a:cubicBezTo>
                    <a:pt x="15818" y="49891"/>
                    <a:pt x="16728" y="49283"/>
                    <a:pt x="17335" y="46550"/>
                  </a:cubicBezTo>
                  <a:cubicBezTo>
                    <a:pt x="27650" y="14362"/>
                    <a:pt x="47673" y="6771"/>
                    <a:pt x="57988" y="6771"/>
                  </a:cubicBezTo>
                  <a:cubicBezTo>
                    <a:pt x="63753" y="6771"/>
                    <a:pt x="74371" y="9504"/>
                    <a:pt x="74371" y="27116"/>
                  </a:cubicBezTo>
                  <a:cubicBezTo>
                    <a:pt x="74371" y="36530"/>
                    <a:pt x="69213" y="56875"/>
                    <a:pt x="57988" y="99387"/>
                  </a:cubicBezTo>
                  <a:cubicBezTo>
                    <a:pt x="53134" y="118214"/>
                    <a:pt x="42516" y="130968"/>
                    <a:pt x="29167" y="130968"/>
                  </a:cubicBezTo>
                  <a:cubicBezTo>
                    <a:pt x="27347" y="130968"/>
                    <a:pt x="20369" y="130968"/>
                    <a:pt x="13998" y="127021"/>
                  </a:cubicBezTo>
                  <a:cubicBezTo>
                    <a:pt x="21583" y="125502"/>
                    <a:pt x="28257" y="119125"/>
                    <a:pt x="28257" y="110623"/>
                  </a:cubicBezTo>
                  <a:cubicBezTo>
                    <a:pt x="28257" y="102424"/>
                    <a:pt x="21583" y="99995"/>
                    <a:pt x="17032" y="99995"/>
                  </a:cubicBezTo>
                  <a:cubicBezTo>
                    <a:pt x="7930" y="99995"/>
                    <a:pt x="346" y="107890"/>
                    <a:pt x="346" y="117607"/>
                  </a:cubicBezTo>
                  <a:cubicBezTo>
                    <a:pt x="346" y="131576"/>
                    <a:pt x="15515" y="137649"/>
                    <a:pt x="28864" y="137649"/>
                  </a:cubicBezTo>
                  <a:cubicBezTo>
                    <a:pt x="48887" y="137649"/>
                    <a:pt x="59809" y="116392"/>
                    <a:pt x="60719" y="114570"/>
                  </a:cubicBezTo>
                  <a:cubicBezTo>
                    <a:pt x="64359" y="125806"/>
                    <a:pt x="75281" y="137649"/>
                    <a:pt x="93484" y="137649"/>
                  </a:cubicBezTo>
                  <a:cubicBezTo>
                    <a:pt x="124732" y="137649"/>
                    <a:pt x="142025" y="98476"/>
                    <a:pt x="142025" y="90885"/>
                  </a:cubicBezTo>
                  <a:cubicBezTo>
                    <a:pt x="142025" y="87848"/>
                    <a:pt x="139294" y="87848"/>
                    <a:pt x="138384" y="87848"/>
                  </a:cubicBezTo>
                  <a:cubicBezTo>
                    <a:pt x="135654" y="87848"/>
                    <a:pt x="135047" y="89063"/>
                    <a:pt x="134440" y="91189"/>
                  </a:cubicBezTo>
                  <a:cubicBezTo>
                    <a:pt x="124429" y="123680"/>
                    <a:pt x="103799" y="130968"/>
                    <a:pt x="94091" y="130968"/>
                  </a:cubicBezTo>
                  <a:cubicBezTo>
                    <a:pt x="82259" y="130968"/>
                    <a:pt x="77405" y="121251"/>
                    <a:pt x="77405" y="110927"/>
                  </a:cubicBezTo>
                  <a:cubicBezTo>
                    <a:pt x="77405" y="104246"/>
                    <a:pt x="79225" y="97565"/>
                    <a:pt x="82562" y="84204"/>
                  </a:cubicBezTo>
                  <a:lnTo>
                    <a:pt x="92877" y="4260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0CCFA1A-4101-AB21-ED32-F3BF5494FA3C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2758782" y="8058113"/>
              <a:ext cx="64347" cy="143054"/>
            </a:xfrm>
            <a:custGeom>
              <a:avLst/>
              <a:gdLst>
                <a:gd name="csX0" fmla="*/ 59177 w 64347"/>
                <a:gd name="csY0" fmla="*/ 8169 h 143054"/>
                <a:gd name="csX1" fmla="*/ 50683 w 64347"/>
                <a:gd name="csY1" fmla="*/ 92 h 143054"/>
                <a:gd name="csX2" fmla="*/ 38790 w 64347"/>
                <a:gd name="csY2" fmla="*/ 11783 h 143054"/>
                <a:gd name="csX3" fmla="*/ 47285 w 64347"/>
                <a:gd name="csY3" fmla="*/ 19860 h 143054"/>
                <a:gd name="csX4" fmla="*/ 59177 w 64347"/>
                <a:gd name="csY4" fmla="*/ 8169 h 143054"/>
                <a:gd name="csX5" fmla="*/ 15854 w 64347"/>
                <a:gd name="csY5" fmla="*/ 116151 h 143054"/>
                <a:gd name="csX6" fmla="*/ 13943 w 64347"/>
                <a:gd name="csY6" fmla="*/ 125079 h 143054"/>
                <a:gd name="csX7" fmla="*/ 34118 w 64347"/>
                <a:gd name="csY7" fmla="*/ 143146 h 143054"/>
                <a:gd name="csX8" fmla="*/ 64699 w 64347"/>
                <a:gd name="csY8" fmla="*/ 110624 h 143054"/>
                <a:gd name="csX9" fmla="*/ 61301 w 64347"/>
                <a:gd name="csY9" fmla="*/ 107861 h 143054"/>
                <a:gd name="csX10" fmla="*/ 57266 w 64347"/>
                <a:gd name="csY10" fmla="*/ 111475 h 143054"/>
                <a:gd name="csX11" fmla="*/ 34755 w 64347"/>
                <a:gd name="csY11" fmla="*/ 137195 h 143054"/>
                <a:gd name="csX12" fmla="*/ 29446 w 64347"/>
                <a:gd name="csY12" fmla="*/ 129755 h 143054"/>
                <a:gd name="csX13" fmla="*/ 32844 w 64347"/>
                <a:gd name="csY13" fmla="*/ 116151 h 143054"/>
                <a:gd name="csX14" fmla="*/ 39639 w 64347"/>
                <a:gd name="csY14" fmla="*/ 99146 h 143054"/>
                <a:gd name="csX15" fmla="*/ 50045 w 64347"/>
                <a:gd name="csY15" fmla="*/ 72150 h 143054"/>
                <a:gd name="csX16" fmla="*/ 51320 w 64347"/>
                <a:gd name="csY16" fmla="*/ 65348 h 143054"/>
                <a:gd name="csX17" fmla="*/ 31145 w 64347"/>
                <a:gd name="csY17" fmla="*/ 47281 h 143054"/>
                <a:gd name="csX18" fmla="*/ 352 w 64347"/>
                <a:gd name="csY18" fmla="*/ 79803 h 143054"/>
                <a:gd name="csX19" fmla="*/ 3962 w 64347"/>
                <a:gd name="csY19" fmla="*/ 82566 h 143054"/>
                <a:gd name="csX20" fmla="*/ 7784 w 64347"/>
                <a:gd name="csY20" fmla="*/ 79165 h 143054"/>
                <a:gd name="csX21" fmla="*/ 30508 w 64347"/>
                <a:gd name="csY21" fmla="*/ 53232 h 143054"/>
                <a:gd name="csX22" fmla="*/ 35817 w 64347"/>
                <a:gd name="csY22" fmla="*/ 60672 h 143054"/>
                <a:gd name="csX23" fmla="*/ 29233 w 64347"/>
                <a:gd name="csY23" fmla="*/ 81928 h 143054"/>
                <a:gd name="csX24" fmla="*/ 15854 w 64347"/>
                <a:gd name="csY24" fmla="*/ 116151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347" h="143054">
                  <a:moveTo>
                    <a:pt x="59177" y="8169"/>
                  </a:moveTo>
                  <a:cubicBezTo>
                    <a:pt x="59177" y="4768"/>
                    <a:pt x="56629" y="92"/>
                    <a:pt x="50683" y="92"/>
                  </a:cubicBezTo>
                  <a:cubicBezTo>
                    <a:pt x="44949" y="92"/>
                    <a:pt x="38790" y="5618"/>
                    <a:pt x="38790" y="11783"/>
                  </a:cubicBezTo>
                  <a:cubicBezTo>
                    <a:pt x="38790" y="15396"/>
                    <a:pt x="41551" y="19860"/>
                    <a:pt x="47285" y="19860"/>
                  </a:cubicBezTo>
                  <a:cubicBezTo>
                    <a:pt x="53443" y="19860"/>
                    <a:pt x="59177" y="13908"/>
                    <a:pt x="59177" y="8169"/>
                  </a:cubicBezTo>
                  <a:close/>
                  <a:moveTo>
                    <a:pt x="15854" y="116151"/>
                  </a:moveTo>
                  <a:cubicBezTo>
                    <a:pt x="15005" y="118914"/>
                    <a:pt x="13943" y="121465"/>
                    <a:pt x="13943" y="125079"/>
                  </a:cubicBezTo>
                  <a:cubicBezTo>
                    <a:pt x="13943" y="135069"/>
                    <a:pt x="22438" y="143146"/>
                    <a:pt x="34118" y="143146"/>
                  </a:cubicBezTo>
                  <a:cubicBezTo>
                    <a:pt x="55355" y="143146"/>
                    <a:pt x="64699" y="113813"/>
                    <a:pt x="64699" y="110624"/>
                  </a:cubicBezTo>
                  <a:cubicBezTo>
                    <a:pt x="64699" y="107861"/>
                    <a:pt x="61938" y="107861"/>
                    <a:pt x="61301" y="107861"/>
                  </a:cubicBezTo>
                  <a:cubicBezTo>
                    <a:pt x="58328" y="107861"/>
                    <a:pt x="58115" y="109136"/>
                    <a:pt x="57266" y="111475"/>
                  </a:cubicBezTo>
                  <a:cubicBezTo>
                    <a:pt x="52381" y="128480"/>
                    <a:pt x="43037" y="137195"/>
                    <a:pt x="34755" y="137195"/>
                  </a:cubicBezTo>
                  <a:cubicBezTo>
                    <a:pt x="30508" y="137195"/>
                    <a:pt x="29446" y="134431"/>
                    <a:pt x="29446" y="129755"/>
                  </a:cubicBezTo>
                  <a:cubicBezTo>
                    <a:pt x="29446" y="124866"/>
                    <a:pt x="30932" y="120827"/>
                    <a:pt x="32844" y="116151"/>
                  </a:cubicBezTo>
                  <a:cubicBezTo>
                    <a:pt x="34967" y="110412"/>
                    <a:pt x="37303" y="104673"/>
                    <a:pt x="39639" y="99146"/>
                  </a:cubicBezTo>
                  <a:cubicBezTo>
                    <a:pt x="41551" y="94044"/>
                    <a:pt x="49196" y="74701"/>
                    <a:pt x="50045" y="72150"/>
                  </a:cubicBezTo>
                  <a:cubicBezTo>
                    <a:pt x="50683" y="70025"/>
                    <a:pt x="51320" y="67474"/>
                    <a:pt x="51320" y="65348"/>
                  </a:cubicBezTo>
                  <a:cubicBezTo>
                    <a:pt x="51320" y="55358"/>
                    <a:pt x="42825" y="47281"/>
                    <a:pt x="31145" y="47281"/>
                  </a:cubicBezTo>
                  <a:cubicBezTo>
                    <a:pt x="10120" y="47281"/>
                    <a:pt x="352" y="76189"/>
                    <a:pt x="352" y="79803"/>
                  </a:cubicBezTo>
                  <a:cubicBezTo>
                    <a:pt x="352" y="82566"/>
                    <a:pt x="3325" y="82566"/>
                    <a:pt x="3962" y="82566"/>
                  </a:cubicBezTo>
                  <a:cubicBezTo>
                    <a:pt x="6935" y="82566"/>
                    <a:pt x="7147" y="81503"/>
                    <a:pt x="7784" y="79165"/>
                  </a:cubicBezTo>
                  <a:cubicBezTo>
                    <a:pt x="13306" y="60885"/>
                    <a:pt x="22650" y="53232"/>
                    <a:pt x="30508" y="53232"/>
                  </a:cubicBezTo>
                  <a:cubicBezTo>
                    <a:pt x="33906" y="53232"/>
                    <a:pt x="35817" y="54933"/>
                    <a:pt x="35817" y="60672"/>
                  </a:cubicBezTo>
                  <a:cubicBezTo>
                    <a:pt x="35817" y="65561"/>
                    <a:pt x="34543" y="68749"/>
                    <a:pt x="29233" y="81928"/>
                  </a:cubicBezTo>
                  <a:lnTo>
                    <a:pt x="15854" y="116151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028769-1CF7-AF0B-BE4D-9BE0720107D4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2857571" y="8140587"/>
              <a:ext cx="143559" cy="10415"/>
            </a:xfrm>
            <a:custGeom>
              <a:avLst/>
              <a:gdLst>
                <a:gd name="csX0" fmla="*/ 135420 w 143559"/>
                <a:gd name="csY0" fmla="*/ 10507 h 10415"/>
                <a:gd name="csX1" fmla="*/ 143914 w 143559"/>
                <a:gd name="csY1" fmla="*/ 5406 h 10415"/>
                <a:gd name="csX2" fmla="*/ 135420 w 143559"/>
                <a:gd name="csY2" fmla="*/ 92 h 10415"/>
                <a:gd name="csX3" fmla="*/ 8849 w 143559"/>
                <a:gd name="csY3" fmla="*/ 92 h 10415"/>
                <a:gd name="csX4" fmla="*/ 354 w 143559"/>
                <a:gd name="csY4" fmla="*/ 5193 h 10415"/>
                <a:gd name="csX5" fmla="*/ 8849 w 143559"/>
                <a:gd name="csY5" fmla="*/ 10507 h 10415"/>
                <a:gd name="csX6" fmla="*/ 135420 w 143559"/>
                <a:gd name="csY6" fmla="*/ 10507 h 10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559" h="10415">
                  <a:moveTo>
                    <a:pt x="135420" y="10507"/>
                  </a:moveTo>
                  <a:cubicBezTo>
                    <a:pt x="138818" y="10507"/>
                    <a:pt x="143914" y="10507"/>
                    <a:pt x="143914" y="5406"/>
                  </a:cubicBezTo>
                  <a:cubicBezTo>
                    <a:pt x="143914" y="92"/>
                    <a:pt x="139030" y="92"/>
                    <a:pt x="135420" y="92"/>
                  </a:cubicBezTo>
                  <a:lnTo>
                    <a:pt x="8849" y="92"/>
                  </a:lnTo>
                  <a:cubicBezTo>
                    <a:pt x="5451" y="92"/>
                    <a:pt x="354" y="92"/>
                    <a:pt x="354" y="5193"/>
                  </a:cubicBezTo>
                  <a:cubicBezTo>
                    <a:pt x="354" y="10507"/>
                    <a:pt x="5239" y="10507"/>
                    <a:pt x="8849" y="10507"/>
                  </a:cubicBezTo>
                  <a:lnTo>
                    <a:pt x="135420" y="10507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DDACF03-FF73-B9BB-36EE-F6B705D19EAC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3047398" y="8057900"/>
              <a:ext cx="77301" cy="141141"/>
            </a:xfrm>
            <a:custGeom>
              <a:avLst/>
              <a:gdLst>
                <a:gd name="csX0" fmla="*/ 48356 w 77301"/>
                <a:gd name="csY0" fmla="*/ 6043 h 141141"/>
                <a:gd name="csX1" fmla="*/ 41985 w 77301"/>
                <a:gd name="csY1" fmla="*/ 92 h 141141"/>
                <a:gd name="csX2" fmla="*/ 361 w 77301"/>
                <a:gd name="csY2" fmla="*/ 13696 h 141141"/>
                <a:gd name="csX3" fmla="*/ 361 w 77301"/>
                <a:gd name="csY3" fmla="*/ 21348 h 141141"/>
                <a:gd name="csX4" fmla="*/ 31154 w 77301"/>
                <a:gd name="csY4" fmla="*/ 15396 h 141141"/>
                <a:gd name="csX5" fmla="*/ 31154 w 77301"/>
                <a:gd name="csY5" fmla="*/ 123803 h 141141"/>
                <a:gd name="csX6" fmla="*/ 9917 w 77301"/>
                <a:gd name="csY6" fmla="*/ 133581 h 141141"/>
                <a:gd name="csX7" fmla="*/ 1847 w 77301"/>
                <a:gd name="csY7" fmla="*/ 133581 h 141141"/>
                <a:gd name="csX8" fmla="*/ 1847 w 77301"/>
                <a:gd name="csY8" fmla="*/ 141233 h 141141"/>
                <a:gd name="csX9" fmla="*/ 39648 w 77301"/>
                <a:gd name="csY9" fmla="*/ 140383 h 141141"/>
                <a:gd name="csX10" fmla="*/ 77662 w 77301"/>
                <a:gd name="csY10" fmla="*/ 141233 h 141141"/>
                <a:gd name="csX11" fmla="*/ 77662 w 77301"/>
                <a:gd name="csY11" fmla="*/ 133581 h 141141"/>
                <a:gd name="csX12" fmla="*/ 69592 w 77301"/>
                <a:gd name="csY12" fmla="*/ 133581 h 141141"/>
                <a:gd name="csX13" fmla="*/ 48356 w 77301"/>
                <a:gd name="csY13" fmla="*/ 123803 h 141141"/>
                <a:gd name="csX14" fmla="*/ 48356 w 77301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301" h="141141">
                  <a:moveTo>
                    <a:pt x="48356" y="6043"/>
                  </a:moveTo>
                  <a:cubicBezTo>
                    <a:pt x="48356" y="304"/>
                    <a:pt x="47931" y="92"/>
                    <a:pt x="41985" y="92"/>
                  </a:cubicBezTo>
                  <a:cubicBezTo>
                    <a:pt x="28393" y="13483"/>
                    <a:pt x="9068" y="13696"/>
                    <a:pt x="361" y="13696"/>
                  </a:cubicBezTo>
                  <a:lnTo>
                    <a:pt x="361" y="21348"/>
                  </a:lnTo>
                  <a:cubicBezTo>
                    <a:pt x="5457" y="21348"/>
                    <a:pt x="19474" y="21348"/>
                    <a:pt x="31154" y="15396"/>
                  </a:cubicBezTo>
                  <a:lnTo>
                    <a:pt x="31154" y="123803"/>
                  </a:lnTo>
                  <a:cubicBezTo>
                    <a:pt x="31154" y="130818"/>
                    <a:pt x="31154" y="133581"/>
                    <a:pt x="9917" y="133581"/>
                  </a:cubicBezTo>
                  <a:lnTo>
                    <a:pt x="1847" y="133581"/>
                  </a:lnTo>
                  <a:lnTo>
                    <a:pt x="1847" y="141233"/>
                  </a:lnTo>
                  <a:cubicBezTo>
                    <a:pt x="5670" y="141021"/>
                    <a:pt x="31791" y="140383"/>
                    <a:pt x="39648" y="140383"/>
                  </a:cubicBezTo>
                  <a:cubicBezTo>
                    <a:pt x="46232" y="140383"/>
                    <a:pt x="72990" y="141021"/>
                    <a:pt x="77662" y="141233"/>
                  </a:cubicBezTo>
                  <a:lnTo>
                    <a:pt x="77662" y="133581"/>
                  </a:lnTo>
                  <a:lnTo>
                    <a:pt x="69592" y="133581"/>
                  </a:lnTo>
                  <a:cubicBezTo>
                    <a:pt x="48356" y="133581"/>
                    <a:pt x="48356" y="130818"/>
                    <a:pt x="48356" y="123803"/>
                  </a:cubicBezTo>
                  <a:lnTo>
                    <a:pt x="48356" y="6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0BEA40A-C85A-79A0-9008-543FBC4B3B07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3177643" y="7925747"/>
              <a:ext cx="70384" cy="303661"/>
            </a:xfrm>
            <a:custGeom>
              <a:avLst/>
              <a:gdLst>
                <a:gd name="csX0" fmla="*/ 70750 w 70384"/>
                <a:gd name="csY0" fmla="*/ 151921 h 303661"/>
                <a:gd name="csX1" fmla="*/ 50726 w 70384"/>
                <a:gd name="csY1" fmla="*/ 57178 h 303661"/>
                <a:gd name="csX2" fmla="*/ 3399 w 70384"/>
                <a:gd name="csY2" fmla="*/ 90 h 303661"/>
                <a:gd name="csX3" fmla="*/ 365 w 70384"/>
                <a:gd name="csY3" fmla="*/ 3127 h 303661"/>
                <a:gd name="csX4" fmla="*/ 6129 w 70384"/>
                <a:gd name="csY4" fmla="*/ 10111 h 303661"/>
                <a:gd name="csX5" fmla="*/ 53153 w 70384"/>
                <a:gd name="csY5" fmla="*/ 151921 h 303661"/>
                <a:gd name="csX6" fmla="*/ 4309 w 70384"/>
                <a:gd name="csY6" fmla="*/ 295553 h 303661"/>
                <a:gd name="csX7" fmla="*/ 365 w 70384"/>
                <a:gd name="csY7" fmla="*/ 300715 h 303661"/>
                <a:gd name="csX8" fmla="*/ 3399 w 70384"/>
                <a:gd name="csY8" fmla="*/ 303751 h 303661"/>
                <a:gd name="csX9" fmla="*/ 51637 w 70384"/>
                <a:gd name="csY9" fmla="*/ 244538 h 303661"/>
                <a:gd name="csX10" fmla="*/ 70750 w 70384"/>
                <a:gd name="csY10" fmla="*/ 15192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84" h="303661">
                  <a:moveTo>
                    <a:pt x="70750" y="151921"/>
                  </a:moveTo>
                  <a:cubicBezTo>
                    <a:pt x="70750" y="128235"/>
                    <a:pt x="67412" y="91492"/>
                    <a:pt x="50726" y="57178"/>
                  </a:cubicBezTo>
                  <a:cubicBezTo>
                    <a:pt x="32523" y="19828"/>
                    <a:pt x="6433" y="90"/>
                    <a:pt x="3399" y="90"/>
                  </a:cubicBezTo>
                  <a:cubicBezTo>
                    <a:pt x="1579" y="90"/>
                    <a:pt x="365" y="1305"/>
                    <a:pt x="365" y="3127"/>
                  </a:cubicBezTo>
                  <a:cubicBezTo>
                    <a:pt x="365" y="4038"/>
                    <a:pt x="365" y="4645"/>
                    <a:pt x="6129" y="10111"/>
                  </a:cubicBezTo>
                  <a:cubicBezTo>
                    <a:pt x="35861" y="40173"/>
                    <a:pt x="53153" y="88456"/>
                    <a:pt x="53153" y="151921"/>
                  </a:cubicBezTo>
                  <a:cubicBezTo>
                    <a:pt x="53153" y="203847"/>
                    <a:pt x="41928" y="257291"/>
                    <a:pt x="4309" y="295553"/>
                  </a:cubicBezTo>
                  <a:cubicBezTo>
                    <a:pt x="365" y="299197"/>
                    <a:pt x="365" y="299804"/>
                    <a:pt x="365" y="300715"/>
                  </a:cubicBezTo>
                  <a:cubicBezTo>
                    <a:pt x="365" y="302537"/>
                    <a:pt x="1579" y="303751"/>
                    <a:pt x="3399" y="303751"/>
                  </a:cubicBezTo>
                  <a:cubicBezTo>
                    <a:pt x="6433" y="303751"/>
                    <a:pt x="33737" y="283102"/>
                    <a:pt x="51637" y="244538"/>
                  </a:cubicBezTo>
                  <a:cubicBezTo>
                    <a:pt x="67109" y="211135"/>
                    <a:pt x="70750" y="177428"/>
                    <a:pt x="70750" y="151921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</p:grpSp>
      <p:grpSp>
        <p:nvGrpSpPr>
          <p:cNvPr id="87" name="Group 86" descr="\documentclass{article}&#10;\usepackage{nunito}&#10;\usepackage[linguistics]{forest}&#10;\usepackage{amsmath,amssymb}&#10;\pagestyle{empty}&#10;\begin{document}&#10;&#10;\begin{align*}&#10;\sum_{n=1}^\infty\sum_{\mathbf{x}_{1:n}}P(\mathbf{x}_{1:n}) = 1&#10;\end{align*}&#10;&#10;&#10;\end{document}" title="IguanaTex Shape Display">
            <a:extLst>
              <a:ext uri="{FF2B5EF4-FFF2-40B4-BE49-F238E27FC236}">
                <a16:creationId xmlns:a16="http://schemas.microsoft.com/office/drawing/2014/main" id="{71ED3877-8DC9-0973-3ED4-E55FA468E48F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823688" y="3119863"/>
            <a:ext cx="2544625" cy="846937"/>
            <a:chOff x="8360317" y="4794923"/>
            <a:chExt cx="2544625" cy="846937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AC4842D-5341-69F7-94FA-18EB60B415A5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8474099" y="4794923"/>
              <a:ext cx="208546" cy="95009"/>
            </a:xfrm>
            <a:custGeom>
              <a:avLst/>
              <a:gdLst>
                <a:gd name="csX0" fmla="*/ 106376 w 208546"/>
                <a:gd name="csY0" fmla="*/ 35259 h 95009"/>
                <a:gd name="csX1" fmla="*/ 83698 w 208546"/>
                <a:gd name="csY1" fmla="*/ 12928 h 95009"/>
                <a:gd name="csX2" fmla="*/ 45549 w 208546"/>
                <a:gd name="csY2" fmla="*/ 78 h 95009"/>
                <a:gd name="csX3" fmla="*/ 195 w 208546"/>
                <a:gd name="csY3" fmla="*/ 47688 h 95009"/>
                <a:gd name="csX4" fmla="*/ 44914 w 208546"/>
                <a:gd name="csY4" fmla="*/ 95088 h 95009"/>
                <a:gd name="csX5" fmla="*/ 102561 w 208546"/>
                <a:gd name="csY5" fmla="*/ 59907 h 95009"/>
                <a:gd name="csX6" fmla="*/ 125238 w 208546"/>
                <a:gd name="csY6" fmla="*/ 82237 h 95009"/>
                <a:gd name="csX7" fmla="*/ 163387 w 208546"/>
                <a:gd name="csY7" fmla="*/ 95088 h 95009"/>
                <a:gd name="csX8" fmla="*/ 208741 w 208546"/>
                <a:gd name="csY8" fmla="*/ 47477 h 95009"/>
                <a:gd name="csX9" fmla="*/ 164023 w 208546"/>
                <a:gd name="csY9" fmla="*/ 78 h 95009"/>
                <a:gd name="csX10" fmla="*/ 106376 w 208546"/>
                <a:gd name="csY10" fmla="*/ 35259 h 95009"/>
                <a:gd name="csX11" fmla="*/ 113158 w 208546"/>
                <a:gd name="csY11" fmla="*/ 43053 h 95009"/>
                <a:gd name="csX12" fmla="*/ 165930 w 208546"/>
                <a:gd name="csY12" fmla="*/ 8083 h 95009"/>
                <a:gd name="csX13" fmla="*/ 202807 w 208546"/>
                <a:gd name="csY13" fmla="*/ 47477 h 95009"/>
                <a:gd name="csX14" fmla="*/ 166778 w 208546"/>
                <a:gd name="csY14" fmla="*/ 83501 h 95009"/>
                <a:gd name="csX15" fmla="*/ 113158 w 208546"/>
                <a:gd name="csY15" fmla="*/ 43053 h 95009"/>
                <a:gd name="csX16" fmla="*/ 95779 w 208546"/>
                <a:gd name="csY16" fmla="*/ 52112 h 95009"/>
                <a:gd name="csX17" fmla="*/ 43006 w 208546"/>
                <a:gd name="csY17" fmla="*/ 87082 h 95009"/>
                <a:gd name="csX18" fmla="*/ 6129 w 208546"/>
                <a:gd name="csY18" fmla="*/ 47688 h 95009"/>
                <a:gd name="csX19" fmla="*/ 42158 w 208546"/>
                <a:gd name="csY19" fmla="*/ 11664 h 95009"/>
                <a:gd name="csX20" fmla="*/ 95779 w 208546"/>
                <a:gd name="csY20" fmla="*/ 52112 h 950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08546" h="95009">
                  <a:moveTo>
                    <a:pt x="106376" y="35259"/>
                  </a:moveTo>
                  <a:cubicBezTo>
                    <a:pt x="95143" y="22198"/>
                    <a:pt x="91752" y="18616"/>
                    <a:pt x="83698" y="12928"/>
                  </a:cubicBezTo>
                  <a:cubicBezTo>
                    <a:pt x="70770" y="3659"/>
                    <a:pt x="57206" y="78"/>
                    <a:pt x="45549" y="78"/>
                  </a:cubicBezTo>
                  <a:cubicBezTo>
                    <a:pt x="19269" y="78"/>
                    <a:pt x="195" y="22408"/>
                    <a:pt x="195" y="47688"/>
                  </a:cubicBezTo>
                  <a:cubicBezTo>
                    <a:pt x="195" y="72336"/>
                    <a:pt x="18421" y="95088"/>
                    <a:pt x="44914" y="95088"/>
                  </a:cubicBezTo>
                  <a:cubicBezTo>
                    <a:pt x="74373" y="95088"/>
                    <a:pt x="94931" y="71072"/>
                    <a:pt x="102561" y="59907"/>
                  </a:cubicBezTo>
                  <a:cubicBezTo>
                    <a:pt x="113793" y="72968"/>
                    <a:pt x="117184" y="76549"/>
                    <a:pt x="125238" y="82237"/>
                  </a:cubicBezTo>
                  <a:cubicBezTo>
                    <a:pt x="138166" y="91506"/>
                    <a:pt x="151730" y="95088"/>
                    <a:pt x="163387" y="95088"/>
                  </a:cubicBezTo>
                  <a:cubicBezTo>
                    <a:pt x="189667" y="95088"/>
                    <a:pt x="208741" y="72757"/>
                    <a:pt x="208741" y="47477"/>
                  </a:cubicBezTo>
                  <a:cubicBezTo>
                    <a:pt x="208741" y="22830"/>
                    <a:pt x="190515" y="78"/>
                    <a:pt x="164023" y="78"/>
                  </a:cubicBezTo>
                  <a:cubicBezTo>
                    <a:pt x="134563" y="78"/>
                    <a:pt x="114005" y="24094"/>
                    <a:pt x="106376" y="35259"/>
                  </a:cubicBezTo>
                  <a:close/>
                  <a:moveTo>
                    <a:pt x="113158" y="43053"/>
                  </a:moveTo>
                  <a:cubicBezTo>
                    <a:pt x="121635" y="29360"/>
                    <a:pt x="140074" y="8083"/>
                    <a:pt x="165930" y="8083"/>
                  </a:cubicBezTo>
                  <a:cubicBezTo>
                    <a:pt x="187760" y="8083"/>
                    <a:pt x="202807" y="27253"/>
                    <a:pt x="202807" y="47477"/>
                  </a:cubicBezTo>
                  <a:cubicBezTo>
                    <a:pt x="202807" y="67701"/>
                    <a:pt x="186276" y="83501"/>
                    <a:pt x="166778" y="83501"/>
                  </a:cubicBezTo>
                  <a:cubicBezTo>
                    <a:pt x="147068" y="83501"/>
                    <a:pt x="133504" y="67491"/>
                    <a:pt x="113158" y="43053"/>
                  </a:cubicBezTo>
                  <a:close/>
                  <a:moveTo>
                    <a:pt x="95779" y="52112"/>
                  </a:moveTo>
                  <a:cubicBezTo>
                    <a:pt x="87301" y="65805"/>
                    <a:pt x="68863" y="87082"/>
                    <a:pt x="43006" y="87082"/>
                  </a:cubicBezTo>
                  <a:cubicBezTo>
                    <a:pt x="21177" y="87082"/>
                    <a:pt x="6129" y="67912"/>
                    <a:pt x="6129" y="47688"/>
                  </a:cubicBezTo>
                  <a:cubicBezTo>
                    <a:pt x="6129" y="27464"/>
                    <a:pt x="22660" y="11664"/>
                    <a:pt x="42158" y="11664"/>
                  </a:cubicBezTo>
                  <a:cubicBezTo>
                    <a:pt x="61869" y="11664"/>
                    <a:pt x="75433" y="27675"/>
                    <a:pt x="95779" y="52112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D40D875-B7C6-6420-7B61-A0DCEADAA2FD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8376756" y="4978111"/>
              <a:ext cx="402984" cy="421330"/>
            </a:xfrm>
            <a:custGeom>
              <a:avLst/>
              <a:gdLst>
                <a:gd name="csX0" fmla="*/ 366541 w 402984"/>
                <a:gd name="csY0" fmla="*/ 421411 h 421330"/>
                <a:gd name="csX1" fmla="*/ 403176 w 402984"/>
                <a:gd name="csY1" fmla="*/ 325107 h 421330"/>
                <a:gd name="csX2" fmla="*/ 395607 w 402984"/>
                <a:gd name="csY2" fmla="*/ 325107 h 421330"/>
                <a:gd name="csX3" fmla="*/ 316887 w 402984"/>
                <a:gd name="csY3" fmla="*/ 385899 h 421330"/>
                <a:gd name="csX4" fmla="*/ 222726 w 402984"/>
                <a:gd name="csY4" fmla="*/ 395228 h 421330"/>
                <a:gd name="csX5" fmla="*/ 40157 w 402984"/>
                <a:gd name="csY5" fmla="*/ 395228 h 421330"/>
                <a:gd name="csX6" fmla="*/ 194266 w 402984"/>
                <a:gd name="csY6" fmla="*/ 215561 h 421330"/>
                <a:gd name="csX7" fmla="*/ 196991 w 402984"/>
                <a:gd name="csY7" fmla="*/ 210746 h 421330"/>
                <a:gd name="csX8" fmla="*/ 194871 w 402984"/>
                <a:gd name="csY8" fmla="*/ 206231 h 421330"/>
                <a:gd name="csX9" fmla="*/ 53781 w 402984"/>
                <a:gd name="csY9" fmla="*/ 14526 h 421330"/>
                <a:gd name="csX10" fmla="*/ 219698 w 402984"/>
                <a:gd name="csY10" fmla="*/ 14526 h 421330"/>
                <a:gd name="csX11" fmla="*/ 290546 w 402984"/>
                <a:gd name="csY11" fmla="*/ 19342 h 421330"/>
                <a:gd name="csX12" fmla="*/ 357155 w 402984"/>
                <a:gd name="csY12" fmla="*/ 41913 h 421330"/>
                <a:gd name="csX13" fmla="*/ 395607 w 402984"/>
                <a:gd name="csY13" fmla="*/ 84648 h 421330"/>
                <a:gd name="csX14" fmla="*/ 403176 w 402984"/>
                <a:gd name="csY14" fmla="*/ 84648 h 421330"/>
                <a:gd name="csX15" fmla="*/ 366541 w 402984"/>
                <a:gd name="csY15" fmla="*/ 81 h 421330"/>
                <a:gd name="csX16" fmla="*/ 8669 w 402984"/>
                <a:gd name="csY16" fmla="*/ 81 h 421330"/>
                <a:gd name="csX17" fmla="*/ 494 w 402984"/>
                <a:gd name="csY17" fmla="*/ 2187 h 421330"/>
                <a:gd name="csX18" fmla="*/ 192 w 402984"/>
                <a:gd name="csY18" fmla="*/ 12119 h 421330"/>
                <a:gd name="csX19" fmla="*/ 160356 w 402984"/>
                <a:gd name="csY19" fmla="*/ 230007 h 421330"/>
                <a:gd name="csX20" fmla="*/ 3522 w 402984"/>
                <a:gd name="csY20" fmla="*/ 412683 h 421330"/>
                <a:gd name="csX21" fmla="*/ 494 w 402984"/>
                <a:gd name="csY21" fmla="*/ 418100 h 421330"/>
                <a:gd name="csX22" fmla="*/ 8669 w 402984"/>
                <a:gd name="csY22" fmla="*/ 421411 h 421330"/>
                <a:gd name="csX23" fmla="*/ 366541 w 402984"/>
                <a:gd name="csY23" fmla="*/ 421411 h 42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2984" h="421330">
                  <a:moveTo>
                    <a:pt x="366541" y="421411"/>
                  </a:moveTo>
                  <a:lnTo>
                    <a:pt x="403176" y="325107"/>
                  </a:lnTo>
                  <a:lnTo>
                    <a:pt x="395607" y="325107"/>
                  </a:lnTo>
                  <a:cubicBezTo>
                    <a:pt x="383799" y="356406"/>
                    <a:pt x="351705" y="376870"/>
                    <a:pt x="316887" y="385899"/>
                  </a:cubicBezTo>
                  <a:cubicBezTo>
                    <a:pt x="310529" y="387403"/>
                    <a:pt x="280858" y="395228"/>
                    <a:pt x="222726" y="395228"/>
                  </a:cubicBezTo>
                  <a:lnTo>
                    <a:pt x="40157" y="395228"/>
                  </a:lnTo>
                  <a:lnTo>
                    <a:pt x="194266" y="215561"/>
                  </a:lnTo>
                  <a:cubicBezTo>
                    <a:pt x="196385" y="213153"/>
                    <a:pt x="196991" y="212250"/>
                    <a:pt x="196991" y="210746"/>
                  </a:cubicBezTo>
                  <a:cubicBezTo>
                    <a:pt x="196991" y="210144"/>
                    <a:pt x="196991" y="209241"/>
                    <a:pt x="194871" y="206231"/>
                  </a:cubicBezTo>
                  <a:lnTo>
                    <a:pt x="53781" y="14526"/>
                  </a:lnTo>
                  <a:lnTo>
                    <a:pt x="219698" y="14526"/>
                  </a:lnTo>
                  <a:cubicBezTo>
                    <a:pt x="260269" y="14526"/>
                    <a:pt x="287821" y="18740"/>
                    <a:pt x="290546" y="19342"/>
                  </a:cubicBezTo>
                  <a:cubicBezTo>
                    <a:pt x="306896" y="21749"/>
                    <a:pt x="333236" y="26865"/>
                    <a:pt x="357155" y="41913"/>
                  </a:cubicBezTo>
                  <a:cubicBezTo>
                    <a:pt x="364724" y="46728"/>
                    <a:pt x="385313" y="60271"/>
                    <a:pt x="395607" y="84648"/>
                  </a:cubicBezTo>
                  <a:lnTo>
                    <a:pt x="403176" y="84648"/>
                  </a:lnTo>
                  <a:lnTo>
                    <a:pt x="366541" y="81"/>
                  </a:lnTo>
                  <a:lnTo>
                    <a:pt x="8669" y="81"/>
                  </a:lnTo>
                  <a:cubicBezTo>
                    <a:pt x="1705" y="81"/>
                    <a:pt x="1403" y="382"/>
                    <a:pt x="494" y="2187"/>
                  </a:cubicBezTo>
                  <a:cubicBezTo>
                    <a:pt x="192" y="3090"/>
                    <a:pt x="192" y="8808"/>
                    <a:pt x="192" y="12119"/>
                  </a:cubicBezTo>
                  <a:lnTo>
                    <a:pt x="160356" y="230007"/>
                  </a:lnTo>
                  <a:lnTo>
                    <a:pt x="3522" y="412683"/>
                  </a:lnTo>
                  <a:cubicBezTo>
                    <a:pt x="494" y="416295"/>
                    <a:pt x="494" y="417799"/>
                    <a:pt x="494" y="418100"/>
                  </a:cubicBezTo>
                  <a:cubicBezTo>
                    <a:pt x="494" y="421411"/>
                    <a:pt x="3219" y="421411"/>
                    <a:pt x="8669" y="421411"/>
                  </a:cubicBezTo>
                  <a:lnTo>
                    <a:pt x="366541" y="42141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6567B1C-9DA2-94A1-249A-3B5FB799B786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8360317" y="5522556"/>
              <a:ext cx="129493" cy="95009"/>
            </a:xfrm>
            <a:custGeom>
              <a:avLst/>
              <a:gdLst>
                <a:gd name="csX0" fmla="*/ 16086 w 129493"/>
                <a:gd name="csY0" fmla="*/ 79733 h 95009"/>
                <a:gd name="csX1" fmla="*/ 13967 w 129493"/>
                <a:gd name="csY1" fmla="*/ 88370 h 95009"/>
                <a:gd name="csX2" fmla="*/ 21173 w 129493"/>
                <a:gd name="csY2" fmla="*/ 95112 h 95009"/>
                <a:gd name="csX3" fmla="*/ 29439 w 129493"/>
                <a:gd name="csY3" fmla="*/ 90477 h 95009"/>
                <a:gd name="csX4" fmla="*/ 33253 w 129493"/>
                <a:gd name="csY4" fmla="*/ 77416 h 95009"/>
                <a:gd name="csX5" fmla="*/ 37916 w 129493"/>
                <a:gd name="csY5" fmla="*/ 58456 h 95009"/>
                <a:gd name="csX6" fmla="*/ 41519 w 129493"/>
                <a:gd name="csY6" fmla="*/ 44341 h 95009"/>
                <a:gd name="csX7" fmla="*/ 50420 w 129493"/>
                <a:gd name="csY7" fmla="*/ 25382 h 95009"/>
                <a:gd name="csX8" fmla="*/ 82211 w 129493"/>
                <a:gd name="csY8" fmla="*/ 6000 h 95009"/>
                <a:gd name="csX9" fmla="*/ 94715 w 129493"/>
                <a:gd name="csY9" fmla="*/ 20747 h 95009"/>
                <a:gd name="csX10" fmla="*/ 82211 w 129493"/>
                <a:gd name="csY10" fmla="*/ 65619 h 95009"/>
                <a:gd name="csX11" fmla="*/ 79032 w 129493"/>
                <a:gd name="csY11" fmla="*/ 76995 h 95009"/>
                <a:gd name="csX12" fmla="*/ 99166 w 129493"/>
                <a:gd name="csY12" fmla="*/ 95112 h 95009"/>
                <a:gd name="csX13" fmla="*/ 129685 w 129493"/>
                <a:gd name="csY13" fmla="*/ 62880 h 95009"/>
                <a:gd name="csX14" fmla="*/ 126294 w 129493"/>
                <a:gd name="csY14" fmla="*/ 60141 h 95009"/>
                <a:gd name="csX15" fmla="*/ 122267 w 129493"/>
                <a:gd name="csY15" fmla="*/ 63723 h 95009"/>
                <a:gd name="csX16" fmla="*/ 99802 w 129493"/>
                <a:gd name="csY16" fmla="*/ 89213 h 95009"/>
                <a:gd name="csX17" fmla="*/ 94503 w 129493"/>
                <a:gd name="csY17" fmla="*/ 81840 h 95009"/>
                <a:gd name="csX18" fmla="*/ 99378 w 129493"/>
                <a:gd name="csY18" fmla="*/ 64776 h 95009"/>
                <a:gd name="csX19" fmla="*/ 110611 w 129493"/>
                <a:gd name="csY19" fmla="*/ 24118 h 95009"/>
                <a:gd name="csX20" fmla="*/ 83059 w 129493"/>
                <a:gd name="csY20" fmla="*/ 102 h 95009"/>
                <a:gd name="csX21" fmla="*/ 47241 w 129493"/>
                <a:gd name="csY21" fmla="*/ 19272 h 95009"/>
                <a:gd name="csX22" fmla="*/ 24564 w 129493"/>
                <a:gd name="csY22" fmla="*/ 102 h 95009"/>
                <a:gd name="csX23" fmla="*/ 7821 w 129493"/>
                <a:gd name="csY23" fmla="*/ 11478 h 95009"/>
                <a:gd name="csX24" fmla="*/ 191 w 129493"/>
                <a:gd name="csY24" fmla="*/ 32334 h 95009"/>
                <a:gd name="csX25" fmla="*/ 3794 w 129493"/>
                <a:gd name="csY25" fmla="*/ 35072 h 95009"/>
                <a:gd name="csX26" fmla="*/ 8457 w 129493"/>
                <a:gd name="csY26" fmla="*/ 28752 h 95009"/>
                <a:gd name="csX27" fmla="*/ 23928 w 129493"/>
                <a:gd name="csY27" fmla="*/ 6000 h 95009"/>
                <a:gd name="csX28" fmla="*/ 30922 w 129493"/>
                <a:gd name="csY28" fmla="*/ 16323 h 95009"/>
                <a:gd name="csX29" fmla="*/ 27531 w 129493"/>
                <a:gd name="csY29" fmla="*/ 33808 h 95009"/>
                <a:gd name="csX30" fmla="*/ 22869 w 129493"/>
                <a:gd name="csY30" fmla="*/ 52768 h 95009"/>
                <a:gd name="csX31" fmla="*/ 16086 w 129493"/>
                <a:gd name="csY31" fmla="*/ 79733 h 950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493" h="95009">
                  <a:moveTo>
                    <a:pt x="16086" y="79733"/>
                  </a:moveTo>
                  <a:cubicBezTo>
                    <a:pt x="15239" y="82472"/>
                    <a:pt x="13967" y="87738"/>
                    <a:pt x="13967" y="88370"/>
                  </a:cubicBezTo>
                  <a:cubicBezTo>
                    <a:pt x="13967" y="93005"/>
                    <a:pt x="17782" y="95112"/>
                    <a:pt x="21173" y="95112"/>
                  </a:cubicBezTo>
                  <a:cubicBezTo>
                    <a:pt x="24988" y="95112"/>
                    <a:pt x="28379" y="92373"/>
                    <a:pt x="29439" y="90477"/>
                  </a:cubicBezTo>
                  <a:cubicBezTo>
                    <a:pt x="30498" y="88581"/>
                    <a:pt x="32194" y="81840"/>
                    <a:pt x="33253" y="77416"/>
                  </a:cubicBezTo>
                  <a:cubicBezTo>
                    <a:pt x="34313" y="73413"/>
                    <a:pt x="36644" y="63723"/>
                    <a:pt x="37916" y="58456"/>
                  </a:cubicBezTo>
                  <a:cubicBezTo>
                    <a:pt x="39188" y="53821"/>
                    <a:pt x="40459" y="49187"/>
                    <a:pt x="41519" y="44341"/>
                  </a:cubicBezTo>
                  <a:cubicBezTo>
                    <a:pt x="43850" y="35704"/>
                    <a:pt x="44274" y="34019"/>
                    <a:pt x="50420" y="25382"/>
                  </a:cubicBezTo>
                  <a:cubicBezTo>
                    <a:pt x="56355" y="16955"/>
                    <a:pt x="66316" y="6000"/>
                    <a:pt x="82211" y="6000"/>
                  </a:cubicBezTo>
                  <a:cubicBezTo>
                    <a:pt x="94503" y="6000"/>
                    <a:pt x="94715" y="16744"/>
                    <a:pt x="94715" y="20747"/>
                  </a:cubicBezTo>
                  <a:cubicBezTo>
                    <a:pt x="94715" y="33387"/>
                    <a:pt x="85602" y="56771"/>
                    <a:pt x="82211" y="65619"/>
                  </a:cubicBezTo>
                  <a:cubicBezTo>
                    <a:pt x="79880" y="71517"/>
                    <a:pt x="79032" y="73413"/>
                    <a:pt x="79032" y="76995"/>
                  </a:cubicBezTo>
                  <a:cubicBezTo>
                    <a:pt x="79032" y="88160"/>
                    <a:pt x="88357" y="95112"/>
                    <a:pt x="99166" y="95112"/>
                  </a:cubicBezTo>
                  <a:cubicBezTo>
                    <a:pt x="120360" y="95112"/>
                    <a:pt x="129685" y="66040"/>
                    <a:pt x="129685" y="62880"/>
                  </a:cubicBezTo>
                  <a:cubicBezTo>
                    <a:pt x="129685" y="60141"/>
                    <a:pt x="126930" y="60141"/>
                    <a:pt x="126294" y="60141"/>
                  </a:cubicBezTo>
                  <a:cubicBezTo>
                    <a:pt x="123327" y="60141"/>
                    <a:pt x="123115" y="61405"/>
                    <a:pt x="122267" y="63723"/>
                  </a:cubicBezTo>
                  <a:cubicBezTo>
                    <a:pt x="117393" y="80576"/>
                    <a:pt x="108279" y="89213"/>
                    <a:pt x="99802" y="89213"/>
                  </a:cubicBezTo>
                  <a:cubicBezTo>
                    <a:pt x="95351" y="89213"/>
                    <a:pt x="94503" y="86264"/>
                    <a:pt x="94503" y="81840"/>
                  </a:cubicBezTo>
                  <a:cubicBezTo>
                    <a:pt x="94503" y="76995"/>
                    <a:pt x="95563" y="74256"/>
                    <a:pt x="99378" y="64776"/>
                  </a:cubicBezTo>
                  <a:cubicBezTo>
                    <a:pt x="101921" y="58245"/>
                    <a:pt x="110611" y="35915"/>
                    <a:pt x="110611" y="24118"/>
                  </a:cubicBezTo>
                  <a:cubicBezTo>
                    <a:pt x="110611" y="3683"/>
                    <a:pt x="94292" y="102"/>
                    <a:pt x="83059" y="102"/>
                  </a:cubicBezTo>
                  <a:cubicBezTo>
                    <a:pt x="65468" y="102"/>
                    <a:pt x="53600" y="10846"/>
                    <a:pt x="47241" y="19272"/>
                  </a:cubicBezTo>
                  <a:cubicBezTo>
                    <a:pt x="45758" y="4736"/>
                    <a:pt x="33253" y="102"/>
                    <a:pt x="24564" y="102"/>
                  </a:cubicBezTo>
                  <a:cubicBezTo>
                    <a:pt x="15451" y="102"/>
                    <a:pt x="10576" y="6632"/>
                    <a:pt x="7821" y="11478"/>
                  </a:cubicBezTo>
                  <a:cubicBezTo>
                    <a:pt x="3158" y="19272"/>
                    <a:pt x="191" y="31280"/>
                    <a:pt x="191" y="32334"/>
                  </a:cubicBezTo>
                  <a:cubicBezTo>
                    <a:pt x="191" y="35072"/>
                    <a:pt x="3158" y="35072"/>
                    <a:pt x="3794" y="35072"/>
                  </a:cubicBezTo>
                  <a:cubicBezTo>
                    <a:pt x="6761" y="35072"/>
                    <a:pt x="6973" y="34440"/>
                    <a:pt x="8457" y="28752"/>
                  </a:cubicBezTo>
                  <a:cubicBezTo>
                    <a:pt x="11636" y="16323"/>
                    <a:pt x="15663" y="6000"/>
                    <a:pt x="23928" y="6000"/>
                  </a:cubicBezTo>
                  <a:cubicBezTo>
                    <a:pt x="29439" y="6000"/>
                    <a:pt x="30922" y="10635"/>
                    <a:pt x="30922" y="16323"/>
                  </a:cubicBezTo>
                  <a:cubicBezTo>
                    <a:pt x="30922" y="20326"/>
                    <a:pt x="29015" y="28120"/>
                    <a:pt x="27531" y="33808"/>
                  </a:cubicBezTo>
                  <a:cubicBezTo>
                    <a:pt x="26048" y="39496"/>
                    <a:pt x="23928" y="48133"/>
                    <a:pt x="22869" y="52768"/>
                  </a:cubicBezTo>
                  <a:lnTo>
                    <a:pt x="16086" y="7973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DB2FCA3-53C0-BB23-1284-13E2A15F6B32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8514860" y="5534353"/>
              <a:ext cx="155986" cy="56668"/>
            </a:xfrm>
            <a:custGeom>
              <a:avLst/>
              <a:gdLst>
                <a:gd name="csX0" fmla="*/ 148129 w 155986"/>
                <a:gd name="csY0" fmla="*/ 10424 h 56668"/>
                <a:gd name="csX1" fmla="*/ 156182 w 155986"/>
                <a:gd name="csY1" fmla="*/ 5158 h 56668"/>
                <a:gd name="csX2" fmla="*/ 148341 w 155986"/>
                <a:gd name="csY2" fmla="*/ 102 h 56668"/>
                <a:gd name="csX3" fmla="*/ 8038 w 155986"/>
                <a:gd name="csY3" fmla="*/ 102 h 56668"/>
                <a:gd name="csX4" fmla="*/ 196 w 155986"/>
                <a:gd name="csY4" fmla="*/ 5158 h 56668"/>
                <a:gd name="csX5" fmla="*/ 8250 w 155986"/>
                <a:gd name="csY5" fmla="*/ 10424 h 56668"/>
                <a:gd name="csX6" fmla="*/ 148129 w 155986"/>
                <a:gd name="csY6" fmla="*/ 10424 h 56668"/>
                <a:gd name="csX7" fmla="*/ 148341 w 155986"/>
                <a:gd name="csY7" fmla="*/ 56771 h 56668"/>
                <a:gd name="csX8" fmla="*/ 156182 w 155986"/>
                <a:gd name="csY8" fmla="*/ 51715 h 56668"/>
                <a:gd name="csX9" fmla="*/ 148129 w 155986"/>
                <a:gd name="csY9" fmla="*/ 46448 h 56668"/>
                <a:gd name="csX10" fmla="*/ 8250 w 155986"/>
                <a:gd name="csY10" fmla="*/ 46448 h 56668"/>
                <a:gd name="csX11" fmla="*/ 196 w 155986"/>
                <a:gd name="csY11" fmla="*/ 51715 h 56668"/>
                <a:gd name="csX12" fmla="*/ 8038 w 155986"/>
                <a:gd name="csY12" fmla="*/ 56771 h 56668"/>
                <a:gd name="csX13" fmla="*/ 148341 w 155986"/>
                <a:gd name="csY13" fmla="*/ 56771 h 56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5986" h="56668">
                  <a:moveTo>
                    <a:pt x="148129" y="10424"/>
                  </a:moveTo>
                  <a:cubicBezTo>
                    <a:pt x="151308" y="10424"/>
                    <a:pt x="156182" y="10424"/>
                    <a:pt x="156182" y="5158"/>
                  </a:cubicBezTo>
                  <a:cubicBezTo>
                    <a:pt x="156182" y="102"/>
                    <a:pt x="151096" y="102"/>
                    <a:pt x="148341" y="102"/>
                  </a:cubicBezTo>
                  <a:lnTo>
                    <a:pt x="8038" y="102"/>
                  </a:lnTo>
                  <a:cubicBezTo>
                    <a:pt x="5283" y="102"/>
                    <a:pt x="196" y="102"/>
                    <a:pt x="196" y="5158"/>
                  </a:cubicBezTo>
                  <a:cubicBezTo>
                    <a:pt x="196" y="10424"/>
                    <a:pt x="5071" y="10424"/>
                    <a:pt x="8250" y="10424"/>
                  </a:cubicBezTo>
                  <a:lnTo>
                    <a:pt x="148129" y="10424"/>
                  </a:lnTo>
                  <a:close/>
                  <a:moveTo>
                    <a:pt x="148341" y="56771"/>
                  </a:moveTo>
                  <a:cubicBezTo>
                    <a:pt x="151096" y="56771"/>
                    <a:pt x="156182" y="56771"/>
                    <a:pt x="156182" y="51715"/>
                  </a:cubicBezTo>
                  <a:cubicBezTo>
                    <a:pt x="156182" y="46448"/>
                    <a:pt x="151308" y="46448"/>
                    <a:pt x="148129" y="46448"/>
                  </a:cubicBezTo>
                  <a:lnTo>
                    <a:pt x="8250" y="46448"/>
                  </a:lnTo>
                  <a:cubicBezTo>
                    <a:pt x="5071" y="46448"/>
                    <a:pt x="196" y="46448"/>
                    <a:pt x="196" y="51715"/>
                  </a:cubicBezTo>
                  <a:cubicBezTo>
                    <a:pt x="196" y="56771"/>
                    <a:pt x="5283" y="56771"/>
                    <a:pt x="8038" y="56771"/>
                  </a:cubicBezTo>
                  <a:lnTo>
                    <a:pt x="148341" y="5677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CD884AD-03BC-64D1-A178-DC303B23CD54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8708992" y="5475578"/>
              <a:ext cx="77145" cy="139881"/>
            </a:xfrm>
            <a:custGeom>
              <a:avLst/>
              <a:gdLst>
                <a:gd name="csX0" fmla="*/ 48100 w 77145"/>
                <a:gd name="csY0" fmla="*/ 6000 h 139881"/>
                <a:gd name="csX1" fmla="*/ 41742 w 77145"/>
                <a:gd name="csY1" fmla="*/ 102 h 139881"/>
                <a:gd name="csX2" fmla="*/ 202 w 77145"/>
                <a:gd name="csY2" fmla="*/ 13584 h 139881"/>
                <a:gd name="csX3" fmla="*/ 202 w 77145"/>
                <a:gd name="csY3" fmla="*/ 21168 h 139881"/>
                <a:gd name="csX4" fmla="*/ 30933 w 77145"/>
                <a:gd name="csY4" fmla="*/ 15270 h 139881"/>
                <a:gd name="csX5" fmla="*/ 30933 w 77145"/>
                <a:gd name="csY5" fmla="*/ 122709 h 139881"/>
                <a:gd name="csX6" fmla="*/ 9739 w 77145"/>
                <a:gd name="csY6" fmla="*/ 132399 h 139881"/>
                <a:gd name="csX7" fmla="*/ 1686 w 77145"/>
                <a:gd name="csY7" fmla="*/ 132399 h 139881"/>
                <a:gd name="csX8" fmla="*/ 1686 w 77145"/>
                <a:gd name="csY8" fmla="*/ 139983 h 139881"/>
                <a:gd name="csX9" fmla="*/ 39411 w 77145"/>
                <a:gd name="csY9" fmla="*/ 139141 h 139881"/>
                <a:gd name="csX10" fmla="*/ 77348 w 77145"/>
                <a:gd name="csY10" fmla="*/ 139983 h 139881"/>
                <a:gd name="csX11" fmla="*/ 77348 w 77145"/>
                <a:gd name="csY11" fmla="*/ 132399 h 139881"/>
                <a:gd name="csX12" fmla="*/ 69294 w 77145"/>
                <a:gd name="csY12" fmla="*/ 132399 h 139881"/>
                <a:gd name="csX13" fmla="*/ 48100 w 77145"/>
                <a:gd name="csY13" fmla="*/ 122709 h 139881"/>
                <a:gd name="csX14" fmla="*/ 48100 w 77145"/>
                <a:gd name="csY14" fmla="*/ 6000 h 139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45" h="139881">
                  <a:moveTo>
                    <a:pt x="48100" y="6000"/>
                  </a:moveTo>
                  <a:cubicBezTo>
                    <a:pt x="48100" y="312"/>
                    <a:pt x="47676" y="102"/>
                    <a:pt x="41742" y="102"/>
                  </a:cubicBezTo>
                  <a:cubicBezTo>
                    <a:pt x="28178" y="13374"/>
                    <a:pt x="8892" y="13584"/>
                    <a:pt x="202" y="13584"/>
                  </a:cubicBezTo>
                  <a:lnTo>
                    <a:pt x="202" y="21168"/>
                  </a:lnTo>
                  <a:cubicBezTo>
                    <a:pt x="5289" y="21168"/>
                    <a:pt x="19277" y="21168"/>
                    <a:pt x="30933" y="15270"/>
                  </a:cubicBezTo>
                  <a:lnTo>
                    <a:pt x="30933" y="122709"/>
                  </a:lnTo>
                  <a:cubicBezTo>
                    <a:pt x="30933" y="129661"/>
                    <a:pt x="30933" y="132399"/>
                    <a:pt x="9739" y="132399"/>
                  </a:cubicBezTo>
                  <a:lnTo>
                    <a:pt x="1686" y="132399"/>
                  </a:lnTo>
                  <a:lnTo>
                    <a:pt x="1686" y="139983"/>
                  </a:lnTo>
                  <a:cubicBezTo>
                    <a:pt x="5501" y="139773"/>
                    <a:pt x="31569" y="139141"/>
                    <a:pt x="39411" y="139141"/>
                  </a:cubicBezTo>
                  <a:cubicBezTo>
                    <a:pt x="45981" y="139141"/>
                    <a:pt x="72685" y="139773"/>
                    <a:pt x="77348" y="139983"/>
                  </a:cubicBezTo>
                  <a:lnTo>
                    <a:pt x="77348" y="132399"/>
                  </a:lnTo>
                  <a:lnTo>
                    <a:pt x="69294" y="132399"/>
                  </a:lnTo>
                  <a:cubicBezTo>
                    <a:pt x="48100" y="132399"/>
                    <a:pt x="48100" y="129661"/>
                    <a:pt x="48100" y="122709"/>
                  </a:cubicBezTo>
                  <a:lnTo>
                    <a:pt x="48100" y="6000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4A7E2DB-BB5E-0A00-C62D-F8757CCE962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8883915" y="4978111"/>
              <a:ext cx="402984" cy="421330"/>
            </a:xfrm>
            <a:custGeom>
              <a:avLst/>
              <a:gdLst>
                <a:gd name="csX0" fmla="*/ 366558 w 402984"/>
                <a:gd name="csY0" fmla="*/ 421411 h 421330"/>
                <a:gd name="csX1" fmla="*/ 403193 w 402984"/>
                <a:gd name="csY1" fmla="*/ 325107 h 421330"/>
                <a:gd name="csX2" fmla="*/ 395623 w 402984"/>
                <a:gd name="csY2" fmla="*/ 325107 h 421330"/>
                <a:gd name="csX3" fmla="*/ 316904 w 402984"/>
                <a:gd name="csY3" fmla="*/ 385899 h 421330"/>
                <a:gd name="csX4" fmla="*/ 222743 w 402984"/>
                <a:gd name="csY4" fmla="*/ 395228 h 421330"/>
                <a:gd name="csX5" fmla="*/ 40174 w 402984"/>
                <a:gd name="csY5" fmla="*/ 395228 h 421330"/>
                <a:gd name="csX6" fmla="*/ 194283 w 402984"/>
                <a:gd name="csY6" fmla="*/ 215561 h 421330"/>
                <a:gd name="csX7" fmla="*/ 197007 w 402984"/>
                <a:gd name="csY7" fmla="*/ 210746 h 421330"/>
                <a:gd name="csX8" fmla="*/ 194888 w 402984"/>
                <a:gd name="csY8" fmla="*/ 206231 h 421330"/>
                <a:gd name="csX9" fmla="*/ 53798 w 402984"/>
                <a:gd name="csY9" fmla="*/ 14526 h 421330"/>
                <a:gd name="csX10" fmla="*/ 219715 w 402984"/>
                <a:gd name="csY10" fmla="*/ 14526 h 421330"/>
                <a:gd name="csX11" fmla="*/ 290563 w 402984"/>
                <a:gd name="csY11" fmla="*/ 19342 h 421330"/>
                <a:gd name="csX12" fmla="*/ 357172 w 402984"/>
                <a:gd name="csY12" fmla="*/ 41913 h 421330"/>
                <a:gd name="csX13" fmla="*/ 395623 w 402984"/>
                <a:gd name="csY13" fmla="*/ 84648 h 421330"/>
                <a:gd name="csX14" fmla="*/ 403193 w 402984"/>
                <a:gd name="csY14" fmla="*/ 84648 h 421330"/>
                <a:gd name="csX15" fmla="*/ 366558 w 402984"/>
                <a:gd name="csY15" fmla="*/ 81 h 421330"/>
                <a:gd name="csX16" fmla="*/ 8686 w 402984"/>
                <a:gd name="csY16" fmla="*/ 81 h 421330"/>
                <a:gd name="csX17" fmla="*/ 511 w 402984"/>
                <a:gd name="csY17" fmla="*/ 2187 h 421330"/>
                <a:gd name="csX18" fmla="*/ 208 w 402984"/>
                <a:gd name="csY18" fmla="*/ 12119 h 421330"/>
                <a:gd name="csX19" fmla="*/ 160373 w 402984"/>
                <a:gd name="csY19" fmla="*/ 230007 h 421330"/>
                <a:gd name="csX20" fmla="*/ 3539 w 402984"/>
                <a:gd name="csY20" fmla="*/ 412683 h 421330"/>
                <a:gd name="csX21" fmla="*/ 511 w 402984"/>
                <a:gd name="csY21" fmla="*/ 418100 h 421330"/>
                <a:gd name="csX22" fmla="*/ 8686 w 402984"/>
                <a:gd name="csY22" fmla="*/ 421411 h 421330"/>
                <a:gd name="csX23" fmla="*/ 366558 w 402984"/>
                <a:gd name="csY23" fmla="*/ 421411 h 42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2984" h="421330">
                  <a:moveTo>
                    <a:pt x="366558" y="421411"/>
                  </a:moveTo>
                  <a:lnTo>
                    <a:pt x="403193" y="325107"/>
                  </a:lnTo>
                  <a:lnTo>
                    <a:pt x="395623" y="325107"/>
                  </a:lnTo>
                  <a:cubicBezTo>
                    <a:pt x="383815" y="356406"/>
                    <a:pt x="351722" y="376870"/>
                    <a:pt x="316904" y="385899"/>
                  </a:cubicBezTo>
                  <a:cubicBezTo>
                    <a:pt x="310546" y="387403"/>
                    <a:pt x="280874" y="395228"/>
                    <a:pt x="222743" y="395228"/>
                  </a:cubicBezTo>
                  <a:lnTo>
                    <a:pt x="40174" y="395228"/>
                  </a:lnTo>
                  <a:lnTo>
                    <a:pt x="194283" y="215561"/>
                  </a:lnTo>
                  <a:cubicBezTo>
                    <a:pt x="196402" y="213153"/>
                    <a:pt x="197007" y="212250"/>
                    <a:pt x="197007" y="210746"/>
                  </a:cubicBezTo>
                  <a:cubicBezTo>
                    <a:pt x="197007" y="210144"/>
                    <a:pt x="197007" y="209241"/>
                    <a:pt x="194888" y="206231"/>
                  </a:cubicBezTo>
                  <a:lnTo>
                    <a:pt x="53798" y="14526"/>
                  </a:lnTo>
                  <a:lnTo>
                    <a:pt x="219715" y="14526"/>
                  </a:lnTo>
                  <a:cubicBezTo>
                    <a:pt x="260286" y="14526"/>
                    <a:pt x="287838" y="18740"/>
                    <a:pt x="290563" y="19342"/>
                  </a:cubicBezTo>
                  <a:cubicBezTo>
                    <a:pt x="306912" y="21749"/>
                    <a:pt x="333253" y="26865"/>
                    <a:pt x="357172" y="41913"/>
                  </a:cubicBezTo>
                  <a:cubicBezTo>
                    <a:pt x="364741" y="46728"/>
                    <a:pt x="385329" y="60271"/>
                    <a:pt x="395623" y="84648"/>
                  </a:cubicBezTo>
                  <a:lnTo>
                    <a:pt x="403193" y="84648"/>
                  </a:lnTo>
                  <a:lnTo>
                    <a:pt x="366558" y="81"/>
                  </a:lnTo>
                  <a:lnTo>
                    <a:pt x="8686" y="81"/>
                  </a:lnTo>
                  <a:cubicBezTo>
                    <a:pt x="1722" y="81"/>
                    <a:pt x="1419" y="382"/>
                    <a:pt x="511" y="2187"/>
                  </a:cubicBezTo>
                  <a:cubicBezTo>
                    <a:pt x="208" y="3090"/>
                    <a:pt x="208" y="8808"/>
                    <a:pt x="208" y="12119"/>
                  </a:cubicBezTo>
                  <a:lnTo>
                    <a:pt x="160373" y="230007"/>
                  </a:lnTo>
                  <a:lnTo>
                    <a:pt x="3539" y="412683"/>
                  </a:lnTo>
                  <a:cubicBezTo>
                    <a:pt x="511" y="416295"/>
                    <a:pt x="511" y="417799"/>
                    <a:pt x="511" y="418100"/>
                  </a:cubicBezTo>
                  <a:cubicBezTo>
                    <a:pt x="511" y="421411"/>
                    <a:pt x="3236" y="421411"/>
                    <a:pt x="8686" y="421411"/>
                  </a:cubicBezTo>
                  <a:lnTo>
                    <a:pt x="366558" y="42141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40CD1FC-41E4-7E11-87BB-BB9991F2A050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8864456" y="5516574"/>
              <a:ext cx="129917" cy="93535"/>
            </a:xfrm>
            <a:custGeom>
              <a:avLst/>
              <a:gdLst>
                <a:gd name="csX0" fmla="*/ 76505 w 129917"/>
                <a:gd name="csY0" fmla="*/ 42656 h 93535"/>
                <a:gd name="csX1" fmla="*/ 105753 w 129917"/>
                <a:gd name="csY1" fmla="*/ 13374 h 93535"/>
                <a:gd name="csX2" fmla="*/ 125463 w 129917"/>
                <a:gd name="csY2" fmla="*/ 11899 h 93535"/>
                <a:gd name="csX3" fmla="*/ 125463 w 129917"/>
                <a:gd name="csY3" fmla="*/ 102 h 93535"/>
                <a:gd name="csX4" fmla="*/ 104905 w 129917"/>
                <a:gd name="csY4" fmla="*/ 944 h 93535"/>
                <a:gd name="csX5" fmla="*/ 81380 w 129917"/>
                <a:gd name="csY5" fmla="*/ 102 h 93535"/>
                <a:gd name="csX6" fmla="*/ 81380 w 129917"/>
                <a:gd name="csY6" fmla="*/ 11899 h 93535"/>
                <a:gd name="csX7" fmla="*/ 87102 w 129917"/>
                <a:gd name="csY7" fmla="*/ 13163 h 93535"/>
                <a:gd name="csX8" fmla="*/ 67180 w 129917"/>
                <a:gd name="csY8" fmla="*/ 33176 h 93535"/>
                <a:gd name="csX9" fmla="*/ 46622 w 129917"/>
                <a:gd name="csY9" fmla="*/ 11899 h 93535"/>
                <a:gd name="csX10" fmla="*/ 52345 w 129917"/>
                <a:gd name="csY10" fmla="*/ 11899 h 93535"/>
                <a:gd name="csX11" fmla="*/ 52345 w 129917"/>
                <a:gd name="csY11" fmla="*/ 102 h 93535"/>
                <a:gd name="csX12" fmla="*/ 25428 w 129917"/>
                <a:gd name="csY12" fmla="*/ 944 h 93535"/>
                <a:gd name="csX13" fmla="*/ 1479 w 129917"/>
                <a:gd name="csY13" fmla="*/ 102 h 93535"/>
                <a:gd name="csX14" fmla="*/ 1479 w 129917"/>
                <a:gd name="csY14" fmla="*/ 11899 h 93535"/>
                <a:gd name="csX15" fmla="*/ 17375 w 129917"/>
                <a:gd name="csY15" fmla="*/ 11899 h 93535"/>
                <a:gd name="csX16" fmla="*/ 52133 w 129917"/>
                <a:gd name="csY16" fmla="*/ 47923 h 93535"/>
                <a:gd name="csX17" fmla="*/ 21614 w 129917"/>
                <a:gd name="csY17" fmla="*/ 78469 h 93535"/>
                <a:gd name="csX18" fmla="*/ 12076 w 129917"/>
                <a:gd name="csY18" fmla="*/ 81629 h 93535"/>
                <a:gd name="csX19" fmla="*/ 208 w 129917"/>
                <a:gd name="csY19" fmla="*/ 81840 h 93535"/>
                <a:gd name="csX20" fmla="*/ 208 w 129917"/>
                <a:gd name="csY20" fmla="*/ 93637 h 93535"/>
                <a:gd name="csX21" fmla="*/ 20766 w 129917"/>
                <a:gd name="csY21" fmla="*/ 92794 h 93535"/>
                <a:gd name="csX22" fmla="*/ 44291 w 129917"/>
                <a:gd name="csY22" fmla="*/ 93637 h 93535"/>
                <a:gd name="csX23" fmla="*/ 44291 w 129917"/>
                <a:gd name="csY23" fmla="*/ 81840 h 93535"/>
                <a:gd name="csX24" fmla="*/ 38569 w 129917"/>
                <a:gd name="csY24" fmla="*/ 80365 h 93535"/>
                <a:gd name="csX25" fmla="*/ 61458 w 129917"/>
                <a:gd name="csY25" fmla="*/ 57613 h 93535"/>
                <a:gd name="csX26" fmla="*/ 84983 w 129917"/>
                <a:gd name="csY26" fmla="*/ 81840 h 93535"/>
                <a:gd name="csX27" fmla="*/ 79473 w 129917"/>
                <a:gd name="csY27" fmla="*/ 81840 h 93535"/>
                <a:gd name="csX28" fmla="*/ 79473 w 129917"/>
                <a:gd name="csY28" fmla="*/ 93637 h 93535"/>
                <a:gd name="csX29" fmla="*/ 106389 w 129917"/>
                <a:gd name="csY29" fmla="*/ 92794 h 93535"/>
                <a:gd name="csX30" fmla="*/ 130126 w 129917"/>
                <a:gd name="csY30" fmla="*/ 93637 h 93535"/>
                <a:gd name="csX31" fmla="*/ 130126 w 129917"/>
                <a:gd name="csY31" fmla="*/ 81840 h 93535"/>
                <a:gd name="csX32" fmla="*/ 114442 w 129917"/>
                <a:gd name="csY32" fmla="*/ 81840 h 93535"/>
                <a:gd name="csX33" fmla="*/ 76505 w 129917"/>
                <a:gd name="csY33" fmla="*/ 42656 h 93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129917" h="93535">
                  <a:moveTo>
                    <a:pt x="76505" y="42656"/>
                  </a:moveTo>
                  <a:lnTo>
                    <a:pt x="105753" y="13374"/>
                  </a:lnTo>
                  <a:cubicBezTo>
                    <a:pt x="110839" y="11899"/>
                    <a:pt x="116350" y="11899"/>
                    <a:pt x="125463" y="11899"/>
                  </a:cubicBezTo>
                  <a:lnTo>
                    <a:pt x="125463" y="102"/>
                  </a:lnTo>
                  <a:cubicBezTo>
                    <a:pt x="118681" y="734"/>
                    <a:pt x="111687" y="944"/>
                    <a:pt x="104905" y="944"/>
                  </a:cubicBezTo>
                  <a:cubicBezTo>
                    <a:pt x="97699" y="944"/>
                    <a:pt x="83075" y="312"/>
                    <a:pt x="81380" y="102"/>
                  </a:cubicBezTo>
                  <a:lnTo>
                    <a:pt x="81380" y="11899"/>
                  </a:lnTo>
                  <a:cubicBezTo>
                    <a:pt x="84135" y="11899"/>
                    <a:pt x="85619" y="12320"/>
                    <a:pt x="87102" y="13163"/>
                  </a:cubicBezTo>
                  <a:lnTo>
                    <a:pt x="67180" y="33176"/>
                  </a:lnTo>
                  <a:lnTo>
                    <a:pt x="46622" y="11899"/>
                  </a:lnTo>
                  <a:lnTo>
                    <a:pt x="52345" y="11899"/>
                  </a:lnTo>
                  <a:lnTo>
                    <a:pt x="52345" y="102"/>
                  </a:lnTo>
                  <a:cubicBezTo>
                    <a:pt x="51073" y="102"/>
                    <a:pt x="34330" y="944"/>
                    <a:pt x="25428" y="944"/>
                  </a:cubicBezTo>
                  <a:cubicBezTo>
                    <a:pt x="17375" y="944"/>
                    <a:pt x="9533" y="734"/>
                    <a:pt x="1479" y="102"/>
                  </a:cubicBezTo>
                  <a:lnTo>
                    <a:pt x="1479" y="11899"/>
                  </a:lnTo>
                  <a:lnTo>
                    <a:pt x="17375" y="11899"/>
                  </a:lnTo>
                  <a:lnTo>
                    <a:pt x="52133" y="47923"/>
                  </a:lnTo>
                  <a:lnTo>
                    <a:pt x="21614" y="78469"/>
                  </a:lnTo>
                  <a:cubicBezTo>
                    <a:pt x="18858" y="80997"/>
                    <a:pt x="18646" y="81208"/>
                    <a:pt x="12076" y="81629"/>
                  </a:cubicBezTo>
                  <a:cubicBezTo>
                    <a:pt x="8685" y="81840"/>
                    <a:pt x="1268" y="81840"/>
                    <a:pt x="208" y="81840"/>
                  </a:cubicBezTo>
                  <a:lnTo>
                    <a:pt x="208" y="93637"/>
                  </a:lnTo>
                  <a:cubicBezTo>
                    <a:pt x="6990" y="93005"/>
                    <a:pt x="13984" y="92794"/>
                    <a:pt x="20766" y="92794"/>
                  </a:cubicBezTo>
                  <a:cubicBezTo>
                    <a:pt x="26488" y="92794"/>
                    <a:pt x="41536" y="93426"/>
                    <a:pt x="44291" y="93637"/>
                  </a:cubicBezTo>
                  <a:lnTo>
                    <a:pt x="44291" y="81840"/>
                  </a:lnTo>
                  <a:cubicBezTo>
                    <a:pt x="40900" y="81840"/>
                    <a:pt x="40052" y="81418"/>
                    <a:pt x="38569" y="80365"/>
                  </a:cubicBezTo>
                  <a:lnTo>
                    <a:pt x="61458" y="57613"/>
                  </a:lnTo>
                  <a:lnTo>
                    <a:pt x="84983" y="81840"/>
                  </a:lnTo>
                  <a:lnTo>
                    <a:pt x="79473" y="81840"/>
                  </a:lnTo>
                  <a:lnTo>
                    <a:pt x="79473" y="93637"/>
                  </a:lnTo>
                  <a:cubicBezTo>
                    <a:pt x="79685" y="93637"/>
                    <a:pt x="96640" y="92794"/>
                    <a:pt x="106389" y="92794"/>
                  </a:cubicBezTo>
                  <a:cubicBezTo>
                    <a:pt x="114230" y="92794"/>
                    <a:pt x="122284" y="93005"/>
                    <a:pt x="130126" y="93637"/>
                  </a:cubicBezTo>
                  <a:lnTo>
                    <a:pt x="130126" y="81840"/>
                  </a:lnTo>
                  <a:lnTo>
                    <a:pt x="114442" y="81840"/>
                  </a:lnTo>
                  <a:lnTo>
                    <a:pt x="76505" y="4265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736E201-5FB7-79C2-7064-EEB152001EB0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9023384" y="5539988"/>
              <a:ext cx="62218" cy="100216"/>
            </a:xfrm>
            <a:custGeom>
              <a:avLst/>
              <a:gdLst>
                <a:gd name="csX0" fmla="*/ 38816 w 62218"/>
                <a:gd name="csY0" fmla="*/ 4617 h 100216"/>
                <a:gd name="csX1" fmla="*/ 33366 w 62218"/>
                <a:gd name="csY1" fmla="*/ 103 h 100216"/>
                <a:gd name="csX2" fmla="*/ 2786 w 62218"/>
                <a:gd name="csY2" fmla="*/ 9733 h 100216"/>
                <a:gd name="csX3" fmla="*/ 213 w 62218"/>
                <a:gd name="csY3" fmla="*/ 9733 h 100216"/>
                <a:gd name="csX4" fmla="*/ 213 w 62218"/>
                <a:gd name="csY4" fmla="*/ 16354 h 100216"/>
                <a:gd name="csX5" fmla="*/ 2786 w 62218"/>
                <a:gd name="csY5" fmla="*/ 16354 h 100216"/>
                <a:gd name="csX6" fmla="*/ 24888 w 62218"/>
                <a:gd name="csY6" fmla="*/ 12141 h 100216"/>
                <a:gd name="csX7" fmla="*/ 24888 w 62218"/>
                <a:gd name="csY7" fmla="*/ 87378 h 100216"/>
                <a:gd name="csX8" fmla="*/ 8842 w 62218"/>
                <a:gd name="csY8" fmla="*/ 93698 h 100216"/>
                <a:gd name="csX9" fmla="*/ 1272 w 62218"/>
                <a:gd name="csY9" fmla="*/ 93698 h 100216"/>
                <a:gd name="csX10" fmla="*/ 1272 w 62218"/>
                <a:gd name="csY10" fmla="*/ 100319 h 100216"/>
                <a:gd name="csX11" fmla="*/ 31852 w 62218"/>
                <a:gd name="csY11" fmla="*/ 99717 h 100216"/>
                <a:gd name="csX12" fmla="*/ 62431 w 62218"/>
                <a:gd name="csY12" fmla="*/ 100319 h 100216"/>
                <a:gd name="csX13" fmla="*/ 62431 w 62218"/>
                <a:gd name="csY13" fmla="*/ 93698 h 100216"/>
                <a:gd name="csX14" fmla="*/ 54862 w 62218"/>
                <a:gd name="csY14" fmla="*/ 93698 h 100216"/>
                <a:gd name="csX15" fmla="*/ 38816 w 62218"/>
                <a:gd name="csY15" fmla="*/ 87378 h 100216"/>
                <a:gd name="csX16" fmla="*/ 38816 w 62218"/>
                <a:gd name="csY16" fmla="*/ 4617 h 100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2218" h="100216">
                  <a:moveTo>
                    <a:pt x="38816" y="4617"/>
                  </a:moveTo>
                  <a:cubicBezTo>
                    <a:pt x="38816" y="103"/>
                    <a:pt x="38361" y="103"/>
                    <a:pt x="33366" y="103"/>
                  </a:cubicBezTo>
                  <a:cubicBezTo>
                    <a:pt x="22617" y="9733"/>
                    <a:pt x="5814" y="9733"/>
                    <a:pt x="2786" y="9733"/>
                  </a:cubicBezTo>
                  <a:lnTo>
                    <a:pt x="213" y="9733"/>
                  </a:lnTo>
                  <a:lnTo>
                    <a:pt x="213" y="16354"/>
                  </a:lnTo>
                  <a:lnTo>
                    <a:pt x="2786" y="16354"/>
                  </a:lnTo>
                  <a:cubicBezTo>
                    <a:pt x="6268" y="16354"/>
                    <a:pt x="16108" y="15902"/>
                    <a:pt x="24888" y="12141"/>
                  </a:cubicBezTo>
                  <a:lnTo>
                    <a:pt x="24888" y="87378"/>
                  </a:lnTo>
                  <a:cubicBezTo>
                    <a:pt x="24888" y="92043"/>
                    <a:pt x="24888" y="93698"/>
                    <a:pt x="8842" y="93698"/>
                  </a:cubicBezTo>
                  <a:lnTo>
                    <a:pt x="1272" y="93698"/>
                  </a:lnTo>
                  <a:lnTo>
                    <a:pt x="1272" y="100319"/>
                  </a:lnTo>
                  <a:cubicBezTo>
                    <a:pt x="9598" y="99717"/>
                    <a:pt x="23072" y="99717"/>
                    <a:pt x="31852" y="99717"/>
                  </a:cubicBezTo>
                  <a:cubicBezTo>
                    <a:pt x="40632" y="99717"/>
                    <a:pt x="54105" y="99717"/>
                    <a:pt x="62431" y="100319"/>
                  </a:cubicBezTo>
                  <a:lnTo>
                    <a:pt x="62431" y="93698"/>
                  </a:lnTo>
                  <a:lnTo>
                    <a:pt x="54862" y="93698"/>
                  </a:lnTo>
                  <a:cubicBezTo>
                    <a:pt x="38816" y="93698"/>
                    <a:pt x="38816" y="92043"/>
                    <a:pt x="38816" y="87378"/>
                  </a:cubicBezTo>
                  <a:lnTo>
                    <a:pt x="38816" y="4617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CB4F35F-9D8F-FA29-3E90-8FE0CA9C5DB1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9125957" y="5575350"/>
              <a:ext cx="18468" cy="64854"/>
            </a:xfrm>
            <a:custGeom>
              <a:avLst/>
              <a:gdLst>
                <a:gd name="csX0" fmla="*/ 18685 w 18468"/>
                <a:gd name="csY0" fmla="*/ 9282 h 64854"/>
                <a:gd name="csX1" fmla="*/ 9450 w 18468"/>
                <a:gd name="csY1" fmla="*/ 103 h 64854"/>
                <a:gd name="csX2" fmla="*/ 216 w 18468"/>
                <a:gd name="csY2" fmla="*/ 9282 h 64854"/>
                <a:gd name="csX3" fmla="*/ 9450 w 18468"/>
                <a:gd name="csY3" fmla="*/ 18461 h 64854"/>
                <a:gd name="csX4" fmla="*/ 18685 w 18468"/>
                <a:gd name="csY4" fmla="*/ 9282 h 64854"/>
                <a:gd name="csX5" fmla="*/ 18685 w 18468"/>
                <a:gd name="csY5" fmla="*/ 55778 h 64854"/>
                <a:gd name="csX6" fmla="*/ 9450 w 18468"/>
                <a:gd name="csY6" fmla="*/ 46599 h 64854"/>
                <a:gd name="csX7" fmla="*/ 216 w 18468"/>
                <a:gd name="csY7" fmla="*/ 55778 h 64854"/>
                <a:gd name="csX8" fmla="*/ 9450 w 18468"/>
                <a:gd name="csY8" fmla="*/ 64957 h 64854"/>
                <a:gd name="csX9" fmla="*/ 18685 w 18468"/>
                <a:gd name="csY9" fmla="*/ 55778 h 64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8468" h="64854">
                  <a:moveTo>
                    <a:pt x="18685" y="9282"/>
                  </a:moveTo>
                  <a:cubicBezTo>
                    <a:pt x="18685" y="4165"/>
                    <a:pt x="14597" y="103"/>
                    <a:pt x="9450" y="103"/>
                  </a:cubicBezTo>
                  <a:cubicBezTo>
                    <a:pt x="4455" y="103"/>
                    <a:pt x="216" y="4165"/>
                    <a:pt x="216" y="9282"/>
                  </a:cubicBezTo>
                  <a:cubicBezTo>
                    <a:pt x="216" y="14398"/>
                    <a:pt x="4303" y="18461"/>
                    <a:pt x="9450" y="18461"/>
                  </a:cubicBezTo>
                  <a:cubicBezTo>
                    <a:pt x="14446" y="18461"/>
                    <a:pt x="18685" y="14398"/>
                    <a:pt x="18685" y="9282"/>
                  </a:cubicBezTo>
                  <a:close/>
                  <a:moveTo>
                    <a:pt x="18685" y="55778"/>
                  </a:moveTo>
                  <a:cubicBezTo>
                    <a:pt x="18685" y="50662"/>
                    <a:pt x="14597" y="46599"/>
                    <a:pt x="9450" y="46599"/>
                  </a:cubicBezTo>
                  <a:cubicBezTo>
                    <a:pt x="4455" y="46599"/>
                    <a:pt x="216" y="50662"/>
                    <a:pt x="216" y="55778"/>
                  </a:cubicBezTo>
                  <a:cubicBezTo>
                    <a:pt x="216" y="60894"/>
                    <a:pt x="4303" y="64957"/>
                    <a:pt x="9450" y="64957"/>
                  </a:cubicBezTo>
                  <a:cubicBezTo>
                    <a:pt x="14446" y="64957"/>
                    <a:pt x="18685" y="60895"/>
                    <a:pt x="18685" y="55778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20B7FCE-726F-D1EB-26EB-5A592E592026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9179514" y="5573695"/>
              <a:ext cx="105968" cy="68165"/>
            </a:xfrm>
            <a:custGeom>
              <a:avLst/>
              <a:gdLst>
                <a:gd name="csX0" fmla="*/ 15962 w 105968"/>
                <a:gd name="csY0" fmla="*/ 51866 h 68165"/>
                <a:gd name="csX1" fmla="*/ 13388 w 105968"/>
                <a:gd name="csY1" fmla="*/ 63001 h 68165"/>
                <a:gd name="csX2" fmla="*/ 18990 w 105968"/>
                <a:gd name="csY2" fmla="*/ 68268 h 68165"/>
                <a:gd name="csX3" fmla="*/ 26256 w 105968"/>
                <a:gd name="csY3" fmla="*/ 63302 h 68165"/>
                <a:gd name="csX4" fmla="*/ 29132 w 105968"/>
                <a:gd name="csY4" fmla="*/ 51565 h 68165"/>
                <a:gd name="csX5" fmla="*/ 34582 w 105968"/>
                <a:gd name="csY5" fmla="*/ 30348 h 68165"/>
                <a:gd name="csX6" fmla="*/ 65919 w 105968"/>
                <a:gd name="csY6" fmla="*/ 5219 h 68165"/>
                <a:gd name="csX7" fmla="*/ 76516 w 105968"/>
                <a:gd name="csY7" fmla="*/ 16053 h 68165"/>
                <a:gd name="csX8" fmla="*/ 66676 w 105968"/>
                <a:gd name="csY8" fmla="*/ 48706 h 68165"/>
                <a:gd name="csX9" fmla="*/ 65162 w 105968"/>
                <a:gd name="csY9" fmla="*/ 55026 h 68165"/>
                <a:gd name="csX10" fmla="*/ 81663 w 105968"/>
                <a:gd name="csY10" fmla="*/ 68268 h 68165"/>
                <a:gd name="csX11" fmla="*/ 106187 w 105968"/>
                <a:gd name="csY11" fmla="*/ 44944 h 68165"/>
                <a:gd name="csX12" fmla="*/ 103008 w 105968"/>
                <a:gd name="csY12" fmla="*/ 42838 h 68165"/>
                <a:gd name="csX13" fmla="*/ 99375 w 105968"/>
                <a:gd name="csY13" fmla="*/ 46298 h 68165"/>
                <a:gd name="csX14" fmla="*/ 82268 w 105968"/>
                <a:gd name="csY14" fmla="*/ 63152 h 68165"/>
                <a:gd name="csX15" fmla="*/ 77727 w 105968"/>
                <a:gd name="csY15" fmla="*/ 57434 h 68165"/>
                <a:gd name="csX16" fmla="*/ 79695 w 105968"/>
                <a:gd name="csY16" fmla="*/ 49458 h 68165"/>
                <a:gd name="csX17" fmla="*/ 89232 w 105968"/>
                <a:gd name="csY17" fmla="*/ 18009 h 68165"/>
                <a:gd name="csX18" fmla="*/ 66827 w 105968"/>
                <a:gd name="csY18" fmla="*/ 103 h 68165"/>
                <a:gd name="csX19" fmla="*/ 38215 w 105968"/>
                <a:gd name="csY19" fmla="*/ 15000 h 68165"/>
                <a:gd name="csX20" fmla="*/ 19747 w 105968"/>
                <a:gd name="csY20" fmla="*/ 103 h 68165"/>
                <a:gd name="csX21" fmla="*/ 218 w 105968"/>
                <a:gd name="csY21" fmla="*/ 23426 h 68165"/>
                <a:gd name="csX22" fmla="*/ 3397 w 105968"/>
                <a:gd name="csY22" fmla="*/ 25533 h 68165"/>
                <a:gd name="csX23" fmla="*/ 6879 w 105968"/>
                <a:gd name="csY23" fmla="*/ 22674 h 68165"/>
                <a:gd name="csX24" fmla="*/ 18990 w 105968"/>
                <a:gd name="csY24" fmla="*/ 5219 h 68165"/>
                <a:gd name="csX25" fmla="*/ 25196 w 105968"/>
                <a:gd name="csY25" fmla="*/ 13194 h 68165"/>
                <a:gd name="csX26" fmla="*/ 22774 w 105968"/>
                <a:gd name="csY26" fmla="*/ 24931 h 68165"/>
                <a:gd name="csX27" fmla="*/ 19444 w 105968"/>
                <a:gd name="csY27" fmla="*/ 38474 h 68165"/>
                <a:gd name="csX28" fmla="*/ 15962 w 105968"/>
                <a:gd name="csY28" fmla="*/ 51866 h 68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05968" h="68165">
                  <a:moveTo>
                    <a:pt x="15962" y="51866"/>
                  </a:moveTo>
                  <a:cubicBezTo>
                    <a:pt x="15054" y="55628"/>
                    <a:pt x="13388" y="62249"/>
                    <a:pt x="13388" y="63001"/>
                  </a:cubicBezTo>
                  <a:cubicBezTo>
                    <a:pt x="13388" y="66312"/>
                    <a:pt x="16113" y="68268"/>
                    <a:pt x="18990" y="68268"/>
                  </a:cubicBezTo>
                  <a:cubicBezTo>
                    <a:pt x="21260" y="68268"/>
                    <a:pt x="24591" y="67064"/>
                    <a:pt x="26256" y="63302"/>
                  </a:cubicBezTo>
                  <a:cubicBezTo>
                    <a:pt x="26407" y="62550"/>
                    <a:pt x="28224" y="55477"/>
                    <a:pt x="29132" y="51565"/>
                  </a:cubicBezTo>
                  <a:cubicBezTo>
                    <a:pt x="34279" y="31251"/>
                    <a:pt x="34279" y="30950"/>
                    <a:pt x="34582" y="30348"/>
                  </a:cubicBezTo>
                  <a:cubicBezTo>
                    <a:pt x="36550" y="26285"/>
                    <a:pt x="47450" y="5219"/>
                    <a:pt x="65919" y="5219"/>
                  </a:cubicBezTo>
                  <a:cubicBezTo>
                    <a:pt x="73337" y="5219"/>
                    <a:pt x="76516" y="9282"/>
                    <a:pt x="76516" y="16053"/>
                  </a:cubicBezTo>
                  <a:cubicBezTo>
                    <a:pt x="76516" y="24630"/>
                    <a:pt x="70157" y="40129"/>
                    <a:pt x="66676" y="48706"/>
                  </a:cubicBezTo>
                  <a:cubicBezTo>
                    <a:pt x="65919" y="50512"/>
                    <a:pt x="65162" y="52468"/>
                    <a:pt x="65162" y="55026"/>
                  </a:cubicBezTo>
                  <a:cubicBezTo>
                    <a:pt x="65162" y="62851"/>
                    <a:pt x="72731" y="68268"/>
                    <a:pt x="81663" y="68268"/>
                  </a:cubicBezTo>
                  <a:cubicBezTo>
                    <a:pt x="97861" y="68268"/>
                    <a:pt x="106187" y="48706"/>
                    <a:pt x="106187" y="44944"/>
                  </a:cubicBezTo>
                  <a:cubicBezTo>
                    <a:pt x="106187" y="42838"/>
                    <a:pt x="103613" y="42838"/>
                    <a:pt x="103008" y="42838"/>
                  </a:cubicBezTo>
                  <a:cubicBezTo>
                    <a:pt x="100434" y="42838"/>
                    <a:pt x="100283" y="43439"/>
                    <a:pt x="99375" y="46298"/>
                  </a:cubicBezTo>
                  <a:cubicBezTo>
                    <a:pt x="96498" y="55327"/>
                    <a:pt x="89535" y="63152"/>
                    <a:pt x="82268" y="63152"/>
                  </a:cubicBezTo>
                  <a:cubicBezTo>
                    <a:pt x="78786" y="63152"/>
                    <a:pt x="77727" y="60744"/>
                    <a:pt x="77727" y="57434"/>
                  </a:cubicBezTo>
                  <a:cubicBezTo>
                    <a:pt x="77727" y="54274"/>
                    <a:pt x="78332" y="52769"/>
                    <a:pt x="79695" y="49458"/>
                  </a:cubicBezTo>
                  <a:cubicBezTo>
                    <a:pt x="82268" y="43439"/>
                    <a:pt x="89232" y="26285"/>
                    <a:pt x="89232" y="18009"/>
                  </a:cubicBezTo>
                  <a:cubicBezTo>
                    <a:pt x="89232" y="6874"/>
                    <a:pt x="81208" y="103"/>
                    <a:pt x="66827" y="103"/>
                  </a:cubicBezTo>
                  <a:cubicBezTo>
                    <a:pt x="53051" y="103"/>
                    <a:pt x="43514" y="8379"/>
                    <a:pt x="38215" y="15000"/>
                  </a:cubicBezTo>
                  <a:cubicBezTo>
                    <a:pt x="37459" y="2661"/>
                    <a:pt x="25348" y="103"/>
                    <a:pt x="19747" y="103"/>
                  </a:cubicBezTo>
                  <a:cubicBezTo>
                    <a:pt x="4608" y="103"/>
                    <a:pt x="218" y="23125"/>
                    <a:pt x="218" y="23426"/>
                  </a:cubicBezTo>
                  <a:cubicBezTo>
                    <a:pt x="218" y="25533"/>
                    <a:pt x="2640" y="25533"/>
                    <a:pt x="3397" y="25533"/>
                  </a:cubicBezTo>
                  <a:cubicBezTo>
                    <a:pt x="5971" y="25533"/>
                    <a:pt x="6273" y="24630"/>
                    <a:pt x="6879" y="22674"/>
                  </a:cubicBezTo>
                  <a:cubicBezTo>
                    <a:pt x="9150" y="13946"/>
                    <a:pt x="12632" y="5219"/>
                    <a:pt x="18990" y="5219"/>
                  </a:cubicBezTo>
                  <a:cubicBezTo>
                    <a:pt x="24137" y="5219"/>
                    <a:pt x="25196" y="10034"/>
                    <a:pt x="25196" y="13194"/>
                  </a:cubicBezTo>
                  <a:cubicBezTo>
                    <a:pt x="25196" y="15301"/>
                    <a:pt x="23683" y="21019"/>
                    <a:pt x="22774" y="24931"/>
                  </a:cubicBezTo>
                  <a:cubicBezTo>
                    <a:pt x="21715" y="28994"/>
                    <a:pt x="20201" y="35163"/>
                    <a:pt x="19444" y="38474"/>
                  </a:cubicBezTo>
                  <a:lnTo>
                    <a:pt x="15962" y="5186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B25C3A2-29AA-6F8D-4709-9A69190265E5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9376786" y="5058466"/>
              <a:ext cx="216176" cy="205548"/>
            </a:xfrm>
            <a:custGeom>
              <a:avLst/>
              <a:gdLst>
                <a:gd name="csX0" fmla="*/ 79853 w 216176"/>
                <a:gd name="csY0" fmla="*/ 110539 h 205548"/>
                <a:gd name="csX1" fmla="*/ 131323 w 216176"/>
                <a:gd name="csY1" fmla="*/ 110539 h 205548"/>
                <a:gd name="csX2" fmla="*/ 216401 w 216176"/>
                <a:gd name="csY2" fmla="*/ 45534 h 205548"/>
                <a:gd name="csX3" fmla="*/ 156756 w 216176"/>
                <a:gd name="csY3" fmla="*/ 90 h 205548"/>
                <a:gd name="csX4" fmla="*/ 58659 w 216176"/>
                <a:gd name="csY4" fmla="*/ 90 h 205548"/>
                <a:gd name="csX5" fmla="*/ 49576 w 216176"/>
                <a:gd name="csY5" fmla="*/ 5808 h 205548"/>
                <a:gd name="csX6" fmla="*/ 58356 w 216176"/>
                <a:gd name="csY6" fmla="*/ 9420 h 205548"/>
                <a:gd name="csX7" fmla="*/ 71375 w 216176"/>
                <a:gd name="csY7" fmla="*/ 10022 h 205548"/>
                <a:gd name="csX8" fmla="*/ 78036 w 216176"/>
                <a:gd name="csY8" fmla="*/ 14837 h 205548"/>
                <a:gd name="csX9" fmla="*/ 76825 w 216176"/>
                <a:gd name="csY9" fmla="*/ 20555 h 205548"/>
                <a:gd name="csX10" fmla="*/ 36254 w 216176"/>
                <a:gd name="csY10" fmla="*/ 182165 h 205548"/>
                <a:gd name="csX11" fmla="*/ 8702 w 216176"/>
                <a:gd name="csY11" fmla="*/ 196310 h 205548"/>
                <a:gd name="csX12" fmla="*/ 225 w 216176"/>
                <a:gd name="csY12" fmla="*/ 202028 h 205548"/>
                <a:gd name="csX13" fmla="*/ 4766 w 216176"/>
                <a:gd name="csY13" fmla="*/ 205639 h 205548"/>
                <a:gd name="csX14" fmla="*/ 43218 w 216176"/>
                <a:gd name="csY14" fmla="*/ 204736 h 205548"/>
                <a:gd name="csX15" fmla="*/ 62595 w 216176"/>
                <a:gd name="csY15" fmla="*/ 205037 h 205548"/>
                <a:gd name="csX16" fmla="*/ 82275 w 216176"/>
                <a:gd name="csY16" fmla="*/ 205639 h 205548"/>
                <a:gd name="csX17" fmla="*/ 88330 w 216176"/>
                <a:gd name="csY17" fmla="*/ 199620 h 205548"/>
                <a:gd name="csX18" fmla="*/ 79853 w 216176"/>
                <a:gd name="csY18" fmla="*/ 196310 h 205548"/>
                <a:gd name="csX19" fmla="*/ 60173 w 216176"/>
                <a:gd name="csY19" fmla="*/ 190892 h 205548"/>
                <a:gd name="csX20" fmla="*/ 61081 w 216176"/>
                <a:gd name="csY20" fmla="*/ 185776 h 205548"/>
                <a:gd name="csX21" fmla="*/ 79853 w 216176"/>
                <a:gd name="csY21" fmla="*/ 110539 h 205548"/>
                <a:gd name="csX22" fmla="*/ 101652 w 216176"/>
                <a:gd name="csY22" fmla="*/ 20856 h 205548"/>
                <a:gd name="csX23" fmla="*/ 118001 w 216176"/>
                <a:gd name="csY23" fmla="*/ 9420 h 205548"/>
                <a:gd name="csX24" fmla="*/ 147067 w 216176"/>
                <a:gd name="csY24" fmla="*/ 9420 h 205548"/>
                <a:gd name="csX25" fmla="*/ 188244 w 216176"/>
                <a:gd name="csY25" fmla="*/ 38311 h 205548"/>
                <a:gd name="csX26" fmla="*/ 170380 w 216176"/>
                <a:gd name="csY26" fmla="*/ 86764 h 205548"/>
                <a:gd name="csX27" fmla="*/ 123754 w 216176"/>
                <a:gd name="csY27" fmla="*/ 102714 h 205548"/>
                <a:gd name="csX28" fmla="*/ 81064 w 216176"/>
                <a:gd name="csY28" fmla="*/ 102714 h 205548"/>
                <a:gd name="csX29" fmla="*/ 101652 w 216176"/>
                <a:gd name="csY29" fmla="*/ 20856 h 2055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176" h="205548">
                  <a:moveTo>
                    <a:pt x="79853" y="110539"/>
                  </a:moveTo>
                  <a:lnTo>
                    <a:pt x="131323" y="110539"/>
                  </a:lnTo>
                  <a:cubicBezTo>
                    <a:pt x="174316" y="110539"/>
                    <a:pt x="216401" y="79240"/>
                    <a:pt x="216401" y="45534"/>
                  </a:cubicBezTo>
                  <a:cubicBezTo>
                    <a:pt x="216401" y="22360"/>
                    <a:pt x="196418" y="90"/>
                    <a:pt x="156756" y="90"/>
                  </a:cubicBezTo>
                  <a:lnTo>
                    <a:pt x="58659" y="90"/>
                  </a:lnTo>
                  <a:cubicBezTo>
                    <a:pt x="52906" y="90"/>
                    <a:pt x="49576" y="90"/>
                    <a:pt x="49576" y="5808"/>
                  </a:cubicBezTo>
                  <a:cubicBezTo>
                    <a:pt x="49576" y="9420"/>
                    <a:pt x="52301" y="9420"/>
                    <a:pt x="58356" y="9420"/>
                  </a:cubicBezTo>
                  <a:cubicBezTo>
                    <a:pt x="62292" y="9420"/>
                    <a:pt x="67742" y="9721"/>
                    <a:pt x="71375" y="10022"/>
                  </a:cubicBezTo>
                  <a:cubicBezTo>
                    <a:pt x="76219" y="10623"/>
                    <a:pt x="78036" y="11526"/>
                    <a:pt x="78036" y="14837"/>
                  </a:cubicBezTo>
                  <a:cubicBezTo>
                    <a:pt x="78036" y="16041"/>
                    <a:pt x="77733" y="16943"/>
                    <a:pt x="76825" y="20555"/>
                  </a:cubicBezTo>
                  <a:lnTo>
                    <a:pt x="36254" y="182165"/>
                  </a:lnTo>
                  <a:cubicBezTo>
                    <a:pt x="33226" y="193902"/>
                    <a:pt x="32621" y="196310"/>
                    <a:pt x="8702" y="196310"/>
                  </a:cubicBezTo>
                  <a:cubicBezTo>
                    <a:pt x="3555" y="196310"/>
                    <a:pt x="225" y="196310"/>
                    <a:pt x="225" y="202028"/>
                  </a:cubicBezTo>
                  <a:cubicBezTo>
                    <a:pt x="225" y="205639"/>
                    <a:pt x="3858" y="205639"/>
                    <a:pt x="4766" y="205639"/>
                  </a:cubicBezTo>
                  <a:cubicBezTo>
                    <a:pt x="13244" y="205639"/>
                    <a:pt x="34740" y="204736"/>
                    <a:pt x="43218" y="204736"/>
                  </a:cubicBezTo>
                  <a:cubicBezTo>
                    <a:pt x="49576" y="204736"/>
                    <a:pt x="56237" y="205037"/>
                    <a:pt x="62595" y="205037"/>
                  </a:cubicBezTo>
                  <a:cubicBezTo>
                    <a:pt x="69256" y="205037"/>
                    <a:pt x="75917" y="205639"/>
                    <a:pt x="82275" y="205639"/>
                  </a:cubicBezTo>
                  <a:cubicBezTo>
                    <a:pt x="84394" y="205639"/>
                    <a:pt x="88330" y="205639"/>
                    <a:pt x="88330" y="199620"/>
                  </a:cubicBezTo>
                  <a:cubicBezTo>
                    <a:pt x="88330" y="196310"/>
                    <a:pt x="85605" y="196310"/>
                    <a:pt x="79853" y="196310"/>
                  </a:cubicBezTo>
                  <a:cubicBezTo>
                    <a:pt x="68650" y="196310"/>
                    <a:pt x="60173" y="196310"/>
                    <a:pt x="60173" y="190892"/>
                  </a:cubicBezTo>
                  <a:cubicBezTo>
                    <a:pt x="60173" y="189087"/>
                    <a:pt x="60778" y="187582"/>
                    <a:pt x="61081" y="185776"/>
                  </a:cubicBezTo>
                  <a:lnTo>
                    <a:pt x="79853" y="110539"/>
                  </a:lnTo>
                  <a:close/>
                  <a:moveTo>
                    <a:pt x="101652" y="20856"/>
                  </a:moveTo>
                  <a:cubicBezTo>
                    <a:pt x="104377" y="10322"/>
                    <a:pt x="104982" y="9420"/>
                    <a:pt x="118001" y="9420"/>
                  </a:cubicBezTo>
                  <a:lnTo>
                    <a:pt x="147067" y="9420"/>
                  </a:lnTo>
                  <a:cubicBezTo>
                    <a:pt x="172197" y="9420"/>
                    <a:pt x="188244" y="17545"/>
                    <a:pt x="188244" y="38311"/>
                  </a:cubicBezTo>
                  <a:cubicBezTo>
                    <a:pt x="188244" y="50048"/>
                    <a:pt x="182188" y="75930"/>
                    <a:pt x="170380" y="86764"/>
                  </a:cubicBezTo>
                  <a:cubicBezTo>
                    <a:pt x="155242" y="100307"/>
                    <a:pt x="137076" y="102714"/>
                    <a:pt x="123754" y="102714"/>
                  </a:cubicBezTo>
                  <a:lnTo>
                    <a:pt x="81064" y="102714"/>
                  </a:lnTo>
                  <a:lnTo>
                    <a:pt x="101652" y="2085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6B5AA71-4DA5-622D-AF04-CDA19058F512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9631082" y="5038303"/>
              <a:ext cx="70242" cy="300950"/>
            </a:xfrm>
            <a:custGeom>
              <a:avLst/>
              <a:gdLst>
                <a:gd name="csX0" fmla="*/ 70475 w 70242"/>
                <a:gd name="csY0" fmla="*/ 298031 h 300950"/>
                <a:gd name="csX1" fmla="*/ 65328 w 70242"/>
                <a:gd name="csY1" fmla="*/ 291410 h 300950"/>
                <a:gd name="csX2" fmla="*/ 17793 w 70242"/>
                <a:gd name="csY2" fmla="*/ 150565 h 300950"/>
                <a:gd name="csX3" fmla="*/ 66539 w 70242"/>
                <a:gd name="csY3" fmla="*/ 8216 h 300950"/>
                <a:gd name="csX4" fmla="*/ 70475 w 70242"/>
                <a:gd name="csY4" fmla="*/ 3100 h 300950"/>
                <a:gd name="csX5" fmla="*/ 67447 w 70242"/>
                <a:gd name="csY5" fmla="*/ 90 h 300950"/>
                <a:gd name="csX6" fmla="*/ 19307 w 70242"/>
                <a:gd name="csY6" fmla="*/ 58775 h 300950"/>
                <a:gd name="csX7" fmla="*/ 232 w 70242"/>
                <a:gd name="csY7" fmla="*/ 150565 h 300950"/>
                <a:gd name="csX8" fmla="*/ 20215 w 70242"/>
                <a:gd name="csY8" fmla="*/ 244462 h 300950"/>
                <a:gd name="csX9" fmla="*/ 67447 w 70242"/>
                <a:gd name="csY9" fmla="*/ 301040 h 300950"/>
                <a:gd name="csX10" fmla="*/ 70475 w 70242"/>
                <a:gd name="csY10" fmla="*/ 298031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42" h="300950">
                  <a:moveTo>
                    <a:pt x="70475" y="298031"/>
                  </a:moveTo>
                  <a:cubicBezTo>
                    <a:pt x="70475" y="297128"/>
                    <a:pt x="70475" y="296526"/>
                    <a:pt x="65328" y="291410"/>
                  </a:cubicBezTo>
                  <a:cubicBezTo>
                    <a:pt x="27481" y="253490"/>
                    <a:pt x="17793" y="196611"/>
                    <a:pt x="17793" y="150565"/>
                  </a:cubicBezTo>
                  <a:cubicBezTo>
                    <a:pt x="17793" y="98200"/>
                    <a:pt x="29298" y="45835"/>
                    <a:pt x="66539" y="8216"/>
                  </a:cubicBezTo>
                  <a:cubicBezTo>
                    <a:pt x="70475" y="4604"/>
                    <a:pt x="70475" y="4003"/>
                    <a:pt x="70475" y="3100"/>
                  </a:cubicBezTo>
                  <a:cubicBezTo>
                    <a:pt x="70475" y="993"/>
                    <a:pt x="69263" y="90"/>
                    <a:pt x="67447" y="90"/>
                  </a:cubicBezTo>
                  <a:cubicBezTo>
                    <a:pt x="64419" y="90"/>
                    <a:pt x="37170" y="20555"/>
                    <a:pt x="19307" y="58775"/>
                  </a:cubicBezTo>
                  <a:cubicBezTo>
                    <a:pt x="3866" y="91880"/>
                    <a:pt x="232" y="125285"/>
                    <a:pt x="232" y="150565"/>
                  </a:cubicBezTo>
                  <a:cubicBezTo>
                    <a:pt x="232" y="174039"/>
                    <a:pt x="3563" y="210454"/>
                    <a:pt x="20215" y="244462"/>
                  </a:cubicBezTo>
                  <a:cubicBezTo>
                    <a:pt x="38381" y="281478"/>
                    <a:pt x="64419" y="301040"/>
                    <a:pt x="67447" y="301040"/>
                  </a:cubicBezTo>
                  <a:cubicBezTo>
                    <a:pt x="69263" y="301040"/>
                    <a:pt x="70475" y="300137"/>
                    <a:pt x="70475" y="298031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49945706-0D4C-DDC8-797B-23A4889AEC3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9725512" y="5130394"/>
              <a:ext cx="170458" cy="133621"/>
            </a:xfrm>
            <a:custGeom>
              <a:avLst/>
              <a:gdLst>
                <a:gd name="csX0" fmla="*/ 98333 w 170458"/>
                <a:gd name="csY0" fmla="*/ 59678 h 133621"/>
                <a:gd name="csX1" fmla="*/ 133757 w 170458"/>
                <a:gd name="csY1" fmla="*/ 20555 h 133621"/>
                <a:gd name="csX2" fmla="*/ 164639 w 170458"/>
                <a:gd name="csY2" fmla="*/ 14235 h 133621"/>
                <a:gd name="csX3" fmla="*/ 164639 w 170458"/>
                <a:gd name="csY3" fmla="*/ 90 h 133621"/>
                <a:gd name="csX4" fmla="*/ 136785 w 170458"/>
                <a:gd name="csY4" fmla="*/ 993 h 133621"/>
                <a:gd name="csX5" fmla="*/ 105600 w 170458"/>
                <a:gd name="csY5" fmla="*/ 90 h 133621"/>
                <a:gd name="csX6" fmla="*/ 105600 w 170458"/>
                <a:gd name="csY6" fmla="*/ 14235 h 133621"/>
                <a:gd name="csX7" fmla="*/ 117105 w 170458"/>
                <a:gd name="csY7" fmla="*/ 16943 h 133621"/>
                <a:gd name="csX8" fmla="*/ 114683 w 170458"/>
                <a:gd name="csY8" fmla="*/ 20555 h 133621"/>
                <a:gd name="csX9" fmla="*/ 89250 w 170458"/>
                <a:gd name="csY9" fmla="*/ 48844 h 133621"/>
                <a:gd name="csX10" fmla="*/ 59579 w 170458"/>
                <a:gd name="csY10" fmla="*/ 14235 h 133621"/>
                <a:gd name="csX11" fmla="*/ 71690 w 170458"/>
                <a:gd name="csY11" fmla="*/ 14235 h 133621"/>
                <a:gd name="csX12" fmla="*/ 71690 w 170458"/>
                <a:gd name="csY12" fmla="*/ 90 h 133621"/>
                <a:gd name="csX13" fmla="*/ 35055 w 170458"/>
                <a:gd name="csY13" fmla="*/ 993 h 133621"/>
                <a:gd name="csX14" fmla="*/ 1750 w 170458"/>
                <a:gd name="csY14" fmla="*/ 90 h 133621"/>
                <a:gd name="csX15" fmla="*/ 1750 w 170458"/>
                <a:gd name="csY15" fmla="*/ 14235 h 133621"/>
                <a:gd name="csX16" fmla="*/ 23247 w 170458"/>
                <a:gd name="csY16" fmla="*/ 14235 h 133621"/>
                <a:gd name="csX17" fmla="*/ 70478 w 170458"/>
                <a:gd name="csY17" fmla="*/ 69610 h 133621"/>
                <a:gd name="csX18" fmla="*/ 30816 w 170458"/>
                <a:gd name="csY18" fmla="*/ 113849 h 133621"/>
                <a:gd name="csX19" fmla="*/ 236 w 170458"/>
                <a:gd name="csY19" fmla="*/ 119567 h 133621"/>
                <a:gd name="csX20" fmla="*/ 236 w 170458"/>
                <a:gd name="csY20" fmla="*/ 133712 h 133621"/>
                <a:gd name="csX21" fmla="*/ 28091 w 170458"/>
                <a:gd name="csY21" fmla="*/ 132809 h 133621"/>
                <a:gd name="csX22" fmla="*/ 59276 w 170458"/>
                <a:gd name="csY22" fmla="*/ 133712 h 133621"/>
                <a:gd name="csX23" fmla="*/ 59276 w 170458"/>
                <a:gd name="csY23" fmla="*/ 119567 h 133621"/>
                <a:gd name="csX24" fmla="*/ 48074 w 170458"/>
                <a:gd name="csY24" fmla="*/ 116257 h 133621"/>
                <a:gd name="csX25" fmla="*/ 50193 w 170458"/>
                <a:gd name="csY25" fmla="*/ 113247 h 133621"/>
                <a:gd name="csX26" fmla="*/ 79561 w 170458"/>
                <a:gd name="csY26" fmla="*/ 80444 h 133621"/>
                <a:gd name="csX27" fmla="*/ 112866 w 170458"/>
                <a:gd name="csY27" fmla="*/ 119567 h 133621"/>
                <a:gd name="csX28" fmla="*/ 101058 w 170458"/>
                <a:gd name="csY28" fmla="*/ 119567 h 133621"/>
                <a:gd name="csX29" fmla="*/ 101058 w 170458"/>
                <a:gd name="csY29" fmla="*/ 133712 h 133621"/>
                <a:gd name="csX30" fmla="*/ 137390 w 170458"/>
                <a:gd name="csY30" fmla="*/ 132809 h 133621"/>
                <a:gd name="csX31" fmla="*/ 170695 w 170458"/>
                <a:gd name="csY31" fmla="*/ 133712 h 133621"/>
                <a:gd name="csX32" fmla="*/ 170695 w 170458"/>
                <a:gd name="csY32" fmla="*/ 119567 h 133621"/>
                <a:gd name="csX33" fmla="*/ 149198 w 170458"/>
                <a:gd name="csY33" fmla="*/ 119567 h 133621"/>
                <a:gd name="csX34" fmla="*/ 98333 w 170458"/>
                <a:gd name="csY34" fmla="*/ 59678 h 133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458" h="133621">
                  <a:moveTo>
                    <a:pt x="98333" y="59678"/>
                  </a:moveTo>
                  <a:lnTo>
                    <a:pt x="133757" y="20555"/>
                  </a:lnTo>
                  <a:cubicBezTo>
                    <a:pt x="137693" y="16341"/>
                    <a:pt x="139510" y="14235"/>
                    <a:pt x="164639" y="14235"/>
                  </a:cubicBezTo>
                  <a:lnTo>
                    <a:pt x="164639" y="90"/>
                  </a:lnTo>
                  <a:cubicBezTo>
                    <a:pt x="154042" y="692"/>
                    <a:pt x="138299" y="993"/>
                    <a:pt x="136785" y="993"/>
                  </a:cubicBezTo>
                  <a:cubicBezTo>
                    <a:pt x="129215" y="993"/>
                    <a:pt x="114077" y="391"/>
                    <a:pt x="105600" y="90"/>
                  </a:cubicBezTo>
                  <a:lnTo>
                    <a:pt x="105600" y="14235"/>
                  </a:lnTo>
                  <a:cubicBezTo>
                    <a:pt x="109838" y="14235"/>
                    <a:pt x="113471" y="14837"/>
                    <a:pt x="117105" y="16943"/>
                  </a:cubicBezTo>
                  <a:cubicBezTo>
                    <a:pt x="115894" y="18749"/>
                    <a:pt x="115894" y="19351"/>
                    <a:pt x="114683" y="20555"/>
                  </a:cubicBezTo>
                  <a:lnTo>
                    <a:pt x="89250" y="48844"/>
                  </a:lnTo>
                  <a:lnTo>
                    <a:pt x="59579" y="14235"/>
                  </a:lnTo>
                  <a:lnTo>
                    <a:pt x="71690" y="14235"/>
                  </a:lnTo>
                  <a:lnTo>
                    <a:pt x="71690" y="90"/>
                  </a:lnTo>
                  <a:cubicBezTo>
                    <a:pt x="63818" y="391"/>
                    <a:pt x="44743" y="993"/>
                    <a:pt x="35055" y="993"/>
                  </a:cubicBezTo>
                  <a:cubicBezTo>
                    <a:pt x="25366" y="993"/>
                    <a:pt x="11741" y="391"/>
                    <a:pt x="1750" y="90"/>
                  </a:cubicBezTo>
                  <a:lnTo>
                    <a:pt x="1750" y="14235"/>
                  </a:lnTo>
                  <a:lnTo>
                    <a:pt x="23247" y="14235"/>
                  </a:lnTo>
                  <a:lnTo>
                    <a:pt x="70478" y="69610"/>
                  </a:lnTo>
                  <a:lnTo>
                    <a:pt x="30816" y="113849"/>
                  </a:lnTo>
                  <a:cubicBezTo>
                    <a:pt x="25669" y="119567"/>
                    <a:pt x="14769" y="119567"/>
                    <a:pt x="236" y="119567"/>
                  </a:cubicBezTo>
                  <a:lnTo>
                    <a:pt x="236" y="133712"/>
                  </a:lnTo>
                  <a:cubicBezTo>
                    <a:pt x="10833" y="133110"/>
                    <a:pt x="26577" y="132809"/>
                    <a:pt x="28091" y="132809"/>
                  </a:cubicBezTo>
                  <a:cubicBezTo>
                    <a:pt x="35660" y="132809"/>
                    <a:pt x="53221" y="133411"/>
                    <a:pt x="59276" y="133712"/>
                  </a:cubicBezTo>
                  <a:lnTo>
                    <a:pt x="59276" y="119567"/>
                  </a:lnTo>
                  <a:cubicBezTo>
                    <a:pt x="53826" y="119567"/>
                    <a:pt x="48074" y="118063"/>
                    <a:pt x="48074" y="116257"/>
                  </a:cubicBezTo>
                  <a:cubicBezTo>
                    <a:pt x="48074" y="115956"/>
                    <a:pt x="48074" y="115655"/>
                    <a:pt x="50193" y="113247"/>
                  </a:cubicBezTo>
                  <a:lnTo>
                    <a:pt x="79561" y="80444"/>
                  </a:lnTo>
                  <a:lnTo>
                    <a:pt x="112866" y="119567"/>
                  </a:lnTo>
                  <a:lnTo>
                    <a:pt x="101058" y="119567"/>
                  </a:lnTo>
                  <a:lnTo>
                    <a:pt x="101058" y="133712"/>
                  </a:lnTo>
                  <a:cubicBezTo>
                    <a:pt x="108930" y="133411"/>
                    <a:pt x="127399" y="132809"/>
                    <a:pt x="137390" y="132809"/>
                  </a:cubicBezTo>
                  <a:cubicBezTo>
                    <a:pt x="147079" y="132809"/>
                    <a:pt x="160703" y="133411"/>
                    <a:pt x="170695" y="133712"/>
                  </a:cubicBezTo>
                  <a:lnTo>
                    <a:pt x="170695" y="119567"/>
                  </a:lnTo>
                  <a:lnTo>
                    <a:pt x="149198" y="119567"/>
                  </a:lnTo>
                  <a:lnTo>
                    <a:pt x="98333" y="59678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1D56B61-716F-3930-7545-4F43582B8D80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9925715" y="5169276"/>
              <a:ext cx="77145" cy="139881"/>
            </a:xfrm>
            <a:custGeom>
              <a:avLst/>
              <a:gdLst>
                <a:gd name="csX0" fmla="*/ 48140 w 77145"/>
                <a:gd name="csY0" fmla="*/ 5990 h 139881"/>
                <a:gd name="csX1" fmla="*/ 41782 w 77145"/>
                <a:gd name="csY1" fmla="*/ 92 h 139881"/>
                <a:gd name="csX2" fmla="*/ 242 w 77145"/>
                <a:gd name="csY2" fmla="*/ 13574 h 139881"/>
                <a:gd name="csX3" fmla="*/ 242 w 77145"/>
                <a:gd name="csY3" fmla="*/ 21158 h 139881"/>
                <a:gd name="csX4" fmla="*/ 30973 w 77145"/>
                <a:gd name="csY4" fmla="*/ 15260 h 139881"/>
                <a:gd name="csX5" fmla="*/ 30973 w 77145"/>
                <a:gd name="csY5" fmla="*/ 122699 h 139881"/>
                <a:gd name="csX6" fmla="*/ 9779 w 77145"/>
                <a:gd name="csY6" fmla="*/ 132389 h 139881"/>
                <a:gd name="csX7" fmla="*/ 1726 w 77145"/>
                <a:gd name="csY7" fmla="*/ 132389 h 139881"/>
                <a:gd name="csX8" fmla="*/ 1726 w 77145"/>
                <a:gd name="csY8" fmla="*/ 139973 h 139881"/>
                <a:gd name="csX9" fmla="*/ 39451 w 77145"/>
                <a:gd name="csY9" fmla="*/ 139131 h 139881"/>
                <a:gd name="csX10" fmla="*/ 77388 w 77145"/>
                <a:gd name="csY10" fmla="*/ 139973 h 139881"/>
                <a:gd name="csX11" fmla="*/ 77388 w 77145"/>
                <a:gd name="csY11" fmla="*/ 132389 h 139881"/>
                <a:gd name="csX12" fmla="*/ 69334 w 77145"/>
                <a:gd name="csY12" fmla="*/ 132389 h 139881"/>
                <a:gd name="csX13" fmla="*/ 48140 w 77145"/>
                <a:gd name="csY13" fmla="*/ 122699 h 139881"/>
                <a:gd name="csX14" fmla="*/ 48140 w 77145"/>
                <a:gd name="csY14" fmla="*/ 5990 h 139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45" h="139881">
                  <a:moveTo>
                    <a:pt x="48140" y="5990"/>
                  </a:moveTo>
                  <a:cubicBezTo>
                    <a:pt x="48140" y="302"/>
                    <a:pt x="47716" y="92"/>
                    <a:pt x="41782" y="92"/>
                  </a:cubicBezTo>
                  <a:cubicBezTo>
                    <a:pt x="28218" y="13364"/>
                    <a:pt x="8932" y="13574"/>
                    <a:pt x="242" y="13574"/>
                  </a:cubicBezTo>
                  <a:lnTo>
                    <a:pt x="242" y="21158"/>
                  </a:lnTo>
                  <a:cubicBezTo>
                    <a:pt x="5329" y="21158"/>
                    <a:pt x="19317" y="21158"/>
                    <a:pt x="30973" y="15260"/>
                  </a:cubicBezTo>
                  <a:lnTo>
                    <a:pt x="30973" y="122699"/>
                  </a:lnTo>
                  <a:cubicBezTo>
                    <a:pt x="30973" y="129651"/>
                    <a:pt x="30973" y="132389"/>
                    <a:pt x="9779" y="132389"/>
                  </a:cubicBezTo>
                  <a:lnTo>
                    <a:pt x="1726" y="132389"/>
                  </a:lnTo>
                  <a:lnTo>
                    <a:pt x="1726" y="139973"/>
                  </a:lnTo>
                  <a:cubicBezTo>
                    <a:pt x="5541" y="139763"/>
                    <a:pt x="31609" y="139131"/>
                    <a:pt x="39451" y="139131"/>
                  </a:cubicBezTo>
                  <a:cubicBezTo>
                    <a:pt x="46021" y="139131"/>
                    <a:pt x="72725" y="139763"/>
                    <a:pt x="77388" y="139973"/>
                  </a:cubicBezTo>
                  <a:lnTo>
                    <a:pt x="77388" y="132389"/>
                  </a:lnTo>
                  <a:lnTo>
                    <a:pt x="69334" y="132389"/>
                  </a:lnTo>
                  <a:cubicBezTo>
                    <a:pt x="48140" y="132389"/>
                    <a:pt x="48140" y="129651"/>
                    <a:pt x="48140" y="122699"/>
                  </a:cubicBezTo>
                  <a:lnTo>
                    <a:pt x="48140" y="5990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E52D810-F71D-158B-3344-376AE6E169A3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0045343" y="5218361"/>
              <a:ext cx="24372" cy="90796"/>
            </a:xfrm>
            <a:custGeom>
              <a:avLst/>
              <a:gdLst>
                <a:gd name="csX0" fmla="*/ 24619 w 24372"/>
                <a:gd name="csY0" fmla="*/ 12310 h 90796"/>
                <a:gd name="csX1" fmla="*/ 12539 w 24372"/>
                <a:gd name="csY1" fmla="*/ 92 h 90796"/>
                <a:gd name="csX2" fmla="*/ 246 w 24372"/>
                <a:gd name="csY2" fmla="*/ 12100 h 90796"/>
                <a:gd name="csX3" fmla="*/ 12327 w 24372"/>
                <a:gd name="csY3" fmla="*/ 24318 h 90796"/>
                <a:gd name="csX4" fmla="*/ 24619 w 24372"/>
                <a:gd name="csY4" fmla="*/ 12310 h 90796"/>
                <a:gd name="csX5" fmla="*/ 24619 w 24372"/>
                <a:gd name="csY5" fmla="*/ 78880 h 90796"/>
                <a:gd name="csX6" fmla="*/ 12539 w 24372"/>
                <a:gd name="csY6" fmla="*/ 66662 h 90796"/>
                <a:gd name="csX7" fmla="*/ 246 w 24372"/>
                <a:gd name="csY7" fmla="*/ 78670 h 90796"/>
                <a:gd name="csX8" fmla="*/ 12327 w 24372"/>
                <a:gd name="csY8" fmla="*/ 90888 h 90796"/>
                <a:gd name="csX9" fmla="*/ 24619 w 24372"/>
                <a:gd name="csY9" fmla="*/ 78880 h 907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72" h="90796">
                  <a:moveTo>
                    <a:pt x="24619" y="12310"/>
                  </a:moveTo>
                  <a:cubicBezTo>
                    <a:pt x="24619" y="4937"/>
                    <a:pt x="18685" y="92"/>
                    <a:pt x="12539" y="92"/>
                  </a:cubicBezTo>
                  <a:cubicBezTo>
                    <a:pt x="5121" y="92"/>
                    <a:pt x="246" y="5990"/>
                    <a:pt x="246" y="12100"/>
                  </a:cubicBezTo>
                  <a:cubicBezTo>
                    <a:pt x="246" y="19473"/>
                    <a:pt x="6181" y="24318"/>
                    <a:pt x="12327" y="24318"/>
                  </a:cubicBezTo>
                  <a:cubicBezTo>
                    <a:pt x="19745" y="24318"/>
                    <a:pt x="24619" y="18420"/>
                    <a:pt x="24619" y="12310"/>
                  </a:cubicBezTo>
                  <a:close/>
                  <a:moveTo>
                    <a:pt x="24619" y="78880"/>
                  </a:moveTo>
                  <a:cubicBezTo>
                    <a:pt x="24619" y="71507"/>
                    <a:pt x="18685" y="66662"/>
                    <a:pt x="12539" y="66662"/>
                  </a:cubicBezTo>
                  <a:cubicBezTo>
                    <a:pt x="5121" y="66662"/>
                    <a:pt x="246" y="72560"/>
                    <a:pt x="246" y="78670"/>
                  </a:cubicBezTo>
                  <a:cubicBezTo>
                    <a:pt x="246" y="86043"/>
                    <a:pt x="6181" y="90888"/>
                    <a:pt x="12327" y="90888"/>
                  </a:cubicBezTo>
                  <a:cubicBezTo>
                    <a:pt x="19745" y="90888"/>
                    <a:pt x="24619" y="84990"/>
                    <a:pt x="24619" y="78880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808FB13-9E08-1F99-32D1-BC682461FE00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0101806" y="5216254"/>
              <a:ext cx="129493" cy="95009"/>
            </a:xfrm>
            <a:custGeom>
              <a:avLst/>
              <a:gdLst>
                <a:gd name="csX0" fmla="*/ 16144 w 129493"/>
                <a:gd name="csY0" fmla="*/ 79723 h 95009"/>
                <a:gd name="csX1" fmla="*/ 14024 w 129493"/>
                <a:gd name="csY1" fmla="*/ 88360 h 95009"/>
                <a:gd name="csX2" fmla="*/ 21230 w 129493"/>
                <a:gd name="csY2" fmla="*/ 95102 h 95009"/>
                <a:gd name="csX3" fmla="*/ 29496 w 129493"/>
                <a:gd name="csY3" fmla="*/ 90467 h 95009"/>
                <a:gd name="csX4" fmla="*/ 33311 w 129493"/>
                <a:gd name="csY4" fmla="*/ 77406 h 95009"/>
                <a:gd name="csX5" fmla="*/ 37973 w 129493"/>
                <a:gd name="csY5" fmla="*/ 58446 h 95009"/>
                <a:gd name="csX6" fmla="*/ 41576 w 129493"/>
                <a:gd name="csY6" fmla="*/ 44331 h 95009"/>
                <a:gd name="csX7" fmla="*/ 50478 w 129493"/>
                <a:gd name="csY7" fmla="*/ 25371 h 95009"/>
                <a:gd name="csX8" fmla="*/ 82268 w 129493"/>
                <a:gd name="csY8" fmla="*/ 5990 h 95009"/>
                <a:gd name="csX9" fmla="*/ 94773 w 129493"/>
                <a:gd name="csY9" fmla="*/ 20737 h 95009"/>
                <a:gd name="csX10" fmla="*/ 82268 w 129493"/>
                <a:gd name="csY10" fmla="*/ 65609 h 95009"/>
                <a:gd name="csX11" fmla="*/ 79089 w 129493"/>
                <a:gd name="csY11" fmla="*/ 76984 h 95009"/>
                <a:gd name="csX12" fmla="*/ 99223 w 129493"/>
                <a:gd name="csY12" fmla="*/ 95102 h 95009"/>
                <a:gd name="csX13" fmla="*/ 129742 w 129493"/>
                <a:gd name="csY13" fmla="*/ 62870 h 95009"/>
                <a:gd name="csX14" fmla="*/ 126351 w 129493"/>
                <a:gd name="csY14" fmla="*/ 60131 h 95009"/>
                <a:gd name="csX15" fmla="*/ 122325 w 129493"/>
                <a:gd name="csY15" fmla="*/ 63713 h 95009"/>
                <a:gd name="csX16" fmla="*/ 99859 w 129493"/>
                <a:gd name="csY16" fmla="*/ 89203 h 95009"/>
                <a:gd name="csX17" fmla="*/ 94561 w 129493"/>
                <a:gd name="csY17" fmla="*/ 81830 h 95009"/>
                <a:gd name="csX18" fmla="*/ 99435 w 129493"/>
                <a:gd name="csY18" fmla="*/ 64766 h 95009"/>
                <a:gd name="csX19" fmla="*/ 110668 w 129493"/>
                <a:gd name="csY19" fmla="*/ 24107 h 95009"/>
                <a:gd name="csX20" fmla="*/ 83116 w 129493"/>
                <a:gd name="csY20" fmla="*/ 92 h 95009"/>
                <a:gd name="csX21" fmla="*/ 47299 w 129493"/>
                <a:gd name="csY21" fmla="*/ 19262 h 95009"/>
                <a:gd name="csX22" fmla="*/ 24621 w 129493"/>
                <a:gd name="csY22" fmla="*/ 92 h 95009"/>
                <a:gd name="csX23" fmla="*/ 7878 w 129493"/>
                <a:gd name="csY23" fmla="*/ 11468 h 95009"/>
                <a:gd name="csX24" fmla="*/ 248 w 129493"/>
                <a:gd name="csY24" fmla="*/ 32323 h 95009"/>
                <a:gd name="csX25" fmla="*/ 3851 w 129493"/>
                <a:gd name="csY25" fmla="*/ 35062 h 95009"/>
                <a:gd name="csX26" fmla="*/ 8514 w 129493"/>
                <a:gd name="csY26" fmla="*/ 28742 h 95009"/>
                <a:gd name="csX27" fmla="*/ 23986 w 129493"/>
                <a:gd name="csY27" fmla="*/ 5990 h 95009"/>
                <a:gd name="csX28" fmla="*/ 30979 w 129493"/>
                <a:gd name="csY28" fmla="*/ 16313 h 95009"/>
                <a:gd name="csX29" fmla="*/ 27588 w 129493"/>
                <a:gd name="csY29" fmla="*/ 33798 h 95009"/>
                <a:gd name="csX30" fmla="*/ 22926 w 129493"/>
                <a:gd name="csY30" fmla="*/ 52758 h 95009"/>
                <a:gd name="csX31" fmla="*/ 16144 w 129493"/>
                <a:gd name="csY31" fmla="*/ 79723 h 950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493" h="95009">
                  <a:moveTo>
                    <a:pt x="16144" y="79723"/>
                  </a:moveTo>
                  <a:cubicBezTo>
                    <a:pt x="15296" y="82462"/>
                    <a:pt x="14024" y="87728"/>
                    <a:pt x="14024" y="88360"/>
                  </a:cubicBezTo>
                  <a:cubicBezTo>
                    <a:pt x="14024" y="92995"/>
                    <a:pt x="17839" y="95102"/>
                    <a:pt x="21230" y="95102"/>
                  </a:cubicBezTo>
                  <a:cubicBezTo>
                    <a:pt x="25045" y="95102"/>
                    <a:pt x="28436" y="92363"/>
                    <a:pt x="29496" y="90467"/>
                  </a:cubicBezTo>
                  <a:cubicBezTo>
                    <a:pt x="30556" y="88571"/>
                    <a:pt x="32251" y="81830"/>
                    <a:pt x="33311" y="77406"/>
                  </a:cubicBezTo>
                  <a:cubicBezTo>
                    <a:pt x="34370" y="73403"/>
                    <a:pt x="36702" y="63713"/>
                    <a:pt x="37973" y="58446"/>
                  </a:cubicBezTo>
                  <a:cubicBezTo>
                    <a:pt x="39245" y="53811"/>
                    <a:pt x="40517" y="49177"/>
                    <a:pt x="41576" y="44331"/>
                  </a:cubicBezTo>
                  <a:cubicBezTo>
                    <a:pt x="43908" y="35694"/>
                    <a:pt x="44332" y="34009"/>
                    <a:pt x="50478" y="25371"/>
                  </a:cubicBezTo>
                  <a:cubicBezTo>
                    <a:pt x="56412" y="16945"/>
                    <a:pt x="66373" y="5990"/>
                    <a:pt x="82268" y="5990"/>
                  </a:cubicBezTo>
                  <a:cubicBezTo>
                    <a:pt x="94561" y="5990"/>
                    <a:pt x="94773" y="16734"/>
                    <a:pt x="94773" y="20737"/>
                  </a:cubicBezTo>
                  <a:cubicBezTo>
                    <a:pt x="94773" y="33377"/>
                    <a:pt x="85659" y="56761"/>
                    <a:pt x="82268" y="65609"/>
                  </a:cubicBezTo>
                  <a:cubicBezTo>
                    <a:pt x="79937" y="71507"/>
                    <a:pt x="79089" y="73403"/>
                    <a:pt x="79089" y="76984"/>
                  </a:cubicBezTo>
                  <a:cubicBezTo>
                    <a:pt x="79089" y="88150"/>
                    <a:pt x="88415" y="95102"/>
                    <a:pt x="99223" y="95102"/>
                  </a:cubicBezTo>
                  <a:cubicBezTo>
                    <a:pt x="120417" y="95102"/>
                    <a:pt x="129742" y="66030"/>
                    <a:pt x="129742" y="62870"/>
                  </a:cubicBezTo>
                  <a:cubicBezTo>
                    <a:pt x="129742" y="60131"/>
                    <a:pt x="126987" y="60131"/>
                    <a:pt x="126351" y="60131"/>
                  </a:cubicBezTo>
                  <a:cubicBezTo>
                    <a:pt x="123384" y="60131"/>
                    <a:pt x="123172" y="61395"/>
                    <a:pt x="122325" y="63713"/>
                  </a:cubicBezTo>
                  <a:cubicBezTo>
                    <a:pt x="117450" y="80566"/>
                    <a:pt x="108337" y="89203"/>
                    <a:pt x="99859" y="89203"/>
                  </a:cubicBezTo>
                  <a:cubicBezTo>
                    <a:pt x="95409" y="89203"/>
                    <a:pt x="94561" y="86254"/>
                    <a:pt x="94561" y="81830"/>
                  </a:cubicBezTo>
                  <a:cubicBezTo>
                    <a:pt x="94561" y="76984"/>
                    <a:pt x="95620" y="74246"/>
                    <a:pt x="99435" y="64766"/>
                  </a:cubicBezTo>
                  <a:cubicBezTo>
                    <a:pt x="101979" y="58235"/>
                    <a:pt x="110668" y="35905"/>
                    <a:pt x="110668" y="24107"/>
                  </a:cubicBezTo>
                  <a:cubicBezTo>
                    <a:pt x="110668" y="3673"/>
                    <a:pt x="94349" y="92"/>
                    <a:pt x="83116" y="92"/>
                  </a:cubicBezTo>
                  <a:cubicBezTo>
                    <a:pt x="65525" y="92"/>
                    <a:pt x="53657" y="10836"/>
                    <a:pt x="47299" y="19262"/>
                  </a:cubicBezTo>
                  <a:cubicBezTo>
                    <a:pt x="45815" y="4726"/>
                    <a:pt x="33311" y="92"/>
                    <a:pt x="24621" y="92"/>
                  </a:cubicBezTo>
                  <a:cubicBezTo>
                    <a:pt x="15508" y="92"/>
                    <a:pt x="10633" y="6622"/>
                    <a:pt x="7878" y="11468"/>
                  </a:cubicBezTo>
                  <a:cubicBezTo>
                    <a:pt x="3216" y="19262"/>
                    <a:pt x="248" y="31270"/>
                    <a:pt x="248" y="32323"/>
                  </a:cubicBezTo>
                  <a:cubicBezTo>
                    <a:pt x="248" y="35062"/>
                    <a:pt x="3216" y="35062"/>
                    <a:pt x="3851" y="35062"/>
                  </a:cubicBezTo>
                  <a:cubicBezTo>
                    <a:pt x="6819" y="35062"/>
                    <a:pt x="7030" y="34430"/>
                    <a:pt x="8514" y="28742"/>
                  </a:cubicBezTo>
                  <a:cubicBezTo>
                    <a:pt x="11693" y="16313"/>
                    <a:pt x="15720" y="5990"/>
                    <a:pt x="23986" y="5990"/>
                  </a:cubicBezTo>
                  <a:cubicBezTo>
                    <a:pt x="29496" y="5990"/>
                    <a:pt x="30979" y="10625"/>
                    <a:pt x="30979" y="16313"/>
                  </a:cubicBezTo>
                  <a:cubicBezTo>
                    <a:pt x="30979" y="20316"/>
                    <a:pt x="29072" y="28110"/>
                    <a:pt x="27588" y="33798"/>
                  </a:cubicBezTo>
                  <a:cubicBezTo>
                    <a:pt x="26105" y="39486"/>
                    <a:pt x="23986" y="48123"/>
                    <a:pt x="22926" y="52758"/>
                  </a:cubicBezTo>
                  <a:lnTo>
                    <a:pt x="16144" y="7972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CD747A0-8183-D37C-1D3D-0CF9E6EF18F8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0273909" y="5038303"/>
              <a:ext cx="70242" cy="300950"/>
            </a:xfrm>
            <a:custGeom>
              <a:avLst/>
              <a:gdLst>
                <a:gd name="csX0" fmla="*/ 70496 w 70242"/>
                <a:gd name="csY0" fmla="*/ 150565 h 300950"/>
                <a:gd name="csX1" fmla="*/ 50513 w 70242"/>
                <a:gd name="csY1" fmla="*/ 56669 h 300950"/>
                <a:gd name="csX2" fmla="*/ 3282 w 70242"/>
                <a:gd name="csY2" fmla="*/ 90 h 300950"/>
                <a:gd name="csX3" fmla="*/ 254 w 70242"/>
                <a:gd name="csY3" fmla="*/ 3100 h 300950"/>
                <a:gd name="csX4" fmla="*/ 6007 w 70242"/>
                <a:gd name="csY4" fmla="*/ 10022 h 300950"/>
                <a:gd name="csX5" fmla="*/ 52936 w 70242"/>
                <a:gd name="csY5" fmla="*/ 150565 h 300950"/>
                <a:gd name="csX6" fmla="*/ 4190 w 70242"/>
                <a:gd name="csY6" fmla="*/ 292915 h 300950"/>
                <a:gd name="csX7" fmla="*/ 254 w 70242"/>
                <a:gd name="csY7" fmla="*/ 298031 h 300950"/>
                <a:gd name="csX8" fmla="*/ 3282 w 70242"/>
                <a:gd name="csY8" fmla="*/ 301040 h 300950"/>
                <a:gd name="csX9" fmla="*/ 51422 w 70242"/>
                <a:gd name="csY9" fmla="*/ 242355 h 300950"/>
                <a:gd name="csX10" fmla="*/ 70496 w 70242"/>
                <a:gd name="csY10" fmla="*/ 150565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42" h="300950">
                  <a:moveTo>
                    <a:pt x="70496" y="150565"/>
                  </a:moveTo>
                  <a:cubicBezTo>
                    <a:pt x="70496" y="127091"/>
                    <a:pt x="67166" y="90676"/>
                    <a:pt x="50513" y="56669"/>
                  </a:cubicBezTo>
                  <a:cubicBezTo>
                    <a:pt x="32347" y="19652"/>
                    <a:pt x="6309" y="90"/>
                    <a:pt x="3282" y="90"/>
                  </a:cubicBezTo>
                  <a:cubicBezTo>
                    <a:pt x="1465" y="90"/>
                    <a:pt x="254" y="1294"/>
                    <a:pt x="254" y="3100"/>
                  </a:cubicBezTo>
                  <a:cubicBezTo>
                    <a:pt x="254" y="4003"/>
                    <a:pt x="254" y="4604"/>
                    <a:pt x="6007" y="10022"/>
                  </a:cubicBezTo>
                  <a:cubicBezTo>
                    <a:pt x="35678" y="39816"/>
                    <a:pt x="52936" y="87667"/>
                    <a:pt x="52936" y="150565"/>
                  </a:cubicBezTo>
                  <a:cubicBezTo>
                    <a:pt x="52936" y="202028"/>
                    <a:pt x="41733" y="254995"/>
                    <a:pt x="4190" y="292915"/>
                  </a:cubicBezTo>
                  <a:cubicBezTo>
                    <a:pt x="254" y="296526"/>
                    <a:pt x="254" y="297128"/>
                    <a:pt x="254" y="298031"/>
                  </a:cubicBezTo>
                  <a:cubicBezTo>
                    <a:pt x="254" y="299836"/>
                    <a:pt x="1465" y="301040"/>
                    <a:pt x="3282" y="301040"/>
                  </a:cubicBezTo>
                  <a:cubicBezTo>
                    <a:pt x="6309" y="301040"/>
                    <a:pt x="33558" y="280576"/>
                    <a:pt x="51422" y="242355"/>
                  </a:cubicBezTo>
                  <a:cubicBezTo>
                    <a:pt x="66863" y="209250"/>
                    <a:pt x="70496" y="175845"/>
                    <a:pt x="70496" y="150565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06983AE-9CAD-FECF-0894-C1201AC60D11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0475450" y="5153567"/>
              <a:ext cx="201340" cy="70422"/>
            </a:xfrm>
            <a:custGeom>
              <a:avLst/>
              <a:gdLst>
                <a:gd name="csX0" fmla="*/ 191307 w 201340"/>
                <a:gd name="csY0" fmla="*/ 12128 h 70422"/>
                <a:gd name="csX1" fmla="*/ 201601 w 201340"/>
                <a:gd name="csY1" fmla="*/ 6109 h 70422"/>
                <a:gd name="csX2" fmla="*/ 191610 w 201340"/>
                <a:gd name="csY2" fmla="*/ 90 h 70422"/>
                <a:gd name="csX3" fmla="*/ 10252 w 201340"/>
                <a:gd name="csY3" fmla="*/ 90 h 70422"/>
                <a:gd name="csX4" fmla="*/ 261 w 201340"/>
                <a:gd name="csY4" fmla="*/ 6109 h 70422"/>
                <a:gd name="csX5" fmla="*/ 10555 w 201340"/>
                <a:gd name="csY5" fmla="*/ 12128 h 70422"/>
                <a:gd name="csX6" fmla="*/ 191307 w 201340"/>
                <a:gd name="csY6" fmla="*/ 12128 h 70422"/>
                <a:gd name="csX7" fmla="*/ 191610 w 201340"/>
                <a:gd name="csY7" fmla="*/ 70512 h 70422"/>
                <a:gd name="csX8" fmla="*/ 201601 w 201340"/>
                <a:gd name="csY8" fmla="*/ 64493 h 70422"/>
                <a:gd name="csX9" fmla="*/ 191307 w 201340"/>
                <a:gd name="csY9" fmla="*/ 58474 h 70422"/>
                <a:gd name="csX10" fmla="*/ 10555 w 201340"/>
                <a:gd name="csY10" fmla="*/ 58474 h 70422"/>
                <a:gd name="csX11" fmla="*/ 261 w 201340"/>
                <a:gd name="csY11" fmla="*/ 64493 h 70422"/>
                <a:gd name="csX12" fmla="*/ 10252 w 201340"/>
                <a:gd name="csY12" fmla="*/ 70512 h 70422"/>
                <a:gd name="csX13" fmla="*/ 191610 w 201340"/>
                <a:gd name="csY13" fmla="*/ 70512 h 70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340" h="70422">
                  <a:moveTo>
                    <a:pt x="191307" y="12128"/>
                  </a:moveTo>
                  <a:cubicBezTo>
                    <a:pt x="195849" y="12128"/>
                    <a:pt x="201601" y="12128"/>
                    <a:pt x="201601" y="6109"/>
                  </a:cubicBezTo>
                  <a:cubicBezTo>
                    <a:pt x="201601" y="90"/>
                    <a:pt x="195849" y="90"/>
                    <a:pt x="191610" y="90"/>
                  </a:cubicBezTo>
                  <a:lnTo>
                    <a:pt x="10252" y="90"/>
                  </a:lnTo>
                  <a:cubicBezTo>
                    <a:pt x="6013" y="90"/>
                    <a:pt x="261" y="90"/>
                    <a:pt x="261" y="6109"/>
                  </a:cubicBezTo>
                  <a:cubicBezTo>
                    <a:pt x="261" y="12128"/>
                    <a:pt x="6013" y="12128"/>
                    <a:pt x="10555" y="12128"/>
                  </a:cubicBezTo>
                  <a:lnTo>
                    <a:pt x="191307" y="12128"/>
                  </a:lnTo>
                  <a:close/>
                  <a:moveTo>
                    <a:pt x="191610" y="70512"/>
                  </a:moveTo>
                  <a:cubicBezTo>
                    <a:pt x="195849" y="70512"/>
                    <a:pt x="201601" y="70512"/>
                    <a:pt x="201601" y="64493"/>
                  </a:cubicBezTo>
                  <a:cubicBezTo>
                    <a:pt x="201601" y="58474"/>
                    <a:pt x="195849" y="58474"/>
                    <a:pt x="191307" y="58474"/>
                  </a:cubicBezTo>
                  <a:lnTo>
                    <a:pt x="10555" y="58474"/>
                  </a:lnTo>
                  <a:cubicBezTo>
                    <a:pt x="6013" y="58474"/>
                    <a:pt x="261" y="58474"/>
                    <a:pt x="261" y="64493"/>
                  </a:cubicBezTo>
                  <a:cubicBezTo>
                    <a:pt x="261" y="70512"/>
                    <a:pt x="6013" y="70512"/>
                    <a:pt x="10252" y="70512"/>
                  </a:cubicBezTo>
                  <a:lnTo>
                    <a:pt x="191610" y="70512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EFA2FBB-42E8-81A3-8907-AB88E16CDD78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0805029" y="5063583"/>
              <a:ext cx="99913" cy="200432"/>
            </a:xfrm>
            <a:custGeom>
              <a:avLst/>
              <a:gdLst>
                <a:gd name="csX0" fmla="*/ 62339 w 99913"/>
                <a:gd name="csY0" fmla="*/ 7915 h 200432"/>
                <a:gd name="csX1" fmla="*/ 55375 w 99913"/>
                <a:gd name="csY1" fmla="*/ 90 h 200432"/>
                <a:gd name="csX2" fmla="*/ 271 w 99913"/>
                <a:gd name="csY2" fmla="*/ 19351 h 200432"/>
                <a:gd name="csX3" fmla="*/ 271 w 99913"/>
                <a:gd name="csY3" fmla="*/ 28680 h 200432"/>
                <a:gd name="csX4" fmla="*/ 39934 w 99913"/>
                <a:gd name="csY4" fmla="*/ 20856 h 200432"/>
                <a:gd name="csX5" fmla="*/ 39934 w 99913"/>
                <a:gd name="csY5" fmla="*/ 176748 h 200432"/>
                <a:gd name="csX6" fmla="*/ 11776 w 99913"/>
                <a:gd name="csY6" fmla="*/ 191193 h 200432"/>
                <a:gd name="csX7" fmla="*/ 2088 w 99913"/>
                <a:gd name="csY7" fmla="*/ 191193 h 200432"/>
                <a:gd name="csX8" fmla="*/ 2088 w 99913"/>
                <a:gd name="csY8" fmla="*/ 200523 h 200432"/>
                <a:gd name="csX9" fmla="*/ 51136 w 99913"/>
                <a:gd name="csY9" fmla="*/ 199620 h 200432"/>
                <a:gd name="csX10" fmla="*/ 100185 w 99913"/>
                <a:gd name="csY10" fmla="*/ 200523 h 200432"/>
                <a:gd name="csX11" fmla="*/ 100185 w 99913"/>
                <a:gd name="csY11" fmla="*/ 191193 h 200432"/>
                <a:gd name="csX12" fmla="*/ 90496 w 99913"/>
                <a:gd name="csY12" fmla="*/ 191193 h 200432"/>
                <a:gd name="csX13" fmla="*/ 62339 w 99913"/>
                <a:gd name="csY13" fmla="*/ 176748 h 200432"/>
                <a:gd name="csX14" fmla="*/ 62339 w 99913"/>
                <a:gd name="csY14" fmla="*/ 7915 h 200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99913" h="200432">
                  <a:moveTo>
                    <a:pt x="62339" y="7915"/>
                  </a:moveTo>
                  <a:cubicBezTo>
                    <a:pt x="62339" y="692"/>
                    <a:pt x="62339" y="90"/>
                    <a:pt x="55375" y="90"/>
                  </a:cubicBezTo>
                  <a:cubicBezTo>
                    <a:pt x="36603" y="19351"/>
                    <a:pt x="9960" y="19351"/>
                    <a:pt x="271" y="19351"/>
                  </a:cubicBezTo>
                  <a:lnTo>
                    <a:pt x="271" y="28680"/>
                  </a:lnTo>
                  <a:cubicBezTo>
                    <a:pt x="6326" y="28680"/>
                    <a:pt x="24190" y="28680"/>
                    <a:pt x="39934" y="20856"/>
                  </a:cubicBezTo>
                  <a:lnTo>
                    <a:pt x="39934" y="176748"/>
                  </a:lnTo>
                  <a:cubicBezTo>
                    <a:pt x="39934" y="187582"/>
                    <a:pt x="39025" y="191193"/>
                    <a:pt x="11776" y="191193"/>
                  </a:cubicBezTo>
                  <a:lnTo>
                    <a:pt x="2088" y="191193"/>
                  </a:lnTo>
                  <a:lnTo>
                    <a:pt x="2088" y="200523"/>
                  </a:lnTo>
                  <a:cubicBezTo>
                    <a:pt x="12685" y="199620"/>
                    <a:pt x="39025" y="199620"/>
                    <a:pt x="51136" y="199620"/>
                  </a:cubicBezTo>
                  <a:cubicBezTo>
                    <a:pt x="63247" y="199620"/>
                    <a:pt x="89588" y="199620"/>
                    <a:pt x="100185" y="200523"/>
                  </a:cubicBezTo>
                  <a:lnTo>
                    <a:pt x="100185" y="191193"/>
                  </a:lnTo>
                  <a:lnTo>
                    <a:pt x="90496" y="191193"/>
                  </a:lnTo>
                  <a:cubicBezTo>
                    <a:pt x="63247" y="191193"/>
                    <a:pt x="62339" y="187883"/>
                    <a:pt x="62339" y="176748"/>
                  </a:cubicBezTo>
                  <a:lnTo>
                    <a:pt x="62339" y="7915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</p:grpSp>
      <p:grpSp>
        <p:nvGrpSpPr>
          <p:cNvPr id="181" name="Group 180" descr="\documentclass{article}&#10;\usepackage{nunito}&#10;\usepackage[linguistics]{forest}&#10;\usepackage{amsmath,amssymb}&#10;\pagestyle{empty}&#10;\begin{document}&#10;&#10;\begin{align*}&#10;P(\mathbf{x}_{1:n}) = \prod_{i=1}^n P\left(x_i\mid \langle\texttt{s}\rangle,x_1,\ldots,x_{i-1}\right)&#10;\end{align*}&#10;&#10;&#10;\end{document}" title="IguanaTex Shape Display">
            <a:extLst>
              <a:ext uri="{FF2B5EF4-FFF2-40B4-BE49-F238E27FC236}">
                <a16:creationId xmlns:a16="http://schemas.microsoft.com/office/drawing/2014/main" id="{79D7F4C8-3AC8-E717-EC05-934D5CC3F9AA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3606554" y="5028272"/>
            <a:ext cx="4978892" cy="833722"/>
            <a:chOff x="6628995" y="7566495"/>
            <a:chExt cx="4978892" cy="833722"/>
          </a:xfrm>
        </p:grpSpPr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8CB5D97C-F33F-35D0-82C5-967D5AA15EDC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628995" y="7832412"/>
              <a:ext cx="217144" cy="207400"/>
            </a:xfrm>
            <a:custGeom>
              <a:avLst/>
              <a:gdLst>
                <a:gd name="csX0" fmla="*/ 80136 w 217144"/>
                <a:gd name="csY0" fmla="*/ 111534 h 207400"/>
                <a:gd name="csX1" fmla="*/ 131837 w 217144"/>
                <a:gd name="csY1" fmla="*/ 111534 h 207400"/>
                <a:gd name="csX2" fmla="*/ 217296 w 217144"/>
                <a:gd name="csY2" fmla="*/ 45943 h 207400"/>
                <a:gd name="csX3" fmla="*/ 157384 w 217144"/>
                <a:gd name="csY3" fmla="*/ 90 h 207400"/>
                <a:gd name="csX4" fmla="*/ 58847 w 217144"/>
                <a:gd name="csY4" fmla="*/ 90 h 207400"/>
                <a:gd name="csX5" fmla="*/ 49724 w 217144"/>
                <a:gd name="csY5" fmla="*/ 5860 h 207400"/>
                <a:gd name="csX6" fmla="*/ 58543 w 217144"/>
                <a:gd name="csY6" fmla="*/ 9504 h 207400"/>
                <a:gd name="csX7" fmla="*/ 71621 w 217144"/>
                <a:gd name="csY7" fmla="*/ 10111 h 207400"/>
                <a:gd name="csX8" fmla="*/ 78311 w 217144"/>
                <a:gd name="csY8" fmla="*/ 14970 h 207400"/>
                <a:gd name="csX9" fmla="*/ 77095 w 217144"/>
                <a:gd name="csY9" fmla="*/ 20739 h 207400"/>
                <a:gd name="csX10" fmla="*/ 36342 w 217144"/>
                <a:gd name="csY10" fmla="*/ 183805 h 207400"/>
                <a:gd name="csX11" fmla="*/ 8667 w 217144"/>
                <a:gd name="csY11" fmla="*/ 198077 h 207400"/>
                <a:gd name="csX12" fmla="*/ 151 w 217144"/>
                <a:gd name="csY12" fmla="*/ 203847 h 207400"/>
                <a:gd name="csX13" fmla="*/ 4713 w 217144"/>
                <a:gd name="csY13" fmla="*/ 207491 h 207400"/>
                <a:gd name="csX14" fmla="*/ 43337 w 217144"/>
                <a:gd name="csY14" fmla="*/ 206580 h 207400"/>
                <a:gd name="csX15" fmla="*/ 62801 w 217144"/>
                <a:gd name="csY15" fmla="*/ 206884 h 207400"/>
                <a:gd name="csX16" fmla="*/ 82569 w 217144"/>
                <a:gd name="csY16" fmla="*/ 207491 h 207400"/>
                <a:gd name="csX17" fmla="*/ 88652 w 217144"/>
                <a:gd name="csY17" fmla="*/ 201418 h 207400"/>
                <a:gd name="csX18" fmla="*/ 80136 w 217144"/>
                <a:gd name="csY18" fmla="*/ 198077 h 207400"/>
                <a:gd name="csX19" fmla="*/ 60368 w 217144"/>
                <a:gd name="csY19" fmla="*/ 192611 h 207400"/>
                <a:gd name="csX20" fmla="*/ 61280 w 217144"/>
                <a:gd name="csY20" fmla="*/ 187449 h 207400"/>
                <a:gd name="csX21" fmla="*/ 80136 w 217144"/>
                <a:gd name="csY21" fmla="*/ 111534 h 207400"/>
                <a:gd name="csX22" fmla="*/ 102033 w 217144"/>
                <a:gd name="csY22" fmla="*/ 21043 h 207400"/>
                <a:gd name="csX23" fmla="*/ 118456 w 217144"/>
                <a:gd name="csY23" fmla="*/ 9504 h 207400"/>
                <a:gd name="csX24" fmla="*/ 147652 w 217144"/>
                <a:gd name="csY24" fmla="*/ 9504 h 207400"/>
                <a:gd name="csX25" fmla="*/ 189012 w 217144"/>
                <a:gd name="csY25" fmla="*/ 38655 h 207400"/>
                <a:gd name="csX26" fmla="*/ 171069 w 217144"/>
                <a:gd name="csY26" fmla="*/ 87545 h 207400"/>
                <a:gd name="csX27" fmla="*/ 124234 w 217144"/>
                <a:gd name="csY27" fmla="*/ 103639 h 207400"/>
                <a:gd name="csX28" fmla="*/ 81353 w 217144"/>
                <a:gd name="csY28" fmla="*/ 103639 h 207400"/>
                <a:gd name="csX29" fmla="*/ 102033 w 217144"/>
                <a:gd name="csY29" fmla="*/ 2104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7144" h="207400">
                  <a:moveTo>
                    <a:pt x="80136" y="111534"/>
                  </a:moveTo>
                  <a:lnTo>
                    <a:pt x="131837" y="111534"/>
                  </a:lnTo>
                  <a:cubicBezTo>
                    <a:pt x="175023" y="111534"/>
                    <a:pt x="217296" y="79953"/>
                    <a:pt x="217296" y="45943"/>
                  </a:cubicBezTo>
                  <a:cubicBezTo>
                    <a:pt x="217296" y="22561"/>
                    <a:pt x="197224" y="90"/>
                    <a:pt x="157384" y="90"/>
                  </a:cubicBezTo>
                  <a:lnTo>
                    <a:pt x="58847" y="90"/>
                  </a:lnTo>
                  <a:cubicBezTo>
                    <a:pt x="53069" y="90"/>
                    <a:pt x="49724" y="90"/>
                    <a:pt x="49724" y="5860"/>
                  </a:cubicBezTo>
                  <a:cubicBezTo>
                    <a:pt x="49724" y="9504"/>
                    <a:pt x="52461" y="9504"/>
                    <a:pt x="58543" y="9504"/>
                  </a:cubicBezTo>
                  <a:cubicBezTo>
                    <a:pt x="62497" y="9504"/>
                    <a:pt x="67971" y="9807"/>
                    <a:pt x="71621" y="10111"/>
                  </a:cubicBezTo>
                  <a:cubicBezTo>
                    <a:pt x="76487" y="10718"/>
                    <a:pt x="78311" y="11629"/>
                    <a:pt x="78311" y="14970"/>
                  </a:cubicBezTo>
                  <a:cubicBezTo>
                    <a:pt x="78311" y="16184"/>
                    <a:pt x="78007" y="17095"/>
                    <a:pt x="77095" y="20739"/>
                  </a:cubicBezTo>
                  <a:lnTo>
                    <a:pt x="36342" y="183805"/>
                  </a:lnTo>
                  <a:cubicBezTo>
                    <a:pt x="33301" y="195648"/>
                    <a:pt x="32693" y="198077"/>
                    <a:pt x="8667" y="198077"/>
                  </a:cubicBezTo>
                  <a:cubicBezTo>
                    <a:pt x="3497" y="198077"/>
                    <a:pt x="151" y="198077"/>
                    <a:pt x="151" y="203847"/>
                  </a:cubicBezTo>
                  <a:cubicBezTo>
                    <a:pt x="151" y="207491"/>
                    <a:pt x="3801" y="207491"/>
                    <a:pt x="4713" y="207491"/>
                  </a:cubicBezTo>
                  <a:cubicBezTo>
                    <a:pt x="13229" y="207491"/>
                    <a:pt x="34822" y="206580"/>
                    <a:pt x="43337" y="206580"/>
                  </a:cubicBezTo>
                  <a:cubicBezTo>
                    <a:pt x="49724" y="206580"/>
                    <a:pt x="56414" y="206884"/>
                    <a:pt x="62801" y="206884"/>
                  </a:cubicBezTo>
                  <a:cubicBezTo>
                    <a:pt x="69492" y="206884"/>
                    <a:pt x="76182" y="207491"/>
                    <a:pt x="82569" y="207491"/>
                  </a:cubicBezTo>
                  <a:cubicBezTo>
                    <a:pt x="84698" y="207491"/>
                    <a:pt x="88652" y="207491"/>
                    <a:pt x="88652" y="201418"/>
                  </a:cubicBezTo>
                  <a:cubicBezTo>
                    <a:pt x="88652" y="198077"/>
                    <a:pt x="85914" y="198077"/>
                    <a:pt x="80136" y="198077"/>
                  </a:cubicBezTo>
                  <a:cubicBezTo>
                    <a:pt x="68883" y="198077"/>
                    <a:pt x="60368" y="198077"/>
                    <a:pt x="60368" y="192611"/>
                  </a:cubicBezTo>
                  <a:cubicBezTo>
                    <a:pt x="60368" y="190789"/>
                    <a:pt x="60976" y="189271"/>
                    <a:pt x="61280" y="187449"/>
                  </a:cubicBezTo>
                  <a:lnTo>
                    <a:pt x="80136" y="111534"/>
                  </a:lnTo>
                  <a:close/>
                  <a:moveTo>
                    <a:pt x="102033" y="21043"/>
                  </a:moveTo>
                  <a:cubicBezTo>
                    <a:pt x="104770" y="10415"/>
                    <a:pt x="105378" y="9504"/>
                    <a:pt x="118456" y="9504"/>
                  </a:cubicBezTo>
                  <a:lnTo>
                    <a:pt x="147652" y="9504"/>
                  </a:lnTo>
                  <a:cubicBezTo>
                    <a:pt x="172894" y="9504"/>
                    <a:pt x="189012" y="17703"/>
                    <a:pt x="189012" y="38655"/>
                  </a:cubicBezTo>
                  <a:cubicBezTo>
                    <a:pt x="189012" y="50498"/>
                    <a:pt x="182930" y="76613"/>
                    <a:pt x="171069" y="87545"/>
                  </a:cubicBezTo>
                  <a:cubicBezTo>
                    <a:pt x="155863" y="101209"/>
                    <a:pt x="137615" y="103639"/>
                    <a:pt x="124234" y="103639"/>
                  </a:cubicBezTo>
                  <a:lnTo>
                    <a:pt x="81353" y="103639"/>
                  </a:lnTo>
                  <a:lnTo>
                    <a:pt x="102033" y="21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B0BF18FB-E845-1A2C-115A-91005D3B22F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884430" y="7812067"/>
              <a:ext cx="70556" cy="303661"/>
            </a:xfrm>
            <a:custGeom>
              <a:avLst/>
              <a:gdLst>
                <a:gd name="csX0" fmla="*/ 70716 w 70556"/>
                <a:gd name="csY0" fmla="*/ 300715 h 303661"/>
                <a:gd name="csX1" fmla="*/ 65546 w 70556"/>
                <a:gd name="csY1" fmla="*/ 294034 h 303661"/>
                <a:gd name="csX2" fmla="*/ 17798 w 70556"/>
                <a:gd name="csY2" fmla="*/ 151921 h 303661"/>
                <a:gd name="csX3" fmla="*/ 66762 w 70556"/>
                <a:gd name="csY3" fmla="*/ 8289 h 303661"/>
                <a:gd name="csX4" fmla="*/ 70716 w 70556"/>
                <a:gd name="csY4" fmla="*/ 3127 h 303661"/>
                <a:gd name="csX5" fmla="*/ 67675 w 70556"/>
                <a:gd name="csY5" fmla="*/ 90 h 303661"/>
                <a:gd name="csX6" fmla="*/ 19319 w 70556"/>
                <a:gd name="csY6" fmla="*/ 59304 h 303661"/>
                <a:gd name="csX7" fmla="*/ 159 w 70556"/>
                <a:gd name="csY7" fmla="*/ 151921 h 303661"/>
                <a:gd name="csX8" fmla="*/ 20231 w 70556"/>
                <a:gd name="csY8" fmla="*/ 246663 h 303661"/>
                <a:gd name="csX9" fmla="*/ 67675 w 70556"/>
                <a:gd name="csY9" fmla="*/ 303751 h 303661"/>
                <a:gd name="csX10" fmla="*/ 70716 w 70556"/>
                <a:gd name="csY10" fmla="*/ 3007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56" h="303661">
                  <a:moveTo>
                    <a:pt x="70716" y="300715"/>
                  </a:moveTo>
                  <a:cubicBezTo>
                    <a:pt x="70716" y="299804"/>
                    <a:pt x="70716" y="299197"/>
                    <a:pt x="65546" y="294034"/>
                  </a:cubicBezTo>
                  <a:cubicBezTo>
                    <a:pt x="27530" y="255773"/>
                    <a:pt x="17798" y="198381"/>
                    <a:pt x="17798" y="151921"/>
                  </a:cubicBezTo>
                  <a:cubicBezTo>
                    <a:pt x="17798" y="99084"/>
                    <a:pt x="29355" y="46247"/>
                    <a:pt x="66762" y="8289"/>
                  </a:cubicBezTo>
                  <a:cubicBezTo>
                    <a:pt x="70716" y="4645"/>
                    <a:pt x="70716" y="4038"/>
                    <a:pt x="70716" y="3127"/>
                  </a:cubicBezTo>
                  <a:cubicBezTo>
                    <a:pt x="70716" y="1001"/>
                    <a:pt x="69499" y="90"/>
                    <a:pt x="67675" y="90"/>
                  </a:cubicBezTo>
                  <a:cubicBezTo>
                    <a:pt x="64633" y="90"/>
                    <a:pt x="37262" y="20739"/>
                    <a:pt x="19319" y="59304"/>
                  </a:cubicBezTo>
                  <a:cubicBezTo>
                    <a:pt x="3809" y="92707"/>
                    <a:pt x="159" y="126413"/>
                    <a:pt x="159" y="151921"/>
                  </a:cubicBezTo>
                  <a:cubicBezTo>
                    <a:pt x="159" y="175606"/>
                    <a:pt x="3505" y="212349"/>
                    <a:pt x="20231" y="246663"/>
                  </a:cubicBezTo>
                  <a:cubicBezTo>
                    <a:pt x="38479" y="284013"/>
                    <a:pt x="64633" y="303751"/>
                    <a:pt x="67675" y="303751"/>
                  </a:cubicBezTo>
                  <a:cubicBezTo>
                    <a:pt x="69499" y="303751"/>
                    <a:pt x="70716" y="302840"/>
                    <a:pt x="70716" y="30071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0966470-C746-71B1-97F9-588852FE531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979284" y="7904987"/>
              <a:ext cx="171221" cy="134825"/>
            </a:xfrm>
            <a:custGeom>
              <a:avLst/>
              <a:gdLst>
                <a:gd name="csX0" fmla="*/ 98699 w 171221"/>
                <a:gd name="csY0" fmla="*/ 60215 h 134825"/>
                <a:gd name="csX1" fmla="*/ 134282 w 171221"/>
                <a:gd name="csY1" fmla="*/ 20739 h 134825"/>
                <a:gd name="csX2" fmla="*/ 165302 w 171221"/>
                <a:gd name="csY2" fmla="*/ 14362 h 134825"/>
                <a:gd name="csX3" fmla="*/ 165302 w 171221"/>
                <a:gd name="csY3" fmla="*/ 90 h 134825"/>
                <a:gd name="csX4" fmla="*/ 137323 w 171221"/>
                <a:gd name="csY4" fmla="*/ 1001 h 134825"/>
                <a:gd name="csX5" fmla="*/ 105998 w 171221"/>
                <a:gd name="csY5" fmla="*/ 90 h 134825"/>
                <a:gd name="csX6" fmla="*/ 105998 w 171221"/>
                <a:gd name="csY6" fmla="*/ 14362 h 134825"/>
                <a:gd name="csX7" fmla="*/ 117555 w 171221"/>
                <a:gd name="csY7" fmla="*/ 17095 h 134825"/>
                <a:gd name="csX8" fmla="*/ 115122 w 171221"/>
                <a:gd name="csY8" fmla="*/ 20739 h 134825"/>
                <a:gd name="csX9" fmla="*/ 89576 w 171221"/>
                <a:gd name="csY9" fmla="*/ 49283 h 134825"/>
                <a:gd name="csX10" fmla="*/ 59771 w 171221"/>
                <a:gd name="csY10" fmla="*/ 14362 h 134825"/>
                <a:gd name="csX11" fmla="*/ 71936 w 171221"/>
                <a:gd name="csY11" fmla="*/ 14362 h 134825"/>
                <a:gd name="csX12" fmla="*/ 71936 w 171221"/>
                <a:gd name="csY12" fmla="*/ 90 h 134825"/>
                <a:gd name="csX13" fmla="*/ 35137 w 171221"/>
                <a:gd name="csY13" fmla="*/ 1001 h 134825"/>
                <a:gd name="csX14" fmla="*/ 1684 w 171221"/>
                <a:gd name="csY14" fmla="*/ 90 h 134825"/>
                <a:gd name="csX15" fmla="*/ 1684 w 171221"/>
                <a:gd name="csY15" fmla="*/ 14362 h 134825"/>
                <a:gd name="csX16" fmla="*/ 23276 w 171221"/>
                <a:gd name="csY16" fmla="*/ 14362 h 134825"/>
                <a:gd name="csX17" fmla="*/ 70720 w 171221"/>
                <a:gd name="csY17" fmla="*/ 70236 h 134825"/>
                <a:gd name="csX18" fmla="*/ 30880 w 171221"/>
                <a:gd name="csY18" fmla="*/ 114874 h 134825"/>
                <a:gd name="csX19" fmla="*/ 163 w 171221"/>
                <a:gd name="csY19" fmla="*/ 120644 h 134825"/>
                <a:gd name="csX20" fmla="*/ 163 w 171221"/>
                <a:gd name="csY20" fmla="*/ 134916 h 134825"/>
                <a:gd name="csX21" fmla="*/ 28142 w 171221"/>
                <a:gd name="csY21" fmla="*/ 134005 h 134825"/>
                <a:gd name="csX22" fmla="*/ 59467 w 171221"/>
                <a:gd name="csY22" fmla="*/ 134916 h 134825"/>
                <a:gd name="csX23" fmla="*/ 59467 w 171221"/>
                <a:gd name="csY23" fmla="*/ 120644 h 134825"/>
                <a:gd name="csX24" fmla="*/ 48215 w 171221"/>
                <a:gd name="csY24" fmla="*/ 117303 h 134825"/>
                <a:gd name="csX25" fmla="*/ 50344 w 171221"/>
                <a:gd name="csY25" fmla="*/ 114267 h 134825"/>
                <a:gd name="csX26" fmla="*/ 79844 w 171221"/>
                <a:gd name="csY26" fmla="*/ 81168 h 134825"/>
                <a:gd name="csX27" fmla="*/ 113297 w 171221"/>
                <a:gd name="csY27" fmla="*/ 120644 h 134825"/>
                <a:gd name="csX28" fmla="*/ 101436 w 171221"/>
                <a:gd name="csY28" fmla="*/ 120644 h 134825"/>
                <a:gd name="csX29" fmla="*/ 101436 w 171221"/>
                <a:gd name="csY29" fmla="*/ 134916 h 134825"/>
                <a:gd name="csX30" fmla="*/ 137931 w 171221"/>
                <a:gd name="csY30" fmla="*/ 134005 h 134825"/>
                <a:gd name="csX31" fmla="*/ 171385 w 171221"/>
                <a:gd name="csY31" fmla="*/ 134916 h 134825"/>
                <a:gd name="csX32" fmla="*/ 171385 w 171221"/>
                <a:gd name="csY32" fmla="*/ 120644 h 134825"/>
                <a:gd name="csX33" fmla="*/ 149792 w 171221"/>
                <a:gd name="csY33" fmla="*/ 120644 h 134825"/>
                <a:gd name="csX34" fmla="*/ 98699 w 171221"/>
                <a:gd name="csY34" fmla="*/ 60215 h 134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1221" h="134825">
                  <a:moveTo>
                    <a:pt x="98699" y="60215"/>
                  </a:moveTo>
                  <a:lnTo>
                    <a:pt x="134282" y="20739"/>
                  </a:lnTo>
                  <a:cubicBezTo>
                    <a:pt x="138235" y="16488"/>
                    <a:pt x="140060" y="14362"/>
                    <a:pt x="165302" y="14362"/>
                  </a:cubicBezTo>
                  <a:lnTo>
                    <a:pt x="165302" y="90"/>
                  </a:lnTo>
                  <a:cubicBezTo>
                    <a:pt x="154658" y="697"/>
                    <a:pt x="138844" y="1001"/>
                    <a:pt x="137323" y="1001"/>
                  </a:cubicBezTo>
                  <a:cubicBezTo>
                    <a:pt x="129720" y="1001"/>
                    <a:pt x="114514" y="394"/>
                    <a:pt x="105998" y="90"/>
                  </a:cubicBezTo>
                  <a:lnTo>
                    <a:pt x="105998" y="14362"/>
                  </a:lnTo>
                  <a:cubicBezTo>
                    <a:pt x="110256" y="14362"/>
                    <a:pt x="113905" y="14970"/>
                    <a:pt x="117555" y="17095"/>
                  </a:cubicBezTo>
                  <a:cubicBezTo>
                    <a:pt x="116338" y="18917"/>
                    <a:pt x="116338" y="19524"/>
                    <a:pt x="115122" y="20739"/>
                  </a:cubicBezTo>
                  <a:lnTo>
                    <a:pt x="89576" y="49283"/>
                  </a:lnTo>
                  <a:lnTo>
                    <a:pt x="59771" y="14362"/>
                  </a:lnTo>
                  <a:lnTo>
                    <a:pt x="71936" y="14362"/>
                  </a:lnTo>
                  <a:lnTo>
                    <a:pt x="71936" y="90"/>
                  </a:lnTo>
                  <a:cubicBezTo>
                    <a:pt x="64029" y="394"/>
                    <a:pt x="44869" y="1001"/>
                    <a:pt x="35137" y="1001"/>
                  </a:cubicBezTo>
                  <a:cubicBezTo>
                    <a:pt x="25405" y="1001"/>
                    <a:pt x="11720" y="394"/>
                    <a:pt x="1684" y="90"/>
                  </a:cubicBezTo>
                  <a:lnTo>
                    <a:pt x="1684" y="14362"/>
                  </a:lnTo>
                  <a:lnTo>
                    <a:pt x="23276" y="14362"/>
                  </a:lnTo>
                  <a:lnTo>
                    <a:pt x="70720" y="70236"/>
                  </a:lnTo>
                  <a:lnTo>
                    <a:pt x="30880" y="114874"/>
                  </a:lnTo>
                  <a:cubicBezTo>
                    <a:pt x="25709" y="120644"/>
                    <a:pt x="14761" y="120644"/>
                    <a:pt x="163" y="120644"/>
                  </a:cubicBezTo>
                  <a:lnTo>
                    <a:pt x="163" y="134916"/>
                  </a:lnTo>
                  <a:cubicBezTo>
                    <a:pt x="10807" y="134308"/>
                    <a:pt x="26622" y="134005"/>
                    <a:pt x="28142" y="134005"/>
                  </a:cubicBezTo>
                  <a:cubicBezTo>
                    <a:pt x="35746" y="134005"/>
                    <a:pt x="53385" y="134612"/>
                    <a:pt x="59467" y="134916"/>
                  </a:cubicBezTo>
                  <a:lnTo>
                    <a:pt x="59467" y="120644"/>
                  </a:lnTo>
                  <a:cubicBezTo>
                    <a:pt x="53993" y="120644"/>
                    <a:pt x="48215" y="119125"/>
                    <a:pt x="48215" y="117303"/>
                  </a:cubicBezTo>
                  <a:cubicBezTo>
                    <a:pt x="48215" y="117000"/>
                    <a:pt x="48215" y="116696"/>
                    <a:pt x="50344" y="114267"/>
                  </a:cubicBezTo>
                  <a:lnTo>
                    <a:pt x="79844" y="81168"/>
                  </a:lnTo>
                  <a:lnTo>
                    <a:pt x="113297" y="120644"/>
                  </a:lnTo>
                  <a:lnTo>
                    <a:pt x="101436" y="120644"/>
                  </a:lnTo>
                  <a:lnTo>
                    <a:pt x="101436" y="134916"/>
                  </a:lnTo>
                  <a:cubicBezTo>
                    <a:pt x="109344" y="134612"/>
                    <a:pt x="127895" y="134005"/>
                    <a:pt x="137931" y="134005"/>
                  </a:cubicBezTo>
                  <a:cubicBezTo>
                    <a:pt x="147663" y="134005"/>
                    <a:pt x="161349" y="134612"/>
                    <a:pt x="171385" y="134916"/>
                  </a:cubicBezTo>
                  <a:lnTo>
                    <a:pt x="171385" y="120644"/>
                  </a:lnTo>
                  <a:lnTo>
                    <a:pt x="149792" y="120644"/>
                  </a:lnTo>
                  <a:lnTo>
                    <a:pt x="98699" y="60215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664925A-8E26-823B-E74D-F44D51CDD0F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180383" y="7944220"/>
              <a:ext cx="77490" cy="141141"/>
            </a:xfrm>
            <a:custGeom>
              <a:avLst/>
              <a:gdLst>
                <a:gd name="csX0" fmla="*/ 48282 w 77490"/>
                <a:gd name="csY0" fmla="*/ 6043 h 141141"/>
                <a:gd name="csX1" fmla="*/ 41895 w 77490"/>
                <a:gd name="csY1" fmla="*/ 92 h 141141"/>
                <a:gd name="csX2" fmla="*/ 169 w 77490"/>
                <a:gd name="csY2" fmla="*/ 13696 h 141141"/>
                <a:gd name="csX3" fmla="*/ 169 w 77490"/>
                <a:gd name="csY3" fmla="*/ 21348 h 141141"/>
                <a:gd name="csX4" fmla="*/ 31038 w 77490"/>
                <a:gd name="csY4" fmla="*/ 15396 h 141141"/>
                <a:gd name="csX5" fmla="*/ 31038 w 77490"/>
                <a:gd name="csY5" fmla="*/ 123803 h 141141"/>
                <a:gd name="csX6" fmla="*/ 9749 w 77490"/>
                <a:gd name="csY6" fmla="*/ 133581 h 141141"/>
                <a:gd name="csX7" fmla="*/ 1659 w 77490"/>
                <a:gd name="csY7" fmla="*/ 133581 h 141141"/>
                <a:gd name="csX8" fmla="*/ 1659 w 77490"/>
                <a:gd name="csY8" fmla="*/ 141233 h 141141"/>
                <a:gd name="csX9" fmla="*/ 39553 w 77490"/>
                <a:gd name="csY9" fmla="*/ 140383 h 141141"/>
                <a:gd name="csX10" fmla="*/ 77660 w 77490"/>
                <a:gd name="csY10" fmla="*/ 141233 h 141141"/>
                <a:gd name="csX11" fmla="*/ 77660 w 77490"/>
                <a:gd name="csY11" fmla="*/ 133581 h 141141"/>
                <a:gd name="csX12" fmla="*/ 69570 w 77490"/>
                <a:gd name="csY12" fmla="*/ 133581 h 141141"/>
                <a:gd name="csX13" fmla="*/ 48282 w 77490"/>
                <a:gd name="csY13" fmla="*/ 123803 h 141141"/>
                <a:gd name="csX14" fmla="*/ 48282 w 77490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490" h="141141">
                  <a:moveTo>
                    <a:pt x="48282" y="6043"/>
                  </a:moveTo>
                  <a:cubicBezTo>
                    <a:pt x="48282" y="304"/>
                    <a:pt x="47856" y="92"/>
                    <a:pt x="41895" y="92"/>
                  </a:cubicBezTo>
                  <a:cubicBezTo>
                    <a:pt x="28270" y="13483"/>
                    <a:pt x="8897" y="13696"/>
                    <a:pt x="169" y="13696"/>
                  </a:cubicBezTo>
                  <a:lnTo>
                    <a:pt x="169" y="21348"/>
                  </a:lnTo>
                  <a:cubicBezTo>
                    <a:pt x="5278" y="21348"/>
                    <a:pt x="19329" y="21348"/>
                    <a:pt x="31038" y="15396"/>
                  </a:cubicBezTo>
                  <a:lnTo>
                    <a:pt x="31038" y="123803"/>
                  </a:lnTo>
                  <a:cubicBezTo>
                    <a:pt x="31038" y="130818"/>
                    <a:pt x="31038" y="133581"/>
                    <a:pt x="9749" y="133581"/>
                  </a:cubicBezTo>
                  <a:lnTo>
                    <a:pt x="1659" y="133581"/>
                  </a:lnTo>
                  <a:lnTo>
                    <a:pt x="1659" y="141233"/>
                  </a:lnTo>
                  <a:cubicBezTo>
                    <a:pt x="5491" y="141021"/>
                    <a:pt x="31676" y="140383"/>
                    <a:pt x="39553" y="140383"/>
                  </a:cubicBezTo>
                  <a:cubicBezTo>
                    <a:pt x="46153" y="140383"/>
                    <a:pt x="72976" y="141021"/>
                    <a:pt x="77660" y="141233"/>
                  </a:cubicBezTo>
                  <a:lnTo>
                    <a:pt x="77660" y="133581"/>
                  </a:lnTo>
                  <a:lnTo>
                    <a:pt x="69570" y="133581"/>
                  </a:lnTo>
                  <a:cubicBezTo>
                    <a:pt x="48282" y="133581"/>
                    <a:pt x="48282" y="130818"/>
                    <a:pt x="48282" y="123803"/>
                  </a:cubicBezTo>
                  <a:lnTo>
                    <a:pt x="48282" y="6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6EB816E6-FDF0-A2D4-B8C4-DFBC3E6688C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300547" y="7993747"/>
              <a:ext cx="24482" cy="91614"/>
            </a:xfrm>
            <a:custGeom>
              <a:avLst/>
              <a:gdLst>
                <a:gd name="csX0" fmla="*/ 24655 w 24482"/>
                <a:gd name="csY0" fmla="*/ 12420 h 91614"/>
                <a:gd name="csX1" fmla="*/ 12520 w 24482"/>
                <a:gd name="csY1" fmla="*/ 92 h 91614"/>
                <a:gd name="csX2" fmla="*/ 173 w 24482"/>
                <a:gd name="csY2" fmla="*/ 12208 h 91614"/>
                <a:gd name="csX3" fmla="*/ 12308 w 24482"/>
                <a:gd name="csY3" fmla="*/ 24536 h 91614"/>
                <a:gd name="csX4" fmla="*/ 24655 w 24482"/>
                <a:gd name="csY4" fmla="*/ 12420 h 91614"/>
                <a:gd name="csX5" fmla="*/ 24655 w 24482"/>
                <a:gd name="csY5" fmla="*/ 79590 h 91614"/>
                <a:gd name="csX6" fmla="*/ 12520 w 24482"/>
                <a:gd name="csY6" fmla="*/ 67262 h 91614"/>
                <a:gd name="csX7" fmla="*/ 173 w 24482"/>
                <a:gd name="csY7" fmla="*/ 79378 h 91614"/>
                <a:gd name="csX8" fmla="*/ 12308 w 24482"/>
                <a:gd name="csY8" fmla="*/ 91706 h 91614"/>
                <a:gd name="csX9" fmla="*/ 24655 w 24482"/>
                <a:gd name="csY9" fmla="*/ 79590 h 91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482" h="91614">
                  <a:moveTo>
                    <a:pt x="24655" y="12420"/>
                  </a:moveTo>
                  <a:cubicBezTo>
                    <a:pt x="24655" y="4981"/>
                    <a:pt x="18694" y="92"/>
                    <a:pt x="12520" y="92"/>
                  </a:cubicBezTo>
                  <a:cubicBezTo>
                    <a:pt x="5069" y="92"/>
                    <a:pt x="173" y="6043"/>
                    <a:pt x="173" y="12208"/>
                  </a:cubicBezTo>
                  <a:cubicBezTo>
                    <a:pt x="173" y="19647"/>
                    <a:pt x="6134" y="24536"/>
                    <a:pt x="12308" y="24536"/>
                  </a:cubicBezTo>
                  <a:cubicBezTo>
                    <a:pt x="19759" y="24536"/>
                    <a:pt x="24655" y="18585"/>
                    <a:pt x="24655" y="12420"/>
                  </a:cubicBezTo>
                  <a:close/>
                  <a:moveTo>
                    <a:pt x="24655" y="79590"/>
                  </a:moveTo>
                  <a:cubicBezTo>
                    <a:pt x="24655" y="72151"/>
                    <a:pt x="18694" y="67262"/>
                    <a:pt x="12520" y="67262"/>
                  </a:cubicBezTo>
                  <a:cubicBezTo>
                    <a:pt x="5069" y="67262"/>
                    <a:pt x="173" y="73213"/>
                    <a:pt x="173" y="79378"/>
                  </a:cubicBezTo>
                  <a:cubicBezTo>
                    <a:pt x="173" y="86817"/>
                    <a:pt x="6134" y="91706"/>
                    <a:pt x="12308" y="91706"/>
                  </a:cubicBezTo>
                  <a:cubicBezTo>
                    <a:pt x="19759" y="91706"/>
                    <a:pt x="24655" y="85755"/>
                    <a:pt x="24655" y="79590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DB35D5B-A697-87C0-247C-6A36BC5C0940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357263" y="7991622"/>
              <a:ext cx="130073" cy="95865"/>
            </a:xfrm>
            <a:custGeom>
              <a:avLst/>
              <a:gdLst>
                <a:gd name="csX0" fmla="*/ 16142 w 130073"/>
                <a:gd name="csY0" fmla="*/ 80440 h 95865"/>
                <a:gd name="csX1" fmla="*/ 14013 w 130073"/>
                <a:gd name="csY1" fmla="*/ 89156 h 95865"/>
                <a:gd name="csX2" fmla="*/ 21251 w 130073"/>
                <a:gd name="csY2" fmla="*/ 95958 h 95865"/>
                <a:gd name="csX3" fmla="*/ 29554 w 130073"/>
                <a:gd name="csY3" fmla="*/ 91281 h 95865"/>
                <a:gd name="csX4" fmla="*/ 33386 w 130073"/>
                <a:gd name="csY4" fmla="*/ 78102 h 95865"/>
                <a:gd name="csX5" fmla="*/ 38069 w 130073"/>
                <a:gd name="csY5" fmla="*/ 58972 h 95865"/>
                <a:gd name="csX6" fmla="*/ 41688 w 130073"/>
                <a:gd name="csY6" fmla="*/ 44730 h 95865"/>
                <a:gd name="csX7" fmla="*/ 50630 w 130073"/>
                <a:gd name="csY7" fmla="*/ 25599 h 95865"/>
                <a:gd name="csX8" fmla="*/ 82563 w 130073"/>
                <a:gd name="csY8" fmla="*/ 6043 h 95865"/>
                <a:gd name="csX9" fmla="*/ 95123 w 130073"/>
                <a:gd name="csY9" fmla="*/ 20923 h 95865"/>
                <a:gd name="csX10" fmla="*/ 82563 w 130073"/>
                <a:gd name="csY10" fmla="*/ 66199 h 95865"/>
                <a:gd name="csX11" fmla="*/ 79369 w 130073"/>
                <a:gd name="csY11" fmla="*/ 77677 h 95865"/>
                <a:gd name="csX12" fmla="*/ 99593 w 130073"/>
                <a:gd name="csY12" fmla="*/ 95958 h 95865"/>
                <a:gd name="csX13" fmla="*/ 130249 w 130073"/>
                <a:gd name="csY13" fmla="*/ 63435 h 95865"/>
                <a:gd name="csX14" fmla="*/ 126843 w 130073"/>
                <a:gd name="csY14" fmla="*/ 60672 h 95865"/>
                <a:gd name="csX15" fmla="*/ 122798 w 130073"/>
                <a:gd name="csY15" fmla="*/ 64286 h 95865"/>
                <a:gd name="csX16" fmla="*/ 100232 w 130073"/>
                <a:gd name="csY16" fmla="*/ 90006 h 95865"/>
                <a:gd name="csX17" fmla="*/ 94910 w 130073"/>
                <a:gd name="csY17" fmla="*/ 82566 h 95865"/>
                <a:gd name="csX18" fmla="*/ 99806 w 130073"/>
                <a:gd name="csY18" fmla="*/ 65348 h 95865"/>
                <a:gd name="csX19" fmla="*/ 111089 w 130073"/>
                <a:gd name="csY19" fmla="*/ 24324 h 95865"/>
                <a:gd name="csX20" fmla="*/ 83414 w 130073"/>
                <a:gd name="csY20" fmla="*/ 92 h 95865"/>
                <a:gd name="csX21" fmla="*/ 47436 w 130073"/>
                <a:gd name="csY21" fmla="*/ 19435 h 95865"/>
                <a:gd name="csX22" fmla="*/ 24657 w 130073"/>
                <a:gd name="csY22" fmla="*/ 92 h 95865"/>
                <a:gd name="csX23" fmla="*/ 7839 w 130073"/>
                <a:gd name="csY23" fmla="*/ 11570 h 95865"/>
                <a:gd name="csX24" fmla="*/ 175 w 130073"/>
                <a:gd name="csY24" fmla="*/ 32614 h 95865"/>
                <a:gd name="csX25" fmla="*/ 3794 w 130073"/>
                <a:gd name="csY25" fmla="*/ 35377 h 95865"/>
                <a:gd name="csX26" fmla="*/ 8478 w 130073"/>
                <a:gd name="csY26" fmla="*/ 29000 h 95865"/>
                <a:gd name="csX27" fmla="*/ 24019 w 130073"/>
                <a:gd name="csY27" fmla="*/ 6043 h 95865"/>
                <a:gd name="csX28" fmla="*/ 31044 w 130073"/>
                <a:gd name="csY28" fmla="*/ 16459 h 95865"/>
                <a:gd name="csX29" fmla="*/ 27638 w 130073"/>
                <a:gd name="csY29" fmla="*/ 34102 h 95865"/>
                <a:gd name="csX30" fmla="*/ 22954 w 130073"/>
                <a:gd name="csY30" fmla="*/ 53232 h 95865"/>
                <a:gd name="csX31" fmla="*/ 16142 w 130073"/>
                <a:gd name="csY31" fmla="*/ 80440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30073" h="95865">
                  <a:moveTo>
                    <a:pt x="16142" y="80440"/>
                  </a:moveTo>
                  <a:cubicBezTo>
                    <a:pt x="15290" y="83204"/>
                    <a:pt x="14013" y="88518"/>
                    <a:pt x="14013" y="89156"/>
                  </a:cubicBezTo>
                  <a:cubicBezTo>
                    <a:pt x="14013" y="93832"/>
                    <a:pt x="17845" y="95958"/>
                    <a:pt x="21251" y="95958"/>
                  </a:cubicBezTo>
                  <a:cubicBezTo>
                    <a:pt x="25083" y="95958"/>
                    <a:pt x="28489" y="93194"/>
                    <a:pt x="29554" y="91281"/>
                  </a:cubicBezTo>
                  <a:cubicBezTo>
                    <a:pt x="30618" y="89368"/>
                    <a:pt x="32321" y="82566"/>
                    <a:pt x="33386" y="78102"/>
                  </a:cubicBezTo>
                  <a:cubicBezTo>
                    <a:pt x="34450" y="74064"/>
                    <a:pt x="36792" y="64286"/>
                    <a:pt x="38069" y="58972"/>
                  </a:cubicBezTo>
                  <a:cubicBezTo>
                    <a:pt x="39346" y="54295"/>
                    <a:pt x="40624" y="49619"/>
                    <a:pt x="41688" y="44730"/>
                  </a:cubicBezTo>
                  <a:cubicBezTo>
                    <a:pt x="44030" y="36015"/>
                    <a:pt x="44456" y="34314"/>
                    <a:pt x="50630" y="25599"/>
                  </a:cubicBezTo>
                  <a:cubicBezTo>
                    <a:pt x="56590" y="17097"/>
                    <a:pt x="66596" y="6043"/>
                    <a:pt x="82563" y="6043"/>
                  </a:cubicBezTo>
                  <a:cubicBezTo>
                    <a:pt x="94910" y="6043"/>
                    <a:pt x="95123" y="16884"/>
                    <a:pt x="95123" y="20923"/>
                  </a:cubicBezTo>
                  <a:cubicBezTo>
                    <a:pt x="95123" y="33677"/>
                    <a:pt x="85969" y="57271"/>
                    <a:pt x="82563" y="66199"/>
                  </a:cubicBezTo>
                  <a:cubicBezTo>
                    <a:pt x="80221" y="72150"/>
                    <a:pt x="79369" y="74064"/>
                    <a:pt x="79369" y="77677"/>
                  </a:cubicBezTo>
                  <a:cubicBezTo>
                    <a:pt x="79369" y="88943"/>
                    <a:pt x="88736" y="95958"/>
                    <a:pt x="99593" y="95958"/>
                  </a:cubicBezTo>
                  <a:cubicBezTo>
                    <a:pt x="120882" y="95958"/>
                    <a:pt x="130249" y="66624"/>
                    <a:pt x="130249" y="63435"/>
                  </a:cubicBezTo>
                  <a:cubicBezTo>
                    <a:pt x="130249" y="60672"/>
                    <a:pt x="127482" y="60672"/>
                    <a:pt x="126843" y="60672"/>
                  </a:cubicBezTo>
                  <a:cubicBezTo>
                    <a:pt x="123863" y="60672"/>
                    <a:pt x="123650" y="61947"/>
                    <a:pt x="122798" y="64286"/>
                  </a:cubicBezTo>
                  <a:cubicBezTo>
                    <a:pt x="117902" y="81291"/>
                    <a:pt x="108748" y="90006"/>
                    <a:pt x="100232" y="90006"/>
                  </a:cubicBezTo>
                  <a:cubicBezTo>
                    <a:pt x="95762" y="90006"/>
                    <a:pt x="94910" y="87030"/>
                    <a:pt x="94910" y="82566"/>
                  </a:cubicBezTo>
                  <a:cubicBezTo>
                    <a:pt x="94910" y="77677"/>
                    <a:pt x="95974" y="74914"/>
                    <a:pt x="99806" y="65348"/>
                  </a:cubicBezTo>
                  <a:cubicBezTo>
                    <a:pt x="102361" y="58759"/>
                    <a:pt x="111089" y="36227"/>
                    <a:pt x="111089" y="24324"/>
                  </a:cubicBezTo>
                  <a:cubicBezTo>
                    <a:pt x="111089" y="3705"/>
                    <a:pt x="94697" y="92"/>
                    <a:pt x="83414" y="92"/>
                  </a:cubicBezTo>
                  <a:cubicBezTo>
                    <a:pt x="65744" y="92"/>
                    <a:pt x="53823" y="10932"/>
                    <a:pt x="47436" y="19435"/>
                  </a:cubicBezTo>
                  <a:cubicBezTo>
                    <a:pt x="45946" y="4768"/>
                    <a:pt x="33386" y="92"/>
                    <a:pt x="24657" y="92"/>
                  </a:cubicBezTo>
                  <a:cubicBezTo>
                    <a:pt x="15503" y="92"/>
                    <a:pt x="10607" y="6681"/>
                    <a:pt x="7839" y="11570"/>
                  </a:cubicBezTo>
                  <a:cubicBezTo>
                    <a:pt x="3156" y="19435"/>
                    <a:pt x="175" y="31551"/>
                    <a:pt x="175" y="32614"/>
                  </a:cubicBezTo>
                  <a:cubicBezTo>
                    <a:pt x="175" y="35377"/>
                    <a:pt x="3156" y="35377"/>
                    <a:pt x="3794" y="35377"/>
                  </a:cubicBezTo>
                  <a:cubicBezTo>
                    <a:pt x="6775" y="35377"/>
                    <a:pt x="6988" y="34739"/>
                    <a:pt x="8478" y="29000"/>
                  </a:cubicBezTo>
                  <a:cubicBezTo>
                    <a:pt x="11671" y="16459"/>
                    <a:pt x="15716" y="6043"/>
                    <a:pt x="24019" y="6043"/>
                  </a:cubicBezTo>
                  <a:cubicBezTo>
                    <a:pt x="29554" y="6043"/>
                    <a:pt x="31044" y="10720"/>
                    <a:pt x="31044" y="16459"/>
                  </a:cubicBezTo>
                  <a:cubicBezTo>
                    <a:pt x="31044" y="20498"/>
                    <a:pt x="29128" y="28363"/>
                    <a:pt x="27638" y="34102"/>
                  </a:cubicBezTo>
                  <a:cubicBezTo>
                    <a:pt x="26147" y="39841"/>
                    <a:pt x="24019" y="48556"/>
                    <a:pt x="22954" y="53232"/>
                  </a:cubicBezTo>
                  <a:lnTo>
                    <a:pt x="16142" y="80440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6C8EA018-A5AC-7DF3-8A90-03B75D8BA218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530137" y="7812067"/>
              <a:ext cx="70556" cy="303661"/>
            </a:xfrm>
            <a:custGeom>
              <a:avLst/>
              <a:gdLst>
                <a:gd name="csX0" fmla="*/ 70738 w 70556"/>
                <a:gd name="csY0" fmla="*/ 151921 h 303661"/>
                <a:gd name="csX1" fmla="*/ 50665 w 70556"/>
                <a:gd name="csY1" fmla="*/ 57178 h 303661"/>
                <a:gd name="csX2" fmla="*/ 3222 w 70556"/>
                <a:gd name="csY2" fmla="*/ 90 h 303661"/>
                <a:gd name="csX3" fmla="*/ 181 w 70556"/>
                <a:gd name="csY3" fmla="*/ 3127 h 303661"/>
                <a:gd name="csX4" fmla="*/ 5959 w 70556"/>
                <a:gd name="csY4" fmla="*/ 10111 h 303661"/>
                <a:gd name="csX5" fmla="*/ 53098 w 70556"/>
                <a:gd name="csY5" fmla="*/ 151921 h 303661"/>
                <a:gd name="csX6" fmla="*/ 4134 w 70556"/>
                <a:gd name="csY6" fmla="*/ 295553 h 303661"/>
                <a:gd name="csX7" fmla="*/ 181 w 70556"/>
                <a:gd name="csY7" fmla="*/ 300715 h 303661"/>
                <a:gd name="csX8" fmla="*/ 3222 w 70556"/>
                <a:gd name="csY8" fmla="*/ 303751 h 303661"/>
                <a:gd name="csX9" fmla="*/ 51578 w 70556"/>
                <a:gd name="csY9" fmla="*/ 244538 h 303661"/>
                <a:gd name="csX10" fmla="*/ 70738 w 70556"/>
                <a:gd name="csY10" fmla="*/ 15192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56" h="303661">
                  <a:moveTo>
                    <a:pt x="70738" y="151921"/>
                  </a:moveTo>
                  <a:cubicBezTo>
                    <a:pt x="70738" y="128235"/>
                    <a:pt x="67392" y="91492"/>
                    <a:pt x="50665" y="57178"/>
                  </a:cubicBezTo>
                  <a:cubicBezTo>
                    <a:pt x="32418" y="19828"/>
                    <a:pt x="6263" y="90"/>
                    <a:pt x="3222" y="90"/>
                  </a:cubicBezTo>
                  <a:cubicBezTo>
                    <a:pt x="1397" y="90"/>
                    <a:pt x="181" y="1305"/>
                    <a:pt x="181" y="3127"/>
                  </a:cubicBezTo>
                  <a:cubicBezTo>
                    <a:pt x="181" y="4038"/>
                    <a:pt x="181" y="4645"/>
                    <a:pt x="5959" y="10111"/>
                  </a:cubicBezTo>
                  <a:cubicBezTo>
                    <a:pt x="35763" y="40173"/>
                    <a:pt x="53098" y="88456"/>
                    <a:pt x="53098" y="151921"/>
                  </a:cubicBezTo>
                  <a:cubicBezTo>
                    <a:pt x="53098" y="203847"/>
                    <a:pt x="41846" y="257291"/>
                    <a:pt x="4134" y="295553"/>
                  </a:cubicBezTo>
                  <a:cubicBezTo>
                    <a:pt x="181" y="299197"/>
                    <a:pt x="181" y="299804"/>
                    <a:pt x="181" y="300715"/>
                  </a:cubicBezTo>
                  <a:cubicBezTo>
                    <a:pt x="181" y="302537"/>
                    <a:pt x="1397" y="303751"/>
                    <a:pt x="3222" y="303751"/>
                  </a:cubicBezTo>
                  <a:cubicBezTo>
                    <a:pt x="6263" y="303751"/>
                    <a:pt x="33634" y="283102"/>
                    <a:pt x="51578" y="244538"/>
                  </a:cubicBezTo>
                  <a:cubicBezTo>
                    <a:pt x="67088" y="211135"/>
                    <a:pt x="70738" y="177428"/>
                    <a:pt x="70738" y="151921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FA7F2809-B4B0-C204-F77C-DCA0079FEC9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732581" y="7928369"/>
              <a:ext cx="202242" cy="71056"/>
            </a:xfrm>
            <a:custGeom>
              <a:avLst/>
              <a:gdLst>
                <a:gd name="csX0" fmla="*/ 192090 w 202242"/>
                <a:gd name="csY0" fmla="*/ 12237 h 71056"/>
                <a:gd name="csX1" fmla="*/ 202430 w 202242"/>
                <a:gd name="csY1" fmla="*/ 6163 h 71056"/>
                <a:gd name="csX2" fmla="*/ 192394 w 202242"/>
                <a:gd name="csY2" fmla="*/ 90 h 71056"/>
                <a:gd name="csX3" fmla="*/ 10223 w 202242"/>
                <a:gd name="csY3" fmla="*/ 90 h 71056"/>
                <a:gd name="csX4" fmla="*/ 187 w 202242"/>
                <a:gd name="csY4" fmla="*/ 6163 h 71056"/>
                <a:gd name="csX5" fmla="*/ 10528 w 202242"/>
                <a:gd name="csY5" fmla="*/ 12237 h 71056"/>
                <a:gd name="csX6" fmla="*/ 192090 w 202242"/>
                <a:gd name="csY6" fmla="*/ 12237 h 71056"/>
                <a:gd name="csX7" fmla="*/ 192394 w 202242"/>
                <a:gd name="csY7" fmla="*/ 71147 h 71056"/>
                <a:gd name="csX8" fmla="*/ 202430 w 202242"/>
                <a:gd name="csY8" fmla="*/ 65074 h 71056"/>
                <a:gd name="csX9" fmla="*/ 192090 w 202242"/>
                <a:gd name="csY9" fmla="*/ 59000 h 71056"/>
                <a:gd name="csX10" fmla="*/ 10528 w 202242"/>
                <a:gd name="csY10" fmla="*/ 59000 h 71056"/>
                <a:gd name="csX11" fmla="*/ 187 w 202242"/>
                <a:gd name="csY11" fmla="*/ 65074 h 71056"/>
                <a:gd name="csX12" fmla="*/ 10223 w 202242"/>
                <a:gd name="csY12" fmla="*/ 71147 h 71056"/>
                <a:gd name="csX13" fmla="*/ 192394 w 202242"/>
                <a:gd name="csY13" fmla="*/ 71147 h 71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242" h="71056">
                  <a:moveTo>
                    <a:pt x="192090" y="12237"/>
                  </a:moveTo>
                  <a:cubicBezTo>
                    <a:pt x="196652" y="12237"/>
                    <a:pt x="202430" y="12237"/>
                    <a:pt x="202430" y="6163"/>
                  </a:cubicBezTo>
                  <a:cubicBezTo>
                    <a:pt x="202430" y="90"/>
                    <a:pt x="196652" y="90"/>
                    <a:pt x="192394" y="90"/>
                  </a:cubicBezTo>
                  <a:lnTo>
                    <a:pt x="10223" y="90"/>
                  </a:lnTo>
                  <a:cubicBezTo>
                    <a:pt x="5966" y="90"/>
                    <a:pt x="187" y="90"/>
                    <a:pt x="187" y="6163"/>
                  </a:cubicBezTo>
                  <a:cubicBezTo>
                    <a:pt x="187" y="12237"/>
                    <a:pt x="5966" y="12237"/>
                    <a:pt x="10528" y="12237"/>
                  </a:cubicBezTo>
                  <a:lnTo>
                    <a:pt x="192090" y="12237"/>
                  </a:lnTo>
                  <a:close/>
                  <a:moveTo>
                    <a:pt x="192394" y="71147"/>
                  </a:moveTo>
                  <a:cubicBezTo>
                    <a:pt x="196652" y="71147"/>
                    <a:pt x="202430" y="71147"/>
                    <a:pt x="202430" y="65074"/>
                  </a:cubicBezTo>
                  <a:cubicBezTo>
                    <a:pt x="202430" y="59000"/>
                    <a:pt x="196652" y="59000"/>
                    <a:pt x="192090" y="59000"/>
                  </a:cubicBezTo>
                  <a:lnTo>
                    <a:pt x="10528" y="59000"/>
                  </a:lnTo>
                  <a:cubicBezTo>
                    <a:pt x="5966" y="59000"/>
                    <a:pt x="187" y="59000"/>
                    <a:pt x="187" y="65074"/>
                  </a:cubicBezTo>
                  <a:cubicBezTo>
                    <a:pt x="187" y="71147"/>
                    <a:pt x="5966" y="71147"/>
                    <a:pt x="10223" y="71147"/>
                  </a:cubicBezTo>
                  <a:lnTo>
                    <a:pt x="192394" y="71147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ECC7494-71BA-CE17-AC18-A3D47C30807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168391" y="7566495"/>
              <a:ext cx="130073" cy="95865"/>
            </a:xfrm>
            <a:custGeom>
              <a:avLst/>
              <a:gdLst>
                <a:gd name="csX0" fmla="*/ 16168 w 130073"/>
                <a:gd name="csY0" fmla="*/ 80427 h 95865"/>
                <a:gd name="csX1" fmla="*/ 14040 w 130073"/>
                <a:gd name="csY1" fmla="*/ 89142 h 95865"/>
                <a:gd name="csX2" fmla="*/ 21278 w 130073"/>
                <a:gd name="csY2" fmla="*/ 95944 h 95865"/>
                <a:gd name="csX3" fmla="*/ 29580 w 130073"/>
                <a:gd name="csY3" fmla="*/ 91267 h 95865"/>
                <a:gd name="csX4" fmla="*/ 33412 w 130073"/>
                <a:gd name="csY4" fmla="*/ 78088 h 95865"/>
                <a:gd name="csX5" fmla="*/ 38096 w 130073"/>
                <a:gd name="csY5" fmla="*/ 58958 h 95865"/>
                <a:gd name="csX6" fmla="*/ 41715 w 130073"/>
                <a:gd name="csY6" fmla="*/ 44716 h 95865"/>
                <a:gd name="csX7" fmla="*/ 50656 w 130073"/>
                <a:gd name="csY7" fmla="*/ 25585 h 95865"/>
                <a:gd name="csX8" fmla="*/ 82589 w 130073"/>
                <a:gd name="csY8" fmla="*/ 6029 h 95865"/>
                <a:gd name="csX9" fmla="*/ 95149 w 130073"/>
                <a:gd name="csY9" fmla="*/ 20909 h 95865"/>
                <a:gd name="csX10" fmla="*/ 82589 w 130073"/>
                <a:gd name="csY10" fmla="*/ 66185 h 95865"/>
                <a:gd name="csX11" fmla="*/ 79396 w 130073"/>
                <a:gd name="csY11" fmla="*/ 77663 h 95865"/>
                <a:gd name="csX12" fmla="*/ 99620 w 130073"/>
                <a:gd name="csY12" fmla="*/ 95944 h 95865"/>
                <a:gd name="csX13" fmla="*/ 130276 w 130073"/>
                <a:gd name="csY13" fmla="*/ 63421 h 95865"/>
                <a:gd name="csX14" fmla="*/ 126870 w 130073"/>
                <a:gd name="csY14" fmla="*/ 60658 h 95865"/>
                <a:gd name="csX15" fmla="*/ 122825 w 130073"/>
                <a:gd name="csY15" fmla="*/ 64272 h 95865"/>
                <a:gd name="csX16" fmla="*/ 100259 w 130073"/>
                <a:gd name="csY16" fmla="*/ 89992 h 95865"/>
                <a:gd name="csX17" fmla="*/ 94937 w 130073"/>
                <a:gd name="csY17" fmla="*/ 82552 h 95865"/>
                <a:gd name="csX18" fmla="*/ 99833 w 130073"/>
                <a:gd name="csY18" fmla="*/ 65335 h 95865"/>
                <a:gd name="csX19" fmla="*/ 111116 w 130073"/>
                <a:gd name="csY19" fmla="*/ 24310 h 95865"/>
                <a:gd name="csX20" fmla="*/ 83441 w 130073"/>
                <a:gd name="csY20" fmla="*/ 78 h 95865"/>
                <a:gd name="csX21" fmla="*/ 47463 w 130073"/>
                <a:gd name="csY21" fmla="*/ 19421 h 95865"/>
                <a:gd name="csX22" fmla="*/ 24684 w 130073"/>
                <a:gd name="csY22" fmla="*/ 78 h 95865"/>
                <a:gd name="csX23" fmla="*/ 7866 w 130073"/>
                <a:gd name="csY23" fmla="*/ 11556 h 95865"/>
                <a:gd name="csX24" fmla="*/ 202 w 130073"/>
                <a:gd name="csY24" fmla="*/ 32600 h 95865"/>
                <a:gd name="csX25" fmla="*/ 3821 w 130073"/>
                <a:gd name="csY25" fmla="*/ 35363 h 95865"/>
                <a:gd name="csX26" fmla="*/ 8504 w 130073"/>
                <a:gd name="csY26" fmla="*/ 28986 h 95865"/>
                <a:gd name="csX27" fmla="*/ 24045 w 130073"/>
                <a:gd name="csY27" fmla="*/ 6029 h 95865"/>
                <a:gd name="csX28" fmla="*/ 31070 w 130073"/>
                <a:gd name="csY28" fmla="*/ 16445 h 95865"/>
                <a:gd name="csX29" fmla="*/ 27664 w 130073"/>
                <a:gd name="csY29" fmla="*/ 34088 h 95865"/>
                <a:gd name="csX30" fmla="*/ 22981 w 130073"/>
                <a:gd name="csY30" fmla="*/ 53218 h 95865"/>
                <a:gd name="csX31" fmla="*/ 16168 w 130073"/>
                <a:gd name="csY31" fmla="*/ 80427 h 95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30073" h="95865">
                  <a:moveTo>
                    <a:pt x="16168" y="80427"/>
                  </a:moveTo>
                  <a:cubicBezTo>
                    <a:pt x="15317" y="83190"/>
                    <a:pt x="14040" y="88504"/>
                    <a:pt x="14040" y="89142"/>
                  </a:cubicBezTo>
                  <a:cubicBezTo>
                    <a:pt x="14040" y="93818"/>
                    <a:pt x="17871" y="95944"/>
                    <a:pt x="21278" y="95944"/>
                  </a:cubicBezTo>
                  <a:cubicBezTo>
                    <a:pt x="25110" y="95944"/>
                    <a:pt x="28516" y="93180"/>
                    <a:pt x="29580" y="91267"/>
                  </a:cubicBezTo>
                  <a:cubicBezTo>
                    <a:pt x="30645" y="89354"/>
                    <a:pt x="32348" y="82552"/>
                    <a:pt x="33412" y="78088"/>
                  </a:cubicBezTo>
                  <a:cubicBezTo>
                    <a:pt x="34477" y="74050"/>
                    <a:pt x="36818" y="64272"/>
                    <a:pt x="38096" y="58958"/>
                  </a:cubicBezTo>
                  <a:cubicBezTo>
                    <a:pt x="39373" y="54281"/>
                    <a:pt x="40650" y="49605"/>
                    <a:pt x="41715" y="44716"/>
                  </a:cubicBezTo>
                  <a:cubicBezTo>
                    <a:pt x="44057" y="36001"/>
                    <a:pt x="44482" y="34300"/>
                    <a:pt x="50656" y="25585"/>
                  </a:cubicBezTo>
                  <a:cubicBezTo>
                    <a:pt x="56617" y="17083"/>
                    <a:pt x="66623" y="6029"/>
                    <a:pt x="82589" y="6029"/>
                  </a:cubicBezTo>
                  <a:cubicBezTo>
                    <a:pt x="94937" y="6029"/>
                    <a:pt x="95149" y="16870"/>
                    <a:pt x="95149" y="20909"/>
                  </a:cubicBezTo>
                  <a:cubicBezTo>
                    <a:pt x="95149" y="33663"/>
                    <a:pt x="85995" y="57257"/>
                    <a:pt x="82589" y="66185"/>
                  </a:cubicBezTo>
                  <a:cubicBezTo>
                    <a:pt x="80247" y="72137"/>
                    <a:pt x="79396" y="74050"/>
                    <a:pt x="79396" y="77663"/>
                  </a:cubicBezTo>
                  <a:cubicBezTo>
                    <a:pt x="79396" y="88929"/>
                    <a:pt x="88763" y="95944"/>
                    <a:pt x="99620" y="95944"/>
                  </a:cubicBezTo>
                  <a:cubicBezTo>
                    <a:pt x="120909" y="95944"/>
                    <a:pt x="130276" y="66610"/>
                    <a:pt x="130276" y="63421"/>
                  </a:cubicBezTo>
                  <a:cubicBezTo>
                    <a:pt x="130276" y="60658"/>
                    <a:pt x="127508" y="60658"/>
                    <a:pt x="126870" y="60658"/>
                  </a:cubicBezTo>
                  <a:cubicBezTo>
                    <a:pt x="123889" y="60658"/>
                    <a:pt x="123676" y="61934"/>
                    <a:pt x="122825" y="64272"/>
                  </a:cubicBezTo>
                  <a:cubicBezTo>
                    <a:pt x="117928" y="81277"/>
                    <a:pt x="108774" y="89992"/>
                    <a:pt x="100259" y="89992"/>
                  </a:cubicBezTo>
                  <a:cubicBezTo>
                    <a:pt x="95788" y="89992"/>
                    <a:pt x="94937" y="87016"/>
                    <a:pt x="94937" y="82552"/>
                  </a:cubicBezTo>
                  <a:cubicBezTo>
                    <a:pt x="94937" y="77663"/>
                    <a:pt x="96001" y="74900"/>
                    <a:pt x="99833" y="65335"/>
                  </a:cubicBezTo>
                  <a:cubicBezTo>
                    <a:pt x="102388" y="58745"/>
                    <a:pt x="111116" y="36213"/>
                    <a:pt x="111116" y="24310"/>
                  </a:cubicBezTo>
                  <a:cubicBezTo>
                    <a:pt x="111116" y="3691"/>
                    <a:pt x="94724" y="78"/>
                    <a:pt x="83441" y="78"/>
                  </a:cubicBezTo>
                  <a:cubicBezTo>
                    <a:pt x="65771" y="78"/>
                    <a:pt x="53849" y="10918"/>
                    <a:pt x="47463" y="19421"/>
                  </a:cubicBezTo>
                  <a:cubicBezTo>
                    <a:pt x="45973" y="4754"/>
                    <a:pt x="33412" y="78"/>
                    <a:pt x="24684" y="78"/>
                  </a:cubicBezTo>
                  <a:cubicBezTo>
                    <a:pt x="15530" y="78"/>
                    <a:pt x="10633" y="6667"/>
                    <a:pt x="7866" y="11556"/>
                  </a:cubicBezTo>
                  <a:cubicBezTo>
                    <a:pt x="3182" y="19421"/>
                    <a:pt x="202" y="31537"/>
                    <a:pt x="202" y="32600"/>
                  </a:cubicBezTo>
                  <a:cubicBezTo>
                    <a:pt x="202" y="35363"/>
                    <a:pt x="3182" y="35363"/>
                    <a:pt x="3821" y="35363"/>
                  </a:cubicBezTo>
                  <a:cubicBezTo>
                    <a:pt x="6801" y="35363"/>
                    <a:pt x="7014" y="34725"/>
                    <a:pt x="8504" y="28986"/>
                  </a:cubicBezTo>
                  <a:cubicBezTo>
                    <a:pt x="11698" y="16445"/>
                    <a:pt x="15743" y="6029"/>
                    <a:pt x="24045" y="6029"/>
                  </a:cubicBezTo>
                  <a:cubicBezTo>
                    <a:pt x="29580" y="6029"/>
                    <a:pt x="31070" y="10706"/>
                    <a:pt x="31070" y="16445"/>
                  </a:cubicBezTo>
                  <a:cubicBezTo>
                    <a:pt x="31070" y="20484"/>
                    <a:pt x="29154" y="28349"/>
                    <a:pt x="27664" y="34088"/>
                  </a:cubicBezTo>
                  <a:cubicBezTo>
                    <a:pt x="26174" y="39827"/>
                    <a:pt x="24045" y="48542"/>
                    <a:pt x="22981" y="53218"/>
                  </a:cubicBezTo>
                  <a:lnTo>
                    <a:pt x="16168" y="80427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6C0B4A97-DAEC-9C70-678D-9F12A42EAC3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056284" y="7751333"/>
              <a:ext cx="354304" cy="425125"/>
            </a:xfrm>
            <a:custGeom>
              <a:avLst/>
              <a:gdLst>
                <a:gd name="csX0" fmla="*/ 354503 w 354304"/>
                <a:gd name="csY0" fmla="*/ 425206 h 425125"/>
                <a:gd name="csX1" fmla="*/ 354503 w 354304"/>
                <a:gd name="csY1" fmla="*/ 408809 h 425125"/>
                <a:gd name="csX2" fmla="*/ 304626 w 354304"/>
                <a:gd name="csY2" fmla="*/ 375406 h 425125"/>
                <a:gd name="csX3" fmla="*/ 304626 w 354304"/>
                <a:gd name="csY3" fmla="*/ 49881 h 425125"/>
                <a:gd name="csX4" fmla="*/ 354503 w 354304"/>
                <a:gd name="csY4" fmla="*/ 16478 h 425125"/>
                <a:gd name="csX5" fmla="*/ 354503 w 354304"/>
                <a:gd name="csY5" fmla="*/ 81 h 425125"/>
                <a:gd name="csX6" fmla="*/ 198 w 354304"/>
                <a:gd name="csY6" fmla="*/ 81 h 425125"/>
                <a:gd name="csX7" fmla="*/ 198 w 354304"/>
                <a:gd name="csY7" fmla="*/ 16478 h 425125"/>
                <a:gd name="csX8" fmla="*/ 50074 w 354304"/>
                <a:gd name="csY8" fmla="*/ 49881 h 425125"/>
                <a:gd name="csX9" fmla="*/ 50074 w 354304"/>
                <a:gd name="csY9" fmla="*/ 375406 h 425125"/>
                <a:gd name="csX10" fmla="*/ 198 w 354304"/>
                <a:gd name="csY10" fmla="*/ 408809 h 425125"/>
                <a:gd name="csX11" fmla="*/ 198 w 354304"/>
                <a:gd name="csY11" fmla="*/ 425206 h 425125"/>
                <a:gd name="csX12" fmla="*/ 146482 w 354304"/>
                <a:gd name="csY12" fmla="*/ 425206 h 425125"/>
                <a:gd name="csX13" fmla="*/ 146482 w 354304"/>
                <a:gd name="csY13" fmla="*/ 408809 h 425125"/>
                <a:gd name="csX14" fmla="*/ 96605 w 354304"/>
                <a:gd name="csY14" fmla="*/ 375406 h 425125"/>
                <a:gd name="csX15" fmla="*/ 96605 w 354304"/>
                <a:gd name="csY15" fmla="*/ 16478 h 425125"/>
                <a:gd name="csX16" fmla="*/ 258095 w 354304"/>
                <a:gd name="csY16" fmla="*/ 16478 h 425125"/>
                <a:gd name="csX17" fmla="*/ 258095 w 354304"/>
                <a:gd name="csY17" fmla="*/ 375406 h 425125"/>
                <a:gd name="csX18" fmla="*/ 208219 w 354304"/>
                <a:gd name="csY18" fmla="*/ 408809 h 425125"/>
                <a:gd name="csX19" fmla="*/ 208219 w 354304"/>
                <a:gd name="csY19" fmla="*/ 425206 h 425125"/>
                <a:gd name="csX20" fmla="*/ 354503 w 354304"/>
                <a:gd name="csY20" fmla="*/ 425206 h 425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54304" h="425125">
                  <a:moveTo>
                    <a:pt x="354503" y="425206"/>
                  </a:moveTo>
                  <a:lnTo>
                    <a:pt x="354503" y="408809"/>
                  </a:lnTo>
                  <a:cubicBezTo>
                    <a:pt x="314054" y="408809"/>
                    <a:pt x="304626" y="394840"/>
                    <a:pt x="304626" y="375406"/>
                  </a:cubicBezTo>
                  <a:lnTo>
                    <a:pt x="304626" y="49881"/>
                  </a:lnTo>
                  <a:cubicBezTo>
                    <a:pt x="304626" y="30143"/>
                    <a:pt x="314358" y="16478"/>
                    <a:pt x="354503" y="16478"/>
                  </a:cubicBezTo>
                  <a:lnTo>
                    <a:pt x="354503" y="81"/>
                  </a:lnTo>
                  <a:lnTo>
                    <a:pt x="198" y="81"/>
                  </a:lnTo>
                  <a:lnTo>
                    <a:pt x="198" y="16478"/>
                  </a:lnTo>
                  <a:cubicBezTo>
                    <a:pt x="40646" y="16478"/>
                    <a:pt x="50074" y="30447"/>
                    <a:pt x="50074" y="49881"/>
                  </a:cubicBezTo>
                  <a:lnTo>
                    <a:pt x="50074" y="375406"/>
                  </a:lnTo>
                  <a:cubicBezTo>
                    <a:pt x="50074" y="395144"/>
                    <a:pt x="40342" y="408809"/>
                    <a:pt x="198" y="408809"/>
                  </a:cubicBezTo>
                  <a:lnTo>
                    <a:pt x="198" y="425206"/>
                  </a:lnTo>
                  <a:lnTo>
                    <a:pt x="146482" y="425206"/>
                  </a:lnTo>
                  <a:lnTo>
                    <a:pt x="146482" y="408809"/>
                  </a:lnTo>
                  <a:cubicBezTo>
                    <a:pt x="106033" y="408809"/>
                    <a:pt x="96605" y="394840"/>
                    <a:pt x="96605" y="375406"/>
                  </a:cubicBezTo>
                  <a:lnTo>
                    <a:pt x="96605" y="16478"/>
                  </a:lnTo>
                  <a:lnTo>
                    <a:pt x="258095" y="16478"/>
                  </a:lnTo>
                  <a:lnTo>
                    <a:pt x="258095" y="375406"/>
                  </a:lnTo>
                  <a:cubicBezTo>
                    <a:pt x="258095" y="395144"/>
                    <a:pt x="248363" y="408809"/>
                    <a:pt x="208219" y="408809"/>
                  </a:cubicBezTo>
                  <a:lnTo>
                    <a:pt x="208219" y="425206"/>
                  </a:lnTo>
                  <a:lnTo>
                    <a:pt x="354503" y="425206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54B35DCF-9666-F399-34E2-873FFD36CF6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046574" y="8257163"/>
              <a:ext cx="64504" cy="143054"/>
            </a:xfrm>
            <a:custGeom>
              <a:avLst/>
              <a:gdLst>
                <a:gd name="csX0" fmla="*/ 59168 w 64504"/>
                <a:gd name="csY0" fmla="*/ 8179 h 143054"/>
                <a:gd name="csX1" fmla="*/ 50652 w 64504"/>
                <a:gd name="csY1" fmla="*/ 102 h 143054"/>
                <a:gd name="csX2" fmla="*/ 38730 w 64504"/>
                <a:gd name="csY2" fmla="*/ 11793 h 143054"/>
                <a:gd name="csX3" fmla="*/ 47246 w 64504"/>
                <a:gd name="csY3" fmla="*/ 19870 h 143054"/>
                <a:gd name="csX4" fmla="*/ 59168 w 64504"/>
                <a:gd name="csY4" fmla="*/ 8179 h 143054"/>
                <a:gd name="csX5" fmla="*/ 15739 w 64504"/>
                <a:gd name="csY5" fmla="*/ 116161 h 143054"/>
                <a:gd name="csX6" fmla="*/ 13823 w 64504"/>
                <a:gd name="csY6" fmla="*/ 125089 h 143054"/>
                <a:gd name="csX7" fmla="*/ 34047 w 64504"/>
                <a:gd name="csY7" fmla="*/ 143157 h 143054"/>
                <a:gd name="csX8" fmla="*/ 64703 w 64504"/>
                <a:gd name="csY8" fmla="*/ 110635 h 143054"/>
                <a:gd name="csX9" fmla="*/ 61296 w 64504"/>
                <a:gd name="csY9" fmla="*/ 107871 h 143054"/>
                <a:gd name="csX10" fmla="*/ 57252 w 64504"/>
                <a:gd name="csY10" fmla="*/ 111485 h 143054"/>
                <a:gd name="csX11" fmla="*/ 34686 w 64504"/>
                <a:gd name="csY11" fmla="*/ 137205 h 143054"/>
                <a:gd name="csX12" fmla="*/ 29363 w 64504"/>
                <a:gd name="csY12" fmla="*/ 129765 h 143054"/>
                <a:gd name="csX13" fmla="*/ 32770 w 64504"/>
                <a:gd name="csY13" fmla="*/ 116161 h 143054"/>
                <a:gd name="csX14" fmla="*/ 39582 w 64504"/>
                <a:gd name="csY14" fmla="*/ 99156 h 143054"/>
                <a:gd name="csX15" fmla="*/ 50013 w 64504"/>
                <a:gd name="csY15" fmla="*/ 72161 h 143054"/>
                <a:gd name="csX16" fmla="*/ 51291 w 64504"/>
                <a:gd name="csY16" fmla="*/ 65359 h 143054"/>
                <a:gd name="csX17" fmla="*/ 31066 w 64504"/>
                <a:gd name="csY17" fmla="*/ 47291 h 143054"/>
                <a:gd name="csX18" fmla="*/ 198 w 64504"/>
                <a:gd name="csY18" fmla="*/ 79813 h 143054"/>
                <a:gd name="csX19" fmla="*/ 3817 w 64504"/>
                <a:gd name="csY19" fmla="*/ 82576 h 143054"/>
                <a:gd name="csX20" fmla="*/ 7649 w 64504"/>
                <a:gd name="csY20" fmla="*/ 79175 h 143054"/>
                <a:gd name="csX21" fmla="*/ 30428 w 64504"/>
                <a:gd name="csY21" fmla="*/ 53243 h 143054"/>
                <a:gd name="csX22" fmla="*/ 35750 w 64504"/>
                <a:gd name="csY22" fmla="*/ 60682 h 143054"/>
                <a:gd name="csX23" fmla="*/ 29150 w 64504"/>
                <a:gd name="csY23" fmla="*/ 81939 h 143054"/>
                <a:gd name="csX24" fmla="*/ 15739 w 64504"/>
                <a:gd name="csY24" fmla="*/ 116161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04" h="143054">
                  <a:moveTo>
                    <a:pt x="59168" y="8179"/>
                  </a:moveTo>
                  <a:cubicBezTo>
                    <a:pt x="59168" y="4778"/>
                    <a:pt x="56613" y="102"/>
                    <a:pt x="50652" y="102"/>
                  </a:cubicBezTo>
                  <a:cubicBezTo>
                    <a:pt x="44904" y="102"/>
                    <a:pt x="38730" y="5629"/>
                    <a:pt x="38730" y="11793"/>
                  </a:cubicBezTo>
                  <a:cubicBezTo>
                    <a:pt x="38730" y="15406"/>
                    <a:pt x="41498" y="19870"/>
                    <a:pt x="47246" y="19870"/>
                  </a:cubicBezTo>
                  <a:cubicBezTo>
                    <a:pt x="53420" y="19870"/>
                    <a:pt x="59168" y="13919"/>
                    <a:pt x="59168" y="8179"/>
                  </a:cubicBezTo>
                  <a:close/>
                  <a:moveTo>
                    <a:pt x="15739" y="116161"/>
                  </a:moveTo>
                  <a:cubicBezTo>
                    <a:pt x="14887" y="118925"/>
                    <a:pt x="13823" y="121475"/>
                    <a:pt x="13823" y="125089"/>
                  </a:cubicBezTo>
                  <a:cubicBezTo>
                    <a:pt x="13823" y="135079"/>
                    <a:pt x="22338" y="143157"/>
                    <a:pt x="34047" y="143157"/>
                  </a:cubicBezTo>
                  <a:cubicBezTo>
                    <a:pt x="55336" y="143157"/>
                    <a:pt x="64703" y="113823"/>
                    <a:pt x="64703" y="110635"/>
                  </a:cubicBezTo>
                  <a:cubicBezTo>
                    <a:pt x="64703" y="107871"/>
                    <a:pt x="61935" y="107871"/>
                    <a:pt x="61296" y="107871"/>
                  </a:cubicBezTo>
                  <a:cubicBezTo>
                    <a:pt x="58316" y="107871"/>
                    <a:pt x="58103" y="109147"/>
                    <a:pt x="57252" y="111485"/>
                  </a:cubicBezTo>
                  <a:cubicBezTo>
                    <a:pt x="52355" y="128490"/>
                    <a:pt x="42988" y="137205"/>
                    <a:pt x="34686" y="137205"/>
                  </a:cubicBezTo>
                  <a:cubicBezTo>
                    <a:pt x="30428" y="137205"/>
                    <a:pt x="29363" y="134442"/>
                    <a:pt x="29363" y="129765"/>
                  </a:cubicBezTo>
                  <a:cubicBezTo>
                    <a:pt x="29363" y="124876"/>
                    <a:pt x="30854" y="120838"/>
                    <a:pt x="32770" y="116161"/>
                  </a:cubicBezTo>
                  <a:cubicBezTo>
                    <a:pt x="34898" y="110422"/>
                    <a:pt x="37240" y="104683"/>
                    <a:pt x="39582" y="99156"/>
                  </a:cubicBezTo>
                  <a:cubicBezTo>
                    <a:pt x="41498" y="94055"/>
                    <a:pt x="49162" y="74711"/>
                    <a:pt x="50013" y="72161"/>
                  </a:cubicBezTo>
                  <a:cubicBezTo>
                    <a:pt x="50652" y="70035"/>
                    <a:pt x="51291" y="67484"/>
                    <a:pt x="51291" y="65359"/>
                  </a:cubicBezTo>
                  <a:cubicBezTo>
                    <a:pt x="51291" y="55368"/>
                    <a:pt x="42775" y="47291"/>
                    <a:pt x="31066" y="47291"/>
                  </a:cubicBezTo>
                  <a:cubicBezTo>
                    <a:pt x="9991" y="47291"/>
                    <a:pt x="198" y="76199"/>
                    <a:pt x="198" y="79813"/>
                  </a:cubicBezTo>
                  <a:cubicBezTo>
                    <a:pt x="198" y="82576"/>
                    <a:pt x="3178" y="82576"/>
                    <a:pt x="3817" y="82576"/>
                  </a:cubicBezTo>
                  <a:cubicBezTo>
                    <a:pt x="6797" y="82576"/>
                    <a:pt x="7010" y="81514"/>
                    <a:pt x="7649" y="79175"/>
                  </a:cubicBezTo>
                  <a:cubicBezTo>
                    <a:pt x="13184" y="60895"/>
                    <a:pt x="22551" y="53243"/>
                    <a:pt x="30428" y="53243"/>
                  </a:cubicBezTo>
                  <a:cubicBezTo>
                    <a:pt x="33834" y="53243"/>
                    <a:pt x="35750" y="54943"/>
                    <a:pt x="35750" y="60682"/>
                  </a:cubicBezTo>
                  <a:cubicBezTo>
                    <a:pt x="35750" y="65571"/>
                    <a:pt x="34473" y="68760"/>
                    <a:pt x="29150" y="81939"/>
                  </a:cubicBezTo>
                  <a:lnTo>
                    <a:pt x="15739" y="116161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16DAC116-B6A2-D16F-6222-905FC102A77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137516" y="8316255"/>
              <a:ext cx="156684" cy="57179"/>
            </a:xfrm>
            <a:custGeom>
              <a:avLst/>
              <a:gdLst>
                <a:gd name="csX0" fmla="*/ 148796 w 156684"/>
                <a:gd name="csY0" fmla="*/ 10518 h 57179"/>
                <a:gd name="csX1" fmla="*/ 156886 w 156684"/>
                <a:gd name="csY1" fmla="*/ 5203 h 57179"/>
                <a:gd name="csX2" fmla="*/ 149009 w 156684"/>
                <a:gd name="csY2" fmla="*/ 102 h 57179"/>
                <a:gd name="csX3" fmla="*/ 8078 w 156684"/>
                <a:gd name="csY3" fmla="*/ 102 h 57179"/>
                <a:gd name="csX4" fmla="*/ 201 w 156684"/>
                <a:gd name="csY4" fmla="*/ 5203 h 57179"/>
                <a:gd name="csX5" fmla="*/ 8290 w 156684"/>
                <a:gd name="csY5" fmla="*/ 10518 h 57179"/>
                <a:gd name="csX6" fmla="*/ 148796 w 156684"/>
                <a:gd name="csY6" fmla="*/ 10518 h 57179"/>
                <a:gd name="csX7" fmla="*/ 149009 w 156684"/>
                <a:gd name="csY7" fmla="*/ 57281 h 57179"/>
                <a:gd name="csX8" fmla="*/ 156886 w 156684"/>
                <a:gd name="csY8" fmla="*/ 52180 h 57179"/>
                <a:gd name="csX9" fmla="*/ 148796 w 156684"/>
                <a:gd name="csY9" fmla="*/ 46866 h 57179"/>
                <a:gd name="csX10" fmla="*/ 8290 w 156684"/>
                <a:gd name="csY10" fmla="*/ 46866 h 57179"/>
                <a:gd name="csX11" fmla="*/ 201 w 156684"/>
                <a:gd name="csY11" fmla="*/ 52180 h 57179"/>
                <a:gd name="csX12" fmla="*/ 8078 w 156684"/>
                <a:gd name="csY12" fmla="*/ 57281 h 57179"/>
                <a:gd name="csX13" fmla="*/ 149009 w 156684"/>
                <a:gd name="csY13" fmla="*/ 57281 h 571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684" h="57179">
                  <a:moveTo>
                    <a:pt x="148796" y="10518"/>
                  </a:moveTo>
                  <a:cubicBezTo>
                    <a:pt x="151989" y="10518"/>
                    <a:pt x="156886" y="10518"/>
                    <a:pt x="156886" y="5203"/>
                  </a:cubicBezTo>
                  <a:cubicBezTo>
                    <a:pt x="156886" y="102"/>
                    <a:pt x="151776" y="102"/>
                    <a:pt x="149009" y="102"/>
                  </a:cubicBezTo>
                  <a:lnTo>
                    <a:pt x="8078" y="102"/>
                  </a:lnTo>
                  <a:cubicBezTo>
                    <a:pt x="5310" y="102"/>
                    <a:pt x="201" y="102"/>
                    <a:pt x="201" y="5203"/>
                  </a:cubicBezTo>
                  <a:cubicBezTo>
                    <a:pt x="201" y="10518"/>
                    <a:pt x="5097" y="10518"/>
                    <a:pt x="8290" y="10518"/>
                  </a:cubicBezTo>
                  <a:lnTo>
                    <a:pt x="148796" y="10518"/>
                  </a:lnTo>
                  <a:close/>
                  <a:moveTo>
                    <a:pt x="149009" y="57281"/>
                  </a:moveTo>
                  <a:cubicBezTo>
                    <a:pt x="151776" y="57281"/>
                    <a:pt x="156886" y="57281"/>
                    <a:pt x="156886" y="52180"/>
                  </a:cubicBezTo>
                  <a:cubicBezTo>
                    <a:pt x="156886" y="46866"/>
                    <a:pt x="151989" y="46866"/>
                    <a:pt x="148796" y="46866"/>
                  </a:cubicBezTo>
                  <a:lnTo>
                    <a:pt x="8290" y="46866"/>
                  </a:lnTo>
                  <a:cubicBezTo>
                    <a:pt x="5097" y="46866"/>
                    <a:pt x="201" y="46866"/>
                    <a:pt x="201" y="52180"/>
                  </a:cubicBezTo>
                  <a:cubicBezTo>
                    <a:pt x="201" y="57281"/>
                    <a:pt x="5310" y="57281"/>
                    <a:pt x="8078" y="57281"/>
                  </a:cubicBezTo>
                  <a:lnTo>
                    <a:pt x="149009" y="57281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090631CE-E605-C1AC-7D79-26DBF778A09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332518" y="8256950"/>
              <a:ext cx="77490" cy="141141"/>
            </a:xfrm>
            <a:custGeom>
              <a:avLst/>
              <a:gdLst>
                <a:gd name="csX0" fmla="*/ 48319 w 77490"/>
                <a:gd name="csY0" fmla="*/ 6054 h 141141"/>
                <a:gd name="csX1" fmla="*/ 41933 w 77490"/>
                <a:gd name="csY1" fmla="*/ 102 h 141141"/>
                <a:gd name="csX2" fmla="*/ 207 w 77490"/>
                <a:gd name="csY2" fmla="*/ 13706 h 141141"/>
                <a:gd name="csX3" fmla="*/ 207 w 77490"/>
                <a:gd name="csY3" fmla="*/ 21358 h 141141"/>
                <a:gd name="csX4" fmla="*/ 31075 w 77490"/>
                <a:gd name="csY4" fmla="*/ 15406 h 141141"/>
                <a:gd name="csX5" fmla="*/ 31075 w 77490"/>
                <a:gd name="csY5" fmla="*/ 123814 h 141141"/>
                <a:gd name="csX6" fmla="*/ 9787 w 77490"/>
                <a:gd name="csY6" fmla="*/ 133591 h 141141"/>
                <a:gd name="csX7" fmla="*/ 1697 w 77490"/>
                <a:gd name="csY7" fmla="*/ 133591 h 141141"/>
                <a:gd name="csX8" fmla="*/ 1697 w 77490"/>
                <a:gd name="csY8" fmla="*/ 141244 h 141141"/>
                <a:gd name="csX9" fmla="*/ 39591 w 77490"/>
                <a:gd name="csY9" fmla="*/ 140393 h 141141"/>
                <a:gd name="csX10" fmla="*/ 77698 w 77490"/>
                <a:gd name="csY10" fmla="*/ 141244 h 141141"/>
                <a:gd name="csX11" fmla="*/ 77698 w 77490"/>
                <a:gd name="csY11" fmla="*/ 133591 h 141141"/>
                <a:gd name="csX12" fmla="*/ 69608 w 77490"/>
                <a:gd name="csY12" fmla="*/ 133591 h 141141"/>
                <a:gd name="csX13" fmla="*/ 48319 w 77490"/>
                <a:gd name="csY13" fmla="*/ 123814 h 141141"/>
                <a:gd name="csX14" fmla="*/ 48319 w 77490"/>
                <a:gd name="csY14" fmla="*/ 6054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490" h="141141">
                  <a:moveTo>
                    <a:pt x="48319" y="6054"/>
                  </a:moveTo>
                  <a:cubicBezTo>
                    <a:pt x="48319" y="314"/>
                    <a:pt x="47893" y="102"/>
                    <a:pt x="41933" y="102"/>
                  </a:cubicBezTo>
                  <a:cubicBezTo>
                    <a:pt x="28308" y="13493"/>
                    <a:pt x="8935" y="13706"/>
                    <a:pt x="207" y="13706"/>
                  </a:cubicBezTo>
                  <a:lnTo>
                    <a:pt x="207" y="21358"/>
                  </a:lnTo>
                  <a:cubicBezTo>
                    <a:pt x="5316" y="21358"/>
                    <a:pt x="19367" y="21358"/>
                    <a:pt x="31075" y="15406"/>
                  </a:cubicBezTo>
                  <a:lnTo>
                    <a:pt x="31075" y="123814"/>
                  </a:lnTo>
                  <a:cubicBezTo>
                    <a:pt x="31075" y="130828"/>
                    <a:pt x="31075" y="133591"/>
                    <a:pt x="9787" y="133591"/>
                  </a:cubicBezTo>
                  <a:lnTo>
                    <a:pt x="1697" y="133591"/>
                  </a:lnTo>
                  <a:lnTo>
                    <a:pt x="1697" y="141244"/>
                  </a:lnTo>
                  <a:cubicBezTo>
                    <a:pt x="5529" y="141031"/>
                    <a:pt x="31714" y="140393"/>
                    <a:pt x="39591" y="140393"/>
                  </a:cubicBezTo>
                  <a:cubicBezTo>
                    <a:pt x="46190" y="140393"/>
                    <a:pt x="73014" y="141031"/>
                    <a:pt x="77698" y="141244"/>
                  </a:cubicBezTo>
                  <a:lnTo>
                    <a:pt x="77698" y="133591"/>
                  </a:lnTo>
                  <a:lnTo>
                    <a:pt x="69608" y="133591"/>
                  </a:lnTo>
                  <a:cubicBezTo>
                    <a:pt x="48319" y="133591"/>
                    <a:pt x="48319" y="130828"/>
                    <a:pt x="48319" y="123814"/>
                  </a:cubicBezTo>
                  <a:lnTo>
                    <a:pt x="48319" y="6054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62533FD-4B91-177D-03B1-3922A1575187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493392" y="7832412"/>
              <a:ext cx="217144" cy="207400"/>
            </a:xfrm>
            <a:custGeom>
              <a:avLst/>
              <a:gdLst>
                <a:gd name="csX0" fmla="*/ 80197 w 217144"/>
                <a:gd name="csY0" fmla="*/ 111534 h 207400"/>
                <a:gd name="csX1" fmla="*/ 131898 w 217144"/>
                <a:gd name="csY1" fmla="*/ 111534 h 207400"/>
                <a:gd name="csX2" fmla="*/ 217357 w 217144"/>
                <a:gd name="csY2" fmla="*/ 45943 h 207400"/>
                <a:gd name="csX3" fmla="*/ 157445 w 217144"/>
                <a:gd name="csY3" fmla="*/ 90 h 207400"/>
                <a:gd name="csX4" fmla="*/ 58908 w 217144"/>
                <a:gd name="csY4" fmla="*/ 90 h 207400"/>
                <a:gd name="csX5" fmla="*/ 49785 w 217144"/>
                <a:gd name="csY5" fmla="*/ 5860 h 207400"/>
                <a:gd name="csX6" fmla="*/ 58604 w 217144"/>
                <a:gd name="csY6" fmla="*/ 9504 h 207400"/>
                <a:gd name="csX7" fmla="*/ 71682 w 217144"/>
                <a:gd name="csY7" fmla="*/ 10111 h 207400"/>
                <a:gd name="csX8" fmla="*/ 78372 w 217144"/>
                <a:gd name="csY8" fmla="*/ 14970 h 207400"/>
                <a:gd name="csX9" fmla="*/ 77156 w 217144"/>
                <a:gd name="csY9" fmla="*/ 20739 h 207400"/>
                <a:gd name="csX10" fmla="*/ 36403 w 217144"/>
                <a:gd name="csY10" fmla="*/ 183805 h 207400"/>
                <a:gd name="csX11" fmla="*/ 8728 w 217144"/>
                <a:gd name="csY11" fmla="*/ 198077 h 207400"/>
                <a:gd name="csX12" fmla="*/ 212 w 217144"/>
                <a:gd name="csY12" fmla="*/ 203847 h 207400"/>
                <a:gd name="csX13" fmla="*/ 4774 w 217144"/>
                <a:gd name="csY13" fmla="*/ 207491 h 207400"/>
                <a:gd name="csX14" fmla="*/ 43398 w 217144"/>
                <a:gd name="csY14" fmla="*/ 206580 h 207400"/>
                <a:gd name="csX15" fmla="*/ 62862 w 217144"/>
                <a:gd name="csY15" fmla="*/ 206884 h 207400"/>
                <a:gd name="csX16" fmla="*/ 82630 w 217144"/>
                <a:gd name="csY16" fmla="*/ 207491 h 207400"/>
                <a:gd name="csX17" fmla="*/ 88713 w 217144"/>
                <a:gd name="csY17" fmla="*/ 201418 h 207400"/>
                <a:gd name="csX18" fmla="*/ 80197 w 217144"/>
                <a:gd name="csY18" fmla="*/ 198077 h 207400"/>
                <a:gd name="csX19" fmla="*/ 60429 w 217144"/>
                <a:gd name="csY19" fmla="*/ 192611 h 207400"/>
                <a:gd name="csX20" fmla="*/ 61341 w 217144"/>
                <a:gd name="csY20" fmla="*/ 187449 h 207400"/>
                <a:gd name="csX21" fmla="*/ 80197 w 217144"/>
                <a:gd name="csY21" fmla="*/ 111534 h 207400"/>
                <a:gd name="csX22" fmla="*/ 102094 w 217144"/>
                <a:gd name="csY22" fmla="*/ 21043 h 207400"/>
                <a:gd name="csX23" fmla="*/ 118517 w 217144"/>
                <a:gd name="csY23" fmla="*/ 9504 h 207400"/>
                <a:gd name="csX24" fmla="*/ 147713 w 217144"/>
                <a:gd name="csY24" fmla="*/ 9504 h 207400"/>
                <a:gd name="csX25" fmla="*/ 189074 w 217144"/>
                <a:gd name="csY25" fmla="*/ 38655 h 207400"/>
                <a:gd name="csX26" fmla="*/ 171130 w 217144"/>
                <a:gd name="csY26" fmla="*/ 87545 h 207400"/>
                <a:gd name="csX27" fmla="*/ 124295 w 217144"/>
                <a:gd name="csY27" fmla="*/ 103639 h 207400"/>
                <a:gd name="csX28" fmla="*/ 81414 w 217144"/>
                <a:gd name="csY28" fmla="*/ 103639 h 207400"/>
                <a:gd name="csX29" fmla="*/ 102094 w 217144"/>
                <a:gd name="csY29" fmla="*/ 21043 h 20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7144" h="207400">
                  <a:moveTo>
                    <a:pt x="80197" y="111534"/>
                  </a:moveTo>
                  <a:lnTo>
                    <a:pt x="131898" y="111534"/>
                  </a:lnTo>
                  <a:cubicBezTo>
                    <a:pt x="175084" y="111534"/>
                    <a:pt x="217357" y="79953"/>
                    <a:pt x="217357" y="45943"/>
                  </a:cubicBezTo>
                  <a:cubicBezTo>
                    <a:pt x="217357" y="22561"/>
                    <a:pt x="197285" y="90"/>
                    <a:pt x="157445" y="90"/>
                  </a:cubicBezTo>
                  <a:lnTo>
                    <a:pt x="58908" y="90"/>
                  </a:lnTo>
                  <a:cubicBezTo>
                    <a:pt x="53130" y="90"/>
                    <a:pt x="49785" y="90"/>
                    <a:pt x="49785" y="5860"/>
                  </a:cubicBezTo>
                  <a:cubicBezTo>
                    <a:pt x="49785" y="9504"/>
                    <a:pt x="52522" y="9504"/>
                    <a:pt x="58604" y="9504"/>
                  </a:cubicBezTo>
                  <a:cubicBezTo>
                    <a:pt x="62558" y="9504"/>
                    <a:pt x="68032" y="9807"/>
                    <a:pt x="71682" y="10111"/>
                  </a:cubicBezTo>
                  <a:cubicBezTo>
                    <a:pt x="76548" y="10718"/>
                    <a:pt x="78372" y="11629"/>
                    <a:pt x="78372" y="14970"/>
                  </a:cubicBezTo>
                  <a:cubicBezTo>
                    <a:pt x="78372" y="16184"/>
                    <a:pt x="78068" y="17095"/>
                    <a:pt x="77156" y="20739"/>
                  </a:cubicBezTo>
                  <a:lnTo>
                    <a:pt x="36403" y="183805"/>
                  </a:lnTo>
                  <a:cubicBezTo>
                    <a:pt x="33362" y="195648"/>
                    <a:pt x="32754" y="198077"/>
                    <a:pt x="8728" y="198077"/>
                  </a:cubicBezTo>
                  <a:cubicBezTo>
                    <a:pt x="3558" y="198077"/>
                    <a:pt x="212" y="198077"/>
                    <a:pt x="212" y="203847"/>
                  </a:cubicBezTo>
                  <a:cubicBezTo>
                    <a:pt x="212" y="207491"/>
                    <a:pt x="3862" y="207491"/>
                    <a:pt x="4774" y="207491"/>
                  </a:cubicBezTo>
                  <a:cubicBezTo>
                    <a:pt x="13290" y="207491"/>
                    <a:pt x="34883" y="206580"/>
                    <a:pt x="43398" y="206580"/>
                  </a:cubicBezTo>
                  <a:cubicBezTo>
                    <a:pt x="49785" y="206580"/>
                    <a:pt x="56475" y="206884"/>
                    <a:pt x="62862" y="206884"/>
                  </a:cubicBezTo>
                  <a:cubicBezTo>
                    <a:pt x="69553" y="206884"/>
                    <a:pt x="76244" y="207491"/>
                    <a:pt x="82630" y="207491"/>
                  </a:cubicBezTo>
                  <a:cubicBezTo>
                    <a:pt x="84759" y="207491"/>
                    <a:pt x="88713" y="207491"/>
                    <a:pt x="88713" y="201418"/>
                  </a:cubicBezTo>
                  <a:cubicBezTo>
                    <a:pt x="88713" y="198077"/>
                    <a:pt x="85975" y="198077"/>
                    <a:pt x="80197" y="198077"/>
                  </a:cubicBezTo>
                  <a:cubicBezTo>
                    <a:pt x="68945" y="198077"/>
                    <a:pt x="60429" y="198077"/>
                    <a:pt x="60429" y="192611"/>
                  </a:cubicBezTo>
                  <a:cubicBezTo>
                    <a:pt x="60429" y="190789"/>
                    <a:pt x="61037" y="189271"/>
                    <a:pt x="61341" y="187449"/>
                  </a:cubicBezTo>
                  <a:lnTo>
                    <a:pt x="80197" y="111534"/>
                  </a:lnTo>
                  <a:close/>
                  <a:moveTo>
                    <a:pt x="102094" y="21043"/>
                  </a:moveTo>
                  <a:cubicBezTo>
                    <a:pt x="104831" y="10415"/>
                    <a:pt x="105439" y="9504"/>
                    <a:pt x="118517" y="9504"/>
                  </a:cubicBezTo>
                  <a:lnTo>
                    <a:pt x="147713" y="9504"/>
                  </a:lnTo>
                  <a:cubicBezTo>
                    <a:pt x="172955" y="9504"/>
                    <a:pt x="189074" y="17703"/>
                    <a:pt x="189074" y="38655"/>
                  </a:cubicBezTo>
                  <a:cubicBezTo>
                    <a:pt x="189074" y="50498"/>
                    <a:pt x="182991" y="76613"/>
                    <a:pt x="171130" y="87545"/>
                  </a:cubicBezTo>
                  <a:cubicBezTo>
                    <a:pt x="155924" y="101209"/>
                    <a:pt x="137677" y="103639"/>
                    <a:pt x="124295" y="103639"/>
                  </a:cubicBezTo>
                  <a:lnTo>
                    <a:pt x="81414" y="103639"/>
                  </a:lnTo>
                  <a:lnTo>
                    <a:pt x="102094" y="21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8C708A-DB8E-B2A5-11BF-2F0CBB14E1B2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8799513" y="7812067"/>
              <a:ext cx="70556" cy="303661"/>
            </a:xfrm>
            <a:custGeom>
              <a:avLst/>
              <a:gdLst>
                <a:gd name="csX0" fmla="*/ 70779 w 70556"/>
                <a:gd name="csY0" fmla="*/ 300715 h 303661"/>
                <a:gd name="csX1" fmla="*/ 65609 w 70556"/>
                <a:gd name="csY1" fmla="*/ 294034 h 303661"/>
                <a:gd name="csX2" fmla="*/ 17861 w 70556"/>
                <a:gd name="csY2" fmla="*/ 151921 h 303661"/>
                <a:gd name="csX3" fmla="*/ 66825 w 70556"/>
                <a:gd name="csY3" fmla="*/ 8289 h 303661"/>
                <a:gd name="csX4" fmla="*/ 70779 w 70556"/>
                <a:gd name="csY4" fmla="*/ 3127 h 303661"/>
                <a:gd name="csX5" fmla="*/ 67737 w 70556"/>
                <a:gd name="csY5" fmla="*/ 90 h 303661"/>
                <a:gd name="csX6" fmla="*/ 19382 w 70556"/>
                <a:gd name="csY6" fmla="*/ 59304 h 303661"/>
                <a:gd name="csX7" fmla="*/ 222 w 70556"/>
                <a:gd name="csY7" fmla="*/ 151921 h 303661"/>
                <a:gd name="csX8" fmla="*/ 20294 w 70556"/>
                <a:gd name="csY8" fmla="*/ 246663 h 303661"/>
                <a:gd name="csX9" fmla="*/ 67737 w 70556"/>
                <a:gd name="csY9" fmla="*/ 303751 h 303661"/>
                <a:gd name="csX10" fmla="*/ 70779 w 70556"/>
                <a:gd name="csY10" fmla="*/ 300715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56" h="303661">
                  <a:moveTo>
                    <a:pt x="70779" y="300715"/>
                  </a:moveTo>
                  <a:cubicBezTo>
                    <a:pt x="70779" y="299804"/>
                    <a:pt x="70779" y="299197"/>
                    <a:pt x="65609" y="294034"/>
                  </a:cubicBezTo>
                  <a:cubicBezTo>
                    <a:pt x="27593" y="255773"/>
                    <a:pt x="17861" y="198381"/>
                    <a:pt x="17861" y="151921"/>
                  </a:cubicBezTo>
                  <a:cubicBezTo>
                    <a:pt x="17861" y="99084"/>
                    <a:pt x="29418" y="46247"/>
                    <a:pt x="66825" y="8289"/>
                  </a:cubicBezTo>
                  <a:cubicBezTo>
                    <a:pt x="70779" y="4645"/>
                    <a:pt x="70779" y="4038"/>
                    <a:pt x="70779" y="3127"/>
                  </a:cubicBezTo>
                  <a:cubicBezTo>
                    <a:pt x="70779" y="1001"/>
                    <a:pt x="69562" y="90"/>
                    <a:pt x="67737" y="90"/>
                  </a:cubicBezTo>
                  <a:cubicBezTo>
                    <a:pt x="64696" y="90"/>
                    <a:pt x="37325" y="20739"/>
                    <a:pt x="19382" y="59304"/>
                  </a:cubicBezTo>
                  <a:cubicBezTo>
                    <a:pt x="3871" y="92707"/>
                    <a:pt x="222" y="126413"/>
                    <a:pt x="222" y="151921"/>
                  </a:cubicBezTo>
                  <a:cubicBezTo>
                    <a:pt x="222" y="175606"/>
                    <a:pt x="3567" y="212349"/>
                    <a:pt x="20294" y="246663"/>
                  </a:cubicBezTo>
                  <a:cubicBezTo>
                    <a:pt x="38542" y="284013"/>
                    <a:pt x="64696" y="303751"/>
                    <a:pt x="67737" y="303751"/>
                  </a:cubicBezTo>
                  <a:cubicBezTo>
                    <a:pt x="69562" y="303751"/>
                    <a:pt x="70779" y="302840"/>
                    <a:pt x="70779" y="30071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1957968-DA6A-C16B-41DD-68CE35EE489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896495" y="7905595"/>
              <a:ext cx="151453" cy="137558"/>
            </a:xfrm>
            <a:custGeom>
              <a:avLst/>
              <a:gdLst>
                <a:gd name="csX0" fmla="*/ 92984 w 151453"/>
                <a:gd name="csY0" fmla="*/ 42603 h 137558"/>
                <a:gd name="csX1" fmla="*/ 123092 w 151453"/>
                <a:gd name="csY1" fmla="*/ 6771 h 137558"/>
                <a:gd name="csX2" fmla="*/ 138298 w 151453"/>
                <a:gd name="csY2" fmla="*/ 10718 h 137558"/>
                <a:gd name="csX3" fmla="*/ 123700 w 151453"/>
                <a:gd name="csY3" fmla="*/ 27116 h 137558"/>
                <a:gd name="csX4" fmla="*/ 135257 w 151453"/>
                <a:gd name="csY4" fmla="*/ 37744 h 137558"/>
                <a:gd name="csX5" fmla="*/ 151680 w 151453"/>
                <a:gd name="csY5" fmla="*/ 20132 h 137558"/>
                <a:gd name="csX6" fmla="*/ 123396 w 151453"/>
                <a:gd name="csY6" fmla="*/ 90 h 137558"/>
                <a:gd name="csX7" fmla="*/ 91463 w 151453"/>
                <a:gd name="csY7" fmla="*/ 23168 h 137558"/>
                <a:gd name="csX8" fmla="*/ 58618 w 151453"/>
                <a:gd name="csY8" fmla="*/ 90 h 137558"/>
                <a:gd name="csX9" fmla="*/ 9654 w 151453"/>
                <a:gd name="csY9" fmla="*/ 46854 h 137558"/>
                <a:gd name="csX10" fmla="*/ 13303 w 151453"/>
                <a:gd name="csY10" fmla="*/ 49891 h 137558"/>
                <a:gd name="csX11" fmla="*/ 17257 w 151453"/>
                <a:gd name="csY11" fmla="*/ 46550 h 137558"/>
                <a:gd name="csX12" fmla="*/ 58009 w 151453"/>
                <a:gd name="csY12" fmla="*/ 6771 h 137558"/>
                <a:gd name="csX13" fmla="*/ 74432 w 151453"/>
                <a:gd name="csY13" fmla="*/ 27116 h 137558"/>
                <a:gd name="csX14" fmla="*/ 58009 w 151453"/>
                <a:gd name="csY14" fmla="*/ 99387 h 137558"/>
                <a:gd name="csX15" fmla="*/ 29118 w 151453"/>
                <a:gd name="csY15" fmla="*/ 130968 h 137558"/>
                <a:gd name="csX16" fmla="*/ 13911 w 151453"/>
                <a:gd name="csY16" fmla="*/ 127021 h 137558"/>
                <a:gd name="csX17" fmla="*/ 28205 w 151453"/>
                <a:gd name="csY17" fmla="*/ 110623 h 137558"/>
                <a:gd name="csX18" fmla="*/ 16953 w 151453"/>
                <a:gd name="csY18" fmla="*/ 99995 h 137558"/>
                <a:gd name="csX19" fmla="*/ 226 w 151453"/>
                <a:gd name="csY19" fmla="*/ 117607 h 137558"/>
                <a:gd name="csX20" fmla="*/ 28813 w 151453"/>
                <a:gd name="csY20" fmla="*/ 137649 h 137558"/>
                <a:gd name="csX21" fmla="*/ 60746 w 151453"/>
                <a:gd name="csY21" fmla="*/ 114570 h 137558"/>
                <a:gd name="csX22" fmla="*/ 93592 w 151453"/>
                <a:gd name="csY22" fmla="*/ 137649 h 137558"/>
                <a:gd name="csX23" fmla="*/ 142252 w 151453"/>
                <a:gd name="csY23" fmla="*/ 90885 h 137558"/>
                <a:gd name="csX24" fmla="*/ 138602 w 151453"/>
                <a:gd name="csY24" fmla="*/ 87848 h 137558"/>
                <a:gd name="csX25" fmla="*/ 134649 w 151453"/>
                <a:gd name="csY25" fmla="*/ 91189 h 137558"/>
                <a:gd name="csX26" fmla="*/ 94200 w 151453"/>
                <a:gd name="csY26" fmla="*/ 130968 h 137558"/>
                <a:gd name="csX27" fmla="*/ 77473 w 151453"/>
                <a:gd name="csY27" fmla="*/ 110927 h 137558"/>
                <a:gd name="csX28" fmla="*/ 82643 w 151453"/>
                <a:gd name="csY28" fmla="*/ 84204 h 137558"/>
                <a:gd name="csX29" fmla="*/ 92984 w 151453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53" h="137558">
                  <a:moveTo>
                    <a:pt x="92984" y="42603"/>
                  </a:moveTo>
                  <a:cubicBezTo>
                    <a:pt x="94808" y="34708"/>
                    <a:pt x="101803" y="6771"/>
                    <a:pt x="123092" y="6771"/>
                  </a:cubicBezTo>
                  <a:cubicBezTo>
                    <a:pt x="124613" y="6771"/>
                    <a:pt x="131912" y="6771"/>
                    <a:pt x="138298" y="10718"/>
                  </a:cubicBezTo>
                  <a:cubicBezTo>
                    <a:pt x="129783" y="12237"/>
                    <a:pt x="123700" y="19828"/>
                    <a:pt x="123700" y="27116"/>
                  </a:cubicBezTo>
                  <a:cubicBezTo>
                    <a:pt x="123700" y="31975"/>
                    <a:pt x="127046" y="37744"/>
                    <a:pt x="135257" y="37744"/>
                  </a:cubicBezTo>
                  <a:cubicBezTo>
                    <a:pt x="141948" y="37744"/>
                    <a:pt x="151680" y="32278"/>
                    <a:pt x="151680" y="20132"/>
                  </a:cubicBezTo>
                  <a:cubicBezTo>
                    <a:pt x="151680" y="4341"/>
                    <a:pt x="133736" y="90"/>
                    <a:pt x="123396" y="90"/>
                  </a:cubicBezTo>
                  <a:cubicBezTo>
                    <a:pt x="105757" y="90"/>
                    <a:pt x="95112" y="16184"/>
                    <a:pt x="91463" y="23168"/>
                  </a:cubicBezTo>
                  <a:cubicBezTo>
                    <a:pt x="83860" y="3127"/>
                    <a:pt x="67437" y="90"/>
                    <a:pt x="58618" y="90"/>
                  </a:cubicBezTo>
                  <a:cubicBezTo>
                    <a:pt x="26989" y="90"/>
                    <a:pt x="9654" y="39263"/>
                    <a:pt x="9654" y="46854"/>
                  </a:cubicBezTo>
                  <a:cubicBezTo>
                    <a:pt x="9654" y="49891"/>
                    <a:pt x="12695" y="49891"/>
                    <a:pt x="13303" y="49891"/>
                  </a:cubicBezTo>
                  <a:cubicBezTo>
                    <a:pt x="15736" y="49891"/>
                    <a:pt x="16648" y="49283"/>
                    <a:pt x="17257" y="46550"/>
                  </a:cubicBezTo>
                  <a:cubicBezTo>
                    <a:pt x="27597" y="14362"/>
                    <a:pt x="47669" y="6771"/>
                    <a:pt x="58009" y="6771"/>
                  </a:cubicBezTo>
                  <a:cubicBezTo>
                    <a:pt x="63788" y="6771"/>
                    <a:pt x="74432" y="9504"/>
                    <a:pt x="74432" y="27116"/>
                  </a:cubicBezTo>
                  <a:cubicBezTo>
                    <a:pt x="74432" y="36530"/>
                    <a:pt x="69262" y="56875"/>
                    <a:pt x="58009" y="99387"/>
                  </a:cubicBezTo>
                  <a:cubicBezTo>
                    <a:pt x="53143" y="118214"/>
                    <a:pt x="42499" y="130968"/>
                    <a:pt x="29118" y="130968"/>
                  </a:cubicBezTo>
                  <a:cubicBezTo>
                    <a:pt x="27293" y="130968"/>
                    <a:pt x="20298" y="130968"/>
                    <a:pt x="13911" y="127021"/>
                  </a:cubicBezTo>
                  <a:cubicBezTo>
                    <a:pt x="21514" y="125502"/>
                    <a:pt x="28205" y="119125"/>
                    <a:pt x="28205" y="110623"/>
                  </a:cubicBezTo>
                  <a:cubicBezTo>
                    <a:pt x="28205" y="102424"/>
                    <a:pt x="21514" y="99995"/>
                    <a:pt x="16953" y="99995"/>
                  </a:cubicBezTo>
                  <a:cubicBezTo>
                    <a:pt x="7829" y="99995"/>
                    <a:pt x="226" y="107890"/>
                    <a:pt x="226" y="117607"/>
                  </a:cubicBezTo>
                  <a:cubicBezTo>
                    <a:pt x="226" y="131576"/>
                    <a:pt x="15432" y="137649"/>
                    <a:pt x="28813" y="137649"/>
                  </a:cubicBezTo>
                  <a:cubicBezTo>
                    <a:pt x="48886" y="137649"/>
                    <a:pt x="59834" y="116392"/>
                    <a:pt x="60746" y="114570"/>
                  </a:cubicBezTo>
                  <a:cubicBezTo>
                    <a:pt x="64396" y="125806"/>
                    <a:pt x="75344" y="137649"/>
                    <a:pt x="93592" y="137649"/>
                  </a:cubicBezTo>
                  <a:cubicBezTo>
                    <a:pt x="124917" y="137649"/>
                    <a:pt x="142252" y="98476"/>
                    <a:pt x="142252" y="90885"/>
                  </a:cubicBezTo>
                  <a:cubicBezTo>
                    <a:pt x="142252" y="87848"/>
                    <a:pt x="139515" y="87848"/>
                    <a:pt x="138602" y="87848"/>
                  </a:cubicBezTo>
                  <a:cubicBezTo>
                    <a:pt x="135865" y="87848"/>
                    <a:pt x="135257" y="89063"/>
                    <a:pt x="134649" y="91189"/>
                  </a:cubicBezTo>
                  <a:cubicBezTo>
                    <a:pt x="124613" y="123680"/>
                    <a:pt x="103932" y="130968"/>
                    <a:pt x="94200" y="130968"/>
                  </a:cubicBezTo>
                  <a:cubicBezTo>
                    <a:pt x="82339" y="130968"/>
                    <a:pt x="77473" y="121251"/>
                    <a:pt x="77473" y="110927"/>
                  </a:cubicBezTo>
                  <a:cubicBezTo>
                    <a:pt x="77473" y="104246"/>
                    <a:pt x="79298" y="97565"/>
                    <a:pt x="82643" y="84204"/>
                  </a:cubicBezTo>
                  <a:lnTo>
                    <a:pt x="92984" y="4260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7BAA759E-AEAF-0E7C-9F09-ED6DC47E00CC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071497" y="7944433"/>
              <a:ext cx="64504" cy="143054"/>
            </a:xfrm>
            <a:custGeom>
              <a:avLst/>
              <a:gdLst>
                <a:gd name="csX0" fmla="*/ 59201 w 64504"/>
                <a:gd name="csY0" fmla="*/ 8169 h 143054"/>
                <a:gd name="csX1" fmla="*/ 50686 w 64504"/>
                <a:gd name="csY1" fmla="*/ 92 h 143054"/>
                <a:gd name="csX2" fmla="*/ 38764 w 64504"/>
                <a:gd name="csY2" fmla="*/ 11783 h 143054"/>
                <a:gd name="csX3" fmla="*/ 47279 w 64504"/>
                <a:gd name="csY3" fmla="*/ 19860 h 143054"/>
                <a:gd name="csX4" fmla="*/ 59201 w 64504"/>
                <a:gd name="csY4" fmla="*/ 8169 h 143054"/>
                <a:gd name="csX5" fmla="*/ 15772 w 64504"/>
                <a:gd name="csY5" fmla="*/ 116151 h 143054"/>
                <a:gd name="csX6" fmla="*/ 13856 w 64504"/>
                <a:gd name="csY6" fmla="*/ 125079 h 143054"/>
                <a:gd name="csX7" fmla="*/ 34080 w 64504"/>
                <a:gd name="csY7" fmla="*/ 143146 h 143054"/>
                <a:gd name="csX8" fmla="*/ 64736 w 64504"/>
                <a:gd name="csY8" fmla="*/ 110624 h 143054"/>
                <a:gd name="csX9" fmla="*/ 61330 w 64504"/>
                <a:gd name="csY9" fmla="*/ 107861 h 143054"/>
                <a:gd name="csX10" fmla="*/ 57285 w 64504"/>
                <a:gd name="csY10" fmla="*/ 111475 h 143054"/>
                <a:gd name="csX11" fmla="*/ 34719 w 64504"/>
                <a:gd name="csY11" fmla="*/ 137195 h 143054"/>
                <a:gd name="csX12" fmla="*/ 29397 w 64504"/>
                <a:gd name="csY12" fmla="*/ 129755 h 143054"/>
                <a:gd name="csX13" fmla="*/ 32803 w 64504"/>
                <a:gd name="csY13" fmla="*/ 116151 h 143054"/>
                <a:gd name="csX14" fmla="*/ 39616 w 64504"/>
                <a:gd name="csY14" fmla="*/ 99146 h 143054"/>
                <a:gd name="csX15" fmla="*/ 50047 w 64504"/>
                <a:gd name="csY15" fmla="*/ 72150 h 143054"/>
                <a:gd name="csX16" fmla="*/ 51324 w 64504"/>
                <a:gd name="csY16" fmla="*/ 65348 h 143054"/>
                <a:gd name="csX17" fmla="*/ 31100 w 64504"/>
                <a:gd name="csY17" fmla="*/ 47281 h 143054"/>
                <a:gd name="csX18" fmla="*/ 231 w 64504"/>
                <a:gd name="csY18" fmla="*/ 79803 h 143054"/>
                <a:gd name="csX19" fmla="*/ 3851 w 64504"/>
                <a:gd name="csY19" fmla="*/ 82566 h 143054"/>
                <a:gd name="csX20" fmla="*/ 7683 w 64504"/>
                <a:gd name="csY20" fmla="*/ 79165 h 143054"/>
                <a:gd name="csX21" fmla="*/ 30461 w 64504"/>
                <a:gd name="csY21" fmla="*/ 53232 h 143054"/>
                <a:gd name="csX22" fmla="*/ 35784 w 64504"/>
                <a:gd name="csY22" fmla="*/ 60672 h 143054"/>
                <a:gd name="csX23" fmla="*/ 29184 w 64504"/>
                <a:gd name="csY23" fmla="*/ 81928 h 143054"/>
                <a:gd name="csX24" fmla="*/ 15772 w 64504"/>
                <a:gd name="csY24" fmla="*/ 116151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04" h="143054">
                  <a:moveTo>
                    <a:pt x="59201" y="8169"/>
                  </a:moveTo>
                  <a:cubicBezTo>
                    <a:pt x="59201" y="4768"/>
                    <a:pt x="56647" y="92"/>
                    <a:pt x="50686" y="92"/>
                  </a:cubicBezTo>
                  <a:cubicBezTo>
                    <a:pt x="44938" y="92"/>
                    <a:pt x="38764" y="5618"/>
                    <a:pt x="38764" y="11783"/>
                  </a:cubicBezTo>
                  <a:cubicBezTo>
                    <a:pt x="38764" y="15396"/>
                    <a:pt x="41532" y="19860"/>
                    <a:pt x="47279" y="19860"/>
                  </a:cubicBezTo>
                  <a:cubicBezTo>
                    <a:pt x="53453" y="19860"/>
                    <a:pt x="59201" y="13908"/>
                    <a:pt x="59201" y="8169"/>
                  </a:cubicBezTo>
                  <a:close/>
                  <a:moveTo>
                    <a:pt x="15772" y="116151"/>
                  </a:moveTo>
                  <a:cubicBezTo>
                    <a:pt x="14921" y="118914"/>
                    <a:pt x="13856" y="121465"/>
                    <a:pt x="13856" y="125079"/>
                  </a:cubicBezTo>
                  <a:cubicBezTo>
                    <a:pt x="13856" y="135069"/>
                    <a:pt x="22372" y="143146"/>
                    <a:pt x="34080" y="143146"/>
                  </a:cubicBezTo>
                  <a:cubicBezTo>
                    <a:pt x="55369" y="143146"/>
                    <a:pt x="64736" y="113813"/>
                    <a:pt x="64736" y="110624"/>
                  </a:cubicBezTo>
                  <a:cubicBezTo>
                    <a:pt x="64736" y="107861"/>
                    <a:pt x="61969" y="107861"/>
                    <a:pt x="61330" y="107861"/>
                  </a:cubicBezTo>
                  <a:cubicBezTo>
                    <a:pt x="58350" y="107861"/>
                    <a:pt x="58137" y="109136"/>
                    <a:pt x="57285" y="111475"/>
                  </a:cubicBezTo>
                  <a:cubicBezTo>
                    <a:pt x="52389" y="128480"/>
                    <a:pt x="43022" y="137195"/>
                    <a:pt x="34719" y="137195"/>
                  </a:cubicBezTo>
                  <a:cubicBezTo>
                    <a:pt x="30461" y="137195"/>
                    <a:pt x="29397" y="134431"/>
                    <a:pt x="29397" y="129755"/>
                  </a:cubicBezTo>
                  <a:cubicBezTo>
                    <a:pt x="29397" y="124866"/>
                    <a:pt x="30887" y="120827"/>
                    <a:pt x="32803" y="116151"/>
                  </a:cubicBezTo>
                  <a:cubicBezTo>
                    <a:pt x="34932" y="110412"/>
                    <a:pt x="37274" y="104673"/>
                    <a:pt x="39616" y="99146"/>
                  </a:cubicBezTo>
                  <a:cubicBezTo>
                    <a:pt x="41532" y="94044"/>
                    <a:pt x="49195" y="74701"/>
                    <a:pt x="50047" y="72150"/>
                  </a:cubicBezTo>
                  <a:cubicBezTo>
                    <a:pt x="50686" y="70025"/>
                    <a:pt x="51324" y="67474"/>
                    <a:pt x="51324" y="65348"/>
                  </a:cubicBezTo>
                  <a:cubicBezTo>
                    <a:pt x="51324" y="55358"/>
                    <a:pt x="42809" y="47281"/>
                    <a:pt x="31100" y="47281"/>
                  </a:cubicBezTo>
                  <a:cubicBezTo>
                    <a:pt x="10024" y="47281"/>
                    <a:pt x="231" y="76189"/>
                    <a:pt x="231" y="79803"/>
                  </a:cubicBezTo>
                  <a:cubicBezTo>
                    <a:pt x="231" y="82566"/>
                    <a:pt x="3212" y="82566"/>
                    <a:pt x="3851" y="82566"/>
                  </a:cubicBezTo>
                  <a:cubicBezTo>
                    <a:pt x="6831" y="82566"/>
                    <a:pt x="7044" y="81503"/>
                    <a:pt x="7683" y="79165"/>
                  </a:cubicBezTo>
                  <a:cubicBezTo>
                    <a:pt x="13218" y="60885"/>
                    <a:pt x="22585" y="53232"/>
                    <a:pt x="30461" y="53232"/>
                  </a:cubicBezTo>
                  <a:cubicBezTo>
                    <a:pt x="33868" y="53232"/>
                    <a:pt x="35784" y="54933"/>
                    <a:pt x="35784" y="60672"/>
                  </a:cubicBezTo>
                  <a:cubicBezTo>
                    <a:pt x="35784" y="65561"/>
                    <a:pt x="34506" y="68749"/>
                    <a:pt x="29184" y="81928"/>
                  </a:cubicBezTo>
                  <a:lnTo>
                    <a:pt x="15772" y="116151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CAE4D1C4-D64D-DBFF-367E-FD60AA7AA06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9283411" y="7812067"/>
              <a:ext cx="12164" cy="303661"/>
            </a:xfrm>
            <a:custGeom>
              <a:avLst/>
              <a:gdLst>
                <a:gd name="csX0" fmla="*/ 12403 w 12164"/>
                <a:gd name="csY0" fmla="*/ 11022 h 303661"/>
                <a:gd name="csX1" fmla="*/ 6320 w 12164"/>
                <a:gd name="csY1" fmla="*/ 90 h 303661"/>
                <a:gd name="csX2" fmla="*/ 238 w 12164"/>
                <a:gd name="csY2" fmla="*/ 11022 h 303661"/>
                <a:gd name="csX3" fmla="*/ 238 w 12164"/>
                <a:gd name="csY3" fmla="*/ 292820 h 303661"/>
                <a:gd name="csX4" fmla="*/ 6320 w 12164"/>
                <a:gd name="csY4" fmla="*/ 303751 h 303661"/>
                <a:gd name="csX5" fmla="*/ 12403 w 12164"/>
                <a:gd name="csY5" fmla="*/ 292820 h 303661"/>
                <a:gd name="csX6" fmla="*/ 12403 w 12164"/>
                <a:gd name="csY6" fmla="*/ 11022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64" h="303661">
                  <a:moveTo>
                    <a:pt x="12403" y="11022"/>
                  </a:moveTo>
                  <a:cubicBezTo>
                    <a:pt x="12403" y="5556"/>
                    <a:pt x="12403" y="90"/>
                    <a:pt x="6320" y="90"/>
                  </a:cubicBezTo>
                  <a:cubicBezTo>
                    <a:pt x="238" y="90"/>
                    <a:pt x="238" y="5556"/>
                    <a:pt x="238" y="11022"/>
                  </a:cubicBezTo>
                  <a:lnTo>
                    <a:pt x="238" y="292820"/>
                  </a:lnTo>
                  <a:cubicBezTo>
                    <a:pt x="238" y="298286"/>
                    <a:pt x="238" y="303751"/>
                    <a:pt x="6320" y="303751"/>
                  </a:cubicBezTo>
                  <a:cubicBezTo>
                    <a:pt x="12403" y="303751"/>
                    <a:pt x="12403" y="298286"/>
                    <a:pt x="12403" y="292820"/>
                  </a:cubicBezTo>
                  <a:lnTo>
                    <a:pt x="12403" y="11022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AD9A868-5356-BAB1-23F9-9FD646EB6D32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449630" y="7812067"/>
              <a:ext cx="67819" cy="303661"/>
            </a:xfrm>
            <a:custGeom>
              <a:avLst/>
              <a:gdLst>
                <a:gd name="csX0" fmla="*/ 66542 w 67819"/>
                <a:gd name="csY0" fmla="*/ 11629 h 303661"/>
                <a:gd name="csX1" fmla="*/ 68063 w 67819"/>
                <a:gd name="csY1" fmla="*/ 6163 h 303661"/>
                <a:gd name="csX2" fmla="*/ 61980 w 67819"/>
                <a:gd name="csY2" fmla="*/ 90 h 303661"/>
                <a:gd name="csX3" fmla="*/ 54985 w 67819"/>
                <a:gd name="csY3" fmla="*/ 7074 h 303661"/>
                <a:gd name="csX4" fmla="*/ 1764 w 67819"/>
                <a:gd name="csY4" fmla="*/ 146455 h 303661"/>
                <a:gd name="csX5" fmla="*/ 243 w 67819"/>
                <a:gd name="csY5" fmla="*/ 151921 h 303661"/>
                <a:gd name="csX6" fmla="*/ 1764 w 67819"/>
                <a:gd name="csY6" fmla="*/ 157083 h 303661"/>
                <a:gd name="csX7" fmla="*/ 54985 w 67819"/>
                <a:gd name="csY7" fmla="*/ 296464 h 303661"/>
                <a:gd name="csX8" fmla="*/ 61980 w 67819"/>
                <a:gd name="csY8" fmla="*/ 303751 h 303661"/>
                <a:gd name="csX9" fmla="*/ 68063 w 67819"/>
                <a:gd name="csY9" fmla="*/ 297678 h 303661"/>
                <a:gd name="csX10" fmla="*/ 66542 w 67819"/>
                <a:gd name="csY10" fmla="*/ 292820 h 303661"/>
                <a:gd name="csX11" fmla="*/ 12712 w 67819"/>
                <a:gd name="csY11" fmla="*/ 151921 h 303661"/>
                <a:gd name="csX12" fmla="*/ 66542 w 67819"/>
                <a:gd name="csY12" fmla="*/ 11629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819" h="303661">
                  <a:moveTo>
                    <a:pt x="66542" y="11629"/>
                  </a:moveTo>
                  <a:cubicBezTo>
                    <a:pt x="68063" y="8289"/>
                    <a:pt x="68063" y="7682"/>
                    <a:pt x="68063" y="6163"/>
                  </a:cubicBezTo>
                  <a:cubicBezTo>
                    <a:pt x="68063" y="2823"/>
                    <a:pt x="65326" y="90"/>
                    <a:pt x="61980" y="90"/>
                  </a:cubicBezTo>
                  <a:cubicBezTo>
                    <a:pt x="59243" y="90"/>
                    <a:pt x="57114" y="1608"/>
                    <a:pt x="54985" y="7074"/>
                  </a:cubicBezTo>
                  <a:lnTo>
                    <a:pt x="1764" y="146455"/>
                  </a:lnTo>
                  <a:cubicBezTo>
                    <a:pt x="1155" y="148277"/>
                    <a:pt x="243" y="150099"/>
                    <a:pt x="243" y="151921"/>
                  </a:cubicBezTo>
                  <a:cubicBezTo>
                    <a:pt x="243" y="152832"/>
                    <a:pt x="243" y="153439"/>
                    <a:pt x="1764" y="157083"/>
                  </a:cubicBezTo>
                  <a:lnTo>
                    <a:pt x="54985" y="296464"/>
                  </a:lnTo>
                  <a:cubicBezTo>
                    <a:pt x="56202" y="299804"/>
                    <a:pt x="57723" y="303751"/>
                    <a:pt x="61980" y="303751"/>
                  </a:cubicBezTo>
                  <a:cubicBezTo>
                    <a:pt x="65326" y="303751"/>
                    <a:pt x="68063" y="301019"/>
                    <a:pt x="68063" y="297678"/>
                  </a:cubicBezTo>
                  <a:cubicBezTo>
                    <a:pt x="68063" y="296767"/>
                    <a:pt x="68063" y="296160"/>
                    <a:pt x="66542" y="292820"/>
                  </a:cubicBezTo>
                  <a:lnTo>
                    <a:pt x="12712" y="151921"/>
                  </a:lnTo>
                  <a:lnTo>
                    <a:pt x="66542" y="11629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33A09356-809F-4470-4874-C383BE1200C7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556344" y="7906202"/>
              <a:ext cx="117696" cy="135432"/>
            </a:xfrm>
            <a:custGeom>
              <a:avLst/>
              <a:gdLst>
                <a:gd name="csX0" fmla="*/ 68979 w 117696"/>
                <a:gd name="csY0" fmla="*/ 56268 h 135432"/>
                <a:gd name="csX1" fmla="*/ 48299 w 117696"/>
                <a:gd name="csY1" fmla="*/ 52624 h 135432"/>
                <a:gd name="csX2" fmla="*/ 18799 w 117696"/>
                <a:gd name="csY2" fmla="*/ 35922 h 135432"/>
                <a:gd name="csX3" fmla="*/ 57422 w 117696"/>
                <a:gd name="csY3" fmla="*/ 18614 h 135432"/>
                <a:gd name="csX4" fmla="*/ 87835 w 117696"/>
                <a:gd name="csY4" fmla="*/ 35619 h 135432"/>
                <a:gd name="csX5" fmla="*/ 98175 w 117696"/>
                <a:gd name="csY5" fmla="*/ 45943 h 135432"/>
                <a:gd name="csX6" fmla="*/ 108819 w 117696"/>
                <a:gd name="csY6" fmla="*/ 33493 h 135432"/>
                <a:gd name="csX7" fmla="*/ 108819 w 117696"/>
                <a:gd name="csY7" fmla="*/ 12540 h 135432"/>
                <a:gd name="csX8" fmla="*/ 99696 w 117696"/>
                <a:gd name="csY8" fmla="*/ 90 h 135432"/>
                <a:gd name="csX9" fmla="*/ 90572 w 117696"/>
                <a:gd name="csY9" fmla="*/ 6467 h 135432"/>
                <a:gd name="csX10" fmla="*/ 58031 w 117696"/>
                <a:gd name="csY10" fmla="*/ 90 h 135432"/>
                <a:gd name="csX11" fmla="*/ 247 w 117696"/>
                <a:gd name="csY11" fmla="*/ 35922 h 135432"/>
                <a:gd name="csX12" fmla="*/ 60159 w 117696"/>
                <a:gd name="csY12" fmla="*/ 73273 h 135432"/>
                <a:gd name="csX13" fmla="*/ 99391 w 117696"/>
                <a:gd name="csY13" fmla="*/ 95743 h 135432"/>
                <a:gd name="csX14" fmla="*/ 60464 w 117696"/>
                <a:gd name="csY14" fmla="*/ 117000 h 135432"/>
                <a:gd name="csX15" fmla="*/ 21536 w 117696"/>
                <a:gd name="csY15" fmla="*/ 89974 h 135432"/>
                <a:gd name="csX16" fmla="*/ 10891 w 117696"/>
                <a:gd name="csY16" fmla="*/ 81168 h 135432"/>
                <a:gd name="csX17" fmla="*/ 247 w 117696"/>
                <a:gd name="csY17" fmla="*/ 93618 h 135432"/>
                <a:gd name="csX18" fmla="*/ 247 w 117696"/>
                <a:gd name="csY18" fmla="*/ 123073 h 135432"/>
                <a:gd name="csX19" fmla="*/ 9371 w 117696"/>
                <a:gd name="csY19" fmla="*/ 135523 h 135432"/>
                <a:gd name="csX20" fmla="*/ 20623 w 117696"/>
                <a:gd name="csY20" fmla="*/ 123984 h 135432"/>
                <a:gd name="csX21" fmla="*/ 60159 w 117696"/>
                <a:gd name="csY21" fmla="*/ 135523 h 135432"/>
                <a:gd name="csX22" fmla="*/ 117943 w 117696"/>
                <a:gd name="csY22" fmla="*/ 95743 h 135432"/>
                <a:gd name="csX23" fmla="*/ 68979 w 117696"/>
                <a:gd name="csY23" fmla="*/ 56268 h 135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696" h="135432">
                  <a:moveTo>
                    <a:pt x="68979" y="56268"/>
                  </a:moveTo>
                  <a:cubicBezTo>
                    <a:pt x="61984" y="55053"/>
                    <a:pt x="55902" y="54142"/>
                    <a:pt x="48299" y="52624"/>
                  </a:cubicBezTo>
                  <a:cubicBezTo>
                    <a:pt x="39479" y="51409"/>
                    <a:pt x="18799" y="47765"/>
                    <a:pt x="18799" y="35922"/>
                  </a:cubicBezTo>
                  <a:cubicBezTo>
                    <a:pt x="18799" y="28027"/>
                    <a:pt x="28531" y="18614"/>
                    <a:pt x="57422" y="18614"/>
                  </a:cubicBezTo>
                  <a:cubicBezTo>
                    <a:pt x="82665" y="18614"/>
                    <a:pt x="86922" y="27723"/>
                    <a:pt x="87835" y="35619"/>
                  </a:cubicBezTo>
                  <a:cubicBezTo>
                    <a:pt x="88139" y="40781"/>
                    <a:pt x="88747" y="45943"/>
                    <a:pt x="98175" y="45943"/>
                  </a:cubicBezTo>
                  <a:cubicBezTo>
                    <a:pt x="108819" y="45943"/>
                    <a:pt x="108819" y="39566"/>
                    <a:pt x="108819" y="33493"/>
                  </a:cubicBezTo>
                  <a:lnTo>
                    <a:pt x="108819" y="12540"/>
                  </a:lnTo>
                  <a:cubicBezTo>
                    <a:pt x="108819" y="7682"/>
                    <a:pt x="108819" y="90"/>
                    <a:pt x="99696" y="90"/>
                  </a:cubicBezTo>
                  <a:cubicBezTo>
                    <a:pt x="92397" y="90"/>
                    <a:pt x="91180" y="4341"/>
                    <a:pt x="90572" y="6467"/>
                  </a:cubicBezTo>
                  <a:cubicBezTo>
                    <a:pt x="77190" y="90"/>
                    <a:pt x="63809" y="90"/>
                    <a:pt x="58031" y="90"/>
                  </a:cubicBezTo>
                  <a:cubicBezTo>
                    <a:pt x="7242" y="90"/>
                    <a:pt x="247" y="24990"/>
                    <a:pt x="247" y="35922"/>
                  </a:cubicBezTo>
                  <a:cubicBezTo>
                    <a:pt x="247" y="63859"/>
                    <a:pt x="32180" y="69021"/>
                    <a:pt x="60159" y="73273"/>
                  </a:cubicBezTo>
                  <a:cubicBezTo>
                    <a:pt x="75062" y="75702"/>
                    <a:pt x="99391" y="79649"/>
                    <a:pt x="99391" y="95743"/>
                  </a:cubicBezTo>
                  <a:cubicBezTo>
                    <a:pt x="99391" y="106979"/>
                    <a:pt x="88139" y="117000"/>
                    <a:pt x="60464" y="117000"/>
                  </a:cubicBezTo>
                  <a:cubicBezTo>
                    <a:pt x="46170" y="117000"/>
                    <a:pt x="29139" y="113660"/>
                    <a:pt x="21536" y="89974"/>
                  </a:cubicBezTo>
                  <a:cubicBezTo>
                    <a:pt x="20015" y="84508"/>
                    <a:pt x="18799" y="81168"/>
                    <a:pt x="10891" y="81168"/>
                  </a:cubicBezTo>
                  <a:cubicBezTo>
                    <a:pt x="247" y="81168"/>
                    <a:pt x="247" y="87545"/>
                    <a:pt x="247" y="93618"/>
                  </a:cubicBezTo>
                  <a:lnTo>
                    <a:pt x="247" y="123073"/>
                  </a:lnTo>
                  <a:cubicBezTo>
                    <a:pt x="247" y="127932"/>
                    <a:pt x="247" y="135523"/>
                    <a:pt x="9371" y="135523"/>
                  </a:cubicBezTo>
                  <a:cubicBezTo>
                    <a:pt x="12108" y="135523"/>
                    <a:pt x="16974" y="135219"/>
                    <a:pt x="20623" y="123984"/>
                  </a:cubicBezTo>
                  <a:cubicBezTo>
                    <a:pt x="35525" y="134916"/>
                    <a:pt x="51644" y="135523"/>
                    <a:pt x="60159" y="135523"/>
                  </a:cubicBezTo>
                  <a:cubicBezTo>
                    <a:pt x="108211" y="135523"/>
                    <a:pt x="117943" y="110319"/>
                    <a:pt x="117943" y="95743"/>
                  </a:cubicBezTo>
                  <a:cubicBezTo>
                    <a:pt x="117943" y="64163"/>
                    <a:pt x="78711" y="57786"/>
                    <a:pt x="68979" y="56268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9F3FF48-AB64-8013-F147-FC1D5870BA6D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710837" y="7812067"/>
              <a:ext cx="67819" cy="303661"/>
            </a:xfrm>
            <a:custGeom>
              <a:avLst/>
              <a:gdLst>
                <a:gd name="csX0" fmla="*/ 66551 w 67819"/>
                <a:gd name="csY0" fmla="*/ 157083 h 303661"/>
                <a:gd name="csX1" fmla="*/ 68072 w 67819"/>
                <a:gd name="csY1" fmla="*/ 151921 h 303661"/>
                <a:gd name="csX2" fmla="*/ 66551 w 67819"/>
                <a:gd name="csY2" fmla="*/ 146759 h 303661"/>
                <a:gd name="csX3" fmla="*/ 13330 w 67819"/>
                <a:gd name="csY3" fmla="*/ 7074 h 303661"/>
                <a:gd name="csX4" fmla="*/ 6335 w 67819"/>
                <a:gd name="csY4" fmla="*/ 90 h 303661"/>
                <a:gd name="csX5" fmla="*/ 252 w 67819"/>
                <a:gd name="csY5" fmla="*/ 6163 h 303661"/>
                <a:gd name="csX6" fmla="*/ 1773 w 67819"/>
                <a:gd name="csY6" fmla="*/ 11022 h 303661"/>
                <a:gd name="csX7" fmla="*/ 55603 w 67819"/>
                <a:gd name="csY7" fmla="*/ 151921 h 303661"/>
                <a:gd name="csX8" fmla="*/ 1773 w 67819"/>
                <a:gd name="csY8" fmla="*/ 292212 h 303661"/>
                <a:gd name="csX9" fmla="*/ 252 w 67819"/>
                <a:gd name="csY9" fmla="*/ 297678 h 303661"/>
                <a:gd name="csX10" fmla="*/ 6335 w 67819"/>
                <a:gd name="csY10" fmla="*/ 303751 h 303661"/>
                <a:gd name="csX11" fmla="*/ 12721 w 67819"/>
                <a:gd name="csY11" fmla="*/ 297678 h 303661"/>
                <a:gd name="csX12" fmla="*/ 66551 w 67819"/>
                <a:gd name="csY12" fmla="*/ 157083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819" h="303661">
                  <a:moveTo>
                    <a:pt x="66551" y="157083"/>
                  </a:moveTo>
                  <a:cubicBezTo>
                    <a:pt x="68072" y="153439"/>
                    <a:pt x="68072" y="152832"/>
                    <a:pt x="68072" y="151921"/>
                  </a:cubicBezTo>
                  <a:cubicBezTo>
                    <a:pt x="68072" y="151010"/>
                    <a:pt x="68072" y="150403"/>
                    <a:pt x="66551" y="146759"/>
                  </a:cubicBezTo>
                  <a:lnTo>
                    <a:pt x="13330" y="7074"/>
                  </a:lnTo>
                  <a:cubicBezTo>
                    <a:pt x="11505" y="1912"/>
                    <a:pt x="9680" y="90"/>
                    <a:pt x="6335" y="90"/>
                  </a:cubicBezTo>
                  <a:cubicBezTo>
                    <a:pt x="2989" y="90"/>
                    <a:pt x="252" y="2823"/>
                    <a:pt x="252" y="6163"/>
                  </a:cubicBezTo>
                  <a:cubicBezTo>
                    <a:pt x="252" y="7074"/>
                    <a:pt x="252" y="7682"/>
                    <a:pt x="1773" y="11022"/>
                  </a:cubicBezTo>
                  <a:lnTo>
                    <a:pt x="55603" y="151921"/>
                  </a:lnTo>
                  <a:lnTo>
                    <a:pt x="1773" y="292212"/>
                  </a:lnTo>
                  <a:cubicBezTo>
                    <a:pt x="252" y="295553"/>
                    <a:pt x="252" y="296160"/>
                    <a:pt x="252" y="297678"/>
                  </a:cubicBezTo>
                  <a:cubicBezTo>
                    <a:pt x="252" y="301019"/>
                    <a:pt x="2989" y="303751"/>
                    <a:pt x="6335" y="303751"/>
                  </a:cubicBezTo>
                  <a:cubicBezTo>
                    <a:pt x="10288" y="303751"/>
                    <a:pt x="11505" y="300715"/>
                    <a:pt x="12721" y="297678"/>
                  </a:cubicBezTo>
                  <a:lnTo>
                    <a:pt x="66551" y="15708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2E6E5D7-48B2-6834-0E65-E4C0CAF9480B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838536" y="8007625"/>
              <a:ext cx="35582" cy="90794"/>
            </a:xfrm>
            <a:custGeom>
              <a:avLst/>
              <a:gdLst>
                <a:gd name="csX0" fmla="*/ 35839 w 35582"/>
                <a:gd name="csY0" fmla="*/ 31975 h 90794"/>
                <a:gd name="csX1" fmla="*/ 16375 w 35582"/>
                <a:gd name="csY1" fmla="*/ 90 h 90794"/>
                <a:gd name="csX2" fmla="*/ 256 w 35582"/>
                <a:gd name="csY2" fmla="*/ 16184 h 90794"/>
                <a:gd name="csX3" fmla="*/ 16375 w 35582"/>
                <a:gd name="csY3" fmla="*/ 32278 h 90794"/>
                <a:gd name="csX4" fmla="*/ 27019 w 35582"/>
                <a:gd name="csY4" fmla="*/ 28331 h 90794"/>
                <a:gd name="csX5" fmla="*/ 28540 w 35582"/>
                <a:gd name="csY5" fmla="*/ 27420 h 90794"/>
                <a:gd name="csX6" fmla="*/ 29148 w 35582"/>
                <a:gd name="csY6" fmla="*/ 31975 h 90794"/>
                <a:gd name="csX7" fmla="*/ 8467 w 35582"/>
                <a:gd name="csY7" fmla="*/ 82686 h 90794"/>
                <a:gd name="csX8" fmla="*/ 5122 w 35582"/>
                <a:gd name="csY8" fmla="*/ 87545 h 90794"/>
                <a:gd name="csX9" fmla="*/ 8163 w 35582"/>
                <a:gd name="csY9" fmla="*/ 90885 h 90794"/>
                <a:gd name="csX10" fmla="*/ 35839 w 35582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82" h="90794">
                  <a:moveTo>
                    <a:pt x="35839" y="31975"/>
                  </a:moveTo>
                  <a:cubicBezTo>
                    <a:pt x="35839" y="11933"/>
                    <a:pt x="28235" y="90"/>
                    <a:pt x="16375" y="90"/>
                  </a:cubicBezTo>
                  <a:cubicBezTo>
                    <a:pt x="6339" y="90"/>
                    <a:pt x="256" y="7682"/>
                    <a:pt x="256" y="16184"/>
                  </a:cubicBezTo>
                  <a:cubicBezTo>
                    <a:pt x="256" y="24383"/>
                    <a:pt x="6339" y="32278"/>
                    <a:pt x="16375" y="32278"/>
                  </a:cubicBezTo>
                  <a:cubicBezTo>
                    <a:pt x="20024" y="32278"/>
                    <a:pt x="23978" y="31064"/>
                    <a:pt x="27019" y="28331"/>
                  </a:cubicBezTo>
                  <a:cubicBezTo>
                    <a:pt x="27931" y="27723"/>
                    <a:pt x="28235" y="27420"/>
                    <a:pt x="28540" y="27420"/>
                  </a:cubicBezTo>
                  <a:cubicBezTo>
                    <a:pt x="28844" y="27420"/>
                    <a:pt x="29148" y="27723"/>
                    <a:pt x="29148" y="31975"/>
                  </a:cubicBezTo>
                  <a:cubicBezTo>
                    <a:pt x="29148" y="54446"/>
                    <a:pt x="18503" y="72665"/>
                    <a:pt x="8467" y="82686"/>
                  </a:cubicBezTo>
                  <a:cubicBezTo>
                    <a:pt x="5122" y="86026"/>
                    <a:pt x="5122" y="86634"/>
                    <a:pt x="5122" y="87545"/>
                  </a:cubicBezTo>
                  <a:cubicBezTo>
                    <a:pt x="5122" y="89670"/>
                    <a:pt x="6643" y="90885"/>
                    <a:pt x="8163" y="90885"/>
                  </a:cubicBezTo>
                  <a:cubicBezTo>
                    <a:pt x="11509" y="90885"/>
                    <a:pt x="35839" y="67503"/>
                    <a:pt x="35839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A8DC6CF-07E0-0FF9-6D14-8777D3A97D7C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956366" y="7905595"/>
              <a:ext cx="151453" cy="137558"/>
            </a:xfrm>
            <a:custGeom>
              <a:avLst/>
              <a:gdLst>
                <a:gd name="csX0" fmla="*/ 93018 w 151453"/>
                <a:gd name="csY0" fmla="*/ 42603 h 137558"/>
                <a:gd name="csX1" fmla="*/ 123127 w 151453"/>
                <a:gd name="csY1" fmla="*/ 6771 h 137558"/>
                <a:gd name="csX2" fmla="*/ 138333 w 151453"/>
                <a:gd name="csY2" fmla="*/ 10718 h 137558"/>
                <a:gd name="csX3" fmla="*/ 123735 w 151453"/>
                <a:gd name="csY3" fmla="*/ 27116 h 137558"/>
                <a:gd name="csX4" fmla="*/ 135292 w 151453"/>
                <a:gd name="csY4" fmla="*/ 37744 h 137558"/>
                <a:gd name="csX5" fmla="*/ 151714 w 151453"/>
                <a:gd name="csY5" fmla="*/ 20132 h 137558"/>
                <a:gd name="csX6" fmla="*/ 123431 w 151453"/>
                <a:gd name="csY6" fmla="*/ 90 h 137558"/>
                <a:gd name="csX7" fmla="*/ 91498 w 151453"/>
                <a:gd name="csY7" fmla="*/ 23168 h 137558"/>
                <a:gd name="csX8" fmla="*/ 58652 w 151453"/>
                <a:gd name="csY8" fmla="*/ 90 h 137558"/>
                <a:gd name="csX9" fmla="*/ 9688 w 151453"/>
                <a:gd name="csY9" fmla="*/ 46854 h 137558"/>
                <a:gd name="csX10" fmla="*/ 13338 w 151453"/>
                <a:gd name="csY10" fmla="*/ 49891 h 137558"/>
                <a:gd name="csX11" fmla="*/ 17291 w 151453"/>
                <a:gd name="csY11" fmla="*/ 46550 h 137558"/>
                <a:gd name="csX12" fmla="*/ 58044 w 151453"/>
                <a:gd name="csY12" fmla="*/ 6771 h 137558"/>
                <a:gd name="csX13" fmla="*/ 74467 w 151453"/>
                <a:gd name="csY13" fmla="*/ 27116 h 137558"/>
                <a:gd name="csX14" fmla="*/ 58044 w 151453"/>
                <a:gd name="csY14" fmla="*/ 99387 h 137558"/>
                <a:gd name="csX15" fmla="*/ 29152 w 151453"/>
                <a:gd name="csY15" fmla="*/ 130968 h 137558"/>
                <a:gd name="csX16" fmla="*/ 13946 w 151453"/>
                <a:gd name="csY16" fmla="*/ 127021 h 137558"/>
                <a:gd name="csX17" fmla="*/ 28240 w 151453"/>
                <a:gd name="csY17" fmla="*/ 110623 h 137558"/>
                <a:gd name="csX18" fmla="*/ 16987 w 151453"/>
                <a:gd name="csY18" fmla="*/ 99995 h 137558"/>
                <a:gd name="csX19" fmla="*/ 260 w 151453"/>
                <a:gd name="csY19" fmla="*/ 117607 h 137558"/>
                <a:gd name="csX20" fmla="*/ 28848 w 151453"/>
                <a:gd name="csY20" fmla="*/ 137649 h 137558"/>
                <a:gd name="csX21" fmla="*/ 60781 w 151453"/>
                <a:gd name="csY21" fmla="*/ 114570 h 137558"/>
                <a:gd name="csX22" fmla="*/ 93627 w 151453"/>
                <a:gd name="csY22" fmla="*/ 137649 h 137558"/>
                <a:gd name="csX23" fmla="*/ 142286 w 151453"/>
                <a:gd name="csY23" fmla="*/ 90885 h 137558"/>
                <a:gd name="csX24" fmla="*/ 138637 w 151453"/>
                <a:gd name="csY24" fmla="*/ 87848 h 137558"/>
                <a:gd name="csX25" fmla="*/ 134683 w 151453"/>
                <a:gd name="csY25" fmla="*/ 91189 h 137558"/>
                <a:gd name="csX26" fmla="*/ 94235 w 151453"/>
                <a:gd name="csY26" fmla="*/ 130968 h 137558"/>
                <a:gd name="csX27" fmla="*/ 77508 w 151453"/>
                <a:gd name="csY27" fmla="*/ 110927 h 137558"/>
                <a:gd name="csX28" fmla="*/ 82678 w 151453"/>
                <a:gd name="csY28" fmla="*/ 84204 h 137558"/>
                <a:gd name="csX29" fmla="*/ 93018 w 151453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53" h="137558">
                  <a:moveTo>
                    <a:pt x="93018" y="42603"/>
                  </a:moveTo>
                  <a:cubicBezTo>
                    <a:pt x="94843" y="34708"/>
                    <a:pt x="101838" y="6771"/>
                    <a:pt x="123127" y="6771"/>
                  </a:cubicBezTo>
                  <a:cubicBezTo>
                    <a:pt x="124647" y="6771"/>
                    <a:pt x="131946" y="6771"/>
                    <a:pt x="138333" y="10718"/>
                  </a:cubicBezTo>
                  <a:cubicBezTo>
                    <a:pt x="129817" y="12237"/>
                    <a:pt x="123735" y="19828"/>
                    <a:pt x="123735" y="27116"/>
                  </a:cubicBezTo>
                  <a:cubicBezTo>
                    <a:pt x="123735" y="31975"/>
                    <a:pt x="127080" y="37744"/>
                    <a:pt x="135292" y="37744"/>
                  </a:cubicBezTo>
                  <a:cubicBezTo>
                    <a:pt x="141982" y="37744"/>
                    <a:pt x="151714" y="32278"/>
                    <a:pt x="151714" y="20132"/>
                  </a:cubicBezTo>
                  <a:cubicBezTo>
                    <a:pt x="151714" y="4341"/>
                    <a:pt x="133771" y="90"/>
                    <a:pt x="123431" y="90"/>
                  </a:cubicBezTo>
                  <a:cubicBezTo>
                    <a:pt x="105792" y="90"/>
                    <a:pt x="95147" y="16184"/>
                    <a:pt x="91498" y="23168"/>
                  </a:cubicBezTo>
                  <a:cubicBezTo>
                    <a:pt x="83895" y="3127"/>
                    <a:pt x="67472" y="90"/>
                    <a:pt x="58652" y="90"/>
                  </a:cubicBezTo>
                  <a:cubicBezTo>
                    <a:pt x="27023" y="90"/>
                    <a:pt x="9688" y="39263"/>
                    <a:pt x="9688" y="46854"/>
                  </a:cubicBezTo>
                  <a:cubicBezTo>
                    <a:pt x="9688" y="49891"/>
                    <a:pt x="12730" y="49891"/>
                    <a:pt x="13338" y="49891"/>
                  </a:cubicBezTo>
                  <a:cubicBezTo>
                    <a:pt x="15771" y="49891"/>
                    <a:pt x="16683" y="49283"/>
                    <a:pt x="17291" y="46550"/>
                  </a:cubicBezTo>
                  <a:cubicBezTo>
                    <a:pt x="27632" y="14362"/>
                    <a:pt x="47704" y="6771"/>
                    <a:pt x="58044" y="6771"/>
                  </a:cubicBezTo>
                  <a:cubicBezTo>
                    <a:pt x="63822" y="6771"/>
                    <a:pt x="74467" y="9504"/>
                    <a:pt x="74467" y="27116"/>
                  </a:cubicBezTo>
                  <a:cubicBezTo>
                    <a:pt x="74467" y="36530"/>
                    <a:pt x="69297" y="56875"/>
                    <a:pt x="58044" y="99387"/>
                  </a:cubicBezTo>
                  <a:cubicBezTo>
                    <a:pt x="53178" y="118214"/>
                    <a:pt x="42534" y="130968"/>
                    <a:pt x="29152" y="130968"/>
                  </a:cubicBezTo>
                  <a:cubicBezTo>
                    <a:pt x="27328" y="130968"/>
                    <a:pt x="20333" y="130968"/>
                    <a:pt x="13946" y="127021"/>
                  </a:cubicBezTo>
                  <a:cubicBezTo>
                    <a:pt x="21549" y="125502"/>
                    <a:pt x="28240" y="119125"/>
                    <a:pt x="28240" y="110623"/>
                  </a:cubicBezTo>
                  <a:cubicBezTo>
                    <a:pt x="28240" y="102424"/>
                    <a:pt x="21549" y="99995"/>
                    <a:pt x="16987" y="99995"/>
                  </a:cubicBezTo>
                  <a:cubicBezTo>
                    <a:pt x="7864" y="99995"/>
                    <a:pt x="260" y="107890"/>
                    <a:pt x="260" y="117607"/>
                  </a:cubicBezTo>
                  <a:cubicBezTo>
                    <a:pt x="260" y="131576"/>
                    <a:pt x="15467" y="137649"/>
                    <a:pt x="28848" y="137649"/>
                  </a:cubicBezTo>
                  <a:cubicBezTo>
                    <a:pt x="48920" y="137649"/>
                    <a:pt x="59869" y="116392"/>
                    <a:pt x="60781" y="114570"/>
                  </a:cubicBezTo>
                  <a:cubicBezTo>
                    <a:pt x="64431" y="125806"/>
                    <a:pt x="75379" y="137649"/>
                    <a:pt x="93627" y="137649"/>
                  </a:cubicBezTo>
                  <a:cubicBezTo>
                    <a:pt x="124951" y="137649"/>
                    <a:pt x="142286" y="98476"/>
                    <a:pt x="142286" y="90885"/>
                  </a:cubicBezTo>
                  <a:cubicBezTo>
                    <a:pt x="142286" y="87848"/>
                    <a:pt x="139549" y="87848"/>
                    <a:pt x="138637" y="87848"/>
                  </a:cubicBezTo>
                  <a:cubicBezTo>
                    <a:pt x="135900" y="87848"/>
                    <a:pt x="135292" y="89063"/>
                    <a:pt x="134683" y="91189"/>
                  </a:cubicBezTo>
                  <a:cubicBezTo>
                    <a:pt x="124647" y="123680"/>
                    <a:pt x="103967" y="130968"/>
                    <a:pt x="94235" y="130968"/>
                  </a:cubicBezTo>
                  <a:cubicBezTo>
                    <a:pt x="82374" y="130968"/>
                    <a:pt x="77508" y="121251"/>
                    <a:pt x="77508" y="110927"/>
                  </a:cubicBezTo>
                  <a:cubicBezTo>
                    <a:pt x="77508" y="104246"/>
                    <a:pt x="79333" y="97565"/>
                    <a:pt x="82678" y="84204"/>
                  </a:cubicBezTo>
                  <a:lnTo>
                    <a:pt x="93018" y="4260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3D21762C-2867-BDCD-F9EE-41736D24A9E8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0144567" y="7944220"/>
              <a:ext cx="77490" cy="141141"/>
            </a:xfrm>
            <a:custGeom>
              <a:avLst/>
              <a:gdLst>
                <a:gd name="csX0" fmla="*/ 48379 w 77490"/>
                <a:gd name="csY0" fmla="*/ 6043 h 141141"/>
                <a:gd name="csX1" fmla="*/ 41992 w 77490"/>
                <a:gd name="csY1" fmla="*/ 92 h 141141"/>
                <a:gd name="csX2" fmla="*/ 266 w 77490"/>
                <a:gd name="csY2" fmla="*/ 13696 h 141141"/>
                <a:gd name="csX3" fmla="*/ 266 w 77490"/>
                <a:gd name="csY3" fmla="*/ 21348 h 141141"/>
                <a:gd name="csX4" fmla="*/ 31135 w 77490"/>
                <a:gd name="csY4" fmla="*/ 15396 h 141141"/>
                <a:gd name="csX5" fmla="*/ 31135 w 77490"/>
                <a:gd name="csY5" fmla="*/ 123803 h 141141"/>
                <a:gd name="csX6" fmla="*/ 9846 w 77490"/>
                <a:gd name="csY6" fmla="*/ 133581 h 141141"/>
                <a:gd name="csX7" fmla="*/ 1756 w 77490"/>
                <a:gd name="csY7" fmla="*/ 133581 h 141141"/>
                <a:gd name="csX8" fmla="*/ 1756 w 77490"/>
                <a:gd name="csY8" fmla="*/ 141233 h 141141"/>
                <a:gd name="csX9" fmla="*/ 39650 w 77490"/>
                <a:gd name="csY9" fmla="*/ 140383 h 141141"/>
                <a:gd name="csX10" fmla="*/ 77757 w 77490"/>
                <a:gd name="csY10" fmla="*/ 141233 h 141141"/>
                <a:gd name="csX11" fmla="*/ 77757 w 77490"/>
                <a:gd name="csY11" fmla="*/ 133581 h 141141"/>
                <a:gd name="csX12" fmla="*/ 69667 w 77490"/>
                <a:gd name="csY12" fmla="*/ 133581 h 141141"/>
                <a:gd name="csX13" fmla="*/ 48379 w 77490"/>
                <a:gd name="csY13" fmla="*/ 123803 h 141141"/>
                <a:gd name="csX14" fmla="*/ 48379 w 77490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490" h="141141">
                  <a:moveTo>
                    <a:pt x="48379" y="6043"/>
                  </a:moveTo>
                  <a:cubicBezTo>
                    <a:pt x="48379" y="304"/>
                    <a:pt x="47953" y="92"/>
                    <a:pt x="41992" y="92"/>
                  </a:cubicBezTo>
                  <a:cubicBezTo>
                    <a:pt x="28367" y="13483"/>
                    <a:pt x="8995" y="13696"/>
                    <a:pt x="266" y="13696"/>
                  </a:cubicBezTo>
                  <a:lnTo>
                    <a:pt x="266" y="21348"/>
                  </a:lnTo>
                  <a:cubicBezTo>
                    <a:pt x="5375" y="21348"/>
                    <a:pt x="19426" y="21348"/>
                    <a:pt x="31135" y="15396"/>
                  </a:cubicBezTo>
                  <a:lnTo>
                    <a:pt x="31135" y="123803"/>
                  </a:lnTo>
                  <a:cubicBezTo>
                    <a:pt x="31135" y="130818"/>
                    <a:pt x="31135" y="133581"/>
                    <a:pt x="9846" y="133581"/>
                  </a:cubicBezTo>
                  <a:lnTo>
                    <a:pt x="1756" y="133581"/>
                  </a:lnTo>
                  <a:lnTo>
                    <a:pt x="1756" y="141233"/>
                  </a:lnTo>
                  <a:cubicBezTo>
                    <a:pt x="5588" y="141021"/>
                    <a:pt x="31773" y="140383"/>
                    <a:pt x="39650" y="140383"/>
                  </a:cubicBezTo>
                  <a:cubicBezTo>
                    <a:pt x="46250" y="140383"/>
                    <a:pt x="73074" y="141021"/>
                    <a:pt x="77757" y="141233"/>
                  </a:cubicBezTo>
                  <a:lnTo>
                    <a:pt x="77757" y="133581"/>
                  </a:lnTo>
                  <a:lnTo>
                    <a:pt x="69667" y="133581"/>
                  </a:lnTo>
                  <a:cubicBezTo>
                    <a:pt x="48379" y="133581"/>
                    <a:pt x="48379" y="130818"/>
                    <a:pt x="48379" y="123803"/>
                  </a:cubicBezTo>
                  <a:lnTo>
                    <a:pt x="48379" y="6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82302BE3-EF05-584E-7102-CE6657490FBD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0283951" y="8007625"/>
              <a:ext cx="35582" cy="90794"/>
            </a:xfrm>
            <a:custGeom>
              <a:avLst/>
              <a:gdLst>
                <a:gd name="csX0" fmla="*/ 35853 w 35582"/>
                <a:gd name="csY0" fmla="*/ 31975 h 90794"/>
                <a:gd name="csX1" fmla="*/ 16389 w 35582"/>
                <a:gd name="csY1" fmla="*/ 90 h 90794"/>
                <a:gd name="csX2" fmla="*/ 271 w 35582"/>
                <a:gd name="csY2" fmla="*/ 16184 h 90794"/>
                <a:gd name="csX3" fmla="*/ 16389 w 35582"/>
                <a:gd name="csY3" fmla="*/ 32278 h 90794"/>
                <a:gd name="csX4" fmla="*/ 27034 w 35582"/>
                <a:gd name="csY4" fmla="*/ 28331 h 90794"/>
                <a:gd name="csX5" fmla="*/ 28554 w 35582"/>
                <a:gd name="csY5" fmla="*/ 27420 h 90794"/>
                <a:gd name="csX6" fmla="*/ 29162 w 35582"/>
                <a:gd name="csY6" fmla="*/ 31975 h 90794"/>
                <a:gd name="csX7" fmla="*/ 8482 w 35582"/>
                <a:gd name="csY7" fmla="*/ 82686 h 90794"/>
                <a:gd name="csX8" fmla="*/ 5137 w 35582"/>
                <a:gd name="csY8" fmla="*/ 87545 h 90794"/>
                <a:gd name="csX9" fmla="*/ 8178 w 35582"/>
                <a:gd name="csY9" fmla="*/ 90885 h 90794"/>
                <a:gd name="csX10" fmla="*/ 35853 w 35582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82" h="90794">
                  <a:moveTo>
                    <a:pt x="35853" y="31975"/>
                  </a:moveTo>
                  <a:cubicBezTo>
                    <a:pt x="35853" y="11933"/>
                    <a:pt x="28250" y="90"/>
                    <a:pt x="16389" y="90"/>
                  </a:cubicBezTo>
                  <a:cubicBezTo>
                    <a:pt x="6353" y="90"/>
                    <a:pt x="271" y="7682"/>
                    <a:pt x="271" y="16184"/>
                  </a:cubicBezTo>
                  <a:cubicBezTo>
                    <a:pt x="271" y="24383"/>
                    <a:pt x="6353" y="32278"/>
                    <a:pt x="16389" y="32278"/>
                  </a:cubicBezTo>
                  <a:cubicBezTo>
                    <a:pt x="20039" y="32278"/>
                    <a:pt x="23992" y="31064"/>
                    <a:pt x="27034" y="28331"/>
                  </a:cubicBezTo>
                  <a:cubicBezTo>
                    <a:pt x="27946" y="27723"/>
                    <a:pt x="28250" y="27420"/>
                    <a:pt x="28554" y="27420"/>
                  </a:cubicBezTo>
                  <a:cubicBezTo>
                    <a:pt x="28858" y="27420"/>
                    <a:pt x="29162" y="27723"/>
                    <a:pt x="29162" y="31975"/>
                  </a:cubicBezTo>
                  <a:cubicBezTo>
                    <a:pt x="29162" y="54446"/>
                    <a:pt x="18518" y="72665"/>
                    <a:pt x="8482" y="82686"/>
                  </a:cubicBezTo>
                  <a:cubicBezTo>
                    <a:pt x="5137" y="86026"/>
                    <a:pt x="5137" y="86634"/>
                    <a:pt x="5137" y="87545"/>
                  </a:cubicBezTo>
                  <a:cubicBezTo>
                    <a:pt x="5137" y="89670"/>
                    <a:pt x="6657" y="90885"/>
                    <a:pt x="8178" y="90885"/>
                  </a:cubicBezTo>
                  <a:cubicBezTo>
                    <a:pt x="11523" y="90885"/>
                    <a:pt x="35853" y="67503"/>
                    <a:pt x="35853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3BC3D765-A3E3-9117-B42A-A4D770F539FC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0419116" y="8007625"/>
              <a:ext cx="32237" cy="32188"/>
            </a:xfrm>
            <a:custGeom>
              <a:avLst/>
              <a:gdLst>
                <a:gd name="csX0" fmla="*/ 32512 w 32237"/>
                <a:gd name="csY0" fmla="*/ 16184 h 32188"/>
                <a:gd name="csX1" fmla="*/ 16394 w 32237"/>
                <a:gd name="csY1" fmla="*/ 90 h 32188"/>
                <a:gd name="csX2" fmla="*/ 275 w 32237"/>
                <a:gd name="csY2" fmla="*/ 16184 h 32188"/>
                <a:gd name="csX3" fmla="*/ 16394 w 32237"/>
                <a:gd name="csY3" fmla="*/ 32278 h 32188"/>
                <a:gd name="csX4" fmla="*/ 32512 w 32237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37" h="32188">
                  <a:moveTo>
                    <a:pt x="32512" y="16184"/>
                  </a:moveTo>
                  <a:cubicBezTo>
                    <a:pt x="32512" y="7378"/>
                    <a:pt x="25213" y="90"/>
                    <a:pt x="16394" y="90"/>
                  </a:cubicBezTo>
                  <a:cubicBezTo>
                    <a:pt x="7574" y="90"/>
                    <a:pt x="275" y="7378"/>
                    <a:pt x="275" y="16184"/>
                  </a:cubicBezTo>
                  <a:cubicBezTo>
                    <a:pt x="275" y="24990"/>
                    <a:pt x="7574" y="32278"/>
                    <a:pt x="16394" y="32278"/>
                  </a:cubicBezTo>
                  <a:cubicBezTo>
                    <a:pt x="25213" y="32278"/>
                    <a:pt x="32512" y="24990"/>
                    <a:pt x="32512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E20AE9-9623-546A-29FE-FB96B7E30026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0554282" y="8007625"/>
              <a:ext cx="32237" cy="32188"/>
            </a:xfrm>
            <a:custGeom>
              <a:avLst/>
              <a:gdLst>
                <a:gd name="csX0" fmla="*/ 32517 w 32237"/>
                <a:gd name="csY0" fmla="*/ 16184 h 32188"/>
                <a:gd name="csX1" fmla="*/ 16398 w 32237"/>
                <a:gd name="csY1" fmla="*/ 90 h 32188"/>
                <a:gd name="csX2" fmla="*/ 280 w 32237"/>
                <a:gd name="csY2" fmla="*/ 16184 h 32188"/>
                <a:gd name="csX3" fmla="*/ 16398 w 32237"/>
                <a:gd name="csY3" fmla="*/ 32278 h 32188"/>
                <a:gd name="csX4" fmla="*/ 32517 w 32237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37" h="32188">
                  <a:moveTo>
                    <a:pt x="32517" y="16184"/>
                  </a:moveTo>
                  <a:cubicBezTo>
                    <a:pt x="32517" y="7378"/>
                    <a:pt x="25218" y="90"/>
                    <a:pt x="16398" y="90"/>
                  </a:cubicBezTo>
                  <a:cubicBezTo>
                    <a:pt x="7578" y="90"/>
                    <a:pt x="280" y="7378"/>
                    <a:pt x="280" y="16184"/>
                  </a:cubicBezTo>
                  <a:cubicBezTo>
                    <a:pt x="280" y="24990"/>
                    <a:pt x="7578" y="32278"/>
                    <a:pt x="16398" y="32278"/>
                  </a:cubicBezTo>
                  <a:cubicBezTo>
                    <a:pt x="25218" y="32278"/>
                    <a:pt x="32517" y="24990"/>
                    <a:pt x="32517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2DF11662-733B-121C-EFEA-EEBA0EFF929E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0689447" y="8007625"/>
              <a:ext cx="32237" cy="32188"/>
            </a:xfrm>
            <a:custGeom>
              <a:avLst/>
              <a:gdLst>
                <a:gd name="csX0" fmla="*/ 32521 w 32237"/>
                <a:gd name="csY0" fmla="*/ 16184 h 32188"/>
                <a:gd name="csX1" fmla="*/ 16403 w 32237"/>
                <a:gd name="csY1" fmla="*/ 90 h 32188"/>
                <a:gd name="csX2" fmla="*/ 284 w 32237"/>
                <a:gd name="csY2" fmla="*/ 16184 h 32188"/>
                <a:gd name="csX3" fmla="*/ 16403 w 32237"/>
                <a:gd name="csY3" fmla="*/ 32278 h 32188"/>
                <a:gd name="csX4" fmla="*/ 32521 w 32237"/>
                <a:gd name="csY4" fmla="*/ 16184 h 32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37" h="32188">
                  <a:moveTo>
                    <a:pt x="32521" y="16184"/>
                  </a:moveTo>
                  <a:cubicBezTo>
                    <a:pt x="32521" y="7378"/>
                    <a:pt x="25222" y="90"/>
                    <a:pt x="16403" y="90"/>
                  </a:cubicBezTo>
                  <a:cubicBezTo>
                    <a:pt x="7583" y="90"/>
                    <a:pt x="284" y="7378"/>
                    <a:pt x="284" y="16184"/>
                  </a:cubicBezTo>
                  <a:cubicBezTo>
                    <a:pt x="284" y="24990"/>
                    <a:pt x="7583" y="32278"/>
                    <a:pt x="16403" y="32278"/>
                  </a:cubicBezTo>
                  <a:cubicBezTo>
                    <a:pt x="25222" y="32278"/>
                    <a:pt x="32521" y="24990"/>
                    <a:pt x="32521" y="16184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1FFB705-498D-EFF7-CDDE-3E099E82D0E6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824612" y="8007625"/>
              <a:ext cx="35582" cy="90794"/>
            </a:xfrm>
            <a:custGeom>
              <a:avLst/>
              <a:gdLst>
                <a:gd name="csX0" fmla="*/ 35871 w 35582"/>
                <a:gd name="csY0" fmla="*/ 31975 h 90794"/>
                <a:gd name="csX1" fmla="*/ 16407 w 35582"/>
                <a:gd name="csY1" fmla="*/ 90 h 90794"/>
                <a:gd name="csX2" fmla="*/ 288 w 35582"/>
                <a:gd name="csY2" fmla="*/ 16184 h 90794"/>
                <a:gd name="csX3" fmla="*/ 16407 w 35582"/>
                <a:gd name="csY3" fmla="*/ 32278 h 90794"/>
                <a:gd name="csX4" fmla="*/ 27051 w 35582"/>
                <a:gd name="csY4" fmla="*/ 28331 h 90794"/>
                <a:gd name="csX5" fmla="*/ 28572 w 35582"/>
                <a:gd name="csY5" fmla="*/ 27420 h 90794"/>
                <a:gd name="csX6" fmla="*/ 29180 w 35582"/>
                <a:gd name="csY6" fmla="*/ 31975 h 90794"/>
                <a:gd name="csX7" fmla="*/ 8500 w 35582"/>
                <a:gd name="csY7" fmla="*/ 82686 h 90794"/>
                <a:gd name="csX8" fmla="*/ 5154 w 35582"/>
                <a:gd name="csY8" fmla="*/ 87545 h 90794"/>
                <a:gd name="csX9" fmla="*/ 8196 w 35582"/>
                <a:gd name="csY9" fmla="*/ 90885 h 90794"/>
                <a:gd name="csX10" fmla="*/ 35871 w 35582"/>
                <a:gd name="csY10" fmla="*/ 31975 h 90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582" h="90794">
                  <a:moveTo>
                    <a:pt x="35871" y="31975"/>
                  </a:moveTo>
                  <a:cubicBezTo>
                    <a:pt x="35871" y="11933"/>
                    <a:pt x="28268" y="90"/>
                    <a:pt x="16407" y="90"/>
                  </a:cubicBezTo>
                  <a:cubicBezTo>
                    <a:pt x="6371" y="90"/>
                    <a:pt x="288" y="7682"/>
                    <a:pt x="288" y="16184"/>
                  </a:cubicBezTo>
                  <a:cubicBezTo>
                    <a:pt x="288" y="24383"/>
                    <a:pt x="6371" y="32278"/>
                    <a:pt x="16407" y="32278"/>
                  </a:cubicBezTo>
                  <a:cubicBezTo>
                    <a:pt x="20056" y="32278"/>
                    <a:pt x="24010" y="31064"/>
                    <a:pt x="27051" y="28331"/>
                  </a:cubicBezTo>
                  <a:cubicBezTo>
                    <a:pt x="27964" y="27723"/>
                    <a:pt x="28268" y="27420"/>
                    <a:pt x="28572" y="27420"/>
                  </a:cubicBezTo>
                  <a:cubicBezTo>
                    <a:pt x="28876" y="27420"/>
                    <a:pt x="29180" y="27723"/>
                    <a:pt x="29180" y="31975"/>
                  </a:cubicBezTo>
                  <a:cubicBezTo>
                    <a:pt x="29180" y="54446"/>
                    <a:pt x="18536" y="72665"/>
                    <a:pt x="8500" y="82686"/>
                  </a:cubicBezTo>
                  <a:cubicBezTo>
                    <a:pt x="5154" y="86026"/>
                    <a:pt x="5154" y="86634"/>
                    <a:pt x="5154" y="87545"/>
                  </a:cubicBezTo>
                  <a:cubicBezTo>
                    <a:pt x="5154" y="89670"/>
                    <a:pt x="6675" y="90885"/>
                    <a:pt x="8196" y="90885"/>
                  </a:cubicBezTo>
                  <a:cubicBezTo>
                    <a:pt x="11541" y="90885"/>
                    <a:pt x="35871" y="67503"/>
                    <a:pt x="35871" y="31975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C9CB416-FC97-B82E-10D5-1F6EF598C568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0942443" y="7905595"/>
              <a:ext cx="151453" cy="137558"/>
            </a:xfrm>
            <a:custGeom>
              <a:avLst/>
              <a:gdLst>
                <a:gd name="csX0" fmla="*/ 93051 w 151453"/>
                <a:gd name="csY0" fmla="*/ 42603 h 137558"/>
                <a:gd name="csX1" fmla="*/ 123159 w 151453"/>
                <a:gd name="csY1" fmla="*/ 6771 h 137558"/>
                <a:gd name="csX2" fmla="*/ 138365 w 151453"/>
                <a:gd name="csY2" fmla="*/ 10718 h 137558"/>
                <a:gd name="csX3" fmla="*/ 123767 w 151453"/>
                <a:gd name="csY3" fmla="*/ 27116 h 137558"/>
                <a:gd name="csX4" fmla="*/ 135324 w 151453"/>
                <a:gd name="csY4" fmla="*/ 37744 h 137558"/>
                <a:gd name="csX5" fmla="*/ 151747 w 151453"/>
                <a:gd name="csY5" fmla="*/ 20132 h 137558"/>
                <a:gd name="csX6" fmla="*/ 123463 w 151453"/>
                <a:gd name="csY6" fmla="*/ 90 h 137558"/>
                <a:gd name="csX7" fmla="*/ 91530 w 151453"/>
                <a:gd name="csY7" fmla="*/ 23168 h 137558"/>
                <a:gd name="csX8" fmla="*/ 58685 w 151453"/>
                <a:gd name="csY8" fmla="*/ 90 h 137558"/>
                <a:gd name="csX9" fmla="*/ 9721 w 151453"/>
                <a:gd name="csY9" fmla="*/ 46854 h 137558"/>
                <a:gd name="csX10" fmla="*/ 13370 w 151453"/>
                <a:gd name="csY10" fmla="*/ 49891 h 137558"/>
                <a:gd name="csX11" fmla="*/ 17324 w 151453"/>
                <a:gd name="csY11" fmla="*/ 46550 h 137558"/>
                <a:gd name="csX12" fmla="*/ 58076 w 151453"/>
                <a:gd name="csY12" fmla="*/ 6771 h 137558"/>
                <a:gd name="csX13" fmla="*/ 74499 w 151453"/>
                <a:gd name="csY13" fmla="*/ 27116 h 137558"/>
                <a:gd name="csX14" fmla="*/ 58076 w 151453"/>
                <a:gd name="csY14" fmla="*/ 99387 h 137558"/>
                <a:gd name="csX15" fmla="*/ 29185 w 151453"/>
                <a:gd name="csY15" fmla="*/ 130968 h 137558"/>
                <a:gd name="csX16" fmla="*/ 13978 w 151453"/>
                <a:gd name="csY16" fmla="*/ 127021 h 137558"/>
                <a:gd name="csX17" fmla="*/ 28272 w 151453"/>
                <a:gd name="csY17" fmla="*/ 110623 h 137558"/>
                <a:gd name="csX18" fmla="*/ 17020 w 151453"/>
                <a:gd name="csY18" fmla="*/ 99995 h 137558"/>
                <a:gd name="csX19" fmla="*/ 293 w 151453"/>
                <a:gd name="csY19" fmla="*/ 117607 h 137558"/>
                <a:gd name="csX20" fmla="*/ 28880 w 151453"/>
                <a:gd name="csY20" fmla="*/ 137649 h 137558"/>
                <a:gd name="csX21" fmla="*/ 60813 w 151453"/>
                <a:gd name="csY21" fmla="*/ 114570 h 137558"/>
                <a:gd name="csX22" fmla="*/ 93659 w 151453"/>
                <a:gd name="csY22" fmla="*/ 137649 h 137558"/>
                <a:gd name="csX23" fmla="*/ 142319 w 151453"/>
                <a:gd name="csY23" fmla="*/ 90885 h 137558"/>
                <a:gd name="csX24" fmla="*/ 138669 w 151453"/>
                <a:gd name="csY24" fmla="*/ 87848 h 137558"/>
                <a:gd name="csX25" fmla="*/ 134716 w 151453"/>
                <a:gd name="csY25" fmla="*/ 91189 h 137558"/>
                <a:gd name="csX26" fmla="*/ 94267 w 151453"/>
                <a:gd name="csY26" fmla="*/ 130968 h 137558"/>
                <a:gd name="csX27" fmla="*/ 77540 w 151453"/>
                <a:gd name="csY27" fmla="*/ 110927 h 137558"/>
                <a:gd name="csX28" fmla="*/ 82710 w 151453"/>
                <a:gd name="csY28" fmla="*/ 84204 h 137558"/>
                <a:gd name="csX29" fmla="*/ 93051 w 151453"/>
                <a:gd name="csY29" fmla="*/ 42603 h 13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453" h="137558">
                  <a:moveTo>
                    <a:pt x="93051" y="42603"/>
                  </a:moveTo>
                  <a:cubicBezTo>
                    <a:pt x="94875" y="34708"/>
                    <a:pt x="101870" y="6771"/>
                    <a:pt x="123159" y="6771"/>
                  </a:cubicBezTo>
                  <a:cubicBezTo>
                    <a:pt x="124680" y="6771"/>
                    <a:pt x="131979" y="6771"/>
                    <a:pt x="138365" y="10718"/>
                  </a:cubicBezTo>
                  <a:cubicBezTo>
                    <a:pt x="129850" y="12237"/>
                    <a:pt x="123767" y="19828"/>
                    <a:pt x="123767" y="27116"/>
                  </a:cubicBezTo>
                  <a:cubicBezTo>
                    <a:pt x="123767" y="31975"/>
                    <a:pt x="127113" y="37744"/>
                    <a:pt x="135324" y="37744"/>
                  </a:cubicBezTo>
                  <a:cubicBezTo>
                    <a:pt x="142015" y="37744"/>
                    <a:pt x="151747" y="32278"/>
                    <a:pt x="151747" y="20132"/>
                  </a:cubicBezTo>
                  <a:cubicBezTo>
                    <a:pt x="151747" y="4341"/>
                    <a:pt x="133803" y="90"/>
                    <a:pt x="123463" y="90"/>
                  </a:cubicBezTo>
                  <a:cubicBezTo>
                    <a:pt x="105824" y="90"/>
                    <a:pt x="95180" y="16184"/>
                    <a:pt x="91530" y="23168"/>
                  </a:cubicBezTo>
                  <a:cubicBezTo>
                    <a:pt x="83927" y="3127"/>
                    <a:pt x="67504" y="90"/>
                    <a:pt x="58685" y="90"/>
                  </a:cubicBezTo>
                  <a:cubicBezTo>
                    <a:pt x="27056" y="90"/>
                    <a:pt x="9721" y="39263"/>
                    <a:pt x="9721" y="46854"/>
                  </a:cubicBezTo>
                  <a:cubicBezTo>
                    <a:pt x="9721" y="49891"/>
                    <a:pt x="12762" y="49891"/>
                    <a:pt x="13370" y="49891"/>
                  </a:cubicBezTo>
                  <a:cubicBezTo>
                    <a:pt x="15803" y="49891"/>
                    <a:pt x="16715" y="49283"/>
                    <a:pt x="17324" y="46550"/>
                  </a:cubicBezTo>
                  <a:cubicBezTo>
                    <a:pt x="27664" y="14362"/>
                    <a:pt x="47736" y="6771"/>
                    <a:pt x="58076" y="6771"/>
                  </a:cubicBezTo>
                  <a:cubicBezTo>
                    <a:pt x="63855" y="6771"/>
                    <a:pt x="74499" y="9504"/>
                    <a:pt x="74499" y="27116"/>
                  </a:cubicBezTo>
                  <a:cubicBezTo>
                    <a:pt x="74499" y="36530"/>
                    <a:pt x="69329" y="56875"/>
                    <a:pt x="58076" y="99387"/>
                  </a:cubicBezTo>
                  <a:cubicBezTo>
                    <a:pt x="53210" y="118214"/>
                    <a:pt x="42566" y="130968"/>
                    <a:pt x="29185" y="130968"/>
                  </a:cubicBezTo>
                  <a:cubicBezTo>
                    <a:pt x="27360" y="130968"/>
                    <a:pt x="20365" y="130968"/>
                    <a:pt x="13978" y="127021"/>
                  </a:cubicBezTo>
                  <a:cubicBezTo>
                    <a:pt x="21581" y="125502"/>
                    <a:pt x="28272" y="119125"/>
                    <a:pt x="28272" y="110623"/>
                  </a:cubicBezTo>
                  <a:cubicBezTo>
                    <a:pt x="28272" y="102424"/>
                    <a:pt x="21581" y="99995"/>
                    <a:pt x="17020" y="99995"/>
                  </a:cubicBezTo>
                  <a:cubicBezTo>
                    <a:pt x="7896" y="99995"/>
                    <a:pt x="293" y="107890"/>
                    <a:pt x="293" y="117607"/>
                  </a:cubicBezTo>
                  <a:cubicBezTo>
                    <a:pt x="293" y="131576"/>
                    <a:pt x="15499" y="137649"/>
                    <a:pt x="28880" y="137649"/>
                  </a:cubicBezTo>
                  <a:cubicBezTo>
                    <a:pt x="48953" y="137649"/>
                    <a:pt x="59901" y="116392"/>
                    <a:pt x="60813" y="114570"/>
                  </a:cubicBezTo>
                  <a:cubicBezTo>
                    <a:pt x="64463" y="125806"/>
                    <a:pt x="75411" y="137649"/>
                    <a:pt x="93659" y="137649"/>
                  </a:cubicBezTo>
                  <a:cubicBezTo>
                    <a:pt x="124984" y="137649"/>
                    <a:pt x="142319" y="98476"/>
                    <a:pt x="142319" y="90885"/>
                  </a:cubicBezTo>
                  <a:cubicBezTo>
                    <a:pt x="142319" y="87848"/>
                    <a:pt x="139582" y="87848"/>
                    <a:pt x="138669" y="87848"/>
                  </a:cubicBezTo>
                  <a:cubicBezTo>
                    <a:pt x="135932" y="87848"/>
                    <a:pt x="135324" y="89063"/>
                    <a:pt x="134716" y="91189"/>
                  </a:cubicBezTo>
                  <a:cubicBezTo>
                    <a:pt x="124680" y="123680"/>
                    <a:pt x="103999" y="130968"/>
                    <a:pt x="94267" y="130968"/>
                  </a:cubicBezTo>
                  <a:cubicBezTo>
                    <a:pt x="82406" y="130968"/>
                    <a:pt x="77540" y="121251"/>
                    <a:pt x="77540" y="110927"/>
                  </a:cubicBezTo>
                  <a:cubicBezTo>
                    <a:pt x="77540" y="104246"/>
                    <a:pt x="79365" y="97565"/>
                    <a:pt x="82710" y="84204"/>
                  </a:cubicBezTo>
                  <a:lnTo>
                    <a:pt x="93051" y="4260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5B4E41E-1871-E90D-E0DB-899064849D78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1117444" y="7944433"/>
              <a:ext cx="64504" cy="143054"/>
            </a:xfrm>
            <a:custGeom>
              <a:avLst/>
              <a:gdLst>
                <a:gd name="csX0" fmla="*/ 59268 w 64504"/>
                <a:gd name="csY0" fmla="*/ 8169 h 143054"/>
                <a:gd name="csX1" fmla="*/ 50753 w 64504"/>
                <a:gd name="csY1" fmla="*/ 92 h 143054"/>
                <a:gd name="csX2" fmla="*/ 38831 w 64504"/>
                <a:gd name="csY2" fmla="*/ 11783 h 143054"/>
                <a:gd name="csX3" fmla="*/ 47346 w 64504"/>
                <a:gd name="csY3" fmla="*/ 19860 h 143054"/>
                <a:gd name="csX4" fmla="*/ 59268 w 64504"/>
                <a:gd name="csY4" fmla="*/ 8169 h 143054"/>
                <a:gd name="csX5" fmla="*/ 15839 w 64504"/>
                <a:gd name="csY5" fmla="*/ 116151 h 143054"/>
                <a:gd name="csX6" fmla="*/ 13923 w 64504"/>
                <a:gd name="csY6" fmla="*/ 125079 h 143054"/>
                <a:gd name="csX7" fmla="*/ 34148 w 64504"/>
                <a:gd name="csY7" fmla="*/ 143146 h 143054"/>
                <a:gd name="csX8" fmla="*/ 64803 w 64504"/>
                <a:gd name="csY8" fmla="*/ 110624 h 143054"/>
                <a:gd name="csX9" fmla="*/ 61397 w 64504"/>
                <a:gd name="csY9" fmla="*/ 107861 h 143054"/>
                <a:gd name="csX10" fmla="*/ 57352 w 64504"/>
                <a:gd name="csY10" fmla="*/ 111475 h 143054"/>
                <a:gd name="csX11" fmla="*/ 34786 w 64504"/>
                <a:gd name="csY11" fmla="*/ 137195 h 143054"/>
                <a:gd name="csX12" fmla="*/ 29464 w 64504"/>
                <a:gd name="csY12" fmla="*/ 129755 h 143054"/>
                <a:gd name="csX13" fmla="*/ 32870 w 64504"/>
                <a:gd name="csY13" fmla="*/ 116151 h 143054"/>
                <a:gd name="csX14" fmla="*/ 39683 w 64504"/>
                <a:gd name="csY14" fmla="*/ 99146 h 143054"/>
                <a:gd name="csX15" fmla="*/ 50114 w 64504"/>
                <a:gd name="csY15" fmla="*/ 72150 h 143054"/>
                <a:gd name="csX16" fmla="*/ 51391 w 64504"/>
                <a:gd name="csY16" fmla="*/ 65348 h 143054"/>
                <a:gd name="csX17" fmla="*/ 31167 w 64504"/>
                <a:gd name="csY17" fmla="*/ 47281 h 143054"/>
                <a:gd name="csX18" fmla="*/ 298 w 64504"/>
                <a:gd name="csY18" fmla="*/ 79803 h 143054"/>
                <a:gd name="csX19" fmla="*/ 3918 w 64504"/>
                <a:gd name="csY19" fmla="*/ 82566 h 143054"/>
                <a:gd name="csX20" fmla="*/ 7750 w 64504"/>
                <a:gd name="csY20" fmla="*/ 79165 h 143054"/>
                <a:gd name="csX21" fmla="*/ 30528 w 64504"/>
                <a:gd name="csY21" fmla="*/ 53232 h 143054"/>
                <a:gd name="csX22" fmla="*/ 35851 w 64504"/>
                <a:gd name="csY22" fmla="*/ 60672 h 143054"/>
                <a:gd name="csX23" fmla="*/ 29251 w 64504"/>
                <a:gd name="csY23" fmla="*/ 81928 h 143054"/>
                <a:gd name="csX24" fmla="*/ 15839 w 64504"/>
                <a:gd name="csY24" fmla="*/ 116151 h 143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4504" h="143054">
                  <a:moveTo>
                    <a:pt x="59268" y="8169"/>
                  </a:moveTo>
                  <a:cubicBezTo>
                    <a:pt x="59268" y="4768"/>
                    <a:pt x="56714" y="92"/>
                    <a:pt x="50753" y="92"/>
                  </a:cubicBezTo>
                  <a:cubicBezTo>
                    <a:pt x="45005" y="92"/>
                    <a:pt x="38831" y="5618"/>
                    <a:pt x="38831" y="11783"/>
                  </a:cubicBezTo>
                  <a:cubicBezTo>
                    <a:pt x="38831" y="15396"/>
                    <a:pt x="41599" y="19860"/>
                    <a:pt x="47346" y="19860"/>
                  </a:cubicBezTo>
                  <a:cubicBezTo>
                    <a:pt x="53520" y="19860"/>
                    <a:pt x="59268" y="13908"/>
                    <a:pt x="59268" y="8169"/>
                  </a:cubicBezTo>
                  <a:close/>
                  <a:moveTo>
                    <a:pt x="15839" y="116151"/>
                  </a:moveTo>
                  <a:cubicBezTo>
                    <a:pt x="14988" y="118914"/>
                    <a:pt x="13923" y="121465"/>
                    <a:pt x="13923" y="125079"/>
                  </a:cubicBezTo>
                  <a:cubicBezTo>
                    <a:pt x="13923" y="135069"/>
                    <a:pt x="22439" y="143146"/>
                    <a:pt x="34148" y="143146"/>
                  </a:cubicBezTo>
                  <a:cubicBezTo>
                    <a:pt x="55436" y="143146"/>
                    <a:pt x="64803" y="113813"/>
                    <a:pt x="64803" y="110624"/>
                  </a:cubicBezTo>
                  <a:cubicBezTo>
                    <a:pt x="64803" y="107861"/>
                    <a:pt x="62036" y="107861"/>
                    <a:pt x="61397" y="107861"/>
                  </a:cubicBezTo>
                  <a:cubicBezTo>
                    <a:pt x="58417" y="107861"/>
                    <a:pt x="58204" y="109136"/>
                    <a:pt x="57352" y="111475"/>
                  </a:cubicBezTo>
                  <a:cubicBezTo>
                    <a:pt x="52456" y="128480"/>
                    <a:pt x="43089" y="137195"/>
                    <a:pt x="34786" y="137195"/>
                  </a:cubicBezTo>
                  <a:cubicBezTo>
                    <a:pt x="30528" y="137195"/>
                    <a:pt x="29464" y="134431"/>
                    <a:pt x="29464" y="129755"/>
                  </a:cubicBezTo>
                  <a:cubicBezTo>
                    <a:pt x="29464" y="124866"/>
                    <a:pt x="30954" y="120827"/>
                    <a:pt x="32870" y="116151"/>
                  </a:cubicBezTo>
                  <a:cubicBezTo>
                    <a:pt x="34999" y="110412"/>
                    <a:pt x="37341" y="104673"/>
                    <a:pt x="39683" y="99146"/>
                  </a:cubicBezTo>
                  <a:cubicBezTo>
                    <a:pt x="41599" y="94044"/>
                    <a:pt x="49262" y="74701"/>
                    <a:pt x="50114" y="72150"/>
                  </a:cubicBezTo>
                  <a:cubicBezTo>
                    <a:pt x="50753" y="70025"/>
                    <a:pt x="51391" y="67474"/>
                    <a:pt x="51391" y="65348"/>
                  </a:cubicBezTo>
                  <a:cubicBezTo>
                    <a:pt x="51391" y="55358"/>
                    <a:pt x="42876" y="47281"/>
                    <a:pt x="31167" y="47281"/>
                  </a:cubicBezTo>
                  <a:cubicBezTo>
                    <a:pt x="10091" y="47281"/>
                    <a:pt x="298" y="76189"/>
                    <a:pt x="298" y="79803"/>
                  </a:cubicBezTo>
                  <a:cubicBezTo>
                    <a:pt x="298" y="82566"/>
                    <a:pt x="3279" y="82566"/>
                    <a:pt x="3918" y="82566"/>
                  </a:cubicBezTo>
                  <a:cubicBezTo>
                    <a:pt x="6898" y="82566"/>
                    <a:pt x="7111" y="81503"/>
                    <a:pt x="7750" y="79165"/>
                  </a:cubicBezTo>
                  <a:cubicBezTo>
                    <a:pt x="13285" y="60885"/>
                    <a:pt x="22652" y="53232"/>
                    <a:pt x="30528" y="53232"/>
                  </a:cubicBezTo>
                  <a:cubicBezTo>
                    <a:pt x="33935" y="53232"/>
                    <a:pt x="35851" y="54933"/>
                    <a:pt x="35851" y="60672"/>
                  </a:cubicBezTo>
                  <a:cubicBezTo>
                    <a:pt x="35851" y="65561"/>
                    <a:pt x="34573" y="68749"/>
                    <a:pt x="29251" y="81928"/>
                  </a:cubicBezTo>
                  <a:lnTo>
                    <a:pt x="15839" y="116151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C1236A90-526D-530A-3D76-920CB93A574C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1216476" y="8026907"/>
              <a:ext cx="143911" cy="10415"/>
            </a:xfrm>
            <a:custGeom>
              <a:avLst/>
              <a:gdLst>
                <a:gd name="csX0" fmla="*/ 135697 w 143911"/>
                <a:gd name="csY0" fmla="*/ 10507 h 10415"/>
                <a:gd name="csX1" fmla="*/ 144213 w 143911"/>
                <a:gd name="csY1" fmla="*/ 5406 h 10415"/>
                <a:gd name="csX2" fmla="*/ 135697 w 143911"/>
                <a:gd name="csY2" fmla="*/ 92 h 10415"/>
                <a:gd name="csX3" fmla="*/ 8817 w 143911"/>
                <a:gd name="csY3" fmla="*/ 92 h 10415"/>
                <a:gd name="csX4" fmla="*/ 301 w 143911"/>
                <a:gd name="csY4" fmla="*/ 5193 h 10415"/>
                <a:gd name="csX5" fmla="*/ 8817 w 143911"/>
                <a:gd name="csY5" fmla="*/ 10507 h 10415"/>
                <a:gd name="csX6" fmla="*/ 135697 w 143911"/>
                <a:gd name="csY6" fmla="*/ 10507 h 10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911" h="10415">
                  <a:moveTo>
                    <a:pt x="135697" y="10507"/>
                  </a:moveTo>
                  <a:cubicBezTo>
                    <a:pt x="139104" y="10507"/>
                    <a:pt x="144213" y="10507"/>
                    <a:pt x="144213" y="5406"/>
                  </a:cubicBezTo>
                  <a:cubicBezTo>
                    <a:pt x="144213" y="92"/>
                    <a:pt x="139316" y="92"/>
                    <a:pt x="135697" y="92"/>
                  </a:cubicBezTo>
                  <a:lnTo>
                    <a:pt x="8817" y="92"/>
                  </a:lnTo>
                  <a:cubicBezTo>
                    <a:pt x="5411" y="92"/>
                    <a:pt x="301" y="92"/>
                    <a:pt x="301" y="5193"/>
                  </a:cubicBezTo>
                  <a:cubicBezTo>
                    <a:pt x="301" y="10507"/>
                    <a:pt x="5198" y="10507"/>
                    <a:pt x="8817" y="10507"/>
                  </a:cubicBezTo>
                  <a:lnTo>
                    <a:pt x="135697" y="10507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50A3F46E-CE64-B898-FAE1-1973535A053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406768" y="7944220"/>
              <a:ext cx="77490" cy="141141"/>
            </a:xfrm>
            <a:custGeom>
              <a:avLst/>
              <a:gdLst>
                <a:gd name="csX0" fmla="*/ 48420 w 77490"/>
                <a:gd name="csY0" fmla="*/ 6043 h 141141"/>
                <a:gd name="csX1" fmla="*/ 42033 w 77490"/>
                <a:gd name="csY1" fmla="*/ 92 h 141141"/>
                <a:gd name="csX2" fmla="*/ 308 w 77490"/>
                <a:gd name="csY2" fmla="*/ 13696 h 141141"/>
                <a:gd name="csX3" fmla="*/ 308 w 77490"/>
                <a:gd name="csY3" fmla="*/ 21348 h 141141"/>
                <a:gd name="csX4" fmla="*/ 31176 w 77490"/>
                <a:gd name="csY4" fmla="*/ 15396 h 141141"/>
                <a:gd name="csX5" fmla="*/ 31176 w 77490"/>
                <a:gd name="csY5" fmla="*/ 123803 h 141141"/>
                <a:gd name="csX6" fmla="*/ 9887 w 77490"/>
                <a:gd name="csY6" fmla="*/ 133581 h 141141"/>
                <a:gd name="csX7" fmla="*/ 1798 w 77490"/>
                <a:gd name="csY7" fmla="*/ 133581 h 141141"/>
                <a:gd name="csX8" fmla="*/ 1798 w 77490"/>
                <a:gd name="csY8" fmla="*/ 141233 h 141141"/>
                <a:gd name="csX9" fmla="*/ 39692 w 77490"/>
                <a:gd name="csY9" fmla="*/ 140383 h 141141"/>
                <a:gd name="csX10" fmla="*/ 77798 w 77490"/>
                <a:gd name="csY10" fmla="*/ 141233 h 141141"/>
                <a:gd name="csX11" fmla="*/ 77798 w 77490"/>
                <a:gd name="csY11" fmla="*/ 133581 h 141141"/>
                <a:gd name="csX12" fmla="*/ 69709 w 77490"/>
                <a:gd name="csY12" fmla="*/ 133581 h 141141"/>
                <a:gd name="csX13" fmla="*/ 48420 w 77490"/>
                <a:gd name="csY13" fmla="*/ 123803 h 141141"/>
                <a:gd name="csX14" fmla="*/ 48420 w 77490"/>
                <a:gd name="csY14" fmla="*/ 6043 h 1411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490" h="141141">
                  <a:moveTo>
                    <a:pt x="48420" y="6043"/>
                  </a:moveTo>
                  <a:cubicBezTo>
                    <a:pt x="48420" y="304"/>
                    <a:pt x="47994" y="92"/>
                    <a:pt x="42033" y="92"/>
                  </a:cubicBezTo>
                  <a:cubicBezTo>
                    <a:pt x="28409" y="13483"/>
                    <a:pt x="9036" y="13696"/>
                    <a:pt x="308" y="13696"/>
                  </a:cubicBezTo>
                  <a:lnTo>
                    <a:pt x="308" y="21348"/>
                  </a:lnTo>
                  <a:cubicBezTo>
                    <a:pt x="5417" y="21348"/>
                    <a:pt x="19467" y="21348"/>
                    <a:pt x="31176" y="15396"/>
                  </a:cubicBezTo>
                  <a:lnTo>
                    <a:pt x="31176" y="123803"/>
                  </a:lnTo>
                  <a:cubicBezTo>
                    <a:pt x="31176" y="130818"/>
                    <a:pt x="31176" y="133581"/>
                    <a:pt x="9887" y="133581"/>
                  </a:cubicBezTo>
                  <a:lnTo>
                    <a:pt x="1798" y="133581"/>
                  </a:lnTo>
                  <a:lnTo>
                    <a:pt x="1798" y="141233"/>
                  </a:lnTo>
                  <a:cubicBezTo>
                    <a:pt x="5630" y="141021"/>
                    <a:pt x="31815" y="140383"/>
                    <a:pt x="39692" y="140383"/>
                  </a:cubicBezTo>
                  <a:cubicBezTo>
                    <a:pt x="46291" y="140383"/>
                    <a:pt x="73115" y="141021"/>
                    <a:pt x="77798" y="141233"/>
                  </a:cubicBezTo>
                  <a:lnTo>
                    <a:pt x="77798" y="133581"/>
                  </a:lnTo>
                  <a:lnTo>
                    <a:pt x="69709" y="133581"/>
                  </a:lnTo>
                  <a:cubicBezTo>
                    <a:pt x="48420" y="133581"/>
                    <a:pt x="48420" y="130818"/>
                    <a:pt x="48420" y="123803"/>
                  </a:cubicBezTo>
                  <a:lnTo>
                    <a:pt x="48420" y="6043"/>
                  </a:ln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50B3E8F4-185D-888A-4ECC-5AF76CB8D864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1537331" y="7812067"/>
              <a:ext cx="70556" cy="303661"/>
            </a:xfrm>
            <a:custGeom>
              <a:avLst/>
              <a:gdLst>
                <a:gd name="csX0" fmla="*/ 70869 w 70556"/>
                <a:gd name="csY0" fmla="*/ 151921 h 303661"/>
                <a:gd name="csX1" fmla="*/ 50797 w 70556"/>
                <a:gd name="csY1" fmla="*/ 57178 h 303661"/>
                <a:gd name="csX2" fmla="*/ 3353 w 70556"/>
                <a:gd name="csY2" fmla="*/ 90 h 303661"/>
                <a:gd name="csX3" fmla="*/ 312 w 70556"/>
                <a:gd name="csY3" fmla="*/ 3127 h 303661"/>
                <a:gd name="csX4" fmla="*/ 6090 w 70556"/>
                <a:gd name="csY4" fmla="*/ 10111 h 303661"/>
                <a:gd name="csX5" fmla="*/ 53230 w 70556"/>
                <a:gd name="csY5" fmla="*/ 151921 h 303661"/>
                <a:gd name="csX6" fmla="*/ 4266 w 70556"/>
                <a:gd name="csY6" fmla="*/ 295553 h 303661"/>
                <a:gd name="csX7" fmla="*/ 312 w 70556"/>
                <a:gd name="csY7" fmla="*/ 300715 h 303661"/>
                <a:gd name="csX8" fmla="*/ 3353 w 70556"/>
                <a:gd name="csY8" fmla="*/ 303751 h 303661"/>
                <a:gd name="csX9" fmla="*/ 51709 w 70556"/>
                <a:gd name="csY9" fmla="*/ 244538 h 303661"/>
                <a:gd name="csX10" fmla="*/ 70869 w 70556"/>
                <a:gd name="csY10" fmla="*/ 151921 h 303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556" h="303661">
                  <a:moveTo>
                    <a:pt x="70869" y="151921"/>
                  </a:moveTo>
                  <a:cubicBezTo>
                    <a:pt x="70869" y="128235"/>
                    <a:pt x="67523" y="91492"/>
                    <a:pt x="50797" y="57178"/>
                  </a:cubicBezTo>
                  <a:cubicBezTo>
                    <a:pt x="32549" y="19828"/>
                    <a:pt x="6394" y="90"/>
                    <a:pt x="3353" y="90"/>
                  </a:cubicBezTo>
                  <a:cubicBezTo>
                    <a:pt x="1529" y="90"/>
                    <a:pt x="312" y="1305"/>
                    <a:pt x="312" y="3127"/>
                  </a:cubicBezTo>
                  <a:cubicBezTo>
                    <a:pt x="312" y="4038"/>
                    <a:pt x="312" y="4645"/>
                    <a:pt x="6090" y="10111"/>
                  </a:cubicBezTo>
                  <a:cubicBezTo>
                    <a:pt x="35895" y="40173"/>
                    <a:pt x="53230" y="88456"/>
                    <a:pt x="53230" y="151921"/>
                  </a:cubicBezTo>
                  <a:cubicBezTo>
                    <a:pt x="53230" y="203847"/>
                    <a:pt x="41977" y="257291"/>
                    <a:pt x="4266" y="295553"/>
                  </a:cubicBezTo>
                  <a:cubicBezTo>
                    <a:pt x="312" y="299197"/>
                    <a:pt x="312" y="299804"/>
                    <a:pt x="312" y="300715"/>
                  </a:cubicBezTo>
                  <a:cubicBezTo>
                    <a:pt x="312" y="302537"/>
                    <a:pt x="1529" y="303751"/>
                    <a:pt x="3353" y="303751"/>
                  </a:cubicBezTo>
                  <a:cubicBezTo>
                    <a:pt x="6394" y="303751"/>
                    <a:pt x="33766" y="283102"/>
                    <a:pt x="51709" y="244538"/>
                  </a:cubicBezTo>
                  <a:cubicBezTo>
                    <a:pt x="67219" y="211135"/>
                    <a:pt x="70869" y="177428"/>
                    <a:pt x="70869" y="151921"/>
                  </a:cubicBezTo>
                  <a:close/>
                </a:path>
              </a:pathLst>
            </a:custGeom>
            <a:solidFill>
              <a:srgbClr val="000000"/>
            </a:solidFill>
            <a:ln w="30493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81155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E43F4-9465-270C-B6BF-02196129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93C8B-EC20-5D50-598B-23B33C92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happens if we don’t model stropping probability?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F87E3-7817-6377-3FA9-7B053BAF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17</a:t>
            </a:fld>
            <a:endParaRPr lang="en-CA"/>
          </a:p>
        </p:txBody>
      </p:sp>
      <p:sp>
        <p:nvSpPr>
          <p:cNvPr id="5" name="Google Shape;367;p27">
            <a:extLst>
              <a:ext uri="{FF2B5EF4-FFF2-40B4-BE49-F238E27FC236}">
                <a16:creationId xmlns:a16="http://schemas.microsoft.com/office/drawing/2014/main" id="{F31CF8C4-9F81-2E26-296E-F8AD3D4D556E}"/>
              </a:ext>
            </a:extLst>
          </p:cNvPr>
          <p:cNvSpPr txBox="1">
            <a:spLocks noGrp="1"/>
          </p:cNvSpPr>
          <p:nvPr/>
        </p:nvSpPr>
        <p:spPr>
          <a:xfrm>
            <a:off x="404751" y="2364059"/>
            <a:ext cx="10515600" cy="470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CA" sz="2400" dirty="0">
                <a:latin typeface="Nunito" pitchFamily="2" charset="0"/>
              </a:rPr>
              <a:t>Sums of probabilities for all possible length-1 and length-2 sequences:</a:t>
            </a:r>
            <a:endParaRPr sz="2400" dirty="0">
              <a:latin typeface="Nunito" pitchFamily="2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dirty="0">
              <a:latin typeface="Nunito" pitchFamily="2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Nunito" pitchFamily="2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dirty="0">
              <a:latin typeface="Nunito" pitchFamily="2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Nunito" pitchFamily="2" charset="0"/>
            </a:endParaRPr>
          </a:p>
        </p:txBody>
      </p:sp>
      <p:grpSp>
        <p:nvGrpSpPr>
          <p:cNvPr id="376" name="Group 375" descr="\documentclass{article}&#10;\usepackage{nunito}&#10;\usepackage[linguistics]{forest}&#10;\usepackage{amsmath,amssymb}&#10;\pagestyle{empty}&#10;\begin{document}&#10;&#10;\begin{align*}&#10;\sum_{n=1}^1\sum_{\mathbf{x}_{1:n}}P(\mathbf{x}_{1:n}) &amp;=\sum_{x\in V}P(x\mid \langle\texttt{s}\rangle)= 1 \\&#10;\sum_{n=2}^2\sum_{\mathbf{x}_{1:n}}P(\mathbf{x}_{1:n}) &amp;=\sum_{x\in V}\sum_{x'\in V} P(x\mid \langle\texttt{s}\rangle, x') P(x'\mid \langle\texttt{s}\rangle)= 1 \\&#10;\end{align*}&#10;&#10;&#10;\end{document}" title="IguanaTex Shape Display">
            <a:extLst>
              <a:ext uri="{FF2B5EF4-FFF2-40B4-BE49-F238E27FC236}">
                <a16:creationId xmlns:a16="http://schemas.microsoft.com/office/drawing/2014/main" id="{F1B7E8F0-A684-7FDD-CCDE-C06237ED0BAF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482420" y="2997818"/>
            <a:ext cx="7227160" cy="1965074"/>
            <a:chOff x="7040384" y="5380016"/>
            <a:chExt cx="7227160" cy="1965074"/>
          </a:xfrm>
        </p:grpSpPr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C55456A5-A4E5-660C-C936-80BB6400A0D6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7222400" y="5380016"/>
              <a:ext cx="77617" cy="140056"/>
            </a:xfrm>
            <a:custGeom>
              <a:avLst/>
              <a:gdLst>
                <a:gd name="csX0" fmla="*/ 48312 w 77617"/>
                <a:gd name="csY0" fmla="*/ 5985 h 140056"/>
                <a:gd name="csX1" fmla="*/ 41915 w 77617"/>
                <a:gd name="csY1" fmla="*/ 79 h 140056"/>
                <a:gd name="csX2" fmla="*/ 120 w 77617"/>
                <a:gd name="csY2" fmla="*/ 13579 h 140056"/>
                <a:gd name="csX3" fmla="*/ 120 w 77617"/>
                <a:gd name="csY3" fmla="*/ 21172 h 140056"/>
                <a:gd name="csX4" fmla="*/ 31040 w 77617"/>
                <a:gd name="csY4" fmla="*/ 15266 h 140056"/>
                <a:gd name="csX5" fmla="*/ 31040 w 77617"/>
                <a:gd name="csY5" fmla="*/ 122839 h 140056"/>
                <a:gd name="csX6" fmla="*/ 9716 w 77617"/>
                <a:gd name="csY6" fmla="*/ 132542 h 140056"/>
                <a:gd name="csX7" fmla="*/ 1613 w 77617"/>
                <a:gd name="csY7" fmla="*/ 132542 h 140056"/>
                <a:gd name="csX8" fmla="*/ 1613 w 77617"/>
                <a:gd name="csY8" fmla="*/ 140135 h 140056"/>
                <a:gd name="csX9" fmla="*/ 39569 w 77617"/>
                <a:gd name="csY9" fmla="*/ 139292 h 140056"/>
                <a:gd name="csX10" fmla="*/ 77738 w 77617"/>
                <a:gd name="csY10" fmla="*/ 140135 h 140056"/>
                <a:gd name="csX11" fmla="*/ 77738 w 77617"/>
                <a:gd name="csY11" fmla="*/ 132542 h 140056"/>
                <a:gd name="csX12" fmla="*/ 69635 w 77617"/>
                <a:gd name="csY12" fmla="*/ 132542 h 140056"/>
                <a:gd name="csX13" fmla="*/ 48312 w 77617"/>
                <a:gd name="csY13" fmla="*/ 122839 h 140056"/>
                <a:gd name="csX14" fmla="*/ 48312 w 77617"/>
                <a:gd name="csY14" fmla="*/ 5985 h 1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617" h="140056">
                  <a:moveTo>
                    <a:pt x="48312" y="5985"/>
                  </a:moveTo>
                  <a:cubicBezTo>
                    <a:pt x="48312" y="290"/>
                    <a:pt x="47885" y="79"/>
                    <a:pt x="41915" y="79"/>
                  </a:cubicBezTo>
                  <a:cubicBezTo>
                    <a:pt x="28267" y="13368"/>
                    <a:pt x="8863" y="13579"/>
                    <a:pt x="120" y="13579"/>
                  </a:cubicBezTo>
                  <a:lnTo>
                    <a:pt x="120" y="21172"/>
                  </a:lnTo>
                  <a:cubicBezTo>
                    <a:pt x="5238" y="21172"/>
                    <a:pt x="19312" y="21172"/>
                    <a:pt x="31040" y="15266"/>
                  </a:cubicBezTo>
                  <a:lnTo>
                    <a:pt x="31040" y="122839"/>
                  </a:lnTo>
                  <a:cubicBezTo>
                    <a:pt x="31040" y="129800"/>
                    <a:pt x="31040" y="132542"/>
                    <a:pt x="9716" y="132542"/>
                  </a:cubicBezTo>
                  <a:lnTo>
                    <a:pt x="1613" y="132542"/>
                  </a:lnTo>
                  <a:lnTo>
                    <a:pt x="1613" y="140135"/>
                  </a:lnTo>
                  <a:cubicBezTo>
                    <a:pt x="5451" y="139924"/>
                    <a:pt x="31679" y="139292"/>
                    <a:pt x="39569" y="139292"/>
                  </a:cubicBezTo>
                  <a:cubicBezTo>
                    <a:pt x="46179" y="139292"/>
                    <a:pt x="73047" y="139924"/>
                    <a:pt x="77738" y="140135"/>
                  </a:cubicBezTo>
                  <a:lnTo>
                    <a:pt x="77738" y="132542"/>
                  </a:lnTo>
                  <a:lnTo>
                    <a:pt x="69635" y="132542"/>
                  </a:lnTo>
                  <a:cubicBezTo>
                    <a:pt x="48312" y="132542"/>
                    <a:pt x="48312" y="129800"/>
                    <a:pt x="48312" y="122839"/>
                  </a:cubicBezTo>
                  <a:lnTo>
                    <a:pt x="48312" y="5985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7B181BA4-59FF-9171-23AC-18F543DD7806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7056924" y="5610470"/>
              <a:ext cx="405452" cy="421855"/>
            </a:xfrm>
            <a:custGeom>
              <a:avLst/>
              <a:gdLst>
                <a:gd name="csX0" fmla="*/ 368708 w 405452"/>
                <a:gd name="csY0" fmla="*/ 421938 h 421855"/>
                <a:gd name="csX1" fmla="*/ 405567 w 405452"/>
                <a:gd name="csY1" fmla="*/ 325514 h 421855"/>
                <a:gd name="csX2" fmla="*/ 397952 w 405452"/>
                <a:gd name="csY2" fmla="*/ 325514 h 421855"/>
                <a:gd name="csX3" fmla="*/ 318750 w 405452"/>
                <a:gd name="csY3" fmla="*/ 386382 h 421855"/>
                <a:gd name="csX4" fmla="*/ 224013 w 405452"/>
                <a:gd name="csY4" fmla="*/ 395723 h 421855"/>
                <a:gd name="csX5" fmla="*/ 40325 w 405452"/>
                <a:gd name="csY5" fmla="*/ 395723 h 421855"/>
                <a:gd name="csX6" fmla="*/ 195378 w 405452"/>
                <a:gd name="csY6" fmla="*/ 215831 h 421855"/>
                <a:gd name="csX7" fmla="*/ 198120 w 405452"/>
                <a:gd name="csY7" fmla="*/ 211010 h 421855"/>
                <a:gd name="csX8" fmla="*/ 195987 w 405452"/>
                <a:gd name="csY8" fmla="*/ 206490 h 421855"/>
                <a:gd name="csX9" fmla="*/ 54033 w 405452"/>
                <a:gd name="csY9" fmla="*/ 14546 h 421855"/>
                <a:gd name="csX10" fmla="*/ 220966 w 405452"/>
                <a:gd name="csY10" fmla="*/ 14546 h 421855"/>
                <a:gd name="csX11" fmla="*/ 292248 w 405452"/>
                <a:gd name="csY11" fmla="*/ 19367 h 421855"/>
                <a:gd name="csX12" fmla="*/ 359265 w 405452"/>
                <a:gd name="csY12" fmla="*/ 41966 h 421855"/>
                <a:gd name="csX13" fmla="*/ 397952 w 405452"/>
                <a:gd name="csY13" fmla="*/ 84755 h 421855"/>
                <a:gd name="csX14" fmla="*/ 405567 w 405452"/>
                <a:gd name="csY14" fmla="*/ 84755 h 421855"/>
                <a:gd name="csX15" fmla="*/ 368708 w 405452"/>
                <a:gd name="csY15" fmla="*/ 82 h 421855"/>
                <a:gd name="csX16" fmla="*/ 8645 w 405452"/>
                <a:gd name="csY16" fmla="*/ 82 h 421855"/>
                <a:gd name="csX17" fmla="*/ 420 w 405452"/>
                <a:gd name="csY17" fmla="*/ 2191 h 421855"/>
                <a:gd name="csX18" fmla="*/ 115 w 405452"/>
                <a:gd name="csY18" fmla="*/ 12135 h 421855"/>
                <a:gd name="csX19" fmla="*/ 161260 w 405452"/>
                <a:gd name="csY19" fmla="*/ 230295 h 421855"/>
                <a:gd name="csX20" fmla="*/ 3466 w 405452"/>
                <a:gd name="csY20" fmla="*/ 413200 h 421855"/>
                <a:gd name="csX21" fmla="*/ 420 w 405452"/>
                <a:gd name="csY21" fmla="*/ 418623 h 421855"/>
                <a:gd name="csX22" fmla="*/ 8645 w 405452"/>
                <a:gd name="csY22" fmla="*/ 421938 h 421855"/>
                <a:gd name="csX23" fmla="*/ 368708 w 405452"/>
                <a:gd name="csY23" fmla="*/ 421938 h 421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5452" h="421855">
                  <a:moveTo>
                    <a:pt x="368708" y="421938"/>
                  </a:moveTo>
                  <a:lnTo>
                    <a:pt x="405567" y="325514"/>
                  </a:lnTo>
                  <a:lnTo>
                    <a:pt x="397952" y="325514"/>
                  </a:lnTo>
                  <a:cubicBezTo>
                    <a:pt x="386072" y="356852"/>
                    <a:pt x="353782" y="377342"/>
                    <a:pt x="318750" y="386382"/>
                  </a:cubicBezTo>
                  <a:cubicBezTo>
                    <a:pt x="312353" y="387888"/>
                    <a:pt x="282500" y="395723"/>
                    <a:pt x="224013" y="395723"/>
                  </a:cubicBezTo>
                  <a:lnTo>
                    <a:pt x="40325" y="395723"/>
                  </a:lnTo>
                  <a:lnTo>
                    <a:pt x="195378" y="215831"/>
                  </a:lnTo>
                  <a:cubicBezTo>
                    <a:pt x="197510" y="213421"/>
                    <a:pt x="198120" y="212517"/>
                    <a:pt x="198120" y="211010"/>
                  </a:cubicBezTo>
                  <a:cubicBezTo>
                    <a:pt x="198120" y="210407"/>
                    <a:pt x="198120" y="209503"/>
                    <a:pt x="195987" y="206490"/>
                  </a:cubicBezTo>
                  <a:lnTo>
                    <a:pt x="54033" y="14546"/>
                  </a:lnTo>
                  <a:lnTo>
                    <a:pt x="220966" y="14546"/>
                  </a:lnTo>
                  <a:cubicBezTo>
                    <a:pt x="261786" y="14546"/>
                    <a:pt x="289506" y="18764"/>
                    <a:pt x="292248" y="19367"/>
                  </a:cubicBezTo>
                  <a:cubicBezTo>
                    <a:pt x="308697" y="21778"/>
                    <a:pt x="335200" y="26900"/>
                    <a:pt x="359265" y="41966"/>
                  </a:cubicBezTo>
                  <a:cubicBezTo>
                    <a:pt x="366880" y="46788"/>
                    <a:pt x="387595" y="60347"/>
                    <a:pt x="397952" y="84755"/>
                  </a:cubicBezTo>
                  <a:lnTo>
                    <a:pt x="405567" y="84755"/>
                  </a:lnTo>
                  <a:lnTo>
                    <a:pt x="368708" y="82"/>
                  </a:lnTo>
                  <a:lnTo>
                    <a:pt x="8645" y="82"/>
                  </a:lnTo>
                  <a:cubicBezTo>
                    <a:pt x="1638" y="82"/>
                    <a:pt x="1334" y="384"/>
                    <a:pt x="420" y="2191"/>
                  </a:cubicBezTo>
                  <a:cubicBezTo>
                    <a:pt x="115" y="3095"/>
                    <a:pt x="115" y="8821"/>
                    <a:pt x="115" y="12135"/>
                  </a:cubicBezTo>
                  <a:lnTo>
                    <a:pt x="161260" y="230295"/>
                  </a:lnTo>
                  <a:lnTo>
                    <a:pt x="3466" y="413200"/>
                  </a:lnTo>
                  <a:cubicBezTo>
                    <a:pt x="420" y="416815"/>
                    <a:pt x="420" y="418322"/>
                    <a:pt x="420" y="418623"/>
                  </a:cubicBezTo>
                  <a:cubicBezTo>
                    <a:pt x="420" y="421938"/>
                    <a:pt x="3161" y="421938"/>
                    <a:pt x="8645" y="421938"/>
                  </a:cubicBezTo>
                  <a:lnTo>
                    <a:pt x="368708" y="421938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CF13EBBE-5C43-3164-41A5-1E4D10DA784A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7040384" y="6155594"/>
              <a:ext cx="130286" cy="95128"/>
            </a:xfrm>
            <a:custGeom>
              <a:avLst/>
              <a:gdLst>
                <a:gd name="csX0" fmla="*/ 16108 w 130286"/>
                <a:gd name="csY0" fmla="*/ 79834 h 95128"/>
                <a:gd name="csX1" fmla="*/ 13975 w 130286"/>
                <a:gd name="csY1" fmla="*/ 88482 h 95128"/>
                <a:gd name="csX2" fmla="*/ 21225 w 130286"/>
                <a:gd name="csY2" fmla="*/ 95232 h 95128"/>
                <a:gd name="csX3" fmla="*/ 29541 w 130286"/>
                <a:gd name="csY3" fmla="*/ 90591 h 95128"/>
                <a:gd name="csX4" fmla="*/ 33380 w 130286"/>
                <a:gd name="csY4" fmla="*/ 77514 h 95128"/>
                <a:gd name="csX5" fmla="*/ 38071 w 130286"/>
                <a:gd name="csY5" fmla="*/ 58530 h 95128"/>
                <a:gd name="csX6" fmla="*/ 41696 w 130286"/>
                <a:gd name="csY6" fmla="*/ 44398 h 95128"/>
                <a:gd name="csX7" fmla="*/ 50652 w 130286"/>
                <a:gd name="csY7" fmla="*/ 25415 h 95128"/>
                <a:gd name="csX8" fmla="*/ 82637 w 130286"/>
                <a:gd name="csY8" fmla="*/ 6009 h 95128"/>
                <a:gd name="csX9" fmla="*/ 95218 w 130286"/>
                <a:gd name="csY9" fmla="*/ 20774 h 95128"/>
                <a:gd name="csX10" fmla="*/ 82637 w 130286"/>
                <a:gd name="csY10" fmla="*/ 65702 h 95128"/>
                <a:gd name="csX11" fmla="*/ 79438 w 130286"/>
                <a:gd name="csY11" fmla="*/ 77092 h 95128"/>
                <a:gd name="csX12" fmla="*/ 99696 w 130286"/>
                <a:gd name="csY12" fmla="*/ 95232 h 95128"/>
                <a:gd name="csX13" fmla="*/ 130402 w 130286"/>
                <a:gd name="csY13" fmla="*/ 62960 h 95128"/>
                <a:gd name="csX14" fmla="*/ 126990 w 130286"/>
                <a:gd name="csY14" fmla="*/ 60218 h 95128"/>
                <a:gd name="csX15" fmla="*/ 122939 w 130286"/>
                <a:gd name="csY15" fmla="*/ 63804 h 95128"/>
                <a:gd name="csX16" fmla="*/ 100336 w 130286"/>
                <a:gd name="csY16" fmla="*/ 89326 h 95128"/>
                <a:gd name="csX17" fmla="*/ 95005 w 130286"/>
                <a:gd name="csY17" fmla="*/ 81943 h 95128"/>
                <a:gd name="csX18" fmla="*/ 99909 w 130286"/>
                <a:gd name="csY18" fmla="*/ 64858 h 95128"/>
                <a:gd name="csX19" fmla="*/ 111211 w 130286"/>
                <a:gd name="csY19" fmla="*/ 24149 h 95128"/>
                <a:gd name="csX20" fmla="*/ 83490 w 130286"/>
                <a:gd name="csY20" fmla="*/ 103 h 95128"/>
                <a:gd name="csX21" fmla="*/ 47453 w 130286"/>
                <a:gd name="csY21" fmla="*/ 19298 h 95128"/>
                <a:gd name="csX22" fmla="*/ 24637 w 130286"/>
                <a:gd name="csY22" fmla="*/ 103 h 95128"/>
                <a:gd name="csX23" fmla="*/ 7791 w 130286"/>
                <a:gd name="csY23" fmla="*/ 11493 h 95128"/>
                <a:gd name="csX24" fmla="*/ 115 w 130286"/>
                <a:gd name="csY24" fmla="*/ 32375 h 95128"/>
                <a:gd name="csX25" fmla="*/ 3740 w 130286"/>
                <a:gd name="csY25" fmla="*/ 35117 h 95128"/>
                <a:gd name="csX26" fmla="*/ 8431 w 130286"/>
                <a:gd name="csY26" fmla="*/ 28789 h 95128"/>
                <a:gd name="csX27" fmla="*/ 23997 w 130286"/>
                <a:gd name="csY27" fmla="*/ 6009 h 95128"/>
                <a:gd name="csX28" fmla="*/ 31034 w 130286"/>
                <a:gd name="csY28" fmla="*/ 16345 h 95128"/>
                <a:gd name="csX29" fmla="*/ 27622 w 130286"/>
                <a:gd name="csY29" fmla="*/ 33852 h 95128"/>
                <a:gd name="csX30" fmla="*/ 22931 w 130286"/>
                <a:gd name="csY30" fmla="*/ 52835 h 95128"/>
                <a:gd name="csX31" fmla="*/ 16108 w 130286"/>
                <a:gd name="csY31" fmla="*/ 79834 h 95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30286" h="95128">
                  <a:moveTo>
                    <a:pt x="16108" y="79834"/>
                  </a:moveTo>
                  <a:cubicBezTo>
                    <a:pt x="15255" y="82576"/>
                    <a:pt x="13975" y="87849"/>
                    <a:pt x="13975" y="88482"/>
                  </a:cubicBezTo>
                  <a:cubicBezTo>
                    <a:pt x="13975" y="93123"/>
                    <a:pt x="17813" y="95232"/>
                    <a:pt x="21225" y="95232"/>
                  </a:cubicBezTo>
                  <a:cubicBezTo>
                    <a:pt x="25063" y="95232"/>
                    <a:pt x="28475" y="92490"/>
                    <a:pt x="29541" y="90591"/>
                  </a:cubicBezTo>
                  <a:cubicBezTo>
                    <a:pt x="30608" y="88693"/>
                    <a:pt x="32313" y="81943"/>
                    <a:pt x="33380" y="77514"/>
                  </a:cubicBezTo>
                  <a:cubicBezTo>
                    <a:pt x="34446" y="73506"/>
                    <a:pt x="36791" y="63804"/>
                    <a:pt x="38071" y="58530"/>
                  </a:cubicBezTo>
                  <a:cubicBezTo>
                    <a:pt x="39350" y="53890"/>
                    <a:pt x="40630" y="49250"/>
                    <a:pt x="41696" y="44398"/>
                  </a:cubicBezTo>
                  <a:cubicBezTo>
                    <a:pt x="44041" y="35750"/>
                    <a:pt x="44468" y="34063"/>
                    <a:pt x="50652" y="25415"/>
                  </a:cubicBezTo>
                  <a:cubicBezTo>
                    <a:pt x="56622" y="16978"/>
                    <a:pt x="66644" y="6009"/>
                    <a:pt x="82637" y="6009"/>
                  </a:cubicBezTo>
                  <a:cubicBezTo>
                    <a:pt x="95005" y="6009"/>
                    <a:pt x="95218" y="16767"/>
                    <a:pt x="95218" y="20774"/>
                  </a:cubicBezTo>
                  <a:cubicBezTo>
                    <a:pt x="95218" y="33430"/>
                    <a:pt x="86049" y="56843"/>
                    <a:pt x="82637" y="65702"/>
                  </a:cubicBezTo>
                  <a:cubicBezTo>
                    <a:pt x="80291" y="71608"/>
                    <a:pt x="79438" y="73506"/>
                    <a:pt x="79438" y="77092"/>
                  </a:cubicBezTo>
                  <a:cubicBezTo>
                    <a:pt x="79438" y="88271"/>
                    <a:pt x="88821" y="95232"/>
                    <a:pt x="99696" y="95232"/>
                  </a:cubicBezTo>
                  <a:cubicBezTo>
                    <a:pt x="121019" y="95232"/>
                    <a:pt x="130402" y="66124"/>
                    <a:pt x="130402" y="62960"/>
                  </a:cubicBezTo>
                  <a:cubicBezTo>
                    <a:pt x="130402" y="60218"/>
                    <a:pt x="127630" y="60218"/>
                    <a:pt x="126990" y="60218"/>
                  </a:cubicBezTo>
                  <a:cubicBezTo>
                    <a:pt x="124005" y="60218"/>
                    <a:pt x="123792" y="61483"/>
                    <a:pt x="122939" y="63804"/>
                  </a:cubicBezTo>
                  <a:cubicBezTo>
                    <a:pt x="118034" y="80678"/>
                    <a:pt x="108865" y="89326"/>
                    <a:pt x="100336" y="89326"/>
                  </a:cubicBezTo>
                  <a:cubicBezTo>
                    <a:pt x="95858" y="89326"/>
                    <a:pt x="95005" y="86373"/>
                    <a:pt x="95005" y="81943"/>
                  </a:cubicBezTo>
                  <a:cubicBezTo>
                    <a:pt x="95005" y="77092"/>
                    <a:pt x="96071" y="74350"/>
                    <a:pt x="99909" y="64858"/>
                  </a:cubicBezTo>
                  <a:cubicBezTo>
                    <a:pt x="102468" y="58319"/>
                    <a:pt x="111211" y="35961"/>
                    <a:pt x="111211" y="24149"/>
                  </a:cubicBezTo>
                  <a:cubicBezTo>
                    <a:pt x="111211" y="3689"/>
                    <a:pt x="94791" y="103"/>
                    <a:pt x="83490" y="103"/>
                  </a:cubicBezTo>
                  <a:cubicBezTo>
                    <a:pt x="65791" y="103"/>
                    <a:pt x="53850" y="10861"/>
                    <a:pt x="47453" y="19298"/>
                  </a:cubicBezTo>
                  <a:cubicBezTo>
                    <a:pt x="45961" y="4744"/>
                    <a:pt x="33380" y="103"/>
                    <a:pt x="24637" y="103"/>
                  </a:cubicBezTo>
                  <a:cubicBezTo>
                    <a:pt x="15468" y="103"/>
                    <a:pt x="10563" y="6642"/>
                    <a:pt x="7791" y="11493"/>
                  </a:cubicBezTo>
                  <a:cubicBezTo>
                    <a:pt x="3100" y="19298"/>
                    <a:pt x="115" y="31321"/>
                    <a:pt x="115" y="32375"/>
                  </a:cubicBezTo>
                  <a:cubicBezTo>
                    <a:pt x="115" y="35117"/>
                    <a:pt x="3100" y="35117"/>
                    <a:pt x="3740" y="35117"/>
                  </a:cubicBezTo>
                  <a:cubicBezTo>
                    <a:pt x="6725" y="35117"/>
                    <a:pt x="6938" y="34485"/>
                    <a:pt x="8431" y="28789"/>
                  </a:cubicBezTo>
                  <a:cubicBezTo>
                    <a:pt x="11630" y="16345"/>
                    <a:pt x="15681" y="6009"/>
                    <a:pt x="23997" y="6009"/>
                  </a:cubicBezTo>
                  <a:cubicBezTo>
                    <a:pt x="29541" y="6009"/>
                    <a:pt x="31034" y="10650"/>
                    <a:pt x="31034" y="16345"/>
                  </a:cubicBezTo>
                  <a:cubicBezTo>
                    <a:pt x="31034" y="20352"/>
                    <a:pt x="29115" y="28157"/>
                    <a:pt x="27622" y="33852"/>
                  </a:cubicBezTo>
                  <a:cubicBezTo>
                    <a:pt x="26130" y="39547"/>
                    <a:pt x="23997" y="48195"/>
                    <a:pt x="22931" y="52835"/>
                  </a:cubicBezTo>
                  <a:lnTo>
                    <a:pt x="16108" y="79834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6F74EC38-40C0-1144-25E7-DA32474D62EC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7195873" y="6167406"/>
              <a:ext cx="156941" cy="56739"/>
            </a:xfrm>
            <a:custGeom>
              <a:avLst/>
              <a:gdLst>
                <a:gd name="csX0" fmla="*/ 148958 w 156941"/>
                <a:gd name="csY0" fmla="*/ 10439 h 56739"/>
                <a:gd name="csX1" fmla="*/ 157061 w 156941"/>
                <a:gd name="csY1" fmla="*/ 5166 h 56739"/>
                <a:gd name="csX2" fmla="*/ 149171 w 156941"/>
                <a:gd name="csY2" fmla="*/ 103 h 56739"/>
                <a:gd name="csX3" fmla="*/ 8010 w 156941"/>
                <a:gd name="csY3" fmla="*/ 103 h 56739"/>
                <a:gd name="csX4" fmla="*/ 120 w 156941"/>
                <a:gd name="csY4" fmla="*/ 5166 h 56739"/>
                <a:gd name="csX5" fmla="*/ 8223 w 156941"/>
                <a:gd name="csY5" fmla="*/ 10439 h 56739"/>
                <a:gd name="csX6" fmla="*/ 148958 w 156941"/>
                <a:gd name="csY6" fmla="*/ 10439 h 56739"/>
                <a:gd name="csX7" fmla="*/ 149171 w 156941"/>
                <a:gd name="csY7" fmla="*/ 56843 h 56739"/>
                <a:gd name="csX8" fmla="*/ 157061 w 156941"/>
                <a:gd name="csY8" fmla="*/ 51781 h 56739"/>
                <a:gd name="csX9" fmla="*/ 148958 w 156941"/>
                <a:gd name="csY9" fmla="*/ 46507 h 56739"/>
                <a:gd name="csX10" fmla="*/ 8223 w 156941"/>
                <a:gd name="csY10" fmla="*/ 46507 h 56739"/>
                <a:gd name="csX11" fmla="*/ 120 w 156941"/>
                <a:gd name="csY11" fmla="*/ 51781 h 56739"/>
                <a:gd name="csX12" fmla="*/ 8010 w 156941"/>
                <a:gd name="csY12" fmla="*/ 56843 h 56739"/>
                <a:gd name="csX13" fmla="*/ 149171 w 156941"/>
                <a:gd name="csY13" fmla="*/ 56843 h 567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941" h="56739">
                  <a:moveTo>
                    <a:pt x="148958" y="10439"/>
                  </a:moveTo>
                  <a:cubicBezTo>
                    <a:pt x="152157" y="10439"/>
                    <a:pt x="157061" y="10439"/>
                    <a:pt x="157061" y="5166"/>
                  </a:cubicBezTo>
                  <a:cubicBezTo>
                    <a:pt x="157061" y="103"/>
                    <a:pt x="151944" y="103"/>
                    <a:pt x="149171" y="103"/>
                  </a:cubicBezTo>
                  <a:lnTo>
                    <a:pt x="8010" y="103"/>
                  </a:lnTo>
                  <a:cubicBezTo>
                    <a:pt x="5237" y="103"/>
                    <a:pt x="120" y="103"/>
                    <a:pt x="120" y="5166"/>
                  </a:cubicBezTo>
                  <a:cubicBezTo>
                    <a:pt x="120" y="10439"/>
                    <a:pt x="5024" y="10439"/>
                    <a:pt x="8223" y="10439"/>
                  </a:cubicBezTo>
                  <a:lnTo>
                    <a:pt x="148958" y="10439"/>
                  </a:lnTo>
                  <a:close/>
                  <a:moveTo>
                    <a:pt x="149171" y="56843"/>
                  </a:moveTo>
                  <a:cubicBezTo>
                    <a:pt x="151944" y="56843"/>
                    <a:pt x="157061" y="56843"/>
                    <a:pt x="157061" y="51781"/>
                  </a:cubicBezTo>
                  <a:cubicBezTo>
                    <a:pt x="157061" y="46507"/>
                    <a:pt x="152157" y="46507"/>
                    <a:pt x="148958" y="46507"/>
                  </a:cubicBezTo>
                  <a:lnTo>
                    <a:pt x="8223" y="46507"/>
                  </a:lnTo>
                  <a:cubicBezTo>
                    <a:pt x="5024" y="46507"/>
                    <a:pt x="120" y="46507"/>
                    <a:pt x="120" y="51781"/>
                  </a:cubicBezTo>
                  <a:cubicBezTo>
                    <a:pt x="120" y="56843"/>
                    <a:pt x="5237" y="56843"/>
                    <a:pt x="8010" y="56843"/>
                  </a:cubicBezTo>
                  <a:lnTo>
                    <a:pt x="149171" y="5684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FCBA6502-007A-70AF-D975-89744F855E2D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7391195" y="6108557"/>
              <a:ext cx="77617" cy="140056"/>
            </a:xfrm>
            <a:custGeom>
              <a:avLst/>
              <a:gdLst>
                <a:gd name="csX0" fmla="*/ 48317 w 77617"/>
                <a:gd name="csY0" fmla="*/ 6009 h 140056"/>
                <a:gd name="csX1" fmla="*/ 41920 w 77617"/>
                <a:gd name="csY1" fmla="*/ 103 h 140056"/>
                <a:gd name="csX2" fmla="*/ 126 w 77617"/>
                <a:gd name="csY2" fmla="*/ 13603 h 140056"/>
                <a:gd name="csX3" fmla="*/ 126 w 77617"/>
                <a:gd name="csY3" fmla="*/ 21196 h 140056"/>
                <a:gd name="csX4" fmla="*/ 31045 w 77617"/>
                <a:gd name="csY4" fmla="*/ 15290 h 140056"/>
                <a:gd name="csX5" fmla="*/ 31045 w 77617"/>
                <a:gd name="csY5" fmla="*/ 122863 h 140056"/>
                <a:gd name="csX6" fmla="*/ 9722 w 77617"/>
                <a:gd name="csY6" fmla="*/ 132566 h 140056"/>
                <a:gd name="csX7" fmla="*/ 1619 w 77617"/>
                <a:gd name="csY7" fmla="*/ 132566 h 140056"/>
                <a:gd name="csX8" fmla="*/ 1619 w 77617"/>
                <a:gd name="csY8" fmla="*/ 140159 h 140056"/>
                <a:gd name="csX9" fmla="*/ 39575 w 77617"/>
                <a:gd name="csY9" fmla="*/ 139316 h 140056"/>
                <a:gd name="csX10" fmla="*/ 77744 w 77617"/>
                <a:gd name="csY10" fmla="*/ 140159 h 140056"/>
                <a:gd name="csX11" fmla="*/ 77744 w 77617"/>
                <a:gd name="csY11" fmla="*/ 132566 h 140056"/>
                <a:gd name="csX12" fmla="*/ 69641 w 77617"/>
                <a:gd name="csY12" fmla="*/ 132566 h 140056"/>
                <a:gd name="csX13" fmla="*/ 48317 w 77617"/>
                <a:gd name="csY13" fmla="*/ 122863 h 140056"/>
                <a:gd name="csX14" fmla="*/ 48317 w 77617"/>
                <a:gd name="csY14" fmla="*/ 6009 h 1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617" h="140056">
                  <a:moveTo>
                    <a:pt x="48317" y="6009"/>
                  </a:moveTo>
                  <a:cubicBezTo>
                    <a:pt x="48317" y="314"/>
                    <a:pt x="47891" y="103"/>
                    <a:pt x="41920" y="103"/>
                  </a:cubicBezTo>
                  <a:cubicBezTo>
                    <a:pt x="28273" y="13392"/>
                    <a:pt x="8869" y="13603"/>
                    <a:pt x="126" y="13603"/>
                  </a:cubicBezTo>
                  <a:lnTo>
                    <a:pt x="126" y="21196"/>
                  </a:lnTo>
                  <a:cubicBezTo>
                    <a:pt x="5244" y="21196"/>
                    <a:pt x="19317" y="21196"/>
                    <a:pt x="31045" y="15290"/>
                  </a:cubicBezTo>
                  <a:lnTo>
                    <a:pt x="31045" y="122863"/>
                  </a:lnTo>
                  <a:cubicBezTo>
                    <a:pt x="31045" y="129824"/>
                    <a:pt x="31045" y="132566"/>
                    <a:pt x="9722" y="132566"/>
                  </a:cubicBezTo>
                  <a:lnTo>
                    <a:pt x="1619" y="132566"/>
                  </a:lnTo>
                  <a:lnTo>
                    <a:pt x="1619" y="140159"/>
                  </a:lnTo>
                  <a:cubicBezTo>
                    <a:pt x="5457" y="139948"/>
                    <a:pt x="31685" y="139316"/>
                    <a:pt x="39575" y="139316"/>
                  </a:cubicBezTo>
                  <a:cubicBezTo>
                    <a:pt x="46185" y="139316"/>
                    <a:pt x="73052" y="139948"/>
                    <a:pt x="77744" y="140159"/>
                  </a:cubicBezTo>
                  <a:lnTo>
                    <a:pt x="77744" y="132566"/>
                  </a:lnTo>
                  <a:lnTo>
                    <a:pt x="69641" y="132566"/>
                  </a:lnTo>
                  <a:cubicBezTo>
                    <a:pt x="48317" y="132566"/>
                    <a:pt x="48317" y="129824"/>
                    <a:pt x="48317" y="122863"/>
                  </a:cubicBezTo>
                  <a:lnTo>
                    <a:pt x="48317" y="6009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C2748DF5-5CCE-54F1-1595-F22FF7D0F16E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7567189" y="5610470"/>
              <a:ext cx="405452" cy="421855"/>
            </a:xfrm>
            <a:custGeom>
              <a:avLst/>
              <a:gdLst>
                <a:gd name="csX0" fmla="*/ 368725 w 405452"/>
                <a:gd name="csY0" fmla="*/ 421938 h 421855"/>
                <a:gd name="csX1" fmla="*/ 405584 w 405452"/>
                <a:gd name="csY1" fmla="*/ 325514 h 421855"/>
                <a:gd name="csX2" fmla="*/ 397969 w 405452"/>
                <a:gd name="csY2" fmla="*/ 325514 h 421855"/>
                <a:gd name="csX3" fmla="*/ 318767 w 405452"/>
                <a:gd name="csY3" fmla="*/ 386382 h 421855"/>
                <a:gd name="csX4" fmla="*/ 224029 w 405452"/>
                <a:gd name="csY4" fmla="*/ 395723 h 421855"/>
                <a:gd name="csX5" fmla="*/ 40342 w 405452"/>
                <a:gd name="csY5" fmla="*/ 395723 h 421855"/>
                <a:gd name="csX6" fmla="*/ 195395 w 405452"/>
                <a:gd name="csY6" fmla="*/ 215831 h 421855"/>
                <a:gd name="csX7" fmla="*/ 198136 w 405452"/>
                <a:gd name="csY7" fmla="*/ 211010 h 421855"/>
                <a:gd name="csX8" fmla="*/ 196004 w 405452"/>
                <a:gd name="csY8" fmla="*/ 206490 h 421855"/>
                <a:gd name="csX9" fmla="*/ 54050 w 405452"/>
                <a:gd name="csY9" fmla="*/ 14546 h 421855"/>
                <a:gd name="csX10" fmla="*/ 220983 w 405452"/>
                <a:gd name="csY10" fmla="*/ 14546 h 421855"/>
                <a:gd name="csX11" fmla="*/ 292265 w 405452"/>
                <a:gd name="csY11" fmla="*/ 19367 h 421855"/>
                <a:gd name="csX12" fmla="*/ 359281 w 405452"/>
                <a:gd name="csY12" fmla="*/ 41966 h 421855"/>
                <a:gd name="csX13" fmla="*/ 397969 w 405452"/>
                <a:gd name="csY13" fmla="*/ 84755 h 421855"/>
                <a:gd name="csX14" fmla="*/ 405584 w 405452"/>
                <a:gd name="csY14" fmla="*/ 84755 h 421855"/>
                <a:gd name="csX15" fmla="*/ 368725 w 405452"/>
                <a:gd name="csY15" fmla="*/ 82 h 421855"/>
                <a:gd name="csX16" fmla="*/ 8661 w 405452"/>
                <a:gd name="csY16" fmla="*/ 82 h 421855"/>
                <a:gd name="csX17" fmla="*/ 436 w 405452"/>
                <a:gd name="csY17" fmla="*/ 2191 h 421855"/>
                <a:gd name="csX18" fmla="*/ 132 w 405452"/>
                <a:gd name="csY18" fmla="*/ 12135 h 421855"/>
                <a:gd name="csX19" fmla="*/ 161277 w 405452"/>
                <a:gd name="csY19" fmla="*/ 230295 h 421855"/>
                <a:gd name="csX20" fmla="*/ 3483 w 405452"/>
                <a:gd name="csY20" fmla="*/ 413200 h 421855"/>
                <a:gd name="csX21" fmla="*/ 436 w 405452"/>
                <a:gd name="csY21" fmla="*/ 418623 h 421855"/>
                <a:gd name="csX22" fmla="*/ 8661 w 405452"/>
                <a:gd name="csY22" fmla="*/ 421938 h 421855"/>
                <a:gd name="csX23" fmla="*/ 368725 w 405452"/>
                <a:gd name="csY23" fmla="*/ 421938 h 421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5452" h="421855">
                  <a:moveTo>
                    <a:pt x="368725" y="421938"/>
                  </a:moveTo>
                  <a:lnTo>
                    <a:pt x="405584" y="325514"/>
                  </a:lnTo>
                  <a:lnTo>
                    <a:pt x="397969" y="325514"/>
                  </a:lnTo>
                  <a:cubicBezTo>
                    <a:pt x="386088" y="356852"/>
                    <a:pt x="353798" y="377342"/>
                    <a:pt x="318767" y="386382"/>
                  </a:cubicBezTo>
                  <a:cubicBezTo>
                    <a:pt x="312370" y="387888"/>
                    <a:pt x="282517" y="395723"/>
                    <a:pt x="224029" y="395723"/>
                  </a:cubicBezTo>
                  <a:lnTo>
                    <a:pt x="40342" y="395723"/>
                  </a:lnTo>
                  <a:lnTo>
                    <a:pt x="195395" y="215831"/>
                  </a:lnTo>
                  <a:cubicBezTo>
                    <a:pt x="197527" y="213421"/>
                    <a:pt x="198136" y="212517"/>
                    <a:pt x="198136" y="211010"/>
                  </a:cubicBezTo>
                  <a:cubicBezTo>
                    <a:pt x="198136" y="210407"/>
                    <a:pt x="198136" y="209503"/>
                    <a:pt x="196004" y="206490"/>
                  </a:cubicBezTo>
                  <a:lnTo>
                    <a:pt x="54050" y="14546"/>
                  </a:lnTo>
                  <a:lnTo>
                    <a:pt x="220983" y="14546"/>
                  </a:lnTo>
                  <a:cubicBezTo>
                    <a:pt x="261802" y="14546"/>
                    <a:pt x="289523" y="18764"/>
                    <a:pt x="292265" y="19367"/>
                  </a:cubicBezTo>
                  <a:cubicBezTo>
                    <a:pt x="308714" y="21778"/>
                    <a:pt x="335216" y="26900"/>
                    <a:pt x="359281" y="41966"/>
                  </a:cubicBezTo>
                  <a:cubicBezTo>
                    <a:pt x="366897" y="46788"/>
                    <a:pt x="387611" y="60347"/>
                    <a:pt x="397969" y="84755"/>
                  </a:cubicBezTo>
                  <a:lnTo>
                    <a:pt x="405584" y="84755"/>
                  </a:lnTo>
                  <a:lnTo>
                    <a:pt x="368725" y="82"/>
                  </a:lnTo>
                  <a:lnTo>
                    <a:pt x="8661" y="82"/>
                  </a:lnTo>
                  <a:cubicBezTo>
                    <a:pt x="1655" y="82"/>
                    <a:pt x="1350" y="384"/>
                    <a:pt x="436" y="2191"/>
                  </a:cubicBezTo>
                  <a:cubicBezTo>
                    <a:pt x="132" y="3095"/>
                    <a:pt x="132" y="8821"/>
                    <a:pt x="132" y="12135"/>
                  </a:cubicBezTo>
                  <a:lnTo>
                    <a:pt x="161277" y="230295"/>
                  </a:lnTo>
                  <a:lnTo>
                    <a:pt x="3483" y="413200"/>
                  </a:lnTo>
                  <a:cubicBezTo>
                    <a:pt x="436" y="416815"/>
                    <a:pt x="436" y="418322"/>
                    <a:pt x="436" y="418623"/>
                  </a:cubicBezTo>
                  <a:cubicBezTo>
                    <a:pt x="436" y="421938"/>
                    <a:pt x="3178" y="421938"/>
                    <a:pt x="8661" y="421938"/>
                  </a:cubicBezTo>
                  <a:lnTo>
                    <a:pt x="368725" y="421938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BC05F176-E387-EBDE-A487-48C204124EE9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547611" y="6149605"/>
              <a:ext cx="130713" cy="93652"/>
            </a:xfrm>
            <a:custGeom>
              <a:avLst/>
              <a:gdLst>
                <a:gd name="csX0" fmla="*/ 76896 w 130713"/>
                <a:gd name="csY0" fmla="*/ 42711 h 93652"/>
                <a:gd name="csX1" fmla="*/ 106323 w 130713"/>
                <a:gd name="csY1" fmla="*/ 13392 h 93652"/>
                <a:gd name="csX2" fmla="*/ 126154 w 130713"/>
                <a:gd name="csY2" fmla="*/ 11915 h 93652"/>
                <a:gd name="csX3" fmla="*/ 126154 w 130713"/>
                <a:gd name="csY3" fmla="*/ 103 h 93652"/>
                <a:gd name="csX4" fmla="*/ 105470 w 130713"/>
                <a:gd name="csY4" fmla="*/ 947 h 93652"/>
                <a:gd name="csX5" fmla="*/ 81801 w 130713"/>
                <a:gd name="csY5" fmla="*/ 103 h 93652"/>
                <a:gd name="csX6" fmla="*/ 81801 w 130713"/>
                <a:gd name="csY6" fmla="*/ 11915 h 93652"/>
                <a:gd name="csX7" fmla="*/ 87558 w 130713"/>
                <a:gd name="csY7" fmla="*/ 13181 h 93652"/>
                <a:gd name="csX8" fmla="*/ 67514 w 130713"/>
                <a:gd name="csY8" fmla="*/ 33219 h 93652"/>
                <a:gd name="csX9" fmla="*/ 46830 w 130713"/>
                <a:gd name="csY9" fmla="*/ 11915 h 93652"/>
                <a:gd name="csX10" fmla="*/ 52587 w 130713"/>
                <a:gd name="csY10" fmla="*/ 11915 h 93652"/>
                <a:gd name="csX11" fmla="*/ 52587 w 130713"/>
                <a:gd name="csY11" fmla="*/ 103 h 93652"/>
                <a:gd name="csX12" fmla="*/ 25507 w 130713"/>
                <a:gd name="csY12" fmla="*/ 947 h 93652"/>
                <a:gd name="csX13" fmla="*/ 1411 w 130713"/>
                <a:gd name="csY13" fmla="*/ 103 h 93652"/>
                <a:gd name="csX14" fmla="*/ 1411 w 130713"/>
                <a:gd name="csY14" fmla="*/ 11915 h 93652"/>
                <a:gd name="csX15" fmla="*/ 17404 w 130713"/>
                <a:gd name="csY15" fmla="*/ 11915 h 93652"/>
                <a:gd name="csX16" fmla="*/ 52374 w 130713"/>
                <a:gd name="csY16" fmla="*/ 47984 h 93652"/>
                <a:gd name="csX17" fmla="*/ 21668 w 130713"/>
                <a:gd name="csY17" fmla="*/ 78568 h 93652"/>
                <a:gd name="csX18" fmla="*/ 12073 w 130713"/>
                <a:gd name="csY18" fmla="*/ 81732 h 93652"/>
                <a:gd name="csX19" fmla="*/ 132 w 130713"/>
                <a:gd name="csY19" fmla="*/ 81943 h 93652"/>
                <a:gd name="csX20" fmla="*/ 132 w 130713"/>
                <a:gd name="csY20" fmla="*/ 93755 h 93652"/>
                <a:gd name="csX21" fmla="*/ 20815 w 130713"/>
                <a:gd name="csY21" fmla="*/ 92911 h 93652"/>
                <a:gd name="csX22" fmla="*/ 44485 w 130713"/>
                <a:gd name="csY22" fmla="*/ 93755 h 93652"/>
                <a:gd name="csX23" fmla="*/ 44485 w 130713"/>
                <a:gd name="csY23" fmla="*/ 81943 h 93652"/>
                <a:gd name="csX24" fmla="*/ 38727 w 130713"/>
                <a:gd name="csY24" fmla="*/ 80467 h 93652"/>
                <a:gd name="csX25" fmla="*/ 61757 w 130713"/>
                <a:gd name="csY25" fmla="*/ 57686 h 93652"/>
                <a:gd name="csX26" fmla="*/ 85426 w 130713"/>
                <a:gd name="csY26" fmla="*/ 81943 h 93652"/>
                <a:gd name="csX27" fmla="*/ 79882 w 130713"/>
                <a:gd name="csY27" fmla="*/ 81943 h 93652"/>
                <a:gd name="csX28" fmla="*/ 79882 w 130713"/>
                <a:gd name="csY28" fmla="*/ 93755 h 93652"/>
                <a:gd name="csX29" fmla="*/ 106963 w 130713"/>
                <a:gd name="csY29" fmla="*/ 92911 h 93652"/>
                <a:gd name="csX30" fmla="*/ 130845 w 130713"/>
                <a:gd name="csY30" fmla="*/ 93755 h 93652"/>
                <a:gd name="csX31" fmla="*/ 130845 w 130713"/>
                <a:gd name="csY31" fmla="*/ 81943 h 93652"/>
                <a:gd name="csX32" fmla="*/ 115066 w 130713"/>
                <a:gd name="csY32" fmla="*/ 81943 h 93652"/>
                <a:gd name="csX33" fmla="*/ 76896 w 130713"/>
                <a:gd name="csY33" fmla="*/ 42711 h 936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130713" h="93652">
                  <a:moveTo>
                    <a:pt x="76896" y="42711"/>
                  </a:moveTo>
                  <a:lnTo>
                    <a:pt x="106323" y="13392"/>
                  </a:lnTo>
                  <a:cubicBezTo>
                    <a:pt x="111440" y="11915"/>
                    <a:pt x="116985" y="11915"/>
                    <a:pt x="126154" y="11915"/>
                  </a:cubicBezTo>
                  <a:lnTo>
                    <a:pt x="126154" y="103"/>
                  </a:lnTo>
                  <a:cubicBezTo>
                    <a:pt x="119330" y="736"/>
                    <a:pt x="112293" y="947"/>
                    <a:pt x="105470" y="947"/>
                  </a:cubicBezTo>
                  <a:cubicBezTo>
                    <a:pt x="98220" y="947"/>
                    <a:pt x="83507" y="314"/>
                    <a:pt x="81801" y="103"/>
                  </a:cubicBezTo>
                  <a:lnTo>
                    <a:pt x="81801" y="11915"/>
                  </a:lnTo>
                  <a:cubicBezTo>
                    <a:pt x="84573" y="11915"/>
                    <a:pt x="86065" y="12337"/>
                    <a:pt x="87558" y="13181"/>
                  </a:cubicBezTo>
                  <a:lnTo>
                    <a:pt x="67514" y="33219"/>
                  </a:lnTo>
                  <a:lnTo>
                    <a:pt x="46830" y="11915"/>
                  </a:lnTo>
                  <a:lnTo>
                    <a:pt x="52587" y="11915"/>
                  </a:lnTo>
                  <a:lnTo>
                    <a:pt x="52587" y="103"/>
                  </a:lnTo>
                  <a:cubicBezTo>
                    <a:pt x="51308" y="103"/>
                    <a:pt x="34462" y="947"/>
                    <a:pt x="25507" y="947"/>
                  </a:cubicBezTo>
                  <a:cubicBezTo>
                    <a:pt x="17404" y="947"/>
                    <a:pt x="9514" y="736"/>
                    <a:pt x="1411" y="103"/>
                  </a:cubicBezTo>
                  <a:lnTo>
                    <a:pt x="1411" y="11915"/>
                  </a:lnTo>
                  <a:lnTo>
                    <a:pt x="17404" y="11915"/>
                  </a:lnTo>
                  <a:lnTo>
                    <a:pt x="52374" y="47984"/>
                  </a:lnTo>
                  <a:lnTo>
                    <a:pt x="21668" y="78568"/>
                  </a:lnTo>
                  <a:cubicBezTo>
                    <a:pt x="18896" y="81099"/>
                    <a:pt x="18683" y="81310"/>
                    <a:pt x="12073" y="81732"/>
                  </a:cubicBezTo>
                  <a:cubicBezTo>
                    <a:pt x="8661" y="81943"/>
                    <a:pt x="1198" y="81943"/>
                    <a:pt x="132" y="81943"/>
                  </a:cubicBezTo>
                  <a:lnTo>
                    <a:pt x="132" y="93755"/>
                  </a:lnTo>
                  <a:cubicBezTo>
                    <a:pt x="6955" y="93122"/>
                    <a:pt x="13992" y="92911"/>
                    <a:pt x="20815" y="92911"/>
                  </a:cubicBezTo>
                  <a:cubicBezTo>
                    <a:pt x="26573" y="92911"/>
                    <a:pt x="41712" y="93544"/>
                    <a:pt x="44485" y="93755"/>
                  </a:cubicBezTo>
                  <a:lnTo>
                    <a:pt x="44485" y="81943"/>
                  </a:lnTo>
                  <a:cubicBezTo>
                    <a:pt x="41073" y="81943"/>
                    <a:pt x="40220" y="81521"/>
                    <a:pt x="38727" y="80467"/>
                  </a:cubicBezTo>
                  <a:lnTo>
                    <a:pt x="61757" y="57686"/>
                  </a:lnTo>
                  <a:lnTo>
                    <a:pt x="85426" y="81943"/>
                  </a:lnTo>
                  <a:lnTo>
                    <a:pt x="79882" y="81943"/>
                  </a:lnTo>
                  <a:lnTo>
                    <a:pt x="79882" y="93755"/>
                  </a:lnTo>
                  <a:cubicBezTo>
                    <a:pt x="80095" y="93755"/>
                    <a:pt x="97154" y="92911"/>
                    <a:pt x="106963" y="92911"/>
                  </a:cubicBezTo>
                  <a:cubicBezTo>
                    <a:pt x="114852" y="92911"/>
                    <a:pt x="122955" y="93122"/>
                    <a:pt x="130845" y="93755"/>
                  </a:cubicBezTo>
                  <a:lnTo>
                    <a:pt x="130845" y="81943"/>
                  </a:lnTo>
                  <a:lnTo>
                    <a:pt x="115066" y="81943"/>
                  </a:lnTo>
                  <a:lnTo>
                    <a:pt x="76896" y="4271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3D0AE21D-E67B-2E7F-4D73-9C9BB0885FD5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707512" y="6173048"/>
              <a:ext cx="62599" cy="100341"/>
            </a:xfrm>
            <a:custGeom>
              <a:avLst/>
              <a:gdLst>
                <a:gd name="csX0" fmla="*/ 38976 w 62599"/>
                <a:gd name="csY0" fmla="*/ 4624 h 100341"/>
                <a:gd name="csX1" fmla="*/ 33492 w 62599"/>
                <a:gd name="csY1" fmla="*/ 104 h 100341"/>
                <a:gd name="csX2" fmla="*/ 2726 w 62599"/>
                <a:gd name="csY2" fmla="*/ 9747 h 100341"/>
                <a:gd name="csX3" fmla="*/ 136 w 62599"/>
                <a:gd name="csY3" fmla="*/ 9747 h 100341"/>
                <a:gd name="csX4" fmla="*/ 136 w 62599"/>
                <a:gd name="csY4" fmla="*/ 16376 h 100341"/>
                <a:gd name="csX5" fmla="*/ 2726 w 62599"/>
                <a:gd name="csY5" fmla="*/ 16376 h 100341"/>
                <a:gd name="csX6" fmla="*/ 24963 w 62599"/>
                <a:gd name="csY6" fmla="*/ 12157 h 100341"/>
                <a:gd name="csX7" fmla="*/ 24963 w 62599"/>
                <a:gd name="csY7" fmla="*/ 87489 h 100341"/>
                <a:gd name="csX8" fmla="*/ 8818 w 62599"/>
                <a:gd name="csY8" fmla="*/ 93816 h 100341"/>
                <a:gd name="csX9" fmla="*/ 1202 w 62599"/>
                <a:gd name="csY9" fmla="*/ 93816 h 100341"/>
                <a:gd name="csX10" fmla="*/ 1202 w 62599"/>
                <a:gd name="csY10" fmla="*/ 100446 h 100341"/>
                <a:gd name="csX11" fmla="*/ 31969 w 62599"/>
                <a:gd name="csY11" fmla="*/ 99843 h 100341"/>
                <a:gd name="csX12" fmla="*/ 62736 w 62599"/>
                <a:gd name="csY12" fmla="*/ 100446 h 100341"/>
                <a:gd name="csX13" fmla="*/ 62736 w 62599"/>
                <a:gd name="csY13" fmla="*/ 93816 h 100341"/>
                <a:gd name="csX14" fmla="*/ 55121 w 62599"/>
                <a:gd name="csY14" fmla="*/ 93816 h 100341"/>
                <a:gd name="csX15" fmla="*/ 38976 w 62599"/>
                <a:gd name="csY15" fmla="*/ 87489 h 100341"/>
                <a:gd name="csX16" fmla="*/ 38976 w 62599"/>
                <a:gd name="csY16" fmla="*/ 4624 h 1003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2599" h="100341">
                  <a:moveTo>
                    <a:pt x="38976" y="4624"/>
                  </a:moveTo>
                  <a:cubicBezTo>
                    <a:pt x="38976" y="104"/>
                    <a:pt x="38519" y="104"/>
                    <a:pt x="33492" y="104"/>
                  </a:cubicBezTo>
                  <a:cubicBezTo>
                    <a:pt x="22678" y="9747"/>
                    <a:pt x="5772" y="9747"/>
                    <a:pt x="2726" y="9747"/>
                  </a:cubicBezTo>
                  <a:lnTo>
                    <a:pt x="136" y="9747"/>
                  </a:lnTo>
                  <a:lnTo>
                    <a:pt x="136" y="16376"/>
                  </a:lnTo>
                  <a:lnTo>
                    <a:pt x="2726" y="16376"/>
                  </a:lnTo>
                  <a:cubicBezTo>
                    <a:pt x="6229" y="16376"/>
                    <a:pt x="16129" y="15924"/>
                    <a:pt x="24963" y="12157"/>
                  </a:cubicBezTo>
                  <a:lnTo>
                    <a:pt x="24963" y="87489"/>
                  </a:lnTo>
                  <a:cubicBezTo>
                    <a:pt x="24963" y="92159"/>
                    <a:pt x="24963" y="93816"/>
                    <a:pt x="8818" y="93816"/>
                  </a:cubicBezTo>
                  <a:lnTo>
                    <a:pt x="1202" y="93816"/>
                  </a:lnTo>
                  <a:lnTo>
                    <a:pt x="1202" y="100446"/>
                  </a:lnTo>
                  <a:cubicBezTo>
                    <a:pt x="9580" y="99843"/>
                    <a:pt x="23135" y="99843"/>
                    <a:pt x="31969" y="99843"/>
                  </a:cubicBezTo>
                  <a:cubicBezTo>
                    <a:pt x="40803" y="99843"/>
                    <a:pt x="54359" y="99843"/>
                    <a:pt x="62736" y="100446"/>
                  </a:cubicBezTo>
                  <a:lnTo>
                    <a:pt x="62736" y="93816"/>
                  </a:lnTo>
                  <a:lnTo>
                    <a:pt x="55121" y="93816"/>
                  </a:lnTo>
                  <a:cubicBezTo>
                    <a:pt x="38976" y="93816"/>
                    <a:pt x="38976" y="92159"/>
                    <a:pt x="38976" y="87489"/>
                  </a:cubicBezTo>
                  <a:lnTo>
                    <a:pt x="38976" y="4624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3C72A930-D2FE-AEBC-612E-14757AEBA750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810713" y="6208454"/>
              <a:ext cx="18581" cy="64935"/>
            </a:xfrm>
            <a:custGeom>
              <a:avLst/>
              <a:gdLst>
                <a:gd name="csX0" fmla="*/ 18722 w 18581"/>
                <a:gd name="csY0" fmla="*/ 9295 h 64935"/>
                <a:gd name="csX1" fmla="*/ 9431 w 18581"/>
                <a:gd name="csY1" fmla="*/ 104 h 64935"/>
                <a:gd name="csX2" fmla="*/ 140 w 18581"/>
                <a:gd name="csY2" fmla="*/ 9295 h 64935"/>
                <a:gd name="csX3" fmla="*/ 9431 w 18581"/>
                <a:gd name="csY3" fmla="*/ 18485 h 64935"/>
                <a:gd name="csX4" fmla="*/ 18722 w 18581"/>
                <a:gd name="csY4" fmla="*/ 9295 h 64935"/>
                <a:gd name="csX5" fmla="*/ 18722 w 18581"/>
                <a:gd name="csY5" fmla="*/ 55849 h 64935"/>
                <a:gd name="csX6" fmla="*/ 9431 w 18581"/>
                <a:gd name="csY6" fmla="*/ 46659 h 64935"/>
                <a:gd name="csX7" fmla="*/ 140 w 18581"/>
                <a:gd name="csY7" fmla="*/ 55849 h 64935"/>
                <a:gd name="csX8" fmla="*/ 9431 w 18581"/>
                <a:gd name="csY8" fmla="*/ 65040 h 64935"/>
                <a:gd name="csX9" fmla="*/ 18722 w 18581"/>
                <a:gd name="csY9" fmla="*/ 55849 h 64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8581" h="64935">
                  <a:moveTo>
                    <a:pt x="18722" y="9295"/>
                  </a:moveTo>
                  <a:cubicBezTo>
                    <a:pt x="18722" y="4172"/>
                    <a:pt x="14609" y="104"/>
                    <a:pt x="9431" y="104"/>
                  </a:cubicBezTo>
                  <a:cubicBezTo>
                    <a:pt x="4404" y="104"/>
                    <a:pt x="140" y="4172"/>
                    <a:pt x="140" y="9295"/>
                  </a:cubicBezTo>
                  <a:cubicBezTo>
                    <a:pt x="140" y="14417"/>
                    <a:pt x="4252" y="18485"/>
                    <a:pt x="9431" y="18485"/>
                  </a:cubicBezTo>
                  <a:cubicBezTo>
                    <a:pt x="14457" y="18485"/>
                    <a:pt x="18722" y="14417"/>
                    <a:pt x="18722" y="9295"/>
                  </a:cubicBezTo>
                  <a:close/>
                  <a:moveTo>
                    <a:pt x="18722" y="55849"/>
                  </a:moveTo>
                  <a:cubicBezTo>
                    <a:pt x="18722" y="50727"/>
                    <a:pt x="14609" y="46659"/>
                    <a:pt x="9431" y="46659"/>
                  </a:cubicBezTo>
                  <a:cubicBezTo>
                    <a:pt x="4404" y="46659"/>
                    <a:pt x="140" y="50727"/>
                    <a:pt x="140" y="55849"/>
                  </a:cubicBezTo>
                  <a:cubicBezTo>
                    <a:pt x="140" y="60972"/>
                    <a:pt x="4252" y="65040"/>
                    <a:pt x="9431" y="65040"/>
                  </a:cubicBezTo>
                  <a:cubicBezTo>
                    <a:pt x="14457" y="65040"/>
                    <a:pt x="18722" y="60972"/>
                    <a:pt x="18722" y="55849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F55E7FB9-2A5A-FD1D-1C11-47689F1D0AAD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864598" y="6206797"/>
              <a:ext cx="106617" cy="68250"/>
            </a:xfrm>
            <a:custGeom>
              <a:avLst/>
              <a:gdLst>
                <a:gd name="csX0" fmla="*/ 15982 w 106617"/>
                <a:gd name="csY0" fmla="*/ 51932 h 68250"/>
                <a:gd name="csX1" fmla="*/ 13393 w 106617"/>
                <a:gd name="csY1" fmla="*/ 63081 h 68250"/>
                <a:gd name="csX2" fmla="*/ 19028 w 106617"/>
                <a:gd name="csY2" fmla="*/ 68354 h 68250"/>
                <a:gd name="csX3" fmla="*/ 26339 w 106617"/>
                <a:gd name="csY3" fmla="*/ 63382 h 68250"/>
                <a:gd name="csX4" fmla="*/ 29233 w 106617"/>
                <a:gd name="csY4" fmla="*/ 51631 h 68250"/>
                <a:gd name="csX5" fmla="*/ 34716 w 106617"/>
                <a:gd name="csY5" fmla="*/ 30387 h 68250"/>
                <a:gd name="csX6" fmla="*/ 66245 w 106617"/>
                <a:gd name="csY6" fmla="*/ 5227 h 68250"/>
                <a:gd name="csX7" fmla="*/ 76907 w 106617"/>
                <a:gd name="csY7" fmla="*/ 16074 h 68250"/>
                <a:gd name="csX8" fmla="*/ 67006 w 106617"/>
                <a:gd name="csY8" fmla="*/ 48768 h 68250"/>
                <a:gd name="csX9" fmla="*/ 65483 w 106617"/>
                <a:gd name="csY9" fmla="*/ 55096 h 68250"/>
                <a:gd name="csX10" fmla="*/ 82085 w 106617"/>
                <a:gd name="csY10" fmla="*/ 68354 h 68250"/>
                <a:gd name="csX11" fmla="*/ 106759 w 106617"/>
                <a:gd name="csY11" fmla="*/ 45002 h 68250"/>
                <a:gd name="csX12" fmla="*/ 103561 w 106617"/>
                <a:gd name="csY12" fmla="*/ 42892 h 68250"/>
                <a:gd name="csX13" fmla="*/ 99905 w 106617"/>
                <a:gd name="csY13" fmla="*/ 46358 h 68250"/>
                <a:gd name="csX14" fmla="*/ 82694 w 106617"/>
                <a:gd name="csY14" fmla="*/ 63232 h 68250"/>
                <a:gd name="csX15" fmla="*/ 78125 w 106617"/>
                <a:gd name="csY15" fmla="*/ 57507 h 68250"/>
                <a:gd name="csX16" fmla="*/ 80105 w 106617"/>
                <a:gd name="csY16" fmla="*/ 49522 h 68250"/>
                <a:gd name="csX17" fmla="*/ 89701 w 106617"/>
                <a:gd name="csY17" fmla="*/ 18033 h 68250"/>
                <a:gd name="csX18" fmla="*/ 67159 w 106617"/>
                <a:gd name="csY18" fmla="*/ 104 h 68250"/>
                <a:gd name="csX19" fmla="*/ 38372 w 106617"/>
                <a:gd name="csY19" fmla="*/ 15020 h 68250"/>
                <a:gd name="csX20" fmla="*/ 19790 w 106617"/>
                <a:gd name="csY20" fmla="*/ 104 h 68250"/>
                <a:gd name="csX21" fmla="*/ 142 w 106617"/>
                <a:gd name="csY21" fmla="*/ 23457 h 68250"/>
                <a:gd name="csX22" fmla="*/ 3340 w 106617"/>
                <a:gd name="csY22" fmla="*/ 25566 h 68250"/>
                <a:gd name="csX23" fmla="*/ 6843 w 106617"/>
                <a:gd name="csY23" fmla="*/ 22704 h 68250"/>
                <a:gd name="csX24" fmla="*/ 19028 w 106617"/>
                <a:gd name="csY24" fmla="*/ 5227 h 68250"/>
                <a:gd name="csX25" fmla="*/ 25273 w 106617"/>
                <a:gd name="csY25" fmla="*/ 13212 h 68250"/>
                <a:gd name="csX26" fmla="*/ 22836 w 106617"/>
                <a:gd name="csY26" fmla="*/ 24963 h 68250"/>
                <a:gd name="csX27" fmla="*/ 19485 w 106617"/>
                <a:gd name="csY27" fmla="*/ 38523 h 68250"/>
                <a:gd name="csX28" fmla="*/ 15982 w 106617"/>
                <a:gd name="csY28" fmla="*/ 51932 h 68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06617" h="68250">
                  <a:moveTo>
                    <a:pt x="15982" y="51932"/>
                  </a:moveTo>
                  <a:cubicBezTo>
                    <a:pt x="15068" y="55699"/>
                    <a:pt x="13393" y="62328"/>
                    <a:pt x="13393" y="63081"/>
                  </a:cubicBezTo>
                  <a:cubicBezTo>
                    <a:pt x="13393" y="66396"/>
                    <a:pt x="16134" y="68354"/>
                    <a:pt x="19028" y="68354"/>
                  </a:cubicBezTo>
                  <a:cubicBezTo>
                    <a:pt x="21313" y="68354"/>
                    <a:pt x="24664" y="67149"/>
                    <a:pt x="26339" y="63382"/>
                  </a:cubicBezTo>
                  <a:cubicBezTo>
                    <a:pt x="26492" y="62629"/>
                    <a:pt x="28319" y="55548"/>
                    <a:pt x="29233" y="51631"/>
                  </a:cubicBezTo>
                  <a:cubicBezTo>
                    <a:pt x="34412" y="31291"/>
                    <a:pt x="34412" y="30990"/>
                    <a:pt x="34716" y="30387"/>
                  </a:cubicBezTo>
                  <a:cubicBezTo>
                    <a:pt x="36696" y="26319"/>
                    <a:pt x="47663" y="5227"/>
                    <a:pt x="66245" y="5227"/>
                  </a:cubicBezTo>
                  <a:cubicBezTo>
                    <a:pt x="73708" y="5227"/>
                    <a:pt x="76907" y="9295"/>
                    <a:pt x="76907" y="16074"/>
                  </a:cubicBezTo>
                  <a:cubicBezTo>
                    <a:pt x="76907" y="24662"/>
                    <a:pt x="70509" y="40180"/>
                    <a:pt x="67006" y="48768"/>
                  </a:cubicBezTo>
                  <a:cubicBezTo>
                    <a:pt x="66245" y="50576"/>
                    <a:pt x="65483" y="52535"/>
                    <a:pt x="65483" y="55096"/>
                  </a:cubicBezTo>
                  <a:cubicBezTo>
                    <a:pt x="65483" y="62930"/>
                    <a:pt x="73099" y="68354"/>
                    <a:pt x="82085" y="68354"/>
                  </a:cubicBezTo>
                  <a:cubicBezTo>
                    <a:pt x="98382" y="68354"/>
                    <a:pt x="106759" y="48768"/>
                    <a:pt x="106759" y="45002"/>
                  </a:cubicBezTo>
                  <a:cubicBezTo>
                    <a:pt x="106759" y="42892"/>
                    <a:pt x="104170" y="42892"/>
                    <a:pt x="103561" y="42892"/>
                  </a:cubicBezTo>
                  <a:cubicBezTo>
                    <a:pt x="100972" y="42892"/>
                    <a:pt x="100819" y="43495"/>
                    <a:pt x="99905" y="46358"/>
                  </a:cubicBezTo>
                  <a:cubicBezTo>
                    <a:pt x="97012" y="55397"/>
                    <a:pt x="90005" y="63232"/>
                    <a:pt x="82694" y="63232"/>
                  </a:cubicBezTo>
                  <a:cubicBezTo>
                    <a:pt x="79191" y="63232"/>
                    <a:pt x="78125" y="60821"/>
                    <a:pt x="78125" y="57507"/>
                  </a:cubicBezTo>
                  <a:cubicBezTo>
                    <a:pt x="78125" y="54343"/>
                    <a:pt x="78734" y="52836"/>
                    <a:pt x="80105" y="49522"/>
                  </a:cubicBezTo>
                  <a:cubicBezTo>
                    <a:pt x="82694" y="43495"/>
                    <a:pt x="89701" y="26319"/>
                    <a:pt x="89701" y="18033"/>
                  </a:cubicBezTo>
                  <a:cubicBezTo>
                    <a:pt x="89701" y="6884"/>
                    <a:pt x="81628" y="104"/>
                    <a:pt x="67159" y="104"/>
                  </a:cubicBezTo>
                  <a:cubicBezTo>
                    <a:pt x="53298" y="104"/>
                    <a:pt x="43703" y="8391"/>
                    <a:pt x="38372" y="15020"/>
                  </a:cubicBezTo>
                  <a:cubicBezTo>
                    <a:pt x="37610" y="2665"/>
                    <a:pt x="25425" y="104"/>
                    <a:pt x="19790" y="104"/>
                  </a:cubicBezTo>
                  <a:cubicBezTo>
                    <a:pt x="4559" y="104"/>
                    <a:pt x="142" y="23156"/>
                    <a:pt x="142" y="23457"/>
                  </a:cubicBezTo>
                  <a:cubicBezTo>
                    <a:pt x="142" y="25566"/>
                    <a:pt x="2579" y="25566"/>
                    <a:pt x="3340" y="25566"/>
                  </a:cubicBezTo>
                  <a:cubicBezTo>
                    <a:pt x="5930" y="25566"/>
                    <a:pt x="6234" y="24662"/>
                    <a:pt x="6843" y="22704"/>
                  </a:cubicBezTo>
                  <a:cubicBezTo>
                    <a:pt x="9128" y="13965"/>
                    <a:pt x="12631" y="5227"/>
                    <a:pt x="19028" y="5227"/>
                  </a:cubicBezTo>
                  <a:cubicBezTo>
                    <a:pt x="24207" y="5227"/>
                    <a:pt x="25273" y="10048"/>
                    <a:pt x="25273" y="13212"/>
                  </a:cubicBezTo>
                  <a:cubicBezTo>
                    <a:pt x="25273" y="15321"/>
                    <a:pt x="23750" y="21046"/>
                    <a:pt x="22836" y="24963"/>
                  </a:cubicBezTo>
                  <a:cubicBezTo>
                    <a:pt x="21770" y="29031"/>
                    <a:pt x="20247" y="35209"/>
                    <a:pt x="19485" y="38523"/>
                  </a:cubicBezTo>
                  <a:lnTo>
                    <a:pt x="15982" y="51932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C8A215D-F66D-96B8-D29A-D611F3525850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8063078" y="5690925"/>
              <a:ext cx="217500" cy="205805"/>
            </a:xfrm>
            <a:custGeom>
              <a:avLst/>
              <a:gdLst>
                <a:gd name="csX0" fmla="*/ 80264 w 217500"/>
                <a:gd name="csY0" fmla="*/ 110678 h 205805"/>
                <a:gd name="csX1" fmla="*/ 132050 w 217500"/>
                <a:gd name="csY1" fmla="*/ 110678 h 205805"/>
                <a:gd name="csX2" fmla="*/ 217649 w 217500"/>
                <a:gd name="csY2" fmla="*/ 45592 h 205805"/>
                <a:gd name="csX3" fmla="*/ 157638 w 217500"/>
                <a:gd name="csY3" fmla="*/ 92 h 205805"/>
                <a:gd name="csX4" fmla="*/ 58940 w 217500"/>
                <a:gd name="csY4" fmla="*/ 92 h 205805"/>
                <a:gd name="csX5" fmla="*/ 49802 w 217500"/>
                <a:gd name="csY5" fmla="*/ 5817 h 205805"/>
                <a:gd name="csX6" fmla="*/ 58636 w 217500"/>
                <a:gd name="csY6" fmla="*/ 9433 h 205805"/>
                <a:gd name="csX7" fmla="*/ 71734 w 217500"/>
                <a:gd name="csY7" fmla="*/ 10035 h 205805"/>
                <a:gd name="csX8" fmla="*/ 78436 w 217500"/>
                <a:gd name="csY8" fmla="*/ 14857 h 205805"/>
                <a:gd name="csX9" fmla="*/ 77218 w 217500"/>
                <a:gd name="csY9" fmla="*/ 20582 h 205805"/>
                <a:gd name="csX10" fmla="*/ 36398 w 217500"/>
                <a:gd name="csY10" fmla="*/ 182394 h 205805"/>
                <a:gd name="csX11" fmla="*/ 8678 w 217500"/>
                <a:gd name="csY11" fmla="*/ 196556 h 205805"/>
                <a:gd name="csX12" fmla="*/ 148 w 217500"/>
                <a:gd name="csY12" fmla="*/ 202281 h 205805"/>
                <a:gd name="csX13" fmla="*/ 4718 w 217500"/>
                <a:gd name="csY13" fmla="*/ 205897 h 205805"/>
                <a:gd name="csX14" fmla="*/ 43405 w 217500"/>
                <a:gd name="csY14" fmla="*/ 204993 h 205805"/>
                <a:gd name="csX15" fmla="*/ 62900 w 217500"/>
                <a:gd name="csY15" fmla="*/ 205294 h 205805"/>
                <a:gd name="csX16" fmla="*/ 82701 w 217500"/>
                <a:gd name="csY16" fmla="*/ 205897 h 205805"/>
                <a:gd name="csX17" fmla="*/ 88793 w 217500"/>
                <a:gd name="csY17" fmla="*/ 199871 h 205805"/>
                <a:gd name="csX18" fmla="*/ 80264 w 217500"/>
                <a:gd name="csY18" fmla="*/ 196556 h 205805"/>
                <a:gd name="csX19" fmla="*/ 60463 w 217500"/>
                <a:gd name="csY19" fmla="*/ 191132 h 205805"/>
                <a:gd name="csX20" fmla="*/ 61377 w 217500"/>
                <a:gd name="csY20" fmla="*/ 186010 h 205805"/>
                <a:gd name="csX21" fmla="*/ 80264 w 217500"/>
                <a:gd name="csY21" fmla="*/ 110678 h 205805"/>
                <a:gd name="csX22" fmla="*/ 102197 w 217500"/>
                <a:gd name="csY22" fmla="*/ 20883 h 205805"/>
                <a:gd name="csX23" fmla="*/ 118646 w 217500"/>
                <a:gd name="csY23" fmla="*/ 9433 h 205805"/>
                <a:gd name="csX24" fmla="*/ 147890 w 217500"/>
                <a:gd name="csY24" fmla="*/ 9433 h 205805"/>
                <a:gd name="csX25" fmla="*/ 189319 w 217500"/>
                <a:gd name="csY25" fmla="*/ 38360 h 205805"/>
                <a:gd name="csX26" fmla="*/ 171346 w 217500"/>
                <a:gd name="csY26" fmla="*/ 86873 h 205805"/>
                <a:gd name="csX27" fmla="*/ 124434 w 217500"/>
                <a:gd name="csY27" fmla="*/ 102844 h 205805"/>
                <a:gd name="csX28" fmla="*/ 81482 w 217500"/>
                <a:gd name="csY28" fmla="*/ 102844 h 205805"/>
                <a:gd name="csX29" fmla="*/ 102197 w 217500"/>
                <a:gd name="csY29" fmla="*/ 20883 h 2058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7500" h="205805">
                  <a:moveTo>
                    <a:pt x="80264" y="110678"/>
                  </a:moveTo>
                  <a:lnTo>
                    <a:pt x="132050" y="110678"/>
                  </a:lnTo>
                  <a:cubicBezTo>
                    <a:pt x="175306" y="110678"/>
                    <a:pt x="217649" y="79340"/>
                    <a:pt x="217649" y="45592"/>
                  </a:cubicBezTo>
                  <a:cubicBezTo>
                    <a:pt x="217649" y="22390"/>
                    <a:pt x="197543" y="92"/>
                    <a:pt x="157638" y="92"/>
                  </a:cubicBezTo>
                  <a:lnTo>
                    <a:pt x="58940" y="92"/>
                  </a:lnTo>
                  <a:cubicBezTo>
                    <a:pt x="53153" y="92"/>
                    <a:pt x="49802" y="92"/>
                    <a:pt x="49802" y="5817"/>
                  </a:cubicBezTo>
                  <a:cubicBezTo>
                    <a:pt x="49802" y="9433"/>
                    <a:pt x="52543" y="9433"/>
                    <a:pt x="58636" y="9433"/>
                  </a:cubicBezTo>
                  <a:cubicBezTo>
                    <a:pt x="62596" y="9433"/>
                    <a:pt x="68079" y="9734"/>
                    <a:pt x="71734" y="10035"/>
                  </a:cubicBezTo>
                  <a:cubicBezTo>
                    <a:pt x="76608" y="10638"/>
                    <a:pt x="78436" y="11542"/>
                    <a:pt x="78436" y="14857"/>
                  </a:cubicBezTo>
                  <a:cubicBezTo>
                    <a:pt x="78436" y="16062"/>
                    <a:pt x="78132" y="16966"/>
                    <a:pt x="77218" y="20582"/>
                  </a:cubicBezTo>
                  <a:lnTo>
                    <a:pt x="36398" y="182394"/>
                  </a:lnTo>
                  <a:cubicBezTo>
                    <a:pt x="33352" y="194145"/>
                    <a:pt x="32743" y="196556"/>
                    <a:pt x="8678" y="196556"/>
                  </a:cubicBezTo>
                  <a:cubicBezTo>
                    <a:pt x="3499" y="196556"/>
                    <a:pt x="148" y="196556"/>
                    <a:pt x="148" y="202281"/>
                  </a:cubicBezTo>
                  <a:cubicBezTo>
                    <a:pt x="148" y="205897"/>
                    <a:pt x="3804" y="205897"/>
                    <a:pt x="4718" y="205897"/>
                  </a:cubicBezTo>
                  <a:cubicBezTo>
                    <a:pt x="13247" y="205897"/>
                    <a:pt x="34875" y="204993"/>
                    <a:pt x="43405" y="204993"/>
                  </a:cubicBezTo>
                  <a:cubicBezTo>
                    <a:pt x="49802" y="204993"/>
                    <a:pt x="56503" y="205294"/>
                    <a:pt x="62900" y="205294"/>
                  </a:cubicBezTo>
                  <a:cubicBezTo>
                    <a:pt x="69602" y="205294"/>
                    <a:pt x="76304" y="205897"/>
                    <a:pt x="82701" y="205897"/>
                  </a:cubicBezTo>
                  <a:cubicBezTo>
                    <a:pt x="84833" y="205897"/>
                    <a:pt x="88793" y="205897"/>
                    <a:pt x="88793" y="199871"/>
                  </a:cubicBezTo>
                  <a:cubicBezTo>
                    <a:pt x="88793" y="196556"/>
                    <a:pt x="86052" y="196556"/>
                    <a:pt x="80264" y="196556"/>
                  </a:cubicBezTo>
                  <a:cubicBezTo>
                    <a:pt x="68993" y="196556"/>
                    <a:pt x="60463" y="196556"/>
                    <a:pt x="60463" y="191132"/>
                  </a:cubicBezTo>
                  <a:cubicBezTo>
                    <a:pt x="60463" y="189324"/>
                    <a:pt x="61073" y="187818"/>
                    <a:pt x="61377" y="186010"/>
                  </a:cubicBezTo>
                  <a:lnTo>
                    <a:pt x="80264" y="110678"/>
                  </a:lnTo>
                  <a:close/>
                  <a:moveTo>
                    <a:pt x="102197" y="20883"/>
                  </a:moveTo>
                  <a:cubicBezTo>
                    <a:pt x="104938" y="10337"/>
                    <a:pt x="105548" y="9433"/>
                    <a:pt x="118646" y="9433"/>
                  </a:cubicBezTo>
                  <a:lnTo>
                    <a:pt x="147890" y="9433"/>
                  </a:lnTo>
                  <a:cubicBezTo>
                    <a:pt x="173174" y="9433"/>
                    <a:pt x="189319" y="17569"/>
                    <a:pt x="189319" y="38360"/>
                  </a:cubicBezTo>
                  <a:cubicBezTo>
                    <a:pt x="189319" y="50112"/>
                    <a:pt x="183226" y="76026"/>
                    <a:pt x="171346" y="86873"/>
                  </a:cubicBezTo>
                  <a:cubicBezTo>
                    <a:pt x="156115" y="100433"/>
                    <a:pt x="137837" y="102844"/>
                    <a:pt x="124434" y="102844"/>
                  </a:cubicBezTo>
                  <a:lnTo>
                    <a:pt x="81482" y="102844"/>
                  </a:lnTo>
                  <a:lnTo>
                    <a:pt x="102197" y="2088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BD4B3780-BA8A-3A09-5920-635A32B8BC92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318931" y="5670737"/>
              <a:ext cx="70672" cy="301325"/>
            </a:xfrm>
            <a:custGeom>
              <a:avLst/>
              <a:gdLst>
                <a:gd name="csX0" fmla="*/ 70828 w 70672"/>
                <a:gd name="csY0" fmla="*/ 298404 h 301325"/>
                <a:gd name="csX1" fmla="*/ 65650 w 70672"/>
                <a:gd name="csY1" fmla="*/ 291775 h 301325"/>
                <a:gd name="csX2" fmla="*/ 17824 w 70672"/>
                <a:gd name="csY2" fmla="*/ 150754 h 301325"/>
                <a:gd name="csX3" fmla="*/ 66868 w 70672"/>
                <a:gd name="csY3" fmla="*/ 8227 h 301325"/>
                <a:gd name="csX4" fmla="*/ 70828 w 70672"/>
                <a:gd name="csY4" fmla="*/ 3105 h 301325"/>
                <a:gd name="csX5" fmla="*/ 67782 w 70672"/>
                <a:gd name="csY5" fmla="*/ 92 h 301325"/>
                <a:gd name="csX6" fmla="*/ 19347 w 70672"/>
                <a:gd name="csY6" fmla="*/ 58850 h 301325"/>
                <a:gd name="csX7" fmla="*/ 156 w 70672"/>
                <a:gd name="csY7" fmla="*/ 150754 h 301325"/>
                <a:gd name="csX8" fmla="*/ 20261 w 70672"/>
                <a:gd name="csY8" fmla="*/ 244768 h 301325"/>
                <a:gd name="csX9" fmla="*/ 67782 w 70672"/>
                <a:gd name="csY9" fmla="*/ 301417 h 301325"/>
                <a:gd name="csX10" fmla="*/ 70828 w 70672"/>
                <a:gd name="csY10" fmla="*/ 298404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672" h="301325">
                  <a:moveTo>
                    <a:pt x="70828" y="298404"/>
                  </a:moveTo>
                  <a:cubicBezTo>
                    <a:pt x="70828" y="297500"/>
                    <a:pt x="70828" y="296897"/>
                    <a:pt x="65650" y="291775"/>
                  </a:cubicBezTo>
                  <a:cubicBezTo>
                    <a:pt x="27572" y="253808"/>
                    <a:pt x="17824" y="196857"/>
                    <a:pt x="17824" y="150754"/>
                  </a:cubicBezTo>
                  <a:cubicBezTo>
                    <a:pt x="17824" y="98324"/>
                    <a:pt x="29400" y="45893"/>
                    <a:pt x="66868" y="8227"/>
                  </a:cubicBezTo>
                  <a:cubicBezTo>
                    <a:pt x="70828" y="4612"/>
                    <a:pt x="70828" y="4009"/>
                    <a:pt x="70828" y="3105"/>
                  </a:cubicBezTo>
                  <a:cubicBezTo>
                    <a:pt x="70828" y="996"/>
                    <a:pt x="69610" y="92"/>
                    <a:pt x="67782" y="92"/>
                  </a:cubicBezTo>
                  <a:cubicBezTo>
                    <a:pt x="64736" y="92"/>
                    <a:pt x="37320" y="20582"/>
                    <a:pt x="19347" y="58850"/>
                  </a:cubicBezTo>
                  <a:cubicBezTo>
                    <a:pt x="3812" y="91996"/>
                    <a:pt x="156" y="125443"/>
                    <a:pt x="156" y="150754"/>
                  </a:cubicBezTo>
                  <a:cubicBezTo>
                    <a:pt x="156" y="174258"/>
                    <a:pt x="3507" y="210718"/>
                    <a:pt x="20261" y="244768"/>
                  </a:cubicBezTo>
                  <a:cubicBezTo>
                    <a:pt x="38538" y="281831"/>
                    <a:pt x="64736" y="301417"/>
                    <a:pt x="67782" y="301417"/>
                  </a:cubicBezTo>
                  <a:cubicBezTo>
                    <a:pt x="69610" y="301417"/>
                    <a:pt x="70828" y="300513"/>
                    <a:pt x="70828" y="298404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FF440F6D-C4BA-058E-C7A5-F2C8CE371761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413940" y="5762942"/>
              <a:ext cx="171502" cy="133788"/>
            </a:xfrm>
            <a:custGeom>
              <a:avLst/>
              <a:gdLst>
                <a:gd name="csX0" fmla="*/ 98857 w 171502"/>
                <a:gd name="csY0" fmla="*/ 59754 h 133788"/>
                <a:gd name="csX1" fmla="*/ 134498 w 171502"/>
                <a:gd name="csY1" fmla="*/ 20582 h 133788"/>
                <a:gd name="csX2" fmla="*/ 165570 w 171502"/>
                <a:gd name="csY2" fmla="*/ 14254 h 133788"/>
                <a:gd name="csX3" fmla="*/ 165570 w 171502"/>
                <a:gd name="csY3" fmla="*/ 92 h 133788"/>
                <a:gd name="csX4" fmla="*/ 137545 w 171502"/>
                <a:gd name="csY4" fmla="*/ 996 h 133788"/>
                <a:gd name="csX5" fmla="*/ 106168 w 171502"/>
                <a:gd name="csY5" fmla="*/ 92 h 133788"/>
                <a:gd name="csX6" fmla="*/ 106168 w 171502"/>
                <a:gd name="csY6" fmla="*/ 14254 h 133788"/>
                <a:gd name="csX7" fmla="*/ 117744 w 171502"/>
                <a:gd name="csY7" fmla="*/ 16966 h 133788"/>
                <a:gd name="csX8" fmla="*/ 115307 w 171502"/>
                <a:gd name="csY8" fmla="*/ 20582 h 133788"/>
                <a:gd name="csX9" fmla="*/ 89719 w 171502"/>
                <a:gd name="csY9" fmla="*/ 48906 h 133788"/>
                <a:gd name="csX10" fmla="*/ 59866 w 171502"/>
                <a:gd name="csY10" fmla="*/ 14254 h 133788"/>
                <a:gd name="csX11" fmla="*/ 72051 w 171502"/>
                <a:gd name="csY11" fmla="*/ 14254 h 133788"/>
                <a:gd name="csX12" fmla="*/ 72051 w 171502"/>
                <a:gd name="csY12" fmla="*/ 92 h 133788"/>
                <a:gd name="csX13" fmla="*/ 35191 w 171502"/>
                <a:gd name="csY13" fmla="*/ 996 h 133788"/>
                <a:gd name="csX14" fmla="*/ 1683 w 171502"/>
                <a:gd name="csY14" fmla="*/ 92 h 133788"/>
                <a:gd name="csX15" fmla="*/ 1683 w 171502"/>
                <a:gd name="csY15" fmla="*/ 14254 h 133788"/>
                <a:gd name="csX16" fmla="*/ 23311 w 171502"/>
                <a:gd name="csY16" fmla="*/ 14254 h 133788"/>
                <a:gd name="csX17" fmla="*/ 70832 w 171502"/>
                <a:gd name="csY17" fmla="*/ 69698 h 133788"/>
                <a:gd name="csX18" fmla="*/ 30927 w 171502"/>
                <a:gd name="csY18" fmla="*/ 113993 h 133788"/>
                <a:gd name="csX19" fmla="*/ 160 w 171502"/>
                <a:gd name="csY19" fmla="*/ 119718 h 133788"/>
                <a:gd name="csX20" fmla="*/ 160 w 171502"/>
                <a:gd name="csY20" fmla="*/ 133880 h 133788"/>
                <a:gd name="csX21" fmla="*/ 28185 w 171502"/>
                <a:gd name="csY21" fmla="*/ 132976 h 133788"/>
                <a:gd name="csX22" fmla="*/ 59561 w 171502"/>
                <a:gd name="csY22" fmla="*/ 133880 h 133788"/>
                <a:gd name="csX23" fmla="*/ 59561 w 171502"/>
                <a:gd name="csY23" fmla="*/ 119718 h 133788"/>
                <a:gd name="csX24" fmla="*/ 48290 w 171502"/>
                <a:gd name="csY24" fmla="*/ 116403 h 133788"/>
                <a:gd name="csX25" fmla="*/ 50423 w 171502"/>
                <a:gd name="csY25" fmla="*/ 113390 h 133788"/>
                <a:gd name="csX26" fmla="*/ 79971 w 171502"/>
                <a:gd name="csY26" fmla="*/ 80546 h 133788"/>
                <a:gd name="csX27" fmla="*/ 113479 w 171502"/>
                <a:gd name="csY27" fmla="*/ 119718 h 133788"/>
                <a:gd name="csX28" fmla="*/ 101599 w 171502"/>
                <a:gd name="csY28" fmla="*/ 119718 h 133788"/>
                <a:gd name="csX29" fmla="*/ 101599 w 171502"/>
                <a:gd name="csY29" fmla="*/ 133880 h 133788"/>
                <a:gd name="csX30" fmla="*/ 138154 w 171502"/>
                <a:gd name="csY30" fmla="*/ 132976 h 133788"/>
                <a:gd name="csX31" fmla="*/ 171662 w 171502"/>
                <a:gd name="csY31" fmla="*/ 133880 h 133788"/>
                <a:gd name="csX32" fmla="*/ 171662 w 171502"/>
                <a:gd name="csY32" fmla="*/ 119718 h 133788"/>
                <a:gd name="csX33" fmla="*/ 150034 w 171502"/>
                <a:gd name="csY33" fmla="*/ 119718 h 133788"/>
                <a:gd name="csX34" fmla="*/ 98857 w 171502"/>
                <a:gd name="csY34" fmla="*/ 59754 h 13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1502" h="133788">
                  <a:moveTo>
                    <a:pt x="98857" y="59754"/>
                  </a:moveTo>
                  <a:lnTo>
                    <a:pt x="134498" y="20582"/>
                  </a:lnTo>
                  <a:cubicBezTo>
                    <a:pt x="138458" y="16363"/>
                    <a:pt x="140286" y="14254"/>
                    <a:pt x="165570" y="14254"/>
                  </a:cubicBezTo>
                  <a:lnTo>
                    <a:pt x="165570" y="92"/>
                  </a:lnTo>
                  <a:cubicBezTo>
                    <a:pt x="154908" y="694"/>
                    <a:pt x="139068" y="996"/>
                    <a:pt x="137545" y="996"/>
                  </a:cubicBezTo>
                  <a:cubicBezTo>
                    <a:pt x="129929" y="996"/>
                    <a:pt x="114698" y="393"/>
                    <a:pt x="106168" y="92"/>
                  </a:cubicBezTo>
                  <a:lnTo>
                    <a:pt x="106168" y="14254"/>
                  </a:lnTo>
                  <a:cubicBezTo>
                    <a:pt x="110433" y="14254"/>
                    <a:pt x="114089" y="14857"/>
                    <a:pt x="117744" y="16966"/>
                  </a:cubicBezTo>
                  <a:cubicBezTo>
                    <a:pt x="116526" y="18774"/>
                    <a:pt x="116526" y="19376"/>
                    <a:pt x="115307" y="20582"/>
                  </a:cubicBezTo>
                  <a:lnTo>
                    <a:pt x="89719" y="48906"/>
                  </a:lnTo>
                  <a:lnTo>
                    <a:pt x="59866" y="14254"/>
                  </a:lnTo>
                  <a:lnTo>
                    <a:pt x="72051" y="14254"/>
                  </a:lnTo>
                  <a:lnTo>
                    <a:pt x="72051" y="92"/>
                  </a:lnTo>
                  <a:cubicBezTo>
                    <a:pt x="64131" y="393"/>
                    <a:pt x="44939" y="996"/>
                    <a:pt x="35191" y="996"/>
                  </a:cubicBezTo>
                  <a:cubicBezTo>
                    <a:pt x="25444" y="996"/>
                    <a:pt x="11736" y="393"/>
                    <a:pt x="1683" y="92"/>
                  </a:cubicBezTo>
                  <a:lnTo>
                    <a:pt x="1683" y="14254"/>
                  </a:lnTo>
                  <a:lnTo>
                    <a:pt x="23311" y="14254"/>
                  </a:lnTo>
                  <a:lnTo>
                    <a:pt x="70832" y="69698"/>
                  </a:lnTo>
                  <a:lnTo>
                    <a:pt x="30927" y="113993"/>
                  </a:lnTo>
                  <a:cubicBezTo>
                    <a:pt x="25748" y="119718"/>
                    <a:pt x="14782" y="119718"/>
                    <a:pt x="160" y="119718"/>
                  </a:cubicBezTo>
                  <a:lnTo>
                    <a:pt x="160" y="133880"/>
                  </a:lnTo>
                  <a:cubicBezTo>
                    <a:pt x="10822" y="133278"/>
                    <a:pt x="26662" y="132976"/>
                    <a:pt x="28185" y="132976"/>
                  </a:cubicBezTo>
                  <a:cubicBezTo>
                    <a:pt x="35801" y="132976"/>
                    <a:pt x="53469" y="133579"/>
                    <a:pt x="59561" y="133880"/>
                  </a:cubicBezTo>
                  <a:lnTo>
                    <a:pt x="59561" y="119718"/>
                  </a:lnTo>
                  <a:cubicBezTo>
                    <a:pt x="54078" y="119718"/>
                    <a:pt x="48290" y="118211"/>
                    <a:pt x="48290" y="116403"/>
                  </a:cubicBezTo>
                  <a:cubicBezTo>
                    <a:pt x="48290" y="116102"/>
                    <a:pt x="48290" y="115801"/>
                    <a:pt x="50423" y="113390"/>
                  </a:cubicBezTo>
                  <a:lnTo>
                    <a:pt x="79971" y="80546"/>
                  </a:lnTo>
                  <a:lnTo>
                    <a:pt x="113479" y="119718"/>
                  </a:lnTo>
                  <a:lnTo>
                    <a:pt x="101599" y="119718"/>
                  </a:lnTo>
                  <a:lnTo>
                    <a:pt x="101599" y="133880"/>
                  </a:lnTo>
                  <a:cubicBezTo>
                    <a:pt x="109519" y="133579"/>
                    <a:pt x="128101" y="132976"/>
                    <a:pt x="138154" y="132976"/>
                  </a:cubicBezTo>
                  <a:cubicBezTo>
                    <a:pt x="147902" y="132976"/>
                    <a:pt x="161610" y="133579"/>
                    <a:pt x="171662" y="133880"/>
                  </a:cubicBezTo>
                  <a:lnTo>
                    <a:pt x="171662" y="119718"/>
                  </a:lnTo>
                  <a:lnTo>
                    <a:pt x="150034" y="119718"/>
                  </a:lnTo>
                  <a:lnTo>
                    <a:pt x="98857" y="59754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8137CA16-C0A7-2CB6-13B1-D3F5EA8D57A8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615369" y="5801873"/>
              <a:ext cx="77617" cy="140056"/>
            </a:xfrm>
            <a:custGeom>
              <a:avLst/>
              <a:gdLst>
                <a:gd name="csX0" fmla="*/ 48357 w 77617"/>
                <a:gd name="csY0" fmla="*/ 5999 h 140056"/>
                <a:gd name="csX1" fmla="*/ 41960 w 77617"/>
                <a:gd name="csY1" fmla="*/ 93 h 140056"/>
                <a:gd name="csX2" fmla="*/ 166 w 77617"/>
                <a:gd name="csY2" fmla="*/ 13593 h 140056"/>
                <a:gd name="csX3" fmla="*/ 166 w 77617"/>
                <a:gd name="csY3" fmla="*/ 21186 h 140056"/>
                <a:gd name="csX4" fmla="*/ 31085 w 77617"/>
                <a:gd name="csY4" fmla="*/ 15280 h 140056"/>
                <a:gd name="csX5" fmla="*/ 31085 w 77617"/>
                <a:gd name="csY5" fmla="*/ 122853 h 140056"/>
                <a:gd name="csX6" fmla="*/ 9762 w 77617"/>
                <a:gd name="csY6" fmla="*/ 132556 h 140056"/>
                <a:gd name="csX7" fmla="*/ 1659 w 77617"/>
                <a:gd name="csY7" fmla="*/ 132556 h 140056"/>
                <a:gd name="csX8" fmla="*/ 1659 w 77617"/>
                <a:gd name="csY8" fmla="*/ 140149 h 140056"/>
                <a:gd name="csX9" fmla="*/ 39615 w 77617"/>
                <a:gd name="csY9" fmla="*/ 139306 h 140056"/>
                <a:gd name="csX10" fmla="*/ 77784 w 77617"/>
                <a:gd name="csY10" fmla="*/ 140149 h 140056"/>
                <a:gd name="csX11" fmla="*/ 77784 w 77617"/>
                <a:gd name="csY11" fmla="*/ 132556 h 140056"/>
                <a:gd name="csX12" fmla="*/ 69681 w 77617"/>
                <a:gd name="csY12" fmla="*/ 132556 h 140056"/>
                <a:gd name="csX13" fmla="*/ 48357 w 77617"/>
                <a:gd name="csY13" fmla="*/ 122853 h 140056"/>
                <a:gd name="csX14" fmla="*/ 48357 w 77617"/>
                <a:gd name="csY14" fmla="*/ 5999 h 1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617" h="140056">
                  <a:moveTo>
                    <a:pt x="48357" y="5999"/>
                  </a:moveTo>
                  <a:cubicBezTo>
                    <a:pt x="48357" y="304"/>
                    <a:pt x="47931" y="93"/>
                    <a:pt x="41960" y="93"/>
                  </a:cubicBezTo>
                  <a:cubicBezTo>
                    <a:pt x="28313" y="13382"/>
                    <a:pt x="8909" y="13593"/>
                    <a:pt x="166" y="13593"/>
                  </a:cubicBezTo>
                  <a:lnTo>
                    <a:pt x="166" y="21186"/>
                  </a:lnTo>
                  <a:cubicBezTo>
                    <a:pt x="5284" y="21186"/>
                    <a:pt x="19357" y="21186"/>
                    <a:pt x="31085" y="15280"/>
                  </a:cubicBezTo>
                  <a:lnTo>
                    <a:pt x="31085" y="122853"/>
                  </a:lnTo>
                  <a:cubicBezTo>
                    <a:pt x="31085" y="129814"/>
                    <a:pt x="31085" y="132556"/>
                    <a:pt x="9762" y="132556"/>
                  </a:cubicBezTo>
                  <a:lnTo>
                    <a:pt x="1659" y="132556"/>
                  </a:lnTo>
                  <a:lnTo>
                    <a:pt x="1659" y="140149"/>
                  </a:lnTo>
                  <a:cubicBezTo>
                    <a:pt x="5497" y="139938"/>
                    <a:pt x="31725" y="139306"/>
                    <a:pt x="39615" y="139306"/>
                  </a:cubicBezTo>
                  <a:cubicBezTo>
                    <a:pt x="46225" y="139306"/>
                    <a:pt x="73093" y="139938"/>
                    <a:pt x="77784" y="140149"/>
                  </a:cubicBezTo>
                  <a:lnTo>
                    <a:pt x="77784" y="132556"/>
                  </a:lnTo>
                  <a:lnTo>
                    <a:pt x="69681" y="132556"/>
                  </a:lnTo>
                  <a:cubicBezTo>
                    <a:pt x="48357" y="132556"/>
                    <a:pt x="48357" y="129814"/>
                    <a:pt x="48357" y="122853"/>
                  </a:cubicBezTo>
                  <a:lnTo>
                    <a:pt x="48357" y="5999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DFE6A76D-1243-922D-E5CB-FA746F116A6F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735729" y="5851019"/>
              <a:ext cx="24522" cy="90909"/>
            </a:xfrm>
            <a:custGeom>
              <a:avLst/>
              <a:gdLst>
                <a:gd name="csX0" fmla="*/ 24692 w 24522"/>
                <a:gd name="csY0" fmla="*/ 12327 h 90909"/>
                <a:gd name="csX1" fmla="*/ 12538 w 24522"/>
                <a:gd name="csY1" fmla="*/ 93 h 90909"/>
                <a:gd name="csX2" fmla="*/ 170 w 24522"/>
                <a:gd name="csY2" fmla="*/ 12116 h 90909"/>
                <a:gd name="csX3" fmla="*/ 12324 w 24522"/>
                <a:gd name="csY3" fmla="*/ 24350 h 90909"/>
                <a:gd name="csX4" fmla="*/ 24692 w 24522"/>
                <a:gd name="csY4" fmla="*/ 12327 h 90909"/>
                <a:gd name="csX5" fmla="*/ 24692 w 24522"/>
                <a:gd name="csY5" fmla="*/ 78980 h 90909"/>
                <a:gd name="csX6" fmla="*/ 12538 w 24522"/>
                <a:gd name="csY6" fmla="*/ 66746 h 90909"/>
                <a:gd name="csX7" fmla="*/ 170 w 24522"/>
                <a:gd name="csY7" fmla="*/ 78769 h 90909"/>
                <a:gd name="csX8" fmla="*/ 12324 w 24522"/>
                <a:gd name="csY8" fmla="*/ 91003 h 90909"/>
                <a:gd name="csX9" fmla="*/ 24692 w 24522"/>
                <a:gd name="csY9" fmla="*/ 78980 h 909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522" h="90909">
                  <a:moveTo>
                    <a:pt x="24692" y="12327"/>
                  </a:moveTo>
                  <a:cubicBezTo>
                    <a:pt x="24692" y="4945"/>
                    <a:pt x="18721" y="93"/>
                    <a:pt x="12538" y="93"/>
                  </a:cubicBezTo>
                  <a:cubicBezTo>
                    <a:pt x="5074" y="93"/>
                    <a:pt x="170" y="5999"/>
                    <a:pt x="170" y="12116"/>
                  </a:cubicBezTo>
                  <a:cubicBezTo>
                    <a:pt x="170" y="19499"/>
                    <a:pt x="6141" y="24350"/>
                    <a:pt x="12324" y="24350"/>
                  </a:cubicBezTo>
                  <a:cubicBezTo>
                    <a:pt x="19788" y="24350"/>
                    <a:pt x="24692" y="18444"/>
                    <a:pt x="24692" y="12327"/>
                  </a:cubicBezTo>
                  <a:close/>
                  <a:moveTo>
                    <a:pt x="24692" y="78980"/>
                  </a:moveTo>
                  <a:cubicBezTo>
                    <a:pt x="24692" y="71598"/>
                    <a:pt x="18721" y="66746"/>
                    <a:pt x="12538" y="66746"/>
                  </a:cubicBezTo>
                  <a:cubicBezTo>
                    <a:pt x="5074" y="66746"/>
                    <a:pt x="170" y="72652"/>
                    <a:pt x="170" y="78769"/>
                  </a:cubicBezTo>
                  <a:cubicBezTo>
                    <a:pt x="170" y="86152"/>
                    <a:pt x="6141" y="91003"/>
                    <a:pt x="12324" y="91003"/>
                  </a:cubicBezTo>
                  <a:cubicBezTo>
                    <a:pt x="19788" y="91003"/>
                    <a:pt x="24692" y="85097"/>
                    <a:pt x="24692" y="78980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3024285-2DBA-4C78-1E3C-73F2DAC36D2A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8792538" y="5848910"/>
              <a:ext cx="130286" cy="95128"/>
            </a:xfrm>
            <a:custGeom>
              <a:avLst/>
              <a:gdLst>
                <a:gd name="csX0" fmla="*/ 16165 w 130286"/>
                <a:gd name="csY0" fmla="*/ 79824 h 95128"/>
                <a:gd name="csX1" fmla="*/ 14032 w 130286"/>
                <a:gd name="csY1" fmla="*/ 88472 h 95128"/>
                <a:gd name="csX2" fmla="*/ 21283 w 130286"/>
                <a:gd name="csY2" fmla="*/ 95222 h 95128"/>
                <a:gd name="csX3" fmla="*/ 29599 w 130286"/>
                <a:gd name="csY3" fmla="*/ 90581 h 95128"/>
                <a:gd name="csX4" fmla="*/ 33437 w 130286"/>
                <a:gd name="csY4" fmla="*/ 77504 h 95128"/>
                <a:gd name="csX5" fmla="*/ 38128 w 130286"/>
                <a:gd name="csY5" fmla="*/ 58520 h 95128"/>
                <a:gd name="csX6" fmla="*/ 41753 w 130286"/>
                <a:gd name="csY6" fmla="*/ 44388 h 95128"/>
                <a:gd name="csX7" fmla="*/ 50709 w 130286"/>
                <a:gd name="csY7" fmla="*/ 25405 h 95128"/>
                <a:gd name="csX8" fmla="*/ 82694 w 130286"/>
                <a:gd name="csY8" fmla="*/ 5999 h 95128"/>
                <a:gd name="csX9" fmla="*/ 95275 w 130286"/>
                <a:gd name="csY9" fmla="*/ 20764 h 95128"/>
                <a:gd name="csX10" fmla="*/ 82694 w 130286"/>
                <a:gd name="csY10" fmla="*/ 65692 h 95128"/>
                <a:gd name="csX11" fmla="*/ 79496 w 130286"/>
                <a:gd name="csY11" fmla="*/ 77082 h 95128"/>
                <a:gd name="csX12" fmla="*/ 99753 w 130286"/>
                <a:gd name="csY12" fmla="*/ 95222 h 95128"/>
                <a:gd name="csX13" fmla="*/ 130459 w 130286"/>
                <a:gd name="csY13" fmla="*/ 62950 h 95128"/>
                <a:gd name="csX14" fmla="*/ 127047 w 130286"/>
                <a:gd name="csY14" fmla="*/ 60208 h 95128"/>
                <a:gd name="csX15" fmla="*/ 122996 w 130286"/>
                <a:gd name="csY15" fmla="*/ 63793 h 95128"/>
                <a:gd name="csX16" fmla="*/ 100393 w 130286"/>
                <a:gd name="csY16" fmla="*/ 89316 h 95128"/>
                <a:gd name="csX17" fmla="*/ 95062 w 130286"/>
                <a:gd name="csY17" fmla="*/ 81933 h 95128"/>
                <a:gd name="csX18" fmla="*/ 99966 w 130286"/>
                <a:gd name="csY18" fmla="*/ 64848 h 95128"/>
                <a:gd name="csX19" fmla="*/ 111268 w 130286"/>
                <a:gd name="csY19" fmla="*/ 24139 h 95128"/>
                <a:gd name="csX20" fmla="*/ 83547 w 130286"/>
                <a:gd name="csY20" fmla="*/ 93 h 95128"/>
                <a:gd name="csX21" fmla="*/ 47510 w 130286"/>
                <a:gd name="csY21" fmla="*/ 19288 h 95128"/>
                <a:gd name="csX22" fmla="*/ 24694 w 130286"/>
                <a:gd name="csY22" fmla="*/ 93 h 95128"/>
                <a:gd name="csX23" fmla="*/ 7849 w 130286"/>
                <a:gd name="csY23" fmla="*/ 11483 h 95128"/>
                <a:gd name="csX24" fmla="*/ 172 w 130286"/>
                <a:gd name="csY24" fmla="*/ 32365 h 95128"/>
                <a:gd name="csX25" fmla="*/ 3797 w 130286"/>
                <a:gd name="csY25" fmla="*/ 35107 h 95128"/>
                <a:gd name="csX26" fmla="*/ 8488 w 130286"/>
                <a:gd name="csY26" fmla="*/ 28779 h 95128"/>
                <a:gd name="csX27" fmla="*/ 24055 w 130286"/>
                <a:gd name="csY27" fmla="*/ 5999 h 95128"/>
                <a:gd name="csX28" fmla="*/ 31091 w 130286"/>
                <a:gd name="csY28" fmla="*/ 16335 h 95128"/>
                <a:gd name="csX29" fmla="*/ 27680 w 130286"/>
                <a:gd name="csY29" fmla="*/ 33842 h 95128"/>
                <a:gd name="csX30" fmla="*/ 22988 w 130286"/>
                <a:gd name="csY30" fmla="*/ 52825 h 95128"/>
                <a:gd name="csX31" fmla="*/ 16165 w 130286"/>
                <a:gd name="csY31" fmla="*/ 79824 h 95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30286" h="95128">
                  <a:moveTo>
                    <a:pt x="16165" y="79824"/>
                  </a:moveTo>
                  <a:cubicBezTo>
                    <a:pt x="15312" y="82566"/>
                    <a:pt x="14032" y="87839"/>
                    <a:pt x="14032" y="88472"/>
                  </a:cubicBezTo>
                  <a:cubicBezTo>
                    <a:pt x="14032" y="93112"/>
                    <a:pt x="17871" y="95222"/>
                    <a:pt x="21283" y="95222"/>
                  </a:cubicBezTo>
                  <a:cubicBezTo>
                    <a:pt x="25121" y="95222"/>
                    <a:pt x="28533" y="92480"/>
                    <a:pt x="29599" y="90581"/>
                  </a:cubicBezTo>
                  <a:cubicBezTo>
                    <a:pt x="30665" y="88683"/>
                    <a:pt x="32371" y="81933"/>
                    <a:pt x="33437" y="77504"/>
                  </a:cubicBezTo>
                  <a:cubicBezTo>
                    <a:pt x="34503" y="73496"/>
                    <a:pt x="36849" y="63793"/>
                    <a:pt x="38128" y="58520"/>
                  </a:cubicBezTo>
                  <a:cubicBezTo>
                    <a:pt x="39408" y="53880"/>
                    <a:pt x="40687" y="49239"/>
                    <a:pt x="41753" y="44388"/>
                  </a:cubicBezTo>
                  <a:cubicBezTo>
                    <a:pt x="44099" y="35740"/>
                    <a:pt x="44525" y="34053"/>
                    <a:pt x="50709" y="25405"/>
                  </a:cubicBezTo>
                  <a:cubicBezTo>
                    <a:pt x="56680" y="16967"/>
                    <a:pt x="66702" y="5999"/>
                    <a:pt x="82694" y="5999"/>
                  </a:cubicBezTo>
                  <a:cubicBezTo>
                    <a:pt x="95062" y="5999"/>
                    <a:pt x="95275" y="16756"/>
                    <a:pt x="95275" y="20764"/>
                  </a:cubicBezTo>
                  <a:cubicBezTo>
                    <a:pt x="95275" y="33420"/>
                    <a:pt x="86106" y="56833"/>
                    <a:pt x="82694" y="65692"/>
                  </a:cubicBezTo>
                  <a:cubicBezTo>
                    <a:pt x="80349" y="71598"/>
                    <a:pt x="79496" y="73496"/>
                    <a:pt x="79496" y="77082"/>
                  </a:cubicBezTo>
                  <a:cubicBezTo>
                    <a:pt x="79496" y="88261"/>
                    <a:pt x="88878" y="95222"/>
                    <a:pt x="99753" y="95222"/>
                  </a:cubicBezTo>
                  <a:cubicBezTo>
                    <a:pt x="121077" y="95222"/>
                    <a:pt x="130459" y="66114"/>
                    <a:pt x="130459" y="62950"/>
                  </a:cubicBezTo>
                  <a:cubicBezTo>
                    <a:pt x="130459" y="60208"/>
                    <a:pt x="127687" y="60208"/>
                    <a:pt x="127047" y="60208"/>
                  </a:cubicBezTo>
                  <a:cubicBezTo>
                    <a:pt x="124062" y="60208"/>
                    <a:pt x="123849" y="61473"/>
                    <a:pt x="122996" y="63793"/>
                  </a:cubicBezTo>
                  <a:cubicBezTo>
                    <a:pt x="118091" y="80668"/>
                    <a:pt x="108922" y="89316"/>
                    <a:pt x="100393" y="89316"/>
                  </a:cubicBezTo>
                  <a:cubicBezTo>
                    <a:pt x="95915" y="89316"/>
                    <a:pt x="95062" y="86363"/>
                    <a:pt x="95062" y="81933"/>
                  </a:cubicBezTo>
                  <a:cubicBezTo>
                    <a:pt x="95062" y="77082"/>
                    <a:pt x="96128" y="74340"/>
                    <a:pt x="99966" y="64848"/>
                  </a:cubicBezTo>
                  <a:cubicBezTo>
                    <a:pt x="102525" y="58309"/>
                    <a:pt x="111268" y="35951"/>
                    <a:pt x="111268" y="24139"/>
                  </a:cubicBezTo>
                  <a:cubicBezTo>
                    <a:pt x="111268" y="3679"/>
                    <a:pt x="94849" y="93"/>
                    <a:pt x="83547" y="93"/>
                  </a:cubicBezTo>
                  <a:cubicBezTo>
                    <a:pt x="65849" y="93"/>
                    <a:pt x="53908" y="10850"/>
                    <a:pt x="47510" y="19288"/>
                  </a:cubicBezTo>
                  <a:cubicBezTo>
                    <a:pt x="46018" y="4734"/>
                    <a:pt x="33437" y="93"/>
                    <a:pt x="24694" y="93"/>
                  </a:cubicBezTo>
                  <a:cubicBezTo>
                    <a:pt x="15525" y="93"/>
                    <a:pt x="10621" y="6632"/>
                    <a:pt x="7849" y="11483"/>
                  </a:cubicBezTo>
                  <a:cubicBezTo>
                    <a:pt x="3157" y="19288"/>
                    <a:pt x="172" y="31311"/>
                    <a:pt x="172" y="32365"/>
                  </a:cubicBezTo>
                  <a:cubicBezTo>
                    <a:pt x="172" y="35107"/>
                    <a:pt x="3157" y="35107"/>
                    <a:pt x="3797" y="35107"/>
                  </a:cubicBezTo>
                  <a:cubicBezTo>
                    <a:pt x="6782" y="35107"/>
                    <a:pt x="6996" y="34474"/>
                    <a:pt x="8488" y="28779"/>
                  </a:cubicBezTo>
                  <a:cubicBezTo>
                    <a:pt x="11687" y="16335"/>
                    <a:pt x="15738" y="5999"/>
                    <a:pt x="24055" y="5999"/>
                  </a:cubicBezTo>
                  <a:cubicBezTo>
                    <a:pt x="29599" y="5999"/>
                    <a:pt x="31091" y="10640"/>
                    <a:pt x="31091" y="16335"/>
                  </a:cubicBezTo>
                  <a:cubicBezTo>
                    <a:pt x="31091" y="20342"/>
                    <a:pt x="29172" y="28147"/>
                    <a:pt x="27680" y="33842"/>
                  </a:cubicBezTo>
                  <a:cubicBezTo>
                    <a:pt x="26187" y="39537"/>
                    <a:pt x="24055" y="48185"/>
                    <a:pt x="22988" y="52825"/>
                  </a:cubicBezTo>
                  <a:lnTo>
                    <a:pt x="16165" y="79824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DFE0FBC1-F8D7-B41E-A007-7A4519C6C09F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8965695" y="5670737"/>
              <a:ext cx="70672" cy="301325"/>
            </a:xfrm>
            <a:custGeom>
              <a:avLst/>
              <a:gdLst>
                <a:gd name="csX0" fmla="*/ 70850 w 70672"/>
                <a:gd name="csY0" fmla="*/ 150754 h 301325"/>
                <a:gd name="csX1" fmla="*/ 50745 w 70672"/>
                <a:gd name="csY1" fmla="*/ 56741 h 301325"/>
                <a:gd name="csX2" fmla="*/ 3224 w 70672"/>
                <a:gd name="csY2" fmla="*/ 92 h 301325"/>
                <a:gd name="csX3" fmla="*/ 178 w 70672"/>
                <a:gd name="csY3" fmla="*/ 3105 h 301325"/>
                <a:gd name="csX4" fmla="*/ 5965 w 70672"/>
                <a:gd name="csY4" fmla="*/ 10035 h 301325"/>
                <a:gd name="csX5" fmla="*/ 53182 w 70672"/>
                <a:gd name="csY5" fmla="*/ 150754 h 301325"/>
                <a:gd name="csX6" fmla="*/ 4138 w 70672"/>
                <a:gd name="csY6" fmla="*/ 293281 h 301325"/>
                <a:gd name="csX7" fmla="*/ 178 w 70672"/>
                <a:gd name="csY7" fmla="*/ 298404 h 301325"/>
                <a:gd name="csX8" fmla="*/ 3224 w 70672"/>
                <a:gd name="csY8" fmla="*/ 301417 h 301325"/>
                <a:gd name="csX9" fmla="*/ 51659 w 70672"/>
                <a:gd name="csY9" fmla="*/ 242659 h 301325"/>
                <a:gd name="csX10" fmla="*/ 70850 w 70672"/>
                <a:gd name="csY10" fmla="*/ 150754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672" h="301325">
                  <a:moveTo>
                    <a:pt x="70850" y="150754"/>
                  </a:moveTo>
                  <a:cubicBezTo>
                    <a:pt x="70850" y="127251"/>
                    <a:pt x="67499" y="90791"/>
                    <a:pt x="50745" y="56741"/>
                  </a:cubicBezTo>
                  <a:cubicBezTo>
                    <a:pt x="32468" y="19678"/>
                    <a:pt x="6270" y="92"/>
                    <a:pt x="3224" y="92"/>
                  </a:cubicBezTo>
                  <a:cubicBezTo>
                    <a:pt x="1396" y="92"/>
                    <a:pt x="178" y="1297"/>
                    <a:pt x="178" y="3105"/>
                  </a:cubicBezTo>
                  <a:cubicBezTo>
                    <a:pt x="178" y="4009"/>
                    <a:pt x="178" y="4612"/>
                    <a:pt x="5965" y="10035"/>
                  </a:cubicBezTo>
                  <a:cubicBezTo>
                    <a:pt x="35818" y="39867"/>
                    <a:pt x="53182" y="87777"/>
                    <a:pt x="53182" y="150754"/>
                  </a:cubicBezTo>
                  <a:cubicBezTo>
                    <a:pt x="53182" y="202281"/>
                    <a:pt x="41911" y="255314"/>
                    <a:pt x="4138" y="293281"/>
                  </a:cubicBezTo>
                  <a:cubicBezTo>
                    <a:pt x="178" y="296897"/>
                    <a:pt x="178" y="297500"/>
                    <a:pt x="178" y="298404"/>
                  </a:cubicBezTo>
                  <a:cubicBezTo>
                    <a:pt x="178" y="300212"/>
                    <a:pt x="1396" y="301417"/>
                    <a:pt x="3224" y="301417"/>
                  </a:cubicBezTo>
                  <a:cubicBezTo>
                    <a:pt x="6270" y="301417"/>
                    <a:pt x="33686" y="280927"/>
                    <a:pt x="51659" y="242659"/>
                  </a:cubicBezTo>
                  <a:cubicBezTo>
                    <a:pt x="67194" y="209513"/>
                    <a:pt x="70850" y="176066"/>
                    <a:pt x="70850" y="150754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2EC23EE2-D1F1-35E9-2775-FBE043AF7CE0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168470" y="5786144"/>
              <a:ext cx="202573" cy="70510"/>
            </a:xfrm>
            <a:custGeom>
              <a:avLst/>
              <a:gdLst>
                <a:gd name="csX0" fmla="*/ 192401 w 202573"/>
                <a:gd name="csY0" fmla="*/ 12145 h 70510"/>
                <a:gd name="csX1" fmla="*/ 202758 w 202573"/>
                <a:gd name="csY1" fmla="*/ 6118 h 70510"/>
                <a:gd name="csX2" fmla="*/ 192705 w 202573"/>
                <a:gd name="csY2" fmla="*/ 92 h 70510"/>
                <a:gd name="csX3" fmla="*/ 10237 w 202573"/>
                <a:gd name="csY3" fmla="*/ 92 h 70510"/>
                <a:gd name="csX4" fmla="*/ 184 w 202573"/>
                <a:gd name="csY4" fmla="*/ 6118 h 70510"/>
                <a:gd name="csX5" fmla="*/ 10541 w 202573"/>
                <a:gd name="csY5" fmla="*/ 12145 h 70510"/>
                <a:gd name="csX6" fmla="*/ 192401 w 202573"/>
                <a:gd name="csY6" fmla="*/ 12145 h 70510"/>
                <a:gd name="csX7" fmla="*/ 192705 w 202573"/>
                <a:gd name="csY7" fmla="*/ 70602 h 70510"/>
                <a:gd name="csX8" fmla="*/ 202758 w 202573"/>
                <a:gd name="csY8" fmla="*/ 64575 h 70510"/>
                <a:gd name="csX9" fmla="*/ 192401 w 202573"/>
                <a:gd name="csY9" fmla="*/ 58549 h 70510"/>
                <a:gd name="csX10" fmla="*/ 10541 w 202573"/>
                <a:gd name="csY10" fmla="*/ 58549 h 70510"/>
                <a:gd name="csX11" fmla="*/ 184 w 202573"/>
                <a:gd name="csY11" fmla="*/ 64575 h 70510"/>
                <a:gd name="csX12" fmla="*/ 10237 w 202573"/>
                <a:gd name="csY12" fmla="*/ 70602 h 70510"/>
                <a:gd name="csX13" fmla="*/ 192705 w 202573"/>
                <a:gd name="csY13" fmla="*/ 70602 h 7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573" h="70510">
                  <a:moveTo>
                    <a:pt x="192401" y="12145"/>
                  </a:moveTo>
                  <a:cubicBezTo>
                    <a:pt x="196970" y="12145"/>
                    <a:pt x="202758" y="12145"/>
                    <a:pt x="202758" y="6118"/>
                  </a:cubicBezTo>
                  <a:cubicBezTo>
                    <a:pt x="202758" y="92"/>
                    <a:pt x="196970" y="92"/>
                    <a:pt x="192705" y="92"/>
                  </a:cubicBezTo>
                  <a:lnTo>
                    <a:pt x="10237" y="92"/>
                  </a:lnTo>
                  <a:cubicBezTo>
                    <a:pt x="5972" y="92"/>
                    <a:pt x="184" y="92"/>
                    <a:pt x="184" y="6118"/>
                  </a:cubicBezTo>
                  <a:cubicBezTo>
                    <a:pt x="184" y="12145"/>
                    <a:pt x="5972" y="12145"/>
                    <a:pt x="10541" y="12145"/>
                  </a:cubicBezTo>
                  <a:lnTo>
                    <a:pt x="192401" y="12145"/>
                  </a:lnTo>
                  <a:close/>
                  <a:moveTo>
                    <a:pt x="192705" y="70602"/>
                  </a:moveTo>
                  <a:cubicBezTo>
                    <a:pt x="196970" y="70602"/>
                    <a:pt x="202758" y="70602"/>
                    <a:pt x="202758" y="64575"/>
                  </a:cubicBezTo>
                  <a:cubicBezTo>
                    <a:pt x="202758" y="58549"/>
                    <a:pt x="196970" y="58549"/>
                    <a:pt x="192401" y="58549"/>
                  </a:cubicBezTo>
                  <a:lnTo>
                    <a:pt x="10541" y="58549"/>
                  </a:lnTo>
                  <a:cubicBezTo>
                    <a:pt x="5972" y="58549"/>
                    <a:pt x="184" y="58549"/>
                    <a:pt x="184" y="64575"/>
                  </a:cubicBezTo>
                  <a:cubicBezTo>
                    <a:pt x="184" y="70602"/>
                    <a:pt x="5972" y="70602"/>
                    <a:pt x="10237" y="70602"/>
                  </a:cubicBezTo>
                  <a:lnTo>
                    <a:pt x="192705" y="70602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02BC20DD-D1FF-A910-E81D-42D78CA9BF41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519314" y="5610470"/>
              <a:ext cx="405452" cy="421855"/>
            </a:xfrm>
            <a:custGeom>
              <a:avLst/>
              <a:gdLst>
                <a:gd name="csX0" fmla="*/ 368789 w 405452"/>
                <a:gd name="csY0" fmla="*/ 421938 h 421855"/>
                <a:gd name="csX1" fmla="*/ 405648 w 405452"/>
                <a:gd name="csY1" fmla="*/ 325514 h 421855"/>
                <a:gd name="csX2" fmla="*/ 398032 w 405452"/>
                <a:gd name="csY2" fmla="*/ 325514 h 421855"/>
                <a:gd name="csX3" fmla="*/ 318831 w 405452"/>
                <a:gd name="csY3" fmla="*/ 386382 h 421855"/>
                <a:gd name="csX4" fmla="*/ 224093 w 405452"/>
                <a:gd name="csY4" fmla="*/ 395723 h 421855"/>
                <a:gd name="csX5" fmla="*/ 40406 w 405452"/>
                <a:gd name="csY5" fmla="*/ 395723 h 421855"/>
                <a:gd name="csX6" fmla="*/ 195459 w 405452"/>
                <a:gd name="csY6" fmla="*/ 215831 h 421855"/>
                <a:gd name="csX7" fmla="*/ 198200 w 405452"/>
                <a:gd name="csY7" fmla="*/ 211010 h 421855"/>
                <a:gd name="csX8" fmla="*/ 196068 w 405452"/>
                <a:gd name="csY8" fmla="*/ 206490 h 421855"/>
                <a:gd name="csX9" fmla="*/ 54114 w 405452"/>
                <a:gd name="csY9" fmla="*/ 14546 h 421855"/>
                <a:gd name="csX10" fmla="*/ 221047 w 405452"/>
                <a:gd name="csY10" fmla="*/ 14546 h 421855"/>
                <a:gd name="csX11" fmla="*/ 292328 w 405452"/>
                <a:gd name="csY11" fmla="*/ 19367 h 421855"/>
                <a:gd name="csX12" fmla="*/ 359345 w 405452"/>
                <a:gd name="csY12" fmla="*/ 41966 h 421855"/>
                <a:gd name="csX13" fmla="*/ 398032 w 405452"/>
                <a:gd name="csY13" fmla="*/ 84755 h 421855"/>
                <a:gd name="csX14" fmla="*/ 405648 w 405452"/>
                <a:gd name="csY14" fmla="*/ 84755 h 421855"/>
                <a:gd name="csX15" fmla="*/ 368789 w 405452"/>
                <a:gd name="csY15" fmla="*/ 82 h 421855"/>
                <a:gd name="csX16" fmla="*/ 8725 w 405452"/>
                <a:gd name="csY16" fmla="*/ 82 h 421855"/>
                <a:gd name="csX17" fmla="*/ 500 w 405452"/>
                <a:gd name="csY17" fmla="*/ 2191 h 421855"/>
                <a:gd name="csX18" fmla="*/ 196 w 405452"/>
                <a:gd name="csY18" fmla="*/ 12135 h 421855"/>
                <a:gd name="csX19" fmla="*/ 161341 w 405452"/>
                <a:gd name="csY19" fmla="*/ 230295 h 421855"/>
                <a:gd name="csX20" fmla="*/ 3547 w 405452"/>
                <a:gd name="csY20" fmla="*/ 413200 h 421855"/>
                <a:gd name="csX21" fmla="*/ 500 w 405452"/>
                <a:gd name="csY21" fmla="*/ 418623 h 421855"/>
                <a:gd name="csX22" fmla="*/ 8725 w 405452"/>
                <a:gd name="csY22" fmla="*/ 421938 h 421855"/>
                <a:gd name="csX23" fmla="*/ 368789 w 405452"/>
                <a:gd name="csY23" fmla="*/ 421938 h 421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5452" h="421855">
                  <a:moveTo>
                    <a:pt x="368789" y="421938"/>
                  </a:moveTo>
                  <a:lnTo>
                    <a:pt x="405648" y="325514"/>
                  </a:lnTo>
                  <a:lnTo>
                    <a:pt x="398032" y="325514"/>
                  </a:lnTo>
                  <a:cubicBezTo>
                    <a:pt x="386152" y="356852"/>
                    <a:pt x="353862" y="377342"/>
                    <a:pt x="318831" y="386382"/>
                  </a:cubicBezTo>
                  <a:cubicBezTo>
                    <a:pt x="312434" y="387888"/>
                    <a:pt x="282581" y="395723"/>
                    <a:pt x="224093" y="395723"/>
                  </a:cubicBezTo>
                  <a:lnTo>
                    <a:pt x="40406" y="395723"/>
                  </a:lnTo>
                  <a:lnTo>
                    <a:pt x="195459" y="215831"/>
                  </a:lnTo>
                  <a:cubicBezTo>
                    <a:pt x="197591" y="213421"/>
                    <a:pt x="198200" y="212517"/>
                    <a:pt x="198200" y="211010"/>
                  </a:cubicBezTo>
                  <a:cubicBezTo>
                    <a:pt x="198200" y="210407"/>
                    <a:pt x="198200" y="209503"/>
                    <a:pt x="196068" y="206490"/>
                  </a:cubicBezTo>
                  <a:lnTo>
                    <a:pt x="54114" y="14546"/>
                  </a:lnTo>
                  <a:lnTo>
                    <a:pt x="221047" y="14546"/>
                  </a:lnTo>
                  <a:cubicBezTo>
                    <a:pt x="261866" y="14546"/>
                    <a:pt x="289587" y="18764"/>
                    <a:pt x="292328" y="19367"/>
                  </a:cubicBezTo>
                  <a:cubicBezTo>
                    <a:pt x="308778" y="21778"/>
                    <a:pt x="335280" y="26900"/>
                    <a:pt x="359345" y="41966"/>
                  </a:cubicBezTo>
                  <a:cubicBezTo>
                    <a:pt x="366961" y="46788"/>
                    <a:pt x="387675" y="60347"/>
                    <a:pt x="398032" y="84755"/>
                  </a:cubicBezTo>
                  <a:lnTo>
                    <a:pt x="405648" y="84755"/>
                  </a:lnTo>
                  <a:lnTo>
                    <a:pt x="368789" y="82"/>
                  </a:lnTo>
                  <a:lnTo>
                    <a:pt x="8725" y="82"/>
                  </a:lnTo>
                  <a:cubicBezTo>
                    <a:pt x="1719" y="82"/>
                    <a:pt x="1414" y="384"/>
                    <a:pt x="500" y="2191"/>
                  </a:cubicBezTo>
                  <a:cubicBezTo>
                    <a:pt x="196" y="3095"/>
                    <a:pt x="196" y="8821"/>
                    <a:pt x="196" y="12135"/>
                  </a:cubicBezTo>
                  <a:lnTo>
                    <a:pt x="161341" y="230295"/>
                  </a:lnTo>
                  <a:lnTo>
                    <a:pt x="3547" y="413200"/>
                  </a:lnTo>
                  <a:cubicBezTo>
                    <a:pt x="500" y="416815"/>
                    <a:pt x="500" y="418322"/>
                    <a:pt x="500" y="418623"/>
                  </a:cubicBezTo>
                  <a:cubicBezTo>
                    <a:pt x="500" y="421938"/>
                    <a:pt x="3242" y="421938"/>
                    <a:pt x="8725" y="421938"/>
                  </a:cubicBezTo>
                  <a:lnTo>
                    <a:pt x="368789" y="421938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BD7A8719-24B2-B255-FFCE-15E0721D5AD2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9483191" y="6163797"/>
              <a:ext cx="114081" cy="95128"/>
            </a:xfrm>
            <a:custGeom>
              <a:avLst/>
              <a:gdLst>
                <a:gd name="csX0" fmla="*/ 43055 w 114081"/>
                <a:gd name="csY0" fmla="*/ 70764 h 95128"/>
                <a:gd name="csX1" fmla="*/ 23011 w 114081"/>
                <a:gd name="csY1" fmla="*/ 89326 h 95128"/>
                <a:gd name="csX2" fmla="*/ 11496 w 114081"/>
                <a:gd name="csY2" fmla="*/ 86373 h 95128"/>
                <a:gd name="csX3" fmla="*/ 20879 w 114081"/>
                <a:gd name="csY3" fmla="*/ 74772 h 95128"/>
                <a:gd name="csX4" fmla="*/ 12349 w 114081"/>
                <a:gd name="csY4" fmla="*/ 66968 h 95128"/>
                <a:gd name="csX5" fmla="*/ 195 w 114081"/>
                <a:gd name="csY5" fmla="*/ 79834 h 95128"/>
                <a:gd name="csX6" fmla="*/ 22584 w 114081"/>
                <a:gd name="csY6" fmla="*/ 95232 h 95128"/>
                <a:gd name="csX7" fmla="*/ 46467 w 114081"/>
                <a:gd name="csY7" fmla="*/ 80256 h 95128"/>
                <a:gd name="csX8" fmla="*/ 71842 w 114081"/>
                <a:gd name="csY8" fmla="*/ 95232 h 95128"/>
                <a:gd name="csX9" fmla="*/ 109371 w 114081"/>
                <a:gd name="csY9" fmla="*/ 62960 h 95128"/>
                <a:gd name="csX10" fmla="*/ 105960 w 114081"/>
                <a:gd name="csY10" fmla="*/ 60218 h 95128"/>
                <a:gd name="csX11" fmla="*/ 101908 w 114081"/>
                <a:gd name="csY11" fmla="*/ 63804 h 95128"/>
                <a:gd name="csX12" fmla="*/ 72695 w 114081"/>
                <a:gd name="csY12" fmla="*/ 89326 h 95128"/>
                <a:gd name="csX13" fmla="*/ 59687 w 114081"/>
                <a:gd name="csY13" fmla="*/ 75616 h 95128"/>
                <a:gd name="csX14" fmla="*/ 70776 w 114081"/>
                <a:gd name="csY14" fmla="*/ 27524 h 95128"/>
                <a:gd name="csX15" fmla="*/ 91673 w 114081"/>
                <a:gd name="csY15" fmla="*/ 6010 h 95128"/>
                <a:gd name="csX16" fmla="*/ 103188 w 114081"/>
                <a:gd name="csY16" fmla="*/ 8963 h 95128"/>
                <a:gd name="csX17" fmla="*/ 93805 w 114081"/>
                <a:gd name="csY17" fmla="*/ 20564 h 95128"/>
                <a:gd name="csX18" fmla="*/ 102335 w 114081"/>
                <a:gd name="csY18" fmla="*/ 28368 h 95128"/>
                <a:gd name="csX19" fmla="*/ 114276 w 114081"/>
                <a:gd name="csY19" fmla="*/ 15501 h 95128"/>
                <a:gd name="csX20" fmla="*/ 92099 w 114081"/>
                <a:gd name="csY20" fmla="*/ 104 h 95128"/>
                <a:gd name="csX21" fmla="*/ 68217 w 114081"/>
                <a:gd name="csY21" fmla="*/ 15079 h 95128"/>
                <a:gd name="csX22" fmla="*/ 42629 w 114081"/>
                <a:gd name="csY22" fmla="*/ 104 h 95128"/>
                <a:gd name="csX23" fmla="*/ 5099 w 114081"/>
                <a:gd name="csY23" fmla="*/ 32376 h 95128"/>
                <a:gd name="csX24" fmla="*/ 8724 w 114081"/>
                <a:gd name="csY24" fmla="*/ 35118 h 95128"/>
                <a:gd name="csX25" fmla="*/ 12776 w 114081"/>
                <a:gd name="csY25" fmla="*/ 31532 h 95128"/>
                <a:gd name="csX26" fmla="*/ 41989 w 114081"/>
                <a:gd name="csY26" fmla="*/ 6010 h 95128"/>
                <a:gd name="csX27" fmla="*/ 54783 w 114081"/>
                <a:gd name="csY27" fmla="*/ 19931 h 95128"/>
                <a:gd name="csX28" fmla="*/ 50305 w 114081"/>
                <a:gd name="csY28" fmla="*/ 41867 h 95128"/>
                <a:gd name="csX29" fmla="*/ 43055 w 114081"/>
                <a:gd name="csY29" fmla="*/ 70764 h 95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14081" h="95128">
                  <a:moveTo>
                    <a:pt x="43055" y="70764"/>
                  </a:moveTo>
                  <a:cubicBezTo>
                    <a:pt x="40923" y="77936"/>
                    <a:pt x="33886" y="89326"/>
                    <a:pt x="23011" y="89326"/>
                  </a:cubicBezTo>
                  <a:cubicBezTo>
                    <a:pt x="22371" y="89326"/>
                    <a:pt x="15974" y="89326"/>
                    <a:pt x="11496" y="86373"/>
                  </a:cubicBezTo>
                  <a:cubicBezTo>
                    <a:pt x="20239" y="83631"/>
                    <a:pt x="20879" y="76038"/>
                    <a:pt x="20879" y="74772"/>
                  </a:cubicBezTo>
                  <a:cubicBezTo>
                    <a:pt x="20879" y="70132"/>
                    <a:pt x="17254" y="66968"/>
                    <a:pt x="12349" y="66968"/>
                  </a:cubicBezTo>
                  <a:cubicBezTo>
                    <a:pt x="6379" y="66968"/>
                    <a:pt x="195" y="72030"/>
                    <a:pt x="195" y="79834"/>
                  </a:cubicBezTo>
                  <a:cubicBezTo>
                    <a:pt x="195" y="90381"/>
                    <a:pt x="12136" y="95232"/>
                    <a:pt x="22584" y="95232"/>
                  </a:cubicBezTo>
                  <a:cubicBezTo>
                    <a:pt x="32393" y="95232"/>
                    <a:pt x="41136" y="89115"/>
                    <a:pt x="46467" y="80256"/>
                  </a:cubicBezTo>
                  <a:cubicBezTo>
                    <a:pt x="51585" y="91435"/>
                    <a:pt x="63312" y="95232"/>
                    <a:pt x="71842" y="95232"/>
                  </a:cubicBezTo>
                  <a:cubicBezTo>
                    <a:pt x="96364" y="95232"/>
                    <a:pt x="109371" y="68866"/>
                    <a:pt x="109371" y="62960"/>
                  </a:cubicBezTo>
                  <a:cubicBezTo>
                    <a:pt x="109371" y="60218"/>
                    <a:pt x="106599" y="60218"/>
                    <a:pt x="105960" y="60218"/>
                  </a:cubicBezTo>
                  <a:cubicBezTo>
                    <a:pt x="102974" y="60218"/>
                    <a:pt x="102761" y="61273"/>
                    <a:pt x="101908" y="63804"/>
                  </a:cubicBezTo>
                  <a:cubicBezTo>
                    <a:pt x="97430" y="78358"/>
                    <a:pt x="84636" y="89326"/>
                    <a:pt x="72695" y="89326"/>
                  </a:cubicBezTo>
                  <a:cubicBezTo>
                    <a:pt x="64165" y="89326"/>
                    <a:pt x="59687" y="83631"/>
                    <a:pt x="59687" y="75616"/>
                  </a:cubicBezTo>
                  <a:cubicBezTo>
                    <a:pt x="59687" y="70132"/>
                    <a:pt x="64805" y="50937"/>
                    <a:pt x="70776" y="27524"/>
                  </a:cubicBezTo>
                  <a:cubicBezTo>
                    <a:pt x="75040" y="11283"/>
                    <a:pt x="84636" y="6010"/>
                    <a:pt x="91673" y="6010"/>
                  </a:cubicBezTo>
                  <a:cubicBezTo>
                    <a:pt x="92099" y="6010"/>
                    <a:pt x="98710" y="6010"/>
                    <a:pt x="103188" y="8963"/>
                  </a:cubicBezTo>
                  <a:cubicBezTo>
                    <a:pt x="96364" y="10861"/>
                    <a:pt x="93805" y="16767"/>
                    <a:pt x="93805" y="20564"/>
                  </a:cubicBezTo>
                  <a:cubicBezTo>
                    <a:pt x="93805" y="25204"/>
                    <a:pt x="97430" y="28368"/>
                    <a:pt x="102335" y="28368"/>
                  </a:cubicBezTo>
                  <a:cubicBezTo>
                    <a:pt x="107239" y="28368"/>
                    <a:pt x="114276" y="24360"/>
                    <a:pt x="114276" y="15501"/>
                  </a:cubicBezTo>
                  <a:cubicBezTo>
                    <a:pt x="114276" y="3689"/>
                    <a:pt x="100629" y="104"/>
                    <a:pt x="92099" y="104"/>
                  </a:cubicBezTo>
                  <a:cubicBezTo>
                    <a:pt x="81438" y="104"/>
                    <a:pt x="72908" y="7064"/>
                    <a:pt x="68217" y="15079"/>
                  </a:cubicBezTo>
                  <a:cubicBezTo>
                    <a:pt x="64379" y="6431"/>
                    <a:pt x="54570" y="104"/>
                    <a:pt x="42629" y="104"/>
                  </a:cubicBezTo>
                  <a:cubicBezTo>
                    <a:pt x="18746" y="104"/>
                    <a:pt x="5099" y="26048"/>
                    <a:pt x="5099" y="32376"/>
                  </a:cubicBezTo>
                  <a:cubicBezTo>
                    <a:pt x="5099" y="35118"/>
                    <a:pt x="8084" y="35118"/>
                    <a:pt x="8724" y="35118"/>
                  </a:cubicBezTo>
                  <a:cubicBezTo>
                    <a:pt x="11496" y="35118"/>
                    <a:pt x="11709" y="34274"/>
                    <a:pt x="12776" y="31532"/>
                  </a:cubicBezTo>
                  <a:cubicBezTo>
                    <a:pt x="18107" y="15079"/>
                    <a:pt x="31540" y="6010"/>
                    <a:pt x="41989" y="6010"/>
                  </a:cubicBezTo>
                  <a:cubicBezTo>
                    <a:pt x="49026" y="6010"/>
                    <a:pt x="54783" y="9806"/>
                    <a:pt x="54783" y="19931"/>
                  </a:cubicBezTo>
                  <a:cubicBezTo>
                    <a:pt x="54783" y="24149"/>
                    <a:pt x="52224" y="34696"/>
                    <a:pt x="50305" y="41867"/>
                  </a:cubicBezTo>
                  <a:lnTo>
                    <a:pt x="43055" y="70764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23524807-5661-DCD1-61B5-77F9F3157809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9634124" y="6135111"/>
              <a:ext cx="117919" cy="137735"/>
            </a:xfrm>
            <a:custGeom>
              <a:avLst/>
              <a:gdLst>
                <a:gd name="csX0" fmla="*/ 109589 w 117919"/>
                <a:gd name="csY0" fmla="*/ 74139 h 137735"/>
                <a:gd name="csX1" fmla="*/ 118119 w 117919"/>
                <a:gd name="csY1" fmla="*/ 69077 h 137735"/>
                <a:gd name="csX2" fmla="*/ 109589 w 117919"/>
                <a:gd name="csY2" fmla="*/ 63804 h 137735"/>
                <a:gd name="csX3" fmla="*/ 10861 w 117919"/>
                <a:gd name="csY3" fmla="*/ 63804 h 137735"/>
                <a:gd name="csX4" fmla="*/ 73126 w 117919"/>
                <a:gd name="csY4" fmla="*/ 10439 h 137735"/>
                <a:gd name="csX5" fmla="*/ 109589 w 117919"/>
                <a:gd name="csY5" fmla="*/ 10439 h 137735"/>
                <a:gd name="csX6" fmla="*/ 118119 w 117919"/>
                <a:gd name="csY6" fmla="*/ 5377 h 137735"/>
                <a:gd name="csX7" fmla="*/ 109589 w 117919"/>
                <a:gd name="csY7" fmla="*/ 104 h 137735"/>
                <a:gd name="csX8" fmla="*/ 72273 w 117919"/>
                <a:gd name="csY8" fmla="*/ 104 h 137735"/>
                <a:gd name="csX9" fmla="*/ 199 w 117919"/>
                <a:gd name="csY9" fmla="*/ 68866 h 137735"/>
                <a:gd name="csX10" fmla="*/ 72273 w 117919"/>
                <a:gd name="csY10" fmla="*/ 137839 h 137735"/>
                <a:gd name="csX11" fmla="*/ 109589 w 117919"/>
                <a:gd name="csY11" fmla="*/ 137839 h 137735"/>
                <a:gd name="csX12" fmla="*/ 118119 w 117919"/>
                <a:gd name="csY12" fmla="*/ 132777 h 137735"/>
                <a:gd name="csX13" fmla="*/ 109589 w 117919"/>
                <a:gd name="csY13" fmla="*/ 127504 h 137735"/>
                <a:gd name="csX14" fmla="*/ 73126 w 117919"/>
                <a:gd name="csY14" fmla="*/ 127504 h 137735"/>
                <a:gd name="csX15" fmla="*/ 10861 w 117919"/>
                <a:gd name="csY15" fmla="*/ 74139 h 137735"/>
                <a:gd name="csX16" fmla="*/ 109589 w 117919"/>
                <a:gd name="csY16" fmla="*/ 74139 h 137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17919" h="137735">
                  <a:moveTo>
                    <a:pt x="109589" y="74139"/>
                  </a:moveTo>
                  <a:cubicBezTo>
                    <a:pt x="113001" y="74139"/>
                    <a:pt x="118119" y="74139"/>
                    <a:pt x="118119" y="69077"/>
                  </a:cubicBezTo>
                  <a:cubicBezTo>
                    <a:pt x="118119" y="63804"/>
                    <a:pt x="113214" y="63804"/>
                    <a:pt x="109589" y="63804"/>
                  </a:cubicBezTo>
                  <a:lnTo>
                    <a:pt x="10861" y="63804"/>
                  </a:lnTo>
                  <a:cubicBezTo>
                    <a:pt x="14060" y="33219"/>
                    <a:pt x="39861" y="10439"/>
                    <a:pt x="73126" y="10439"/>
                  </a:cubicBezTo>
                  <a:lnTo>
                    <a:pt x="109589" y="10439"/>
                  </a:lnTo>
                  <a:cubicBezTo>
                    <a:pt x="113001" y="10439"/>
                    <a:pt x="118119" y="10439"/>
                    <a:pt x="118119" y="5377"/>
                  </a:cubicBezTo>
                  <a:cubicBezTo>
                    <a:pt x="118119" y="104"/>
                    <a:pt x="113214" y="104"/>
                    <a:pt x="109589" y="104"/>
                  </a:cubicBezTo>
                  <a:lnTo>
                    <a:pt x="72273" y="104"/>
                  </a:lnTo>
                  <a:cubicBezTo>
                    <a:pt x="32611" y="104"/>
                    <a:pt x="199" y="30899"/>
                    <a:pt x="199" y="68866"/>
                  </a:cubicBezTo>
                  <a:cubicBezTo>
                    <a:pt x="199" y="107677"/>
                    <a:pt x="33038" y="137839"/>
                    <a:pt x="72273" y="137839"/>
                  </a:cubicBezTo>
                  <a:lnTo>
                    <a:pt x="109589" y="137839"/>
                  </a:lnTo>
                  <a:cubicBezTo>
                    <a:pt x="113001" y="137839"/>
                    <a:pt x="118119" y="137839"/>
                    <a:pt x="118119" y="132777"/>
                  </a:cubicBezTo>
                  <a:cubicBezTo>
                    <a:pt x="118119" y="127504"/>
                    <a:pt x="113214" y="127504"/>
                    <a:pt x="109589" y="127504"/>
                  </a:cubicBezTo>
                  <a:lnTo>
                    <a:pt x="73126" y="127504"/>
                  </a:lnTo>
                  <a:cubicBezTo>
                    <a:pt x="39861" y="127504"/>
                    <a:pt x="14060" y="104724"/>
                    <a:pt x="10861" y="74139"/>
                  </a:cubicBezTo>
                  <a:lnTo>
                    <a:pt x="109589" y="74139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DD0C93D5-E29B-AA97-CE85-07F5F3A97087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792098" y="6112753"/>
              <a:ext cx="166750" cy="148282"/>
            </a:xfrm>
            <a:custGeom>
              <a:avLst/>
              <a:gdLst>
                <a:gd name="csX0" fmla="*/ 135822 w 166750"/>
                <a:gd name="csY0" fmla="*/ 25204 h 148282"/>
                <a:gd name="csX1" fmla="*/ 162050 w 166750"/>
                <a:gd name="csY1" fmla="*/ 7697 h 148282"/>
                <a:gd name="csX2" fmla="*/ 166955 w 166750"/>
                <a:gd name="csY2" fmla="*/ 3057 h 148282"/>
                <a:gd name="csX3" fmla="*/ 163970 w 166750"/>
                <a:gd name="csY3" fmla="*/ 104 h 148282"/>
                <a:gd name="csX4" fmla="*/ 146911 w 166750"/>
                <a:gd name="csY4" fmla="*/ 947 h 148282"/>
                <a:gd name="csX5" fmla="*/ 124734 w 166750"/>
                <a:gd name="csY5" fmla="*/ 104 h 148282"/>
                <a:gd name="csX6" fmla="*/ 120469 w 166750"/>
                <a:gd name="csY6" fmla="*/ 4744 h 148282"/>
                <a:gd name="csX7" fmla="*/ 124308 w 166750"/>
                <a:gd name="csY7" fmla="*/ 7697 h 148282"/>
                <a:gd name="csX8" fmla="*/ 133050 w 166750"/>
                <a:gd name="csY8" fmla="*/ 13814 h 148282"/>
                <a:gd name="csX9" fmla="*/ 129212 w 166750"/>
                <a:gd name="csY9" fmla="*/ 22251 h 148282"/>
                <a:gd name="csX10" fmla="*/ 59271 w 166750"/>
                <a:gd name="csY10" fmla="*/ 124340 h 148282"/>
                <a:gd name="csX11" fmla="*/ 39866 w 166750"/>
                <a:gd name="csY11" fmla="*/ 16556 h 148282"/>
                <a:gd name="csX12" fmla="*/ 39440 w 166750"/>
                <a:gd name="csY12" fmla="*/ 13392 h 148282"/>
                <a:gd name="csX13" fmla="*/ 52874 w 166750"/>
                <a:gd name="csY13" fmla="*/ 7697 h 148282"/>
                <a:gd name="csX14" fmla="*/ 59271 w 166750"/>
                <a:gd name="csY14" fmla="*/ 3057 h 148282"/>
                <a:gd name="csX15" fmla="*/ 55646 w 166750"/>
                <a:gd name="csY15" fmla="*/ 104 h 148282"/>
                <a:gd name="csX16" fmla="*/ 28139 w 166750"/>
                <a:gd name="csY16" fmla="*/ 947 h 148282"/>
                <a:gd name="csX17" fmla="*/ 4469 w 166750"/>
                <a:gd name="csY17" fmla="*/ 104 h 148282"/>
                <a:gd name="csX18" fmla="*/ 205 w 166750"/>
                <a:gd name="csY18" fmla="*/ 4744 h 148282"/>
                <a:gd name="csX19" fmla="*/ 5536 w 166750"/>
                <a:gd name="csY19" fmla="*/ 7697 h 148282"/>
                <a:gd name="csX20" fmla="*/ 18756 w 166750"/>
                <a:gd name="csY20" fmla="*/ 14447 h 148282"/>
                <a:gd name="csX21" fmla="*/ 41999 w 166750"/>
                <a:gd name="csY21" fmla="*/ 142691 h 148282"/>
                <a:gd name="csX22" fmla="*/ 47116 w 166750"/>
                <a:gd name="csY22" fmla="*/ 148386 h 148282"/>
                <a:gd name="csX23" fmla="*/ 54366 w 166750"/>
                <a:gd name="csY23" fmla="*/ 143745 h 148282"/>
                <a:gd name="csX24" fmla="*/ 135822 w 166750"/>
                <a:gd name="csY24" fmla="*/ 25204 h 1482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66750" h="148282">
                  <a:moveTo>
                    <a:pt x="135822" y="25204"/>
                  </a:moveTo>
                  <a:cubicBezTo>
                    <a:pt x="143712" y="13814"/>
                    <a:pt x="150536" y="8541"/>
                    <a:pt x="162050" y="7697"/>
                  </a:cubicBezTo>
                  <a:cubicBezTo>
                    <a:pt x="164609" y="7486"/>
                    <a:pt x="166955" y="7275"/>
                    <a:pt x="166955" y="3057"/>
                  </a:cubicBezTo>
                  <a:cubicBezTo>
                    <a:pt x="166955" y="2424"/>
                    <a:pt x="166528" y="104"/>
                    <a:pt x="163970" y="104"/>
                  </a:cubicBezTo>
                  <a:cubicBezTo>
                    <a:pt x="158852" y="104"/>
                    <a:pt x="152242" y="947"/>
                    <a:pt x="146911" y="947"/>
                  </a:cubicBezTo>
                  <a:cubicBezTo>
                    <a:pt x="140087" y="947"/>
                    <a:pt x="131131" y="104"/>
                    <a:pt x="124734" y="104"/>
                  </a:cubicBezTo>
                  <a:cubicBezTo>
                    <a:pt x="122815" y="104"/>
                    <a:pt x="120469" y="736"/>
                    <a:pt x="120469" y="4744"/>
                  </a:cubicBezTo>
                  <a:cubicBezTo>
                    <a:pt x="120469" y="7486"/>
                    <a:pt x="123455" y="7697"/>
                    <a:pt x="124308" y="7697"/>
                  </a:cubicBezTo>
                  <a:cubicBezTo>
                    <a:pt x="131131" y="8119"/>
                    <a:pt x="133050" y="10650"/>
                    <a:pt x="133050" y="13814"/>
                  </a:cubicBezTo>
                  <a:cubicBezTo>
                    <a:pt x="133050" y="16767"/>
                    <a:pt x="131558" y="18876"/>
                    <a:pt x="129212" y="22251"/>
                  </a:cubicBezTo>
                  <a:lnTo>
                    <a:pt x="59271" y="124340"/>
                  </a:lnTo>
                  <a:lnTo>
                    <a:pt x="39866" y="16556"/>
                  </a:lnTo>
                  <a:cubicBezTo>
                    <a:pt x="39440" y="14658"/>
                    <a:pt x="39440" y="14236"/>
                    <a:pt x="39440" y="13392"/>
                  </a:cubicBezTo>
                  <a:cubicBezTo>
                    <a:pt x="39440" y="7697"/>
                    <a:pt x="51381" y="7697"/>
                    <a:pt x="52874" y="7697"/>
                  </a:cubicBezTo>
                  <a:cubicBezTo>
                    <a:pt x="56499" y="7697"/>
                    <a:pt x="59271" y="7697"/>
                    <a:pt x="59271" y="3057"/>
                  </a:cubicBezTo>
                  <a:cubicBezTo>
                    <a:pt x="59271" y="2846"/>
                    <a:pt x="59058" y="104"/>
                    <a:pt x="55646" y="104"/>
                  </a:cubicBezTo>
                  <a:cubicBezTo>
                    <a:pt x="49462" y="104"/>
                    <a:pt x="34322" y="947"/>
                    <a:pt x="28139" y="947"/>
                  </a:cubicBezTo>
                  <a:cubicBezTo>
                    <a:pt x="22808" y="947"/>
                    <a:pt x="9800" y="104"/>
                    <a:pt x="4469" y="104"/>
                  </a:cubicBezTo>
                  <a:cubicBezTo>
                    <a:pt x="2550" y="104"/>
                    <a:pt x="205" y="736"/>
                    <a:pt x="205" y="4744"/>
                  </a:cubicBezTo>
                  <a:cubicBezTo>
                    <a:pt x="205" y="7697"/>
                    <a:pt x="3190" y="7697"/>
                    <a:pt x="5536" y="7697"/>
                  </a:cubicBezTo>
                  <a:cubicBezTo>
                    <a:pt x="17477" y="7697"/>
                    <a:pt x="17690" y="8963"/>
                    <a:pt x="18756" y="14447"/>
                  </a:cubicBezTo>
                  <a:lnTo>
                    <a:pt x="41999" y="142691"/>
                  </a:lnTo>
                  <a:cubicBezTo>
                    <a:pt x="42852" y="147120"/>
                    <a:pt x="43065" y="148386"/>
                    <a:pt x="47116" y="148386"/>
                  </a:cubicBezTo>
                  <a:cubicBezTo>
                    <a:pt x="51168" y="148386"/>
                    <a:pt x="52234" y="146909"/>
                    <a:pt x="54366" y="143745"/>
                  </a:cubicBezTo>
                  <a:lnTo>
                    <a:pt x="135822" y="25204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B51F5E52-B542-B0C5-64A1-F9EE4E260FB2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0034519" y="5690925"/>
              <a:ext cx="217500" cy="205805"/>
            </a:xfrm>
            <a:custGeom>
              <a:avLst/>
              <a:gdLst>
                <a:gd name="csX0" fmla="*/ 80328 w 217500"/>
                <a:gd name="csY0" fmla="*/ 110678 h 205805"/>
                <a:gd name="csX1" fmla="*/ 132114 w 217500"/>
                <a:gd name="csY1" fmla="*/ 110678 h 205805"/>
                <a:gd name="csX2" fmla="*/ 217713 w 217500"/>
                <a:gd name="csY2" fmla="*/ 45592 h 205805"/>
                <a:gd name="csX3" fmla="*/ 157702 w 217500"/>
                <a:gd name="csY3" fmla="*/ 92 h 205805"/>
                <a:gd name="csX4" fmla="*/ 59005 w 217500"/>
                <a:gd name="csY4" fmla="*/ 92 h 205805"/>
                <a:gd name="csX5" fmla="*/ 49866 w 217500"/>
                <a:gd name="csY5" fmla="*/ 5817 h 205805"/>
                <a:gd name="csX6" fmla="*/ 58700 w 217500"/>
                <a:gd name="csY6" fmla="*/ 9433 h 205805"/>
                <a:gd name="csX7" fmla="*/ 71799 w 217500"/>
                <a:gd name="csY7" fmla="*/ 10035 h 205805"/>
                <a:gd name="csX8" fmla="*/ 78501 w 217500"/>
                <a:gd name="csY8" fmla="*/ 14857 h 205805"/>
                <a:gd name="csX9" fmla="*/ 77282 w 217500"/>
                <a:gd name="csY9" fmla="*/ 20582 h 205805"/>
                <a:gd name="csX10" fmla="*/ 36463 w 217500"/>
                <a:gd name="csY10" fmla="*/ 182394 h 205805"/>
                <a:gd name="csX11" fmla="*/ 8742 w 217500"/>
                <a:gd name="csY11" fmla="*/ 196556 h 205805"/>
                <a:gd name="csX12" fmla="*/ 213 w 217500"/>
                <a:gd name="csY12" fmla="*/ 202281 h 205805"/>
                <a:gd name="csX13" fmla="*/ 4782 w 217500"/>
                <a:gd name="csY13" fmla="*/ 205897 h 205805"/>
                <a:gd name="csX14" fmla="*/ 43469 w 217500"/>
                <a:gd name="csY14" fmla="*/ 204993 h 205805"/>
                <a:gd name="csX15" fmla="*/ 62965 w 217500"/>
                <a:gd name="csY15" fmla="*/ 205294 h 205805"/>
                <a:gd name="csX16" fmla="*/ 82765 w 217500"/>
                <a:gd name="csY16" fmla="*/ 205897 h 205805"/>
                <a:gd name="csX17" fmla="*/ 88858 w 217500"/>
                <a:gd name="csY17" fmla="*/ 199871 h 205805"/>
                <a:gd name="csX18" fmla="*/ 80328 w 217500"/>
                <a:gd name="csY18" fmla="*/ 196556 h 205805"/>
                <a:gd name="csX19" fmla="*/ 60528 w 217500"/>
                <a:gd name="csY19" fmla="*/ 191132 h 205805"/>
                <a:gd name="csX20" fmla="*/ 61442 w 217500"/>
                <a:gd name="csY20" fmla="*/ 186010 h 205805"/>
                <a:gd name="csX21" fmla="*/ 80328 w 217500"/>
                <a:gd name="csY21" fmla="*/ 110678 h 205805"/>
                <a:gd name="csX22" fmla="*/ 102261 w 217500"/>
                <a:gd name="csY22" fmla="*/ 20883 h 205805"/>
                <a:gd name="csX23" fmla="*/ 118711 w 217500"/>
                <a:gd name="csY23" fmla="*/ 9433 h 205805"/>
                <a:gd name="csX24" fmla="*/ 147954 w 217500"/>
                <a:gd name="csY24" fmla="*/ 9433 h 205805"/>
                <a:gd name="csX25" fmla="*/ 189383 w 217500"/>
                <a:gd name="csY25" fmla="*/ 38360 h 205805"/>
                <a:gd name="csX26" fmla="*/ 171410 w 217500"/>
                <a:gd name="csY26" fmla="*/ 86873 h 205805"/>
                <a:gd name="csX27" fmla="*/ 124499 w 217500"/>
                <a:gd name="csY27" fmla="*/ 102844 h 205805"/>
                <a:gd name="csX28" fmla="*/ 81547 w 217500"/>
                <a:gd name="csY28" fmla="*/ 102844 h 205805"/>
                <a:gd name="csX29" fmla="*/ 102261 w 217500"/>
                <a:gd name="csY29" fmla="*/ 20883 h 2058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7500" h="205805">
                  <a:moveTo>
                    <a:pt x="80328" y="110678"/>
                  </a:moveTo>
                  <a:lnTo>
                    <a:pt x="132114" y="110678"/>
                  </a:lnTo>
                  <a:cubicBezTo>
                    <a:pt x="175371" y="110678"/>
                    <a:pt x="217713" y="79340"/>
                    <a:pt x="217713" y="45592"/>
                  </a:cubicBezTo>
                  <a:cubicBezTo>
                    <a:pt x="217713" y="22390"/>
                    <a:pt x="197608" y="92"/>
                    <a:pt x="157702" y="92"/>
                  </a:cubicBezTo>
                  <a:lnTo>
                    <a:pt x="59005" y="92"/>
                  </a:lnTo>
                  <a:cubicBezTo>
                    <a:pt x="53217" y="92"/>
                    <a:pt x="49866" y="92"/>
                    <a:pt x="49866" y="5817"/>
                  </a:cubicBezTo>
                  <a:cubicBezTo>
                    <a:pt x="49866" y="9433"/>
                    <a:pt x="52608" y="9433"/>
                    <a:pt x="58700" y="9433"/>
                  </a:cubicBezTo>
                  <a:cubicBezTo>
                    <a:pt x="62660" y="9433"/>
                    <a:pt x="68143" y="9734"/>
                    <a:pt x="71799" y="10035"/>
                  </a:cubicBezTo>
                  <a:cubicBezTo>
                    <a:pt x="76673" y="10638"/>
                    <a:pt x="78501" y="11542"/>
                    <a:pt x="78501" y="14857"/>
                  </a:cubicBezTo>
                  <a:cubicBezTo>
                    <a:pt x="78501" y="16062"/>
                    <a:pt x="78196" y="16966"/>
                    <a:pt x="77282" y="20582"/>
                  </a:cubicBezTo>
                  <a:lnTo>
                    <a:pt x="36463" y="182394"/>
                  </a:lnTo>
                  <a:cubicBezTo>
                    <a:pt x="33417" y="194145"/>
                    <a:pt x="32807" y="196556"/>
                    <a:pt x="8742" y="196556"/>
                  </a:cubicBezTo>
                  <a:cubicBezTo>
                    <a:pt x="3564" y="196556"/>
                    <a:pt x="213" y="196556"/>
                    <a:pt x="213" y="202281"/>
                  </a:cubicBezTo>
                  <a:cubicBezTo>
                    <a:pt x="213" y="205897"/>
                    <a:pt x="3868" y="205897"/>
                    <a:pt x="4782" y="205897"/>
                  </a:cubicBezTo>
                  <a:cubicBezTo>
                    <a:pt x="13311" y="205897"/>
                    <a:pt x="34940" y="204993"/>
                    <a:pt x="43469" y="204993"/>
                  </a:cubicBezTo>
                  <a:cubicBezTo>
                    <a:pt x="49866" y="204993"/>
                    <a:pt x="56568" y="205294"/>
                    <a:pt x="62965" y="205294"/>
                  </a:cubicBezTo>
                  <a:cubicBezTo>
                    <a:pt x="69667" y="205294"/>
                    <a:pt x="76368" y="205897"/>
                    <a:pt x="82765" y="205897"/>
                  </a:cubicBezTo>
                  <a:cubicBezTo>
                    <a:pt x="84898" y="205897"/>
                    <a:pt x="88858" y="205897"/>
                    <a:pt x="88858" y="199871"/>
                  </a:cubicBezTo>
                  <a:cubicBezTo>
                    <a:pt x="88858" y="196556"/>
                    <a:pt x="86116" y="196556"/>
                    <a:pt x="80328" y="196556"/>
                  </a:cubicBezTo>
                  <a:cubicBezTo>
                    <a:pt x="69057" y="196556"/>
                    <a:pt x="60528" y="196556"/>
                    <a:pt x="60528" y="191132"/>
                  </a:cubicBezTo>
                  <a:cubicBezTo>
                    <a:pt x="60528" y="189324"/>
                    <a:pt x="61137" y="187818"/>
                    <a:pt x="61442" y="186010"/>
                  </a:cubicBezTo>
                  <a:lnTo>
                    <a:pt x="80328" y="110678"/>
                  </a:lnTo>
                  <a:close/>
                  <a:moveTo>
                    <a:pt x="102261" y="20883"/>
                  </a:moveTo>
                  <a:cubicBezTo>
                    <a:pt x="105003" y="10337"/>
                    <a:pt x="105612" y="9433"/>
                    <a:pt x="118711" y="9433"/>
                  </a:cubicBezTo>
                  <a:lnTo>
                    <a:pt x="147954" y="9433"/>
                  </a:lnTo>
                  <a:cubicBezTo>
                    <a:pt x="173238" y="9433"/>
                    <a:pt x="189383" y="17569"/>
                    <a:pt x="189383" y="38360"/>
                  </a:cubicBezTo>
                  <a:cubicBezTo>
                    <a:pt x="189383" y="50112"/>
                    <a:pt x="183291" y="76026"/>
                    <a:pt x="171410" y="86873"/>
                  </a:cubicBezTo>
                  <a:cubicBezTo>
                    <a:pt x="156179" y="100433"/>
                    <a:pt x="137902" y="102844"/>
                    <a:pt x="124499" y="102844"/>
                  </a:cubicBezTo>
                  <a:lnTo>
                    <a:pt x="81547" y="102844"/>
                  </a:lnTo>
                  <a:lnTo>
                    <a:pt x="102261" y="2088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D0C5F9A-2772-1AF9-EEDD-5F1C18799774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0290372" y="5670737"/>
              <a:ext cx="70672" cy="301325"/>
            </a:xfrm>
            <a:custGeom>
              <a:avLst/>
              <a:gdLst>
                <a:gd name="csX0" fmla="*/ 70893 w 70672"/>
                <a:gd name="csY0" fmla="*/ 298404 h 301325"/>
                <a:gd name="csX1" fmla="*/ 65714 w 70672"/>
                <a:gd name="csY1" fmla="*/ 291775 h 301325"/>
                <a:gd name="csX2" fmla="*/ 17889 w 70672"/>
                <a:gd name="csY2" fmla="*/ 150754 h 301325"/>
                <a:gd name="csX3" fmla="*/ 66933 w 70672"/>
                <a:gd name="csY3" fmla="*/ 8227 h 301325"/>
                <a:gd name="csX4" fmla="*/ 70893 w 70672"/>
                <a:gd name="csY4" fmla="*/ 3105 h 301325"/>
                <a:gd name="csX5" fmla="*/ 67847 w 70672"/>
                <a:gd name="csY5" fmla="*/ 92 h 301325"/>
                <a:gd name="csX6" fmla="*/ 19412 w 70672"/>
                <a:gd name="csY6" fmla="*/ 58850 h 301325"/>
                <a:gd name="csX7" fmla="*/ 221 w 70672"/>
                <a:gd name="csY7" fmla="*/ 150754 h 301325"/>
                <a:gd name="csX8" fmla="*/ 20326 w 70672"/>
                <a:gd name="csY8" fmla="*/ 244768 h 301325"/>
                <a:gd name="csX9" fmla="*/ 67847 w 70672"/>
                <a:gd name="csY9" fmla="*/ 301417 h 301325"/>
                <a:gd name="csX10" fmla="*/ 70893 w 70672"/>
                <a:gd name="csY10" fmla="*/ 298404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672" h="301325">
                  <a:moveTo>
                    <a:pt x="70893" y="298404"/>
                  </a:moveTo>
                  <a:cubicBezTo>
                    <a:pt x="70893" y="297500"/>
                    <a:pt x="70893" y="296897"/>
                    <a:pt x="65714" y="291775"/>
                  </a:cubicBezTo>
                  <a:cubicBezTo>
                    <a:pt x="27637" y="253808"/>
                    <a:pt x="17889" y="196857"/>
                    <a:pt x="17889" y="150754"/>
                  </a:cubicBezTo>
                  <a:cubicBezTo>
                    <a:pt x="17889" y="98324"/>
                    <a:pt x="29464" y="45893"/>
                    <a:pt x="66933" y="8227"/>
                  </a:cubicBezTo>
                  <a:cubicBezTo>
                    <a:pt x="70893" y="4612"/>
                    <a:pt x="70893" y="4009"/>
                    <a:pt x="70893" y="3105"/>
                  </a:cubicBezTo>
                  <a:cubicBezTo>
                    <a:pt x="70893" y="996"/>
                    <a:pt x="69674" y="92"/>
                    <a:pt x="67847" y="92"/>
                  </a:cubicBezTo>
                  <a:cubicBezTo>
                    <a:pt x="64800" y="92"/>
                    <a:pt x="37384" y="20582"/>
                    <a:pt x="19412" y="58850"/>
                  </a:cubicBezTo>
                  <a:cubicBezTo>
                    <a:pt x="3876" y="91996"/>
                    <a:pt x="221" y="125443"/>
                    <a:pt x="221" y="150754"/>
                  </a:cubicBezTo>
                  <a:cubicBezTo>
                    <a:pt x="221" y="174258"/>
                    <a:pt x="3571" y="210718"/>
                    <a:pt x="20326" y="244768"/>
                  </a:cubicBezTo>
                  <a:cubicBezTo>
                    <a:pt x="38603" y="281831"/>
                    <a:pt x="64800" y="301417"/>
                    <a:pt x="67847" y="301417"/>
                  </a:cubicBezTo>
                  <a:cubicBezTo>
                    <a:pt x="69674" y="301417"/>
                    <a:pt x="70893" y="300513"/>
                    <a:pt x="70893" y="298404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CDEE38C-4AF8-B9F2-713E-048442C61F5F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387513" y="5763545"/>
              <a:ext cx="151701" cy="136500"/>
            </a:xfrm>
            <a:custGeom>
              <a:avLst/>
              <a:gdLst>
                <a:gd name="csX0" fmla="*/ 93134 w 151701"/>
                <a:gd name="csY0" fmla="*/ 42277 h 136500"/>
                <a:gd name="csX1" fmla="*/ 123292 w 151701"/>
                <a:gd name="csY1" fmla="*/ 6721 h 136500"/>
                <a:gd name="csX2" fmla="*/ 138523 w 151701"/>
                <a:gd name="csY2" fmla="*/ 10638 h 136500"/>
                <a:gd name="csX3" fmla="*/ 123901 w 151701"/>
                <a:gd name="csY3" fmla="*/ 26910 h 136500"/>
                <a:gd name="csX4" fmla="*/ 135477 w 151701"/>
                <a:gd name="csY4" fmla="*/ 37456 h 136500"/>
                <a:gd name="csX5" fmla="*/ 151926 w 151701"/>
                <a:gd name="csY5" fmla="*/ 19979 h 136500"/>
                <a:gd name="csX6" fmla="*/ 123596 w 151701"/>
                <a:gd name="csY6" fmla="*/ 92 h 136500"/>
                <a:gd name="csX7" fmla="*/ 91611 w 151701"/>
                <a:gd name="csY7" fmla="*/ 22992 h 136500"/>
                <a:gd name="csX8" fmla="*/ 58712 w 151701"/>
                <a:gd name="csY8" fmla="*/ 92 h 136500"/>
                <a:gd name="csX9" fmla="*/ 9668 w 151701"/>
                <a:gd name="csY9" fmla="*/ 46496 h 136500"/>
                <a:gd name="csX10" fmla="*/ 13323 w 151701"/>
                <a:gd name="csY10" fmla="*/ 49509 h 136500"/>
                <a:gd name="csX11" fmla="*/ 17283 w 151701"/>
                <a:gd name="csY11" fmla="*/ 46194 h 136500"/>
                <a:gd name="csX12" fmla="*/ 58103 w 151701"/>
                <a:gd name="csY12" fmla="*/ 6721 h 136500"/>
                <a:gd name="csX13" fmla="*/ 74552 w 151701"/>
                <a:gd name="csY13" fmla="*/ 26910 h 136500"/>
                <a:gd name="csX14" fmla="*/ 58103 w 151701"/>
                <a:gd name="csY14" fmla="*/ 98625 h 136500"/>
                <a:gd name="csX15" fmla="*/ 29163 w 151701"/>
                <a:gd name="csY15" fmla="*/ 129963 h 136500"/>
                <a:gd name="csX16" fmla="*/ 13932 w 151701"/>
                <a:gd name="csY16" fmla="*/ 126046 h 136500"/>
                <a:gd name="csX17" fmla="*/ 28250 w 151701"/>
                <a:gd name="csY17" fmla="*/ 109774 h 136500"/>
                <a:gd name="csX18" fmla="*/ 16979 w 151701"/>
                <a:gd name="csY18" fmla="*/ 99228 h 136500"/>
                <a:gd name="csX19" fmla="*/ 224 w 151701"/>
                <a:gd name="csY19" fmla="*/ 116705 h 136500"/>
                <a:gd name="csX20" fmla="*/ 28859 w 151701"/>
                <a:gd name="csY20" fmla="*/ 136592 h 136500"/>
                <a:gd name="csX21" fmla="*/ 60844 w 151701"/>
                <a:gd name="csY21" fmla="*/ 113691 h 136500"/>
                <a:gd name="csX22" fmla="*/ 93743 w 151701"/>
                <a:gd name="csY22" fmla="*/ 136592 h 136500"/>
                <a:gd name="csX23" fmla="*/ 142483 w 151701"/>
                <a:gd name="csY23" fmla="*/ 90188 h 136500"/>
                <a:gd name="csX24" fmla="*/ 138827 w 151701"/>
                <a:gd name="csY24" fmla="*/ 87175 h 136500"/>
                <a:gd name="csX25" fmla="*/ 134867 w 151701"/>
                <a:gd name="csY25" fmla="*/ 90489 h 136500"/>
                <a:gd name="csX26" fmla="*/ 94353 w 151701"/>
                <a:gd name="csY26" fmla="*/ 129963 h 136500"/>
                <a:gd name="csX27" fmla="*/ 77598 w 151701"/>
                <a:gd name="csY27" fmla="*/ 110076 h 136500"/>
                <a:gd name="csX28" fmla="*/ 82777 w 151701"/>
                <a:gd name="csY28" fmla="*/ 83559 h 136500"/>
                <a:gd name="csX29" fmla="*/ 93134 w 151701"/>
                <a:gd name="csY29" fmla="*/ 42277 h 13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701" h="136500">
                  <a:moveTo>
                    <a:pt x="93134" y="42277"/>
                  </a:moveTo>
                  <a:cubicBezTo>
                    <a:pt x="94962" y="34443"/>
                    <a:pt x="101968" y="6721"/>
                    <a:pt x="123292" y="6721"/>
                  </a:cubicBezTo>
                  <a:cubicBezTo>
                    <a:pt x="124815" y="6721"/>
                    <a:pt x="132126" y="6721"/>
                    <a:pt x="138523" y="10638"/>
                  </a:cubicBezTo>
                  <a:cubicBezTo>
                    <a:pt x="129993" y="12145"/>
                    <a:pt x="123901" y="19678"/>
                    <a:pt x="123901" y="26910"/>
                  </a:cubicBezTo>
                  <a:cubicBezTo>
                    <a:pt x="123901" y="31731"/>
                    <a:pt x="127252" y="37456"/>
                    <a:pt x="135477" y="37456"/>
                  </a:cubicBezTo>
                  <a:cubicBezTo>
                    <a:pt x="142178" y="37456"/>
                    <a:pt x="151926" y="32032"/>
                    <a:pt x="151926" y="19979"/>
                  </a:cubicBezTo>
                  <a:cubicBezTo>
                    <a:pt x="151926" y="4310"/>
                    <a:pt x="133954" y="92"/>
                    <a:pt x="123596" y="92"/>
                  </a:cubicBezTo>
                  <a:cubicBezTo>
                    <a:pt x="105928" y="92"/>
                    <a:pt x="95266" y="16062"/>
                    <a:pt x="91611" y="22992"/>
                  </a:cubicBezTo>
                  <a:cubicBezTo>
                    <a:pt x="83995" y="3105"/>
                    <a:pt x="67546" y="92"/>
                    <a:pt x="58712" y="92"/>
                  </a:cubicBezTo>
                  <a:cubicBezTo>
                    <a:pt x="27031" y="92"/>
                    <a:pt x="9668" y="38963"/>
                    <a:pt x="9668" y="46496"/>
                  </a:cubicBezTo>
                  <a:cubicBezTo>
                    <a:pt x="9668" y="49509"/>
                    <a:pt x="12714" y="49509"/>
                    <a:pt x="13323" y="49509"/>
                  </a:cubicBezTo>
                  <a:cubicBezTo>
                    <a:pt x="15760" y="49509"/>
                    <a:pt x="16674" y="48906"/>
                    <a:pt x="17283" y="46194"/>
                  </a:cubicBezTo>
                  <a:cubicBezTo>
                    <a:pt x="27640" y="14254"/>
                    <a:pt x="47745" y="6721"/>
                    <a:pt x="58103" y="6721"/>
                  </a:cubicBezTo>
                  <a:cubicBezTo>
                    <a:pt x="63890" y="6721"/>
                    <a:pt x="74552" y="9433"/>
                    <a:pt x="74552" y="26910"/>
                  </a:cubicBezTo>
                  <a:cubicBezTo>
                    <a:pt x="74552" y="36251"/>
                    <a:pt x="69374" y="56440"/>
                    <a:pt x="58103" y="98625"/>
                  </a:cubicBezTo>
                  <a:cubicBezTo>
                    <a:pt x="53229" y="117307"/>
                    <a:pt x="42567" y="129963"/>
                    <a:pt x="29163" y="129963"/>
                  </a:cubicBezTo>
                  <a:cubicBezTo>
                    <a:pt x="27336" y="129963"/>
                    <a:pt x="20329" y="129963"/>
                    <a:pt x="13932" y="126046"/>
                  </a:cubicBezTo>
                  <a:cubicBezTo>
                    <a:pt x="21548" y="124539"/>
                    <a:pt x="28250" y="118211"/>
                    <a:pt x="28250" y="109774"/>
                  </a:cubicBezTo>
                  <a:cubicBezTo>
                    <a:pt x="28250" y="101638"/>
                    <a:pt x="21548" y="99228"/>
                    <a:pt x="16979" y="99228"/>
                  </a:cubicBezTo>
                  <a:cubicBezTo>
                    <a:pt x="7840" y="99228"/>
                    <a:pt x="224" y="107062"/>
                    <a:pt x="224" y="116705"/>
                  </a:cubicBezTo>
                  <a:cubicBezTo>
                    <a:pt x="224" y="130566"/>
                    <a:pt x="15455" y="136592"/>
                    <a:pt x="28859" y="136592"/>
                  </a:cubicBezTo>
                  <a:cubicBezTo>
                    <a:pt x="48964" y="136592"/>
                    <a:pt x="59930" y="115499"/>
                    <a:pt x="60844" y="113691"/>
                  </a:cubicBezTo>
                  <a:cubicBezTo>
                    <a:pt x="64500" y="124840"/>
                    <a:pt x="75466" y="136592"/>
                    <a:pt x="93743" y="136592"/>
                  </a:cubicBezTo>
                  <a:cubicBezTo>
                    <a:pt x="125119" y="136592"/>
                    <a:pt x="142483" y="97721"/>
                    <a:pt x="142483" y="90188"/>
                  </a:cubicBezTo>
                  <a:cubicBezTo>
                    <a:pt x="142483" y="87175"/>
                    <a:pt x="139741" y="87175"/>
                    <a:pt x="138827" y="87175"/>
                  </a:cubicBezTo>
                  <a:cubicBezTo>
                    <a:pt x="136086" y="87175"/>
                    <a:pt x="135477" y="88380"/>
                    <a:pt x="134867" y="90489"/>
                  </a:cubicBezTo>
                  <a:cubicBezTo>
                    <a:pt x="124815" y="122731"/>
                    <a:pt x="104101" y="129963"/>
                    <a:pt x="94353" y="129963"/>
                  </a:cubicBezTo>
                  <a:cubicBezTo>
                    <a:pt x="82472" y="129963"/>
                    <a:pt x="77598" y="120321"/>
                    <a:pt x="77598" y="110076"/>
                  </a:cubicBezTo>
                  <a:cubicBezTo>
                    <a:pt x="77598" y="103446"/>
                    <a:pt x="79426" y="96817"/>
                    <a:pt x="82777" y="83559"/>
                  </a:cubicBezTo>
                  <a:lnTo>
                    <a:pt x="93134" y="42277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E0F114BB-104D-99D0-1CB3-6799F538039B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0673645" y="5670737"/>
              <a:ext cx="12184" cy="301325"/>
            </a:xfrm>
            <a:custGeom>
              <a:avLst/>
              <a:gdLst>
                <a:gd name="csX0" fmla="*/ 12418 w 12184"/>
                <a:gd name="csY0" fmla="*/ 10939 h 301325"/>
                <a:gd name="csX1" fmla="*/ 6325 w 12184"/>
                <a:gd name="csY1" fmla="*/ 92 h 301325"/>
                <a:gd name="csX2" fmla="*/ 233 w 12184"/>
                <a:gd name="csY2" fmla="*/ 10939 h 301325"/>
                <a:gd name="csX3" fmla="*/ 233 w 12184"/>
                <a:gd name="csY3" fmla="*/ 290570 h 301325"/>
                <a:gd name="csX4" fmla="*/ 6325 w 12184"/>
                <a:gd name="csY4" fmla="*/ 301417 h 301325"/>
                <a:gd name="csX5" fmla="*/ 12418 w 12184"/>
                <a:gd name="csY5" fmla="*/ 290570 h 301325"/>
                <a:gd name="csX6" fmla="*/ 12418 w 12184"/>
                <a:gd name="csY6" fmla="*/ 10939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84" h="301325">
                  <a:moveTo>
                    <a:pt x="12418" y="10939"/>
                  </a:moveTo>
                  <a:cubicBezTo>
                    <a:pt x="12418" y="5516"/>
                    <a:pt x="12418" y="92"/>
                    <a:pt x="6325" y="92"/>
                  </a:cubicBezTo>
                  <a:cubicBezTo>
                    <a:pt x="233" y="92"/>
                    <a:pt x="233" y="5516"/>
                    <a:pt x="233" y="10939"/>
                  </a:cubicBezTo>
                  <a:lnTo>
                    <a:pt x="233" y="290570"/>
                  </a:lnTo>
                  <a:cubicBezTo>
                    <a:pt x="233" y="295993"/>
                    <a:pt x="233" y="301417"/>
                    <a:pt x="6325" y="301417"/>
                  </a:cubicBezTo>
                  <a:cubicBezTo>
                    <a:pt x="12418" y="301417"/>
                    <a:pt x="12418" y="295993"/>
                    <a:pt x="12418" y="290570"/>
                  </a:cubicBezTo>
                  <a:lnTo>
                    <a:pt x="12418" y="10939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B657380-3026-A1A0-00EF-B00018EC35A9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0840136" y="5670737"/>
              <a:ext cx="67930" cy="301325"/>
            </a:xfrm>
            <a:custGeom>
              <a:avLst/>
              <a:gdLst>
                <a:gd name="csX0" fmla="*/ 66646 w 67930"/>
                <a:gd name="csY0" fmla="*/ 11542 h 301325"/>
                <a:gd name="csX1" fmla="*/ 68169 w 67930"/>
                <a:gd name="csY1" fmla="*/ 6118 h 301325"/>
                <a:gd name="csX2" fmla="*/ 62077 w 67930"/>
                <a:gd name="csY2" fmla="*/ 92 h 301325"/>
                <a:gd name="csX3" fmla="*/ 55070 w 67930"/>
                <a:gd name="csY3" fmla="*/ 7022 h 301325"/>
                <a:gd name="csX4" fmla="*/ 1762 w 67930"/>
                <a:gd name="csY4" fmla="*/ 145331 h 301325"/>
                <a:gd name="csX5" fmla="*/ 238 w 67930"/>
                <a:gd name="csY5" fmla="*/ 150754 h 301325"/>
                <a:gd name="csX6" fmla="*/ 1762 w 67930"/>
                <a:gd name="csY6" fmla="*/ 155877 h 301325"/>
                <a:gd name="csX7" fmla="*/ 55070 w 67930"/>
                <a:gd name="csY7" fmla="*/ 294185 h 301325"/>
                <a:gd name="csX8" fmla="*/ 62077 w 67930"/>
                <a:gd name="csY8" fmla="*/ 301417 h 301325"/>
                <a:gd name="csX9" fmla="*/ 68169 w 67930"/>
                <a:gd name="csY9" fmla="*/ 295391 h 301325"/>
                <a:gd name="csX10" fmla="*/ 66646 w 67930"/>
                <a:gd name="csY10" fmla="*/ 290570 h 301325"/>
                <a:gd name="csX11" fmla="*/ 12728 w 67930"/>
                <a:gd name="csY11" fmla="*/ 150754 h 301325"/>
                <a:gd name="csX12" fmla="*/ 66646 w 67930"/>
                <a:gd name="csY12" fmla="*/ 11542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930" h="301325">
                  <a:moveTo>
                    <a:pt x="66646" y="11542"/>
                  </a:moveTo>
                  <a:cubicBezTo>
                    <a:pt x="68169" y="8227"/>
                    <a:pt x="68169" y="7625"/>
                    <a:pt x="68169" y="6118"/>
                  </a:cubicBezTo>
                  <a:cubicBezTo>
                    <a:pt x="68169" y="2804"/>
                    <a:pt x="65428" y="92"/>
                    <a:pt x="62077" y="92"/>
                  </a:cubicBezTo>
                  <a:cubicBezTo>
                    <a:pt x="59335" y="92"/>
                    <a:pt x="57203" y="1598"/>
                    <a:pt x="55070" y="7022"/>
                  </a:cubicBezTo>
                  <a:lnTo>
                    <a:pt x="1762" y="145331"/>
                  </a:lnTo>
                  <a:cubicBezTo>
                    <a:pt x="1152" y="147139"/>
                    <a:pt x="238" y="148947"/>
                    <a:pt x="238" y="150754"/>
                  </a:cubicBezTo>
                  <a:cubicBezTo>
                    <a:pt x="238" y="151658"/>
                    <a:pt x="238" y="152261"/>
                    <a:pt x="1762" y="155877"/>
                  </a:cubicBezTo>
                  <a:lnTo>
                    <a:pt x="55070" y="294185"/>
                  </a:lnTo>
                  <a:cubicBezTo>
                    <a:pt x="56289" y="297500"/>
                    <a:pt x="57812" y="301417"/>
                    <a:pt x="62077" y="301417"/>
                  </a:cubicBezTo>
                  <a:cubicBezTo>
                    <a:pt x="65428" y="301417"/>
                    <a:pt x="68169" y="298705"/>
                    <a:pt x="68169" y="295391"/>
                  </a:cubicBezTo>
                  <a:cubicBezTo>
                    <a:pt x="68169" y="294487"/>
                    <a:pt x="68169" y="293884"/>
                    <a:pt x="66646" y="290570"/>
                  </a:cubicBezTo>
                  <a:lnTo>
                    <a:pt x="12728" y="150754"/>
                  </a:lnTo>
                  <a:lnTo>
                    <a:pt x="66646" y="11542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347766F-AD7B-5E98-DE1C-293EBBCA17B4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0947025" y="5764148"/>
              <a:ext cx="117888" cy="134391"/>
            </a:xfrm>
            <a:custGeom>
              <a:avLst/>
              <a:gdLst>
                <a:gd name="csX0" fmla="*/ 69087 w 117888"/>
                <a:gd name="csY0" fmla="*/ 55837 h 134391"/>
                <a:gd name="csX1" fmla="*/ 48373 w 117888"/>
                <a:gd name="csY1" fmla="*/ 52221 h 134391"/>
                <a:gd name="csX2" fmla="*/ 18824 w 117888"/>
                <a:gd name="csY2" fmla="*/ 35648 h 134391"/>
                <a:gd name="csX3" fmla="*/ 57511 w 117888"/>
                <a:gd name="csY3" fmla="*/ 18473 h 134391"/>
                <a:gd name="csX4" fmla="*/ 87973 w 117888"/>
                <a:gd name="csY4" fmla="*/ 35347 h 134391"/>
                <a:gd name="csX5" fmla="*/ 98331 w 117888"/>
                <a:gd name="csY5" fmla="*/ 45592 h 134391"/>
                <a:gd name="csX6" fmla="*/ 108992 w 117888"/>
                <a:gd name="csY6" fmla="*/ 33237 h 134391"/>
                <a:gd name="csX7" fmla="*/ 108992 w 117888"/>
                <a:gd name="csY7" fmla="*/ 12446 h 134391"/>
                <a:gd name="csX8" fmla="*/ 99854 w 117888"/>
                <a:gd name="csY8" fmla="*/ 92 h 134391"/>
                <a:gd name="csX9" fmla="*/ 90715 w 117888"/>
                <a:gd name="csY9" fmla="*/ 6420 h 134391"/>
                <a:gd name="csX10" fmla="*/ 58120 w 117888"/>
                <a:gd name="csY10" fmla="*/ 92 h 134391"/>
                <a:gd name="csX11" fmla="*/ 242 w 117888"/>
                <a:gd name="csY11" fmla="*/ 35648 h 134391"/>
                <a:gd name="csX12" fmla="*/ 60253 w 117888"/>
                <a:gd name="csY12" fmla="*/ 72711 h 134391"/>
                <a:gd name="csX13" fmla="*/ 99549 w 117888"/>
                <a:gd name="csY13" fmla="*/ 95009 h 134391"/>
                <a:gd name="csX14" fmla="*/ 60557 w 117888"/>
                <a:gd name="csY14" fmla="*/ 116102 h 134391"/>
                <a:gd name="csX15" fmla="*/ 21566 w 117888"/>
                <a:gd name="csY15" fmla="*/ 89284 h 134391"/>
                <a:gd name="csX16" fmla="*/ 10904 w 117888"/>
                <a:gd name="csY16" fmla="*/ 80546 h 134391"/>
                <a:gd name="csX17" fmla="*/ 242 w 117888"/>
                <a:gd name="csY17" fmla="*/ 92900 h 134391"/>
                <a:gd name="csX18" fmla="*/ 242 w 117888"/>
                <a:gd name="csY18" fmla="*/ 122129 h 134391"/>
                <a:gd name="csX19" fmla="*/ 9381 w 117888"/>
                <a:gd name="csY19" fmla="*/ 134483 h 134391"/>
                <a:gd name="csX20" fmla="*/ 20652 w 117888"/>
                <a:gd name="csY20" fmla="*/ 123033 h 134391"/>
                <a:gd name="csX21" fmla="*/ 60253 w 117888"/>
                <a:gd name="csY21" fmla="*/ 134483 h 134391"/>
                <a:gd name="csX22" fmla="*/ 118131 w 117888"/>
                <a:gd name="csY22" fmla="*/ 95009 h 134391"/>
                <a:gd name="csX23" fmla="*/ 69087 w 117888"/>
                <a:gd name="csY23" fmla="*/ 55837 h 1343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888" h="134391">
                  <a:moveTo>
                    <a:pt x="69087" y="55837"/>
                  </a:moveTo>
                  <a:cubicBezTo>
                    <a:pt x="62081" y="54632"/>
                    <a:pt x="55988" y="53728"/>
                    <a:pt x="48373" y="52221"/>
                  </a:cubicBezTo>
                  <a:cubicBezTo>
                    <a:pt x="39539" y="51016"/>
                    <a:pt x="18824" y="47400"/>
                    <a:pt x="18824" y="35648"/>
                  </a:cubicBezTo>
                  <a:cubicBezTo>
                    <a:pt x="18824" y="27814"/>
                    <a:pt x="28572" y="18473"/>
                    <a:pt x="57511" y="18473"/>
                  </a:cubicBezTo>
                  <a:cubicBezTo>
                    <a:pt x="82795" y="18473"/>
                    <a:pt x="87060" y="27512"/>
                    <a:pt x="87973" y="35347"/>
                  </a:cubicBezTo>
                  <a:cubicBezTo>
                    <a:pt x="88278" y="40469"/>
                    <a:pt x="88887" y="45592"/>
                    <a:pt x="98331" y="45592"/>
                  </a:cubicBezTo>
                  <a:cubicBezTo>
                    <a:pt x="108992" y="45592"/>
                    <a:pt x="108992" y="39264"/>
                    <a:pt x="108992" y="33237"/>
                  </a:cubicBezTo>
                  <a:lnTo>
                    <a:pt x="108992" y="12446"/>
                  </a:lnTo>
                  <a:cubicBezTo>
                    <a:pt x="108992" y="7625"/>
                    <a:pt x="108992" y="92"/>
                    <a:pt x="99854" y="92"/>
                  </a:cubicBezTo>
                  <a:cubicBezTo>
                    <a:pt x="92543" y="92"/>
                    <a:pt x="91324" y="4310"/>
                    <a:pt x="90715" y="6420"/>
                  </a:cubicBezTo>
                  <a:cubicBezTo>
                    <a:pt x="77312" y="92"/>
                    <a:pt x="63908" y="92"/>
                    <a:pt x="58120" y="92"/>
                  </a:cubicBezTo>
                  <a:cubicBezTo>
                    <a:pt x="7249" y="92"/>
                    <a:pt x="242" y="24800"/>
                    <a:pt x="242" y="35648"/>
                  </a:cubicBezTo>
                  <a:cubicBezTo>
                    <a:pt x="242" y="63370"/>
                    <a:pt x="32228" y="68493"/>
                    <a:pt x="60253" y="72711"/>
                  </a:cubicBezTo>
                  <a:cubicBezTo>
                    <a:pt x="75179" y="75122"/>
                    <a:pt x="99549" y="79039"/>
                    <a:pt x="99549" y="95009"/>
                  </a:cubicBezTo>
                  <a:cubicBezTo>
                    <a:pt x="99549" y="106158"/>
                    <a:pt x="88278" y="116102"/>
                    <a:pt x="60557" y="116102"/>
                  </a:cubicBezTo>
                  <a:cubicBezTo>
                    <a:pt x="46240" y="116102"/>
                    <a:pt x="29181" y="112787"/>
                    <a:pt x="21566" y="89284"/>
                  </a:cubicBezTo>
                  <a:cubicBezTo>
                    <a:pt x="20043" y="83860"/>
                    <a:pt x="18824" y="80546"/>
                    <a:pt x="10904" y="80546"/>
                  </a:cubicBezTo>
                  <a:cubicBezTo>
                    <a:pt x="242" y="80546"/>
                    <a:pt x="242" y="86873"/>
                    <a:pt x="242" y="92900"/>
                  </a:cubicBezTo>
                  <a:lnTo>
                    <a:pt x="242" y="122129"/>
                  </a:lnTo>
                  <a:cubicBezTo>
                    <a:pt x="242" y="126950"/>
                    <a:pt x="242" y="134483"/>
                    <a:pt x="9381" y="134483"/>
                  </a:cubicBezTo>
                  <a:cubicBezTo>
                    <a:pt x="12123" y="134483"/>
                    <a:pt x="16996" y="134182"/>
                    <a:pt x="20652" y="123033"/>
                  </a:cubicBezTo>
                  <a:cubicBezTo>
                    <a:pt x="35578" y="133880"/>
                    <a:pt x="51723" y="134483"/>
                    <a:pt x="60253" y="134483"/>
                  </a:cubicBezTo>
                  <a:cubicBezTo>
                    <a:pt x="108383" y="134483"/>
                    <a:pt x="118131" y="109473"/>
                    <a:pt x="118131" y="95009"/>
                  </a:cubicBezTo>
                  <a:cubicBezTo>
                    <a:pt x="118131" y="63671"/>
                    <a:pt x="78835" y="57344"/>
                    <a:pt x="69087" y="55837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DAD8A4A8-AC24-0D32-6D4C-286998208AC0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1101771" y="5670737"/>
              <a:ext cx="67930" cy="301325"/>
            </a:xfrm>
            <a:custGeom>
              <a:avLst/>
              <a:gdLst>
                <a:gd name="csX0" fmla="*/ 66655 w 67930"/>
                <a:gd name="csY0" fmla="*/ 155877 h 301325"/>
                <a:gd name="csX1" fmla="*/ 68178 w 67930"/>
                <a:gd name="csY1" fmla="*/ 150754 h 301325"/>
                <a:gd name="csX2" fmla="*/ 66655 w 67930"/>
                <a:gd name="csY2" fmla="*/ 145632 h 301325"/>
                <a:gd name="csX3" fmla="*/ 13346 w 67930"/>
                <a:gd name="csY3" fmla="*/ 7022 h 301325"/>
                <a:gd name="csX4" fmla="*/ 6340 w 67930"/>
                <a:gd name="csY4" fmla="*/ 92 h 301325"/>
                <a:gd name="csX5" fmla="*/ 247 w 67930"/>
                <a:gd name="csY5" fmla="*/ 6118 h 301325"/>
                <a:gd name="csX6" fmla="*/ 1771 w 67930"/>
                <a:gd name="csY6" fmla="*/ 10939 h 301325"/>
                <a:gd name="csX7" fmla="*/ 55689 w 67930"/>
                <a:gd name="csY7" fmla="*/ 150754 h 301325"/>
                <a:gd name="csX8" fmla="*/ 1771 w 67930"/>
                <a:gd name="csY8" fmla="*/ 289967 h 301325"/>
                <a:gd name="csX9" fmla="*/ 247 w 67930"/>
                <a:gd name="csY9" fmla="*/ 295391 h 301325"/>
                <a:gd name="csX10" fmla="*/ 6340 w 67930"/>
                <a:gd name="csY10" fmla="*/ 301417 h 301325"/>
                <a:gd name="csX11" fmla="*/ 12737 w 67930"/>
                <a:gd name="csY11" fmla="*/ 295391 h 301325"/>
                <a:gd name="csX12" fmla="*/ 66655 w 67930"/>
                <a:gd name="csY12" fmla="*/ 155877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930" h="301325">
                  <a:moveTo>
                    <a:pt x="66655" y="155877"/>
                  </a:moveTo>
                  <a:cubicBezTo>
                    <a:pt x="68178" y="152261"/>
                    <a:pt x="68178" y="151658"/>
                    <a:pt x="68178" y="150754"/>
                  </a:cubicBezTo>
                  <a:cubicBezTo>
                    <a:pt x="68178" y="149850"/>
                    <a:pt x="68178" y="149248"/>
                    <a:pt x="66655" y="145632"/>
                  </a:cubicBezTo>
                  <a:lnTo>
                    <a:pt x="13346" y="7022"/>
                  </a:lnTo>
                  <a:cubicBezTo>
                    <a:pt x="11519" y="1900"/>
                    <a:pt x="9691" y="92"/>
                    <a:pt x="6340" y="92"/>
                  </a:cubicBezTo>
                  <a:cubicBezTo>
                    <a:pt x="2989" y="92"/>
                    <a:pt x="247" y="2804"/>
                    <a:pt x="247" y="6118"/>
                  </a:cubicBezTo>
                  <a:cubicBezTo>
                    <a:pt x="247" y="7022"/>
                    <a:pt x="247" y="7625"/>
                    <a:pt x="1771" y="10939"/>
                  </a:cubicBezTo>
                  <a:lnTo>
                    <a:pt x="55689" y="150754"/>
                  </a:lnTo>
                  <a:lnTo>
                    <a:pt x="1771" y="289967"/>
                  </a:lnTo>
                  <a:cubicBezTo>
                    <a:pt x="247" y="293281"/>
                    <a:pt x="247" y="293884"/>
                    <a:pt x="247" y="295391"/>
                  </a:cubicBezTo>
                  <a:cubicBezTo>
                    <a:pt x="247" y="298705"/>
                    <a:pt x="2989" y="301417"/>
                    <a:pt x="6340" y="301417"/>
                  </a:cubicBezTo>
                  <a:cubicBezTo>
                    <a:pt x="10300" y="301417"/>
                    <a:pt x="11519" y="298404"/>
                    <a:pt x="12737" y="295391"/>
                  </a:cubicBezTo>
                  <a:lnTo>
                    <a:pt x="66655" y="155877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E148355C-54A6-6B3E-6502-EA3F25B879EF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1220845" y="5670737"/>
              <a:ext cx="70672" cy="301325"/>
            </a:xfrm>
            <a:custGeom>
              <a:avLst/>
              <a:gdLst>
                <a:gd name="csX0" fmla="*/ 70924 w 70672"/>
                <a:gd name="csY0" fmla="*/ 150754 h 301325"/>
                <a:gd name="csX1" fmla="*/ 50819 w 70672"/>
                <a:gd name="csY1" fmla="*/ 56741 h 301325"/>
                <a:gd name="csX2" fmla="*/ 3298 w 70672"/>
                <a:gd name="csY2" fmla="*/ 92 h 301325"/>
                <a:gd name="csX3" fmla="*/ 251 w 70672"/>
                <a:gd name="csY3" fmla="*/ 3105 h 301325"/>
                <a:gd name="csX4" fmla="*/ 6039 w 70672"/>
                <a:gd name="csY4" fmla="*/ 10035 h 301325"/>
                <a:gd name="csX5" fmla="*/ 53256 w 70672"/>
                <a:gd name="csY5" fmla="*/ 150754 h 301325"/>
                <a:gd name="csX6" fmla="*/ 4211 w 70672"/>
                <a:gd name="csY6" fmla="*/ 293281 h 301325"/>
                <a:gd name="csX7" fmla="*/ 251 w 70672"/>
                <a:gd name="csY7" fmla="*/ 298404 h 301325"/>
                <a:gd name="csX8" fmla="*/ 3298 w 70672"/>
                <a:gd name="csY8" fmla="*/ 301417 h 301325"/>
                <a:gd name="csX9" fmla="*/ 51733 w 70672"/>
                <a:gd name="csY9" fmla="*/ 242659 h 301325"/>
                <a:gd name="csX10" fmla="*/ 70924 w 70672"/>
                <a:gd name="csY10" fmla="*/ 150754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672" h="301325">
                  <a:moveTo>
                    <a:pt x="70924" y="150754"/>
                  </a:moveTo>
                  <a:cubicBezTo>
                    <a:pt x="70924" y="127251"/>
                    <a:pt x="67573" y="90791"/>
                    <a:pt x="50819" y="56741"/>
                  </a:cubicBezTo>
                  <a:cubicBezTo>
                    <a:pt x="32541" y="19678"/>
                    <a:pt x="6344" y="92"/>
                    <a:pt x="3298" y="92"/>
                  </a:cubicBezTo>
                  <a:cubicBezTo>
                    <a:pt x="1470" y="92"/>
                    <a:pt x="251" y="1297"/>
                    <a:pt x="251" y="3105"/>
                  </a:cubicBezTo>
                  <a:cubicBezTo>
                    <a:pt x="251" y="4009"/>
                    <a:pt x="251" y="4612"/>
                    <a:pt x="6039" y="10035"/>
                  </a:cubicBezTo>
                  <a:cubicBezTo>
                    <a:pt x="35892" y="39867"/>
                    <a:pt x="53256" y="87777"/>
                    <a:pt x="53256" y="150754"/>
                  </a:cubicBezTo>
                  <a:cubicBezTo>
                    <a:pt x="53256" y="202281"/>
                    <a:pt x="41985" y="255314"/>
                    <a:pt x="4211" y="293281"/>
                  </a:cubicBezTo>
                  <a:cubicBezTo>
                    <a:pt x="251" y="296897"/>
                    <a:pt x="251" y="297500"/>
                    <a:pt x="251" y="298404"/>
                  </a:cubicBezTo>
                  <a:cubicBezTo>
                    <a:pt x="251" y="300212"/>
                    <a:pt x="1470" y="301417"/>
                    <a:pt x="3298" y="301417"/>
                  </a:cubicBezTo>
                  <a:cubicBezTo>
                    <a:pt x="6344" y="301417"/>
                    <a:pt x="33760" y="280927"/>
                    <a:pt x="51733" y="242659"/>
                  </a:cubicBezTo>
                  <a:cubicBezTo>
                    <a:pt x="67268" y="209513"/>
                    <a:pt x="70924" y="176066"/>
                    <a:pt x="70924" y="150754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7DEDB261-AC35-417C-701F-5DFFC06F03B1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1423620" y="5786144"/>
              <a:ext cx="202573" cy="70510"/>
            </a:xfrm>
            <a:custGeom>
              <a:avLst/>
              <a:gdLst>
                <a:gd name="csX0" fmla="*/ 192475 w 202573"/>
                <a:gd name="csY0" fmla="*/ 12145 h 70510"/>
                <a:gd name="csX1" fmla="*/ 202832 w 202573"/>
                <a:gd name="csY1" fmla="*/ 6118 h 70510"/>
                <a:gd name="csX2" fmla="*/ 192779 w 202573"/>
                <a:gd name="csY2" fmla="*/ 92 h 70510"/>
                <a:gd name="csX3" fmla="*/ 10311 w 202573"/>
                <a:gd name="csY3" fmla="*/ 92 h 70510"/>
                <a:gd name="csX4" fmla="*/ 258 w 202573"/>
                <a:gd name="csY4" fmla="*/ 6118 h 70510"/>
                <a:gd name="csX5" fmla="*/ 10615 w 202573"/>
                <a:gd name="csY5" fmla="*/ 12145 h 70510"/>
                <a:gd name="csX6" fmla="*/ 192475 w 202573"/>
                <a:gd name="csY6" fmla="*/ 12145 h 70510"/>
                <a:gd name="csX7" fmla="*/ 192779 w 202573"/>
                <a:gd name="csY7" fmla="*/ 70602 h 70510"/>
                <a:gd name="csX8" fmla="*/ 202832 w 202573"/>
                <a:gd name="csY8" fmla="*/ 64575 h 70510"/>
                <a:gd name="csX9" fmla="*/ 192475 w 202573"/>
                <a:gd name="csY9" fmla="*/ 58549 h 70510"/>
                <a:gd name="csX10" fmla="*/ 10615 w 202573"/>
                <a:gd name="csY10" fmla="*/ 58549 h 70510"/>
                <a:gd name="csX11" fmla="*/ 258 w 202573"/>
                <a:gd name="csY11" fmla="*/ 64575 h 70510"/>
                <a:gd name="csX12" fmla="*/ 10311 w 202573"/>
                <a:gd name="csY12" fmla="*/ 70602 h 70510"/>
                <a:gd name="csX13" fmla="*/ 192779 w 202573"/>
                <a:gd name="csY13" fmla="*/ 70602 h 7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573" h="70510">
                  <a:moveTo>
                    <a:pt x="192475" y="12145"/>
                  </a:moveTo>
                  <a:cubicBezTo>
                    <a:pt x="197044" y="12145"/>
                    <a:pt x="202832" y="12145"/>
                    <a:pt x="202832" y="6118"/>
                  </a:cubicBezTo>
                  <a:cubicBezTo>
                    <a:pt x="202832" y="92"/>
                    <a:pt x="197044" y="92"/>
                    <a:pt x="192779" y="92"/>
                  </a:cubicBezTo>
                  <a:lnTo>
                    <a:pt x="10311" y="92"/>
                  </a:lnTo>
                  <a:cubicBezTo>
                    <a:pt x="6046" y="92"/>
                    <a:pt x="258" y="92"/>
                    <a:pt x="258" y="6118"/>
                  </a:cubicBezTo>
                  <a:cubicBezTo>
                    <a:pt x="258" y="12145"/>
                    <a:pt x="6046" y="12145"/>
                    <a:pt x="10615" y="12145"/>
                  </a:cubicBezTo>
                  <a:lnTo>
                    <a:pt x="192475" y="12145"/>
                  </a:lnTo>
                  <a:close/>
                  <a:moveTo>
                    <a:pt x="192779" y="70602"/>
                  </a:moveTo>
                  <a:cubicBezTo>
                    <a:pt x="197044" y="70602"/>
                    <a:pt x="202832" y="70602"/>
                    <a:pt x="202832" y="64575"/>
                  </a:cubicBezTo>
                  <a:cubicBezTo>
                    <a:pt x="202832" y="58549"/>
                    <a:pt x="197044" y="58549"/>
                    <a:pt x="192475" y="58549"/>
                  </a:cubicBezTo>
                  <a:lnTo>
                    <a:pt x="10615" y="58549"/>
                  </a:lnTo>
                  <a:cubicBezTo>
                    <a:pt x="6046" y="58549"/>
                    <a:pt x="258" y="58549"/>
                    <a:pt x="258" y="64575"/>
                  </a:cubicBezTo>
                  <a:cubicBezTo>
                    <a:pt x="258" y="70602"/>
                    <a:pt x="6046" y="70602"/>
                    <a:pt x="10311" y="70602"/>
                  </a:cubicBezTo>
                  <a:lnTo>
                    <a:pt x="192779" y="70602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2350C640-9F47-485F-5BE8-C7790D87DDF3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1755217" y="5696048"/>
              <a:ext cx="100525" cy="200682"/>
            </a:xfrm>
            <a:custGeom>
              <a:avLst/>
              <a:gdLst>
                <a:gd name="csX0" fmla="*/ 62716 w 100525"/>
                <a:gd name="csY0" fmla="*/ 7926 h 200682"/>
                <a:gd name="csX1" fmla="*/ 55710 w 100525"/>
                <a:gd name="csY1" fmla="*/ 92 h 200682"/>
                <a:gd name="csX2" fmla="*/ 269 w 100525"/>
                <a:gd name="csY2" fmla="*/ 19377 h 200682"/>
                <a:gd name="csX3" fmla="*/ 269 w 100525"/>
                <a:gd name="csY3" fmla="*/ 28718 h 200682"/>
                <a:gd name="csX4" fmla="*/ 40174 w 100525"/>
                <a:gd name="csY4" fmla="*/ 20883 h 200682"/>
                <a:gd name="csX5" fmla="*/ 40174 w 100525"/>
                <a:gd name="csY5" fmla="*/ 176970 h 200682"/>
                <a:gd name="csX6" fmla="*/ 11844 w 100525"/>
                <a:gd name="csY6" fmla="*/ 191433 h 200682"/>
                <a:gd name="csX7" fmla="*/ 2096 w 100525"/>
                <a:gd name="csY7" fmla="*/ 191433 h 200682"/>
                <a:gd name="csX8" fmla="*/ 2096 w 100525"/>
                <a:gd name="csY8" fmla="*/ 200774 h 200682"/>
                <a:gd name="csX9" fmla="*/ 51445 w 100525"/>
                <a:gd name="csY9" fmla="*/ 199871 h 200682"/>
                <a:gd name="csX10" fmla="*/ 100794 w 100525"/>
                <a:gd name="csY10" fmla="*/ 200774 h 200682"/>
                <a:gd name="csX11" fmla="*/ 100794 w 100525"/>
                <a:gd name="csY11" fmla="*/ 191433 h 200682"/>
                <a:gd name="csX12" fmla="*/ 91046 w 100525"/>
                <a:gd name="csY12" fmla="*/ 191433 h 200682"/>
                <a:gd name="csX13" fmla="*/ 62716 w 100525"/>
                <a:gd name="csY13" fmla="*/ 176970 h 200682"/>
                <a:gd name="csX14" fmla="*/ 62716 w 100525"/>
                <a:gd name="csY14" fmla="*/ 7926 h 200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0525" h="200682">
                  <a:moveTo>
                    <a:pt x="62716" y="7926"/>
                  </a:moveTo>
                  <a:cubicBezTo>
                    <a:pt x="62716" y="694"/>
                    <a:pt x="62716" y="92"/>
                    <a:pt x="55710" y="92"/>
                  </a:cubicBezTo>
                  <a:cubicBezTo>
                    <a:pt x="36823" y="19377"/>
                    <a:pt x="10016" y="19377"/>
                    <a:pt x="269" y="19377"/>
                  </a:cubicBezTo>
                  <a:lnTo>
                    <a:pt x="269" y="28718"/>
                  </a:lnTo>
                  <a:cubicBezTo>
                    <a:pt x="6361" y="28718"/>
                    <a:pt x="24334" y="28718"/>
                    <a:pt x="40174" y="20883"/>
                  </a:cubicBezTo>
                  <a:lnTo>
                    <a:pt x="40174" y="176970"/>
                  </a:lnTo>
                  <a:cubicBezTo>
                    <a:pt x="40174" y="187817"/>
                    <a:pt x="39260" y="191433"/>
                    <a:pt x="11844" y="191433"/>
                  </a:cubicBezTo>
                  <a:lnTo>
                    <a:pt x="2096" y="191433"/>
                  </a:lnTo>
                  <a:lnTo>
                    <a:pt x="2096" y="200774"/>
                  </a:lnTo>
                  <a:cubicBezTo>
                    <a:pt x="12758" y="199871"/>
                    <a:pt x="39260" y="199871"/>
                    <a:pt x="51445" y="199871"/>
                  </a:cubicBezTo>
                  <a:cubicBezTo>
                    <a:pt x="63630" y="199871"/>
                    <a:pt x="90132" y="199871"/>
                    <a:pt x="100794" y="200774"/>
                  </a:cubicBezTo>
                  <a:lnTo>
                    <a:pt x="100794" y="191433"/>
                  </a:lnTo>
                  <a:lnTo>
                    <a:pt x="91046" y="191433"/>
                  </a:lnTo>
                  <a:cubicBezTo>
                    <a:pt x="63630" y="191433"/>
                    <a:pt x="62716" y="188119"/>
                    <a:pt x="62716" y="176970"/>
                  </a:cubicBezTo>
                  <a:lnTo>
                    <a:pt x="62716" y="792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ADB1AB75-EC96-C506-C13C-471BFB2E060A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7212591" y="6450060"/>
              <a:ext cx="94250" cy="140056"/>
            </a:xfrm>
            <a:custGeom>
              <a:avLst/>
              <a:gdLst>
                <a:gd name="csX0" fmla="*/ 94371 w 94250"/>
                <a:gd name="csY0" fmla="*/ 101782 h 140056"/>
                <a:gd name="csX1" fmla="*/ 87121 w 94250"/>
                <a:gd name="csY1" fmla="*/ 101782 h 140056"/>
                <a:gd name="csX2" fmla="*/ 81576 w 94250"/>
                <a:gd name="csY2" fmla="*/ 120976 h 140056"/>
                <a:gd name="csX3" fmla="*/ 60466 w 94250"/>
                <a:gd name="csY3" fmla="*/ 122242 h 140056"/>
                <a:gd name="csX4" fmla="*/ 21231 w 94250"/>
                <a:gd name="csY4" fmla="*/ 122242 h 140056"/>
                <a:gd name="csX5" fmla="*/ 63878 w 94250"/>
                <a:gd name="csY5" fmla="*/ 86806 h 140056"/>
                <a:gd name="csX6" fmla="*/ 94371 w 94250"/>
                <a:gd name="csY6" fmla="*/ 41246 h 140056"/>
                <a:gd name="csX7" fmla="*/ 44473 w 94250"/>
                <a:gd name="csY7" fmla="*/ 115 h 140056"/>
                <a:gd name="csX8" fmla="*/ 120 w 94250"/>
                <a:gd name="csY8" fmla="*/ 37871 h 140056"/>
                <a:gd name="csX9" fmla="*/ 11422 w 94250"/>
                <a:gd name="csY9" fmla="*/ 49683 h 140056"/>
                <a:gd name="csX10" fmla="*/ 22723 w 94250"/>
                <a:gd name="csY10" fmla="*/ 38503 h 140056"/>
                <a:gd name="csX11" fmla="*/ 10142 w 94250"/>
                <a:gd name="csY11" fmla="*/ 27324 h 140056"/>
                <a:gd name="csX12" fmla="*/ 41275 w 94250"/>
                <a:gd name="csY12" fmla="*/ 7708 h 140056"/>
                <a:gd name="csX13" fmla="*/ 73687 w 94250"/>
                <a:gd name="csY13" fmla="*/ 41246 h 140056"/>
                <a:gd name="csX14" fmla="*/ 53643 w 94250"/>
                <a:gd name="csY14" fmla="*/ 81744 h 140056"/>
                <a:gd name="csX15" fmla="*/ 2253 w 94250"/>
                <a:gd name="csY15" fmla="*/ 131945 h 140056"/>
                <a:gd name="csX16" fmla="*/ 120 w 94250"/>
                <a:gd name="csY16" fmla="*/ 140171 h 140056"/>
                <a:gd name="csX17" fmla="*/ 87973 w 94250"/>
                <a:gd name="csY17" fmla="*/ 140171 h 140056"/>
                <a:gd name="csX18" fmla="*/ 94371 w 94250"/>
                <a:gd name="csY18" fmla="*/ 101782 h 1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4250" h="140056">
                  <a:moveTo>
                    <a:pt x="94371" y="101782"/>
                  </a:moveTo>
                  <a:lnTo>
                    <a:pt x="87121" y="101782"/>
                  </a:lnTo>
                  <a:cubicBezTo>
                    <a:pt x="86481" y="106422"/>
                    <a:pt x="84348" y="118867"/>
                    <a:pt x="81576" y="120976"/>
                  </a:cubicBezTo>
                  <a:cubicBezTo>
                    <a:pt x="79871" y="122242"/>
                    <a:pt x="63451" y="122242"/>
                    <a:pt x="60466" y="122242"/>
                  </a:cubicBezTo>
                  <a:lnTo>
                    <a:pt x="21231" y="122242"/>
                  </a:lnTo>
                  <a:cubicBezTo>
                    <a:pt x="43620" y="102626"/>
                    <a:pt x="51084" y="96720"/>
                    <a:pt x="63878" y="86806"/>
                  </a:cubicBezTo>
                  <a:cubicBezTo>
                    <a:pt x="79657" y="74361"/>
                    <a:pt x="94371" y="61284"/>
                    <a:pt x="94371" y="41246"/>
                  </a:cubicBezTo>
                  <a:cubicBezTo>
                    <a:pt x="94371" y="15723"/>
                    <a:pt x="71768" y="115"/>
                    <a:pt x="44473" y="115"/>
                  </a:cubicBezTo>
                  <a:cubicBezTo>
                    <a:pt x="18032" y="115"/>
                    <a:pt x="120" y="18465"/>
                    <a:pt x="120" y="37871"/>
                  </a:cubicBezTo>
                  <a:cubicBezTo>
                    <a:pt x="120" y="48628"/>
                    <a:pt x="9290" y="49683"/>
                    <a:pt x="11422" y="49683"/>
                  </a:cubicBezTo>
                  <a:cubicBezTo>
                    <a:pt x="16540" y="49683"/>
                    <a:pt x="22723" y="46097"/>
                    <a:pt x="22723" y="38503"/>
                  </a:cubicBezTo>
                  <a:cubicBezTo>
                    <a:pt x="22723" y="34707"/>
                    <a:pt x="21231" y="27324"/>
                    <a:pt x="10142" y="27324"/>
                  </a:cubicBezTo>
                  <a:cubicBezTo>
                    <a:pt x="16753" y="12348"/>
                    <a:pt x="31253" y="7708"/>
                    <a:pt x="41275" y="7708"/>
                  </a:cubicBezTo>
                  <a:cubicBezTo>
                    <a:pt x="62598" y="7708"/>
                    <a:pt x="73687" y="24160"/>
                    <a:pt x="73687" y="41246"/>
                  </a:cubicBezTo>
                  <a:cubicBezTo>
                    <a:pt x="73687" y="59596"/>
                    <a:pt x="60466" y="74150"/>
                    <a:pt x="53643" y="81744"/>
                  </a:cubicBezTo>
                  <a:lnTo>
                    <a:pt x="2253" y="131945"/>
                  </a:lnTo>
                  <a:cubicBezTo>
                    <a:pt x="120" y="133843"/>
                    <a:pt x="120" y="134265"/>
                    <a:pt x="120" y="140171"/>
                  </a:cubicBezTo>
                  <a:lnTo>
                    <a:pt x="87973" y="140171"/>
                  </a:lnTo>
                  <a:lnTo>
                    <a:pt x="94371" y="101782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C042F273-EBEE-DF02-F498-ACC1CE132A11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7056924" y="6680513"/>
              <a:ext cx="405452" cy="421855"/>
            </a:xfrm>
            <a:custGeom>
              <a:avLst/>
              <a:gdLst>
                <a:gd name="csX0" fmla="*/ 368708 w 405452"/>
                <a:gd name="csY0" fmla="*/ 421973 h 421855"/>
                <a:gd name="csX1" fmla="*/ 405567 w 405452"/>
                <a:gd name="csY1" fmla="*/ 325549 h 421855"/>
                <a:gd name="csX2" fmla="*/ 397952 w 405452"/>
                <a:gd name="csY2" fmla="*/ 325549 h 421855"/>
                <a:gd name="csX3" fmla="*/ 318750 w 405452"/>
                <a:gd name="csY3" fmla="*/ 386417 h 421855"/>
                <a:gd name="csX4" fmla="*/ 224013 w 405452"/>
                <a:gd name="csY4" fmla="*/ 395758 h 421855"/>
                <a:gd name="csX5" fmla="*/ 40325 w 405452"/>
                <a:gd name="csY5" fmla="*/ 395758 h 421855"/>
                <a:gd name="csX6" fmla="*/ 195378 w 405452"/>
                <a:gd name="csY6" fmla="*/ 215867 h 421855"/>
                <a:gd name="csX7" fmla="*/ 198120 w 405452"/>
                <a:gd name="csY7" fmla="*/ 211045 h 421855"/>
                <a:gd name="csX8" fmla="*/ 195987 w 405452"/>
                <a:gd name="csY8" fmla="*/ 206526 h 421855"/>
                <a:gd name="csX9" fmla="*/ 54033 w 405452"/>
                <a:gd name="csY9" fmla="*/ 14581 h 421855"/>
                <a:gd name="csX10" fmla="*/ 220966 w 405452"/>
                <a:gd name="csY10" fmla="*/ 14581 h 421855"/>
                <a:gd name="csX11" fmla="*/ 292248 w 405452"/>
                <a:gd name="csY11" fmla="*/ 19402 h 421855"/>
                <a:gd name="csX12" fmla="*/ 359265 w 405452"/>
                <a:gd name="csY12" fmla="*/ 42002 h 421855"/>
                <a:gd name="csX13" fmla="*/ 397952 w 405452"/>
                <a:gd name="csY13" fmla="*/ 84790 h 421855"/>
                <a:gd name="csX14" fmla="*/ 405567 w 405452"/>
                <a:gd name="csY14" fmla="*/ 84790 h 421855"/>
                <a:gd name="csX15" fmla="*/ 368708 w 405452"/>
                <a:gd name="csY15" fmla="*/ 118 h 421855"/>
                <a:gd name="csX16" fmla="*/ 8645 w 405452"/>
                <a:gd name="csY16" fmla="*/ 118 h 421855"/>
                <a:gd name="csX17" fmla="*/ 420 w 405452"/>
                <a:gd name="csY17" fmla="*/ 2227 h 421855"/>
                <a:gd name="csX18" fmla="*/ 115 w 405452"/>
                <a:gd name="csY18" fmla="*/ 12171 h 421855"/>
                <a:gd name="csX19" fmla="*/ 161260 w 405452"/>
                <a:gd name="csY19" fmla="*/ 230330 h 421855"/>
                <a:gd name="csX20" fmla="*/ 3466 w 405452"/>
                <a:gd name="csY20" fmla="*/ 413235 h 421855"/>
                <a:gd name="csX21" fmla="*/ 420 w 405452"/>
                <a:gd name="csY21" fmla="*/ 418659 h 421855"/>
                <a:gd name="csX22" fmla="*/ 8645 w 405452"/>
                <a:gd name="csY22" fmla="*/ 421973 h 421855"/>
                <a:gd name="csX23" fmla="*/ 368708 w 405452"/>
                <a:gd name="csY23" fmla="*/ 421973 h 421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5452" h="421855">
                  <a:moveTo>
                    <a:pt x="368708" y="421973"/>
                  </a:moveTo>
                  <a:lnTo>
                    <a:pt x="405567" y="325549"/>
                  </a:lnTo>
                  <a:lnTo>
                    <a:pt x="397952" y="325549"/>
                  </a:lnTo>
                  <a:cubicBezTo>
                    <a:pt x="386072" y="356887"/>
                    <a:pt x="353782" y="377377"/>
                    <a:pt x="318750" y="386417"/>
                  </a:cubicBezTo>
                  <a:cubicBezTo>
                    <a:pt x="312353" y="387924"/>
                    <a:pt x="282500" y="395758"/>
                    <a:pt x="224013" y="395758"/>
                  </a:cubicBezTo>
                  <a:lnTo>
                    <a:pt x="40325" y="395758"/>
                  </a:lnTo>
                  <a:lnTo>
                    <a:pt x="195378" y="215867"/>
                  </a:lnTo>
                  <a:cubicBezTo>
                    <a:pt x="197510" y="213456"/>
                    <a:pt x="198120" y="212552"/>
                    <a:pt x="198120" y="211045"/>
                  </a:cubicBezTo>
                  <a:cubicBezTo>
                    <a:pt x="198120" y="210443"/>
                    <a:pt x="198120" y="209539"/>
                    <a:pt x="195987" y="206526"/>
                  </a:cubicBezTo>
                  <a:lnTo>
                    <a:pt x="54033" y="14581"/>
                  </a:lnTo>
                  <a:lnTo>
                    <a:pt x="220966" y="14581"/>
                  </a:lnTo>
                  <a:cubicBezTo>
                    <a:pt x="261786" y="14581"/>
                    <a:pt x="289506" y="18800"/>
                    <a:pt x="292248" y="19402"/>
                  </a:cubicBezTo>
                  <a:cubicBezTo>
                    <a:pt x="308697" y="21813"/>
                    <a:pt x="335200" y="26936"/>
                    <a:pt x="359265" y="42002"/>
                  </a:cubicBezTo>
                  <a:cubicBezTo>
                    <a:pt x="366880" y="46823"/>
                    <a:pt x="387595" y="60383"/>
                    <a:pt x="397952" y="84790"/>
                  </a:cubicBezTo>
                  <a:lnTo>
                    <a:pt x="405567" y="84790"/>
                  </a:lnTo>
                  <a:lnTo>
                    <a:pt x="368708" y="118"/>
                  </a:lnTo>
                  <a:lnTo>
                    <a:pt x="8645" y="118"/>
                  </a:lnTo>
                  <a:cubicBezTo>
                    <a:pt x="1638" y="118"/>
                    <a:pt x="1334" y="419"/>
                    <a:pt x="420" y="2227"/>
                  </a:cubicBezTo>
                  <a:cubicBezTo>
                    <a:pt x="115" y="3131"/>
                    <a:pt x="115" y="8856"/>
                    <a:pt x="115" y="12171"/>
                  </a:cubicBezTo>
                  <a:lnTo>
                    <a:pt x="161260" y="230330"/>
                  </a:lnTo>
                  <a:lnTo>
                    <a:pt x="3466" y="413235"/>
                  </a:lnTo>
                  <a:cubicBezTo>
                    <a:pt x="420" y="416851"/>
                    <a:pt x="420" y="418357"/>
                    <a:pt x="420" y="418659"/>
                  </a:cubicBezTo>
                  <a:cubicBezTo>
                    <a:pt x="420" y="421973"/>
                    <a:pt x="3161" y="421973"/>
                    <a:pt x="8645" y="421973"/>
                  </a:cubicBezTo>
                  <a:lnTo>
                    <a:pt x="368708" y="42197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6385A0BC-7A4F-E410-6DCB-7C89D3C5B008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7040384" y="7225638"/>
              <a:ext cx="130286" cy="95128"/>
            </a:xfrm>
            <a:custGeom>
              <a:avLst/>
              <a:gdLst>
                <a:gd name="csX0" fmla="*/ 16108 w 130286"/>
                <a:gd name="csY0" fmla="*/ 79869 h 95128"/>
                <a:gd name="csX1" fmla="*/ 13975 w 130286"/>
                <a:gd name="csY1" fmla="*/ 88517 h 95128"/>
                <a:gd name="csX2" fmla="*/ 21225 w 130286"/>
                <a:gd name="csY2" fmla="*/ 95267 h 95128"/>
                <a:gd name="csX3" fmla="*/ 29541 w 130286"/>
                <a:gd name="csY3" fmla="*/ 90627 h 95128"/>
                <a:gd name="csX4" fmla="*/ 33380 w 130286"/>
                <a:gd name="csY4" fmla="*/ 77549 h 95128"/>
                <a:gd name="csX5" fmla="*/ 38071 w 130286"/>
                <a:gd name="csY5" fmla="*/ 58566 h 95128"/>
                <a:gd name="csX6" fmla="*/ 41696 w 130286"/>
                <a:gd name="csY6" fmla="*/ 44434 h 95128"/>
                <a:gd name="csX7" fmla="*/ 50652 w 130286"/>
                <a:gd name="csY7" fmla="*/ 25450 h 95128"/>
                <a:gd name="csX8" fmla="*/ 82637 w 130286"/>
                <a:gd name="csY8" fmla="*/ 6045 h 95128"/>
                <a:gd name="csX9" fmla="*/ 95218 w 130286"/>
                <a:gd name="csY9" fmla="*/ 20810 h 95128"/>
                <a:gd name="csX10" fmla="*/ 82637 w 130286"/>
                <a:gd name="csY10" fmla="*/ 65737 h 95128"/>
                <a:gd name="csX11" fmla="*/ 79438 w 130286"/>
                <a:gd name="csY11" fmla="*/ 77127 h 95128"/>
                <a:gd name="csX12" fmla="*/ 99696 w 130286"/>
                <a:gd name="csY12" fmla="*/ 95267 h 95128"/>
                <a:gd name="csX13" fmla="*/ 130402 w 130286"/>
                <a:gd name="csY13" fmla="*/ 62995 h 95128"/>
                <a:gd name="csX14" fmla="*/ 126990 w 130286"/>
                <a:gd name="csY14" fmla="*/ 60253 h 95128"/>
                <a:gd name="csX15" fmla="*/ 122939 w 130286"/>
                <a:gd name="csY15" fmla="*/ 63839 h 95128"/>
                <a:gd name="csX16" fmla="*/ 100336 w 130286"/>
                <a:gd name="csY16" fmla="*/ 89361 h 95128"/>
                <a:gd name="csX17" fmla="*/ 95005 w 130286"/>
                <a:gd name="csY17" fmla="*/ 81979 h 95128"/>
                <a:gd name="csX18" fmla="*/ 99909 w 130286"/>
                <a:gd name="csY18" fmla="*/ 64894 h 95128"/>
                <a:gd name="csX19" fmla="*/ 111211 w 130286"/>
                <a:gd name="csY19" fmla="*/ 24184 h 95128"/>
                <a:gd name="csX20" fmla="*/ 83490 w 130286"/>
                <a:gd name="csY20" fmla="*/ 139 h 95128"/>
                <a:gd name="csX21" fmla="*/ 47453 w 130286"/>
                <a:gd name="csY21" fmla="*/ 19333 h 95128"/>
                <a:gd name="csX22" fmla="*/ 24637 w 130286"/>
                <a:gd name="csY22" fmla="*/ 139 h 95128"/>
                <a:gd name="csX23" fmla="*/ 7791 w 130286"/>
                <a:gd name="csY23" fmla="*/ 11529 h 95128"/>
                <a:gd name="csX24" fmla="*/ 115 w 130286"/>
                <a:gd name="csY24" fmla="*/ 32411 h 95128"/>
                <a:gd name="csX25" fmla="*/ 3740 w 130286"/>
                <a:gd name="csY25" fmla="*/ 35153 h 95128"/>
                <a:gd name="csX26" fmla="*/ 8431 w 130286"/>
                <a:gd name="csY26" fmla="*/ 28825 h 95128"/>
                <a:gd name="csX27" fmla="*/ 23997 w 130286"/>
                <a:gd name="csY27" fmla="*/ 6045 h 95128"/>
                <a:gd name="csX28" fmla="*/ 31034 w 130286"/>
                <a:gd name="csY28" fmla="*/ 16380 h 95128"/>
                <a:gd name="csX29" fmla="*/ 27622 w 130286"/>
                <a:gd name="csY29" fmla="*/ 33887 h 95128"/>
                <a:gd name="csX30" fmla="*/ 22931 w 130286"/>
                <a:gd name="csY30" fmla="*/ 52871 h 95128"/>
                <a:gd name="csX31" fmla="*/ 16108 w 130286"/>
                <a:gd name="csY31" fmla="*/ 79869 h 95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30286" h="95128">
                  <a:moveTo>
                    <a:pt x="16108" y="79869"/>
                  </a:moveTo>
                  <a:cubicBezTo>
                    <a:pt x="15255" y="82612"/>
                    <a:pt x="13975" y="87885"/>
                    <a:pt x="13975" y="88517"/>
                  </a:cubicBezTo>
                  <a:cubicBezTo>
                    <a:pt x="13975" y="93158"/>
                    <a:pt x="17813" y="95267"/>
                    <a:pt x="21225" y="95267"/>
                  </a:cubicBezTo>
                  <a:cubicBezTo>
                    <a:pt x="25063" y="95267"/>
                    <a:pt x="28475" y="92525"/>
                    <a:pt x="29541" y="90627"/>
                  </a:cubicBezTo>
                  <a:cubicBezTo>
                    <a:pt x="30608" y="88728"/>
                    <a:pt x="32313" y="81979"/>
                    <a:pt x="33380" y="77549"/>
                  </a:cubicBezTo>
                  <a:cubicBezTo>
                    <a:pt x="34446" y="73542"/>
                    <a:pt x="36791" y="63839"/>
                    <a:pt x="38071" y="58566"/>
                  </a:cubicBezTo>
                  <a:cubicBezTo>
                    <a:pt x="39350" y="53925"/>
                    <a:pt x="40630" y="49285"/>
                    <a:pt x="41696" y="44434"/>
                  </a:cubicBezTo>
                  <a:cubicBezTo>
                    <a:pt x="44041" y="35785"/>
                    <a:pt x="44468" y="34098"/>
                    <a:pt x="50652" y="25450"/>
                  </a:cubicBezTo>
                  <a:cubicBezTo>
                    <a:pt x="56622" y="17013"/>
                    <a:pt x="66644" y="6045"/>
                    <a:pt x="82637" y="6045"/>
                  </a:cubicBezTo>
                  <a:cubicBezTo>
                    <a:pt x="95005" y="6045"/>
                    <a:pt x="95218" y="16802"/>
                    <a:pt x="95218" y="20810"/>
                  </a:cubicBezTo>
                  <a:cubicBezTo>
                    <a:pt x="95218" y="33465"/>
                    <a:pt x="86049" y="56878"/>
                    <a:pt x="82637" y="65737"/>
                  </a:cubicBezTo>
                  <a:cubicBezTo>
                    <a:pt x="80291" y="71643"/>
                    <a:pt x="79438" y="73542"/>
                    <a:pt x="79438" y="77127"/>
                  </a:cubicBezTo>
                  <a:cubicBezTo>
                    <a:pt x="79438" y="88307"/>
                    <a:pt x="88821" y="95267"/>
                    <a:pt x="99696" y="95267"/>
                  </a:cubicBezTo>
                  <a:cubicBezTo>
                    <a:pt x="121019" y="95267"/>
                    <a:pt x="130402" y="66159"/>
                    <a:pt x="130402" y="62995"/>
                  </a:cubicBezTo>
                  <a:cubicBezTo>
                    <a:pt x="130402" y="60253"/>
                    <a:pt x="127630" y="60253"/>
                    <a:pt x="126990" y="60253"/>
                  </a:cubicBezTo>
                  <a:cubicBezTo>
                    <a:pt x="124005" y="60253"/>
                    <a:pt x="123792" y="61519"/>
                    <a:pt x="122939" y="63839"/>
                  </a:cubicBezTo>
                  <a:cubicBezTo>
                    <a:pt x="118034" y="80713"/>
                    <a:pt x="108865" y="89361"/>
                    <a:pt x="100336" y="89361"/>
                  </a:cubicBezTo>
                  <a:cubicBezTo>
                    <a:pt x="95858" y="89361"/>
                    <a:pt x="95005" y="86408"/>
                    <a:pt x="95005" y="81979"/>
                  </a:cubicBezTo>
                  <a:cubicBezTo>
                    <a:pt x="95005" y="77127"/>
                    <a:pt x="96071" y="74385"/>
                    <a:pt x="99909" y="64894"/>
                  </a:cubicBezTo>
                  <a:cubicBezTo>
                    <a:pt x="102468" y="58355"/>
                    <a:pt x="111211" y="35996"/>
                    <a:pt x="111211" y="24184"/>
                  </a:cubicBezTo>
                  <a:cubicBezTo>
                    <a:pt x="111211" y="3724"/>
                    <a:pt x="94791" y="139"/>
                    <a:pt x="83490" y="139"/>
                  </a:cubicBezTo>
                  <a:cubicBezTo>
                    <a:pt x="65791" y="139"/>
                    <a:pt x="53850" y="10896"/>
                    <a:pt x="47453" y="19333"/>
                  </a:cubicBezTo>
                  <a:cubicBezTo>
                    <a:pt x="45961" y="4779"/>
                    <a:pt x="33380" y="139"/>
                    <a:pt x="24637" y="139"/>
                  </a:cubicBezTo>
                  <a:cubicBezTo>
                    <a:pt x="15468" y="139"/>
                    <a:pt x="10563" y="6677"/>
                    <a:pt x="7791" y="11529"/>
                  </a:cubicBezTo>
                  <a:cubicBezTo>
                    <a:pt x="3100" y="19333"/>
                    <a:pt x="115" y="31356"/>
                    <a:pt x="115" y="32411"/>
                  </a:cubicBezTo>
                  <a:cubicBezTo>
                    <a:pt x="115" y="35153"/>
                    <a:pt x="3100" y="35153"/>
                    <a:pt x="3740" y="35153"/>
                  </a:cubicBezTo>
                  <a:cubicBezTo>
                    <a:pt x="6725" y="35153"/>
                    <a:pt x="6938" y="34520"/>
                    <a:pt x="8431" y="28825"/>
                  </a:cubicBezTo>
                  <a:cubicBezTo>
                    <a:pt x="11630" y="16380"/>
                    <a:pt x="15681" y="6045"/>
                    <a:pt x="23997" y="6045"/>
                  </a:cubicBezTo>
                  <a:cubicBezTo>
                    <a:pt x="29541" y="6045"/>
                    <a:pt x="31034" y="10685"/>
                    <a:pt x="31034" y="16380"/>
                  </a:cubicBezTo>
                  <a:cubicBezTo>
                    <a:pt x="31034" y="20388"/>
                    <a:pt x="29115" y="28192"/>
                    <a:pt x="27622" y="33887"/>
                  </a:cubicBezTo>
                  <a:cubicBezTo>
                    <a:pt x="26130" y="39582"/>
                    <a:pt x="23997" y="48230"/>
                    <a:pt x="22931" y="52871"/>
                  </a:cubicBezTo>
                  <a:lnTo>
                    <a:pt x="16108" y="79869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3309FDAC-4198-E107-7A15-573CB7A6858C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7195873" y="7237450"/>
              <a:ext cx="156941" cy="56739"/>
            </a:xfrm>
            <a:custGeom>
              <a:avLst/>
              <a:gdLst>
                <a:gd name="csX0" fmla="*/ 148958 w 156941"/>
                <a:gd name="csY0" fmla="*/ 10474 h 56739"/>
                <a:gd name="csX1" fmla="*/ 157061 w 156941"/>
                <a:gd name="csY1" fmla="*/ 5201 h 56739"/>
                <a:gd name="csX2" fmla="*/ 149171 w 156941"/>
                <a:gd name="csY2" fmla="*/ 139 h 56739"/>
                <a:gd name="csX3" fmla="*/ 8010 w 156941"/>
                <a:gd name="csY3" fmla="*/ 139 h 56739"/>
                <a:gd name="csX4" fmla="*/ 120 w 156941"/>
                <a:gd name="csY4" fmla="*/ 5201 h 56739"/>
                <a:gd name="csX5" fmla="*/ 8223 w 156941"/>
                <a:gd name="csY5" fmla="*/ 10474 h 56739"/>
                <a:gd name="csX6" fmla="*/ 148958 w 156941"/>
                <a:gd name="csY6" fmla="*/ 10474 h 56739"/>
                <a:gd name="csX7" fmla="*/ 149171 w 156941"/>
                <a:gd name="csY7" fmla="*/ 56878 h 56739"/>
                <a:gd name="csX8" fmla="*/ 157061 w 156941"/>
                <a:gd name="csY8" fmla="*/ 51816 h 56739"/>
                <a:gd name="csX9" fmla="*/ 148958 w 156941"/>
                <a:gd name="csY9" fmla="*/ 46543 h 56739"/>
                <a:gd name="csX10" fmla="*/ 8223 w 156941"/>
                <a:gd name="csY10" fmla="*/ 46543 h 56739"/>
                <a:gd name="csX11" fmla="*/ 120 w 156941"/>
                <a:gd name="csY11" fmla="*/ 51816 h 56739"/>
                <a:gd name="csX12" fmla="*/ 8010 w 156941"/>
                <a:gd name="csY12" fmla="*/ 56878 h 56739"/>
                <a:gd name="csX13" fmla="*/ 149171 w 156941"/>
                <a:gd name="csY13" fmla="*/ 56878 h 567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941" h="56739">
                  <a:moveTo>
                    <a:pt x="148958" y="10474"/>
                  </a:moveTo>
                  <a:cubicBezTo>
                    <a:pt x="152157" y="10474"/>
                    <a:pt x="157061" y="10474"/>
                    <a:pt x="157061" y="5201"/>
                  </a:cubicBezTo>
                  <a:cubicBezTo>
                    <a:pt x="157061" y="139"/>
                    <a:pt x="151944" y="139"/>
                    <a:pt x="149171" y="139"/>
                  </a:cubicBezTo>
                  <a:lnTo>
                    <a:pt x="8010" y="139"/>
                  </a:lnTo>
                  <a:cubicBezTo>
                    <a:pt x="5237" y="139"/>
                    <a:pt x="120" y="139"/>
                    <a:pt x="120" y="5201"/>
                  </a:cubicBezTo>
                  <a:cubicBezTo>
                    <a:pt x="120" y="10474"/>
                    <a:pt x="5024" y="10474"/>
                    <a:pt x="8223" y="10474"/>
                  </a:cubicBezTo>
                  <a:lnTo>
                    <a:pt x="148958" y="10474"/>
                  </a:lnTo>
                  <a:close/>
                  <a:moveTo>
                    <a:pt x="149171" y="56878"/>
                  </a:moveTo>
                  <a:cubicBezTo>
                    <a:pt x="151944" y="56878"/>
                    <a:pt x="157061" y="56878"/>
                    <a:pt x="157061" y="51816"/>
                  </a:cubicBezTo>
                  <a:cubicBezTo>
                    <a:pt x="157061" y="46543"/>
                    <a:pt x="152157" y="46543"/>
                    <a:pt x="148958" y="46543"/>
                  </a:cubicBezTo>
                  <a:lnTo>
                    <a:pt x="8223" y="46543"/>
                  </a:lnTo>
                  <a:cubicBezTo>
                    <a:pt x="5024" y="46543"/>
                    <a:pt x="120" y="46543"/>
                    <a:pt x="120" y="51816"/>
                  </a:cubicBezTo>
                  <a:cubicBezTo>
                    <a:pt x="120" y="56878"/>
                    <a:pt x="5237" y="56878"/>
                    <a:pt x="8010" y="56878"/>
                  </a:cubicBezTo>
                  <a:lnTo>
                    <a:pt x="149171" y="56878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3AE2FA48-2A36-9A65-51D6-9344EC46E987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7381386" y="7178601"/>
              <a:ext cx="94250" cy="140056"/>
            </a:xfrm>
            <a:custGeom>
              <a:avLst/>
              <a:gdLst>
                <a:gd name="csX0" fmla="*/ 94376 w 94250"/>
                <a:gd name="csY0" fmla="*/ 101806 h 140056"/>
                <a:gd name="csX1" fmla="*/ 87126 w 94250"/>
                <a:gd name="csY1" fmla="*/ 101806 h 140056"/>
                <a:gd name="csX2" fmla="*/ 81582 w 94250"/>
                <a:gd name="csY2" fmla="*/ 121000 h 140056"/>
                <a:gd name="csX3" fmla="*/ 60472 w 94250"/>
                <a:gd name="csY3" fmla="*/ 122266 h 140056"/>
                <a:gd name="csX4" fmla="*/ 21236 w 94250"/>
                <a:gd name="csY4" fmla="*/ 122266 h 140056"/>
                <a:gd name="csX5" fmla="*/ 63883 w 94250"/>
                <a:gd name="csY5" fmla="*/ 86830 h 140056"/>
                <a:gd name="csX6" fmla="*/ 94376 w 94250"/>
                <a:gd name="csY6" fmla="*/ 41270 h 140056"/>
                <a:gd name="csX7" fmla="*/ 44479 w 94250"/>
                <a:gd name="csY7" fmla="*/ 139 h 140056"/>
                <a:gd name="csX8" fmla="*/ 126 w 94250"/>
                <a:gd name="csY8" fmla="*/ 37895 h 140056"/>
                <a:gd name="csX9" fmla="*/ 11427 w 94250"/>
                <a:gd name="csY9" fmla="*/ 49707 h 140056"/>
                <a:gd name="csX10" fmla="*/ 22729 w 94250"/>
                <a:gd name="csY10" fmla="*/ 38528 h 140056"/>
                <a:gd name="csX11" fmla="*/ 10148 w 94250"/>
                <a:gd name="csY11" fmla="*/ 27348 h 140056"/>
                <a:gd name="csX12" fmla="*/ 41280 w 94250"/>
                <a:gd name="csY12" fmla="*/ 7732 h 140056"/>
                <a:gd name="csX13" fmla="*/ 73692 w 94250"/>
                <a:gd name="csY13" fmla="*/ 41270 h 140056"/>
                <a:gd name="csX14" fmla="*/ 53648 w 94250"/>
                <a:gd name="csY14" fmla="*/ 81768 h 140056"/>
                <a:gd name="csX15" fmla="*/ 2258 w 94250"/>
                <a:gd name="csY15" fmla="*/ 131969 h 140056"/>
                <a:gd name="csX16" fmla="*/ 126 w 94250"/>
                <a:gd name="csY16" fmla="*/ 140195 h 140056"/>
                <a:gd name="csX17" fmla="*/ 87979 w 94250"/>
                <a:gd name="csY17" fmla="*/ 140195 h 140056"/>
                <a:gd name="csX18" fmla="*/ 94376 w 94250"/>
                <a:gd name="csY18" fmla="*/ 101806 h 1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4250" h="140056">
                  <a:moveTo>
                    <a:pt x="94376" y="101806"/>
                  </a:moveTo>
                  <a:lnTo>
                    <a:pt x="87126" y="101806"/>
                  </a:lnTo>
                  <a:cubicBezTo>
                    <a:pt x="86486" y="106446"/>
                    <a:pt x="84354" y="118891"/>
                    <a:pt x="81582" y="121000"/>
                  </a:cubicBezTo>
                  <a:cubicBezTo>
                    <a:pt x="79876" y="122266"/>
                    <a:pt x="63457" y="122266"/>
                    <a:pt x="60472" y="122266"/>
                  </a:cubicBezTo>
                  <a:lnTo>
                    <a:pt x="21236" y="122266"/>
                  </a:lnTo>
                  <a:cubicBezTo>
                    <a:pt x="43626" y="102650"/>
                    <a:pt x="51089" y="96744"/>
                    <a:pt x="63883" y="86830"/>
                  </a:cubicBezTo>
                  <a:cubicBezTo>
                    <a:pt x="79663" y="74385"/>
                    <a:pt x="94376" y="61308"/>
                    <a:pt x="94376" y="41270"/>
                  </a:cubicBezTo>
                  <a:cubicBezTo>
                    <a:pt x="94376" y="15747"/>
                    <a:pt x="71773" y="139"/>
                    <a:pt x="44479" y="139"/>
                  </a:cubicBezTo>
                  <a:cubicBezTo>
                    <a:pt x="18038" y="139"/>
                    <a:pt x="126" y="18489"/>
                    <a:pt x="126" y="37895"/>
                  </a:cubicBezTo>
                  <a:cubicBezTo>
                    <a:pt x="126" y="48652"/>
                    <a:pt x="9295" y="49707"/>
                    <a:pt x="11427" y="49707"/>
                  </a:cubicBezTo>
                  <a:cubicBezTo>
                    <a:pt x="16545" y="49707"/>
                    <a:pt x="22729" y="46121"/>
                    <a:pt x="22729" y="38528"/>
                  </a:cubicBezTo>
                  <a:cubicBezTo>
                    <a:pt x="22729" y="34731"/>
                    <a:pt x="21236" y="27348"/>
                    <a:pt x="10148" y="27348"/>
                  </a:cubicBezTo>
                  <a:cubicBezTo>
                    <a:pt x="16758" y="12372"/>
                    <a:pt x="31258" y="7732"/>
                    <a:pt x="41280" y="7732"/>
                  </a:cubicBezTo>
                  <a:cubicBezTo>
                    <a:pt x="62604" y="7732"/>
                    <a:pt x="73692" y="24184"/>
                    <a:pt x="73692" y="41270"/>
                  </a:cubicBezTo>
                  <a:cubicBezTo>
                    <a:pt x="73692" y="59620"/>
                    <a:pt x="60472" y="74174"/>
                    <a:pt x="53648" y="81768"/>
                  </a:cubicBezTo>
                  <a:lnTo>
                    <a:pt x="2258" y="131969"/>
                  </a:lnTo>
                  <a:cubicBezTo>
                    <a:pt x="126" y="133867"/>
                    <a:pt x="126" y="134289"/>
                    <a:pt x="126" y="140195"/>
                  </a:cubicBezTo>
                  <a:lnTo>
                    <a:pt x="87979" y="140195"/>
                  </a:lnTo>
                  <a:lnTo>
                    <a:pt x="94376" y="10180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9CC8187-3331-7980-BC36-C27A09265B7D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7567189" y="6680513"/>
              <a:ext cx="405452" cy="421855"/>
            </a:xfrm>
            <a:custGeom>
              <a:avLst/>
              <a:gdLst>
                <a:gd name="csX0" fmla="*/ 368725 w 405452"/>
                <a:gd name="csY0" fmla="*/ 421973 h 421855"/>
                <a:gd name="csX1" fmla="*/ 405584 w 405452"/>
                <a:gd name="csY1" fmla="*/ 325549 h 421855"/>
                <a:gd name="csX2" fmla="*/ 397969 w 405452"/>
                <a:gd name="csY2" fmla="*/ 325549 h 421855"/>
                <a:gd name="csX3" fmla="*/ 318767 w 405452"/>
                <a:gd name="csY3" fmla="*/ 386417 h 421855"/>
                <a:gd name="csX4" fmla="*/ 224029 w 405452"/>
                <a:gd name="csY4" fmla="*/ 395758 h 421855"/>
                <a:gd name="csX5" fmla="*/ 40342 w 405452"/>
                <a:gd name="csY5" fmla="*/ 395758 h 421855"/>
                <a:gd name="csX6" fmla="*/ 195395 w 405452"/>
                <a:gd name="csY6" fmla="*/ 215867 h 421855"/>
                <a:gd name="csX7" fmla="*/ 198136 w 405452"/>
                <a:gd name="csY7" fmla="*/ 211045 h 421855"/>
                <a:gd name="csX8" fmla="*/ 196004 w 405452"/>
                <a:gd name="csY8" fmla="*/ 206526 h 421855"/>
                <a:gd name="csX9" fmla="*/ 54050 w 405452"/>
                <a:gd name="csY9" fmla="*/ 14581 h 421855"/>
                <a:gd name="csX10" fmla="*/ 220983 w 405452"/>
                <a:gd name="csY10" fmla="*/ 14581 h 421855"/>
                <a:gd name="csX11" fmla="*/ 292265 w 405452"/>
                <a:gd name="csY11" fmla="*/ 19402 h 421855"/>
                <a:gd name="csX12" fmla="*/ 359281 w 405452"/>
                <a:gd name="csY12" fmla="*/ 42002 h 421855"/>
                <a:gd name="csX13" fmla="*/ 397969 w 405452"/>
                <a:gd name="csY13" fmla="*/ 84790 h 421855"/>
                <a:gd name="csX14" fmla="*/ 405584 w 405452"/>
                <a:gd name="csY14" fmla="*/ 84790 h 421855"/>
                <a:gd name="csX15" fmla="*/ 368725 w 405452"/>
                <a:gd name="csY15" fmla="*/ 118 h 421855"/>
                <a:gd name="csX16" fmla="*/ 8661 w 405452"/>
                <a:gd name="csY16" fmla="*/ 118 h 421855"/>
                <a:gd name="csX17" fmla="*/ 436 w 405452"/>
                <a:gd name="csY17" fmla="*/ 2227 h 421855"/>
                <a:gd name="csX18" fmla="*/ 132 w 405452"/>
                <a:gd name="csY18" fmla="*/ 12171 h 421855"/>
                <a:gd name="csX19" fmla="*/ 161277 w 405452"/>
                <a:gd name="csY19" fmla="*/ 230330 h 421855"/>
                <a:gd name="csX20" fmla="*/ 3483 w 405452"/>
                <a:gd name="csY20" fmla="*/ 413235 h 421855"/>
                <a:gd name="csX21" fmla="*/ 436 w 405452"/>
                <a:gd name="csY21" fmla="*/ 418659 h 421855"/>
                <a:gd name="csX22" fmla="*/ 8661 w 405452"/>
                <a:gd name="csY22" fmla="*/ 421973 h 421855"/>
                <a:gd name="csX23" fmla="*/ 368725 w 405452"/>
                <a:gd name="csY23" fmla="*/ 421973 h 421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5452" h="421855">
                  <a:moveTo>
                    <a:pt x="368725" y="421973"/>
                  </a:moveTo>
                  <a:lnTo>
                    <a:pt x="405584" y="325549"/>
                  </a:lnTo>
                  <a:lnTo>
                    <a:pt x="397969" y="325549"/>
                  </a:lnTo>
                  <a:cubicBezTo>
                    <a:pt x="386088" y="356887"/>
                    <a:pt x="353798" y="377377"/>
                    <a:pt x="318767" y="386417"/>
                  </a:cubicBezTo>
                  <a:cubicBezTo>
                    <a:pt x="312370" y="387924"/>
                    <a:pt x="282517" y="395758"/>
                    <a:pt x="224029" y="395758"/>
                  </a:cubicBezTo>
                  <a:lnTo>
                    <a:pt x="40342" y="395758"/>
                  </a:lnTo>
                  <a:lnTo>
                    <a:pt x="195395" y="215867"/>
                  </a:lnTo>
                  <a:cubicBezTo>
                    <a:pt x="197527" y="213456"/>
                    <a:pt x="198136" y="212552"/>
                    <a:pt x="198136" y="211045"/>
                  </a:cubicBezTo>
                  <a:cubicBezTo>
                    <a:pt x="198136" y="210443"/>
                    <a:pt x="198136" y="209539"/>
                    <a:pt x="196004" y="206526"/>
                  </a:cubicBezTo>
                  <a:lnTo>
                    <a:pt x="54050" y="14581"/>
                  </a:lnTo>
                  <a:lnTo>
                    <a:pt x="220983" y="14581"/>
                  </a:lnTo>
                  <a:cubicBezTo>
                    <a:pt x="261802" y="14581"/>
                    <a:pt x="289523" y="18800"/>
                    <a:pt x="292265" y="19402"/>
                  </a:cubicBezTo>
                  <a:cubicBezTo>
                    <a:pt x="308714" y="21813"/>
                    <a:pt x="335216" y="26936"/>
                    <a:pt x="359281" y="42002"/>
                  </a:cubicBezTo>
                  <a:cubicBezTo>
                    <a:pt x="366897" y="46823"/>
                    <a:pt x="387611" y="60383"/>
                    <a:pt x="397969" y="84790"/>
                  </a:cubicBezTo>
                  <a:lnTo>
                    <a:pt x="405584" y="84790"/>
                  </a:lnTo>
                  <a:lnTo>
                    <a:pt x="368725" y="118"/>
                  </a:lnTo>
                  <a:lnTo>
                    <a:pt x="8661" y="118"/>
                  </a:lnTo>
                  <a:cubicBezTo>
                    <a:pt x="1655" y="118"/>
                    <a:pt x="1350" y="419"/>
                    <a:pt x="436" y="2227"/>
                  </a:cubicBezTo>
                  <a:cubicBezTo>
                    <a:pt x="132" y="3131"/>
                    <a:pt x="132" y="8856"/>
                    <a:pt x="132" y="12171"/>
                  </a:cubicBezTo>
                  <a:lnTo>
                    <a:pt x="161277" y="230330"/>
                  </a:lnTo>
                  <a:lnTo>
                    <a:pt x="3483" y="413235"/>
                  </a:lnTo>
                  <a:cubicBezTo>
                    <a:pt x="436" y="416851"/>
                    <a:pt x="436" y="418357"/>
                    <a:pt x="436" y="418659"/>
                  </a:cubicBezTo>
                  <a:cubicBezTo>
                    <a:pt x="436" y="421973"/>
                    <a:pt x="3178" y="421973"/>
                    <a:pt x="8661" y="421973"/>
                  </a:cubicBezTo>
                  <a:lnTo>
                    <a:pt x="368725" y="42197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6DD1DFBB-80DF-4856-57F6-EC495825E996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7547611" y="7219649"/>
              <a:ext cx="130713" cy="93652"/>
            </a:xfrm>
            <a:custGeom>
              <a:avLst/>
              <a:gdLst>
                <a:gd name="csX0" fmla="*/ 76896 w 130713"/>
                <a:gd name="csY0" fmla="*/ 42746 h 93652"/>
                <a:gd name="csX1" fmla="*/ 106323 w 130713"/>
                <a:gd name="csY1" fmla="*/ 13427 h 93652"/>
                <a:gd name="csX2" fmla="*/ 126154 w 130713"/>
                <a:gd name="csY2" fmla="*/ 11950 h 93652"/>
                <a:gd name="csX3" fmla="*/ 126154 w 130713"/>
                <a:gd name="csY3" fmla="*/ 139 h 93652"/>
                <a:gd name="csX4" fmla="*/ 105470 w 130713"/>
                <a:gd name="csY4" fmla="*/ 982 h 93652"/>
                <a:gd name="csX5" fmla="*/ 81801 w 130713"/>
                <a:gd name="csY5" fmla="*/ 139 h 93652"/>
                <a:gd name="csX6" fmla="*/ 81801 w 130713"/>
                <a:gd name="csY6" fmla="*/ 11950 h 93652"/>
                <a:gd name="csX7" fmla="*/ 87558 w 130713"/>
                <a:gd name="csY7" fmla="*/ 13216 h 93652"/>
                <a:gd name="csX8" fmla="*/ 67514 w 130713"/>
                <a:gd name="csY8" fmla="*/ 33254 h 93652"/>
                <a:gd name="csX9" fmla="*/ 46830 w 130713"/>
                <a:gd name="csY9" fmla="*/ 11950 h 93652"/>
                <a:gd name="csX10" fmla="*/ 52587 w 130713"/>
                <a:gd name="csY10" fmla="*/ 11950 h 93652"/>
                <a:gd name="csX11" fmla="*/ 52587 w 130713"/>
                <a:gd name="csY11" fmla="*/ 139 h 93652"/>
                <a:gd name="csX12" fmla="*/ 25507 w 130713"/>
                <a:gd name="csY12" fmla="*/ 982 h 93652"/>
                <a:gd name="csX13" fmla="*/ 1411 w 130713"/>
                <a:gd name="csY13" fmla="*/ 139 h 93652"/>
                <a:gd name="csX14" fmla="*/ 1411 w 130713"/>
                <a:gd name="csY14" fmla="*/ 11950 h 93652"/>
                <a:gd name="csX15" fmla="*/ 17404 w 130713"/>
                <a:gd name="csY15" fmla="*/ 11950 h 93652"/>
                <a:gd name="csX16" fmla="*/ 52374 w 130713"/>
                <a:gd name="csY16" fmla="*/ 48019 h 93652"/>
                <a:gd name="csX17" fmla="*/ 21668 w 130713"/>
                <a:gd name="csY17" fmla="*/ 78604 h 93652"/>
                <a:gd name="csX18" fmla="*/ 12073 w 130713"/>
                <a:gd name="csY18" fmla="*/ 81768 h 93652"/>
                <a:gd name="csX19" fmla="*/ 132 w 130713"/>
                <a:gd name="csY19" fmla="*/ 81979 h 93652"/>
                <a:gd name="csX20" fmla="*/ 132 w 130713"/>
                <a:gd name="csY20" fmla="*/ 93791 h 93652"/>
                <a:gd name="csX21" fmla="*/ 20815 w 130713"/>
                <a:gd name="csY21" fmla="*/ 92947 h 93652"/>
                <a:gd name="csX22" fmla="*/ 44485 w 130713"/>
                <a:gd name="csY22" fmla="*/ 93791 h 93652"/>
                <a:gd name="csX23" fmla="*/ 44485 w 130713"/>
                <a:gd name="csY23" fmla="*/ 81979 h 93652"/>
                <a:gd name="csX24" fmla="*/ 38727 w 130713"/>
                <a:gd name="csY24" fmla="*/ 80502 h 93652"/>
                <a:gd name="csX25" fmla="*/ 61757 w 130713"/>
                <a:gd name="csY25" fmla="*/ 57722 h 93652"/>
                <a:gd name="csX26" fmla="*/ 85426 w 130713"/>
                <a:gd name="csY26" fmla="*/ 81979 h 93652"/>
                <a:gd name="csX27" fmla="*/ 79882 w 130713"/>
                <a:gd name="csY27" fmla="*/ 81979 h 93652"/>
                <a:gd name="csX28" fmla="*/ 79882 w 130713"/>
                <a:gd name="csY28" fmla="*/ 93791 h 93652"/>
                <a:gd name="csX29" fmla="*/ 106963 w 130713"/>
                <a:gd name="csY29" fmla="*/ 92947 h 93652"/>
                <a:gd name="csX30" fmla="*/ 130845 w 130713"/>
                <a:gd name="csY30" fmla="*/ 93791 h 93652"/>
                <a:gd name="csX31" fmla="*/ 130845 w 130713"/>
                <a:gd name="csY31" fmla="*/ 81979 h 93652"/>
                <a:gd name="csX32" fmla="*/ 115066 w 130713"/>
                <a:gd name="csY32" fmla="*/ 81979 h 93652"/>
                <a:gd name="csX33" fmla="*/ 76896 w 130713"/>
                <a:gd name="csY33" fmla="*/ 42746 h 936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130713" h="93652">
                  <a:moveTo>
                    <a:pt x="76896" y="42746"/>
                  </a:moveTo>
                  <a:lnTo>
                    <a:pt x="106323" y="13427"/>
                  </a:lnTo>
                  <a:cubicBezTo>
                    <a:pt x="111440" y="11950"/>
                    <a:pt x="116985" y="11950"/>
                    <a:pt x="126154" y="11950"/>
                  </a:cubicBezTo>
                  <a:lnTo>
                    <a:pt x="126154" y="139"/>
                  </a:lnTo>
                  <a:cubicBezTo>
                    <a:pt x="119330" y="771"/>
                    <a:pt x="112293" y="982"/>
                    <a:pt x="105470" y="982"/>
                  </a:cubicBezTo>
                  <a:cubicBezTo>
                    <a:pt x="98220" y="982"/>
                    <a:pt x="83507" y="349"/>
                    <a:pt x="81801" y="139"/>
                  </a:cubicBezTo>
                  <a:lnTo>
                    <a:pt x="81801" y="11950"/>
                  </a:lnTo>
                  <a:cubicBezTo>
                    <a:pt x="84573" y="11950"/>
                    <a:pt x="86065" y="12372"/>
                    <a:pt x="87558" y="13216"/>
                  </a:cubicBezTo>
                  <a:lnTo>
                    <a:pt x="67514" y="33254"/>
                  </a:lnTo>
                  <a:lnTo>
                    <a:pt x="46830" y="11950"/>
                  </a:lnTo>
                  <a:lnTo>
                    <a:pt x="52587" y="11950"/>
                  </a:lnTo>
                  <a:lnTo>
                    <a:pt x="52587" y="139"/>
                  </a:lnTo>
                  <a:cubicBezTo>
                    <a:pt x="51308" y="139"/>
                    <a:pt x="34462" y="982"/>
                    <a:pt x="25507" y="982"/>
                  </a:cubicBezTo>
                  <a:cubicBezTo>
                    <a:pt x="17404" y="982"/>
                    <a:pt x="9514" y="771"/>
                    <a:pt x="1411" y="139"/>
                  </a:cubicBezTo>
                  <a:lnTo>
                    <a:pt x="1411" y="11950"/>
                  </a:lnTo>
                  <a:lnTo>
                    <a:pt x="17404" y="11950"/>
                  </a:lnTo>
                  <a:lnTo>
                    <a:pt x="52374" y="48019"/>
                  </a:lnTo>
                  <a:lnTo>
                    <a:pt x="21668" y="78604"/>
                  </a:lnTo>
                  <a:cubicBezTo>
                    <a:pt x="18896" y="81135"/>
                    <a:pt x="18683" y="81346"/>
                    <a:pt x="12073" y="81768"/>
                  </a:cubicBezTo>
                  <a:cubicBezTo>
                    <a:pt x="8661" y="81979"/>
                    <a:pt x="1198" y="81979"/>
                    <a:pt x="132" y="81979"/>
                  </a:cubicBezTo>
                  <a:lnTo>
                    <a:pt x="132" y="93791"/>
                  </a:lnTo>
                  <a:cubicBezTo>
                    <a:pt x="6955" y="93158"/>
                    <a:pt x="13992" y="92947"/>
                    <a:pt x="20815" y="92947"/>
                  </a:cubicBezTo>
                  <a:cubicBezTo>
                    <a:pt x="26573" y="92947"/>
                    <a:pt x="41712" y="93580"/>
                    <a:pt x="44485" y="93791"/>
                  </a:cubicBezTo>
                  <a:lnTo>
                    <a:pt x="44485" y="81979"/>
                  </a:lnTo>
                  <a:cubicBezTo>
                    <a:pt x="41073" y="81979"/>
                    <a:pt x="40220" y="81557"/>
                    <a:pt x="38727" y="80502"/>
                  </a:cubicBezTo>
                  <a:lnTo>
                    <a:pt x="61757" y="57722"/>
                  </a:lnTo>
                  <a:lnTo>
                    <a:pt x="85426" y="81979"/>
                  </a:lnTo>
                  <a:lnTo>
                    <a:pt x="79882" y="81979"/>
                  </a:lnTo>
                  <a:lnTo>
                    <a:pt x="79882" y="93791"/>
                  </a:lnTo>
                  <a:cubicBezTo>
                    <a:pt x="80095" y="93791"/>
                    <a:pt x="97154" y="92947"/>
                    <a:pt x="106963" y="92947"/>
                  </a:cubicBezTo>
                  <a:cubicBezTo>
                    <a:pt x="114852" y="92947"/>
                    <a:pt x="122955" y="93158"/>
                    <a:pt x="130845" y="93791"/>
                  </a:cubicBezTo>
                  <a:lnTo>
                    <a:pt x="130845" y="81979"/>
                  </a:lnTo>
                  <a:lnTo>
                    <a:pt x="115066" y="81979"/>
                  </a:lnTo>
                  <a:lnTo>
                    <a:pt x="76896" y="4274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17E76CD-FF14-3B40-CF14-925DD9CD292D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7707512" y="7243092"/>
              <a:ext cx="62599" cy="100341"/>
            </a:xfrm>
            <a:custGeom>
              <a:avLst/>
              <a:gdLst>
                <a:gd name="csX0" fmla="*/ 38976 w 62599"/>
                <a:gd name="csY0" fmla="*/ 4659 h 100341"/>
                <a:gd name="csX1" fmla="*/ 33492 w 62599"/>
                <a:gd name="csY1" fmla="*/ 139 h 100341"/>
                <a:gd name="csX2" fmla="*/ 2726 w 62599"/>
                <a:gd name="csY2" fmla="*/ 9782 h 100341"/>
                <a:gd name="csX3" fmla="*/ 136 w 62599"/>
                <a:gd name="csY3" fmla="*/ 9782 h 100341"/>
                <a:gd name="csX4" fmla="*/ 136 w 62599"/>
                <a:gd name="csY4" fmla="*/ 16411 h 100341"/>
                <a:gd name="csX5" fmla="*/ 2726 w 62599"/>
                <a:gd name="csY5" fmla="*/ 16411 h 100341"/>
                <a:gd name="csX6" fmla="*/ 24963 w 62599"/>
                <a:gd name="csY6" fmla="*/ 12193 h 100341"/>
                <a:gd name="csX7" fmla="*/ 24963 w 62599"/>
                <a:gd name="csY7" fmla="*/ 87524 h 100341"/>
                <a:gd name="csX8" fmla="*/ 8818 w 62599"/>
                <a:gd name="csY8" fmla="*/ 93852 h 100341"/>
                <a:gd name="csX9" fmla="*/ 1202 w 62599"/>
                <a:gd name="csY9" fmla="*/ 93852 h 100341"/>
                <a:gd name="csX10" fmla="*/ 1202 w 62599"/>
                <a:gd name="csY10" fmla="*/ 100481 h 100341"/>
                <a:gd name="csX11" fmla="*/ 31969 w 62599"/>
                <a:gd name="csY11" fmla="*/ 99878 h 100341"/>
                <a:gd name="csX12" fmla="*/ 62736 w 62599"/>
                <a:gd name="csY12" fmla="*/ 100481 h 100341"/>
                <a:gd name="csX13" fmla="*/ 62736 w 62599"/>
                <a:gd name="csY13" fmla="*/ 93852 h 100341"/>
                <a:gd name="csX14" fmla="*/ 55121 w 62599"/>
                <a:gd name="csY14" fmla="*/ 93852 h 100341"/>
                <a:gd name="csX15" fmla="*/ 38976 w 62599"/>
                <a:gd name="csY15" fmla="*/ 87524 h 100341"/>
                <a:gd name="csX16" fmla="*/ 38976 w 62599"/>
                <a:gd name="csY16" fmla="*/ 4659 h 1003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2599" h="100341">
                  <a:moveTo>
                    <a:pt x="38976" y="4659"/>
                  </a:moveTo>
                  <a:cubicBezTo>
                    <a:pt x="38976" y="139"/>
                    <a:pt x="38519" y="139"/>
                    <a:pt x="33492" y="139"/>
                  </a:cubicBezTo>
                  <a:cubicBezTo>
                    <a:pt x="22678" y="9782"/>
                    <a:pt x="5772" y="9782"/>
                    <a:pt x="2726" y="9782"/>
                  </a:cubicBezTo>
                  <a:lnTo>
                    <a:pt x="136" y="9782"/>
                  </a:lnTo>
                  <a:lnTo>
                    <a:pt x="136" y="16411"/>
                  </a:lnTo>
                  <a:lnTo>
                    <a:pt x="2726" y="16411"/>
                  </a:lnTo>
                  <a:cubicBezTo>
                    <a:pt x="6229" y="16411"/>
                    <a:pt x="16129" y="15959"/>
                    <a:pt x="24963" y="12193"/>
                  </a:cubicBezTo>
                  <a:lnTo>
                    <a:pt x="24963" y="87524"/>
                  </a:lnTo>
                  <a:cubicBezTo>
                    <a:pt x="24963" y="92194"/>
                    <a:pt x="24963" y="93852"/>
                    <a:pt x="8818" y="93852"/>
                  </a:cubicBezTo>
                  <a:lnTo>
                    <a:pt x="1202" y="93852"/>
                  </a:lnTo>
                  <a:lnTo>
                    <a:pt x="1202" y="100481"/>
                  </a:lnTo>
                  <a:cubicBezTo>
                    <a:pt x="9580" y="99878"/>
                    <a:pt x="23135" y="99878"/>
                    <a:pt x="31969" y="99878"/>
                  </a:cubicBezTo>
                  <a:cubicBezTo>
                    <a:pt x="40803" y="99878"/>
                    <a:pt x="54359" y="99878"/>
                    <a:pt x="62736" y="100481"/>
                  </a:cubicBezTo>
                  <a:lnTo>
                    <a:pt x="62736" y="93852"/>
                  </a:lnTo>
                  <a:lnTo>
                    <a:pt x="55121" y="93852"/>
                  </a:lnTo>
                  <a:cubicBezTo>
                    <a:pt x="38976" y="93852"/>
                    <a:pt x="38976" y="92194"/>
                    <a:pt x="38976" y="87524"/>
                  </a:cubicBezTo>
                  <a:lnTo>
                    <a:pt x="38976" y="4659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687B4A6E-4F3B-FE14-C129-A007E57CBEC6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7810713" y="7278498"/>
              <a:ext cx="18581" cy="64935"/>
            </a:xfrm>
            <a:custGeom>
              <a:avLst/>
              <a:gdLst>
                <a:gd name="csX0" fmla="*/ 18722 w 18581"/>
                <a:gd name="csY0" fmla="*/ 9330 h 64935"/>
                <a:gd name="csX1" fmla="*/ 9431 w 18581"/>
                <a:gd name="csY1" fmla="*/ 139 h 64935"/>
                <a:gd name="csX2" fmla="*/ 140 w 18581"/>
                <a:gd name="csY2" fmla="*/ 9330 h 64935"/>
                <a:gd name="csX3" fmla="*/ 9431 w 18581"/>
                <a:gd name="csY3" fmla="*/ 18520 h 64935"/>
                <a:gd name="csX4" fmla="*/ 18722 w 18581"/>
                <a:gd name="csY4" fmla="*/ 9330 h 64935"/>
                <a:gd name="csX5" fmla="*/ 18722 w 18581"/>
                <a:gd name="csY5" fmla="*/ 55885 h 64935"/>
                <a:gd name="csX6" fmla="*/ 9431 w 18581"/>
                <a:gd name="csY6" fmla="*/ 46694 h 64935"/>
                <a:gd name="csX7" fmla="*/ 140 w 18581"/>
                <a:gd name="csY7" fmla="*/ 55885 h 64935"/>
                <a:gd name="csX8" fmla="*/ 9431 w 18581"/>
                <a:gd name="csY8" fmla="*/ 65075 h 64935"/>
                <a:gd name="csX9" fmla="*/ 18722 w 18581"/>
                <a:gd name="csY9" fmla="*/ 55885 h 64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8581" h="64935">
                  <a:moveTo>
                    <a:pt x="18722" y="9330"/>
                  </a:moveTo>
                  <a:cubicBezTo>
                    <a:pt x="18722" y="4207"/>
                    <a:pt x="14609" y="139"/>
                    <a:pt x="9431" y="139"/>
                  </a:cubicBezTo>
                  <a:cubicBezTo>
                    <a:pt x="4404" y="139"/>
                    <a:pt x="140" y="4207"/>
                    <a:pt x="140" y="9330"/>
                  </a:cubicBezTo>
                  <a:cubicBezTo>
                    <a:pt x="140" y="14452"/>
                    <a:pt x="4252" y="18520"/>
                    <a:pt x="9431" y="18520"/>
                  </a:cubicBezTo>
                  <a:cubicBezTo>
                    <a:pt x="14457" y="18520"/>
                    <a:pt x="18722" y="14452"/>
                    <a:pt x="18722" y="9330"/>
                  </a:cubicBezTo>
                  <a:close/>
                  <a:moveTo>
                    <a:pt x="18722" y="55885"/>
                  </a:moveTo>
                  <a:cubicBezTo>
                    <a:pt x="18722" y="50762"/>
                    <a:pt x="14609" y="46694"/>
                    <a:pt x="9431" y="46694"/>
                  </a:cubicBezTo>
                  <a:cubicBezTo>
                    <a:pt x="4404" y="46694"/>
                    <a:pt x="140" y="50762"/>
                    <a:pt x="140" y="55885"/>
                  </a:cubicBezTo>
                  <a:cubicBezTo>
                    <a:pt x="140" y="61007"/>
                    <a:pt x="4252" y="65075"/>
                    <a:pt x="9431" y="65075"/>
                  </a:cubicBezTo>
                  <a:cubicBezTo>
                    <a:pt x="14457" y="65075"/>
                    <a:pt x="18722" y="61007"/>
                    <a:pt x="18722" y="55885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974C242A-C858-496E-8C4B-214CAF1FCA35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7864598" y="7276840"/>
              <a:ext cx="106617" cy="68250"/>
            </a:xfrm>
            <a:custGeom>
              <a:avLst/>
              <a:gdLst>
                <a:gd name="csX0" fmla="*/ 15982 w 106617"/>
                <a:gd name="csY0" fmla="*/ 51967 h 68250"/>
                <a:gd name="csX1" fmla="*/ 13393 w 106617"/>
                <a:gd name="csY1" fmla="*/ 63117 h 68250"/>
                <a:gd name="csX2" fmla="*/ 19028 w 106617"/>
                <a:gd name="csY2" fmla="*/ 68390 h 68250"/>
                <a:gd name="csX3" fmla="*/ 26339 w 106617"/>
                <a:gd name="csY3" fmla="*/ 63418 h 68250"/>
                <a:gd name="csX4" fmla="*/ 29233 w 106617"/>
                <a:gd name="csY4" fmla="*/ 51666 h 68250"/>
                <a:gd name="csX5" fmla="*/ 34716 w 106617"/>
                <a:gd name="csY5" fmla="*/ 30423 h 68250"/>
                <a:gd name="csX6" fmla="*/ 66245 w 106617"/>
                <a:gd name="csY6" fmla="*/ 5262 h 68250"/>
                <a:gd name="csX7" fmla="*/ 76907 w 106617"/>
                <a:gd name="csY7" fmla="*/ 16110 h 68250"/>
                <a:gd name="csX8" fmla="*/ 67006 w 106617"/>
                <a:gd name="csY8" fmla="*/ 48804 h 68250"/>
                <a:gd name="csX9" fmla="*/ 65483 w 106617"/>
                <a:gd name="csY9" fmla="*/ 55131 h 68250"/>
                <a:gd name="csX10" fmla="*/ 82085 w 106617"/>
                <a:gd name="csY10" fmla="*/ 68390 h 68250"/>
                <a:gd name="csX11" fmla="*/ 106759 w 106617"/>
                <a:gd name="csY11" fmla="*/ 45037 h 68250"/>
                <a:gd name="csX12" fmla="*/ 103561 w 106617"/>
                <a:gd name="csY12" fmla="*/ 42928 h 68250"/>
                <a:gd name="csX13" fmla="*/ 99905 w 106617"/>
                <a:gd name="csY13" fmla="*/ 46393 h 68250"/>
                <a:gd name="csX14" fmla="*/ 82694 w 106617"/>
                <a:gd name="csY14" fmla="*/ 63267 h 68250"/>
                <a:gd name="csX15" fmla="*/ 78125 w 106617"/>
                <a:gd name="csY15" fmla="*/ 57542 h 68250"/>
                <a:gd name="csX16" fmla="*/ 80105 w 106617"/>
                <a:gd name="csY16" fmla="*/ 49557 h 68250"/>
                <a:gd name="csX17" fmla="*/ 89701 w 106617"/>
                <a:gd name="csY17" fmla="*/ 18068 h 68250"/>
                <a:gd name="csX18" fmla="*/ 67159 w 106617"/>
                <a:gd name="csY18" fmla="*/ 139 h 68250"/>
                <a:gd name="csX19" fmla="*/ 38372 w 106617"/>
                <a:gd name="csY19" fmla="*/ 15055 h 68250"/>
                <a:gd name="csX20" fmla="*/ 19790 w 106617"/>
                <a:gd name="csY20" fmla="*/ 139 h 68250"/>
                <a:gd name="csX21" fmla="*/ 142 w 106617"/>
                <a:gd name="csY21" fmla="*/ 23492 h 68250"/>
                <a:gd name="csX22" fmla="*/ 3340 w 106617"/>
                <a:gd name="csY22" fmla="*/ 25602 h 68250"/>
                <a:gd name="csX23" fmla="*/ 6843 w 106617"/>
                <a:gd name="csY23" fmla="*/ 22739 h 68250"/>
                <a:gd name="csX24" fmla="*/ 19028 w 106617"/>
                <a:gd name="csY24" fmla="*/ 5262 h 68250"/>
                <a:gd name="csX25" fmla="*/ 25273 w 106617"/>
                <a:gd name="csY25" fmla="*/ 13247 h 68250"/>
                <a:gd name="csX26" fmla="*/ 22836 w 106617"/>
                <a:gd name="csY26" fmla="*/ 24999 h 68250"/>
                <a:gd name="csX27" fmla="*/ 19485 w 106617"/>
                <a:gd name="csY27" fmla="*/ 38558 h 68250"/>
                <a:gd name="csX28" fmla="*/ 15982 w 106617"/>
                <a:gd name="csY28" fmla="*/ 51967 h 68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06617" h="68250">
                  <a:moveTo>
                    <a:pt x="15982" y="51967"/>
                  </a:moveTo>
                  <a:cubicBezTo>
                    <a:pt x="15068" y="55734"/>
                    <a:pt x="13393" y="62363"/>
                    <a:pt x="13393" y="63117"/>
                  </a:cubicBezTo>
                  <a:cubicBezTo>
                    <a:pt x="13393" y="66431"/>
                    <a:pt x="16134" y="68390"/>
                    <a:pt x="19028" y="68390"/>
                  </a:cubicBezTo>
                  <a:cubicBezTo>
                    <a:pt x="21313" y="68390"/>
                    <a:pt x="24664" y="67184"/>
                    <a:pt x="26339" y="63418"/>
                  </a:cubicBezTo>
                  <a:cubicBezTo>
                    <a:pt x="26492" y="62665"/>
                    <a:pt x="28319" y="55583"/>
                    <a:pt x="29233" y="51666"/>
                  </a:cubicBezTo>
                  <a:cubicBezTo>
                    <a:pt x="34412" y="31327"/>
                    <a:pt x="34412" y="31025"/>
                    <a:pt x="34716" y="30423"/>
                  </a:cubicBezTo>
                  <a:cubicBezTo>
                    <a:pt x="36696" y="26355"/>
                    <a:pt x="47663" y="5262"/>
                    <a:pt x="66245" y="5262"/>
                  </a:cubicBezTo>
                  <a:cubicBezTo>
                    <a:pt x="73708" y="5262"/>
                    <a:pt x="76907" y="9330"/>
                    <a:pt x="76907" y="16110"/>
                  </a:cubicBezTo>
                  <a:cubicBezTo>
                    <a:pt x="76907" y="24698"/>
                    <a:pt x="70509" y="40216"/>
                    <a:pt x="67006" y="48804"/>
                  </a:cubicBezTo>
                  <a:cubicBezTo>
                    <a:pt x="66245" y="50612"/>
                    <a:pt x="65483" y="52570"/>
                    <a:pt x="65483" y="55131"/>
                  </a:cubicBezTo>
                  <a:cubicBezTo>
                    <a:pt x="65483" y="62966"/>
                    <a:pt x="73099" y="68390"/>
                    <a:pt x="82085" y="68390"/>
                  </a:cubicBezTo>
                  <a:cubicBezTo>
                    <a:pt x="98382" y="68390"/>
                    <a:pt x="106759" y="48804"/>
                    <a:pt x="106759" y="45037"/>
                  </a:cubicBezTo>
                  <a:cubicBezTo>
                    <a:pt x="106759" y="42928"/>
                    <a:pt x="104170" y="42928"/>
                    <a:pt x="103561" y="42928"/>
                  </a:cubicBezTo>
                  <a:cubicBezTo>
                    <a:pt x="100972" y="42928"/>
                    <a:pt x="100819" y="43530"/>
                    <a:pt x="99905" y="46393"/>
                  </a:cubicBezTo>
                  <a:cubicBezTo>
                    <a:pt x="97012" y="55433"/>
                    <a:pt x="90005" y="63267"/>
                    <a:pt x="82694" y="63267"/>
                  </a:cubicBezTo>
                  <a:cubicBezTo>
                    <a:pt x="79191" y="63267"/>
                    <a:pt x="78125" y="60857"/>
                    <a:pt x="78125" y="57542"/>
                  </a:cubicBezTo>
                  <a:cubicBezTo>
                    <a:pt x="78125" y="54378"/>
                    <a:pt x="78734" y="52871"/>
                    <a:pt x="80105" y="49557"/>
                  </a:cubicBezTo>
                  <a:cubicBezTo>
                    <a:pt x="82694" y="43530"/>
                    <a:pt x="89701" y="26355"/>
                    <a:pt x="89701" y="18068"/>
                  </a:cubicBezTo>
                  <a:cubicBezTo>
                    <a:pt x="89701" y="6919"/>
                    <a:pt x="81628" y="139"/>
                    <a:pt x="67159" y="139"/>
                  </a:cubicBezTo>
                  <a:cubicBezTo>
                    <a:pt x="53298" y="139"/>
                    <a:pt x="43703" y="8426"/>
                    <a:pt x="38372" y="15055"/>
                  </a:cubicBezTo>
                  <a:cubicBezTo>
                    <a:pt x="37610" y="2701"/>
                    <a:pt x="25425" y="139"/>
                    <a:pt x="19790" y="139"/>
                  </a:cubicBezTo>
                  <a:cubicBezTo>
                    <a:pt x="4559" y="139"/>
                    <a:pt x="142" y="23191"/>
                    <a:pt x="142" y="23492"/>
                  </a:cubicBezTo>
                  <a:cubicBezTo>
                    <a:pt x="142" y="25602"/>
                    <a:pt x="2579" y="25602"/>
                    <a:pt x="3340" y="25602"/>
                  </a:cubicBezTo>
                  <a:cubicBezTo>
                    <a:pt x="5930" y="25602"/>
                    <a:pt x="6234" y="24698"/>
                    <a:pt x="6843" y="22739"/>
                  </a:cubicBezTo>
                  <a:cubicBezTo>
                    <a:pt x="9128" y="14000"/>
                    <a:pt x="12631" y="5262"/>
                    <a:pt x="19028" y="5262"/>
                  </a:cubicBezTo>
                  <a:cubicBezTo>
                    <a:pt x="24207" y="5262"/>
                    <a:pt x="25273" y="10083"/>
                    <a:pt x="25273" y="13247"/>
                  </a:cubicBezTo>
                  <a:cubicBezTo>
                    <a:pt x="25273" y="15356"/>
                    <a:pt x="23750" y="21082"/>
                    <a:pt x="22836" y="24999"/>
                  </a:cubicBezTo>
                  <a:cubicBezTo>
                    <a:pt x="21770" y="29067"/>
                    <a:pt x="20247" y="35244"/>
                    <a:pt x="19485" y="38558"/>
                  </a:cubicBezTo>
                  <a:lnTo>
                    <a:pt x="15982" y="51967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5A6477A1-DFCA-9113-72EB-8495366CA64A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8063078" y="6760969"/>
              <a:ext cx="217500" cy="205805"/>
            </a:xfrm>
            <a:custGeom>
              <a:avLst/>
              <a:gdLst>
                <a:gd name="csX0" fmla="*/ 80264 w 217500"/>
                <a:gd name="csY0" fmla="*/ 110714 h 205805"/>
                <a:gd name="csX1" fmla="*/ 132050 w 217500"/>
                <a:gd name="csY1" fmla="*/ 110714 h 205805"/>
                <a:gd name="csX2" fmla="*/ 217649 w 217500"/>
                <a:gd name="csY2" fmla="*/ 45627 h 205805"/>
                <a:gd name="csX3" fmla="*/ 157638 w 217500"/>
                <a:gd name="csY3" fmla="*/ 127 h 205805"/>
                <a:gd name="csX4" fmla="*/ 58940 w 217500"/>
                <a:gd name="csY4" fmla="*/ 127 h 205805"/>
                <a:gd name="csX5" fmla="*/ 49802 w 217500"/>
                <a:gd name="csY5" fmla="*/ 5852 h 205805"/>
                <a:gd name="csX6" fmla="*/ 58636 w 217500"/>
                <a:gd name="csY6" fmla="*/ 9468 h 205805"/>
                <a:gd name="csX7" fmla="*/ 71734 w 217500"/>
                <a:gd name="csY7" fmla="*/ 10071 h 205805"/>
                <a:gd name="csX8" fmla="*/ 78436 w 217500"/>
                <a:gd name="csY8" fmla="*/ 14892 h 205805"/>
                <a:gd name="csX9" fmla="*/ 77218 w 217500"/>
                <a:gd name="csY9" fmla="*/ 20617 h 205805"/>
                <a:gd name="csX10" fmla="*/ 36398 w 217500"/>
                <a:gd name="csY10" fmla="*/ 182429 h 205805"/>
                <a:gd name="csX11" fmla="*/ 8678 w 217500"/>
                <a:gd name="csY11" fmla="*/ 196591 h 205805"/>
                <a:gd name="csX12" fmla="*/ 148 w 217500"/>
                <a:gd name="csY12" fmla="*/ 202316 h 205805"/>
                <a:gd name="csX13" fmla="*/ 4718 w 217500"/>
                <a:gd name="csY13" fmla="*/ 205932 h 205805"/>
                <a:gd name="csX14" fmla="*/ 43405 w 217500"/>
                <a:gd name="csY14" fmla="*/ 205028 h 205805"/>
                <a:gd name="csX15" fmla="*/ 62900 w 217500"/>
                <a:gd name="csY15" fmla="*/ 205330 h 205805"/>
                <a:gd name="csX16" fmla="*/ 82701 w 217500"/>
                <a:gd name="csY16" fmla="*/ 205932 h 205805"/>
                <a:gd name="csX17" fmla="*/ 88793 w 217500"/>
                <a:gd name="csY17" fmla="*/ 199906 h 205805"/>
                <a:gd name="csX18" fmla="*/ 80264 w 217500"/>
                <a:gd name="csY18" fmla="*/ 196591 h 205805"/>
                <a:gd name="csX19" fmla="*/ 60463 w 217500"/>
                <a:gd name="csY19" fmla="*/ 191167 h 205805"/>
                <a:gd name="csX20" fmla="*/ 61377 w 217500"/>
                <a:gd name="csY20" fmla="*/ 186045 h 205805"/>
                <a:gd name="csX21" fmla="*/ 80264 w 217500"/>
                <a:gd name="csY21" fmla="*/ 110714 h 205805"/>
                <a:gd name="csX22" fmla="*/ 102197 w 217500"/>
                <a:gd name="csY22" fmla="*/ 20918 h 205805"/>
                <a:gd name="csX23" fmla="*/ 118646 w 217500"/>
                <a:gd name="csY23" fmla="*/ 9468 h 205805"/>
                <a:gd name="csX24" fmla="*/ 147890 w 217500"/>
                <a:gd name="csY24" fmla="*/ 9468 h 205805"/>
                <a:gd name="csX25" fmla="*/ 189319 w 217500"/>
                <a:gd name="csY25" fmla="*/ 38395 h 205805"/>
                <a:gd name="csX26" fmla="*/ 171346 w 217500"/>
                <a:gd name="csY26" fmla="*/ 86909 h 205805"/>
                <a:gd name="csX27" fmla="*/ 124434 w 217500"/>
                <a:gd name="csY27" fmla="*/ 102879 h 205805"/>
                <a:gd name="csX28" fmla="*/ 81482 w 217500"/>
                <a:gd name="csY28" fmla="*/ 102879 h 205805"/>
                <a:gd name="csX29" fmla="*/ 102197 w 217500"/>
                <a:gd name="csY29" fmla="*/ 20918 h 2058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7500" h="205805">
                  <a:moveTo>
                    <a:pt x="80264" y="110714"/>
                  </a:moveTo>
                  <a:lnTo>
                    <a:pt x="132050" y="110714"/>
                  </a:lnTo>
                  <a:cubicBezTo>
                    <a:pt x="175306" y="110714"/>
                    <a:pt x="217649" y="79376"/>
                    <a:pt x="217649" y="45627"/>
                  </a:cubicBezTo>
                  <a:cubicBezTo>
                    <a:pt x="217649" y="22425"/>
                    <a:pt x="197543" y="127"/>
                    <a:pt x="157638" y="127"/>
                  </a:cubicBezTo>
                  <a:lnTo>
                    <a:pt x="58940" y="127"/>
                  </a:lnTo>
                  <a:cubicBezTo>
                    <a:pt x="53153" y="127"/>
                    <a:pt x="49802" y="127"/>
                    <a:pt x="49802" y="5852"/>
                  </a:cubicBezTo>
                  <a:cubicBezTo>
                    <a:pt x="49802" y="9468"/>
                    <a:pt x="52543" y="9468"/>
                    <a:pt x="58636" y="9468"/>
                  </a:cubicBezTo>
                  <a:cubicBezTo>
                    <a:pt x="62596" y="9468"/>
                    <a:pt x="68079" y="9769"/>
                    <a:pt x="71734" y="10071"/>
                  </a:cubicBezTo>
                  <a:cubicBezTo>
                    <a:pt x="76608" y="10673"/>
                    <a:pt x="78436" y="11577"/>
                    <a:pt x="78436" y="14892"/>
                  </a:cubicBezTo>
                  <a:cubicBezTo>
                    <a:pt x="78436" y="16097"/>
                    <a:pt x="78132" y="17001"/>
                    <a:pt x="77218" y="20617"/>
                  </a:cubicBezTo>
                  <a:lnTo>
                    <a:pt x="36398" y="182429"/>
                  </a:lnTo>
                  <a:cubicBezTo>
                    <a:pt x="33352" y="194181"/>
                    <a:pt x="32743" y="196591"/>
                    <a:pt x="8678" y="196591"/>
                  </a:cubicBezTo>
                  <a:cubicBezTo>
                    <a:pt x="3499" y="196591"/>
                    <a:pt x="148" y="196591"/>
                    <a:pt x="148" y="202316"/>
                  </a:cubicBezTo>
                  <a:cubicBezTo>
                    <a:pt x="148" y="205932"/>
                    <a:pt x="3804" y="205932"/>
                    <a:pt x="4718" y="205932"/>
                  </a:cubicBezTo>
                  <a:cubicBezTo>
                    <a:pt x="13247" y="205932"/>
                    <a:pt x="34875" y="205028"/>
                    <a:pt x="43405" y="205028"/>
                  </a:cubicBezTo>
                  <a:cubicBezTo>
                    <a:pt x="49802" y="205028"/>
                    <a:pt x="56503" y="205330"/>
                    <a:pt x="62900" y="205330"/>
                  </a:cubicBezTo>
                  <a:cubicBezTo>
                    <a:pt x="69602" y="205330"/>
                    <a:pt x="76304" y="205932"/>
                    <a:pt x="82701" y="205932"/>
                  </a:cubicBezTo>
                  <a:cubicBezTo>
                    <a:pt x="84833" y="205932"/>
                    <a:pt x="88793" y="205932"/>
                    <a:pt x="88793" y="199906"/>
                  </a:cubicBezTo>
                  <a:cubicBezTo>
                    <a:pt x="88793" y="196591"/>
                    <a:pt x="86052" y="196591"/>
                    <a:pt x="80264" y="196591"/>
                  </a:cubicBezTo>
                  <a:cubicBezTo>
                    <a:pt x="68993" y="196591"/>
                    <a:pt x="60463" y="196591"/>
                    <a:pt x="60463" y="191167"/>
                  </a:cubicBezTo>
                  <a:cubicBezTo>
                    <a:pt x="60463" y="189360"/>
                    <a:pt x="61073" y="187853"/>
                    <a:pt x="61377" y="186045"/>
                  </a:cubicBezTo>
                  <a:lnTo>
                    <a:pt x="80264" y="110714"/>
                  </a:lnTo>
                  <a:close/>
                  <a:moveTo>
                    <a:pt x="102197" y="20918"/>
                  </a:moveTo>
                  <a:cubicBezTo>
                    <a:pt x="104938" y="10372"/>
                    <a:pt x="105548" y="9468"/>
                    <a:pt x="118646" y="9468"/>
                  </a:cubicBezTo>
                  <a:lnTo>
                    <a:pt x="147890" y="9468"/>
                  </a:lnTo>
                  <a:cubicBezTo>
                    <a:pt x="173174" y="9468"/>
                    <a:pt x="189319" y="17604"/>
                    <a:pt x="189319" y="38395"/>
                  </a:cubicBezTo>
                  <a:cubicBezTo>
                    <a:pt x="189319" y="50147"/>
                    <a:pt x="183226" y="76061"/>
                    <a:pt x="171346" y="86909"/>
                  </a:cubicBezTo>
                  <a:cubicBezTo>
                    <a:pt x="156115" y="100468"/>
                    <a:pt x="137837" y="102879"/>
                    <a:pt x="124434" y="102879"/>
                  </a:cubicBezTo>
                  <a:lnTo>
                    <a:pt x="81482" y="102879"/>
                  </a:lnTo>
                  <a:lnTo>
                    <a:pt x="102197" y="20918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2698AA2D-EED0-6CF9-5759-4486D7C199A7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8318931" y="6740780"/>
              <a:ext cx="70672" cy="301325"/>
            </a:xfrm>
            <a:custGeom>
              <a:avLst/>
              <a:gdLst>
                <a:gd name="csX0" fmla="*/ 70828 w 70672"/>
                <a:gd name="csY0" fmla="*/ 298439 h 301325"/>
                <a:gd name="csX1" fmla="*/ 65650 w 70672"/>
                <a:gd name="csY1" fmla="*/ 291810 h 301325"/>
                <a:gd name="csX2" fmla="*/ 17824 w 70672"/>
                <a:gd name="csY2" fmla="*/ 150790 h 301325"/>
                <a:gd name="csX3" fmla="*/ 66868 w 70672"/>
                <a:gd name="csY3" fmla="*/ 8263 h 301325"/>
                <a:gd name="csX4" fmla="*/ 70828 w 70672"/>
                <a:gd name="csY4" fmla="*/ 3140 h 301325"/>
                <a:gd name="csX5" fmla="*/ 67782 w 70672"/>
                <a:gd name="csY5" fmla="*/ 127 h 301325"/>
                <a:gd name="csX6" fmla="*/ 19347 w 70672"/>
                <a:gd name="csY6" fmla="*/ 58886 h 301325"/>
                <a:gd name="csX7" fmla="*/ 156 w 70672"/>
                <a:gd name="csY7" fmla="*/ 150790 h 301325"/>
                <a:gd name="csX8" fmla="*/ 20261 w 70672"/>
                <a:gd name="csY8" fmla="*/ 244803 h 301325"/>
                <a:gd name="csX9" fmla="*/ 67782 w 70672"/>
                <a:gd name="csY9" fmla="*/ 301453 h 301325"/>
                <a:gd name="csX10" fmla="*/ 70828 w 70672"/>
                <a:gd name="csY10" fmla="*/ 298439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672" h="301325">
                  <a:moveTo>
                    <a:pt x="70828" y="298439"/>
                  </a:moveTo>
                  <a:cubicBezTo>
                    <a:pt x="70828" y="297535"/>
                    <a:pt x="70828" y="296933"/>
                    <a:pt x="65650" y="291810"/>
                  </a:cubicBezTo>
                  <a:cubicBezTo>
                    <a:pt x="27572" y="253843"/>
                    <a:pt x="17824" y="196893"/>
                    <a:pt x="17824" y="150790"/>
                  </a:cubicBezTo>
                  <a:cubicBezTo>
                    <a:pt x="17824" y="98359"/>
                    <a:pt x="29400" y="45929"/>
                    <a:pt x="66868" y="8263"/>
                  </a:cubicBezTo>
                  <a:cubicBezTo>
                    <a:pt x="70828" y="4647"/>
                    <a:pt x="70828" y="4044"/>
                    <a:pt x="70828" y="3140"/>
                  </a:cubicBezTo>
                  <a:cubicBezTo>
                    <a:pt x="70828" y="1031"/>
                    <a:pt x="69610" y="127"/>
                    <a:pt x="67782" y="127"/>
                  </a:cubicBezTo>
                  <a:cubicBezTo>
                    <a:pt x="64736" y="127"/>
                    <a:pt x="37320" y="20617"/>
                    <a:pt x="19347" y="58886"/>
                  </a:cubicBezTo>
                  <a:cubicBezTo>
                    <a:pt x="3812" y="92031"/>
                    <a:pt x="156" y="125478"/>
                    <a:pt x="156" y="150790"/>
                  </a:cubicBezTo>
                  <a:cubicBezTo>
                    <a:pt x="156" y="174293"/>
                    <a:pt x="3507" y="210754"/>
                    <a:pt x="20261" y="244803"/>
                  </a:cubicBezTo>
                  <a:cubicBezTo>
                    <a:pt x="38538" y="281866"/>
                    <a:pt x="64736" y="301453"/>
                    <a:pt x="67782" y="301453"/>
                  </a:cubicBezTo>
                  <a:cubicBezTo>
                    <a:pt x="69610" y="301453"/>
                    <a:pt x="70828" y="300549"/>
                    <a:pt x="70828" y="298439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333C0EB8-BF97-647F-EA2F-09F1E3F562A7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8413940" y="6832986"/>
              <a:ext cx="171502" cy="133788"/>
            </a:xfrm>
            <a:custGeom>
              <a:avLst/>
              <a:gdLst>
                <a:gd name="csX0" fmla="*/ 98857 w 171502"/>
                <a:gd name="csY0" fmla="*/ 59790 h 133788"/>
                <a:gd name="csX1" fmla="*/ 134498 w 171502"/>
                <a:gd name="csY1" fmla="*/ 20617 h 133788"/>
                <a:gd name="csX2" fmla="*/ 165570 w 171502"/>
                <a:gd name="csY2" fmla="*/ 14289 h 133788"/>
                <a:gd name="csX3" fmla="*/ 165570 w 171502"/>
                <a:gd name="csY3" fmla="*/ 127 h 133788"/>
                <a:gd name="csX4" fmla="*/ 137545 w 171502"/>
                <a:gd name="csY4" fmla="*/ 1031 h 133788"/>
                <a:gd name="csX5" fmla="*/ 106168 w 171502"/>
                <a:gd name="csY5" fmla="*/ 127 h 133788"/>
                <a:gd name="csX6" fmla="*/ 106168 w 171502"/>
                <a:gd name="csY6" fmla="*/ 14289 h 133788"/>
                <a:gd name="csX7" fmla="*/ 117744 w 171502"/>
                <a:gd name="csY7" fmla="*/ 17001 h 133788"/>
                <a:gd name="csX8" fmla="*/ 115307 w 171502"/>
                <a:gd name="csY8" fmla="*/ 20617 h 133788"/>
                <a:gd name="csX9" fmla="*/ 89719 w 171502"/>
                <a:gd name="csY9" fmla="*/ 48942 h 133788"/>
                <a:gd name="csX10" fmla="*/ 59866 w 171502"/>
                <a:gd name="csY10" fmla="*/ 14289 h 133788"/>
                <a:gd name="csX11" fmla="*/ 72051 w 171502"/>
                <a:gd name="csY11" fmla="*/ 14289 h 133788"/>
                <a:gd name="csX12" fmla="*/ 72051 w 171502"/>
                <a:gd name="csY12" fmla="*/ 127 h 133788"/>
                <a:gd name="csX13" fmla="*/ 35191 w 171502"/>
                <a:gd name="csY13" fmla="*/ 1031 h 133788"/>
                <a:gd name="csX14" fmla="*/ 1683 w 171502"/>
                <a:gd name="csY14" fmla="*/ 127 h 133788"/>
                <a:gd name="csX15" fmla="*/ 1683 w 171502"/>
                <a:gd name="csY15" fmla="*/ 14289 h 133788"/>
                <a:gd name="csX16" fmla="*/ 23311 w 171502"/>
                <a:gd name="csY16" fmla="*/ 14289 h 133788"/>
                <a:gd name="csX17" fmla="*/ 70832 w 171502"/>
                <a:gd name="csY17" fmla="*/ 69733 h 133788"/>
                <a:gd name="csX18" fmla="*/ 30927 w 171502"/>
                <a:gd name="csY18" fmla="*/ 114028 h 133788"/>
                <a:gd name="csX19" fmla="*/ 160 w 171502"/>
                <a:gd name="csY19" fmla="*/ 119753 h 133788"/>
                <a:gd name="csX20" fmla="*/ 160 w 171502"/>
                <a:gd name="csY20" fmla="*/ 133916 h 133788"/>
                <a:gd name="csX21" fmla="*/ 28185 w 171502"/>
                <a:gd name="csY21" fmla="*/ 133012 h 133788"/>
                <a:gd name="csX22" fmla="*/ 59561 w 171502"/>
                <a:gd name="csY22" fmla="*/ 133916 h 133788"/>
                <a:gd name="csX23" fmla="*/ 59561 w 171502"/>
                <a:gd name="csY23" fmla="*/ 119753 h 133788"/>
                <a:gd name="csX24" fmla="*/ 48290 w 171502"/>
                <a:gd name="csY24" fmla="*/ 116439 h 133788"/>
                <a:gd name="csX25" fmla="*/ 50423 w 171502"/>
                <a:gd name="csY25" fmla="*/ 113425 h 133788"/>
                <a:gd name="csX26" fmla="*/ 79971 w 171502"/>
                <a:gd name="csY26" fmla="*/ 80581 h 133788"/>
                <a:gd name="csX27" fmla="*/ 113479 w 171502"/>
                <a:gd name="csY27" fmla="*/ 119753 h 133788"/>
                <a:gd name="csX28" fmla="*/ 101599 w 171502"/>
                <a:gd name="csY28" fmla="*/ 119753 h 133788"/>
                <a:gd name="csX29" fmla="*/ 101599 w 171502"/>
                <a:gd name="csY29" fmla="*/ 133916 h 133788"/>
                <a:gd name="csX30" fmla="*/ 138154 w 171502"/>
                <a:gd name="csY30" fmla="*/ 133012 h 133788"/>
                <a:gd name="csX31" fmla="*/ 171662 w 171502"/>
                <a:gd name="csY31" fmla="*/ 133916 h 133788"/>
                <a:gd name="csX32" fmla="*/ 171662 w 171502"/>
                <a:gd name="csY32" fmla="*/ 119753 h 133788"/>
                <a:gd name="csX33" fmla="*/ 150034 w 171502"/>
                <a:gd name="csY33" fmla="*/ 119753 h 133788"/>
                <a:gd name="csX34" fmla="*/ 98857 w 171502"/>
                <a:gd name="csY34" fmla="*/ 59790 h 13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1502" h="133788">
                  <a:moveTo>
                    <a:pt x="98857" y="59790"/>
                  </a:moveTo>
                  <a:lnTo>
                    <a:pt x="134498" y="20617"/>
                  </a:lnTo>
                  <a:cubicBezTo>
                    <a:pt x="138458" y="16399"/>
                    <a:pt x="140286" y="14289"/>
                    <a:pt x="165570" y="14289"/>
                  </a:cubicBezTo>
                  <a:lnTo>
                    <a:pt x="165570" y="127"/>
                  </a:lnTo>
                  <a:cubicBezTo>
                    <a:pt x="154908" y="730"/>
                    <a:pt x="139068" y="1031"/>
                    <a:pt x="137545" y="1031"/>
                  </a:cubicBezTo>
                  <a:cubicBezTo>
                    <a:pt x="129929" y="1031"/>
                    <a:pt x="114698" y="428"/>
                    <a:pt x="106168" y="127"/>
                  </a:cubicBezTo>
                  <a:lnTo>
                    <a:pt x="106168" y="14289"/>
                  </a:lnTo>
                  <a:cubicBezTo>
                    <a:pt x="110433" y="14289"/>
                    <a:pt x="114089" y="14892"/>
                    <a:pt x="117744" y="17001"/>
                  </a:cubicBezTo>
                  <a:cubicBezTo>
                    <a:pt x="116526" y="18809"/>
                    <a:pt x="116526" y="19412"/>
                    <a:pt x="115307" y="20617"/>
                  </a:cubicBezTo>
                  <a:lnTo>
                    <a:pt x="89719" y="48942"/>
                  </a:lnTo>
                  <a:lnTo>
                    <a:pt x="59866" y="14289"/>
                  </a:lnTo>
                  <a:lnTo>
                    <a:pt x="72051" y="14289"/>
                  </a:lnTo>
                  <a:lnTo>
                    <a:pt x="72051" y="127"/>
                  </a:lnTo>
                  <a:cubicBezTo>
                    <a:pt x="64131" y="428"/>
                    <a:pt x="44939" y="1031"/>
                    <a:pt x="35191" y="1031"/>
                  </a:cubicBezTo>
                  <a:cubicBezTo>
                    <a:pt x="25444" y="1031"/>
                    <a:pt x="11736" y="428"/>
                    <a:pt x="1683" y="127"/>
                  </a:cubicBezTo>
                  <a:lnTo>
                    <a:pt x="1683" y="14289"/>
                  </a:lnTo>
                  <a:lnTo>
                    <a:pt x="23311" y="14289"/>
                  </a:lnTo>
                  <a:lnTo>
                    <a:pt x="70832" y="69733"/>
                  </a:lnTo>
                  <a:lnTo>
                    <a:pt x="30927" y="114028"/>
                  </a:lnTo>
                  <a:cubicBezTo>
                    <a:pt x="25748" y="119753"/>
                    <a:pt x="14782" y="119753"/>
                    <a:pt x="160" y="119753"/>
                  </a:cubicBezTo>
                  <a:lnTo>
                    <a:pt x="160" y="133916"/>
                  </a:lnTo>
                  <a:cubicBezTo>
                    <a:pt x="10822" y="133313"/>
                    <a:pt x="26662" y="133012"/>
                    <a:pt x="28185" y="133012"/>
                  </a:cubicBezTo>
                  <a:cubicBezTo>
                    <a:pt x="35801" y="133012"/>
                    <a:pt x="53469" y="133614"/>
                    <a:pt x="59561" y="133916"/>
                  </a:cubicBezTo>
                  <a:lnTo>
                    <a:pt x="59561" y="119753"/>
                  </a:lnTo>
                  <a:cubicBezTo>
                    <a:pt x="54078" y="119753"/>
                    <a:pt x="48290" y="118247"/>
                    <a:pt x="48290" y="116439"/>
                  </a:cubicBezTo>
                  <a:cubicBezTo>
                    <a:pt x="48290" y="116137"/>
                    <a:pt x="48290" y="115836"/>
                    <a:pt x="50423" y="113425"/>
                  </a:cubicBezTo>
                  <a:lnTo>
                    <a:pt x="79971" y="80581"/>
                  </a:lnTo>
                  <a:lnTo>
                    <a:pt x="113479" y="119753"/>
                  </a:lnTo>
                  <a:lnTo>
                    <a:pt x="101599" y="119753"/>
                  </a:lnTo>
                  <a:lnTo>
                    <a:pt x="101599" y="133916"/>
                  </a:lnTo>
                  <a:cubicBezTo>
                    <a:pt x="109519" y="133614"/>
                    <a:pt x="128101" y="133012"/>
                    <a:pt x="138154" y="133012"/>
                  </a:cubicBezTo>
                  <a:cubicBezTo>
                    <a:pt x="147902" y="133012"/>
                    <a:pt x="161610" y="133614"/>
                    <a:pt x="171662" y="133916"/>
                  </a:cubicBezTo>
                  <a:lnTo>
                    <a:pt x="171662" y="119753"/>
                  </a:lnTo>
                  <a:lnTo>
                    <a:pt x="150034" y="119753"/>
                  </a:lnTo>
                  <a:lnTo>
                    <a:pt x="98857" y="59790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E31CE6BF-38B3-91E4-AADD-B3CA073EC5C5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8615369" y="6871917"/>
              <a:ext cx="77617" cy="140056"/>
            </a:xfrm>
            <a:custGeom>
              <a:avLst/>
              <a:gdLst>
                <a:gd name="csX0" fmla="*/ 48357 w 77617"/>
                <a:gd name="csY0" fmla="*/ 6035 h 140056"/>
                <a:gd name="csX1" fmla="*/ 41960 w 77617"/>
                <a:gd name="csY1" fmla="*/ 129 h 140056"/>
                <a:gd name="csX2" fmla="*/ 166 w 77617"/>
                <a:gd name="csY2" fmla="*/ 13628 h 140056"/>
                <a:gd name="csX3" fmla="*/ 166 w 77617"/>
                <a:gd name="csY3" fmla="*/ 21221 h 140056"/>
                <a:gd name="csX4" fmla="*/ 31085 w 77617"/>
                <a:gd name="csY4" fmla="*/ 15315 h 140056"/>
                <a:gd name="csX5" fmla="*/ 31085 w 77617"/>
                <a:gd name="csY5" fmla="*/ 122889 h 140056"/>
                <a:gd name="csX6" fmla="*/ 9762 w 77617"/>
                <a:gd name="csY6" fmla="*/ 132591 h 140056"/>
                <a:gd name="csX7" fmla="*/ 1659 w 77617"/>
                <a:gd name="csY7" fmla="*/ 132591 h 140056"/>
                <a:gd name="csX8" fmla="*/ 1659 w 77617"/>
                <a:gd name="csY8" fmla="*/ 140185 h 140056"/>
                <a:gd name="csX9" fmla="*/ 39615 w 77617"/>
                <a:gd name="csY9" fmla="*/ 139341 h 140056"/>
                <a:gd name="csX10" fmla="*/ 77784 w 77617"/>
                <a:gd name="csY10" fmla="*/ 140185 h 140056"/>
                <a:gd name="csX11" fmla="*/ 77784 w 77617"/>
                <a:gd name="csY11" fmla="*/ 132591 h 140056"/>
                <a:gd name="csX12" fmla="*/ 69681 w 77617"/>
                <a:gd name="csY12" fmla="*/ 132591 h 140056"/>
                <a:gd name="csX13" fmla="*/ 48357 w 77617"/>
                <a:gd name="csY13" fmla="*/ 122889 h 140056"/>
                <a:gd name="csX14" fmla="*/ 48357 w 77617"/>
                <a:gd name="csY14" fmla="*/ 6035 h 1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617" h="140056">
                  <a:moveTo>
                    <a:pt x="48357" y="6035"/>
                  </a:moveTo>
                  <a:cubicBezTo>
                    <a:pt x="48357" y="339"/>
                    <a:pt x="47931" y="129"/>
                    <a:pt x="41960" y="129"/>
                  </a:cubicBezTo>
                  <a:cubicBezTo>
                    <a:pt x="28313" y="13417"/>
                    <a:pt x="8909" y="13628"/>
                    <a:pt x="166" y="13628"/>
                  </a:cubicBezTo>
                  <a:lnTo>
                    <a:pt x="166" y="21221"/>
                  </a:lnTo>
                  <a:cubicBezTo>
                    <a:pt x="5284" y="21221"/>
                    <a:pt x="19357" y="21221"/>
                    <a:pt x="31085" y="15315"/>
                  </a:cubicBezTo>
                  <a:lnTo>
                    <a:pt x="31085" y="122889"/>
                  </a:lnTo>
                  <a:cubicBezTo>
                    <a:pt x="31085" y="129849"/>
                    <a:pt x="31085" y="132591"/>
                    <a:pt x="9762" y="132591"/>
                  </a:cubicBezTo>
                  <a:lnTo>
                    <a:pt x="1659" y="132591"/>
                  </a:lnTo>
                  <a:lnTo>
                    <a:pt x="1659" y="140185"/>
                  </a:lnTo>
                  <a:cubicBezTo>
                    <a:pt x="5497" y="139974"/>
                    <a:pt x="31725" y="139341"/>
                    <a:pt x="39615" y="139341"/>
                  </a:cubicBezTo>
                  <a:cubicBezTo>
                    <a:pt x="46225" y="139341"/>
                    <a:pt x="73093" y="139974"/>
                    <a:pt x="77784" y="140185"/>
                  </a:cubicBezTo>
                  <a:lnTo>
                    <a:pt x="77784" y="132591"/>
                  </a:lnTo>
                  <a:lnTo>
                    <a:pt x="69681" y="132591"/>
                  </a:lnTo>
                  <a:cubicBezTo>
                    <a:pt x="48357" y="132591"/>
                    <a:pt x="48357" y="129849"/>
                    <a:pt x="48357" y="122889"/>
                  </a:cubicBezTo>
                  <a:lnTo>
                    <a:pt x="48357" y="6035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0306BBE1-EB3F-A6CB-A667-36359C3AD4A8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8735729" y="6921063"/>
              <a:ext cx="24522" cy="90909"/>
            </a:xfrm>
            <a:custGeom>
              <a:avLst/>
              <a:gdLst>
                <a:gd name="csX0" fmla="*/ 24692 w 24522"/>
                <a:gd name="csY0" fmla="*/ 12362 h 90909"/>
                <a:gd name="csX1" fmla="*/ 12538 w 24522"/>
                <a:gd name="csY1" fmla="*/ 129 h 90909"/>
                <a:gd name="csX2" fmla="*/ 170 w 24522"/>
                <a:gd name="csY2" fmla="*/ 12151 h 90909"/>
                <a:gd name="csX3" fmla="*/ 12324 w 24522"/>
                <a:gd name="csY3" fmla="*/ 24385 h 90909"/>
                <a:gd name="csX4" fmla="*/ 24692 w 24522"/>
                <a:gd name="csY4" fmla="*/ 12362 h 90909"/>
                <a:gd name="csX5" fmla="*/ 24692 w 24522"/>
                <a:gd name="csY5" fmla="*/ 79016 h 90909"/>
                <a:gd name="csX6" fmla="*/ 12538 w 24522"/>
                <a:gd name="csY6" fmla="*/ 66782 h 90909"/>
                <a:gd name="csX7" fmla="*/ 170 w 24522"/>
                <a:gd name="csY7" fmla="*/ 78805 h 90909"/>
                <a:gd name="csX8" fmla="*/ 12324 w 24522"/>
                <a:gd name="csY8" fmla="*/ 91038 h 90909"/>
                <a:gd name="csX9" fmla="*/ 24692 w 24522"/>
                <a:gd name="csY9" fmla="*/ 79016 h 909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522" h="90909">
                  <a:moveTo>
                    <a:pt x="24692" y="12362"/>
                  </a:moveTo>
                  <a:cubicBezTo>
                    <a:pt x="24692" y="4980"/>
                    <a:pt x="18721" y="129"/>
                    <a:pt x="12538" y="129"/>
                  </a:cubicBezTo>
                  <a:cubicBezTo>
                    <a:pt x="5074" y="129"/>
                    <a:pt x="170" y="6035"/>
                    <a:pt x="170" y="12151"/>
                  </a:cubicBezTo>
                  <a:cubicBezTo>
                    <a:pt x="170" y="19534"/>
                    <a:pt x="6141" y="24385"/>
                    <a:pt x="12324" y="24385"/>
                  </a:cubicBezTo>
                  <a:cubicBezTo>
                    <a:pt x="19788" y="24385"/>
                    <a:pt x="24692" y="18479"/>
                    <a:pt x="24692" y="12362"/>
                  </a:cubicBezTo>
                  <a:close/>
                  <a:moveTo>
                    <a:pt x="24692" y="79016"/>
                  </a:moveTo>
                  <a:cubicBezTo>
                    <a:pt x="24692" y="71633"/>
                    <a:pt x="18721" y="66782"/>
                    <a:pt x="12538" y="66782"/>
                  </a:cubicBezTo>
                  <a:cubicBezTo>
                    <a:pt x="5074" y="66782"/>
                    <a:pt x="170" y="72688"/>
                    <a:pt x="170" y="78805"/>
                  </a:cubicBezTo>
                  <a:cubicBezTo>
                    <a:pt x="170" y="86187"/>
                    <a:pt x="6141" y="91038"/>
                    <a:pt x="12324" y="91038"/>
                  </a:cubicBezTo>
                  <a:cubicBezTo>
                    <a:pt x="19788" y="91038"/>
                    <a:pt x="24692" y="85132"/>
                    <a:pt x="24692" y="79016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F3273831-E3F8-D170-B9CE-EA151BC95EC6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8792538" y="6918954"/>
              <a:ext cx="130286" cy="95128"/>
            </a:xfrm>
            <a:custGeom>
              <a:avLst/>
              <a:gdLst>
                <a:gd name="csX0" fmla="*/ 16165 w 130286"/>
                <a:gd name="csY0" fmla="*/ 79859 h 95128"/>
                <a:gd name="csX1" fmla="*/ 14032 w 130286"/>
                <a:gd name="csY1" fmla="*/ 88507 h 95128"/>
                <a:gd name="csX2" fmla="*/ 21283 w 130286"/>
                <a:gd name="csY2" fmla="*/ 95257 h 95128"/>
                <a:gd name="csX3" fmla="*/ 29599 w 130286"/>
                <a:gd name="csY3" fmla="*/ 90617 h 95128"/>
                <a:gd name="csX4" fmla="*/ 33437 w 130286"/>
                <a:gd name="csY4" fmla="*/ 77539 h 95128"/>
                <a:gd name="csX5" fmla="*/ 38128 w 130286"/>
                <a:gd name="csY5" fmla="*/ 58556 h 95128"/>
                <a:gd name="csX6" fmla="*/ 41753 w 130286"/>
                <a:gd name="csY6" fmla="*/ 44423 h 95128"/>
                <a:gd name="csX7" fmla="*/ 50709 w 130286"/>
                <a:gd name="csY7" fmla="*/ 25440 h 95128"/>
                <a:gd name="csX8" fmla="*/ 82694 w 130286"/>
                <a:gd name="csY8" fmla="*/ 6035 h 95128"/>
                <a:gd name="csX9" fmla="*/ 95275 w 130286"/>
                <a:gd name="csY9" fmla="*/ 20799 h 95128"/>
                <a:gd name="csX10" fmla="*/ 82694 w 130286"/>
                <a:gd name="csY10" fmla="*/ 65727 h 95128"/>
                <a:gd name="csX11" fmla="*/ 79496 w 130286"/>
                <a:gd name="csY11" fmla="*/ 77117 h 95128"/>
                <a:gd name="csX12" fmla="*/ 99753 w 130286"/>
                <a:gd name="csY12" fmla="*/ 95257 h 95128"/>
                <a:gd name="csX13" fmla="*/ 130459 w 130286"/>
                <a:gd name="csY13" fmla="*/ 62985 h 95128"/>
                <a:gd name="csX14" fmla="*/ 127047 w 130286"/>
                <a:gd name="csY14" fmla="*/ 60243 h 95128"/>
                <a:gd name="csX15" fmla="*/ 122996 w 130286"/>
                <a:gd name="csY15" fmla="*/ 63829 h 95128"/>
                <a:gd name="csX16" fmla="*/ 100393 w 130286"/>
                <a:gd name="csY16" fmla="*/ 89351 h 95128"/>
                <a:gd name="csX17" fmla="*/ 95062 w 130286"/>
                <a:gd name="csY17" fmla="*/ 81969 h 95128"/>
                <a:gd name="csX18" fmla="*/ 99966 w 130286"/>
                <a:gd name="csY18" fmla="*/ 64883 h 95128"/>
                <a:gd name="csX19" fmla="*/ 111268 w 130286"/>
                <a:gd name="csY19" fmla="*/ 24174 h 95128"/>
                <a:gd name="csX20" fmla="*/ 83547 w 130286"/>
                <a:gd name="csY20" fmla="*/ 129 h 95128"/>
                <a:gd name="csX21" fmla="*/ 47510 w 130286"/>
                <a:gd name="csY21" fmla="*/ 19323 h 95128"/>
                <a:gd name="csX22" fmla="*/ 24694 w 130286"/>
                <a:gd name="csY22" fmla="*/ 129 h 95128"/>
                <a:gd name="csX23" fmla="*/ 7849 w 130286"/>
                <a:gd name="csY23" fmla="*/ 11519 h 95128"/>
                <a:gd name="csX24" fmla="*/ 172 w 130286"/>
                <a:gd name="csY24" fmla="*/ 32401 h 95128"/>
                <a:gd name="csX25" fmla="*/ 3797 w 130286"/>
                <a:gd name="csY25" fmla="*/ 35143 h 95128"/>
                <a:gd name="csX26" fmla="*/ 8488 w 130286"/>
                <a:gd name="csY26" fmla="*/ 28815 h 95128"/>
                <a:gd name="csX27" fmla="*/ 24055 w 130286"/>
                <a:gd name="csY27" fmla="*/ 6035 h 95128"/>
                <a:gd name="csX28" fmla="*/ 31091 w 130286"/>
                <a:gd name="csY28" fmla="*/ 16370 h 95128"/>
                <a:gd name="csX29" fmla="*/ 27680 w 130286"/>
                <a:gd name="csY29" fmla="*/ 33877 h 95128"/>
                <a:gd name="csX30" fmla="*/ 22988 w 130286"/>
                <a:gd name="csY30" fmla="*/ 52861 h 95128"/>
                <a:gd name="csX31" fmla="*/ 16165 w 130286"/>
                <a:gd name="csY31" fmla="*/ 79859 h 95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30286" h="95128">
                  <a:moveTo>
                    <a:pt x="16165" y="79859"/>
                  </a:moveTo>
                  <a:cubicBezTo>
                    <a:pt x="15312" y="82601"/>
                    <a:pt x="14032" y="87875"/>
                    <a:pt x="14032" y="88507"/>
                  </a:cubicBezTo>
                  <a:cubicBezTo>
                    <a:pt x="14032" y="93148"/>
                    <a:pt x="17871" y="95257"/>
                    <a:pt x="21283" y="95257"/>
                  </a:cubicBezTo>
                  <a:cubicBezTo>
                    <a:pt x="25121" y="95257"/>
                    <a:pt x="28533" y="92515"/>
                    <a:pt x="29599" y="90617"/>
                  </a:cubicBezTo>
                  <a:cubicBezTo>
                    <a:pt x="30665" y="88718"/>
                    <a:pt x="32371" y="81969"/>
                    <a:pt x="33437" y="77539"/>
                  </a:cubicBezTo>
                  <a:cubicBezTo>
                    <a:pt x="34503" y="73531"/>
                    <a:pt x="36849" y="63829"/>
                    <a:pt x="38128" y="58556"/>
                  </a:cubicBezTo>
                  <a:cubicBezTo>
                    <a:pt x="39408" y="53915"/>
                    <a:pt x="40687" y="49275"/>
                    <a:pt x="41753" y="44423"/>
                  </a:cubicBezTo>
                  <a:cubicBezTo>
                    <a:pt x="44099" y="35775"/>
                    <a:pt x="44525" y="34088"/>
                    <a:pt x="50709" y="25440"/>
                  </a:cubicBezTo>
                  <a:cubicBezTo>
                    <a:pt x="56680" y="17003"/>
                    <a:pt x="66702" y="6035"/>
                    <a:pt x="82694" y="6035"/>
                  </a:cubicBezTo>
                  <a:cubicBezTo>
                    <a:pt x="95062" y="6035"/>
                    <a:pt x="95275" y="16792"/>
                    <a:pt x="95275" y="20799"/>
                  </a:cubicBezTo>
                  <a:cubicBezTo>
                    <a:pt x="95275" y="33455"/>
                    <a:pt x="86106" y="56868"/>
                    <a:pt x="82694" y="65727"/>
                  </a:cubicBezTo>
                  <a:cubicBezTo>
                    <a:pt x="80349" y="71633"/>
                    <a:pt x="79496" y="73531"/>
                    <a:pt x="79496" y="77117"/>
                  </a:cubicBezTo>
                  <a:cubicBezTo>
                    <a:pt x="79496" y="88296"/>
                    <a:pt x="88878" y="95257"/>
                    <a:pt x="99753" y="95257"/>
                  </a:cubicBezTo>
                  <a:cubicBezTo>
                    <a:pt x="121077" y="95257"/>
                    <a:pt x="130459" y="66149"/>
                    <a:pt x="130459" y="62985"/>
                  </a:cubicBezTo>
                  <a:cubicBezTo>
                    <a:pt x="130459" y="60243"/>
                    <a:pt x="127687" y="60243"/>
                    <a:pt x="127047" y="60243"/>
                  </a:cubicBezTo>
                  <a:cubicBezTo>
                    <a:pt x="124062" y="60243"/>
                    <a:pt x="123849" y="61509"/>
                    <a:pt x="122996" y="63829"/>
                  </a:cubicBezTo>
                  <a:cubicBezTo>
                    <a:pt x="118091" y="80703"/>
                    <a:pt x="108922" y="89351"/>
                    <a:pt x="100393" y="89351"/>
                  </a:cubicBezTo>
                  <a:cubicBezTo>
                    <a:pt x="95915" y="89351"/>
                    <a:pt x="95062" y="86398"/>
                    <a:pt x="95062" y="81969"/>
                  </a:cubicBezTo>
                  <a:cubicBezTo>
                    <a:pt x="95062" y="77117"/>
                    <a:pt x="96128" y="74375"/>
                    <a:pt x="99966" y="64883"/>
                  </a:cubicBezTo>
                  <a:cubicBezTo>
                    <a:pt x="102525" y="58345"/>
                    <a:pt x="111268" y="35986"/>
                    <a:pt x="111268" y="24174"/>
                  </a:cubicBezTo>
                  <a:cubicBezTo>
                    <a:pt x="111268" y="3714"/>
                    <a:pt x="94849" y="129"/>
                    <a:pt x="83547" y="129"/>
                  </a:cubicBezTo>
                  <a:cubicBezTo>
                    <a:pt x="65849" y="129"/>
                    <a:pt x="53908" y="10886"/>
                    <a:pt x="47510" y="19323"/>
                  </a:cubicBezTo>
                  <a:cubicBezTo>
                    <a:pt x="46018" y="4769"/>
                    <a:pt x="33437" y="129"/>
                    <a:pt x="24694" y="129"/>
                  </a:cubicBezTo>
                  <a:cubicBezTo>
                    <a:pt x="15525" y="129"/>
                    <a:pt x="10621" y="6667"/>
                    <a:pt x="7849" y="11519"/>
                  </a:cubicBezTo>
                  <a:cubicBezTo>
                    <a:pt x="3157" y="19323"/>
                    <a:pt x="172" y="31346"/>
                    <a:pt x="172" y="32401"/>
                  </a:cubicBezTo>
                  <a:cubicBezTo>
                    <a:pt x="172" y="35143"/>
                    <a:pt x="3157" y="35143"/>
                    <a:pt x="3797" y="35143"/>
                  </a:cubicBezTo>
                  <a:cubicBezTo>
                    <a:pt x="6782" y="35143"/>
                    <a:pt x="6996" y="34510"/>
                    <a:pt x="8488" y="28815"/>
                  </a:cubicBezTo>
                  <a:cubicBezTo>
                    <a:pt x="11687" y="16370"/>
                    <a:pt x="15738" y="6035"/>
                    <a:pt x="24055" y="6035"/>
                  </a:cubicBezTo>
                  <a:cubicBezTo>
                    <a:pt x="29599" y="6035"/>
                    <a:pt x="31091" y="10675"/>
                    <a:pt x="31091" y="16370"/>
                  </a:cubicBezTo>
                  <a:cubicBezTo>
                    <a:pt x="31091" y="20378"/>
                    <a:pt x="29172" y="28182"/>
                    <a:pt x="27680" y="33877"/>
                  </a:cubicBezTo>
                  <a:cubicBezTo>
                    <a:pt x="26187" y="39572"/>
                    <a:pt x="24055" y="48220"/>
                    <a:pt x="22988" y="52861"/>
                  </a:cubicBezTo>
                  <a:lnTo>
                    <a:pt x="16165" y="79859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284DF349-FD58-CC78-6BFA-A272B0A89C34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8965695" y="6740780"/>
              <a:ext cx="70672" cy="301325"/>
            </a:xfrm>
            <a:custGeom>
              <a:avLst/>
              <a:gdLst>
                <a:gd name="csX0" fmla="*/ 70850 w 70672"/>
                <a:gd name="csY0" fmla="*/ 150790 h 301325"/>
                <a:gd name="csX1" fmla="*/ 50745 w 70672"/>
                <a:gd name="csY1" fmla="*/ 56776 h 301325"/>
                <a:gd name="csX2" fmla="*/ 3224 w 70672"/>
                <a:gd name="csY2" fmla="*/ 127 h 301325"/>
                <a:gd name="csX3" fmla="*/ 178 w 70672"/>
                <a:gd name="csY3" fmla="*/ 3140 h 301325"/>
                <a:gd name="csX4" fmla="*/ 5965 w 70672"/>
                <a:gd name="csY4" fmla="*/ 10071 h 301325"/>
                <a:gd name="csX5" fmla="*/ 53182 w 70672"/>
                <a:gd name="csY5" fmla="*/ 150790 h 301325"/>
                <a:gd name="csX6" fmla="*/ 4138 w 70672"/>
                <a:gd name="csY6" fmla="*/ 293317 h 301325"/>
                <a:gd name="csX7" fmla="*/ 178 w 70672"/>
                <a:gd name="csY7" fmla="*/ 298439 h 301325"/>
                <a:gd name="csX8" fmla="*/ 3224 w 70672"/>
                <a:gd name="csY8" fmla="*/ 301453 h 301325"/>
                <a:gd name="csX9" fmla="*/ 51659 w 70672"/>
                <a:gd name="csY9" fmla="*/ 242694 h 301325"/>
                <a:gd name="csX10" fmla="*/ 70850 w 70672"/>
                <a:gd name="csY10" fmla="*/ 150790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672" h="301325">
                  <a:moveTo>
                    <a:pt x="70850" y="150790"/>
                  </a:moveTo>
                  <a:cubicBezTo>
                    <a:pt x="70850" y="127286"/>
                    <a:pt x="67499" y="90826"/>
                    <a:pt x="50745" y="56776"/>
                  </a:cubicBezTo>
                  <a:cubicBezTo>
                    <a:pt x="32468" y="19713"/>
                    <a:pt x="6270" y="127"/>
                    <a:pt x="3224" y="127"/>
                  </a:cubicBezTo>
                  <a:cubicBezTo>
                    <a:pt x="1396" y="127"/>
                    <a:pt x="178" y="1332"/>
                    <a:pt x="178" y="3140"/>
                  </a:cubicBezTo>
                  <a:cubicBezTo>
                    <a:pt x="178" y="4044"/>
                    <a:pt x="178" y="4647"/>
                    <a:pt x="5965" y="10071"/>
                  </a:cubicBezTo>
                  <a:cubicBezTo>
                    <a:pt x="35818" y="39902"/>
                    <a:pt x="53182" y="87813"/>
                    <a:pt x="53182" y="150790"/>
                  </a:cubicBezTo>
                  <a:cubicBezTo>
                    <a:pt x="53182" y="202316"/>
                    <a:pt x="41911" y="255350"/>
                    <a:pt x="4138" y="293317"/>
                  </a:cubicBezTo>
                  <a:cubicBezTo>
                    <a:pt x="178" y="296933"/>
                    <a:pt x="178" y="297535"/>
                    <a:pt x="178" y="298439"/>
                  </a:cubicBezTo>
                  <a:cubicBezTo>
                    <a:pt x="178" y="300247"/>
                    <a:pt x="1396" y="301453"/>
                    <a:pt x="3224" y="301453"/>
                  </a:cubicBezTo>
                  <a:cubicBezTo>
                    <a:pt x="6270" y="301453"/>
                    <a:pt x="33686" y="280962"/>
                    <a:pt x="51659" y="242694"/>
                  </a:cubicBezTo>
                  <a:cubicBezTo>
                    <a:pt x="67194" y="209548"/>
                    <a:pt x="70850" y="176101"/>
                    <a:pt x="70850" y="150790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B37B7AF-3918-93A1-778C-5AF7DA927C94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9168470" y="6856188"/>
              <a:ext cx="202573" cy="70510"/>
            </a:xfrm>
            <a:custGeom>
              <a:avLst/>
              <a:gdLst>
                <a:gd name="csX0" fmla="*/ 192401 w 202573"/>
                <a:gd name="csY0" fmla="*/ 12180 h 70510"/>
                <a:gd name="csX1" fmla="*/ 202758 w 202573"/>
                <a:gd name="csY1" fmla="*/ 6154 h 70510"/>
                <a:gd name="csX2" fmla="*/ 192705 w 202573"/>
                <a:gd name="csY2" fmla="*/ 127 h 70510"/>
                <a:gd name="csX3" fmla="*/ 10237 w 202573"/>
                <a:gd name="csY3" fmla="*/ 127 h 70510"/>
                <a:gd name="csX4" fmla="*/ 184 w 202573"/>
                <a:gd name="csY4" fmla="*/ 6154 h 70510"/>
                <a:gd name="csX5" fmla="*/ 10541 w 202573"/>
                <a:gd name="csY5" fmla="*/ 12180 h 70510"/>
                <a:gd name="csX6" fmla="*/ 192401 w 202573"/>
                <a:gd name="csY6" fmla="*/ 12180 h 70510"/>
                <a:gd name="csX7" fmla="*/ 192705 w 202573"/>
                <a:gd name="csY7" fmla="*/ 70637 h 70510"/>
                <a:gd name="csX8" fmla="*/ 202758 w 202573"/>
                <a:gd name="csY8" fmla="*/ 64611 h 70510"/>
                <a:gd name="csX9" fmla="*/ 192401 w 202573"/>
                <a:gd name="csY9" fmla="*/ 58584 h 70510"/>
                <a:gd name="csX10" fmla="*/ 10541 w 202573"/>
                <a:gd name="csY10" fmla="*/ 58584 h 70510"/>
                <a:gd name="csX11" fmla="*/ 184 w 202573"/>
                <a:gd name="csY11" fmla="*/ 64611 h 70510"/>
                <a:gd name="csX12" fmla="*/ 10237 w 202573"/>
                <a:gd name="csY12" fmla="*/ 70637 h 70510"/>
                <a:gd name="csX13" fmla="*/ 192705 w 202573"/>
                <a:gd name="csY13" fmla="*/ 70637 h 7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573" h="70510">
                  <a:moveTo>
                    <a:pt x="192401" y="12180"/>
                  </a:moveTo>
                  <a:cubicBezTo>
                    <a:pt x="196970" y="12180"/>
                    <a:pt x="202758" y="12180"/>
                    <a:pt x="202758" y="6154"/>
                  </a:cubicBezTo>
                  <a:cubicBezTo>
                    <a:pt x="202758" y="127"/>
                    <a:pt x="196970" y="127"/>
                    <a:pt x="192705" y="127"/>
                  </a:cubicBezTo>
                  <a:lnTo>
                    <a:pt x="10237" y="127"/>
                  </a:lnTo>
                  <a:cubicBezTo>
                    <a:pt x="5972" y="127"/>
                    <a:pt x="184" y="127"/>
                    <a:pt x="184" y="6154"/>
                  </a:cubicBezTo>
                  <a:cubicBezTo>
                    <a:pt x="184" y="12180"/>
                    <a:pt x="5972" y="12180"/>
                    <a:pt x="10541" y="12180"/>
                  </a:cubicBezTo>
                  <a:lnTo>
                    <a:pt x="192401" y="12180"/>
                  </a:lnTo>
                  <a:close/>
                  <a:moveTo>
                    <a:pt x="192705" y="70637"/>
                  </a:moveTo>
                  <a:cubicBezTo>
                    <a:pt x="196970" y="70637"/>
                    <a:pt x="202758" y="70637"/>
                    <a:pt x="202758" y="64611"/>
                  </a:cubicBezTo>
                  <a:cubicBezTo>
                    <a:pt x="202758" y="58584"/>
                    <a:pt x="196970" y="58584"/>
                    <a:pt x="192401" y="58584"/>
                  </a:cubicBezTo>
                  <a:lnTo>
                    <a:pt x="10541" y="58584"/>
                  </a:lnTo>
                  <a:cubicBezTo>
                    <a:pt x="5972" y="58584"/>
                    <a:pt x="184" y="58584"/>
                    <a:pt x="184" y="64611"/>
                  </a:cubicBezTo>
                  <a:cubicBezTo>
                    <a:pt x="184" y="70637"/>
                    <a:pt x="5972" y="70637"/>
                    <a:pt x="10237" y="70637"/>
                  </a:cubicBezTo>
                  <a:lnTo>
                    <a:pt x="192705" y="70637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3C3355CE-90C8-E3D8-A20E-E4441D26F22B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9519314" y="6680513"/>
              <a:ext cx="405452" cy="421855"/>
            </a:xfrm>
            <a:custGeom>
              <a:avLst/>
              <a:gdLst>
                <a:gd name="csX0" fmla="*/ 368789 w 405452"/>
                <a:gd name="csY0" fmla="*/ 421973 h 421855"/>
                <a:gd name="csX1" fmla="*/ 405648 w 405452"/>
                <a:gd name="csY1" fmla="*/ 325549 h 421855"/>
                <a:gd name="csX2" fmla="*/ 398032 w 405452"/>
                <a:gd name="csY2" fmla="*/ 325549 h 421855"/>
                <a:gd name="csX3" fmla="*/ 318831 w 405452"/>
                <a:gd name="csY3" fmla="*/ 386417 h 421855"/>
                <a:gd name="csX4" fmla="*/ 224093 w 405452"/>
                <a:gd name="csY4" fmla="*/ 395758 h 421855"/>
                <a:gd name="csX5" fmla="*/ 40406 w 405452"/>
                <a:gd name="csY5" fmla="*/ 395758 h 421855"/>
                <a:gd name="csX6" fmla="*/ 195459 w 405452"/>
                <a:gd name="csY6" fmla="*/ 215867 h 421855"/>
                <a:gd name="csX7" fmla="*/ 198200 w 405452"/>
                <a:gd name="csY7" fmla="*/ 211045 h 421855"/>
                <a:gd name="csX8" fmla="*/ 196068 w 405452"/>
                <a:gd name="csY8" fmla="*/ 206526 h 421855"/>
                <a:gd name="csX9" fmla="*/ 54114 w 405452"/>
                <a:gd name="csY9" fmla="*/ 14581 h 421855"/>
                <a:gd name="csX10" fmla="*/ 221047 w 405452"/>
                <a:gd name="csY10" fmla="*/ 14581 h 421855"/>
                <a:gd name="csX11" fmla="*/ 292328 w 405452"/>
                <a:gd name="csY11" fmla="*/ 19402 h 421855"/>
                <a:gd name="csX12" fmla="*/ 359345 w 405452"/>
                <a:gd name="csY12" fmla="*/ 42002 h 421855"/>
                <a:gd name="csX13" fmla="*/ 398032 w 405452"/>
                <a:gd name="csY13" fmla="*/ 84790 h 421855"/>
                <a:gd name="csX14" fmla="*/ 405648 w 405452"/>
                <a:gd name="csY14" fmla="*/ 84790 h 421855"/>
                <a:gd name="csX15" fmla="*/ 368789 w 405452"/>
                <a:gd name="csY15" fmla="*/ 118 h 421855"/>
                <a:gd name="csX16" fmla="*/ 8725 w 405452"/>
                <a:gd name="csY16" fmla="*/ 118 h 421855"/>
                <a:gd name="csX17" fmla="*/ 500 w 405452"/>
                <a:gd name="csY17" fmla="*/ 2227 h 421855"/>
                <a:gd name="csX18" fmla="*/ 196 w 405452"/>
                <a:gd name="csY18" fmla="*/ 12171 h 421855"/>
                <a:gd name="csX19" fmla="*/ 161341 w 405452"/>
                <a:gd name="csY19" fmla="*/ 230330 h 421855"/>
                <a:gd name="csX20" fmla="*/ 3547 w 405452"/>
                <a:gd name="csY20" fmla="*/ 413235 h 421855"/>
                <a:gd name="csX21" fmla="*/ 500 w 405452"/>
                <a:gd name="csY21" fmla="*/ 418659 h 421855"/>
                <a:gd name="csX22" fmla="*/ 8725 w 405452"/>
                <a:gd name="csY22" fmla="*/ 421973 h 421855"/>
                <a:gd name="csX23" fmla="*/ 368789 w 405452"/>
                <a:gd name="csY23" fmla="*/ 421973 h 421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5452" h="421855">
                  <a:moveTo>
                    <a:pt x="368789" y="421973"/>
                  </a:moveTo>
                  <a:lnTo>
                    <a:pt x="405648" y="325549"/>
                  </a:lnTo>
                  <a:lnTo>
                    <a:pt x="398032" y="325549"/>
                  </a:lnTo>
                  <a:cubicBezTo>
                    <a:pt x="386152" y="356887"/>
                    <a:pt x="353862" y="377377"/>
                    <a:pt x="318831" y="386417"/>
                  </a:cubicBezTo>
                  <a:cubicBezTo>
                    <a:pt x="312434" y="387924"/>
                    <a:pt x="282581" y="395758"/>
                    <a:pt x="224093" y="395758"/>
                  </a:cubicBezTo>
                  <a:lnTo>
                    <a:pt x="40406" y="395758"/>
                  </a:lnTo>
                  <a:lnTo>
                    <a:pt x="195459" y="215867"/>
                  </a:lnTo>
                  <a:cubicBezTo>
                    <a:pt x="197591" y="213456"/>
                    <a:pt x="198200" y="212552"/>
                    <a:pt x="198200" y="211045"/>
                  </a:cubicBezTo>
                  <a:cubicBezTo>
                    <a:pt x="198200" y="210443"/>
                    <a:pt x="198200" y="209539"/>
                    <a:pt x="196068" y="206526"/>
                  </a:cubicBezTo>
                  <a:lnTo>
                    <a:pt x="54114" y="14581"/>
                  </a:lnTo>
                  <a:lnTo>
                    <a:pt x="221047" y="14581"/>
                  </a:lnTo>
                  <a:cubicBezTo>
                    <a:pt x="261866" y="14581"/>
                    <a:pt x="289587" y="18800"/>
                    <a:pt x="292328" y="19402"/>
                  </a:cubicBezTo>
                  <a:cubicBezTo>
                    <a:pt x="308778" y="21813"/>
                    <a:pt x="335280" y="26936"/>
                    <a:pt x="359345" y="42002"/>
                  </a:cubicBezTo>
                  <a:cubicBezTo>
                    <a:pt x="366961" y="46823"/>
                    <a:pt x="387675" y="60383"/>
                    <a:pt x="398032" y="84790"/>
                  </a:cubicBezTo>
                  <a:lnTo>
                    <a:pt x="405648" y="84790"/>
                  </a:lnTo>
                  <a:lnTo>
                    <a:pt x="368789" y="118"/>
                  </a:lnTo>
                  <a:lnTo>
                    <a:pt x="8725" y="118"/>
                  </a:lnTo>
                  <a:cubicBezTo>
                    <a:pt x="1719" y="118"/>
                    <a:pt x="1414" y="419"/>
                    <a:pt x="500" y="2227"/>
                  </a:cubicBezTo>
                  <a:cubicBezTo>
                    <a:pt x="196" y="3131"/>
                    <a:pt x="196" y="8856"/>
                    <a:pt x="196" y="12171"/>
                  </a:cubicBezTo>
                  <a:lnTo>
                    <a:pt x="161341" y="230330"/>
                  </a:lnTo>
                  <a:lnTo>
                    <a:pt x="3547" y="413235"/>
                  </a:lnTo>
                  <a:cubicBezTo>
                    <a:pt x="500" y="416851"/>
                    <a:pt x="500" y="418357"/>
                    <a:pt x="500" y="418659"/>
                  </a:cubicBezTo>
                  <a:cubicBezTo>
                    <a:pt x="500" y="421973"/>
                    <a:pt x="3242" y="421973"/>
                    <a:pt x="8725" y="421973"/>
                  </a:cubicBezTo>
                  <a:lnTo>
                    <a:pt x="368789" y="42197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271F97C4-E730-CC0B-C9C5-CCE7D52842CD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9483191" y="7233841"/>
              <a:ext cx="114081" cy="95128"/>
            </a:xfrm>
            <a:custGeom>
              <a:avLst/>
              <a:gdLst>
                <a:gd name="csX0" fmla="*/ 43055 w 114081"/>
                <a:gd name="csY0" fmla="*/ 70800 h 95128"/>
                <a:gd name="csX1" fmla="*/ 23011 w 114081"/>
                <a:gd name="csY1" fmla="*/ 89361 h 95128"/>
                <a:gd name="csX2" fmla="*/ 11496 w 114081"/>
                <a:gd name="csY2" fmla="*/ 86408 h 95128"/>
                <a:gd name="csX3" fmla="*/ 20879 w 114081"/>
                <a:gd name="csY3" fmla="*/ 74807 h 95128"/>
                <a:gd name="csX4" fmla="*/ 12349 w 114081"/>
                <a:gd name="csY4" fmla="*/ 67003 h 95128"/>
                <a:gd name="csX5" fmla="*/ 195 w 114081"/>
                <a:gd name="csY5" fmla="*/ 79870 h 95128"/>
                <a:gd name="csX6" fmla="*/ 22584 w 114081"/>
                <a:gd name="csY6" fmla="*/ 95267 h 95128"/>
                <a:gd name="csX7" fmla="*/ 46467 w 114081"/>
                <a:gd name="csY7" fmla="*/ 80292 h 95128"/>
                <a:gd name="csX8" fmla="*/ 71842 w 114081"/>
                <a:gd name="csY8" fmla="*/ 95267 h 95128"/>
                <a:gd name="csX9" fmla="*/ 109371 w 114081"/>
                <a:gd name="csY9" fmla="*/ 62995 h 95128"/>
                <a:gd name="csX10" fmla="*/ 105960 w 114081"/>
                <a:gd name="csY10" fmla="*/ 60253 h 95128"/>
                <a:gd name="csX11" fmla="*/ 101908 w 114081"/>
                <a:gd name="csY11" fmla="*/ 63839 h 95128"/>
                <a:gd name="csX12" fmla="*/ 72695 w 114081"/>
                <a:gd name="csY12" fmla="*/ 89361 h 95128"/>
                <a:gd name="csX13" fmla="*/ 59687 w 114081"/>
                <a:gd name="csY13" fmla="*/ 75651 h 95128"/>
                <a:gd name="csX14" fmla="*/ 70776 w 114081"/>
                <a:gd name="csY14" fmla="*/ 27560 h 95128"/>
                <a:gd name="csX15" fmla="*/ 91673 w 114081"/>
                <a:gd name="csY15" fmla="*/ 6045 h 95128"/>
                <a:gd name="csX16" fmla="*/ 103188 w 114081"/>
                <a:gd name="csY16" fmla="*/ 8998 h 95128"/>
                <a:gd name="csX17" fmla="*/ 93805 w 114081"/>
                <a:gd name="csY17" fmla="*/ 20599 h 95128"/>
                <a:gd name="csX18" fmla="*/ 102335 w 114081"/>
                <a:gd name="csY18" fmla="*/ 28403 h 95128"/>
                <a:gd name="csX19" fmla="*/ 114276 w 114081"/>
                <a:gd name="csY19" fmla="*/ 15537 h 95128"/>
                <a:gd name="csX20" fmla="*/ 92099 w 114081"/>
                <a:gd name="csY20" fmla="*/ 139 h 95128"/>
                <a:gd name="csX21" fmla="*/ 68217 w 114081"/>
                <a:gd name="csY21" fmla="*/ 15115 h 95128"/>
                <a:gd name="csX22" fmla="*/ 42629 w 114081"/>
                <a:gd name="csY22" fmla="*/ 139 h 95128"/>
                <a:gd name="csX23" fmla="*/ 5099 w 114081"/>
                <a:gd name="csY23" fmla="*/ 32411 h 95128"/>
                <a:gd name="csX24" fmla="*/ 8724 w 114081"/>
                <a:gd name="csY24" fmla="*/ 35153 h 95128"/>
                <a:gd name="csX25" fmla="*/ 12776 w 114081"/>
                <a:gd name="csY25" fmla="*/ 31567 h 95128"/>
                <a:gd name="csX26" fmla="*/ 41989 w 114081"/>
                <a:gd name="csY26" fmla="*/ 6045 h 95128"/>
                <a:gd name="csX27" fmla="*/ 54783 w 114081"/>
                <a:gd name="csY27" fmla="*/ 19966 h 95128"/>
                <a:gd name="csX28" fmla="*/ 50305 w 114081"/>
                <a:gd name="csY28" fmla="*/ 41903 h 95128"/>
                <a:gd name="csX29" fmla="*/ 43055 w 114081"/>
                <a:gd name="csY29" fmla="*/ 70800 h 95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14081" h="95128">
                  <a:moveTo>
                    <a:pt x="43055" y="70800"/>
                  </a:moveTo>
                  <a:cubicBezTo>
                    <a:pt x="40923" y="77971"/>
                    <a:pt x="33886" y="89361"/>
                    <a:pt x="23011" y="89361"/>
                  </a:cubicBezTo>
                  <a:cubicBezTo>
                    <a:pt x="22371" y="89361"/>
                    <a:pt x="15974" y="89361"/>
                    <a:pt x="11496" y="86408"/>
                  </a:cubicBezTo>
                  <a:cubicBezTo>
                    <a:pt x="20239" y="83666"/>
                    <a:pt x="20879" y="76073"/>
                    <a:pt x="20879" y="74807"/>
                  </a:cubicBezTo>
                  <a:cubicBezTo>
                    <a:pt x="20879" y="70167"/>
                    <a:pt x="17254" y="67003"/>
                    <a:pt x="12349" y="67003"/>
                  </a:cubicBezTo>
                  <a:cubicBezTo>
                    <a:pt x="6379" y="67003"/>
                    <a:pt x="195" y="72065"/>
                    <a:pt x="195" y="79870"/>
                  </a:cubicBezTo>
                  <a:cubicBezTo>
                    <a:pt x="195" y="90416"/>
                    <a:pt x="12136" y="95267"/>
                    <a:pt x="22584" y="95267"/>
                  </a:cubicBezTo>
                  <a:cubicBezTo>
                    <a:pt x="32393" y="95267"/>
                    <a:pt x="41136" y="89151"/>
                    <a:pt x="46467" y="80292"/>
                  </a:cubicBezTo>
                  <a:cubicBezTo>
                    <a:pt x="51585" y="91471"/>
                    <a:pt x="63312" y="95267"/>
                    <a:pt x="71842" y="95267"/>
                  </a:cubicBezTo>
                  <a:cubicBezTo>
                    <a:pt x="96364" y="95267"/>
                    <a:pt x="109371" y="68901"/>
                    <a:pt x="109371" y="62995"/>
                  </a:cubicBezTo>
                  <a:cubicBezTo>
                    <a:pt x="109371" y="60253"/>
                    <a:pt x="106599" y="60253"/>
                    <a:pt x="105960" y="60253"/>
                  </a:cubicBezTo>
                  <a:cubicBezTo>
                    <a:pt x="102974" y="60253"/>
                    <a:pt x="102761" y="61308"/>
                    <a:pt x="101908" y="63839"/>
                  </a:cubicBezTo>
                  <a:cubicBezTo>
                    <a:pt x="97430" y="78393"/>
                    <a:pt x="84636" y="89361"/>
                    <a:pt x="72695" y="89361"/>
                  </a:cubicBezTo>
                  <a:cubicBezTo>
                    <a:pt x="64165" y="89361"/>
                    <a:pt x="59687" y="83666"/>
                    <a:pt x="59687" y="75651"/>
                  </a:cubicBezTo>
                  <a:cubicBezTo>
                    <a:pt x="59687" y="70167"/>
                    <a:pt x="64805" y="50973"/>
                    <a:pt x="70776" y="27560"/>
                  </a:cubicBezTo>
                  <a:cubicBezTo>
                    <a:pt x="75040" y="11318"/>
                    <a:pt x="84636" y="6045"/>
                    <a:pt x="91673" y="6045"/>
                  </a:cubicBezTo>
                  <a:cubicBezTo>
                    <a:pt x="92099" y="6045"/>
                    <a:pt x="98710" y="6045"/>
                    <a:pt x="103188" y="8998"/>
                  </a:cubicBezTo>
                  <a:cubicBezTo>
                    <a:pt x="96364" y="10896"/>
                    <a:pt x="93805" y="16802"/>
                    <a:pt x="93805" y="20599"/>
                  </a:cubicBezTo>
                  <a:cubicBezTo>
                    <a:pt x="93805" y="25239"/>
                    <a:pt x="97430" y="28403"/>
                    <a:pt x="102335" y="28403"/>
                  </a:cubicBezTo>
                  <a:cubicBezTo>
                    <a:pt x="107239" y="28403"/>
                    <a:pt x="114276" y="24396"/>
                    <a:pt x="114276" y="15537"/>
                  </a:cubicBezTo>
                  <a:cubicBezTo>
                    <a:pt x="114276" y="3725"/>
                    <a:pt x="100629" y="139"/>
                    <a:pt x="92099" y="139"/>
                  </a:cubicBezTo>
                  <a:cubicBezTo>
                    <a:pt x="81438" y="139"/>
                    <a:pt x="72908" y="7100"/>
                    <a:pt x="68217" y="15115"/>
                  </a:cubicBezTo>
                  <a:cubicBezTo>
                    <a:pt x="64379" y="6467"/>
                    <a:pt x="54570" y="139"/>
                    <a:pt x="42629" y="139"/>
                  </a:cubicBezTo>
                  <a:cubicBezTo>
                    <a:pt x="18746" y="139"/>
                    <a:pt x="5099" y="26083"/>
                    <a:pt x="5099" y="32411"/>
                  </a:cubicBezTo>
                  <a:cubicBezTo>
                    <a:pt x="5099" y="35153"/>
                    <a:pt x="8084" y="35153"/>
                    <a:pt x="8724" y="35153"/>
                  </a:cubicBezTo>
                  <a:cubicBezTo>
                    <a:pt x="11496" y="35153"/>
                    <a:pt x="11709" y="34309"/>
                    <a:pt x="12776" y="31567"/>
                  </a:cubicBezTo>
                  <a:cubicBezTo>
                    <a:pt x="18107" y="15115"/>
                    <a:pt x="31540" y="6045"/>
                    <a:pt x="41989" y="6045"/>
                  </a:cubicBezTo>
                  <a:cubicBezTo>
                    <a:pt x="49026" y="6045"/>
                    <a:pt x="54783" y="9842"/>
                    <a:pt x="54783" y="19966"/>
                  </a:cubicBezTo>
                  <a:cubicBezTo>
                    <a:pt x="54783" y="24185"/>
                    <a:pt x="52224" y="34731"/>
                    <a:pt x="50305" y="41903"/>
                  </a:cubicBezTo>
                  <a:lnTo>
                    <a:pt x="43055" y="70800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12E9D168-C3F0-9C94-0461-D2B33C6B7BFC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9634124" y="7205155"/>
              <a:ext cx="117919" cy="137735"/>
            </a:xfrm>
            <a:custGeom>
              <a:avLst/>
              <a:gdLst>
                <a:gd name="csX0" fmla="*/ 109589 w 117919"/>
                <a:gd name="csY0" fmla="*/ 74175 h 137735"/>
                <a:gd name="csX1" fmla="*/ 118119 w 117919"/>
                <a:gd name="csY1" fmla="*/ 69112 h 137735"/>
                <a:gd name="csX2" fmla="*/ 109589 w 117919"/>
                <a:gd name="csY2" fmla="*/ 63839 h 137735"/>
                <a:gd name="csX3" fmla="*/ 10861 w 117919"/>
                <a:gd name="csY3" fmla="*/ 63839 h 137735"/>
                <a:gd name="csX4" fmla="*/ 73126 w 117919"/>
                <a:gd name="csY4" fmla="*/ 10474 h 137735"/>
                <a:gd name="csX5" fmla="*/ 109589 w 117919"/>
                <a:gd name="csY5" fmla="*/ 10474 h 137735"/>
                <a:gd name="csX6" fmla="*/ 118119 w 117919"/>
                <a:gd name="csY6" fmla="*/ 5412 h 137735"/>
                <a:gd name="csX7" fmla="*/ 109589 w 117919"/>
                <a:gd name="csY7" fmla="*/ 139 h 137735"/>
                <a:gd name="csX8" fmla="*/ 72273 w 117919"/>
                <a:gd name="csY8" fmla="*/ 139 h 137735"/>
                <a:gd name="csX9" fmla="*/ 199 w 117919"/>
                <a:gd name="csY9" fmla="*/ 68901 h 137735"/>
                <a:gd name="csX10" fmla="*/ 72273 w 117919"/>
                <a:gd name="csY10" fmla="*/ 137875 h 137735"/>
                <a:gd name="csX11" fmla="*/ 109589 w 117919"/>
                <a:gd name="csY11" fmla="*/ 137875 h 137735"/>
                <a:gd name="csX12" fmla="*/ 118119 w 117919"/>
                <a:gd name="csY12" fmla="*/ 132813 h 137735"/>
                <a:gd name="csX13" fmla="*/ 109589 w 117919"/>
                <a:gd name="csY13" fmla="*/ 127539 h 137735"/>
                <a:gd name="csX14" fmla="*/ 73126 w 117919"/>
                <a:gd name="csY14" fmla="*/ 127539 h 137735"/>
                <a:gd name="csX15" fmla="*/ 10861 w 117919"/>
                <a:gd name="csY15" fmla="*/ 74175 h 137735"/>
                <a:gd name="csX16" fmla="*/ 109589 w 117919"/>
                <a:gd name="csY16" fmla="*/ 74175 h 137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17919" h="137735">
                  <a:moveTo>
                    <a:pt x="109589" y="74175"/>
                  </a:moveTo>
                  <a:cubicBezTo>
                    <a:pt x="113001" y="74175"/>
                    <a:pt x="118119" y="74175"/>
                    <a:pt x="118119" y="69112"/>
                  </a:cubicBezTo>
                  <a:cubicBezTo>
                    <a:pt x="118119" y="63839"/>
                    <a:pt x="113214" y="63839"/>
                    <a:pt x="109589" y="63839"/>
                  </a:cubicBezTo>
                  <a:lnTo>
                    <a:pt x="10861" y="63839"/>
                  </a:lnTo>
                  <a:cubicBezTo>
                    <a:pt x="14060" y="33255"/>
                    <a:pt x="39861" y="10474"/>
                    <a:pt x="73126" y="10474"/>
                  </a:cubicBezTo>
                  <a:lnTo>
                    <a:pt x="109589" y="10474"/>
                  </a:lnTo>
                  <a:cubicBezTo>
                    <a:pt x="113001" y="10474"/>
                    <a:pt x="118119" y="10474"/>
                    <a:pt x="118119" y="5412"/>
                  </a:cubicBezTo>
                  <a:cubicBezTo>
                    <a:pt x="118119" y="139"/>
                    <a:pt x="113214" y="139"/>
                    <a:pt x="109589" y="139"/>
                  </a:cubicBezTo>
                  <a:lnTo>
                    <a:pt x="72273" y="139"/>
                  </a:lnTo>
                  <a:cubicBezTo>
                    <a:pt x="32611" y="139"/>
                    <a:pt x="199" y="30934"/>
                    <a:pt x="199" y="68901"/>
                  </a:cubicBezTo>
                  <a:cubicBezTo>
                    <a:pt x="199" y="107712"/>
                    <a:pt x="33038" y="137875"/>
                    <a:pt x="72273" y="137875"/>
                  </a:cubicBezTo>
                  <a:lnTo>
                    <a:pt x="109589" y="137875"/>
                  </a:lnTo>
                  <a:cubicBezTo>
                    <a:pt x="113001" y="137875"/>
                    <a:pt x="118119" y="137875"/>
                    <a:pt x="118119" y="132813"/>
                  </a:cubicBezTo>
                  <a:cubicBezTo>
                    <a:pt x="118119" y="127539"/>
                    <a:pt x="113214" y="127539"/>
                    <a:pt x="109589" y="127539"/>
                  </a:cubicBezTo>
                  <a:lnTo>
                    <a:pt x="73126" y="127539"/>
                  </a:lnTo>
                  <a:cubicBezTo>
                    <a:pt x="39861" y="127539"/>
                    <a:pt x="14060" y="104759"/>
                    <a:pt x="10861" y="74175"/>
                  </a:cubicBezTo>
                  <a:lnTo>
                    <a:pt x="109589" y="74175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D9D5AAD-5704-C496-0D3B-35AAB3CDB8CC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9792098" y="7182797"/>
              <a:ext cx="166750" cy="148282"/>
            </a:xfrm>
            <a:custGeom>
              <a:avLst/>
              <a:gdLst>
                <a:gd name="csX0" fmla="*/ 135822 w 166750"/>
                <a:gd name="csY0" fmla="*/ 25239 h 148282"/>
                <a:gd name="csX1" fmla="*/ 162050 w 166750"/>
                <a:gd name="csY1" fmla="*/ 7732 h 148282"/>
                <a:gd name="csX2" fmla="*/ 166955 w 166750"/>
                <a:gd name="csY2" fmla="*/ 3092 h 148282"/>
                <a:gd name="csX3" fmla="*/ 163970 w 166750"/>
                <a:gd name="csY3" fmla="*/ 139 h 148282"/>
                <a:gd name="csX4" fmla="*/ 146911 w 166750"/>
                <a:gd name="csY4" fmla="*/ 983 h 148282"/>
                <a:gd name="csX5" fmla="*/ 124734 w 166750"/>
                <a:gd name="csY5" fmla="*/ 139 h 148282"/>
                <a:gd name="csX6" fmla="*/ 120469 w 166750"/>
                <a:gd name="csY6" fmla="*/ 4779 h 148282"/>
                <a:gd name="csX7" fmla="*/ 124308 w 166750"/>
                <a:gd name="csY7" fmla="*/ 7732 h 148282"/>
                <a:gd name="csX8" fmla="*/ 133050 w 166750"/>
                <a:gd name="csY8" fmla="*/ 13849 h 148282"/>
                <a:gd name="csX9" fmla="*/ 129212 w 166750"/>
                <a:gd name="csY9" fmla="*/ 22286 h 148282"/>
                <a:gd name="csX10" fmla="*/ 59271 w 166750"/>
                <a:gd name="csY10" fmla="*/ 124375 h 148282"/>
                <a:gd name="csX11" fmla="*/ 39866 w 166750"/>
                <a:gd name="csY11" fmla="*/ 16591 h 148282"/>
                <a:gd name="csX12" fmla="*/ 39440 w 166750"/>
                <a:gd name="csY12" fmla="*/ 13427 h 148282"/>
                <a:gd name="csX13" fmla="*/ 52874 w 166750"/>
                <a:gd name="csY13" fmla="*/ 7732 h 148282"/>
                <a:gd name="csX14" fmla="*/ 59271 w 166750"/>
                <a:gd name="csY14" fmla="*/ 3092 h 148282"/>
                <a:gd name="csX15" fmla="*/ 55646 w 166750"/>
                <a:gd name="csY15" fmla="*/ 139 h 148282"/>
                <a:gd name="csX16" fmla="*/ 28139 w 166750"/>
                <a:gd name="csY16" fmla="*/ 983 h 148282"/>
                <a:gd name="csX17" fmla="*/ 4469 w 166750"/>
                <a:gd name="csY17" fmla="*/ 139 h 148282"/>
                <a:gd name="csX18" fmla="*/ 205 w 166750"/>
                <a:gd name="csY18" fmla="*/ 4779 h 148282"/>
                <a:gd name="csX19" fmla="*/ 5536 w 166750"/>
                <a:gd name="csY19" fmla="*/ 7732 h 148282"/>
                <a:gd name="csX20" fmla="*/ 18756 w 166750"/>
                <a:gd name="csY20" fmla="*/ 14482 h 148282"/>
                <a:gd name="csX21" fmla="*/ 41999 w 166750"/>
                <a:gd name="csY21" fmla="*/ 142726 h 148282"/>
                <a:gd name="csX22" fmla="*/ 47116 w 166750"/>
                <a:gd name="csY22" fmla="*/ 148421 h 148282"/>
                <a:gd name="csX23" fmla="*/ 54366 w 166750"/>
                <a:gd name="csY23" fmla="*/ 143781 h 148282"/>
                <a:gd name="csX24" fmla="*/ 135822 w 166750"/>
                <a:gd name="csY24" fmla="*/ 25239 h 1482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66750" h="148282">
                  <a:moveTo>
                    <a:pt x="135822" y="25239"/>
                  </a:moveTo>
                  <a:cubicBezTo>
                    <a:pt x="143712" y="13849"/>
                    <a:pt x="150536" y="8576"/>
                    <a:pt x="162050" y="7732"/>
                  </a:cubicBezTo>
                  <a:cubicBezTo>
                    <a:pt x="164609" y="7521"/>
                    <a:pt x="166955" y="7310"/>
                    <a:pt x="166955" y="3092"/>
                  </a:cubicBezTo>
                  <a:cubicBezTo>
                    <a:pt x="166955" y="2459"/>
                    <a:pt x="166528" y="139"/>
                    <a:pt x="163970" y="139"/>
                  </a:cubicBezTo>
                  <a:cubicBezTo>
                    <a:pt x="158852" y="139"/>
                    <a:pt x="152242" y="983"/>
                    <a:pt x="146911" y="983"/>
                  </a:cubicBezTo>
                  <a:cubicBezTo>
                    <a:pt x="140087" y="983"/>
                    <a:pt x="131131" y="139"/>
                    <a:pt x="124734" y="139"/>
                  </a:cubicBezTo>
                  <a:cubicBezTo>
                    <a:pt x="122815" y="139"/>
                    <a:pt x="120469" y="772"/>
                    <a:pt x="120469" y="4779"/>
                  </a:cubicBezTo>
                  <a:cubicBezTo>
                    <a:pt x="120469" y="7521"/>
                    <a:pt x="123455" y="7732"/>
                    <a:pt x="124308" y="7732"/>
                  </a:cubicBezTo>
                  <a:cubicBezTo>
                    <a:pt x="131131" y="8154"/>
                    <a:pt x="133050" y="10685"/>
                    <a:pt x="133050" y="13849"/>
                  </a:cubicBezTo>
                  <a:cubicBezTo>
                    <a:pt x="133050" y="16802"/>
                    <a:pt x="131558" y="18912"/>
                    <a:pt x="129212" y="22286"/>
                  </a:cubicBezTo>
                  <a:lnTo>
                    <a:pt x="59271" y="124375"/>
                  </a:lnTo>
                  <a:lnTo>
                    <a:pt x="39866" y="16591"/>
                  </a:lnTo>
                  <a:cubicBezTo>
                    <a:pt x="39440" y="14693"/>
                    <a:pt x="39440" y="14271"/>
                    <a:pt x="39440" y="13427"/>
                  </a:cubicBezTo>
                  <a:cubicBezTo>
                    <a:pt x="39440" y="7732"/>
                    <a:pt x="51381" y="7732"/>
                    <a:pt x="52874" y="7732"/>
                  </a:cubicBezTo>
                  <a:cubicBezTo>
                    <a:pt x="56499" y="7732"/>
                    <a:pt x="59271" y="7732"/>
                    <a:pt x="59271" y="3092"/>
                  </a:cubicBezTo>
                  <a:cubicBezTo>
                    <a:pt x="59271" y="2881"/>
                    <a:pt x="59058" y="139"/>
                    <a:pt x="55646" y="139"/>
                  </a:cubicBezTo>
                  <a:cubicBezTo>
                    <a:pt x="49462" y="139"/>
                    <a:pt x="34322" y="983"/>
                    <a:pt x="28139" y="983"/>
                  </a:cubicBezTo>
                  <a:cubicBezTo>
                    <a:pt x="22808" y="983"/>
                    <a:pt x="9800" y="139"/>
                    <a:pt x="4469" y="139"/>
                  </a:cubicBezTo>
                  <a:cubicBezTo>
                    <a:pt x="2550" y="139"/>
                    <a:pt x="205" y="772"/>
                    <a:pt x="205" y="4779"/>
                  </a:cubicBezTo>
                  <a:cubicBezTo>
                    <a:pt x="205" y="7732"/>
                    <a:pt x="3190" y="7732"/>
                    <a:pt x="5536" y="7732"/>
                  </a:cubicBezTo>
                  <a:cubicBezTo>
                    <a:pt x="17477" y="7732"/>
                    <a:pt x="17690" y="8998"/>
                    <a:pt x="18756" y="14482"/>
                  </a:cubicBezTo>
                  <a:lnTo>
                    <a:pt x="41999" y="142726"/>
                  </a:lnTo>
                  <a:cubicBezTo>
                    <a:pt x="42852" y="147156"/>
                    <a:pt x="43065" y="148421"/>
                    <a:pt x="47116" y="148421"/>
                  </a:cubicBezTo>
                  <a:cubicBezTo>
                    <a:pt x="51168" y="148421"/>
                    <a:pt x="52234" y="146945"/>
                    <a:pt x="54366" y="143781"/>
                  </a:cubicBezTo>
                  <a:lnTo>
                    <a:pt x="135822" y="25239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E7BE7F07-A47A-D21F-522C-DD8ACA81C1E2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0109890" y="6680513"/>
              <a:ext cx="405452" cy="421855"/>
            </a:xfrm>
            <a:custGeom>
              <a:avLst/>
              <a:gdLst>
                <a:gd name="csX0" fmla="*/ 368808 w 405452"/>
                <a:gd name="csY0" fmla="*/ 421973 h 421855"/>
                <a:gd name="csX1" fmla="*/ 405667 w 405452"/>
                <a:gd name="csY1" fmla="*/ 325549 h 421855"/>
                <a:gd name="csX2" fmla="*/ 398052 w 405452"/>
                <a:gd name="csY2" fmla="*/ 325549 h 421855"/>
                <a:gd name="csX3" fmla="*/ 318850 w 405452"/>
                <a:gd name="csY3" fmla="*/ 386417 h 421855"/>
                <a:gd name="csX4" fmla="*/ 224112 w 405452"/>
                <a:gd name="csY4" fmla="*/ 395758 h 421855"/>
                <a:gd name="csX5" fmla="*/ 40425 w 405452"/>
                <a:gd name="csY5" fmla="*/ 395758 h 421855"/>
                <a:gd name="csX6" fmla="*/ 195478 w 405452"/>
                <a:gd name="csY6" fmla="*/ 215867 h 421855"/>
                <a:gd name="csX7" fmla="*/ 198219 w 405452"/>
                <a:gd name="csY7" fmla="*/ 211045 h 421855"/>
                <a:gd name="csX8" fmla="*/ 196087 w 405452"/>
                <a:gd name="csY8" fmla="*/ 206526 h 421855"/>
                <a:gd name="csX9" fmla="*/ 54133 w 405452"/>
                <a:gd name="csY9" fmla="*/ 14581 h 421855"/>
                <a:gd name="csX10" fmla="*/ 221066 w 405452"/>
                <a:gd name="csY10" fmla="*/ 14581 h 421855"/>
                <a:gd name="csX11" fmla="*/ 292348 w 405452"/>
                <a:gd name="csY11" fmla="*/ 19402 h 421855"/>
                <a:gd name="csX12" fmla="*/ 359365 w 405452"/>
                <a:gd name="csY12" fmla="*/ 42002 h 421855"/>
                <a:gd name="csX13" fmla="*/ 398052 w 405452"/>
                <a:gd name="csY13" fmla="*/ 84790 h 421855"/>
                <a:gd name="csX14" fmla="*/ 405667 w 405452"/>
                <a:gd name="csY14" fmla="*/ 84790 h 421855"/>
                <a:gd name="csX15" fmla="*/ 368808 w 405452"/>
                <a:gd name="csY15" fmla="*/ 118 h 421855"/>
                <a:gd name="csX16" fmla="*/ 8744 w 405452"/>
                <a:gd name="csY16" fmla="*/ 118 h 421855"/>
                <a:gd name="csX17" fmla="*/ 520 w 405452"/>
                <a:gd name="csY17" fmla="*/ 2227 h 421855"/>
                <a:gd name="csX18" fmla="*/ 215 w 405452"/>
                <a:gd name="csY18" fmla="*/ 12171 h 421855"/>
                <a:gd name="csX19" fmla="*/ 161360 w 405452"/>
                <a:gd name="csY19" fmla="*/ 230330 h 421855"/>
                <a:gd name="csX20" fmla="*/ 3566 w 405452"/>
                <a:gd name="csY20" fmla="*/ 413235 h 421855"/>
                <a:gd name="csX21" fmla="*/ 520 w 405452"/>
                <a:gd name="csY21" fmla="*/ 418659 h 421855"/>
                <a:gd name="csX22" fmla="*/ 8744 w 405452"/>
                <a:gd name="csY22" fmla="*/ 421973 h 421855"/>
                <a:gd name="csX23" fmla="*/ 368808 w 405452"/>
                <a:gd name="csY23" fmla="*/ 421973 h 421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5452" h="421855">
                  <a:moveTo>
                    <a:pt x="368808" y="421973"/>
                  </a:moveTo>
                  <a:lnTo>
                    <a:pt x="405667" y="325549"/>
                  </a:lnTo>
                  <a:lnTo>
                    <a:pt x="398052" y="325549"/>
                  </a:lnTo>
                  <a:cubicBezTo>
                    <a:pt x="386171" y="356887"/>
                    <a:pt x="353881" y="377377"/>
                    <a:pt x="318850" y="386417"/>
                  </a:cubicBezTo>
                  <a:cubicBezTo>
                    <a:pt x="312453" y="387924"/>
                    <a:pt x="282600" y="395758"/>
                    <a:pt x="224112" y="395758"/>
                  </a:cubicBezTo>
                  <a:lnTo>
                    <a:pt x="40425" y="395758"/>
                  </a:lnTo>
                  <a:lnTo>
                    <a:pt x="195478" y="215867"/>
                  </a:lnTo>
                  <a:cubicBezTo>
                    <a:pt x="197610" y="213456"/>
                    <a:pt x="198219" y="212552"/>
                    <a:pt x="198219" y="211045"/>
                  </a:cubicBezTo>
                  <a:cubicBezTo>
                    <a:pt x="198219" y="210443"/>
                    <a:pt x="198219" y="209539"/>
                    <a:pt x="196087" y="206526"/>
                  </a:cubicBezTo>
                  <a:lnTo>
                    <a:pt x="54133" y="14581"/>
                  </a:lnTo>
                  <a:lnTo>
                    <a:pt x="221066" y="14581"/>
                  </a:lnTo>
                  <a:cubicBezTo>
                    <a:pt x="261886" y="14581"/>
                    <a:pt x="289606" y="18800"/>
                    <a:pt x="292348" y="19402"/>
                  </a:cubicBezTo>
                  <a:cubicBezTo>
                    <a:pt x="308797" y="21813"/>
                    <a:pt x="335300" y="26936"/>
                    <a:pt x="359365" y="42002"/>
                  </a:cubicBezTo>
                  <a:cubicBezTo>
                    <a:pt x="366980" y="46823"/>
                    <a:pt x="387695" y="60383"/>
                    <a:pt x="398052" y="84790"/>
                  </a:cubicBezTo>
                  <a:lnTo>
                    <a:pt x="405667" y="84790"/>
                  </a:lnTo>
                  <a:lnTo>
                    <a:pt x="368808" y="118"/>
                  </a:lnTo>
                  <a:lnTo>
                    <a:pt x="8744" y="118"/>
                  </a:lnTo>
                  <a:cubicBezTo>
                    <a:pt x="1738" y="118"/>
                    <a:pt x="1434" y="419"/>
                    <a:pt x="520" y="2227"/>
                  </a:cubicBezTo>
                  <a:cubicBezTo>
                    <a:pt x="215" y="3131"/>
                    <a:pt x="215" y="8856"/>
                    <a:pt x="215" y="12171"/>
                  </a:cubicBezTo>
                  <a:lnTo>
                    <a:pt x="161360" y="230330"/>
                  </a:lnTo>
                  <a:lnTo>
                    <a:pt x="3566" y="413235"/>
                  </a:lnTo>
                  <a:cubicBezTo>
                    <a:pt x="520" y="416851"/>
                    <a:pt x="520" y="418357"/>
                    <a:pt x="520" y="418659"/>
                  </a:cubicBezTo>
                  <a:cubicBezTo>
                    <a:pt x="520" y="421973"/>
                    <a:pt x="3261" y="421973"/>
                    <a:pt x="8744" y="421973"/>
                  </a:cubicBezTo>
                  <a:lnTo>
                    <a:pt x="368808" y="42197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57F310A5-D7A5-21C3-34C1-61A3DBE3D705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0032569" y="7233841"/>
              <a:ext cx="114081" cy="95128"/>
            </a:xfrm>
            <a:custGeom>
              <a:avLst/>
              <a:gdLst>
                <a:gd name="csX0" fmla="*/ 43073 w 114081"/>
                <a:gd name="csY0" fmla="*/ 70800 h 95128"/>
                <a:gd name="csX1" fmla="*/ 23029 w 114081"/>
                <a:gd name="csY1" fmla="*/ 89361 h 95128"/>
                <a:gd name="csX2" fmla="*/ 11514 w 114081"/>
                <a:gd name="csY2" fmla="*/ 86408 h 95128"/>
                <a:gd name="csX3" fmla="*/ 20897 w 114081"/>
                <a:gd name="csY3" fmla="*/ 74807 h 95128"/>
                <a:gd name="csX4" fmla="*/ 12367 w 114081"/>
                <a:gd name="csY4" fmla="*/ 67003 h 95128"/>
                <a:gd name="csX5" fmla="*/ 213 w 114081"/>
                <a:gd name="csY5" fmla="*/ 79870 h 95128"/>
                <a:gd name="csX6" fmla="*/ 22602 w 114081"/>
                <a:gd name="csY6" fmla="*/ 95267 h 95128"/>
                <a:gd name="csX7" fmla="*/ 46485 w 114081"/>
                <a:gd name="csY7" fmla="*/ 80292 h 95128"/>
                <a:gd name="csX8" fmla="*/ 71860 w 114081"/>
                <a:gd name="csY8" fmla="*/ 95267 h 95128"/>
                <a:gd name="csX9" fmla="*/ 109389 w 114081"/>
                <a:gd name="csY9" fmla="*/ 62995 h 95128"/>
                <a:gd name="csX10" fmla="*/ 105978 w 114081"/>
                <a:gd name="csY10" fmla="*/ 60253 h 95128"/>
                <a:gd name="csX11" fmla="*/ 101926 w 114081"/>
                <a:gd name="csY11" fmla="*/ 63839 h 95128"/>
                <a:gd name="csX12" fmla="*/ 72713 w 114081"/>
                <a:gd name="csY12" fmla="*/ 89361 h 95128"/>
                <a:gd name="csX13" fmla="*/ 59705 w 114081"/>
                <a:gd name="csY13" fmla="*/ 75651 h 95128"/>
                <a:gd name="csX14" fmla="*/ 70794 w 114081"/>
                <a:gd name="csY14" fmla="*/ 27560 h 95128"/>
                <a:gd name="csX15" fmla="*/ 91691 w 114081"/>
                <a:gd name="csY15" fmla="*/ 6045 h 95128"/>
                <a:gd name="csX16" fmla="*/ 103205 w 114081"/>
                <a:gd name="csY16" fmla="*/ 8998 h 95128"/>
                <a:gd name="csX17" fmla="*/ 93823 w 114081"/>
                <a:gd name="csY17" fmla="*/ 20599 h 95128"/>
                <a:gd name="csX18" fmla="*/ 102353 w 114081"/>
                <a:gd name="csY18" fmla="*/ 28403 h 95128"/>
                <a:gd name="csX19" fmla="*/ 114294 w 114081"/>
                <a:gd name="csY19" fmla="*/ 15537 h 95128"/>
                <a:gd name="csX20" fmla="*/ 92117 w 114081"/>
                <a:gd name="csY20" fmla="*/ 139 h 95128"/>
                <a:gd name="csX21" fmla="*/ 68235 w 114081"/>
                <a:gd name="csY21" fmla="*/ 15115 h 95128"/>
                <a:gd name="csX22" fmla="*/ 42647 w 114081"/>
                <a:gd name="csY22" fmla="*/ 139 h 95128"/>
                <a:gd name="csX23" fmla="*/ 5117 w 114081"/>
                <a:gd name="csY23" fmla="*/ 32411 h 95128"/>
                <a:gd name="csX24" fmla="*/ 8742 w 114081"/>
                <a:gd name="csY24" fmla="*/ 35153 h 95128"/>
                <a:gd name="csX25" fmla="*/ 12794 w 114081"/>
                <a:gd name="csY25" fmla="*/ 31567 h 95128"/>
                <a:gd name="csX26" fmla="*/ 42007 w 114081"/>
                <a:gd name="csY26" fmla="*/ 6045 h 95128"/>
                <a:gd name="csX27" fmla="*/ 54801 w 114081"/>
                <a:gd name="csY27" fmla="*/ 19966 h 95128"/>
                <a:gd name="csX28" fmla="*/ 50323 w 114081"/>
                <a:gd name="csY28" fmla="*/ 41903 h 95128"/>
                <a:gd name="csX29" fmla="*/ 43073 w 114081"/>
                <a:gd name="csY29" fmla="*/ 70800 h 95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14081" h="95128">
                  <a:moveTo>
                    <a:pt x="43073" y="70800"/>
                  </a:moveTo>
                  <a:cubicBezTo>
                    <a:pt x="40941" y="77971"/>
                    <a:pt x="33904" y="89361"/>
                    <a:pt x="23029" y="89361"/>
                  </a:cubicBezTo>
                  <a:cubicBezTo>
                    <a:pt x="22389" y="89361"/>
                    <a:pt x="15992" y="89361"/>
                    <a:pt x="11514" y="86408"/>
                  </a:cubicBezTo>
                  <a:cubicBezTo>
                    <a:pt x="20257" y="83666"/>
                    <a:pt x="20897" y="76073"/>
                    <a:pt x="20897" y="74807"/>
                  </a:cubicBezTo>
                  <a:cubicBezTo>
                    <a:pt x="20897" y="70167"/>
                    <a:pt x="17272" y="67003"/>
                    <a:pt x="12367" y="67003"/>
                  </a:cubicBezTo>
                  <a:cubicBezTo>
                    <a:pt x="6397" y="67003"/>
                    <a:pt x="213" y="72065"/>
                    <a:pt x="213" y="79870"/>
                  </a:cubicBezTo>
                  <a:cubicBezTo>
                    <a:pt x="213" y="90416"/>
                    <a:pt x="12154" y="95267"/>
                    <a:pt x="22602" y="95267"/>
                  </a:cubicBezTo>
                  <a:cubicBezTo>
                    <a:pt x="32411" y="95267"/>
                    <a:pt x="41154" y="89151"/>
                    <a:pt x="46485" y="80292"/>
                  </a:cubicBezTo>
                  <a:cubicBezTo>
                    <a:pt x="51602" y="91471"/>
                    <a:pt x="63330" y="95267"/>
                    <a:pt x="71860" y="95267"/>
                  </a:cubicBezTo>
                  <a:cubicBezTo>
                    <a:pt x="96382" y="95267"/>
                    <a:pt x="109389" y="68901"/>
                    <a:pt x="109389" y="62995"/>
                  </a:cubicBezTo>
                  <a:cubicBezTo>
                    <a:pt x="109389" y="60253"/>
                    <a:pt x="106617" y="60253"/>
                    <a:pt x="105978" y="60253"/>
                  </a:cubicBezTo>
                  <a:cubicBezTo>
                    <a:pt x="102992" y="60253"/>
                    <a:pt x="102779" y="61308"/>
                    <a:pt x="101926" y="63839"/>
                  </a:cubicBezTo>
                  <a:cubicBezTo>
                    <a:pt x="97448" y="78393"/>
                    <a:pt x="84654" y="89361"/>
                    <a:pt x="72713" y="89361"/>
                  </a:cubicBezTo>
                  <a:cubicBezTo>
                    <a:pt x="64183" y="89361"/>
                    <a:pt x="59705" y="83666"/>
                    <a:pt x="59705" y="75651"/>
                  </a:cubicBezTo>
                  <a:cubicBezTo>
                    <a:pt x="59705" y="70167"/>
                    <a:pt x="64823" y="50973"/>
                    <a:pt x="70794" y="27560"/>
                  </a:cubicBezTo>
                  <a:cubicBezTo>
                    <a:pt x="75058" y="11318"/>
                    <a:pt x="84654" y="6045"/>
                    <a:pt x="91691" y="6045"/>
                  </a:cubicBezTo>
                  <a:cubicBezTo>
                    <a:pt x="92117" y="6045"/>
                    <a:pt x="98728" y="6045"/>
                    <a:pt x="103205" y="8998"/>
                  </a:cubicBezTo>
                  <a:cubicBezTo>
                    <a:pt x="96382" y="10896"/>
                    <a:pt x="93823" y="16802"/>
                    <a:pt x="93823" y="20599"/>
                  </a:cubicBezTo>
                  <a:cubicBezTo>
                    <a:pt x="93823" y="25239"/>
                    <a:pt x="97448" y="28403"/>
                    <a:pt x="102353" y="28403"/>
                  </a:cubicBezTo>
                  <a:cubicBezTo>
                    <a:pt x="107257" y="28403"/>
                    <a:pt x="114294" y="24396"/>
                    <a:pt x="114294" y="15537"/>
                  </a:cubicBezTo>
                  <a:cubicBezTo>
                    <a:pt x="114294" y="3725"/>
                    <a:pt x="100647" y="139"/>
                    <a:pt x="92117" y="139"/>
                  </a:cubicBezTo>
                  <a:cubicBezTo>
                    <a:pt x="81455" y="139"/>
                    <a:pt x="72926" y="7100"/>
                    <a:pt x="68235" y="15115"/>
                  </a:cubicBezTo>
                  <a:cubicBezTo>
                    <a:pt x="64397" y="6467"/>
                    <a:pt x="54588" y="139"/>
                    <a:pt x="42647" y="139"/>
                  </a:cubicBezTo>
                  <a:cubicBezTo>
                    <a:pt x="18764" y="139"/>
                    <a:pt x="5117" y="26083"/>
                    <a:pt x="5117" y="32411"/>
                  </a:cubicBezTo>
                  <a:cubicBezTo>
                    <a:pt x="5117" y="35153"/>
                    <a:pt x="8102" y="35153"/>
                    <a:pt x="8742" y="35153"/>
                  </a:cubicBezTo>
                  <a:cubicBezTo>
                    <a:pt x="11514" y="35153"/>
                    <a:pt x="11727" y="34309"/>
                    <a:pt x="12794" y="31567"/>
                  </a:cubicBezTo>
                  <a:cubicBezTo>
                    <a:pt x="18125" y="15115"/>
                    <a:pt x="31558" y="6045"/>
                    <a:pt x="42007" y="6045"/>
                  </a:cubicBezTo>
                  <a:cubicBezTo>
                    <a:pt x="49044" y="6045"/>
                    <a:pt x="54801" y="9842"/>
                    <a:pt x="54801" y="19966"/>
                  </a:cubicBezTo>
                  <a:cubicBezTo>
                    <a:pt x="54801" y="24185"/>
                    <a:pt x="52242" y="34731"/>
                    <a:pt x="50323" y="41903"/>
                  </a:cubicBezTo>
                  <a:lnTo>
                    <a:pt x="43073" y="70800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D009A5D-E98E-3DFA-FBC8-9BD405265AB9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0174637" y="7182375"/>
              <a:ext cx="42190" cy="78495"/>
            </a:xfrm>
            <a:custGeom>
              <a:avLst/>
              <a:gdLst>
                <a:gd name="csX0" fmla="*/ 40884 w 42190"/>
                <a:gd name="csY0" fmla="*/ 14299 h 78495"/>
                <a:gd name="csX1" fmla="*/ 42407 w 42190"/>
                <a:gd name="csY1" fmla="*/ 9026 h 78495"/>
                <a:gd name="csX2" fmla="*/ 32964 w 42190"/>
                <a:gd name="csY2" fmla="*/ 137 h 78495"/>
                <a:gd name="csX3" fmla="*/ 24282 w 42190"/>
                <a:gd name="csY3" fmla="*/ 7067 h 78495"/>
                <a:gd name="csX4" fmla="*/ 826 w 42190"/>
                <a:gd name="csY4" fmla="*/ 72304 h 78495"/>
                <a:gd name="csX5" fmla="*/ 217 w 42190"/>
                <a:gd name="csY5" fmla="*/ 74715 h 78495"/>
                <a:gd name="csX6" fmla="*/ 6767 w 42190"/>
                <a:gd name="csY6" fmla="*/ 78632 h 78495"/>
                <a:gd name="csX7" fmla="*/ 9356 w 42190"/>
                <a:gd name="csY7" fmla="*/ 76071 h 78495"/>
                <a:gd name="csX8" fmla="*/ 40884 w 42190"/>
                <a:gd name="csY8" fmla="*/ 14299 h 784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2190" h="78495">
                  <a:moveTo>
                    <a:pt x="40884" y="14299"/>
                  </a:moveTo>
                  <a:cubicBezTo>
                    <a:pt x="41037" y="14149"/>
                    <a:pt x="42407" y="11286"/>
                    <a:pt x="42407" y="9026"/>
                  </a:cubicBezTo>
                  <a:cubicBezTo>
                    <a:pt x="42407" y="3602"/>
                    <a:pt x="37533" y="137"/>
                    <a:pt x="32964" y="137"/>
                  </a:cubicBezTo>
                  <a:cubicBezTo>
                    <a:pt x="26719" y="137"/>
                    <a:pt x="25044" y="4808"/>
                    <a:pt x="24282" y="7067"/>
                  </a:cubicBezTo>
                  <a:lnTo>
                    <a:pt x="826" y="72304"/>
                  </a:lnTo>
                  <a:cubicBezTo>
                    <a:pt x="217" y="74112"/>
                    <a:pt x="217" y="74564"/>
                    <a:pt x="217" y="74715"/>
                  </a:cubicBezTo>
                  <a:cubicBezTo>
                    <a:pt x="217" y="77126"/>
                    <a:pt x="6614" y="78632"/>
                    <a:pt x="6767" y="78632"/>
                  </a:cubicBezTo>
                  <a:cubicBezTo>
                    <a:pt x="8137" y="78632"/>
                    <a:pt x="8442" y="77879"/>
                    <a:pt x="9356" y="76071"/>
                  </a:cubicBezTo>
                  <a:lnTo>
                    <a:pt x="40884" y="14299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60CC176B-6DAD-AA8E-91E8-CA07192B1100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0265898" y="7205155"/>
              <a:ext cx="117919" cy="137735"/>
            </a:xfrm>
            <a:custGeom>
              <a:avLst/>
              <a:gdLst>
                <a:gd name="csX0" fmla="*/ 109610 w 117919"/>
                <a:gd name="csY0" fmla="*/ 74175 h 137735"/>
                <a:gd name="csX1" fmla="*/ 118139 w 117919"/>
                <a:gd name="csY1" fmla="*/ 69112 h 137735"/>
                <a:gd name="csX2" fmla="*/ 109610 w 117919"/>
                <a:gd name="csY2" fmla="*/ 63839 h 137735"/>
                <a:gd name="csX3" fmla="*/ 10882 w 117919"/>
                <a:gd name="csY3" fmla="*/ 63839 h 137735"/>
                <a:gd name="csX4" fmla="*/ 73147 w 117919"/>
                <a:gd name="csY4" fmla="*/ 10474 h 137735"/>
                <a:gd name="csX5" fmla="*/ 109610 w 117919"/>
                <a:gd name="csY5" fmla="*/ 10474 h 137735"/>
                <a:gd name="csX6" fmla="*/ 118139 w 117919"/>
                <a:gd name="csY6" fmla="*/ 5412 h 137735"/>
                <a:gd name="csX7" fmla="*/ 109610 w 117919"/>
                <a:gd name="csY7" fmla="*/ 139 h 137735"/>
                <a:gd name="csX8" fmla="*/ 72294 w 117919"/>
                <a:gd name="csY8" fmla="*/ 139 h 137735"/>
                <a:gd name="csX9" fmla="*/ 220 w 117919"/>
                <a:gd name="csY9" fmla="*/ 68901 h 137735"/>
                <a:gd name="csX10" fmla="*/ 72294 w 117919"/>
                <a:gd name="csY10" fmla="*/ 137875 h 137735"/>
                <a:gd name="csX11" fmla="*/ 109610 w 117919"/>
                <a:gd name="csY11" fmla="*/ 137875 h 137735"/>
                <a:gd name="csX12" fmla="*/ 118139 w 117919"/>
                <a:gd name="csY12" fmla="*/ 132813 h 137735"/>
                <a:gd name="csX13" fmla="*/ 109610 w 117919"/>
                <a:gd name="csY13" fmla="*/ 127539 h 137735"/>
                <a:gd name="csX14" fmla="*/ 73147 w 117919"/>
                <a:gd name="csY14" fmla="*/ 127539 h 137735"/>
                <a:gd name="csX15" fmla="*/ 10882 w 117919"/>
                <a:gd name="csY15" fmla="*/ 74175 h 137735"/>
                <a:gd name="csX16" fmla="*/ 109610 w 117919"/>
                <a:gd name="csY16" fmla="*/ 74175 h 137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17919" h="137735">
                  <a:moveTo>
                    <a:pt x="109610" y="74175"/>
                  </a:moveTo>
                  <a:cubicBezTo>
                    <a:pt x="113022" y="74175"/>
                    <a:pt x="118139" y="74175"/>
                    <a:pt x="118139" y="69112"/>
                  </a:cubicBezTo>
                  <a:cubicBezTo>
                    <a:pt x="118139" y="63839"/>
                    <a:pt x="113235" y="63839"/>
                    <a:pt x="109610" y="63839"/>
                  </a:cubicBezTo>
                  <a:lnTo>
                    <a:pt x="10882" y="63839"/>
                  </a:lnTo>
                  <a:cubicBezTo>
                    <a:pt x="14080" y="33255"/>
                    <a:pt x="39882" y="10474"/>
                    <a:pt x="73147" y="10474"/>
                  </a:cubicBezTo>
                  <a:lnTo>
                    <a:pt x="109610" y="10474"/>
                  </a:lnTo>
                  <a:cubicBezTo>
                    <a:pt x="113022" y="10474"/>
                    <a:pt x="118139" y="10474"/>
                    <a:pt x="118139" y="5412"/>
                  </a:cubicBezTo>
                  <a:cubicBezTo>
                    <a:pt x="118139" y="139"/>
                    <a:pt x="113235" y="139"/>
                    <a:pt x="109610" y="139"/>
                  </a:cubicBezTo>
                  <a:lnTo>
                    <a:pt x="72294" y="139"/>
                  </a:lnTo>
                  <a:cubicBezTo>
                    <a:pt x="32632" y="139"/>
                    <a:pt x="220" y="30934"/>
                    <a:pt x="220" y="68901"/>
                  </a:cubicBezTo>
                  <a:cubicBezTo>
                    <a:pt x="220" y="107712"/>
                    <a:pt x="33058" y="137875"/>
                    <a:pt x="72294" y="137875"/>
                  </a:cubicBezTo>
                  <a:lnTo>
                    <a:pt x="109610" y="137875"/>
                  </a:lnTo>
                  <a:cubicBezTo>
                    <a:pt x="113022" y="137875"/>
                    <a:pt x="118139" y="137875"/>
                    <a:pt x="118139" y="132813"/>
                  </a:cubicBezTo>
                  <a:cubicBezTo>
                    <a:pt x="118139" y="127539"/>
                    <a:pt x="113235" y="127539"/>
                    <a:pt x="109610" y="127539"/>
                  </a:cubicBezTo>
                  <a:lnTo>
                    <a:pt x="73147" y="127539"/>
                  </a:lnTo>
                  <a:cubicBezTo>
                    <a:pt x="39882" y="127539"/>
                    <a:pt x="14080" y="104759"/>
                    <a:pt x="10882" y="74175"/>
                  </a:cubicBezTo>
                  <a:lnTo>
                    <a:pt x="109610" y="74175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C8D76449-AC1F-9D9E-A802-390E59393FD0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0423873" y="7182797"/>
              <a:ext cx="166750" cy="148282"/>
            </a:xfrm>
            <a:custGeom>
              <a:avLst/>
              <a:gdLst>
                <a:gd name="csX0" fmla="*/ 135843 w 166750"/>
                <a:gd name="csY0" fmla="*/ 25239 h 148282"/>
                <a:gd name="csX1" fmla="*/ 162071 w 166750"/>
                <a:gd name="csY1" fmla="*/ 7732 h 148282"/>
                <a:gd name="csX2" fmla="*/ 166976 w 166750"/>
                <a:gd name="csY2" fmla="*/ 3092 h 148282"/>
                <a:gd name="csX3" fmla="*/ 163990 w 166750"/>
                <a:gd name="csY3" fmla="*/ 139 h 148282"/>
                <a:gd name="csX4" fmla="*/ 146931 w 166750"/>
                <a:gd name="csY4" fmla="*/ 983 h 148282"/>
                <a:gd name="csX5" fmla="*/ 124755 w 166750"/>
                <a:gd name="csY5" fmla="*/ 139 h 148282"/>
                <a:gd name="csX6" fmla="*/ 120490 w 166750"/>
                <a:gd name="csY6" fmla="*/ 4779 h 148282"/>
                <a:gd name="csX7" fmla="*/ 124328 w 166750"/>
                <a:gd name="csY7" fmla="*/ 7732 h 148282"/>
                <a:gd name="csX8" fmla="*/ 133071 w 166750"/>
                <a:gd name="csY8" fmla="*/ 13849 h 148282"/>
                <a:gd name="csX9" fmla="*/ 129233 w 166750"/>
                <a:gd name="csY9" fmla="*/ 22286 h 148282"/>
                <a:gd name="csX10" fmla="*/ 59292 w 166750"/>
                <a:gd name="csY10" fmla="*/ 124375 h 148282"/>
                <a:gd name="csX11" fmla="*/ 39887 w 166750"/>
                <a:gd name="csY11" fmla="*/ 16591 h 148282"/>
                <a:gd name="csX12" fmla="*/ 39461 w 166750"/>
                <a:gd name="csY12" fmla="*/ 13427 h 148282"/>
                <a:gd name="csX13" fmla="*/ 52894 w 166750"/>
                <a:gd name="csY13" fmla="*/ 7732 h 148282"/>
                <a:gd name="csX14" fmla="*/ 59292 w 166750"/>
                <a:gd name="csY14" fmla="*/ 3092 h 148282"/>
                <a:gd name="csX15" fmla="*/ 55667 w 166750"/>
                <a:gd name="csY15" fmla="*/ 139 h 148282"/>
                <a:gd name="csX16" fmla="*/ 28159 w 166750"/>
                <a:gd name="csY16" fmla="*/ 983 h 148282"/>
                <a:gd name="csX17" fmla="*/ 4490 w 166750"/>
                <a:gd name="csY17" fmla="*/ 139 h 148282"/>
                <a:gd name="csX18" fmla="*/ 225 w 166750"/>
                <a:gd name="csY18" fmla="*/ 4779 h 148282"/>
                <a:gd name="csX19" fmla="*/ 5556 w 166750"/>
                <a:gd name="csY19" fmla="*/ 7732 h 148282"/>
                <a:gd name="csX20" fmla="*/ 18777 w 166750"/>
                <a:gd name="csY20" fmla="*/ 14482 h 148282"/>
                <a:gd name="csX21" fmla="*/ 42019 w 166750"/>
                <a:gd name="csY21" fmla="*/ 142726 h 148282"/>
                <a:gd name="csX22" fmla="*/ 47137 w 166750"/>
                <a:gd name="csY22" fmla="*/ 148421 h 148282"/>
                <a:gd name="csX23" fmla="*/ 54387 w 166750"/>
                <a:gd name="csY23" fmla="*/ 143781 h 148282"/>
                <a:gd name="csX24" fmla="*/ 135843 w 166750"/>
                <a:gd name="csY24" fmla="*/ 25239 h 1482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66750" h="148282">
                  <a:moveTo>
                    <a:pt x="135843" y="25239"/>
                  </a:moveTo>
                  <a:cubicBezTo>
                    <a:pt x="143733" y="13849"/>
                    <a:pt x="150556" y="8576"/>
                    <a:pt x="162071" y="7732"/>
                  </a:cubicBezTo>
                  <a:cubicBezTo>
                    <a:pt x="164630" y="7521"/>
                    <a:pt x="166976" y="7310"/>
                    <a:pt x="166976" y="3092"/>
                  </a:cubicBezTo>
                  <a:cubicBezTo>
                    <a:pt x="166976" y="2459"/>
                    <a:pt x="166549" y="139"/>
                    <a:pt x="163990" y="139"/>
                  </a:cubicBezTo>
                  <a:cubicBezTo>
                    <a:pt x="158873" y="139"/>
                    <a:pt x="152262" y="983"/>
                    <a:pt x="146931" y="983"/>
                  </a:cubicBezTo>
                  <a:cubicBezTo>
                    <a:pt x="140108" y="983"/>
                    <a:pt x="131152" y="139"/>
                    <a:pt x="124755" y="139"/>
                  </a:cubicBezTo>
                  <a:cubicBezTo>
                    <a:pt x="122836" y="139"/>
                    <a:pt x="120490" y="772"/>
                    <a:pt x="120490" y="4779"/>
                  </a:cubicBezTo>
                  <a:cubicBezTo>
                    <a:pt x="120490" y="7521"/>
                    <a:pt x="123475" y="7732"/>
                    <a:pt x="124328" y="7732"/>
                  </a:cubicBezTo>
                  <a:cubicBezTo>
                    <a:pt x="131152" y="8154"/>
                    <a:pt x="133071" y="10685"/>
                    <a:pt x="133071" y="13849"/>
                  </a:cubicBezTo>
                  <a:cubicBezTo>
                    <a:pt x="133071" y="16802"/>
                    <a:pt x="131578" y="18912"/>
                    <a:pt x="129233" y="22286"/>
                  </a:cubicBezTo>
                  <a:lnTo>
                    <a:pt x="59292" y="124375"/>
                  </a:lnTo>
                  <a:lnTo>
                    <a:pt x="39887" y="16591"/>
                  </a:lnTo>
                  <a:cubicBezTo>
                    <a:pt x="39461" y="14693"/>
                    <a:pt x="39461" y="14271"/>
                    <a:pt x="39461" y="13427"/>
                  </a:cubicBezTo>
                  <a:cubicBezTo>
                    <a:pt x="39461" y="7732"/>
                    <a:pt x="51402" y="7732"/>
                    <a:pt x="52894" y="7732"/>
                  </a:cubicBezTo>
                  <a:cubicBezTo>
                    <a:pt x="56520" y="7732"/>
                    <a:pt x="59292" y="7732"/>
                    <a:pt x="59292" y="3092"/>
                  </a:cubicBezTo>
                  <a:cubicBezTo>
                    <a:pt x="59292" y="2881"/>
                    <a:pt x="59078" y="139"/>
                    <a:pt x="55667" y="139"/>
                  </a:cubicBezTo>
                  <a:cubicBezTo>
                    <a:pt x="49483" y="139"/>
                    <a:pt x="34343" y="983"/>
                    <a:pt x="28159" y="983"/>
                  </a:cubicBezTo>
                  <a:cubicBezTo>
                    <a:pt x="22828" y="983"/>
                    <a:pt x="9821" y="139"/>
                    <a:pt x="4490" y="139"/>
                  </a:cubicBezTo>
                  <a:cubicBezTo>
                    <a:pt x="2571" y="139"/>
                    <a:pt x="225" y="772"/>
                    <a:pt x="225" y="4779"/>
                  </a:cubicBezTo>
                  <a:cubicBezTo>
                    <a:pt x="225" y="7732"/>
                    <a:pt x="3211" y="7732"/>
                    <a:pt x="5556" y="7732"/>
                  </a:cubicBezTo>
                  <a:cubicBezTo>
                    <a:pt x="17497" y="7732"/>
                    <a:pt x="17711" y="8998"/>
                    <a:pt x="18777" y="14482"/>
                  </a:cubicBezTo>
                  <a:lnTo>
                    <a:pt x="42019" y="142726"/>
                  </a:lnTo>
                  <a:cubicBezTo>
                    <a:pt x="42872" y="147156"/>
                    <a:pt x="43086" y="148421"/>
                    <a:pt x="47137" y="148421"/>
                  </a:cubicBezTo>
                  <a:cubicBezTo>
                    <a:pt x="51189" y="148421"/>
                    <a:pt x="52255" y="146945"/>
                    <a:pt x="54387" y="143781"/>
                  </a:cubicBezTo>
                  <a:lnTo>
                    <a:pt x="135843" y="25239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5BAB8C9-38B5-21BA-95BD-EEFCD6A1F928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0666293" y="6760969"/>
              <a:ext cx="217500" cy="205805"/>
            </a:xfrm>
            <a:custGeom>
              <a:avLst/>
              <a:gdLst>
                <a:gd name="csX0" fmla="*/ 80349 w 217500"/>
                <a:gd name="csY0" fmla="*/ 110714 h 205805"/>
                <a:gd name="csX1" fmla="*/ 132135 w 217500"/>
                <a:gd name="csY1" fmla="*/ 110714 h 205805"/>
                <a:gd name="csX2" fmla="*/ 217734 w 217500"/>
                <a:gd name="csY2" fmla="*/ 45627 h 205805"/>
                <a:gd name="csX3" fmla="*/ 157723 w 217500"/>
                <a:gd name="csY3" fmla="*/ 127 h 205805"/>
                <a:gd name="csX4" fmla="*/ 59025 w 217500"/>
                <a:gd name="csY4" fmla="*/ 127 h 205805"/>
                <a:gd name="csX5" fmla="*/ 49887 w 217500"/>
                <a:gd name="csY5" fmla="*/ 5852 h 205805"/>
                <a:gd name="csX6" fmla="*/ 58721 w 217500"/>
                <a:gd name="csY6" fmla="*/ 9468 h 205805"/>
                <a:gd name="csX7" fmla="*/ 71820 w 217500"/>
                <a:gd name="csY7" fmla="*/ 10071 h 205805"/>
                <a:gd name="csX8" fmla="*/ 78521 w 217500"/>
                <a:gd name="csY8" fmla="*/ 14892 h 205805"/>
                <a:gd name="csX9" fmla="*/ 77303 w 217500"/>
                <a:gd name="csY9" fmla="*/ 20617 h 205805"/>
                <a:gd name="csX10" fmla="*/ 36483 w 217500"/>
                <a:gd name="csY10" fmla="*/ 182429 h 205805"/>
                <a:gd name="csX11" fmla="*/ 8763 w 217500"/>
                <a:gd name="csY11" fmla="*/ 196591 h 205805"/>
                <a:gd name="csX12" fmla="*/ 233 w 217500"/>
                <a:gd name="csY12" fmla="*/ 202316 h 205805"/>
                <a:gd name="csX13" fmla="*/ 4803 w 217500"/>
                <a:gd name="csY13" fmla="*/ 205932 h 205805"/>
                <a:gd name="csX14" fmla="*/ 43490 w 217500"/>
                <a:gd name="csY14" fmla="*/ 205028 h 205805"/>
                <a:gd name="csX15" fmla="*/ 62986 w 217500"/>
                <a:gd name="csY15" fmla="*/ 205330 h 205805"/>
                <a:gd name="csX16" fmla="*/ 82786 w 217500"/>
                <a:gd name="csY16" fmla="*/ 205932 h 205805"/>
                <a:gd name="csX17" fmla="*/ 88878 w 217500"/>
                <a:gd name="csY17" fmla="*/ 199906 h 205805"/>
                <a:gd name="csX18" fmla="*/ 80349 w 217500"/>
                <a:gd name="csY18" fmla="*/ 196591 h 205805"/>
                <a:gd name="csX19" fmla="*/ 60549 w 217500"/>
                <a:gd name="csY19" fmla="*/ 191167 h 205805"/>
                <a:gd name="csX20" fmla="*/ 61462 w 217500"/>
                <a:gd name="csY20" fmla="*/ 186045 h 205805"/>
                <a:gd name="csX21" fmla="*/ 80349 w 217500"/>
                <a:gd name="csY21" fmla="*/ 110714 h 205805"/>
                <a:gd name="csX22" fmla="*/ 102282 w 217500"/>
                <a:gd name="csY22" fmla="*/ 20918 h 205805"/>
                <a:gd name="csX23" fmla="*/ 118731 w 217500"/>
                <a:gd name="csY23" fmla="*/ 9468 h 205805"/>
                <a:gd name="csX24" fmla="*/ 147975 w 217500"/>
                <a:gd name="csY24" fmla="*/ 9468 h 205805"/>
                <a:gd name="csX25" fmla="*/ 189404 w 217500"/>
                <a:gd name="csY25" fmla="*/ 38395 h 205805"/>
                <a:gd name="csX26" fmla="*/ 171431 w 217500"/>
                <a:gd name="csY26" fmla="*/ 86909 h 205805"/>
                <a:gd name="csX27" fmla="*/ 124519 w 217500"/>
                <a:gd name="csY27" fmla="*/ 102879 h 205805"/>
                <a:gd name="csX28" fmla="*/ 81568 w 217500"/>
                <a:gd name="csY28" fmla="*/ 102879 h 205805"/>
                <a:gd name="csX29" fmla="*/ 102282 w 217500"/>
                <a:gd name="csY29" fmla="*/ 20918 h 2058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7500" h="205805">
                  <a:moveTo>
                    <a:pt x="80349" y="110714"/>
                  </a:moveTo>
                  <a:lnTo>
                    <a:pt x="132135" y="110714"/>
                  </a:lnTo>
                  <a:cubicBezTo>
                    <a:pt x="175391" y="110714"/>
                    <a:pt x="217734" y="79376"/>
                    <a:pt x="217734" y="45627"/>
                  </a:cubicBezTo>
                  <a:cubicBezTo>
                    <a:pt x="217734" y="22425"/>
                    <a:pt x="197629" y="127"/>
                    <a:pt x="157723" y="127"/>
                  </a:cubicBezTo>
                  <a:lnTo>
                    <a:pt x="59025" y="127"/>
                  </a:lnTo>
                  <a:cubicBezTo>
                    <a:pt x="53238" y="127"/>
                    <a:pt x="49887" y="127"/>
                    <a:pt x="49887" y="5852"/>
                  </a:cubicBezTo>
                  <a:cubicBezTo>
                    <a:pt x="49887" y="9468"/>
                    <a:pt x="52628" y="9468"/>
                    <a:pt x="58721" y="9468"/>
                  </a:cubicBezTo>
                  <a:cubicBezTo>
                    <a:pt x="62681" y="9468"/>
                    <a:pt x="68164" y="9769"/>
                    <a:pt x="71820" y="10071"/>
                  </a:cubicBezTo>
                  <a:cubicBezTo>
                    <a:pt x="76694" y="10673"/>
                    <a:pt x="78521" y="11577"/>
                    <a:pt x="78521" y="14892"/>
                  </a:cubicBezTo>
                  <a:cubicBezTo>
                    <a:pt x="78521" y="16097"/>
                    <a:pt x="78217" y="17001"/>
                    <a:pt x="77303" y="20617"/>
                  </a:cubicBezTo>
                  <a:lnTo>
                    <a:pt x="36483" y="182429"/>
                  </a:lnTo>
                  <a:cubicBezTo>
                    <a:pt x="33437" y="194181"/>
                    <a:pt x="32828" y="196591"/>
                    <a:pt x="8763" y="196591"/>
                  </a:cubicBezTo>
                  <a:cubicBezTo>
                    <a:pt x="3584" y="196591"/>
                    <a:pt x="233" y="196591"/>
                    <a:pt x="233" y="202316"/>
                  </a:cubicBezTo>
                  <a:cubicBezTo>
                    <a:pt x="233" y="205932"/>
                    <a:pt x="3889" y="205932"/>
                    <a:pt x="4803" y="205932"/>
                  </a:cubicBezTo>
                  <a:cubicBezTo>
                    <a:pt x="13332" y="205932"/>
                    <a:pt x="34960" y="205028"/>
                    <a:pt x="43490" y="205028"/>
                  </a:cubicBezTo>
                  <a:cubicBezTo>
                    <a:pt x="49887" y="205028"/>
                    <a:pt x="56588" y="205330"/>
                    <a:pt x="62986" y="205330"/>
                  </a:cubicBezTo>
                  <a:cubicBezTo>
                    <a:pt x="69687" y="205330"/>
                    <a:pt x="76389" y="205932"/>
                    <a:pt x="82786" y="205932"/>
                  </a:cubicBezTo>
                  <a:cubicBezTo>
                    <a:pt x="84918" y="205932"/>
                    <a:pt x="88878" y="205932"/>
                    <a:pt x="88878" y="199906"/>
                  </a:cubicBezTo>
                  <a:cubicBezTo>
                    <a:pt x="88878" y="196591"/>
                    <a:pt x="86137" y="196591"/>
                    <a:pt x="80349" y="196591"/>
                  </a:cubicBezTo>
                  <a:cubicBezTo>
                    <a:pt x="69078" y="196591"/>
                    <a:pt x="60549" y="196591"/>
                    <a:pt x="60549" y="191167"/>
                  </a:cubicBezTo>
                  <a:cubicBezTo>
                    <a:pt x="60549" y="189360"/>
                    <a:pt x="61158" y="187853"/>
                    <a:pt x="61462" y="186045"/>
                  </a:cubicBezTo>
                  <a:lnTo>
                    <a:pt x="80349" y="110714"/>
                  </a:lnTo>
                  <a:close/>
                  <a:moveTo>
                    <a:pt x="102282" y="20918"/>
                  </a:moveTo>
                  <a:cubicBezTo>
                    <a:pt x="105023" y="10372"/>
                    <a:pt x="105633" y="9468"/>
                    <a:pt x="118731" y="9468"/>
                  </a:cubicBezTo>
                  <a:lnTo>
                    <a:pt x="147975" y="9468"/>
                  </a:lnTo>
                  <a:cubicBezTo>
                    <a:pt x="173259" y="9468"/>
                    <a:pt x="189404" y="17604"/>
                    <a:pt x="189404" y="38395"/>
                  </a:cubicBezTo>
                  <a:cubicBezTo>
                    <a:pt x="189404" y="50147"/>
                    <a:pt x="183311" y="76061"/>
                    <a:pt x="171431" y="86909"/>
                  </a:cubicBezTo>
                  <a:cubicBezTo>
                    <a:pt x="156200" y="100468"/>
                    <a:pt x="137923" y="102879"/>
                    <a:pt x="124519" y="102879"/>
                  </a:cubicBezTo>
                  <a:lnTo>
                    <a:pt x="81568" y="102879"/>
                  </a:lnTo>
                  <a:lnTo>
                    <a:pt x="102282" y="20918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C99F04C6-5F77-5E2E-4B57-65349CC7EA31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0922147" y="6740780"/>
              <a:ext cx="70672" cy="301325"/>
            </a:xfrm>
            <a:custGeom>
              <a:avLst/>
              <a:gdLst>
                <a:gd name="csX0" fmla="*/ 70914 w 70672"/>
                <a:gd name="csY0" fmla="*/ 298439 h 301325"/>
                <a:gd name="csX1" fmla="*/ 65735 w 70672"/>
                <a:gd name="csY1" fmla="*/ 291810 h 301325"/>
                <a:gd name="csX2" fmla="*/ 17909 w 70672"/>
                <a:gd name="csY2" fmla="*/ 150790 h 301325"/>
                <a:gd name="csX3" fmla="*/ 66953 w 70672"/>
                <a:gd name="csY3" fmla="*/ 8263 h 301325"/>
                <a:gd name="csX4" fmla="*/ 70914 w 70672"/>
                <a:gd name="csY4" fmla="*/ 3140 h 301325"/>
                <a:gd name="csX5" fmla="*/ 67867 w 70672"/>
                <a:gd name="csY5" fmla="*/ 127 h 301325"/>
                <a:gd name="csX6" fmla="*/ 19432 w 70672"/>
                <a:gd name="csY6" fmla="*/ 58886 h 301325"/>
                <a:gd name="csX7" fmla="*/ 241 w 70672"/>
                <a:gd name="csY7" fmla="*/ 150790 h 301325"/>
                <a:gd name="csX8" fmla="*/ 20346 w 70672"/>
                <a:gd name="csY8" fmla="*/ 244803 h 301325"/>
                <a:gd name="csX9" fmla="*/ 67867 w 70672"/>
                <a:gd name="csY9" fmla="*/ 301453 h 301325"/>
                <a:gd name="csX10" fmla="*/ 70914 w 70672"/>
                <a:gd name="csY10" fmla="*/ 298439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672" h="301325">
                  <a:moveTo>
                    <a:pt x="70914" y="298439"/>
                  </a:moveTo>
                  <a:cubicBezTo>
                    <a:pt x="70914" y="297535"/>
                    <a:pt x="70914" y="296933"/>
                    <a:pt x="65735" y="291810"/>
                  </a:cubicBezTo>
                  <a:cubicBezTo>
                    <a:pt x="27657" y="253843"/>
                    <a:pt x="17909" y="196893"/>
                    <a:pt x="17909" y="150790"/>
                  </a:cubicBezTo>
                  <a:cubicBezTo>
                    <a:pt x="17909" y="98359"/>
                    <a:pt x="29485" y="45929"/>
                    <a:pt x="66953" y="8263"/>
                  </a:cubicBezTo>
                  <a:cubicBezTo>
                    <a:pt x="70914" y="4647"/>
                    <a:pt x="70914" y="4044"/>
                    <a:pt x="70914" y="3140"/>
                  </a:cubicBezTo>
                  <a:cubicBezTo>
                    <a:pt x="70914" y="1031"/>
                    <a:pt x="69695" y="127"/>
                    <a:pt x="67867" y="127"/>
                  </a:cubicBezTo>
                  <a:cubicBezTo>
                    <a:pt x="64821" y="127"/>
                    <a:pt x="37405" y="20617"/>
                    <a:pt x="19432" y="58886"/>
                  </a:cubicBezTo>
                  <a:cubicBezTo>
                    <a:pt x="3897" y="92031"/>
                    <a:pt x="241" y="125478"/>
                    <a:pt x="241" y="150790"/>
                  </a:cubicBezTo>
                  <a:cubicBezTo>
                    <a:pt x="241" y="174293"/>
                    <a:pt x="3592" y="210754"/>
                    <a:pt x="20346" y="244803"/>
                  </a:cubicBezTo>
                  <a:cubicBezTo>
                    <a:pt x="38624" y="281866"/>
                    <a:pt x="64821" y="301453"/>
                    <a:pt x="67867" y="301453"/>
                  </a:cubicBezTo>
                  <a:cubicBezTo>
                    <a:pt x="69695" y="301453"/>
                    <a:pt x="70914" y="300549"/>
                    <a:pt x="70914" y="298439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A981C4E3-C353-ACF8-1523-3A6E62895CE5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1019288" y="6833589"/>
              <a:ext cx="151701" cy="136500"/>
            </a:xfrm>
            <a:custGeom>
              <a:avLst/>
              <a:gdLst>
                <a:gd name="csX0" fmla="*/ 93155 w 151701"/>
                <a:gd name="csY0" fmla="*/ 42313 h 136500"/>
                <a:gd name="csX1" fmla="*/ 123312 w 151701"/>
                <a:gd name="csY1" fmla="*/ 6756 h 136500"/>
                <a:gd name="csX2" fmla="*/ 138544 w 151701"/>
                <a:gd name="csY2" fmla="*/ 10673 h 136500"/>
                <a:gd name="csX3" fmla="*/ 123922 w 151701"/>
                <a:gd name="csY3" fmla="*/ 26945 h 136500"/>
                <a:gd name="csX4" fmla="*/ 135497 w 151701"/>
                <a:gd name="csY4" fmla="*/ 37491 h 136500"/>
                <a:gd name="csX5" fmla="*/ 151947 w 151701"/>
                <a:gd name="csY5" fmla="*/ 20015 h 136500"/>
                <a:gd name="csX6" fmla="*/ 123617 w 151701"/>
                <a:gd name="csY6" fmla="*/ 127 h 136500"/>
                <a:gd name="csX7" fmla="*/ 91632 w 151701"/>
                <a:gd name="csY7" fmla="*/ 23028 h 136500"/>
                <a:gd name="csX8" fmla="*/ 58732 w 151701"/>
                <a:gd name="csY8" fmla="*/ 127 h 136500"/>
                <a:gd name="csX9" fmla="*/ 9688 w 151701"/>
                <a:gd name="csY9" fmla="*/ 46531 h 136500"/>
                <a:gd name="csX10" fmla="*/ 13344 w 151701"/>
                <a:gd name="csY10" fmla="*/ 49544 h 136500"/>
                <a:gd name="csX11" fmla="*/ 17304 w 151701"/>
                <a:gd name="csY11" fmla="*/ 46230 h 136500"/>
                <a:gd name="csX12" fmla="*/ 58123 w 151701"/>
                <a:gd name="csY12" fmla="*/ 6756 h 136500"/>
                <a:gd name="csX13" fmla="*/ 74573 w 151701"/>
                <a:gd name="csY13" fmla="*/ 26945 h 136500"/>
                <a:gd name="csX14" fmla="*/ 58123 w 151701"/>
                <a:gd name="csY14" fmla="*/ 98661 h 136500"/>
                <a:gd name="csX15" fmla="*/ 29184 w 151701"/>
                <a:gd name="csY15" fmla="*/ 129998 h 136500"/>
                <a:gd name="csX16" fmla="*/ 13953 w 151701"/>
                <a:gd name="csY16" fmla="*/ 126081 h 136500"/>
                <a:gd name="csX17" fmla="*/ 28270 w 151701"/>
                <a:gd name="csY17" fmla="*/ 109810 h 136500"/>
                <a:gd name="csX18" fmla="*/ 16999 w 151701"/>
                <a:gd name="csY18" fmla="*/ 99263 h 136500"/>
                <a:gd name="csX19" fmla="*/ 245 w 151701"/>
                <a:gd name="csY19" fmla="*/ 116740 h 136500"/>
                <a:gd name="csX20" fmla="*/ 28880 w 151701"/>
                <a:gd name="csY20" fmla="*/ 136628 h 136500"/>
                <a:gd name="csX21" fmla="*/ 60865 w 151701"/>
                <a:gd name="csY21" fmla="*/ 113727 h 136500"/>
                <a:gd name="csX22" fmla="*/ 93764 w 151701"/>
                <a:gd name="csY22" fmla="*/ 136628 h 136500"/>
                <a:gd name="csX23" fmla="*/ 142504 w 151701"/>
                <a:gd name="csY23" fmla="*/ 90223 h 136500"/>
                <a:gd name="csX24" fmla="*/ 138848 w 151701"/>
                <a:gd name="csY24" fmla="*/ 87210 h 136500"/>
                <a:gd name="csX25" fmla="*/ 134888 w 151701"/>
                <a:gd name="csY25" fmla="*/ 90525 h 136500"/>
                <a:gd name="csX26" fmla="*/ 94373 w 151701"/>
                <a:gd name="csY26" fmla="*/ 129998 h 136500"/>
                <a:gd name="csX27" fmla="*/ 77619 w 151701"/>
                <a:gd name="csY27" fmla="*/ 110111 h 136500"/>
                <a:gd name="csX28" fmla="*/ 82798 w 151701"/>
                <a:gd name="csY28" fmla="*/ 83594 h 136500"/>
                <a:gd name="csX29" fmla="*/ 93155 w 151701"/>
                <a:gd name="csY29" fmla="*/ 42313 h 13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701" h="136500">
                  <a:moveTo>
                    <a:pt x="93155" y="42313"/>
                  </a:moveTo>
                  <a:cubicBezTo>
                    <a:pt x="94983" y="34478"/>
                    <a:pt x="101989" y="6756"/>
                    <a:pt x="123312" y="6756"/>
                  </a:cubicBezTo>
                  <a:cubicBezTo>
                    <a:pt x="124836" y="6756"/>
                    <a:pt x="132146" y="6756"/>
                    <a:pt x="138544" y="10673"/>
                  </a:cubicBezTo>
                  <a:cubicBezTo>
                    <a:pt x="130014" y="12180"/>
                    <a:pt x="123922" y="19713"/>
                    <a:pt x="123922" y="26945"/>
                  </a:cubicBezTo>
                  <a:cubicBezTo>
                    <a:pt x="123922" y="31766"/>
                    <a:pt x="127272" y="37491"/>
                    <a:pt x="135497" y="37491"/>
                  </a:cubicBezTo>
                  <a:cubicBezTo>
                    <a:pt x="142199" y="37491"/>
                    <a:pt x="151947" y="32068"/>
                    <a:pt x="151947" y="20015"/>
                  </a:cubicBezTo>
                  <a:cubicBezTo>
                    <a:pt x="151947" y="4346"/>
                    <a:pt x="133974" y="127"/>
                    <a:pt x="123617" y="127"/>
                  </a:cubicBezTo>
                  <a:cubicBezTo>
                    <a:pt x="105949" y="127"/>
                    <a:pt x="95287" y="16097"/>
                    <a:pt x="91632" y="23028"/>
                  </a:cubicBezTo>
                  <a:cubicBezTo>
                    <a:pt x="84016" y="3140"/>
                    <a:pt x="67567" y="127"/>
                    <a:pt x="58732" y="127"/>
                  </a:cubicBezTo>
                  <a:cubicBezTo>
                    <a:pt x="27052" y="127"/>
                    <a:pt x="9688" y="38998"/>
                    <a:pt x="9688" y="46531"/>
                  </a:cubicBezTo>
                  <a:cubicBezTo>
                    <a:pt x="9688" y="49544"/>
                    <a:pt x="12735" y="49544"/>
                    <a:pt x="13344" y="49544"/>
                  </a:cubicBezTo>
                  <a:cubicBezTo>
                    <a:pt x="15781" y="49544"/>
                    <a:pt x="16695" y="48942"/>
                    <a:pt x="17304" y="46230"/>
                  </a:cubicBezTo>
                  <a:cubicBezTo>
                    <a:pt x="27661" y="14289"/>
                    <a:pt x="47766" y="6756"/>
                    <a:pt x="58123" y="6756"/>
                  </a:cubicBezTo>
                  <a:cubicBezTo>
                    <a:pt x="63911" y="6756"/>
                    <a:pt x="74573" y="9468"/>
                    <a:pt x="74573" y="26945"/>
                  </a:cubicBezTo>
                  <a:cubicBezTo>
                    <a:pt x="74573" y="36286"/>
                    <a:pt x="69394" y="56475"/>
                    <a:pt x="58123" y="98661"/>
                  </a:cubicBezTo>
                  <a:cubicBezTo>
                    <a:pt x="53249" y="117343"/>
                    <a:pt x="42588" y="129998"/>
                    <a:pt x="29184" y="129998"/>
                  </a:cubicBezTo>
                  <a:cubicBezTo>
                    <a:pt x="27356" y="129998"/>
                    <a:pt x="20350" y="129998"/>
                    <a:pt x="13953" y="126081"/>
                  </a:cubicBezTo>
                  <a:cubicBezTo>
                    <a:pt x="21569" y="124575"/>
                    <a:pt x="28270" y="118247"/>
                    <a:pt x="28270" y="109810"/>
                  </a:cubicBezTo>
                  <a:cubicBezTo>
                    <a:pt x="28270" y="101674"/>
                    <a:pt x="21569" y="99263"/>
                    <a:pt x="16999" y="99263"/>
                  </a:cubicBezTo>
                  <a:cubicBezTo>
                    <a:pt x="7861" y="99263"/>
                    <a:pt x="245" y="107098"/>
                    <a:pt x="245" y="116740"/>
                  </a:cubicBezTo>
                  <a:cubicBezTo>
                    <a:pt x="245" y="130601"/>
                    <a:pt x="15476" y="136628"/>
                    <a:pt x="28880" y="136628"/>
                  </a:cubicBezTo>
                  <a:cubicBezTo>
                    <a:pt x="48985" y="136628"/>
                    <a:pt x="59951" y="115535"/>
                    <a:pt x="60865" y="113727"/>
                  </a:cubicBezTo>
                  <a:cubicBezTo>
                    <a:pt x="64520" y="124876"/>
                    <a:pt x="75487" y="136628"/>
                    <a:pt x="93764" y="136628"/>
                  </a:cubicBezTo>
                  <a:cubicBezTo>
                    <a:pt x="125140" y="136628"/>
                    <a:pt x="142504" y="97757"/>
                    <a:pt x="142504" y="90223"/>
                  </a:cubicBezTo>
                  <a:cubicBezTo>
                    <a:pt x="142504" y="87210"/>
                    <a:pt x="139762" y="87210"/>
                    <a:pt x="138848" y="87210"/>
                  </a:cubicBezTo>
                  <a:cubicBezTo>
                    <a:pt x="136107" y="87210"/>
                    <a:pt x="135497" y="88415"/>
                    <a:pt x="134888" y="90525"/>
                  </a:cubicBezTo>
                  <a:cubicBezTo>
                    <a:pt x="124836" y="122767"/>
                    <a:pt x="104121" y="129998"/>
                    <a:pt x="94373" y="129998"/>
                  </a:cubicBezTo>
                  <a:cubicBezTo>
                    <a:pt x="82493" y="129998"/>
                    <a:pt x="77619" y="120356"/>
                    <a:pt x="77619" y="110111"/>
                  </a:cubicBezTo>
                  <a:cubicBezTo>
                    <a:pt x="77619" y="103482"/>
                    <a:pt x="79447" y="96853"/>
                    <a:pt x="82798" y="83594"/>
                  </a:cubicBezTo>
                  <a:lnTo>
                    <a:pt x="93155" y="4231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05101661-6868-6568-B87E-F6E83C528F38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1305419" y="6740780"/>
              <a:ext cx="12184" cy="301325"/>
            </a:xfrm>
            <a:custGeom>
              <a:avLst/>
              <a:gdLst>
                <a:gd name="csX0" fmla="*/ 12438 w 12184"/>
                <a:gd name="csY0" fmla="*/ 10975 h 301325"/>
                <a:gd name="csX1" fmla="*/ 6346 w 12184"/>
                <a:gd name="csY1" fmla="*/ 127 h 301325"/>
                <a:gd name="csX2" fmla="*/ 254 w 12184"/>
                <a:gd name="csY2" fmla="*/ 10975 h 301325"/>
                <a:gd name="csX3" fmla="*/ 254 w 12184"/>
                <a:gd name="csY3" fmla="*/ 290605 h 301325"/>
                <a:gd name="csX4" fmla="*/ 6346 w 12184"/>
                <a:gd name="csY4" fmla="*/ 301453 h 301325"/>
                <a:gd name="csX5" fmla="*/ 12438 w 12184"/>
                <a:gd name="csY5" fmla="*/ 290605 h 301325"/>
                <a:gd name="csX6" fmla="*/ 12438 w 12184"/>
                <a:gd name="csY6" fmla="*/ 10975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84" h="301325">
                  <a:moveTo>
                    <a:pt x="12438" y="10975"/>
                  </a:moveTo>
                  <a:cubicBezTo>
                    <a:pt x="12438" y="5551"/>
                    <a:pt x="12438" y="127"/>
                    <a:pt x="6346" y="127"/>
                  </a:cubicBezTo>
                  <a:cubicBezTo>
                    <a:pt x="254" y="127"/>
                    <a:pt x="254" y="5551"/>
                    <a:pt x="254" y="10975"/>
                  </a:cubicBezTo>
                  <a:lnTo>
                    <a:pt x="254" y="290605"/>
                  </a:lnTo>
                  <a:cubicBezTo>
                    <a:pt x="254" y="296029"/>
                    <a:pt x="254" y="301453"/>
                    <a:pt x="6346" y="301453"/>
                  </a:cubicBezTo>
                  <a:cubicBezTo>
                    <a:pt x="12438" y="301453"/>
                    <a:pt x="12438" y="296029"/>
                    <a:pt x="12438" y="290605"/>
                  </a:cubicBezTo>
                  <a:lnTo>
                    <a:pt x="12438" y="10975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0DAF09CF-9D57-6993-C2B2-E87A04532076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1471910" y="6740780"/>
              <a:ext cx="67930" cy="301325"/>
            </a:xfrm>
            <a:custGeom>
              <a:avLst/>
              <a:gdLst>
                <a:gd name="csX0" fmla="*/ 66667 w 67930"/>
                <a:gd name="csY0" fmla="*/ 11577 h 301325"/>
                <a:gd name="csX1" fmla="*/ 68190 w 67930"/>
                <a:gd name="csY1" fmla="*/ 6154 h 301325"/>
                <a:gd name="csX2" fmla="*/ 62097 w 67930"/>
                <a:gd name="csY2" fmla="*/ 127 h 301325"/>
                <a:gd name="csX3" fmla="*/ 55091 w 67930"/>
                <a:gd name="csY3" fmla="*/ 7058 h 301325"/>
                <a:gd name="csX4" fmla="*/ 1782 w 67930"/>
                <a:gd name="csY4" fmla="*/ 145366 h 301325"/>
                <a:gd name="csX5" fmla="*/ 259 w 67930"/>
                <a:gd name="csY5" fmla="*/ 150790 h 301325"/>
                <a:gd name="csX6" fmla="*/ 1782 w 67930"/>
                <a:gd name="csY6" fmla="*/ 155912 h 301325"/>
                <a:gd name="csX7" fmla="*/ 55091 w 67930"/>
                <a:gd name="csY7" fmla="*/ 294221 h 301325"/>
                <a:gd name="csX8" fmla="*/ 62097 w 67930"/>
                <a:gd name="csY8" fmla="*/ 301453 h 301325"/>
                <a:gd name="csX9" fmla="*/ 68190 w 67930"/>
                <a:gd name="csY9" fmla="*/ 295426 h 301325"/>
                <a:gd name="csX10" fmla="*/ 66667 w 67930"/>
                <a:gd name="csY10" fmla="*/ 290605 h 301325"/>
                <a:gd name="csX11" fmla="*/ 12749 w 67930"/>
                <a:gd name="csY11" fmla="*/ 150790 h 301325"/>
                <a:gd name="csX12" fmla="*/ 66667 w 67930"/>
                <a:gd name="csY12" fmla="*/ 11577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930" h="301325">
                  <a:moveTo>
                    <a:pt x="66667" y="11577"/>
                  </a:moveTo>
                  <a:cubicBezTo>
                    <a:pt x="68190" y="8263"/>
                    <a:pt x="68190" y="7660"/>
                    <a:pt x="68190" y="6154"/>
                  </a:cubicBezTo>
                  <a:cubicBezTo>
                    <a:pt x="68190" y="2839"/>
                    <a:pt x="65448" y="127"/>
                    <a:pt x="62097" y="127"/>
                  </a:cubicBezTo>
                  <a:cubicBezTo>
                    <a:pt x="59356" y="127"/>
                    <a:pt x="57223" y="1634"/>
                    <a:pt x="55091" y="7058"/>
                  </a:cubicBezTo>
                  <a:lnTo>
                    <a:pt x="1782" y="145366"/>
                  </a:lnTo>
                  <a:cubicBezTo>
                    <a:pt x="1173" y="147174"/>
                    <a:pt x="259" y="148982"/>
                    <a:pt x="259" y="150790"/>
                  </a:cubicBezTo>
                  <a:cubicBezTo>
                    <a:pt x="259" y="151694"/>
                    <a:pt x="259" y="152296"/>
                    <a:pt x="1782" y="155912"/>
                  </a:cubicBezTo>
                  <a:lnTo>
                    <a:pt x="55091" y="294221"/>
                  </a:lnTo>
                  <a:cubicBezTo>
                    <a:pt x="56310" y="297535"/>
                    <a:pt x="57833" y="301453"/>
                    <a:pt x="62097" y="301453"/>
                  </a:cubicBezTo>
                  <a:cubicBezTo>
                    <a:pt x="65448" y="301453"/>
                    <a:pt x="68190" y="298741"/>
                    <a:pt x="68190" y="295426"/>
                  </a:cubicBezTo>
                  <a:cubicBezTo>
                    <a:pt x="68190" y="294522"/>
                    <a:pt x="68190" y="293919"/>
                    <a:pt x="66667" y="290605"/>
                  </a:cubicBezTo>
                  <a:lnTo>
                    <a:pt x="12749" y="150790"/>
                  </a:lnTo>
                  <a:lnTo>
                    <a:pt x="66667" y="11577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F77907B8-C694-871B-9923-DFCCBFC2DFA1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1578799" y="6834191"/>
              <a:ext cx="117888" cy="134391"/>
            </a:xfrm>
            <a:custGeom>
              <a:avLst/>
              <a:gdLst>
                <a:gd name="csX0" fmla="*/ 69108 w 117888"/>
                <a:gd name="csY0" fmla="*/ 55872 h 134391"/>
                <a:gd name="csX1" fmla="*/ 48393 w 117888"/>
                <a:gd name="csY1" fmla="*/ 52256 h 134391"/>
                <a:gd name="csX2" fmla="*/ 18845 w 117888"/>
                <a:gd name="csY2" fmla="*/ 35683 h 134391"/>
                <a:gd name="csX3" fmla="*/ 57532 w 117888"/>
                <a:gd name="csY3" fmla="*/ 18508 h 134391"/>
                <a:gd name="csX4" fmla="*/ 87994 w 117888"/>
                <a:gd name="csY4" fmla="*/ 35382 h 134391"/>
                <a:gd name="csX5" fmla="*/ 98351 w 117888"/>
                <a:gd name="csY5" fmla="*/ 45627 h 134391"/>
                <a:gd name="csX6" fmla="*/ 109013 w 117888"/>
                <a:gd name="csY6" fmla="*/ 33273 h 134391"/>
                <a:gd name="csX7" fmla="*/ 109013 w 117888"/>
                <a:gd name="csY7" fmla="*/ 12481 h 134391"/>
                <a:gd name="csX8" fmla="*/ 99874 w 117888"/>
                <a:gd name="csY8" fmla="*/ 127 h 134391"/>
                <a:gd name="csX9" fmla="*/ 90736 w 117888"/>
                <a:gd name="csY9" fmla="*/ 6455 h 134391"/>
                <a:gd name="csX10" fmla="*/ 58141 w 117888"/>
                <a:gd name="csY10" fmla="*/ 127 h 134391"/>
                <a:gd name="csX11" fmla="*/ 263 w 117888"/>
                <a:gd name="csY11" fmla="*/ 35683 h 134391"/>
                <a:gd name="csX12" fmla="*/ 60273 w 117888"/>
                <a:gd name="csY12" fmla="*/ 72747 h 134391"/>
                <a:gd name="csX13" fmla="*/ 99570 w 117888"/>
                <a:gd name="csY13" fmla="*/ 95045 h 134391"/>
                <a:gd name="csX14" fmla="*/ 60578 w 117888"/>
                <a:gd name="csY14" fmla="*/ 116137 h 134391"/>
                <a:gd name="csX15" fmla="*/ 21586 w 117888"/>
                <a:gd name="csY15" fmla="*/ 89319 h 134391"/>
                <a:gd name="csX16" fmla="*/ 10925 w 117888"/>
                <a:gd name="csY16" fmla="*/ 80581 h 134391"/>
                <a:gd name="csX17" fmla="*/ 263 w 117888"/>
                <a:gd name="csY17" fmla="*/ 92935 h 134391"/>
                <a:gd name="csX18" fmla="*/ 263 w 117888"/>
                <a:gd name="csY18" fmla="*/ 122164 h 134391"/>
                <a:gd name="csX19" fmla="*/ 9402 w 117888"/>
                <a:gd name="csY19" fmla="*/ 134518 h 134391"/>
                <a:gd name="csX20" fmla="*/ 20673 w 117888"/>
                <a:gd name="csY20" fmla="*/ 123068 h 134391"/>
                <a:gd name="csX21" fmla="*/ 60273 w 117888"/>
                <a:gd name="csY21" fmla="*/ 134518 h 134391"/>
                <a:gd name="csX22" fmla="*/ 118152 w 117888"/>
                <a:gd name="csY22" fmla="*/ 95045 h 134391"/>
                <a:gd name="csX23" fmla="*/ 69108 w 117888"/>
                <a:gd name="csY23" fmla="*/ 55872 h 1343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888" h="134391">
                  <a:moveTo>
                    <a:pt x="69108" y="55872"/>
                  </a:moveTo>
                  <a:cubicBezTo>
                    <a:pt x="62101" y="54667"/>
                    <a:pt x="56009" y="53763"/>
                    <a:pt x="48393" y="52256"/>
                  </a:cubicBezTo>
                  <a:cubicBezTo>
                    <a:pt x="39559" y="51051"/>
                    <a:pt x="18845" y="47435"/>
                    <a:pt x="18845" y="35683"/>
                  </a:cubicBezTo>
                  <a:cubicBezTo>
                    <a:pt x="18845" y="27849"/>
                    <a:pt x="28593" y="18508"/>
                    <a:pt x="57532" y="18508"/>
                  </a:cubicBezTo>
                  <a:cubicBezTo>
                    <a:pt x="82816" y="18508"/>
                    <a:pt x="87080" y="27548"/>
                    <a:pt x="87994" y="35382"/>
                  </a:cubicBezTo>
                  <a:cubicBezTo>
                    <a:pt x="88299" y="40505"/>
                    <a:pt x="88908" y="45627"/>
                    <a:pt x="98351" y="45627"/>
                  </a:cubicBezTo>
                  <a:cubicBezTo>
                    <a:pt x="109013" y="45627"/>
                    <a:pt x="109013" y="39299"/>
                    <a:pt x="109013" y="33273"/>
                  </a:cubicBezTo>
                  <a:lnTo>
                    <a:pt x="109013" y="12481"/>
                  </a:lnTo>
                  <a:cubicBezTo>
                    <a:pt x="109013" y="7660"/>
                    <a:pt x="109013" y="127"/>
                    <a:pt x="99874" y="127"/>
                  </a:cubicBezTo>
                  <a:cubicBezTo>
                    <a:pt x="92563" y="127"/>
                    <a:pt x="91345" y="4346"/>
                    <a:pt x="90736" y="6455"/>
                  </a:cubicBezTo>
                  <a:cubicBezTo>
                    <a:pt x="77332" y="127"/>
                    <a:pt x="63929" y="127"/>
                    <a:pt x="58141" y="127"/>
                  </a:cubicBezTo>
                  <a:cubicBezTo>
                    <a:pt x="7269" y="127"/>
                    <a:pt x="263" y="24836"/>
                    <a:pt x="263" y="35683"/>
                  </a:cubicBezTo>
                  <a:cubicBezTo>
                    <a:pt x="263" y="63405"/>
                    <a:pt x="32248" y="68528"/>
                    <a:pt x="60273" y="72747"/>
                  </a:cubicBezTo>
                  <a:cubicBezTo>
                    <a:pt x="75200" y="75157"/>
                    <a:pt x="99570" y="79074"/>
                    <a:pt x="99570" y="95045"/>
                  </a:cubicBezTo>
                  <a:cubicBezTo>
                    <a:pt x="99570" y="106194"/>
                    <a:pt x="88299" y="116137"/>
                    <a:pt x="60578" y="116137"/>
                  </a:cubicBezTo>
                  <a:cubicBezTo>
                    <a:pt x="46261" y="116137"/>
                    <a:pt x="29202" y="112823"/>
                    <a:pt x="21586" y="89319"/>
                  </a:cubicBezTo>
                  <a:cubicBezTo>
                    <a:pt x="20063" y="83896"/>
                    <a:pt x="18845" y="80581"/>
                    <a:pt x="10925" y="80581"/>
                  </a:cubicBezTo>
                  <a:cubicBezTo>
                    <a:pt x="263" y="80581"/>
                    <a:pt x="263" y="86909"/>
                    <a:pt x="263" y="92935"/>
                  </a:cubicBezTo>
                  <a:lnTo>
                    <a:pt x="263" y="122164"/>
                  </a:lnTo>
                  <a:cubicBezTo>
                    <a:pt x="263" y="126985"/>
                    <a:pt x="263" y="134518"/>
                    <a:pt x="9402" y="134518"/>
                  </a:cubicBezTo>
                  <a:cubicBezTo>
                    <a:pt x="12143" y="134518"/>
                    <a:pt x="17017" y="134217"/>
                    <a:pt x="20673" y="123068"/>
                  </a:cubicBezTo>
                  <a:cubicBezTo>
                    <a:pt x="35599" y="133916"/>
                    <a:pt x="51744" y="134518"/>
                    <a:pt x="60273" y="134518"/>
                  </a:cubicBezTo>
                  <a:cubicBezTo>
                    <a:pt x="108404" y="134518"/>
                    <a:pt x="118152" y="109508"/>
                    <a:pt x="118152" y="95045"/>
                  </a:cubicBezTo>
                  <a:cubicBezTo>
                    <a:pt x="118152" y="63707"/>
                    <a:pt x="78855" y="57379"/>
                    <a:pt x="69108" y="55872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5E15F46C-C764-3243-8461-A4069F6F9A66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1733546" y="6740780"/>
              <a:ext cx="67930" cy="301325"/>
            </a:xfrm>
            <a:custGeom>
              <a:avLst/>
              <a:gdLst>
                <a:gd name="csX0" fmla="*/ 66676 w 67930"/>
                <a:gd name="csY0" fmla="*/ 155912 h 301325"/>
                <a:gd name="csX1" fmla="*/ 68199 w 67930"/>
                <a:gd name="csY1" fmla="*/ 150790 h 301325"/>
                <a:gd name="csX2" fmla="*/ 66676 w 67930"/>
                <a:gd name="csY2" fmla="*/ 145667 h 301325"/>
                <a:gd name="csX3" fmla="*/ 13367 w 67930"/>
                <a:gd name="csY3" fmla="*/ 7058 h 301325"/>
                <a:gd name="csX4" fmla="*/ 6361 w 67930"/>
                <a:gd name="csY4" fmla="*/ 127 h 301325"/>
                <a:gd name="csX5" fmla="*/ 268 w 67930"/>
                <a:gd name="csY5" fmla="*/ 6154 h 301325"/>
                <a:gd name="csX6" fmla="*/ 1791 w 67930"/>
                <a:gd name="csY6" fmla="*/ 10975 h 301325"/>
                <a:gd name="csX7" fmla="*/ 55709 w 67930"/>
                <a:gd name="csY7" fmla="*/ 150790 h 301325"/>
                <a:gd name="csX8" fmla="*/ 1791 w 67930"/>
                <a:gd name="csY8" fmla="*/ 290002 h 301325"/>
                <a:gd name="csX9" fmla="*/ 268 w 67930"/>
                <a:gd name="csY9" fmla="*/ 295426 h 301325"/>
                <a:gd name="csX10" fmla="*/ 6361 w 67930"/>
                <a:gd name="csY10" fmla="*/ 301453 h 301325"/>
                <a:gd name="csX11" fmla="*/ 12758 w 67930"/>
                <a:gd name="csY11" fmla="*/ 295426 h 301325"/>
                <a:gd name="csX12" fmla="*/ 66676 w 67930"/>
                <a:gd name="csY12" fmla="*/ 155912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930" h="301325">
                  <a:moveTo>
                    <a:pt x="66676" y="155912"/>
                  </a:moveTo>
                  <a:cubicBezTo>
                    <a:pt x="68199" y="152296"/>
                    <a:pt x="68199" y="151694"/>
                    <a:pt x="68199" y="150790"/>
                  </a:cubicBezTo>
                  <a:cubicBezTo>
                    <a:pt x="68199" y="149886"/>
                    <a:pt x="68199" y="149283"/>
                    <a:pt x="66676" y="145667"/>
                  </a:cubicBezTo>
                  <a:lnTo>
                    <a:pt x="13367" y="7058"/>
                  </a:lnTo>
                  <a:cubicBezTo>
                    <a:pt x="11539" y="1935"/>
                    <a:pt x="9711" y="127"/>
                    <a:pt x="6361" y="127"/>
                  </a:cubicBezTo>
                  <a:cubicBezTo>
                    <a:pt x="3010" y="127"/>
                    <a:pt x="268" y="2839"/>
                    <a:pt x="268" y="6154"/>
                  </a:cubicBezTo>
                  <a:cubicBezTo>
                    <a:pt x="268" y="7058"/>
                    <a:pt x="268" y="7660"/>
                    <a:pt x="1791" y="10975"/>
                  </a:cubicBezTo>
                  <a:lnTo>
                    <a:pt x="55709" y="150790"/>
                  </a:lnTo>
                  <a:lnTo>
                    <a:pt x="1791" y="290002"/>
                  </a:lnTo>
                  <a:cubicBezTo>
                    <a:pt x="268" y="293317"/>
                    <a:pt x="268" y="293919"/>
                    <a:pt x="268" y="295426"/>
                  </a:cubicBezTo>
                  <a:cubicBezTo>
                    <a:pt x="268" y="298741"/>
                    <a:pt x="3010" y="301453"/>
                    <a:pt x="6361" y="301453"/>
                  </a:cubicBezTo>
                  <a:cubicBezTo>
                    <a:pt x="10321" y="301453"/>
                    <a:pt x="11539" y="298439"/>
                    <a:pt x="12758" y="295426"/>
                  </a:cubicBezTo>
                  <a:lnTo>
                    <a:pt x="66676" y="155912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04ED06EC-9188-8283-2400-052932FD8907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1861454" y="6934834"/>
              <a:ext cx="35640" cy="90096"/>
            </a:xfrm>
            <a:custGeom>
              <a:avLst/>
              <a:gdLst>
                <a:gd name="csX0" fmla="*/ 35913 w 35640"/>
                <a:gd name="csY0" fmla="*/ 31766 h 90096"/>
                <a:gd name="csX1" fmla="*/ 16417 w 35640"/>
                <a:gd name="csY1" fmla="*/ 127 h 90096"/>
                <a:gd name="csX2" fmla="*/ 272 w 35640"/>
                <a:gd name="csY2" fmla="*/ 16097 h 90096"/>
                <a:gd name="csX3" fmla="*/ 16417 w 35640"/>
                <a:gd name="csY3" fmla="*/ 32068 h 90096"/>
                <a:gd name="csX4" fmla="*/ 27079 w 35640"/>
                <a:gd name="csY4" fmla="*/ 28150 h 90096"/>
                <a:gd name="csX5" fmla="*/ 28602 w 35640"/>
                <a:gd name="csY5" fmla="*/ 27246 h 90096"/>
                <a:gd name="csX6" fmla="*/ 29211 w 35640"/>
                <a:gd name="csY6" fmla="*/ 31766 h 90096"/>
                <a:gd name="csX7" fmla="*/ 8497 w 35640"/>
                <a:gd name="csY7" fmla="*/ 82088 h 90096"/>
                <a:gd name="csX8" fmla="*/ 5146 w 35640"/>
                <a:gd name="csY8" fmla="*/ 86909 h 90096"/>
                <a:gd name="csX9" fmla="*/ 8192 w 35640"/>
                <a:gd name="csY9" fmla="*/ 90223 h 90096"/>
                <a:gd name="csX10" fmla="*/ 35913 w 35640"/>
                <a:gd name="csY10" fmla="*/ 31766 h 90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640" h="90096">
                  <a:moveTo>
                    <a:pt x="35913" y="31766"/>
                  </a:moveTo>
                  <a:cubicBezTo>
                    <a:pt x="35913" y="11879"/>
                    <a:pt x="28297" y="127"/>
                    <a:pt x="16417" y="127"/>
                  </a:cubicBezTo>
                  <a:cubicBezTo>
                    <a:pt x="6364" y="127"/>
                    <a:pt x="272" y="7660"/>
                    <a:pt x="272" y="16097"/>
                  </a:cubicBezTo>
                  <a:cubicBezTo>
                    <a:pt x="272" y="24233"/>
                    <a:pt x="6364" y="32068"/>
                    <a:pt x="16417" y="32068"/>
                  </a:cubicBezTo>
                  <a:cubicBezTo>
                    <a:pt x="20072" y="32068"/>
                    <a:pt x="24033" y="30862"/>
                    <a:pt x="27079" y="28150"/>
                  </a:cubicBezTo>
                  <a:cubicBezTo>
                    <a:pt x="27993" y="27548"/>
                    <a:pt x="28297" y="27246"/>
                    <a:pt x="28602" y="27246"/>
                  </a:cubicBezTo>
                  <a:cubicBezTo>
                    <a:pt x="28907" y="27246"/>
                    <a:pt x="29211" y="27548"/>
                    <a:pt x="29211" y="31766"/>
                  </a:cubicBezTo>
                  <a:cubicBezTo>
                    <a:pt x="29211" y="54064"/>
                    <a:pt x="18549" y="72144"/>
                    <a:pt x="8497" y="82088"/>
                  </a:cubicBezTo>
                  <a:cubicBezTo>
                    <a:pt x="5146" y="85402"/>
                    <a:pt x="5146" y="86005"/>
                    <a:pt x="5146" y="86909"/>
                  </a:cubicBezTo>
                  <a:cubicBezTo>
                    <a:pt x="5146" y="89018"/>
                    <a:pt x="6669" y="90223"/>
                    <a:pt x="8192" y="90223"/>
                  </a:cubicBezTo>
                  <a:cubicBezTo>
                    <a:pt x="11543" y="90223"/>
                    <a:pt x="35913" y="67021"/>
                    <a:pt x="35913" y="31766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1FD599DD-BB71-949C-9506-5920DFED590F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1979477" y="6833589"/>
              <a:ext cx="151701" cy="136500"/>
            </a:xfrm>
            <a:custGeom>
              <a:avLst/>
              <a:gdLst>
                <a:gd name="csX0" fmla="*/ 93186 w 151701"/>
                <a:gd name="csY0" fmla="*/ 42313 h 136500"/>
                <a:gd name="csX1" fmla="*/ 123344 w 151701"/>
                <a:gd name="csY1" fmla="*/ 6756 h 136500"/>
                <a:gd name="csX2" fmla="*/ 138575 w 151701"/>
                <a:gd name="csY2" fmla="*/ 10673 h 136500"/>
                <a:gd name="csX3" fmla="*/ 123953 w 151701"/>
                <a:gd name="csY3" fmla="*/ 26945 h 136500"/>
                <a:gd name="csX4" fmla="*/ 135529 w 151701"/>
                <a:gd name="csY4" fmla="*/ 37491 h 136500"/>
                <a:gd name="csX5" fmla="*/ 151978 w 151701"/>
                <a:gd name="csY5" fmla="*/ 20015 h 136500"/>
                <a:gd name="csX6" fmla="*/ 123648 w 151701"/>
                <a:gd name="csY6" fmla="*/ 127 h 136500"/>
                <a:gd name="csX7" fmla="*/ 91663 w 151701"/>
                <a:gd name="csY7" fmla="*/ 23028 h 136500"/>
                <a:gd name="csX8" fmla="*/ 58764 w 151701"/>
                <a:gd name="csY8" fmla="*/ 127 h 136500"/>
                <a:gd name="csX9" fmla="*/ 9720 w 151701"/>
                <a:gd name="csY9" fmla="*/ 46531 h 136500"/>
                <a:gd name="csX10" fmla="*/ 13375 w 151701"/>
                <a:gd name="csY10" fmla="*/ 49544 h 136500"/>
                <a:gd name="csX11" fmla="*/ 17335 w 151701"/>
                <a:gd name="csY11" fmla="*/ 46230 h 136500"/>
                <a:gd name="csX12" fmla="*/ 58155 w 151701"/>
                <a:gd name="csY12" fmla="*/ 6756 h 136500"/>
                <a:gd name="csX13" fmla="*/ 74604 w 151701"/>
                <a:gd name="csY13" fmla="*/ 26945 h 136500"/>
                <a:gd name="csX14" fmla="*/ 58155 w 151701"/>
                <a:gd name="csY14" fmla="*/ 98661 h 136500"/>
                <a:gd name="csX15" fmla="*/ 29216 w 151701"/>
                <a:gd name="csY15" fmla="*/ 129998 h 136500"/>
                <a:gd name="csX16" fmla="*/ 13984 w 151701"/>
                <a:gd name="csY16" fmla="*/ 126081 h 136500"/>
                <a:gd name="csX17" fmla="*/ 28302 w 151701"/>
                <a:gd name="csY17" fmla="*/ 109810 h 136500"/>
                <a:gd name="csX18" fmla="*/ 17031 w 151701"/>
                <a:gd name="csY18" fmla="*/ 99263 h 136500"/>
                <a:gd name="csX19" fmla="*/ 276 w 151701"/>
                <a:gd name="csY19" fmla="*/ 116740 h 136500"/>
                <a:gd name="csX20" fmla="*/ 28911 w 151701"/>
                <a:gd name="csY20" fmla="*/ 136628 h 136500"/>
                <a:gd name="csX21" fmla="*/ 60896 w 151701"/>
                <a:gd name="csY21" fmla="*/ 113727 h 136500"/>
                <a:gd name="csX22" fmla="*/ 93795 w 151701"/>
                <a:gd name="csY22" fmla="*/ 136628 h 136500"/>
                <a:gd name="csX23" fmla="*/ 142535 w 151701"/>
                <a:gd name="csY23" fmla="*/ 90223 h 136500"/>
                <a:gd name="csX24" fmla="*/ 138880 w 151701"/>
                <a:gd name="csY24" fmla="*/ 87210 h 136500"/>
                <a:gd name="csX25" fmla="*/ 134919 w 151701"/>
                <a:gd name="csY25" fmla="*/ 90525 h 136500"/>
                <a:gd name="csX26" fmla="*/ 94405 w 151701"/>
                <a:gd name="csY26" fmla="*/ 129998 h 136500"/>
                <a:gd name="csX27" fmla="*/ 77650 w 151701"/>
                <a:gd name="csY27" fmla="*/ 110111 h 136500"/>
                <a:gd name="csX28" fmla="*/ 82829 w 151701"/>
                <a:gd name="csY28" fmla="*/ 83594 h 136500"/>
                <a:gd name="csX29" fmla="*/ 93186 w 151701"/>
                <a:gd name="csY29" fmla="*/ 42313 h 13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701" h="136500">
                  <a:moveTo>
                    <a:pt x="93186" y="42313"/>
                  </a:moveTo>
                  <a:cubicBezTo>
                    <a:pt x="95014" y="34478"/>
                    <a:pt x="102020" y="6756"/>
                    <a:pt x="123344" y="6756"/>
                  </a:cubicBezTo>
                  <a:cubicBezTo>
                    <a:pt x="124867" y="6756"/>
                    <a:pt x="132178" y="6756"/>
                    <a:pt x="138575" y="10673"/>
                  </a:cubicBezTo>
                  <a:cubicBezTo>
                    <a:pt x="130045" y="12180"/>
                    <a:pt x="123953" y="19713"/>
                    <a:pt x="123953" y="26945"/>
                  </a:cubicBezTo>
                  <a:cubicBezTo>
                    <a:pt x="123953" y="31766"/>
                    <a:pt x="127304" y="37491"/>
                    <a:pt x="135529" y="37491"/>
                  </a:cubicBezTo>
                  <a:cubicBezTo>
                    <a:pt x="142230" y="37491"/>
                    <a:pt x="151978" y="32068"/>
                    <a:pt x="151978" y="20015"/>
                  </a:cubicBezTo>
                  <a:cubicBezTo>
                    <a:pt x="151978" y="4346"/>
                    <a:pt x="134006" y="127"/>
                    <a:pt x="123648" y="127"/>
                  </a:cubicBezTo>
                  <a:cubicBezTo>
                    <a:pt x="105980" y="127"/>
                    <a:pt x="95319" y="16097"/>
                    <a:pt x="91663" y="23028"/>
                  </a:cubicBezTo>
                  <a:cubicBezTo>
                    <a:pt x="84048" y="3140"/>
                    <a:pt x="67598" y="127"/>
                    <a:pt x="58764" y="127"/>
                  </a:cubicBezTo>
                  <a:cubicBezTo>
                    <a:pt x="27083" y="127"/>
                    <a:pt x="9720" y="38998"/>
                    <a:pt x="9720" y="46531"/>
                  </a:cubicBezTo>
                  <a:cubicBezTo>
                    <a:pt x="9720" y="49544"/>
                    <a:pt x="12766" y="49544"/>
                    <a:pt x="13375" y="49544"/>
                  </a:cubicBezTo>
                  <a:cubicBezTo>
                    <a:pt x="15812" y="49544"/>
                    <a:pt x="16726" y="48942"/>
                    <a:pt x="17335" y="46230"/>
                  </a:cubicBezTo>
                  <a:cubicBezTo>
                    <a:pt x="27692" y="14289"/>
                    <a:pt x="47797" y="6756"/>
                    <a:pt x="58155" y="6756"/>
                  </a:cubicBezTo>
                  <a:cubicBezTo>
                    <a:pt x="63942" y="6756"/>
                    <a:pt x="74604" y="9468"/>
                    <a:pt x="74604" y="26945"/>
                  </a:cubicBezTo>
                  <a:cubicBezTo>
                    <a:pt x="74604" y="36286"/>
                    <a:pt x="69426" y="56475"/>
                    <a:pt x="58155" y="98661"/>
                  </a:cubicBezTo>
                  <a:cubicBezTo>
                    <a:pt x="53281" y="117343"/>
                    <a:pt x="42619" y="129998"/>
                    <a:pt x="29216" y="129998"/>
                  </a:cubicBezTo>
                  <a:cubicBezTo>
                    <a:pt x="27388" y="129998"/>
                    <a:pt x="20382" y="129998"/>
                    <a:pt x="13984" y="126081"/>
                  </a:cubicBezTo>
                  <a:cubicBezTo>
                    <a:pt x="21600" y="124575"/>
                    <a:pt x="28302" y="118247"/>
                    <a:pt x="28302" y="109810"/>
                  </a:cubicBezTo>
                  <a:cubicBezTo>
                    <a:pt x="28302" y="101674"/>
                    <a:pt x="21600" y="99263"/>
                    <a:pt x="17031" y="99263"/>
                  </a:cubicBezTo>
                  <a:cubicBezTo>
                    <a:pt x="7892" y="99263"/>
                    <a:pt x="276" y="107098"/>
                    <a:pt x="276" y="116740"/>
                  </a:cubicBezTo>
                  <a:cubicBezTo>
                    <a:pt x="276" y="130601"/>
                    <a:pt x="15508" y="136628"/>
                    <a:pt x="28911" y="136628"/>
                  </a:cubicBezTo>
                  <a:cubicBezTo>
                    <a:pt x="49016" y="136628"/>
                    <a:pt x="59982" y="115535"/>
                    <a:pt x="60896" y="113727"/>
                  </a:cubicBezTo>
                  <a:cubicBezTo>
                    <a:pt x="64552" y="124876"/>
                    <a:pt x="75518" y="136628"/>
                    <a:pt x="93795" y="136628"/>
                  </a:cubicBezTo>
                  <a:cubicBezTo>
                    <a:pt x="125172" y="136628"/>
                    <a:pt x="142535" y="97757"/>
                    <a:pt x="142535" y="90223"/>
                  </a:cubicBezTo>
                  <a:cubicBezTo>
                    <a:pt x="142535" y="87210"/>
                    <a:pt x="139793" y="87210"/>
                    <a:pt x="138880" y="87210"/>
                  </a:cubicBezTo>
                  <a:cubicBezTo>
                    <a:pt x="136138" y="87210"/>
                    <a:pt x="135529" y="88415"/>
                    <a:pt x="134919" y="90525"/>
                  </a:cubicBezTo>
                  <a:cubicBezTo>
                    <a:pt x="124867" y="122767"/>
                    <a:pt x="104153" y="129998"/>
                    <a:pt x="94405" y="129998"/>
                  </a:cubicBezTo>
                  <a:cubicBezTo>
                    <a:pt x="82524" y="129998"/>
                    <a:pt x="77650" y="120356"/>
                    <a:pt x="77650" y="110111"/>
                  </a:cubicBezTo>
                  <a:cubicBezTo>
                    <a:pt x="77650" y="103482"/>
                    <a:pt x="79478" y="96853"/>
                    <a:pt x="82829" y="83594"/>
                  </a:cubicBezTo>
                  <a:lnTo>
                    <a:pt x="93186" y="4231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7193B7AF-89A7-B242-25A8-AD05D41B54D7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2154979" y="6724451"/>
              <a:ext cx="53522" cy="109260"/>
            </a:xfrm>
            <a:custGeom>
              <a:avLst/>
              <a:gdLst>
                <a:gd name="csX0" fmla="*/ 51885 w 53522"/>
                <a:gd name="csY0" fmla="*/ 18474 h 109260"/>
                <a:gd name="csX1" fmla="*/ 53804 w 53522"/>
                <a:gd name="csY1" fmla="*/ 11724 h 109260"/>
                <a:gd name="csX2" fmla="*/ 41223 w 53522"/>
                <a:gd name="csY2" fmla="*/ 123 h 109260"/>
                <a:gd name="csX3" fmla="*/ 29495 w 53522"/>
                <a:gd name="csY3" fmla="*/ 10037 h 109260"/>
                <a:gd name="csX4" fmla="*/ 1348 w 53522"/>
                <a:gd name="csY4" fmla="*/ 101368 h 109260"/>
                <a:gd name="csX5" fmla="*/ 282 w 53522"/>
                <a:gd name="csY5" fmla="*/ 104743 h 109260"/>
                <a:gd name="csX6" fmla="*/ 8598 w 53522"/>
                <a:gd name="csY6" fmla="*/ 109384 h 109260"/>
                <a:gd name="csX7" fmla="*/ 11797 w 53522"/>
                <a:gd name="csY7" fmla="*/ 105798 h 109260"/>
                <a:gd name="csX8" fmla="*/ 51885 w 53522"/>
                <a:gd name="csY8" fmla="*/ 18474 h 109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3522" h="109260">
                  <a:moveTo>
                    <a:pt x="51885" y="18474"/>
                  </a:moveTo>
                  <a:cubicBezTo>
                    <a:pt x="53591" y="14888"/>
                    <a:pt x="53804" y="13200"/>
                    <a:pt x="53804" y="11724"/>
                  </a:cubicBezTo>
                  <a:cubicBezTo>
                    <a:pt x="53804" y="5185"/>
                    <a:pt x="47834" y="123"/>
                    <a:pt x="41223" y="123"/>
                  </a:cubicBezTo>
                  <a:cubicBezTo>
                    <a:pt x="33120" y="123"/>
                    <a:pt x="30562" y="6662"/>
                    <a:pt x="29495" y="10037"/>
                  </a:cubicBezTo>
                  <a:lnTo>
                    <a:pt x="1348" y="101368"/>
                  </a:lnTo>
                  <a:cubicBezTo>
                    <a:pt x="1135" y="101790"/>
                    <a:pt x="282" y="104532"/>
                    <a:pt x="282" y="104743"/>
                  </a:cubicBezTo>
                  <a:cubicBezTo>
                    <a:pt x="282" y="107274"/>
                    <a:pt x="6892" y="109384"/>
                    <a:pt x="8598" y="109384"/>
                  </a:cubicBezTo>
                  <a:cubicBezTo>
                    <a:pt x="10091" y="109384"/>
                    <a:pt x="10304" y="108962"/>
                    <a:pt x="11797" y="105798"/>
                  </a:cubicBezTo>
                  <a:lnTo>
                    <a:pt x="51885" y="18474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19D90EE7-397D-929F-83FE-E15891F542D5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2247570" y="6740780"/>
              <a:ext cx="70672" cy="301325"/>
            </a:xfrm>
            <a:custGeom>
              <a:avLst/>
              <a:gdLst>
                <a:gd name="csX0" fmla="*/ 70957 w 70672"/>
                <a:gd name="csY0" fmla="*/ 150790 h 301325"/>
                <a:gd name="csX1" fmla="*/ 50852 w 70672"/>
                <a:gd name="csY1" fmla="*/ 56776 h 301325"/>
                <a:gd name="csX2" fmla="*/ 3331 w 70672"/>
                <a:gd name="csY2" fmla="*/ 127 h 301325"/>
                <a:gd name="csX3" fmla="*/ 285 w 70672"/>
                <a:gd name="csY3" fmla="*/ 3140 h 301325"/>
                <a:gd name="csX4" fmla="*/ 6073 w 70672"/>
                <a:gd name="csY4" fmla="*/ 10071 h 301325"/>
                <a:gd name="csX5" fmla="*/ 53289 w 70672"/>
                <a:gd name="csY5" fmla="*/ 150790 h 301325"/>
                <a:gd name="csX6" fmla="*/ 4245 w 70672"/>
                <a:gd name="csY6" fmla="*/ 293317 h 301325"/>
                <a:gd name="csX7" fmla="*/ 285 w 70672"/>
                <a:gd name="csY7" fmla="*/ 298439 h 301325"/>
                <a:gd name="csX8" fmla="*/ 3331 w 70672"/>
                <a:gd name="csY8" fmla="*/ 301453 h 301325"/>
                <a:gd name="csX9" fmla="*/ 51766 w 70672"/>
                <a:gd name="csY9" fmla="*/ 242694 h 301325"/>
                <a:gd name="csX10" fmla="*/ 70957 w 70672"/>
                <a:gd name="csY10" fmla="*/ 150790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672" h="301325">
                  <a:moveTo>
                    <a:pt x="70957" y="150790"/>
                  </a:moveTo>
                  <a:cubicBezTo>
                    <a:pt x="70957" y="127286"/>
                    <a:pt x="67606" y="90826"/>
                    <a:pt x="50852" y="56776"/>
                  </a:cubicBezTo>
                  <a:cubicBezTo>
                    <a:pt x="32575" y="19713"/>
                    <a:pt x="6377" y="127"/>
                    <a:pt x="3331" y="127"/>
                  </a:cubicBezTo>
                  <a:cubicBezTo>
                    <a:pt x="1503" y="127"/>
                    <a:pt x="285" y="1332"/>
                    <a:pt x="285" y="3140"/>
                  </a:cubicBezTo>
                  <a:cubicBezTo>
                    <a:pt x="285" y="4044"/>
                    <a:pt x="285" y="4647"/>
                    <a:pt x="6073" y="10071"/>
                  </a:cubicBezTo>
                  <a:cubicBezTo>
                    <a:pt x="35926" y="39902"/>
                    <a:pt x="53289" y="87813"/>
                    <a:pt x="53289" y="150790"/>
                  </a:cubicBezTo>
                  <a:cubicBezTo>
                    <a:pt x="53289" y="202316"/>
                    <a:pt x="42018" y="255350"/>
                    <a:pt x="4245" y="293317"/>
                  </a:cubicBezTo>
                  <a:cubicBezTo>
                    <a:pt x="285" y="296933"/>
                    <a:pt x="285" y="297535"/>
                    <a:pt x="285" y="298439"/>
                  </a:cubicBezTo>
                  <a:cubicBezTo>
                    <a:pt x="285" y="300247"/>
                    <a:pt x="1503" y="301453"/>
                    <a:pt x="3331" y="301453"/>
                  </a:cubicBezTo>
                  <a:cubicBezTo>
                    <a:pt x="6377" y="301453"/>
                    <a:pt x="33793" y="280962"/>
                    <a:pt x="51766" y="242694"/>
                  </a:cubicBezTo>
                  <a:cubicBezTo>
                    <a:pt x="67302" y="209548"/>
                    <a:pt x="70957" y="176101"/>
                    <a:pt x="70957" y="150790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72E085DC-255C-F59E-1969-1877AE89DD06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2360856" y="6760969"/>
              <a:ext cx="217500" cy="205805"/>
            </a:xfrm>
            <a:custGeom>
              <a:avLst/>
              <a:gdLst>
                <a:gd name="csX0" fmla="*/ 80404 w 217500"/>
                <a:gd name="csY0" fmla="*/ 110714 h 205805"/>
                <a:gd name="csX1" fmla="*/ 132190 w 217500"/>
                <a:gd name="csY1" fmla="*/ 110714 h 205805"/>
                <a:gd name="csX2" fmla="*/ 217789 w 217500"/>
                <a:gd name="csY2" fmla="*/ 45627 h 205805"/>
                <a:gd name="csX3" fmla="*/ 157779 w 217500"/>
                <a:gd name="csY3" fmla="*/ 127 h 205805"/>
                <a:gd name="csX4" fmla="*/ 59081 w 217500"/>
                <a:gd name="csY4" fmla="*/ 127 h 205805"/>
                <a:gd name="csX5" fmla="*/ 49942 w 217500"/>
                <a:gd name="csY5" fmla="*/ 5852 h 205805"/>
                <a:gd name="csX6" fmla="*/ 58776 w 217500"/>
                <a:gd name="csY6" fmla="*/ 9468 h 205805"/>
                <a:gd name="csX7" fmla="*/ 71875 w 217500"/>
                <a:gd name="csY7" fmla="*/ 10071 h 205805"/>
                <a:gd name="csX8" fmla="*/ 78577 w 217500"/>
                <a:gd name="csY8" fmla="*/ 14892 h 205805"/>
                <a:gd name="csX9" fmla="*/ 77358 w 217500"/>
                <a:gd name="csY9" fmla="*/ 20617 h 205805"/>
                <a:gd name="csX10" fmla="*/ 36539 w 217500"/>
                <a:gd name="csY10" fmla="*/ 182429 h 205805"/>
                <a:gd name="csX11" fmla="*/ 8818 w 217500"/>
                <a:gd name="csY11" fmla="*/ 196591 h 205805"/>
                <a:gd name="csX12" fmla="*/ 289 w 217500"/>
                <a:gd name="csY12" fmla="*/ 202316 h 205805"/>
                <a:gd name="csX13" fmla="*/ 4858 w 217500"/>
                <a:gd name="csY13" fmla="*/ 205932 h 205805"/>
                <a:gd name="csX14" fmla="*/ 43545 w 217500"/>
                <a:gd name="csY14" fmla="*/ 205028 h 205805"/>
                <a:gd name="csX15" fmla="*/ 63041 w 217500"/>
                <a:gd name="csY15" fmla="*/ 205330 h 205805"/>
                <a:gd name="csX16" fmla="*/ 82841 w 217500"/>
                <a:gd name="csY16" fmla="*/ 205932 h 205805"/>
                <a:gd name="csX17" fmla="*/ 88934 w 217500"/>
                <a:gd name="csY17" fmla="*/ 199906 h 205805"/>
                <a:gd name="csX18" fmla="*/ 80404 w 217500"/>
                <a:gd name="csY18" fmla="*/ 196591 h 205805"/>
                <a:gd name="csX19" fmla="*/ 60604 w 217500"/>
                <a:gd name="csY19" fmla="*/ 191167 h 205805"/>
                <a:gd name="csX20" fmla="*/ 61518 w 217500"/>
                <a:gd name="csY20" fmla="*/ 186045 h 205805"/>
                <a:gd name="csX21" fmla="*/ 80404 w 217500"/>
                <a:gd name="csY21" fmla="*/ 110714 h 205805"/>
                <a:gd name="csX22" fmla="*/ 102337 w 217500"/>
                <a:gd name="csY22" fmla="*/ 20918 h 205805"/>
                <a:gd name="csX23" fmla="*/ 118787 w 217500"/>
                <a:gd name="csY23" fmla="*/ 9468 h 205805"/>
                <a:gd name="csX24" fmla="*/ 148031 w 217500"/>
                <a:gd name="csY24" fmla="*/ 9468 h 205805"/>
                <a:gd name="csX25" fmla="*/ 189459 w 217500"/>
                <a:gd name="csY25" fmla="*/ 38395 h 205805"/>
                <a:gd name="csX26" fmla="*/ 171486 w 217500"/>
                <a:gd name="csY26" fmla="*/ 86909 h 205805"/>
                <a:gd name="csX27" fmla="*/ 124575 w 217500"/>
                <a:gd name="csY27" fmla="*/ 102879 h 205805"/>
                <a:gd name="csX28" fmla="*/ 81623 w 217500"/>
                <a:gd name="csY28" fmla="*/ 102879 h 205805"/>
                <a:gd name="csX29" fmla="*/ 102337 w 217500"/>
                <a:gd name="csY29" fmla="*/ 20918 h 2058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7500" h="205805">
                  <a:moveTo>
                    <a:pt x="80404" y="110714"/>
                  </a:moveTo>
                  <a:lnTo>
                    <a:pt x="132190" y="110714"/>
                  </a:lnTo>
                  <a:cubicBezTo>
                    <a:pt x="175447" y="110714"/>
                    <a:pt x="217789" y="79376"/>
                    <a:pt x="217789" y="45627"/>
                  </a:cubicBezTo>
                  <a:cubicBezTo>
                    <a:pt x="217789" y="22425"/>
                    <a:pt x="197684" y="127"/>
                    <a:pt x="157779" y="127"/>
                  </a:cubicBezTo>
                  <a:lnTo>
                    <a:pt x="59081" y="127"/>
                  </a:lnTo>
                  <a:cubicBezTo>
                    <a:pt x="53293" y="127"/>
                    <a:pt x="49942" y="127"/>
                    <a:pt x="49942" y="5852"/>
                  </a:cubicBezTo>
                  <a:cubicBezTo>
                    <a:pt x="49942" y="9468"/>
                    <a:pt x="52684" y="9468"/>
                    <a:pt x="58776" y="9468"/>
                  </a:cubicBezTo>
                  <a:cubicBezTo>
                    <a:pt x="62736" y="9468"/>
                    <a:pt x="68220" y="9769"/>
                    <a:pt x="71875" y="10071"/>
                  </a:cubicBezTo>
                  <a:cubicBezTo>
                    <a:pt x="76749" y="10673"/>
                    <a:pt x="78577" y="11577"/>
                    <a:pt x="78577" y="14892"/>
                  </a:cubicBezTo>
                  <a:cubicBezTo>
                    <a:pt x="78577" y="16097"/>
                    <a:pt x="78272" y="17001"/>
                    <a:pt x="77358" y="20617"/>
                  </a:cubicBezTo>
                  <a:lnTo>
                    <a:pt x="36539" y="182429"/>
                  </a:lnTo>
                  <a:cubicBezTo>
                    <a:pt x="33493" y="194181"/>
                    <a:pt x="32883" y="196591"/>
                    <a:pt x="8818" y="196591"/>
                  </a:cubicBezTo>
                  <a:cubicBezTo>
                    <a:pt x="3640" y="196591"/>
                    <a:pt x="289" y="196591"/>
                    <a:pt x="289" y="202316"/>
                  </a:cubicBezTo>
                  <a:cubicBezTo>
                    <a:pt x="289" y="205932"/>
                    <a:pt x="3944" y="205932"/>
                    <a:pt x="4858" y="205932"/>
                  </a:cubicBezTo>
                  <a:cubicBezTo>
                    <a:pt x="13388" y="205932"/>
                    <a:pt x="35016" y="205028"/>
                    <a:pt x="43545" y="205028"/>
                  </a:cubicBezTo>
                  <a:cubicBezTo>
                    <a:pt x="49942" y="205028"/>
                    <a:pt x="56644" y="205330"/>
                    <a:pt x="63041" y="205330"/>
                  </a:cubicBezTo>
                  <a:cubicBezTo>
                    <a:pt x="69743" y="205330"/>
                    <a:pt x="76444" y="205932"/>
                    <a:pt x="82841" y="205932"/>
                  </a:cubicBezTo>
                  <a:cubicBezTo>
                    <a:pt x="84974" y="205932"/>
                    <a:pt x="88934" y="205932"/>
                    <a:pt x="88934" y="199906"/>
                  </a:cubicBezTo>
                  <a:cubicBezTo>
                    <a:pt x="88934" y="196591"/>
                    <a:pt x="86192" y="196591"/>
                    <a:pt x="80404" y="196591"/>
                  </a:cubicBezTo>
                  <a:cubicBezTo>
                    <a:pt x="69133" y="196591"/>
                    <a:pt x="60604" y="196591"/>
                    <a:pt x="60604" y="191167"/>
                  </a:cubicBezTo>
                  <a:cubicBezTo>
                    <a:pt x="60604" y="189360"/>
                    <a:pt x="61213" y="187853"/>
                    <a:pt x="61518" y="186045"/>
                  </a:cubicBezTo>
                  <a:lnTo>
                    <a:pt x="80404" y="110714"/>
                  </a:lnTo>
                  <a:close/>
                  <a:moveTo>
                    <a:pt x="102337" y="20918"/>
                  </a:moveTo>
                  <a:cubicBezTo>
                    <a:pt x="105079" y="10372"/>
                    <a:pt x="105688" y="9468"/>
                    <a:pt x="118787" y="9468"/>
                  </a:cubicBezTo>
                  <a:lnTo>
                    <a:pt x="148031" y="9468"/>
                  </a:lnTo>
                  <a:cubicBezTo>
                    <a:pt x="173314" y="9468"/>
                    <a:pt x="189459" y="17604"/>
                    <a:pt x="189459" y="38395"/>
                  </a:cubicBezTo>
                  <a:cubicBezTo>
                    <a:pt x="189459" y="50147"/>
                    <a:pt x="183367" y="76061"/>
                    <a:pt x="171486" y="86909"/>
                  </a:cubicBezTo>
                  <a:cubicBezTo>
                    <a:pt x="156255" y="100468"/>
                    <a:pt x="137978" y="102879"/>
                    <a:pt x="124575" y="102879"/>
                  </a:cubicBezTo>
                  <a:lnTo>
                    <a:pt x="81623" y="102879"/>
                  </a:lnTo>
                  <a:lnTo>
                    <a:pt x="102337" y="20918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CB941EE9-E4BF-419F-7200-DC88CD9A42E5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2616710" y="6740780"/>
              <a:ext cx="70672" cy="301325"/>
            </a:xfrm>
            <a:custGeom>
              <a:avLst/>
              <a:gdLst>
                <a:gd name="csX0" fmla="*/ 70969 w 70672"/>
                <a:gd name="csY0" fmla="*/ 298439 h 301325"/>
                <a:gd name="csX1" fmla="*/ 65790 w 70672"/>
                <a:gd name="csY1" fmla="*/ 291810 h 301325"/>
                <a:gd name="csX2" fmla="*/ 17965 w 70672"/>
                <a:gd name="csY2" fmla="*/ 150790 h 301325"/>
                <a:gd name="csX3" fmla="*/ 67009 w 70672"/>
                <a:gd name="csY3" fmla="*/ 8263 h 301325"/>
                <a:gd name="csX4" fmla="*/ 70969 w 70672"/>
                <a:gd name="csY4" fmla="*/ 3140 h 301325"/>
                <a:gd name="csX5" fmla="*/ 67923 w 70672"/>
                <a:gd name="csY5" fmla="*/ 127 h 301325"/>
                <a:gd name="csX6" fmla="*/ 19488 w 70672"/>
                <a:gd name="csY6" fmla="*/ 58886 h 301325"/>
                <a:gd name="csX7" fmla="*/ 297 w 70672"/>
                <a:gd name="csY7" fmla="*/ 150790 h 301325"/>
                <a:gd name="csX8" fmla="*/ 20402 w 70672"/>
                <a:gd name="csY8" fmla="*/ 244803 h 301325"/>
                <a:gd name="csX9" fmla="*/ 67923 w 70672"/>
                <a:gd name="csY9" fmla="*/ 301453 h 301325"/>
                <a:gd name="csX10" fmla="*/ 70969 w 70672"/>
                <a:gd name="csY10" fmla="*/ 298439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672" h="301325">
                  <a:moveTo>
                    <a:pt x="70969" y="298439"/>
                  </a:moveTo>
                  <a:cubicBezTo>
                    <a:pt x="70969" y="297535"/>
                    <a:pt x="70969" y="296933"/>
                    <a:pt x="65790" y="291810"/>
                  </a:cubicBezTo>
                  <a:cubicBezTo>
                    <a:pt x="27713" y="253843"/>
                    <a:pt x="17965" y="196893"/>
                    <a:pt x="17965" y="150790"/>
                  </a:cubicBezTo>
                  <a:cubicBezTo>
                    <a:pt x="17965" y="98359"/>
                    <a:pt x="29540" y="45929"/>
                    <a:pt x="67009" y="8263"/>
                  </a:cubicBezTo>
                  <a:cubicBezTo>
                    <a:pt x="70969" y="4647"/>
                    <a:pt x="70969" y="4044"/>
                    <a:pt x="70969" y="3140"/>
                  </a:cubicBezTo>
                  <a:cubicBezTo>
                    <a:pt x="70969" y="1031"/>
                    <a:pt x="69750" y="127"/>
                    <a:pt x="67923" y="127"/>
                  </a:cubicBezTo>
                  <a:cubicBezTo>
                    <a:pt x="64877" y="127"/>
                    <a:pt x="37460" y="20617"/>
                    <a:pt x="19488" y="58886"/>
                  </a:cubicBezTo>
                  <a:cubicBezTo>
                    <a:pt x="3952" y="92031"/>
                    <a:pt x="297" y="125478"/>
                    <a:pt x="297" y="150790"/>
                  </a:cubicBezTo>
                  <a:cubicBezTo>
                    <a:pt x="297" y="174293"/>
                    <a:pt x="3647" y="210754"/>
                    <a:pt x="20402" y="244803"/>
                  </a:cubicBezTo>
                  <a:cubicBezTo>
                    <a:pt x="38679" y="281866"/>
                    <a:pt x="64877" y="301453"/>
                    <a:pt x="67923" y="301453"/>
                  </a:cubicBezTo>
                  <a:cubicBezTo>
                    <a:pt x="69750" y="301453"/>
                    <a:pt x="70969" y="300549"/>
                    <a:pt x="70969" y="298439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B6826C2D-5A72-DBE9-2C48-606E3AF7535B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2713851" y="6833589"/>
              <a:ext cx="151701" cy="136500"/>
            </a:xfrm>
            <a:custGeom>
              <a:avLst/>
              <a:gdLst>
                <a:gd name="csX0" fmla="*/ 93210 w 151701"/>
                <a:gd name="csY0" fmla="*/ 42313 h 136500"/>
                <a:gd name="csX1" fmla="*/ 123368 w 151701"/>
                <a:gd name="csY1" fmla="*/ 6756 h 136500"/>
                <a:gd name="csX2" fmla="*/ 138599 w 151701"/>
                <a:gd name="csY2" fmla="*/ 10673 h 136500"/>
                <a:gd name="csX3" fmla="*/ 123977 w 151701"/>
                <a:gd name="csY3" fmla="*/ 26945 h 136500"/>
                <a:gd name="csX4" fmla="*/ 135553 w 151701"/>
                <a:gd name="csY4" fmla="*/ 37491 h 136500"/>
                <a:gd name="csX5" fmla="*/ 152002 w 151701"/>
                <a:gd name="csY5" fmla="*/ 20015 h 136500"/>
                <a:gd name="csX6" fmla="*/ 123672 w 151701"/>
                <a:gd name="csY6" fmla="*/ 127 h 136500"/>
                <a:gd name="csX7" fmla="*/ 91687 w 151701"/>
                <a:gd name="csY7" fmla="*/ 23028 h 136500"/>
                <a:gd name="csX8" fmla="*/ 58788 w 151701"/>
                <a:gd name="csY8" fmla="*/ 127 h 136500"/>
                <a:gd name="csX9" fmla="*/ 9744 w 151701"/>
                <a:gd name="csY9" fmla="*/ 46531 h 136500"/>
                <a:gd name="csX10" fmla="*/ 13399 w 151701"/>
                <a:gd name="csY10" fmla="*/ 49544 h 136500"/>
                <a:gd name="csX11" fmla="*/ 17359 w 151701"/>
                <a:gd name="csY11" fmla="*/ 46230 h 136500"/>
                <a:gd name="csX12" fmla="*/ 58179 w 151701"/>
                <a:gd name="csY12" fmla="*/ 6756 h 136500"/>
                <a:gd name="csX13" fmla="*/ 74628 w 151701"/>
                <a:gd name="csY13" fmla="*/ 26945 h 136500"/>
                <a:gd name="csX14" fmla="*/ 58179 w 151701"/>
                <a:gd name="csY14" fmla="*/ 98661 h 136500"/>
                <a:gd name="csX15" fmla="*/ 29240 w 151701"/>
                <a:gd name="csY15" fmla="*/ 129998 h 136500"/>
                <a:gd name="csX16" fmla="*/ 14008 w 151701"/>
                <a:gd name="csY16" fmla="*/ 126081 h 136500"/>
                <a:gd name="csX17" fmla="*/ 28326 w 151701"/>
                <a:gd name="csY17" fmla="*/ 109810 h 136500"/>
                <a:gd name="csX18" fmla="*/ 17055 w 151701"/>
                <a:gd name="csY18" fmla="*/ 99263 h 136500"/>
                <a:gd name="csX19" fmla="*/ 300 w 151701"/>
                <a:gd name="csY19" fmla="*/ 116740 h 136500"/>
                <a:gd name="csX20" fmla="*/ 28935 w 151701"/>
                <a:gd name="csY20" fmla="*/ 136628 h 136500"/>
                <a:gd name="csX21" fmla="*/ 60920 w 151701"/>
                <a:gd name="csY21" fmla="*/ 113727 h 136500"/>
                <a:gd name="csX22" fmla="*/ 93819 w 151701"/>
                <a:gd name="csY22" fmla="*/ 136628 h 136500"/>
                <a:gd name="csX23" fmla="*/ 142559 w 151701"/>
                <a:gd name="csY23" fmla="*/ 90223 h 136500"/>
                <a:gd name="csX24" fmla="*/ 138904 w 151701"/>
                <a:gd name="csY24" fmla="*/ 87210 h 136500"/>
                <a:gd name="csX25" fmla="*/ 134943 w 151701"/>
                <a:gd name="csY25" fmla="*/ 90525 h 136500"/>
                <a:gd name="csX26" fmla="*/ 94429 w 151701"/>
                <a:gd name="csY26" fmla="*/ 129998 h 136500"/>
                <a:gd name="csX27" fmla="*/ 77674 w 151701"/>
                <a:gd name="csY27" fmla="*/ 110111 h 136500"/>
                <a:gd name="csX28" fmla="*/ 82853 w 151701"/>
                <a:gd name="csY28" fmla="*/ 83594 h 136500"/>
                <a:gd name="csX29" fmla="*/ 93210 w 151701"/>
                <a:gd name="csY29" fmla="*/ 42313 h 13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51701" h="136500">
                  <a:moveTo>
                    <a:pt x="93210" y="42313"/>
                  </a:moveTo>
                  <a:cubicBezTo>
                    <a:pt x="95038" y="34478"/>
                    <a:pt x="102044" y="6756"/>
                    <a:pt x="123368" y="6756"/>
                  </a:cubicBezTo>
                  <a:cubicBezTo>
                    <a:pt x="124891" y="6756"/>
                    <a:pt x="132202" y="6756"/>
                    <a:pt x="138599" y="10673"/>
                  </a:cubicBezTo>
                  <a:cubicBezTo>
                    <a:pt x="130070" y="12180"/>
                    <a:pt x="123977" y="19713"/>
                    <a:pt x="123977" y="26945"/>
                  </a:cubicBezTo>
                  <a:cubicBezTo>
                    <a:pt x="123977" y="31766"/>
                    <a:pt x="127328" y="37491"/>
                    <a:pt x="135553" y="37491"/>
                  </a:cubicBezTo>
                  <a:cubicBezTo>
                    <a:pt x="142254" y="37491"/>
                    <a:pt x="152002" y="32068"/>
                    <a:pt x="152002" y="20015"/>
                  </a:cubicBezTo>
                  <a:cubicBezTo>
                    <a:pt x="152002" y="4346"/>
                    <a:pt x="134030" y="127"/>
                    <a:pt x="123672" y="127"/>
                  </a:cubicBezTo>
                  <a:cubicBezTo>
                    <a:pt x="106004" y="127"/>
                    <a:pt x="95343" y="16097"/>
                    <a:pt x="91687" y="23028"/>
                  </a:cubicBezTo>
                  <a:cubicBezTo>
                    <a:pt x="84072" y="3140"/>
                    <a:pt x="67622" y="127"/>
                    <a:pt x="58788" y="127"/>
                  </a:cubicBezTo>
                  <a:cubicBezTo>
                    <a:pt x="27107" y="127"/>
                    <a:pt x="9744" y="38998"/>
                    <a:pt x="9744" y="46531"/>
                  </a:cubicBezTo>
                  <a:cubicBezTo>
                    <a:pt x="9744" y="49544"/>
                    <a:pt x="12790" y="49544"/>
                    <a:pt x="13399" y="49544"/>
                  </a:cubicBezTo>
                  <a:cubicBezTo>
                    <a:pt x="15836" y="49544"/>
                    <a:pt x="16750" y="48942"/>
                    <a:pt x="17359" y="46230"/>
                  </a:cubicBezTo>
                  <a:cubicBezTo>
                    <a:pt x="27716" y="14289"/>
                    <a:pt x="47822" y="6756"/>
                    <a:pt x="58179" y="6756"/>
                  </a:cubicBezTo>
                  <a:cubicBezTo>
                    <a:pt x="63966" y="6756"/>
                    <a:pt x="74628" y="9468"/>
                    <a:pt x="74628" y="26945"/>
                  </a:cubicBezTo>
                  <a:cubicBezTo>
                    <a:pt x="74628" y="36286"/>
                    <a:pt x="69450" y="56475"/>
                    <a:pt x="58179" y="98661"/>
                  </a:cubicBezTo>
                  <a:cubicBezTo>
                    <a:pt x="53305" y="117343"/>
                    <a:pt x="42643" y="129998"/>
                    <a:pt x="29240" y="129998"/>
                  </a:cubicBezTo>
                  <a:cubicBezTo>
                    <a:pt x="27412" y="129998"/>
                    <a:pt x="20406" y="129998"/>
                    <a:pt x="14008" y="126081"/>
                  </a:cubicBezTo>
                  <a:cubicBezTo>
                    <a:pt x="21624" y="124575"/>
                    <a:pt x="28326" y="118247"/>
                    <a:pt x="28326" y="109810"/>
                  </a:cubicBezTo>
                  <a:cubicBezTo>
                    <a:pt x="28326" y="101674"/>
                    <a:pt x="21624" y="99263"/>
                    <a:pt x="17055" y="99263"/>
                  </a:cubicBezTo>
                  <a:cubicBezTo>
                    <a:pt x="7916" y="99263"/>
                    <a:pt x="300" y="107098"/>
                    <a:pt x="300" y="116740"/>
                  </a:cubicBezTo>
                  <a:cubicBezTo>
                    <a:pt x="300" y="130601"/>
                    <a:pt x="15532" y="136628"/>
                    <a:pt x="28935" y="136628"/>
                  </a:cubicBezTo>
                  <a:cubicBezTo>
                    <a:pt x="49040" y="136628"/>
                    <a:pt x="60006" y="115535"/>
                    <a:pt x="60920" y="113727"/>
                  </a:cubicBezTo>
                  <a:cubicBezTo>
                    <a:pt x="64576" y="124876"/>
                    <a:pt x="75542" y="136628"/>
                    <a:pt x="93819" y="136628"/>
                  </a:cubicBezTo>
                  <a:cubicBezTo>
                    <a:pt x="125196" y="136628"/>
                    <a:pt x="142559" y="97757"/>
                    <a:pt x="142559" y="90223"/>
                  </a:cubicBezTo>
                  <a:cubicBezTo>
                    <a:pt x="142559" y="87210"/>
                    <a:pt x="139817" y="87210"/>
                    <a:pt x="138904" y="87210"/>
                  </a:cubicBezTo>
                  <a:cubicBezTo>
                    <a:pt x="136162" y="87210"/>
                    <a:pt x="135553" y="88415"/>
                    <a:pt x="134943" y="90525"/>
                  </a:cubicBezTo>
                  <a:cubicBezTo>
                    <a:pt x="124891" y="122767"/>
                    <a:pt x="104177" y="129998"/>
                    <a:pt x="94429" y="129998"/>
                  </a:cubicBezTo>
                  <a:cubicBezTo>
                    <a:pt x="82548" y="129998"/>
                    <a:pt x="77674" y="120356"/>
                    <a:pt x="77674" y="110111"/>
                  </a:cubicBezTo>
                  <a:cubicBezTo>
                    <a:pt x="77674" y="103482"/>
                    <a:pt x="79502" y="96853"/>
                    <a:pt x="82853" y="83594"/>
                  </a:cubicBezTo>
                  <a:lnTo>
                    <a:pt x="93210" y="4231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47B6137A-74D3-944B-6E1B-720037E45D4D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2889352" y="6724451"/>
              <a:ext cx="53522" cy="109260"/>
            </a:xfrm>
            <a:custGeom>
              <a:avLst/>
              <a:gdLst>
                <a:gd name="csX0" fmla="*/ 51909 w 53522"/>
                <a:gd name="csY0" fmla="*/ 18474 h 109260"/>
                <a:gd name="csX1" fmla="*/ 53828 w 53522"/>
                <a:gd name="csY1" fmla="*/ 11724 h 109260"/>
                <a:gd name="csX2" fmla="*/ 41247 w 53522"/>
                <a:gd name="csY2" fmla="*/ 123 h 109260"/>
                <a:gd name="csX3" fmla="*/ 29519 w 53522"/>
                <a:gd name="csY3" fmla="*/ 10037 h 109260"/>
                <a:gd name="csX4" fmla="*/ 1372 w 53522"/>
                <a:gd name="csY4" fmla="*/ 101368 h 109260"/>
                <a:gd name="csX5" fmla="*/ 306 w 53522"/>
                <a:gd name="csY5" fmla="*/ 104743 h 109260"/>
                <a:gd name="csX6" fmla="*/ 8622 w 53522"/>
                <a:gd name="csY6" fmla="*/ 109384 h 109260"/>
                <a:gd name="csX7" fmla="*/ 11821 w 53522"/>
                <a:gd name="csY7" fmla="*/ 105798 h 109260"/>
                <a:gd name="csX8" fmla="*/ 51909 w 53522"/>
                <a:gd name="csY8" fmla="*/ 18474 h 109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3522" h="109260">
                  <a:moveTo>
                    <a:pt x="51909" y="18474"/>
                  </a:moveTo>
                  <a:cubicBezTo>
                    <a:pt x="53615" y="14888"/>
                    <a:pt x="53828" y="13200"/>
                    <a:pt x="53828" y="11724"/>
                  </a:cubicBezTo>
                  <a:cubicBezTo>
                    <a:pt x="53828" y="5185"/>
                    <a:pt x="47858" y="123"/>
                    <a:pt x="41247" y="123"/>
                  </a:cubicBezTo>
                  <a:cubicBezTo>
                    <a:pt x="33144" y="123"/>
                    <a:pt x="30586" y="6662"/>
                    <a:pt x="29519" y="10037"/>
                  </a:cubicBezTo>
                  <a:lnTo>
                    <a:pt x="1372" y="101368"/>
                  </a:lnTo>
                  <a:cubicBezTo>
                    <a:pt x="1159" y="101790"/>
                    <a:pt x="306" y="104532"/>
                    <a:pt x="306" y="104743"/>
                  </a:cubicBezTo>
                  <a:cubicBezTo>
                    <a:pt x="306" y="107274"/>
                    <a:pt x="6916" y="109384"/>
                    <a:pt x="8622" y="109384"/>
                  </a:cubicBezTo>
                  <a:cubicBezTo>
                    <a:pt x="10115" y="109384"/>
                    <a:pt x="10328" y="108962"/>
                    <a:pt x="11821" y="105798"/>
                  </a:cubicBezTo>
                  <a:lnTo>
                    <a:pt x="51909" y="18474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02B8C061-99F9-BE3E-7315-73EBB712909B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13085446" y="6740780"/>
              <a:ext cx="12184" cy="301325"/>
            </a:xfrm>
            <a:custGeom>
              <a:avLst/>
              <a:gdLst>
                <a:gd name="csX0" fmla="*/ 12497 w 12184"/>
                <a:gd name="csY0" fmla="*/ 10975 h 301325"/>
                <a:gd name="csX1" fmla="*/ 6404 w 12184"/>
                <a:gd name="csY1" fmla="*/ 127 h 301325"/>
                <a:gd name="csX2" fmla="*/ 312 w 12184"/>
                <a:gd name="csY2" fmla="*/ 10975 h 301325"/>
                <a:gd name="csX3" fmla="*/ 312 w 12184"/>
                <a:gd name="csY3" fmla="*/ 290605 h 301325"/>
                <a:gd name="csX4" fmla="*/ 6404 w 12184"/>
                <a:gd name="csY4" fmla="*/ 301453 h 301325"/>
                <a:gd name="csX5" fmla="*/ 12497 w 12184"/>
                <a:gd name="csY5" fmla="*/ 290605 h 301325"/>
                <a:gd name="csX6" fmla="*/ 12497 w 12184"/>
                <a:gd name="csY6" fmla="*/ 10975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84" h="301325">
                  <a:moveTo>
                    <a:pt x="12497" y="10975"/>
                  </a:moveTo>
                  <a:cubicBezTo>
                    <a:pt x="12497" y="5551"/>
                    <a:pt x="12497" y="127"/>
                    <a:pt x="6404" y="127"/>
                  </a:cubicBezTo>
                  <a:cubicBezTo>
                    <a:pt x="312" y="127"/>
                    <a:pt x="312" y="5551"/>
                    <a:pt x="312" y="10975"/>
                  </a:cubicBezTo>
                  <a:lnTo>
                    <a:pt x="312" y="290605"/>
                  </a:lnTo>
                  <a:cubicBezTo>
                    <a:pt x="312" y="296029"/>
                    <a:pt x="312" y="301453"/>
                    <a:pt x="6404" y="301453"/>
                  </a:cubicBezTo>
                  <a:cubicBezTo>
                    <a:pt x="12497" y="301453"/>
                    <a:pt x="12497" y="296029"/>
                    <a:pt x="12497" y="290605"/>
                  </a:cubicBezTo>
                  <a:lnTo>
                    <a:pt x="12497" y="10975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6A03A3EB-7C40-46AB-7FC8-56603F068B1C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3251937" y="6740780"/>
              <a:ext cx="67930" cy="301325"/>
            </a:xfrm>
            <a:custGeom>
              <a:avLst/>
              <a:gdLst>
                <a:gd name="csX0" fmla="*/ 66725 w 67930"/>
                <a:gd name="csY0" fmla="*/ 11577 h 301325"/>
                <a:gd name="csX1" fmla="*/ 68248 w 67930"/>
                <a:gd name="csY1" fmla="*/ 6154 h 301325"/>
                <a:gd name="csX2" fmla="*/ 62156 w 67930"/>
                <a:gd name="csY2" fmla="*/ 127 h 301325"/>
                <a:gd name="csX3" fmla="*/ 55149 w 67930"/>
                <a:gd name="csY3" fmla="*/ 7058 h 301325"/>
                <a:gd name="csX4" fmla="*/ 1840 w 67930"/>
                <a:gd name="csY4" fmla="*/ 145366 h 301325"/>
                <a:gd name="csX5" fmla="*/ 317 w 67930"/>
                <a:gd name="csY5" fmla="*/ 150790 h 301325"/>
                <a:gd name="csX6" fmla="*/ 1840 w 67930"/>
                <a:gd name="csY6" fmla="*/ 155912 h 301325"/>
                <a:gd name="csX7" fmla="*/ 55149 w 67930"/>
                <a:gd name="csY7" fmla="*/ 294221 h 301325"/>
                <a:gd name="csX8" fmla="*/ 62156 w 67930"/>
                <a:gd name="csY8" fmla="*/ 301453 h 301325"/>
                <a:gd name="csX9" fmla="*/ 68248 w 67930"/>
                <a:gd name="csY9" fmla="*/ 295426 h 301325"/>
                <a:gd name="csX10" fmla="*/ 66725 w 67930"/>
                <a:gd name="csY10" fmla="*/ 290605 h 301325"/>
                <a:gd name="csX11" fmla="*/ 12807 w 67930"/>
                <a:gd name="csY11" fmla="*/ 150790 h 301325"/>
                <a:gd name="csX12" fmla="*/ 66725 w 67930"/>
                <a:gd name="csY12" fmla="*/ 11577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930" h="301325">
                  <a:moveTo>
                    <a:pt x="66725" y="11577"/>
                  </a:moveTo>
                  <a:cubicBezTo>
                    <a:pt x="68248" y="8263"/>
                    <a:pt x="68248" y="7660"/>
                    <a:pt x="68248" y="6154"/>
                  </a:cubicBezTo>
                  <a:cubicBezTo>
                    <a:pt x="68248" y="2839"/>
                    <a:pt x="65506" y="127"/>
                    <a:pt x="62156" y="127"/>
                  </a:cubicBezTo>
                  <a:cubicBezTo>
                    <a:pt x="59414" y="127"/>
                    <a:pt x="57282" y="1634"/>
                    <a:pt x="55149" y="7058"/>
                  </a:cubicBezTo>
                  <a:lnTo>
                    <a:pt x="1840" y="145366"/>
                  </a:lnTo>
                  <a:cubicBezTo>
                    <a:pt x="1231" y="147174"/>
                    <a:pt x="317" y="148982"/>
                    <a:pt x="317" y="150790"/>
                  </a:cubicBezTo>
                  <a:cubicBezTo>
                    <a:pt x="317" y="151694"/>
                    <a:pt x="317" y="152296"/>
                    <a:pt x="1840" y="155912"/>
                  </a:cubicBezTo>
                  <a:lnTo>
                    <a:pt x="55149" y="294221"/>
                  </a:lnTo>
                  <a:cubicBezTo>
                    <a:pt x="56368" y="297535"/>
                    <a:pt x="57891" y="301453"/>
                    <a:pt x="62156" y="301453"/>
                  </a:cubicBezTo>
                  <a:cubicBezTo>
                    <a:pt x="65506" y="301453"/>
                    <a:pt x="68248" y="298741"/>
                    <a:pt x="68248" y="295426"/>
                  </a:cubicBezTo>
                  <a:cubicBezTo>
                    <a:pt x="68248" y="294522"/>
                    <a:pt x="68248" y="293919"/>
                    <a:pt x="66725" y="290605"/>
                  </a:cubicBezTo>
                  <a:lnTo>
                    <a:pt x="12807" y="150790"/>
                  </a:lnTo>
                  <a:lnTo>
                    <a:pt x="66725" y="11577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8C69D83D-AB02-1179-E621-2B01D38B3DAE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3358826" y="6834191"/>
              <a:ext cx="117888" cy="134391"/>
            </a:xfrm>
            <a:custGeom>
              <a:avLst/>
              <a:gdLst>
                <a:gd name="csX0" fmla="*/ 69166 w 117888"/>
                <a:gd name="csY0" fmla="*/ 55872 h 134391"/>
                <a:gd name="csX1" fmla="*/ 48451 w 117888"/>
                <a:gd name="csY1" fmla="*/ 52256 h 134391"/>
                <a:gd name="csX2" fmla="*/ 18903 w 117888"/>
                <a:gd name="csY2" fmla="*/ 35683 h 134391"/>
                <a:gd name="csX3" fmla="*/ 57590 w 117888"/>
                <a:gd name="csY3" fmla="*/ 18508 h 134391"/>
                <a:gd name="csX4" fmla="*/ 88052 w 117888"/>
                <a:gd name="csY4" fmla="*/ 35382 h 134391"/>
                <a:gd name="csX5" fmla="*/ 98409 w 117888"/>
                <a:gd name="csY5" fmla="*/ 45627 h 134391"/>
                <a:gd name="csX6" fmla="*/ 109071 w 117888"/>
                <a:gd name="csY6" fmla="*/ 33273 h 134391"/>
                <a:gd name="csX7" fmla="*/ 109071 w 117888"/>
                <a:gd name="csY7" fmla="*/ 12481 h 134391"/>
                <a:gd name="csX8" fmla="*/ 99933 w 117888"/>
                <a:gd name="csY8" fmla="*/ 127 h 134391"/>
                <a:gd name="csX9" fmla="*/ 90794 w 117888"/>
                <a:gd name="csY9" fmla="*/ 6455 h 134391"/>
                <a:gd name="csX10" fmla="*/ 58199 w 117888"/>
                <a:gd name="csY10" fmla="*/ 127 h 134391"/>
                <a:gd name="csX11" fmla="*/ 321 w 117888"/>
                <a:gd name="csY11" fmla="*/ 35683 h 134391"/>
                <a:gd name="csX12" fmla="*/ 60332 w 117888"/>
                <a:gd name="csY12" fmla="*/ 72747 h 134391"/>
                <a:gd name="csX13" fmla="*/ 99628 w 117888"/>
                <a:gd name="csY13" fmla="*/ 95045 h 134391"/>
                <a:gd name="csX14" fmla="*/ 60636 w 117888"/>
                <a:gd name="csY14" fmla="*/ 116137 h 134391"/>
                <a:gd name="csX15" fmla="*/ 21645 w 117888"/>
                <a:gd name="csY15" fmla="*/ 89319 h 134391"/>
                <a:gd name="csX16" fmla="*/ 10983 w 117888"/>
                <a:gd name="csY16" fmla="*/ 80581 h 134391"/>
                <a:gd name="csX17" fmla="*/ 321 w 117888"/>
                <a:gd name="csY17" fmla="*/ 92935 h 134391"/>
                <a:gd name="csX18" fmla="*/ 321 w 117888"/>
                <a:gd name="csY18" fmla="*/ 122164 h 134391"/>
                <a:gd name="csX19" fmla="*/ 9460 w 117888"/>
                <a:gd name="csY19" fmla="*/ 134518 h 134391"/>
                <a:gd name="csX20" fmla="*/ 20731 w 117888"/>
                <a:gd name="csY20" fmla="*/ 123068 h 134391"/>
                <a:gd name="csX21" fmla="*/ 60332 w 117888"/>
                <a:gd name="csY21" fmla="*/ 134518 h 134391"/>
                <a:gd name="csX22" fmla="*/ 118210 w 117888"/>
                <a:gd name="csY22" fmla="*/ 95045 h 134391"/>
                <a:gd name="csX23" fmla="*/ 69166 w 117888"/>
                <a:gd name="csY23" fmla="*/ 55872 h 1343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888" h="134391">
                  <a:moveTo>
                    <a:pt x="69166" y="55872"/>
                  </a:moveTo>
                  <a:cubicBezTo>
                    <a:pt x="62159" y="54667"/>
                    <a:pt x="56067" y="53763"/>
                    <a:pt x="48451" y="52256"/>
                  </a:cubicBezTo>
                  <a:cubicBezTo>
                    <a:pt x="39617" y="51051"/>
                    <a:pt x="18903" y="47435"/>
                    <a:pt x="18903" y="35683"/>
                  </a:cubicBezTo>
                  <a:cubicBezTo>
                    <a:pt x="18903" y="27849"/>
                    <a:pt x="28651" y="18508"/>
                    <a:pt x="57590" y="18508"/>
                  </a:cubicBezTo>
                  <a:cubicBezTo>
                    <a:pt x="82874" y="18508"/>
                    <a:pt x="87138" y="27548"/>
                    <a:pt x="88052" y="35382"/>
                  </a:cubicBezTo>
                  <a:cubicBezTo>
                    <a:pt x="88357" y="40505"/>
                    <a:pt x="88966" y="45627"/>
                    <a:pt x="98409" y="45627"/>
                  </a:cubicBezTo>
                  <a:cubicBezTo>
                    <a:pt x="109071" y="45627"/>
                    <a:pt x="109071" y="39299"/>
                    <a:pt x="109071" y="33273"/>
                  </a:cubicBezTo>
                  <a:lnTo>
                    <a:pt x="109071" y="12481"/>
                  </a:lnTo>
                  <a:cubicBezTo>
                    <a:pt x="109071" y="7660"/>
                    <a:pt x="109071" y="127"/>
                    <a:pt x="99933" y="127"/>
                  </a:cubicBezTo>
                  <a:cubicBezTo>
                    <a:pt x="92622" y="127"/>
                    <a:pt x="91403" y="4346"/>
                    <a:pt x="90794" y="6455"/>
                  </a:cubicBezTo>
                  <a:cubicBezTo>
                    <a:pt x="77391" y="127"/>
                    <a:pt x="63987" y="127"/>
                    <a:pt x="58199" y="127"/>
                  </a:cubicBezTo>
                  <a:cubicBezTo>
                    <a:pt x="7327" y="127"/>
                    <a:pt x="321" y="24836"/>
                    <a:pt x="321" y="35683"/>
                  </a:cubicBezTo>
                  <a:cubicBezTo>
                    <a:pt x="321" y="63405"/>
                    <a:pt x="32306" y="68528"/>
                    <a:pt x="60332" y="72747"/>
                  </a:cubicBezTo>
                  <a:cubicBezTo>
                    <a:pt x="75258" y="75157"/>
                    <a:pt x="99628" y="79074"/>
                    <a:pt x="99628" y="95045"/>
                  </a:cubicBezTo>
                  <a:cubicBezTo>
                    <a:pt x="99628" y="106194"/>
                    <a:pt x="88357" y="116137"/>
                    <a:pt x="60636" y="116137"/>
                  </a:cubicBezTo>
                  <a:cubicBezTo>
                    <a:pt x="46319" y="116137"/>
                    <a:pt x="29260" y="112823"/>
                    <a:pt x="21645" y="89319"/>
                  </a:cubicBezTo>
                  <a:cubicBezTo>
                    <a:pt x="20122" y="83896"/>
                    <a:pt x="18903" y="80581"/>
                    <a:pt x="10983" y="80581"/>
                  </a:cubicBezTo>
                  <a:cubicBezTo>
                    <a:pt x="321" y="80581"/>
                    <a:pt x="321" y="86909"/>
                    <a:pt x="321" y="92935"/>
                  </a:cubicBezTo>
                  <a:lnTo>
                    <a:pt x="321" y="122164"/>
                  </a:lnTo>
                  <a:cubicBezTo>
                    <a:pt x="321" y="126985"/>
                    <a:pt x="321" y="134518"/>
                    <a:pt x="9460" y="134518"/>
                  </a:cubicBezTo>
                  <a:cubicBezTo>
                    <a:pt x="12201" y="134518"/>
                    <a:pt x="17075" y="134217"/>
                    <a:pt x="20731" y="123068"/>
                  </a:cubicBezTo>
                  <a:cubicBezTo>
                    <a:pt x="35657" y="133916"/>
                    <a:pt x="51802" y="134518"/>
                    <a:pt x="60332" y="134518"/>
                  </a:cubicBezTo>
                  <a:cubicBezTo>
                    <a:pt x="108462" y="134518"/>
                    <a:pt x="118210" y="109508"/>
                    <a:pt x="118210" y="95045"/>
                  </a:cubicBezTo>
                  <a:cubicBezTo>
                    <a:pt x="118210" y="63707"/>
                    <a:pt x="78914" y="57379"/>
                    <a:pt x="69166" y="55872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4C3B2065-B26A-5CC8-C182-7C6F853A6F19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3513572" y="6740780"/>
              <a:ext cx="67930" cy="301325"/>
            </a:xfrm>
            <a:custGeom>
              <a:avLst/>
              <a:gdLst>
                <a:gd name="csX0" fmla="*/ 66734 w 67930"/>
                <a:gd name="csY0" fmla="*/ 155912 h 301325"/>
                <a:gd name="csX1" fmla="*/ 68257 w 67930"/>
                <a:gd name="csY1" fmla="*/ 150790 h 301325"/>
                <a:gd name="csX2" fmla="*/ 66734 w 67930"/>
                <a:gd name="csY2" fmla="*/ 145667 h 301325"/>
                <a:gd name="csX3" fmla="*/ 13425 w 67930"/>
                <a:gd name="csY3" fmla="*/ 7058 h 301325"/>
                <a:gd name="csX4" fmla="*/ 6419 w 67930"/>
                <a:gd name="csY4" fmla="*/ 127 h 301325"/>
                <a:gd name="csX5" fmla="*/ 326 w 67930"/>
                <a:gd name="csY5" fmla="*/ 6154 h 301325"/>
                <a:gd name="csX6" fmla="*/ 1849 w 67930"/>
                <a:gd name="csY6" fmla="*/ 10975 h 301325"/>
                <a:gd name="csX7" fmla="*/ 55768 w 67930"/>
                <a:gd name="csY7" fmla="*/ 150790 h 301325"/>
                <a:gd name="csX8" fmla="*/ 1849 w 67930"/>
                <a:gd name="csY8" fmla="*/ 290002 h 301325"/>
                <a:gd name="csX9" fmla="*/ 326 w 67930"/>
                <a:gd name="csY9" fmla="*/ 295426 h 301325"/>
                <a:gd name="csX10" fmla="*/ 6419 w 67930"/>
                <a:gd name="csY10" fmla="*/ 301453 h 301325"/>
                <a:gd name="csX11" fmla="*/ 12816 w 67930"/>
                <a:gd name="csY11" fmla="*/ 295426 h 301325"/>
                <a:gd name="csX12" fmla="*/ 66734 w 67930"/>
                <a:gd name="csY12" fmla="*/ 155912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930" h="301325">
                  <a:moveTo>
                    <a:pt x="66734" y="155912"/>
                  </a:moveTo>
                  <a:cubicBezTo>
                    <a:pt x="68257" y="152296"/>
                    <a:pt x="68257" y="151694"/>
                    <a:pt x="68257" y="150790"/>
                  </a:cubicBezTo>
                  <a:cubicBezTo>
                    <a:pt x="68257" y="149886"/>
                    <a:pt x="68257" y="149283"/>
                    <a:pt x="66734" y="145667"/>
                  </a:cubicBezTo>
                  <a:lnTo>
                    <a:pt x="13425" y="7058"/>
                  </a:lnTo>
                  <a:cubicBezTo>
                    <a:pt x="11597" y="1935"/>
                    <a:pt x="9770" y="127"/>
                    <a:pt x="6419" y="127"/>
                  </a:cubicBezTo>
                  <a:cubicBezTo>
                    <a:pt x="3068" y="127"/>
                    <a:pt x="326" y="2839"/>
                    <a:pt x="326" y="6154"/>
                  </a:cubicBezTo>
                  <a:cubicBezTo>
                    <a:pt x="326" y="7058"/>
                    <a:pt x="326" y="7660"/>
                    <a:pt x="1849" y="10975"/>
                  </a:cubicBezTo>
                  <a:lnTo>
                    <a:pt x="55768" y="150790"/>
                  </a:lnTo>
                  <a:lnTo>
                    <a:pt x="1849" y="290002"/>
                  </a:lnTo>
                  <a:cubicBezTo>
                    <a:pt x="326" y="293317"/>
                    <a:pt x="326" y="293919"/>
                    <a:pt x="326" y="295426"/>
                  </a:cubicBezTo>
                  <a:cubicBezTo>
                    <a:pt x="326" y="298741"/>
                    <a:pt x="3068" y="301453"/>
                    <a:pt x="6419" y="301453"/>
                  </a:cubicBezTo>
                  <a:cubicBezTo>
                    <a:pt x="10379" y="301453"/>
                    <a:pt x="11597" y="298439"/>
                    <a:pt x="12816" y="295426"/>
                  </a:cubicBezTo>
                  <a:lnTo>
                    <a:pt x="66734" y="155912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37DA488E-46B7-B37C-6697-E7ABFAA90881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13632646" y="6740780"/>
              <a:ext cx="70672" cy="301325"/>
            </a:xfrm>
            <a:custGeom>
              <a:avLst/>
              <a:gdLst>
                <a:gd name="csX0" fmla="*/ 71003 w 70672"/>
                <a:gd name="csY0" fmla="*/ 150790 h 301325"/>
                <a:gd name="csX1" fmla="*/ 50898 w 70672"/>
                <a:gd name="csY1" fmla="*/ 56776 h 301325"/>
                <a:gd name="csX2" fmla="*/ 3376 w 70672"/>
                <a:gd name="csY2" fmla="*/ 127 h 301325"/>
                <a:gd name="csX3" fmla="*/ 330 w 70672"/>
                <a:gd name="csY3" fmla="*/ 3140 h 301325"/>
                <a:gd name="csX4" fmla="*/ 6118 w 70672"/>
                <a:gd name="csY4" fmla="*/ 10071 h 301325"/>
                <a:gd name="csX5" fmla="*/ 53335 w 70672"/>
                <a:gd name="csY5" fmla="*/ 150790 h 301325"/>
                <a:gd name="csX6" fmla="*/ 4290 w 70672"/>
                <a:gd name="csY6" fmla="*/ 293317 h 301325"/>
                <a:gd name="csX7" fmla="*/ 330 w 70672"/>
                <a:gd name="csY7" fmla="*/ 298439 h 301325"/>
                <a:gd name="csX8" fmla="*/ 3376 w 70672"/>
                <a:gd name="csY8" fmla="*/ 301453 h 301325"/>
                <a:gd name="csX9" fmla="*/ 51811 w 70672"/>
                <a:gd name="csY9" fmla="*/ 242694 h 301325"/>
                <a:gd name="csX10" fmla="*/ 71003 w 70672"/>
                <a:gd name="csY10" fmla="*/ 150790 h 301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672" h="301325">
                  <a:moveTo>
                    <a:pt x="71003" y="150790"/>
                  </a:moveTo>
                  <a:cubicBezTo>
                    <a:pt x="71003" y="127286"/>
                    <a:pt x="67652" y="90826"/>
                    <a:pt x="50898" y="56776"/>
                  </a:cubicBezTo>
                  <a:cubicBezTo>
                    <a:pt x="32620" y="19713"/>
                    <a:pt x="6423" y="127"/>
                    <a:pt x="3376" y="127"/>
                  </a:cubicBezTo>
                  <a:cubicBezTo>
                    <a:pt x="1549" y="127"/>
                    <a:pt x="330" y="1332"/>
                    <a:pt x="330" y="3140"/>
                  </a:cubicBezTo>
                  <a:cubicBezTo>
                    <a:pt x="330" y="4044"/>
                    <a:pt x="330" y="4647"/>
                    <a:pt x="6118" y="10071"/>
                  </a:cubicBezTo>
                  <a:cubicBezTo>
                    <a:pt x="35971" y="39902"/>
                    <a:pt x="53335" y="87813"/>
                    <a:pt x="53335" y="150790"/>
                  </a:cubicBezTo>
                  <a:cubicBezTo>
                    <a:pt x="53335" y="202316"/>
                    <a:pt x="42063" y="255350"/>
                    <a:pt x="4290" y="293317"/>
                  </a:cubicBezTo>
                  <a:cubicBezTo>
                    <a:pt x="330" y="296933"/>
                    <a:pt x="330" y="297535"/>
                    <a:pt x="330" y="298439"/>
                  </a:cubicBezTo>
                  <a:cubicBezTo>
                    <a:pt x="330" y="300247"/>
                    <a:pt x="1549" y="301453"/>
                    <a:pt x="3376" y="301453"/>
                  </a:cubicBezTo>
                  <a:cubicBezTo>
                    <a:pt x="6423" y="301453"/>
                    <a:pt x="33839" y="280962"/>
                    <a:pt x="51811" y="242694"/>
                  </a:cubicBezTo>
                  <a:cubicBezTo>
                    <a:pt x="67347" y="209548"/>
                    <a:pt x="71003" y="176101"/>
                    <a:pt x="71003" y="150790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D7872FF7-4F64-31A1-EA38-55CC6C13EB07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13835422" y="6856188"/>
              <a:ext cx="202573" cy="70510"/>
            </a:xfrm>
            <a:custGeom>
              <a:avLst/>
              <a:gdLst>
                <a:gd name="csX0" fmla="*/ 192554 w 202573"/>
                <a:gd name="csY0" fmla="*/ 12180 h 70510"/>
                <a:gd name="csX1" fmla="*/ 202911 w 202573"/>
                <a:gd name="csY1" fmla="*/ 6154 h 70510"/>
                <a:gd name="csX2" fmla="*/ 192858 w 202573"/>
                <a:gd name="csY2" fmla="*/ 127 h 70510"/>
                <a:gd name="csX3" fmla="*/ 10389 w 202573"/>
                <a:gd name="csY3" fmla="*/ 127 h 70510"/>
                <a:gd name="csX4" fmla="*/ 337 w 202573"/>
                <a:gd name="csY4" fmla="*/ 6154 h 70510"/>
                <a:gd name="csX5" fmla="*/ 10694 w 202573"/>
                <a:gd name="csY5" fmla="*/ 12180 h 70510"/>
                <a:gd name="csX6" fmla="*/ 192554 w 202573"/>
                <a:gd name="csY6" fmla="*/ 12180 h 70510"/>
                <a:gd name="csX7" fmla="*/ 192858 w 202573"/>
                <a:gd name="csY7" fmla="*/ 70637 h 70510"/>
                <a:gd name="csX8" fmla="*/ 202911 w 202573"/>
                <a:gd name="csY8" fmla="*/ 64611 h 70510"/>
                <a:gd name="csX9" fmla="*/ 192554 w 202573"/>
                <a:gd name="csY9" fmla="*/ 58584 h 70510"/>
                <a:gd name="csX10" fmla="*/ 10694 w 202573"/>
                <a:gd name="csY10" fmla="*/ 58584 h 70510"/>
                <a:gd name="csX11" fmla="*/ 337 w 202573"/>
                <a:gd name="csY11" fmla="*/ 64611 h 70510"/>
                <a:gd name="csX12" fmla="*/ 10389 w 202573"/>
                <a:gd name="csY12" fmla="*/ 70637 h 70510"/>
                <a:gd name="csX13" fmla="*/ 192858 w 202573"/>
                <a:gd name="csY13" fmla="*/ 70637 h 7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2573" h="70510">
                  <a:moveTo>
                    <a:pt x="192554" y="12180"/>
                  </a:moveTo>
                  <a:cubicBezTo>
                    <a:pt x="197123" y="12180"/>
                    <a:pt x="202911" y="12180"/>
                    <a:pt x="202911" y="6154"/>
                  </a:cubicBezTo>
                  <a:cubicBezTo>
                    <a:pt x="202911" y="127"/>
                    <a:pt x="197123" y="127"/>
                    <a:pt x="192858" y="127"/>
                  </a:cubicBezTo>
                  <a:lnTo>
                    <a:pt x="10389" y="127"/>
                  </a:lnTo>
                  <a:cubicBezTo>
                    <a:pt x="6125" y="127"/>
                    <a:pt x="337" y="127"/>
                    <a:pt x="337" y="6154"/>
                  </a:cubicBezTo>
                  <a:cubicBezTo>
                    <a:pt x="337" y="12180"/>
                    <a:pt x="6125" y="12180"/>
                    <a:pt x="10694" y="12180"/>
                  </a:cubicBezTo>
                  <a:lnTo>
                    <a:pt x="192554" y="12180"/>
                  </a:lnTo>
                  <a:close/>
                  <a:moveTo>
                    <a:pt x="192858" y="70637"/>
                  </a:moveTo>
                  <a:cubicBezTo>
                    <a:pt x="197123" y="70637"/>
                    <a:pt x="202911" y="70637"/>
                    <a:pt x="202911" y="64611"/>
                  </a:cubicBezTo>
                  <a:cubicBezTo>
                    <a:pt x="202911" y="58584"/>
                    <a:pt x="197123" y="58584"/>
                    <a:pt x="192554" y="58584"/>
                  </a:cubicBezTo>
                  <a:lnTo>
                    <a:pt x="10694" y="58584"/>
                  </a:lnTo>
                  <a:cubicBezTo>
                    <a:pt x="6125" y="58584"/>
                    <a:pt x="337" y="58584"/>
                    <a:pt x="337" y="64611"/>
                  </a:cubicBezTo>
                  <a:cubicBezTo>
                    <a:pt x="337" y="70637"/>
                    <a:pt x="6125" y="70637"/>
                    <a:pt x="10389" y="70637"/>
                  </a:cubicBezTo>
                  <a:lnTo>
                    <a:pt x="192858" y="70637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4AC9983C-91AC-8D08-CEE0-4D52195E18F9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14167019" y="6766092"/>
              <a:ext cx="100525" cy="200682"/>
            </a:xfrm>
            <a:custGeom>
              <a:avLst/>
              <a:gdLst>
                <a:gd name="csX0" fmla="*/ 62795 w 100525"/>
                <a:gd name="csY0" fmla="*/ 7961 h 200682"/>
                <a:gd name="csX1" fmla="*/ 55789 w 100525"/>
                <a:gd name="csY1" fmla="*/ 127 h 200682"/>
                <a:gd name="csX2" fmla="*/ 347 w 100525"/>
                <a:gd name="csY2" fmla="*/ 19412 h 200682"/>
                <a:gd name="csX3" fmla="*/ 347 w 100525"/>
                <a:gd name="csY3" fmla="*/ 28753 h 200682"/>
                <a:gd name="csX4" fmla="*/ 40253 w 100525"/>
                <a:gd name="csY4" fmla="*/ 20918 h 200682"/>
                <a:gd name="csX5" fmla="*/ 40253 w 100525"/>
                <a:gd name="csY5" fmla="*/ 177005 h 200682"/>
                <a:gd name="csX6" fmla="*/ 11923 w 100525"/>
                <a:gd name="csY6" fmla="*/ 191469 h 200682"/>
                <a:gd name="csX7" fmla="*/ 2175 w 100525"/>
                <a:gd name="csY7" fmla="*/ 191469 h 200682"/>
                <a:gd name="csX8" fmla="*/ 2175 w 100525"/>
                <a:gd name="csY8" fmla="*/ 200810 h 200682"/>
                <a:gd name="csX9" fmla="*/ 51524 w 100525"/>
                <a:gd name="csY9" fmla="*/ 199906 h 200682"/>
                <a:gd name="csX10" fmla="*/ 100873 w 100525"/>
                <a:gd name="csY10" fmla="*/ 200810 h 200682"/>
                <a:gd name="csX11" fmla="*/ 100873 w 100525"/>
                <a:gd name="csY11" fmla="*/ 191469 h 200682"/>
                <a:gd name="csX12" fmla="*/ 91125 w 100525"/>
                <a:gd name="csY12" fmla="*/ 191469 h 200682"/>
                <a:gd name="csX13" fmla="*/ 62795 w 100525"/>
                <a:gd name="csY13" fmla="*/ 177005 h 200682"/>
                <a:gd name="csX14" fmla="*/ 62795 w 100525"/>
                <a:gd name="csY14" fmla="*/ 7961 h 200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0525" h="200682">
                  <a:moveTo>
                    <a:pt x="62795" y="7961"/>
                  </a:moveTo>
                  <a:cubicBezTo>
                    <a:pt x="62795" y="730"/>
                    <a:pt x="62795" y="127"/>
                    <a:pt x="55789" y="127"/>
                  </a:cubicBezTo>
                  <a:cubicBezTo>
                    <a:pt x="36902" y="19412"/>
                    <a:pt x="10095" y="19412"/>
                    <a:pt x="347" y="19412"/>
                  </a:cubicBezTo>
                  <a:lnTo>
                    <a:pt x="347" y="28753"/>
                  </a:lnTo>
                  <a:cubicBezTo>
                    <a:pt x="6440" y="28753"/>
                    <a:pt x="24413" y="28753"/>
                    <a:pt x="40253" y="20918"/>
                  </a:cubicBezTo>
                  <a:lnTo>
                    <a:pt x="40253" y="177005"/>
                  </a:lnTo>
                  <a:cubicBezTo>
                    <a:pt x="40253" y="187853"/>
                    <a:pt x="39339" y="191469"/>
                    <a:pt x="11923" y="191469"/>
                  </a:cubicBezTo>
                  <a:lnTo>
                    <a:pt x="2175" y="191469"/>
                  </a:lnTo>
                  <a:lnTo>
                    <a:pt x="2175" y="200810"/>
                  </a:lnTo>
                  <a:cubicBezTo>
                    <a:pt x="12837" y="199906"/>
                    <a:pt x="39339" y="199906"/>
                    <a:pt x="51524" y="199906"/>
                  </a:cubicBezTo>
                  <a:cubicBezTo>
                    <a:pt x="63709" y="199906"/>
                    <a:pt x="90211" y="199906"/>
                    <a:pt x="100873" y="200810"/>
                  </a:cubicBezTo>
                  <a:lnTo>
                    <a:pt x="100873" y="191469"/>
                  </a:lnTo>
                  <a:lnTo>
                    <a:pt x="91125" y="191469"/>
                  </a:lnTo>
                  <a:cubicBezTo>
                    <a:pt x="63709" y="191469"/>
                    <a:pt x="62795" y="188154"/>
                    <a:pt x="62795" y="177005"/>
                  </a:cubicBezTo>
                  <a:lnTo>
                    <a:pt x="62795" y="796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568" name="Group 567" descr="\documentclass{article}&#10;\usepackage{nunito}&#10;\usepackage[linguistics]{forest}&#10;\usepackage{amsmath,amssymb}&#10;\pagestyle{empty}&#10;\begin{document}&#10;&#10;\begin{align*}&#10;\sum_{n=1}^2\sum_{\mathbf{x}_{1:n}}P(\mathbf{x}_{1:n})= 1 + 1 = 2 &gt; 1&#10;\end{align*}&#10;&#10;&#10;\end{document}" title="IguanaTex Shape Display">
            <a:extLst>
              <a:ext uri="{FF2B5EF4-FFF2-40B4-BE49-F238E27FC236}">
                <a16:creationId xmlns:a16="http://schemas.microsoft.com/office/drawing/2014/main" id="{5A5696BC-6F78-E711-E528-A4CA31916BD1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005505" y="5389131"/>
            <a:ext cx="4180990" cy="909743"/>
            <a:chOff x="9210661" y="6736033"/>
            <a:chExt cx="4180990" cy="909743"/>
          </a:xfrm>
        </p:grpSpPr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EAE28919-A325-F6EE-37E9-F748ED5D2A4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382016" y="6736033"/>
              <a:ext cx="93783" cy="142358"/>
            </a:xfrm>
            <a:custGeom>
              <a:avLst/>
              <a:gdLst>
                <a:gd name="csX0" fmla="*/ 93954 w 93783"/>
                <a:gd name="csY0" fmla="*/ 103418 h 142358"/>
                <a:gd name="csX1" fmla="*/ 86740 w 93783"/>
                <a:gd name="csY1" fmla="*/ 103418 h 142358"/>
                <a:gd name="csX2" fmla="*/ 81223 w 93783"/>
                <a:gd name="csY2" fmla="*/ 122928 h 142358"/>
                <a:gd name="csX3" fmla="*/ 60217 w 93783"/>
                <a:gd name="csY3" fmla="*/ 124214 h 142358"/>
                <a:gd name="csX4" fmla="*/ 21176 w 93783"/>
                <a:gd name="csY4" fmla="*/ 124214 h 142358"/>
                <a:gd name="csX5" fmla="*/ 63612 w 93783"/>
                <a:gd name="csY5" fmla="*/ 88196 h 142358"/>
                <a:gd name="csX6" fmla="*/ 93954 w 93783"/>
                <a:gd name="csY6" fmla="*/ 41886 h 142358"/>
                <a:gd name="csX7" fmla="*/ 44303 w 93783"/>
                <a:gd name="csY7" fmla="*/ 79 h 142358"/>
                <a:gd name="csX8" fmla="*/ 170 w 93783"/>
                <a:gd name="csY8" fmla="*/ 38456 h 142358"/>
                <a:gd name="csX9" fmla="*/ 11415 w 93783"/>
                <a:gd name="csY9" fmla="*/ 50462 h 142358"/>
                <a:gd name="csX10" fmla="*/ 22661 w 93783"/>
                <a:gd name="csY10" fmla="*/ 39099 h 142358"/>
                <a:gd name="csX11" fmla="*/ 10142 w 93783"/>
                <a:gd name="csY11" fmla="*/ 27736 h 142358"/>
                <a:gd name="csX12" fmla="*/ 41121 w 93783"/>
                <a:gd name="csY12" fmla="*/ 7797 h 142358"/>
                <a:gd name="csX13" fmla="*/ 73372 w 93783"/>
                <a:gd name="csY13" fmla="*/ 41886 h 142358"/>
                <a:gd name="csX14" fmla="*/ 53427 w 93783"/>
                <a:gd name="csY14" fmla="*/ 83050 h 142358"/>
                <a:gd name="csX15" fmla="*/ 2292 w 93783"/>
                <a:gd name="csY15" fmla="*/ 134076 h 142358"/>
                <a:gd name="csX16" fmla="*/ 170 w 93783"/>
                <a:gd name="csY16" fmla="*/ 142438 h 142358"/>
                <a:gd name="csX17" fmla="*/ 87588 w 93783"/>
                <a:gd name="csY17" fmla="*/ 142438 h 142358"/>
                <a:gd name="csX18" fmla="*/ 93954 w 93783"/>
                <a:gd name="csY18" fmla="*/ 103418 h 142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3783" h="142358">
                  <a:moveTo>
                    <a:pt x="93954" y="103418"/>
                  </a:moveTo>
                  <a:lnTo>
                    <a:pt x="86740" y="103418"/>
                  </a:lnTo>
                  <a:cubicBezTo>
                    <a:pt x="86103" y="108134"/>
                    <a:pt x="83981" y="120784"/>
                    <a:pt x="81223" y="122928"/>
                  </a:cubicBezTo>
                  <a:cubicBezTo>
                    <a:pt x="79525" y="124214"/>
                    <a:pt x="63188" y="124214"/>
                    <a:pt x="60217" y="124214"/>
                  </a:cubicBezTo>
                  <a:lnTo>
                    <a:pt x="21176" y="124214"/>
                  </a:lnTo>
                  <a:cubicBezTo>
                    <a:pt x="43455" y="104275"/>
                    <a:pt x="50881" y="98272"/>
                    <a:pt x="63612" y="88196"/>
                  </a:cubicBezTo>
                  <a:cubicBezTo>
                    <a:pt x="79313" y="75546"/>
                    <a:pt x="93954" y="62254"/>
                    <a:pt x="93954" y="41886"/>
                  </a:cubicBezTo>
                  <a:cubicBezTo>
                    <a:pt x="93954" y="15944"/>
                    <a:pt x="71463" y="79"/>
                    <a:pt x="44303" y="79"/>
                  </a:cubicBezTo>
                  <a:cubicBezTo>
                    <a:pt x="17993" y="79"/>
                    <a:pt x="170" y="18732"/>
                    <a:pt x="170" y="38456"/>
                  </a:cubicBezTo>
                  <a:cubicBezTo>
                    <a:pt x="170" y="49390"/>
                    <a:pt x="9294" y="50462"/>
                    <a:pt x="11415" y="50462"/>
                  </a:cubicBezTo>
                  <a:cubicBezTo>
                    <a:pt x="16508" y="50462"/>
                    <a:pt x="22661" y="46817"/>
                    <a:pt x="22661" y="39099"/>
                  </a:cubicBezTo>
                  <a:cubicBezTo>
                    <a:pt x="22661" y="35240"/>
                    <a:pt x="21176" y="27736"/>
                    <a:pt x="10142" y="27736"/>
                  </a:cubicBezTo>
                  <a:cubicBezTo>
                    <a:pt x="16720" y="12514"/>
                    <a:pt x="31148" y="7797"/>
                    <a:pt x="41121" y="7797"/>
                  </a:cubicBezTo>
                  <a:cubicBezTo>
                    <a:pt x="62339" y="7797"/>
                    <a:pt x="73372" y="24520"/>
                    <a:pt x="73372" y="41886"/>
                  </a:cubicBezTo>
                  <a:cubicBezTo>
                    <a:pt x="73372" y="60539"/>
                    <a:pt x="60217" y="75332"/>
                    <a:pt x="53427" y="83050"/>
                  </a:cubicBezTo>
                  <a:lnTo>
                    <a:pt x="2292" y="134076"/>
                  </a:lnTo>
                  <a:cubicBezTo>
                    <a:pt x="170" y="136006"/>
                    <a:pt x="170" y="136435"/>
                    <a:pt x="170" y="142438"/>
                  </a:cubicBezTo>
                  <a:lnTo>
                    <a:pt x="87588" y="142438"/>
                  </a:lnTo>
                  <a:lnTo>
                    <a:pt x="93954" y="103418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D622AC9C-278F-0F76-08B3-E8AC2078671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227119" y="6970274"/>
              <a:ext cx="403446" cy="428790"/>
            </a:xfrm>
            <a:custGeom>
              <a:avLst/>
              <a:gdLst>
                <a:gd name="csX0" fmla="*/ 366934 w 403446"/>
                <a:gd name="csY0" fmla="*/ 428873 h 428790"/>
                <a:gd name="csX1" fmla="*/ 403611 w 403446"/>
                <a:gd name="csY1" fmla="*/ 330864 h 428790"/>
                <a:gd name="csX2" fmla="*/ 396033 w 403446"/>
                <a:gd name="csY2" fmla="*/ 330864 h 428790"/>
                <a:gd name="csX3" fmla="*/ 317223 w 403446"/>
                <a:gd name="csY3" fmla="*/ 392732 h 428790"/>
                <a:gd name="csX4" fmla="*/ 222954 w 403446"/>
                <a:gd name="csY4" fmla="*/ 402227 h 428790"/>
                <a:gd name="csX5" fmla="*/ 40176 w 403446"/>
                <a:gd name="csY5" fmla="*/ 402227 h 428790"/>
                <a:gd name="csX6" fmla="*/ 194461 w 403446"/>
                <a:gd name="csY6" fmla="*/ 219378 h 428790"/>
                <a:gd name="csX7" fmla="*/ 197190 w 403446"/>
                <a:gd name="csY7" fmla="*/ 214478 h 428790"/>
                <a:gd name="csX8" fmla="*/ 195068 w 403446"/>
                <a:gd name="csY8" fmla="*/ 209883 h 428790"/>
                <a:gd name="csX9" fmla="*/ 53816 w 403446"/>
                <a:gd name="csY9" fmla="*/ 14784 h 428790"/>
                <a:gd name="csX10" fmla="*/ 219923 w 403446"/>
                <a:gd name="csY10" fmla="*/ 14784 h 428790"/>
                <a:gd name="csX11" fmla="*/ 290852 w 403446"/>
                <a:gd name="csY11" fmla="*/ 19684 h 428790"/>
                <a:gd name="csX12" fmla="*/ 357537 w 403446"/>
                <a:gd name="csY12" fmla="*/ 42655 h 428790"/>
                <a:gd name="csX13" fmla="*/ 396033 w 403446"/>
                <a:gd name="csY13" fmla="*/ 86147 h 428790"/>
                <a:gd name="csX14" fmla="*/ 403611 w 403446"/>
                <a:gd name="csY14" fmla="*/ 86147 h 428790"/>
                <a:gd name="csX15" fmla="*/ 366934 w 403446"/>
                <a:gd name="csY15" fmla="*/ 82 h 428790"/>
                <a:gd name="csX16" fmla="*/ 8652 w 403446"/>
                <a:gd name="csY16" fmla="*/ 82 h 428790"/>
                <a:gd name="csX17" fmla="*/ 468 w 403446"/>
                <a:gd name="csY17" fmla="*/ 2226 h 428790"/>
                <a:gd name="csX18" fmla="*/ 165 w 403446"/>
                <a:gd name="csY18" fmla="*/ 12333 h 428790"/>
                <a:gd name="csX19" fmla="*/ 160513 w 403446"/>
                <a:gd name="csY19" fmla="*/ 234079 h 428790"/>
                <a:gd name="csX20" fmla="*/ 3499 w 403446"/>
                <a:gd name="csY20" fmla="*/ 419991 h 428790"/>
                <a:gd name="csX21" fmla="*/ 468 w 403446"/>
                <a:gd name="csY21" fmla="*/ 425504 h 428790"/>
                <a:gd name="csX22" fmla="*/ 8652 w 403446"/>
                <a:gd name="csY22" fmla="*/ 428873 h 428790"/>
                <a:gd name="csX23" fmla="*/ 366934 w 403446"/>
                <a:gd name="csY23" fmla="*/ 428873 h 428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3446" h="428790">
                  <a:moveTo>
                    <a:pt x="366934" y="428873"/>
                  </a:moveTo>
                  <a:lnTo>
                    <a:pt x="403611" y="330864"/>
                  </a:lnTo>
                  <a:lnTo>
                    <a:pt x="396033" y="330864"/>
                  </a:lnTo>
                  <a:cubicBezTo>
                    <a:pt x="384212" y="362717"/>
                    <a:pt x="352081" y="383544"/>
                    <a:pt x="317223" y="392732"/>
                  </a:cubicBezTo>
                  <a:cubicBezTo>
                    <a:pt x="310858" y="394263"/>
                    <a:pt x="281152" y="402227"/>
                    <a:pt x="222954" y="402227"/>
                  </a:cubicBezTo>
                  <a:lnTo>
                    <a:pt x="40176" y="402227"/>
                  </a:lnTo>
                  <a:lnTo>
                    <a:pt x="194461" y="219378"/>
                  </a:lnTo>
                  <a:cubicBezTo>
                    <a:pt x="196583" y="216928"/>
                    <a:pt x="197190" y="216009"/>
                    <a:pt x="197190" y="214478"/>
                  </a:cubicBezTo>
                  <a:cubicBezTo>
                    <a:pt x="197190" y="213865"/>
                    <a:pt x="197190" y="212946"/>
                    <a:pt x="195068" y="209883"/>
                  </a:cubicBezTo>
                  <a:lnTo>
                    <a:pt x="53816" y="14784"/>
                  </a:lnTo>
                  <a:lnTo>
                    <a:pt x="219923" y="14784"/>
                  </a:lnTo>
                  <a:cubicBezTo>
                    <a:pt x="260541" y="14784"/>
                    <a:pt x="288124" y="19072"/>
                    <a:pt x="290852" y="19684"/>
                  </a:cubicBezTo>
                  <a:cubicBezTo>
                    <a:pt x="307220" y="22134"/>
                    <a:pt x="333591" y="27341"/>
                    <a:pt x="357537" y="42655"/>
                  </a:cubicBezTo>
                  <a:cubicBezTo>
                    <a:pt x="365115" y="47555"/>
                    <a:pt x="385727" y="61338"/>
                    <a:pt x="396033" y="86147"/>
                  </a:cubicBezTo>
                  <a:lnTo>
                    <a:pt x="403611" y="86147"/>
                  </a:lnTo>
                  <a:lnTo>
                    <a:pt x="366934" y="82"/>
                  </a:lnTo>
                  <a:lnTo>
                    <a:pt x="8652" y="82"/>
                  </a:lnTo>
                  <a:cubicBezTo>
                    <a:pt x="1680" y="82"/>
                    <a:pt x="1377" y="388"/>
                    <a:pt x="468" y="2226"/>
                  </a:cubicBezTo>
                  <a:cubicBezTo>
                    <a:pt x="165" y="3145"/>
                    <a:pt x="165" y="8964"/>
                    <a:pt x="165" y="12333"/>
                  </a:cubicBezTo>
                  <a:lnTo>
                    <a:pt x="160513" y="234079"/>
                  </a:lnTo>
                  <a:lnTo>
                    <a:pt x="3499" y="419991"/>
                  </a:lnTo>
                  <a:cubicBezTo>
                    <a:pt x="468" y="423666"/>
                    <a:pt x="468" y="425198"/>
                    <a:pt x="468" y="425504"/>
                  </a:cubicBezTo>
                  <a:cubicBezTo>
                    <a:pt x="468" y="428873"/>
                    <a:pt x="3196" y="428873"/>
                    <a:pt x="8652" y="428873"/>
                  </a:cubicBezTo>
                  <a:lnTo>
                    <a:pt x="366934" y="428873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E699EE61-E242-3D17-5CB5-2EA842F73831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210661" y="7524360"/>
              <a:ext cx="129642" cy="96692"/>
            </a:xfrm>
            <a:custGeom>
              <a:avLst/>
              <a:gdLst>
                <a:gd name="csX0" fmla="*/ 16078 w 129642"/>
                <a:gd name="csY0" fmla="*/ 81145 h 96692"/>
                <a:gd name="csX1" fmla="*/ 13956 w 129642"/>
                <a:gd name="csY1" fmla="*/ 89935 h 96692"/>
                <a:gd name="csX2" fmla="*/ 21170 w 129642"/>
                <a:gd name="csY2" fmla="*/ 96796 h 96692"/>
                <a:gd name="csX3" fmla="*/ 29445 w 129642"/>
                <a:gd name="csY3" fmla="*/ 92079 h 96692"/>
                <a:gd name="csX4" fmla="*/ 33265 w 129642"/>
                <a:gd name="csY4" fmla="*/ 78786 h 96692"/>
                <a:gd name="csX5" fmla="*/ 37933 w 129642"/>
                <a:gd name="csY5" fmla="*/ 59491 h 96692"/>
                <a:gd name="csX6" fmla="*/ 41540 w 129642"/>
                <a:gd name="csY6" fmla="*/ 45126 h 96692"/>
                <a:gd name="csX7" fmla="*/ 50451 w 129642"/>
                <a:gd name="csY7" fmla="*/ 25831 h 96692"/>
                <a:gd name="csX8" fmla="*/ 82278 w 129642"/>
                <a:gd name="csY8" fmla="*/ 6106 h 96692"/>
                <a:gd name="csX9" fmla="*/ 94797 w 129642"/>
                <a:gd name="csY9" fmla="*/ 21114 h 96692"/>
                <a:gd name="csX10" fmla="*/ 82278 w 129642"/>
                <a:gd name="csY10" fmla="*/ 66780 h 96692"/>
                <a:gd name="csX11" fmla="*/ 79096 w 129642"/>
                <a:gd name="csY11" fmla="*/ 78358 h 96692"/>
                <a:gd name="csX12" fmla="*/ 99253 w 129642"/>
                <a:gd name="csY12" fmla="*/ 96796 h 96692"/>
                <a:gd name="csX13" fmla="*/ 129807 w 129642"/>
                <a:gd name="csY13" fmla="*/ 63993 h 96692"/>
                <a:gd name="csX14" fmla="*/ 126412 w 129642"/>
                <a:gd name="csY14" fmla="*/ 61206 h 96692"/>
                <a:gd name="csX15" fmla="*/ 122380 w 129642"/>
                <a:gd name="csY15" fmla="*/ 64851 h 96692"/>
                <a:gd name="csX16" fmla="*/ 99889 w 129642"/>
                <a:gd name="csY16" fmla="*/ 90793 h 96692"/>
                <a:gd name="csX17" fmla="*/ 94585 w 129642"/>
                <a:gd name="csY17" fmla="*/ 83289 h 96692"/>
                <a:gd name="csX18" fmla="*/ 99465 w 129642"/>
                <a:gd name="csY18" fmla="*/ 65923 h 96692"/>
                <a:gd name="csX19" fmla="*/ 110710 w 129642"/>
                <a:gd name="csY19" fmla="*/ 24544 h 96692"/>
                <a:gd name="csX20" fmla="*/ 83127 w 129642"/>
                <a:gd name="csY20" fmla="*/ 103 h 96692"/>
                <a:gd name="csX21" fmla="*/ 47268 w 129642"/>
                <a:gd name="csY21" fmla="*/ 19613 h 96692"/>
                <a:gd name="csX22" fmla="*/ 24565 w 129642"/>
                <a:gd name="csY22" fmla="*/ 103 h 96692"/>
                <a:gd name="csX23" fmla="*/ 7803 w 129642"/>
                <a:gd name="csY23" fmla="*/ 11681 h 96692"/>
                <a:gd name="csX24" fmla="*/ 164 w 129642"/>
                <a:gd name="csY24" fmla="*/ 32906 h 96692"/>
                <a:gd name="csX25" fmla="*/ 3771 w 129642"/>
                <a:gd name="csY25" fmla="*/ 35693 h 96692"/>
                <a:gd name="csX26" fmla="*/ 8439 w 129642"/>
                <a:gd name="csY26" fmla="*/ 29261 h 96692"/>
                <a:gd name="csX27" fmla="*/ 23929 w 129642"/>
                <a:gd name="csY27" fmla="*/ 6106 h 96692"/>
                <a:gd name="csX28" fmla="*/ 30931 w 129642"/>
                <a:gd name="csY28" fmla="*/ 16612 h 96692"/>
                <a:gd name="csX29" fmla="*/ 27536 w 129642"/>
                <a:gd name="csY29" fmla="*/ 34407 h 96692"/>
                <a:gd name="csX30" fmla="*/ 22868 w 129642"/>
                <a:gd name="csY30" fmla="*/ 53702 h 96692"/>
                <a:gd name="csX31" fmla="*/ 16078 w 129642"/>
                <a:gd name="csY31" fmla="*/ 81145 h 96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642" h="96692">
                  <a:moveTo>
                    <a:pt x="16078" y="81145"/>
                  </a:moveTo>
                  <a:cubicBezTo>
                    <a:pt x="15229" y="83932"/>
                    <a:pt x="13956" y="89292"/>
                    <a:pt x="13956" y="89935"/>
                  </a:cubicBezTo>
                  <a:cubicBezTo>
                    <a:pt x="13956" y="94652"/>
                    <a:pt x="17775" y="96796"/>
                    <a:pt x="21170" y="96796"/>
                  </a:cubicBezTo>
                  <a:cubicBezTo>
                    <a:pt x="24989" y="96796"/>
                    <a:pt x="28384" y="94008"/>
                    <a:pt x="29445" y="92079"/>
                  </a:cubicBezTo>
                  <a:cubicBezTo>
                    <a:pt x="30506" y="90149"/>
                    <a:pt x="32204" y="83289"/>
                    <a:pt x="33265" y="78786"/>
                  </a:cubicBezTo>
                  <a:cubicBezTo>
                    <a:pt x="34325" y="74713"/>
                    <a:pt x="36659" y="64851"/>
                    <a:pt x="37933" y="59491"/>
                  </a:cubicBezTo>
                  <a:cubicBezTo>
                    <a:pt x="39206" y="54774"/>
                    <a:pt x="40479" y="50057"/>
                    <a:pt x="41540" y="45126"/>
                  </a:cubicBezTo>
                  <a:cubicBezTo>
                    <a:pt x="43874" y="36336"/>
                    <a:pt x="44298" y="34621"/>
                    <a:pt x="50451" y="25831"/>
                  </a:cubicBezTo>
                  <a:cubicBezTo>
                    <a:pt x="56392" y="17255"/>
                    <a:pt x="66365" y="6106"/>
                    <a:pt x="82278" y="6106"/>
                  </a:cubicBezTo>
                  <a:cubicBezTo>
                    <a:pt x="94585" y="6106"/>
                    <a:pt x="94797" y="17041"/>
                    <a:pt x="94797" y="21114"/>
                  </a:cubicBezTo>
                  <a:cubicBezTo>
                    <a:pt x="94797" y="33978"/>
                    <a:pt x="85673" y="57776"/>
                    <a:pt x="82278" y="66780"/>
                  </a:cubicBezTo>
                  <a:cubicBezTo>
                    <a:pt x="79944" y="72783"/>
                    <a:pt x="79096" y="74713"/>
                    <a:pt x="79096" y="78358"/>
                  </a:cubicBezTo>
                  <a:cubicBezTo>
                    <a:pt x="79096" y="89721"/>
                    <a:pt x="88432" y="96796"/>
                    <a:pt x="99253" y="96796"/>
                  </a:cubicBezTo>
                  <a:cubicBezTo>
                    <a:pt x="120471" y="96796"/>
                    <a:pt x="129807" y="67209"/>
                    <a:pt x="129807" y="63993"/>
                  </a:cubicBezTo>
                  <a:cubicBezTo>
                    <a:pt x="129807" y="61206"/>
                    <a:pt x="127048" y="61206"/>
                    <a:pt x="126412" y="61206"/>
                  </a:cubicBezTo>
                  <a:cubicBezTo>
                    <a:pt x="123441" y="61206"/>
                    <a:pt x="123229" y="62492"/>
                    <a:pt x="122380" y="64851"/>
                  </a:cubicBezTo>
                  <a:cubicBezTo>
                    <a:pt x="117500" y="82002"/>
                    <a:pt x="108376" y="90793"/>
                    <a:pt x="99889" y="90793"/>
                  </a:cubicBezTo>
                  <a:cubicBezTo>
                    <a:pt x="95433" y="90793"/>
                    <a:pt x="94585" y="87791"/>
                    <a:pt x="94585" y="83289"/>
                  </a:cubicBezTo>
                  <a:cubicBezTo>
                    <a:pt x="94585" y="78358"/>
                    <a:pt x="95646" y="75570"/>
                    <a:pt x="99465" y="65923"/>
                  </a:cubicBezTo>
                  <a:cubicBezTo>
                    <a:pt x="102011" y="59276"/>
                    <a:pt x="110710" y="36551"/>
                    <a:pt x="110710" y="24544"/>
                  </a:cubicBezTo>
                  <a:cubicBezTo>
                    <a:pt x="110710" y="3748"/>
                    <a:pt x="94373" y="103"/>
                    <a:pt x="83127" y="103"/>
                  </a:cubicBezTo>
                  <a:cubicBezTo>
                    <a:pt x="65516" y="103"/>
                    <a:pt x="53634" y="11037"/>
                    <a:pt x="47268" y="19613"/>
                  </a:cubicBezTo>
                  <a:cubicBezTo>
                    <a:pt x="45783" y="4820"/>
                    <a:pt x="33265" y="103"/>
                    <a:pt x="24565" y="103"/>
                  </a:cubicBezTo>
                  <a:cubicBezTo>
                    <a:pt x="15441" y="103"/>
                    <a:pt x="10561" y="6750"/>
                    <a:pt x="7803" y="11681"/>
                  </a:cubicBezTo>
                  <a:cubicBezTo>
                    <a:pt x="3135" y="19613"/>
                    <a:pt x="164" y="31834"/>
                    <a:pt x="164" y="32906"/>
                  </a:cubicBezTo>
                  <a:cubicBezTo>
                    <a:pt x="164" y="35693"/>
                    <a:pt x="3135" y="35693"/>
                    <a:pt x="3771" y="35693"/>
                  </a:cubicBezTo>
                  <a:cubicBezTo>
                    <a:pt x="6742" y="35693"/>
                    <a:pt x="6954" y="35050"/>
                    <a:pt x="8439" y="29261"/>
                  </a:cubicBezTo>
                  <a:cubicBezTo>
                    <a:pt x="11622" y="16612"/>
                    <a:pt x="15654" y="6106"/>
                    <a:pt x="23929" y="6106"/>
                  </a:cubicBezTo>
                  <a:cubicBezTo>
                    <a:pt x="29445" y="6106"/>
                    <a:pt x="30931" y="10823"/>
                    <a:pt x="30931" y="16612"/>
                  </a:cubicBezTo>
                  <a:cubicBezTo>
                    <a:pt x="30931" y="20685"/>
                    <a:pt x="29021" y="28618"/>
                    <a:pt x="27536" y="34407"/>
                  </a:cubicBezTo>
                  <a:cubicBezTo>
                    <a:pt x="26050" y="40195"/>
                    <a:pt x="23929" y="48985"/>
                    <a:pt x="22868" y="53702"/>
                  </a:cubicBezTo>
                  <a:lnTo>
                    <a:pt x="16078" y="81145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A6D0BB24-FC13-86F5-9F61-80484995F78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365381" y="7536366"/>
              <a:ext cx="156164" cy="57672"/>
            </a:xfrm>
            <a:custGeom>
              <a:avLst/>
              <a:gdLst>
                <a:gd name="csX0" fmla="*/ 148271 w 156164"/>
                <a:gd name="csY0" fmla="*/ 10609 h 57672"/>
                <a:gd name="csX1" fmla="*/ 156334 w 156164"/>
                <a:gd name="csY1" fmla="*/ 5249 h 57672"/>
                <a:gd name="csX2" fmla="*/ 148484 w 156164"/>
                <a:gd name="csY2" fmla="*/ 103 h 57672"/>
                <a:gd name="csX3" fmla="*/ 8020 w 156164"/>
                <a:gd name="csY3" fmla="*/ 103 h 57672"/>
                <a:gd name="csX4" fmla="*/ 169 w 156164"/>
                <a:gd name="csY4" fmla="*/ 5249 h 57672"/>
                <a:gd name="csX5" fmla="*/ 8232 w 156164"/>
                <a:gd name="csY5" fmla="*/ 10609 h 57672"/>
                <a:gd name="csX6" fmla="*/ 148271 w 156164"/>
                <a:gd name="csY6" fmla="*/ 10609 h 57672"/>
                <a:gd name="csX7" fmla="*/ 148484 w 156164"/>
                <a:gd name="csY7" fmla="*/ 57776 h 57672"/>
                <a:gd name="csX8" fmla="*/ 156334 w 156164"/>
                <a:gd name="csY8" fmla="*/ 52630 h 57672"/>
                <a:gd name="csX9" fmla="*/ 148271 w 156164"/>
                <a:gd name="csY9" fmla="*/ 47270 h 57672"/>
                <a:gd name="csX10" fmla="*/ 8232 w 156164"/>
                <a:gd name="csY10" fmla="*/ 47270 h 57672"/>
                <a:gd name="csX11" fmla="*/ 169 w 156164"/>
                <a:gd name="csY11" fmla="*/ 52630 h 57672"/>
                <a:gd name="csX12" fmla="*/ 8020 w 156164"/>
                <a:gd name="csY12" fmla="*/ 57776 h 57672"/>
                <a:gd name="csX13" fmla="*/ 148484 w 156164"/>
                <a:gd name="csY13" fmla="*/ 57776 h 576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164" h="57672">
                  <a:moveTo>
                    <a:pt x="148271" y="10609"/>
                  </a:moveTo>
                  <a:cubicBezTo>
                    <a:pt x="151454" y="10609"/>
                    <a:pt x="156334" y="10609"/>
                    <a:pt x="156334" y="5249"/>
                  </a:cubicBezTo>
                  <a:cubicBezTo>
                    <a:pt x="156334" y="103"/>
                    <a:pt x="151242" y="103"/>
                    <a:pt x="148484" y="103"/>
                  </a:cubicBezTo>
                  <a:lnTo>
                    <a:pt x="8020" y="103"/>
                  </a:lnTo>
                  <a:cubicBezTo>
                    <a:pt x="5262" y="103"/>
                    <a:pt x="169" y="103"/>
                    <a:pt x="169" y="5249"/>
                  </a:cubicBezTo>
                  <a:cubicBezTo>
                    <a:pt x="169" y="10609"/>
                    <a:pt x="5049" y="10609"/>
                    <a:pt x="8232" y="10609"/>
                  </a:cubicBezTo>
                  <a:lnTo>
                    <a:pt x="148271" y="10609"/>
                  </a:lnTo>
                  <a:close/>
                  <a:moveTo>
                    <a:pt x="148484" y="57776"/>
                  </a:moveTo>
                  <a:cubicBezTo>
                    <a:pt x="151242" y="57776"/>
                    <a:pt x="156334" y="57776"/>
                    <a:pt x="156334" y="52630"/>
                  </a:cubicBezTo>
                  <a:cubicBezTo>
                    <a:pt x="156334" y="47270"/>
                    <a:pt x="151454" y="47270"/>
                    <a:pt x="148271" y="47270"/>
                  </a:cubicBezTo>
                  <a:lnTo>
                    <a:pt x="8232" y="47270"/>
                  </a:lnTo>
                  <a:cubicBezTo>
                    <a:pt x="5049" y="47270"/>
                    <a:pt x="169" y="47270"/>
                    <a:pt x="169" y="52630"/>
                  </a:cubicBezTo>
                  <a:cubicBezTo>
                    <a:pt x="169" y="57776"/>
                    <a:pt x="5262" y="57776"/>
                    <a:pt x="8020" y="57776"/>
                  </a:cubicBezTo>
                  <a:lnTo>
                    <a:pt x="148484" y="57776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146C02F7-C2E2-DD25-E307-C3BC71BD42D5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559736" y="7476550"/>
              <a:ext cx="77233" cy="142358"/>
            </a:xfrm>
            <a:custGeom>
              <a:avLst/>
              <a:gdLst>
                <a:gd name="csX0" fmla="*/ 48128 w 77233"/>
                <a:gd name="csY0" fmla="*/ 6106 h 142358"/>
                <a:gd name="csX1" fmla="*/ 41763 w 77233"/>
                <a:gd name="csY1" fmla="*/ 103 h 142358"/>
                <a:gd name="csX2" fmla="*/ 175 w 77233"/>
                <a:gd name="csY2" fmla="*/ 13825 h 142358"/>
                <a:gd name="csX3" fmla="*/ 175 w 77233"/>
                <a:gd name="csY3" fmla="*/ 21543 h 142358"/>
                <a:gd name="csX4" fmla="*/ 30942 w 77233"/>
                <a:gd name="csY4" fmla="*/ 15540 h 142358"/>
                <a:gd name="csX5" fmla="*/ 30942 w 77233"/>
                <a:gd name="csY5" fmla="*/ 124881 h 142358"/>
                <a:gd name="csX6" fmla="*/ 9724 w 77233"/>
                <a:gd name="csY6" fmla="*/ 134744 h 142358"/>
                <a:gd name="csX7" fmla="*/ 1661 w 77233"/>
                <a:gd name="csY7" fmla="*/ 134744 h 142358"/>
                <a:gd name="csX8" fmla="*/ 1661 w 77233"/>
                <a:gd name="csY8" fmla="*/ 142462 h 142358"/>
                <a:gd name="csX9" fmla="*/ 39429 w 77233"/>
                <a:gd name="csY9" fmla="*/ 141604 h 142358"/>
                <a:gd name="csX10" fmla="*/ 77409 w 77233"/>
                <a:gd name="csY10" fmla="*/ 142462 h 142358"/>
                <a:gd name="csX11" fmla="*/ 77409 w 77233"/>
                <a:gd name="csY11" fmla="*/ 134744 h 142358"/>
                <a:gd name="csX12" fmla="*/ 69346 w 77233"/>
                <a:gd name="csY12" fmla="*/ 134744 h 142358"/>
                <a:gd name="csX13" fmla="*/ 48128 w 77233"/>
                <a:gd name="csY13" fmla="*/ 124881 h 142358"/>
                <a:gd name="csX14" fmla="*/ 48128 w 77233"/>
                <a:gd name="csY14" fmla="*/ 6106 h 142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233" h="142358">
                  <a:moveTo>
                    <a:pt x="48128" y="6106"/>
                  </a:moveTo>
                  <a:cubicBezTo>
                    <a:pt x="48128" y="318"/>
                    <a:pt x="47704" y="103"/>
                    <a:pt x="41763" y="103"/>
                  </a:cubicBezTo>
                  <a:cubicBezTo>
                    <a:pt x="28183" y="13610"/>
                    <a:pt x="8875" y="13825"/>
                    <a:pt x="175" y="13825"/>
                  </a:cubicBezTo>
                  <a:lnTo>
                    <a:pt x="175" y="21543"/>
                  </a:lnTo>
                  <a:cubicBezTo>
                    <a:pt x="5268" y="21543"/>
                    <a:pt x="19272" y="21543"/>
                    <a:pt x="30942" y="15540"/>
                  </a:cubicBezTo>
                  <a:lnTo>
                    <a:pt x="30942" y="124881"/>
                  </a:lnTo>
                  <a:cubicBezTo>
                    <a:pt x="30942" y="131956"/>
                    <a:pt x="30942" y="134744"/>
                    <a:pt x="9724" y="134744"/>
                  </a:cubicBezTo>
                  <a:lnTo>
                    <a:pt x="1661" y="134744"/>
                  </a:lnTo>
                  <a:lnTo>
                    <a:pt x="1661" y="142462"/>
                  </a:lnTo>
                  <a:cubicBezTo>
                    <a:pt x="5480" y="142247"/>
                    <a:pt x="31578" y="141604"/>
                    <a:pt x="39429" y="141604"/>
                  </a:cubicBezTo>
                  <a:cubicBezTo>
                    <a:pt x="46006" y="141604"/>
                    <a:pt x="72741" y="142247"/>
                    <a:pt x="77409" y="142462"/>
                  </a:cubicBezTo>
                  <a:lnTo>
                    <a:pt x="77409" y="134744"/>
                  </a:lnTo>
                  <a:lnTo>
                    <a:pt x="69346" y="134744"/>
                  </a:lnTo>
                  <a:cubicBezTo>
                    <a:pt x="48128" y="134744"/>
                    <a:pt x="48128" y="131956"/>
                    <a:pt x="48128" y="124881"/>
                  </a:cubicBezTo>
                  <a:lnTo>
                    <a:pt x="48128" y="6106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00F61632-1157-295E-B86E-FE413BCD03D1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734860" y="6970274"/>
              <a:ext cx="403446" cy="428790"/>
            </a:xfrm>
            <a:custGeom>
              <a:avLst/>
              <a:gdLst>
                <a:gd name="csX0" fmla="*/ 366951 w 403446"/>
                <a:gd name="csY0" fmla="*/ 428873 h 428790"/>
                <a:gd name="csX1" fmla="*/ 403628 w 403446"/>
                <a:gd name="csY1" fmla="*/ 330864 h 428790"/>
                <a:gd name="csX2" fmla="*/ 396050 w 403446"/>
                <a:gd name="csY2" fmla="*/ 330864 h 428790"/>
                <a:gd name="csX3" fmla="*/ 317240 w 403446"/>
                <a:gd name="csY3" fmla="*/ 392732 h 428790"/>
                <a:gd name="csX4" fmla="*/ 222971 w 403446"/>
                <a:gd name="csY4" fmla="*/ 402227 h 428790"/>
                <a:gd name="csX5" fmla="*/ 40193 w 403446"/>
                <a:gd name="csY5" fmla="*/ 402227 h 428790"/>
                <a:gd name="csX6" fmla="*/ 194478 w 403446"/>
                <a:gd name="csY6" fmla="*/ 219378 h 428790"/>
                <a:gd name="csX7" fmla="*/ 197206 w 403446"/>
                <a:gd name="csY7" fmla="*/ 214478 h 428790"/>
                <a:gd name="csX8" fmla="*/ 195084 w 403446"/>
                <a:gd name="csY8" fmla="*/ 209883 h 428790"/>
                <a:gd name="csX9" fmla="*/ 53833 w 403446"/>
                <a:gd name="csY9" fmla="*/ 14784 h 428790"/>
                <a:gd name="csX10" fmla="*/ 219940 w 403446"/>
                <a:gd name="csY10" fmla="*/ 14784 h 428790"/>
                <a:gd name="csX11" fmla="*/ 290869 w 403446"/>
                <a:gd name="csY11" fmla="*/ 19684 h 428790"/>
                <a:gd name="csX12" fmla="*/ 357554 w 403446"/>
                <a:gd name="csY12" fmla="*/ 42655 h 428790"/>
                <a:gd name="csX13" fmla="*/ 396050 w 403446"/>
                <a:gd name="csY13" fmla="*/ 86147 h 428790"/>
                <a:gd name="csX14" fmla="*/ 403628 w 403446"/>
                <a:gd name="csY14" fmla="*/ 86147 h 428790"/>
                <a:gd name="csX15" fmla="*/ 366951 w 403446"/>
                <a:gd name="csY15" fmla="*/ 82 h 428790"/>
                <a:gd name="csX16" fmla="*/ 8669 w 403446"/>
                <a:gd name="csY16" fmla="*/ 82 h 428790"/>
                <a:gd name="csX17" fmla="*/ 484 w 403446"/>
                <a:gd name="csY17" fmla="*/ 2226 h 428790"/>
                <a:gd name="csX18" fmla="*/ 181 w 403446"/>
                <a:gd name="csY18" fmla="*/ 12333 h 428790"/>
                <a:gd name="csX19" fmla="*/ 160529 w 403446"/>
                <a:gd name="csY19" fmla="*/ 234079 h 428790"/>
                <a:gd name="csX20" fmla="*/ 3516 w 403446"/>
                <a:gd name="csY20" fmla="*/ 419991 h 428790"/>
                <a:gd name="csX21" fmla="*/ 484 w 403446"/>
                <a:gd name="csY21" fmla="*/ 425504 h 428790"/>
                <a:gd name="csX22" fmla="*/ 8669 w 403446"/>
                <a:gd name="csY22" fmla="*/ 428873 h 428790"/>
                <a:gd name="csX23" fmla="*/ 366951 w 403446"/>
                <a:gd name="csY23" fmla="*/ 428873 h 428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3446" h="428790">
                  <a:moveTo>
                    <a:pt x="366951" y="428873"/>
                  </a:moveTo>
                  <a:lnTo>
                    <a:pt x="403628" y="330864"/>
                  </a:lnTo>
                  <a:lnTo>
                    <a:pt x="396050" y="330864"/>
                  </a:lnTo>
                  <a:cubicBezTo>
                    <a:pt x="384228" y="362717"/>
                    <a:pt x="352098" y="383544"/>
                    <a:pt x="317240" y="392732"/>
                  </a:cubicBezTo>
                  <a:cubicBezTo>
                    <a:pt x="310874" y="394263"/>
                    <a:pt x="281169" y="402227"/>
                    <a:pt x="222971" y="402227"/>
                  </a:cubicBezTo>
                  <a:lnTo>
                    <a:pt x="40193" y="402227"/>
                  </a:lnTo>
                  <a:lnTo>
                    <a:pt x="194478" y="219378"/>
                  </a:lnTo>
                  <a:cubicBezTo>
                    <a:pt x="196600" y="216928"/>
                    <a:pt x="197206" y="216009"/>
                    <a:pt x="197206" y="214478"/>
                  </a:cubicBezTo>
                  <a:cubicBezTo>
                    <a:pt x="197206" y="213865"/>
                    <a:pt x="197206" y="212946"/>
                    <a:pt x="195084" y="209883"/>
                  </a:cubicBezTo>
                  <a:lnTo>
                    <a:pt x="53833" y="14784"/>
                  </a:lnTo>
                  <a:lnTo>
                    <a:pt x="219940" y="14784"/>
                  </a:lnTo>
                  <a:cubicBezTo>
                    <a:pt x="260557" y="14784"/>
                    <a:pt x="288141" y="19072"/>
                    <a:pt x="290869" y="19684"/>
                  </a:cubicBezTo>
                  <a:cubicBezTo>
                    <a:pt x="307237" y="22134"/>
                    <a:pt x="333608" y="27341"/>
                    <a:pt x="357554" y="42655"/>
                  </a:cubicBezTo>
                  <a:cubicBezTo>
                    <a:pt x="365132" y="47555"/>
                    <a:pt x="385744" y="61338"/>
                    <a:pt x="396050" y="86147"/>
                  </a:cubicBezTo>
                  <a:lnTo>
                    <a:pt x="403628" y="86147"/>
                  </a:lnTo>
                  <a:lnTo>
                    <a:pt x="366951" y="82"/>
                  </a:lnTo>
                  <a:lnTo>
                    <a:pt x="8669" y="82"/>
                  </a:lnTo>
                  <a:cubicBezTo>
                    <a:pt x="1697" y="82"/>
                    <a:pt x="1394" y="388"/>
                    <a:pt x="484" y="2226"/>
                  </a:cubicBezTo>
                  <a:cubicBezTo>
                    <a:pt x="181" y="3145"/>
                    <a:pt x="181" y="8964"/>
                    <a:pt x="181" y="12333"/>
                  </a:cubicBezTo>
                  <a:lnTo>
                    <a:pt x="160529" y="234079"/>
                  </a:lnTo>
                  <a:lnTo>
                    <a:pt x="3516" y="419991"/>
                  </a:lnTo>
                  <a:cubicBezTo>
                    <a:pt x="484" y="423666"/>
                    <a:pt x="484" y="425198"/>
                    <a:pt x="484" y="425504"/>
                  </a:cubicBezTo>
                  <a:cubicBezTo>
                    <a:pt x="484" y="428873"/>
                    <a:pt x="3212" y="428873"/>
                    <a:pt x="8669" y="428873"/>
                  </a:cubicBezTo>
                  <a:lnTo>
                    <a:pt x="366951" y="428873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E49F758-48C4-8E01-B399-6E6AF6C41AF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715378" y="7518273"/>
              <a:ext cx="130066" cy="95191"/>
            </a:xfrm>
            <a:custGeom>
              <a:avLst/>
              <a:gdLst>
                <a:gd name="csX0" fmla="*/ 76566 w 130066"/>
                <a:gd name="csY0" fmla="*/ 43411 h 95191"/>
                <a:gd name="csX1" fmla="*/ 105847 w 130066"/>
                <a:gd name="csY1" fmla="*/ 13610 h 95191"/>
                <a:gd name="csX2" fmla="*/ 125580 w 130066"/>
                <a:gd name="csY2" fmla="*/ 12109 h 95191"/>
                <a:gd name="csX3" fmla="*/ 125580 w 130066"/>
                <a:gd name="csY3" fmla="*/ 103 h 95191"/>
                <a:gd name="csX4" fmla="*/ 104998 w 130066"/>
                <a:gd name="csY4" fmla="*/ 961 h 95191"/>
                <a:gd name="csX5" fmla="*/ 81446 w 130066"/>
                <a:gd name="csY5" fmla="*/ 103 h 95191"/>
                <a:gd name="csX6" fmla="*/ 81446 w 130066"/>
                <a:gd name="csY6" fmla="*/ 12109 h 95191"/>
                <a:gd name="csX7" fmla="*/ 87175 w 130066"/>
                <a:gd name="csY7" fmla="*/ 13396 h 95191"/>
                <a:gd name="csX8" fmla="*/ 67230 w 130066"/>
                <a:gd name="csY8" fmla="*/ 33763 h 95191"/>
                <a:gd name="csX9" fmla="*/ 46649 w 130066"/>
                <a:gd name="csY9" fmla="*/ 12109 h 95191"/>
                <a:gd name="csX10" fmla="*/ 52377 w 130066"/>
                <a:gd name="csY10" fmla="*/ 12109 h 95191"/>
                <a:gd name="csX11" fmla="*/ 52377 w 130066"/>
                <a:gd name="csY11" fmla="*/ 103 h 95191"/>
                <a:gd name="csX12" fmla="*/ 25431 w 130066"/>
                <a:gd name="csY12" fmla="*/ 961 h 95191"/>
                <a:gd name="csX13" fmla="*/ 1454 w 130066"/>
                <a:gd name="csY13" fmla="*/ 103 h 95191"/>
                <a:gd name="csX14" fmla="*/ 1454 w 130066"/>
                <a:gd name="csY14" fmla="*/ 12109 h 95191"/>
                <a:gd name="csX15" fmla="*/ 17368 w 130066"/>
                <a:gd name="csY15" fmla="*/ 12109 h 95191"/>
                <a:gd name="csX16" fmla="*/ 52165 w 130066"/>
                <a:gd name="csY16" fmla="*/ 48771 h 95191"/>
                <a:gd name="csX17" fmla="*/ 21611 w 130066"/>
                <a:gd name="csY17" fmla="*/ 79858 h 95191"/>
                <a:gd name="csX18" fmla="*/ 12063 w 130066"/>
                <a:gd name="csY18" fmla="*/ 83074 h 95191"/>
                <a:gd name="csX19" fmla="*/ 181 w 130066"/>
                <a:gd name="csY19" fmla="*/ 83289 h 95191"/>
                <a:gd name="csX20" fmla="*/ 181 w 130066"/>
                <a:gd name="csY20" fmla="*/ 95295 h 95191"/>
                <a:gd name="csX21" fmla="*/ 20763 w 130066"/>
                <a:gd name="csY21" fmla="*/ 94437 h 95191"/>
                <a:gd name="csX22" fmla="*/ 44315 w 130066"/>
                <a:gd name="csY22" fmla="*/ 95295 h 95191"/>
                <a:gd name="csX23" fmla="*/ 44315 w 130066"/>
                <a:gd name="csY23" fmla="*/ 83289 h 95191"/>
                <a:gd name="csX24" fmla="*/ 38586 w 130066"/>
                <a:gd name="csY24" fmla="*/ 81788 h 95191"/>
                <a:gd name="csX25" fmla="*/ 61501 w 130066"/>
                <a:gd name="csY25" fmla="*/ 58633 h 95191"/>
                <a:gd name="csX26" fmla="*/ 85053 w 130066"/>
                <a:gd name="csY26" fmla="*/ 83289 h 95191"/>
                <a:gd name="csX27" fmla="*/ 79537 w 130066"/>
                <a:gd name="csY27" fmla="*/ 83289 h 95191"/>
                <a:gd name="csX28" fmla="*/ 79537 w 130066"/>
                <a:gd name="csY28" fmla="*/ 95295 h 95191"/>
                <a:gd name="csX29" fmla="*/ 106484 w 130066"/>
                <a:gd name="csY29" fmla="*/ 94437 h 95191"/>
                <a:gd name="csX30" fmla="*/ 130248 w 130066"/>
                <a:gd name="csY30" fmla="*/ 95295 h 95191"/>
                <a:gd name="csX31" fmla="*/ 130248 w 130066"/>
                <a:gd name="csY31" fmla="*/ 83289 h 95191"/>
                <a:gd name="csX32" fmla="*/ 114546 w 130066"/>
                <a:gd name="csY32" fmla="*/ 83289 h 95191"/>
                <a:gd name="csX33" fmla="*/ 76566 w 130066"/>
                <a:gd name="csY33" fmla="*/ 43411 h 95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130066" h="95191">
                  <a:moveTo>
                    <a:pt x="76566" y="43411"/>
                  </a:moveTo>
                  <a:lnTo>
                    <a:pt x="105847" y="13610"/>
                  </a:lnTo>
                  <a:cubicBezTo>
                    <a:pt x="110939" y="12109"/>
                    <a:pt x="116456" y="12109"/>
                    <a:pt x="125580" y="12109"/>
                  </a:cubicBezTo>
                  <a:lnTo>
                    <a:pt x="125580" y="103"/>
                  </a:lnTo>
                  <a:cubicBezTo>
                    <a:pt x="118790" y="746"/>
                    <a:pt x="111788" y="961"/>
                    <a:pt x="104998" y="961"/>
                  </a:cubicBezTo>
                  <a:cubicBezTo>
                    <a:pt x="97784" y="961"/>
                    <a:pt x="83144" y="318"/>
                    <a:pt x="81446" y="103"/>
                  </a:cubicBezTo>
                  <a:lnTo>
                    <a:pt x="81446" y="12109"/>
                  </a:lnTo>
                  <a:cubicBezTo>
                    <a:pt x="84205" y="12109"/>
                    <a:pt x="85690" y="12538"/>
                    <a:pt x="87175" y="13396"/>
                  </a:cubicBezTo>
                  <a:lnTo>
                    <a:pt x="67230" y="33763"/>
                  </a:lnTo>
                  <a:lnTo>
                    <a:pt x="46649" y="12109"/>
                  </a:lnTo>
                  <a:lnTo>
                    <a:pt x="52377" y="12109"/>
                  </a:lnTo>
                  <a:lnTo>
                    <a:pt x="52377" y="103"/>
                  </a:lnTo>
                  <a:cubicBezTo>
                    <a:pt x="51104" y="103"/>
                    <a:pt x="34342" y="961"/>
                    <a:pt x="25431" y="961"/>
                  </a:cubicBezTo>
                  <a:cubicBezTo>
                    <a:pt x="17368" y="961"/>
                    <a:pt x="9517" y="746"/>
                    <a:pt x="1454" y="103"/>
                  </a:cubicBezTo>
                  <a:lnTo>
                    <a:pt x="1454" y="12109"/>
                  </a:lnTo>
                  <a:lnTo>
                    <a:pt x="17368" y="12109"/>
                  </a:lnTo>
                  <a:lnTo>
                    <a:pt x="52165" y="48771"/>
                  </a:lnTo>
                  <a:lnTo>
                    <a:pt x="21611" y="79858"/>
                  </a:lnTo>
                  <a:cubicBezTo>
                    <a:pt x="18853" y="82431"/>
                    <a:pt x="18641" y="82645"/>
                    <a:pt x="12063" y="83074"/>
                  </a:cubicBezTo>
                  <a:cubicBezTo>
                    <a:pt x="8668" y="83289"/>
                    <a:pt x="1242" y="83289"/>
                    <a:pt x="181" y="83289"/>
                  </a:cubicBezTo>
                  <a:lnTo>
                    <a:pt x="181" y="95295"/>
                  </a:lnTo>
                  <a:cubicBezTo>
                    <a:pt x="6971" y="94651"/>
                    <a:pt x="13973" y="94437"/>
                    <a:pt x="20763" y="94437"/>
                  </a:cubicBezTo>
                  <a:cubicBezTo>
                    <a:pt x="26491" y="94437"/>
                    <a:pt x="41556" y="95080"/>
                    <a:pt x="44315" y="95295"/>
                  </a:cubicBezTo>
                  <a:lnTo>
                    <a:pt x="44315" y="83289"/>
                  </a:lnTo>
                  <a:cubicBezTo>
                    <a:pt x="40920" y="83289"/>
                    <a:pt x="40071" y="82860"/>
                    <a:pt x="38586" y="81788"/>
                  </a:cubicBezTo>
                  <a:lnTo>
                    <a:pt x="61501" y="58633"/>
                  </a:lnTo>
                  <a:lnTo>
                    <a:pt x="85053" y="83289"/>
                  </a:lnTo>
                  <a:lnTo>
                    <a:pt x="79537" y="83289"/>
                  </a:lnTo>
                  <a:lnTo>
                    <a:pt x="79537" y="95295"/>
                  </a:lnTo>
                  <a:cubicBezTo>
                    <a:pt x="79749" y="95295"/>
                    <a:pt x="96723" y="94437"/>
                    <a:pt x="106484" y="94437"/>
                  </a:cubicBezTo>
                  <a:cubicBezTo>
                    <a:pt x="114334" y="94437"/>
                    <a:pt x="122397" y="94651"/>
                    <a:pt x="130248" y="95295"/>
                  </a:cubicBezTo>
                  <a:lnTo>
                    <a:pt x="130248" y="83289"/>
                  </a:lnTo>
                  <a:lnTo>
                    <a:pt x="114546" y="83289"/>
                  </a:lnTo>
                  <a:lnTo>
                    <a:pt x="76566" y="43411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641D1E07-D2FD-31AC-CA99-A2746C35114C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874488" y="7542101"/>
              <a:ext cx="62290" cy="101990"/>
            </a:xfrm>
            <a:custGeom>
              <a:avLst/>
              <a:gdLst>
                <a:gd name="csX0" fmla="*/ 38833 w 62290"/>
                <a:gd name="csY0" fmla="*/ 4698 h 101990"/>
                <a:gd name="csX1" fmla="*/ 33377 w 62290"/>
                <a:gd name="csY1" fmla="*/ 104 h 101990"/>
                <a:gd name="csX2" fmla="*/ 2762 w 62290"/>
                <a:gd name="csY2" fmla="*/ 9905 h 101990"/>
                <a:gd name="csX3" fmla="*/ 186 w 62290"/>
                <a:gd name="csY3" fmla="*/ 9905 h 101990"/>
                <a:gd name="csX4" fmla="*/ 186 w 62290"/>
                <a:gd name="csY4" fmla="*/ 16643 h 101990"/>
                <a:gd name="csX5" fmla="*/ 2762 w 62290"/>
                <a:gd name="csY5" fmla="*/ 16643 h 101990"/>
                <a:gd name="csX6" fmla="*/ 24890 w 62290"/>
                <a:gd name="csY6" fmla="*/ 12355 h 101990"/>
                <a:gd name="csX7" fmla="*/ 24890 w 62290"/>
                <a:gd name="csY7" fmla="*/ 88925 h 101990"/>
                <a:gd name="csX8" fmla="*/ 8825 w 62290"/>
                <a:gd name="csY8" fmla="*/ 95357 h 101990"/>
                <a:gd name="csX9" fmla="*/ 1247 w 62290"/>
                <a:gd name="csY9" fmla="*/ 95357 h 101990"/>
                <a:gd name="csX10" fmla="*/ 1247 w 62290"/>
                <a:gd name="csY10" fmla="*/ 102095 h 101990"/>
                <a:gd name="csX11" fmla="*/ 31861 w 62290"/>
                <a:gd name="csY11" fmla="*/ 101482 h 101990"/>
                <a:gd name="csX12" fmla="*/ 62476 w 62290"/>
                <a:gd name="csY12" fmla="*/ 102095 h 101990"/>
                <a:gd name="csX13" fmla="*/ 62476 w 62290"/>
                <a:gd name="csY13" fmla="*/ 95357 h 101990"/>
                <a:gd name="csX14" fmla="*/ 54898 w 62290"/>
                <a:gd name="csY14" fmla="*/ 95357 h 101990"/>
                <a:gd name="csX15" fmla="*/ 38833 w 62290"/>
                <a:gd name="csY15" fmla="*/ 88925 h 101990"/>
                <a:gd name="csX16" fmla="*/ 38833 w 62290"/>
                <a:gd name="csY16" fmla="*/ 4698 h 101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2290" h="101990">
                  <a:moveTo>
                    <a:pt x="38833" y="4698"/>
                  </a:moveTo>
                  <a:cubicBezTo>
                    <a:pt x="38833" y="104"/>
                    <a:pt x="38378" y="104"/>
                    <a:pt x="33377" y="104"/>
                  </a:cubicBezTo>
                  <a:cubicBezTo>
                    <a:pt x="22616" y="9905"/>
                    <a:pt x="5793" y="9905"/>
                    <a:pt x="2762" y="9905"/>
                  </a:cubicBezTo>
                  <a:lnTo>
                    <a:pt x="186" y="9905"/>
                  </a:lnTo>
                  <a:lnTo>
                    <a:pt x="186" y="16643"/>
                  </a:lnTo>
                  <a:lnTo>
                    <a:pt x="2762" y="16643"/>
                  </a:lnTo>
                  <a:cubicBezTo>
                    <a:pt x="6248" y="16643"/>
                    <a:pt x="16099" y="16184"/>
                    <a:pt x="24890" y="12355"/>
                  </a:cubicBezTo>
                  <a:lnTo>
                    <a:pt x="24890" y="88925"/>
                  </a:lnTo>
                  <a:cubicBezTo>
                    <a:pt x="24890" y="93672"/>
                    <a:pt x="24890" y="95357"/>
                    <a:pt x="8825" y="95357"/>
                  </a:cubicBezTo>
                  <a:lnTo>
                    <a:pt x="1247" y="95357"/>
                  </a:lnTo>
                  <a:lnTo>
                    <a:pt x="1247" y="102095"/>
                  </a:lnTo>
                  <a:cubicBezTo>
                    <a:pt x="9582" y="101482"/>
                    <a:pt x="23071" y="101482"/>
                    <a:pt x="31861" y="101482"/>
                  </a:cubicBezTo>
                  <a:cubicBezTo>
                    <a:pt x="40652" y="101482"/>
                    <a:pt x="54140" y="101482"/>
                    <a:pt x="62476" y="102095"/>
                  </a:cubicBezTo>
                  <a:lnTo>
                    <a:pt x="62476" y="95357"/>
                  </a:lnTo>
                  <a:lnTo>
                    <a:pt x="54898" y="95357"/>
                  </a:lnTo>
                  <a:cubicBezTo>
                    <a:pt x="38833" y="95357"/>
                    <a:pt x="38833" y="93672"/>
                    <a:pt x="38833" y="88925"/>
                  </a:cubicBezTo>
                  <a:lnTo>
                    <a:pt x="38833" y="4698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C98DB3EF-E7DB-FB69-0435-4CB360C03346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977179" y="7578089"/>
              <a:ext cx="18490" cy="66003"/>
            </a:xfrm>
            <a:custGeom>
              <a:avLst/>
              <a:gdLst>
                <a:gd name="csX0" fmla="*/ 18679 w 18490"/>
                <a:gd name="csY0" fmla="*/ 9446 h 66003"/>
                <a:gd name="csX1" fmla="*/ 9434 w 18490"/>
                <a:gd name="csY1" fmla="*/ 104 h 66003"/>
                <a:gd name="csX2" fmla="*/ 189 w 18490"/>
                <a:gd name="csY2" fmla="*/ 9446 h 66003"/>
                <a:gd name="csX3" fmla="*/ 9434 w 18490"/>
                <a:gd name="csY3" fmla="*/ 18787 h 66003"/>
                <a:gd name="csX4" fmla="*/ 18679 w 18490"/>
                <a:gd name="csY4" fmla="*/ 9446 h 66003"/>
                <a:gd name="csX5" fmla="*/ 18679 w 18490"/>
                <a:gd name="csY5" fmla="*/ 56766 h 66003"/>
                <a:gd name="csX6" fmla="*/ 9434 w 18490"/>
                <a:gd name="csY6" fmla="*/ 47424 h 66003"/>
                <a:gd name="csX7" fmla="*/ 189 w 18490"/>
                <a:gd name="csY7" fmla="*/ 56766 h 66003"/>
                <a:gd name="csX8" fmla="*/ 9434 w 18490"/>
                <a:gd name="csY8" fmla="*/ 66107 h 66003"/>
                <a:gd name="csX9" fmla="*/ 18679 w 18490"/>
                <a:gd name="csY9" fmla="*/ 56766 h 660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8490" h="66003">
                  <a:moveTo>
                    <a:pt x="18679" y="9446"/>
                  </a:moveTo>
                  <a:cubicBezTo>
                    <a:pt x="18679" y="4239"/>
                    <a:pt x="14587" y="104"/>
                    <a:pt x="9434" y="104"/>
                  </a:cubicBezTo>
                  <a:cubicBezTo>
                    <a:pt x="4433" y="104"/>
                    <a:pt x="189" y="4239"/>
                    <a:pt x="189" y="9446"/>
                  </a:cubicBezTo>
                  <a:cubicBezTo>
                    <a:pt x="189" y="14652"/>
                    <a:pt x="4281" y="18787"/>
                    <a:pt x="9434" y="18787"/>
                  </a:cubicBezTo>
                  <a:cubicBezTo>
                    <a:pt x="14436" y="18787"/>
                    <a:pt x="18679" y="14652"/>
                    <a:pt x="18679" y="9446"/>
                  </a:cubicBezTo>
                  <a:close/>
                  <a:moveTo>
                    <a:pt x="18679" y="56766"/>
                  </a:moveTo>
                  <a:cubicBezTo>
                    <a:pt x="18679" y="51559"/>
                    <a:pt x="14587" y="47424"/>
                    <a:pt x="9434" y="47424"/>
                  </a:cubicBezTo>
                  <a:cubicBezTo>
                    <a:pt x="4433" y="47424"/>
                    <a:pt x="189" y="51559"/>
                    <a:pt x="189" y="56766"/>
                  </a:cubicBezTo>
                  <a:cubicBezTo>
                    <a:pt x="189" y="61972"/>
                    <a:pt x="4281" y="66107"/>
                    <a:pt x="9434" y="66107"/>
                  </a:cubicBezTo>
                  <a:cubicBezTo>
                    <a:pt x="14436" y="66107"/>
                    <a:pt x="18679" y="61972"/>
                    <a:pt x="18679" y="56766"/>
                  </a:cubicBez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AB123604-67C1-178E-C7FE-B335283DBD5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030797" y="7576404"/>
              <a:ext cx="106090" cy="69372"/>
            </a:xfrm>
            <a:custGeom>
              <a:avLst/>
              <a:gdLst>
                <a:gd name="csX0" fmla="*/ 15953 w 106090"/>
                <a:gd name="csY0" fmla="*/ 52784 h 69372"/>
                <a:gd name="csX1" fmla="*/ 13377 w 106090"/>
                <a:gd name="csY1" fmla="*/ 64116 h 69372"/>
                <a:gd name="csX2" fmla="*/ 18984 w 106090"/>
                <a:gd name="csY2" fmla="*/ 69476 h 69372"/>
                <a:gd name="csX3" fmla="*/ 26259 w 106090"/>
                <a:gd name="csY3" fmla="*/ 64423 h 69372"/>
                <a:gd name="csX4" fmla="*/ 29139 w 106090"/>
                <a:gd name="csY4" fmla="*/ 52478 h 69372"/>
                <a:gd name="csX5" fmla="*/ 34595 w 106090"/>
                <a:gd name="csY5" fmla="*/ 30885 h 69372"/>
                <a:gd name="csX6" fmla="*/ 65967 w 106090"/>
                <a:gd name="csY6" fmla="*/ 5311 h 69372"/>
                <a:gd name="csX7" fmla="*/ 76576 w 106090"/>
                <a:gd name="csY7" fmla="*/ 16337 h 69372"/>
                <a:gd name="csX8" fmla="*/ 66725 w 106090"/>
                <a:gd name="csY8" fmla="*/ 49568 h 69372"/>
                <a:gd name="csX9" fmla="*/ 65209 w 106090"/>
                <a:gd name="csY9" fmla="*/ 56000 h 69372"/>
                <a:gd name="csX10" fmla="*/ 81729 w 106090"/>
                <a:gd name="csY10" fmla="*/ 69476 h 69372"/>
                <a:gd name="csX11" fmla="*/ 106281 w 106090"/>
                <a:gd name="csY11" fmla="*/ 45740 h 69372"/>
                <a:gd name="csX12" fmla="*/ 103099 w 106090"/>
                <a:gd name="csY12" fmla="*/ 43596 h 69372"/>
                <a:gd name="csX13" fmla="*/ 99461 w 106090"/>
                <a:gd name="csY13" fmla="*/ 47118 h 69372"/>
                <a:gd name="csX14" fmla="*/ 82335 w 106090"/>
                <a:gd name="csY14" fmla="*/ 64270 h 69372"/>
                <a:gd name="csX15" fmla="*/ 77789 w 106090"/>
                <a:gd name="csY15" fmla="*/ 58450 h 69372"/>
                <a:gd name="csX16" fmla="*/ 79759 w 106090"/>
                <a:gd name="csY16" fmla="*/ 50334 h 69372"/>
                <a:gd name="csX17" fmla="*/ 89307 w 106090"/>
                <a:gd name="csY17" fmla="*/ 18328 h 69372"/>
                <a:gd name="csX18" fmla="*/ 66877 w 106090"/>
                <a:gd name="csY18" fmla="*/ 104 h 69372"/>
                <a:gd name="csX19" fmla="*/ 38232 w 106090"/>
                <a:gd name="csY19" fmla="*/ 15265 h 69372"/>
                <a:gd name="csX20" fmla="*/ 19742 w 106090"/>
                <a:gd name="csY20" fmla="*/ 104 h 69372"/>
                <a:gd name="csX21" fmla="*/ 191 w 106090"/>
                <a:gd name="csY21" fmla="*/ 23841 h 69372"/>
                <a:gd name="csX22" fmla="*/ 3374 w 106090"/>
                <a:gd name="csY22" fmla="*/ 25985 h 69372"/>
                <a:gd name="csX23" fmla="*/ 6860 w 106090"/>
                <a:gd name="csY23" fmla="*/ 23075 h 69372"/>
                <a:gd name="csX24" fmla="*/ 18984 w 106090"/>
                <a:gd name="csY24" fmla="*/ 5311 h 69372"/>
                <a:gd name="csX25" fmla="*/ 25198 w 106090"/>
                <a:gd name="csY25" fmla="*/ 13427 h 69372"/>
                <a:gd name="csX26" fmla="*/ 22773 w 106090"/>
                <a:gd name="csY26" fmla="*/ 25372 h 69372"/>
                <a:gd name="csX27" fmla="*/ 19439 w 106090"/>
                <a:gd name="csY27" fmla="*/ 39155 h 69372"/>
                <a:gd name="csX28" fmla="*/ 15953 w 106090"/>
                <a:gd name="csY28" fmla="*/ 52784 h 693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06090" h="69372">
                  <a:moveTo>
                    <a:pt x="15953" y="52784"/>
                  </a:moveTo>
                  <a:cubicBezTo>
                    <a:pt x="15044" y="56613"/>
                    <a:pt x="13377" y="63351"/>
                    <a:pt x="13377" y="64116"/>
                  </a:cubicBezTo>
                  <a:cubicBezTo>
                    <a:pt x="13377" y="67485"/>
                    <a:pt x="16105" y="69476"/>
                    <a:pt x="18984" y="69476"/>
                  </a:cubicBezTo>
                  <a:cubicBezTo>
                    <a:pt x="21258" y="69476"/>
                    <a:pt x="24592" y="68251"/>
                    <a:pt x="26259" y="64423"/>
                  </a:cubicBezTo>
                  <a:cubicBezTo>
                    <a:pt x="26411" y="63657"/>
                    <a:pt x="28229" y="56459"/>
                    <a:pt x="29139" y="52478"/>
                  </a:cubicBezTo>
                  <a:cubicBezTo>
                    <a:pt x="34292" y="31804"/>
                    <a:pt x="34292" y="31498"/>
                    <a:pt x="34595" y="30885"/>
                  </a:cubicBezTo>
                  <a:cubicBezTo>
                    <a:pt x="36565" y="26750"/>
                    <a:pt x="47477" y="5311"/>
                    <a:pt x="65967" y="5311"/>
                  </a:cubicBezTo>
                  <a:cubicBezTo>
                    <a:pt x="73394" y="5311"/>
                    <a:pt x="76576" y="9446"/>
                    <a:pt x="76576" y="16337"/>
                  </a:cubicBezTo>
                  <a:cubicBezTo>
                    <a:pt x="76576" y="25066"/>
                    <a:pt x="70211" y="40839"/>
                    <a:pt x="66725" y="49568"/>
                  </a:cubicBezTo>
                  <a:cubicBezTo>
                    <a:pt x="65967" y="51406"/>
                    <a:pt x="65209" y="53397"/>
                    <a:pt x="65209" y="56000"/>
                  </a:cubicBezTo>
                  <a:cubicBezTo>
                    <a:pt x="65209" y="63963"/>
                    <a:pt x="72787" y="69476"/>
                    <a:pt x="81729" y="69476"/>
                  </a:cubicBezTo>
                  <a:cubicBezTo>
                    <a:pt x="97946" y="69476"/>
                    <a:pt x="106281" y="49568"/>
                    <a:pt x="106281" y="45740"/>
                  </a:cubicBezTo>
                  <a:cubicBezTo>
                    <a:pt x="106281" y="43596"/>
                    <a:pt x="103705" y="43596"/>
                    <a:pt x="103099" y="43596"/>
                  </a:cubicBezTo>
                  <a:cubicBezTo>
                    <a:pt x="100522" y="43596"/>
                    <a:pt x="100371" y="44208"/>
                    <a:pt x="99461" y="47118"/>
                  </a:cubicBezTo>
                  <a:cubicBezTo>
                    <a:pt x="96582" y="56306"/>
                    <a:pt x="89610" y="64270"/>
                    <a:pt x="82335" y="64270"/>
                  </a:cubicBezTo>
                  <a:cubicBezTo>
                    <a:pt x="78850" y="64270"/>
                    <a:pt x="77789" y="61819"/>
                    <a:pt x="77789" y="58450"/>
                  </a:cubicBezTo>
                  <a:cubicBezTo>
                    <a:pt x="77789" y="55234"/>
                    <a:pt x="78395" y="53703"/>
                    <a:pt x="79759" y="50334"/>
                  </a:cubicBezTo>
                  <a:cubicBezTo>
                    <a:pt x="82335" y="44208"/>
                    <a:pt x="89307" y="26750"/>
                    <a:pt x="89307" y="18328"/>
                  </a:cubicBezTo>
                  <a:cubicBezTo>
                    <a:pt x="89307" y="6995"/>
                    <a:pt x="81274" y="104"/>
                    <a:pt x="66877" y="104"/>
                  </a:cubicBezTo>
                  <a:cubicBezTo>
                    <a:pt x="53085" y="104"/>
                    <a:pt x="43537" y="8527"/>
                    <a:pt x="38232" y="15265"/>
                  </a:cubicBezTo>
                  <a:cubicBezTo>
                    <a:pt x="37474" y="2707"/>
                    <a:pt x="25350" y="104"/>
                    <a:pt x="19742" y="104"/>
                  </a:cubicBezTo>
                  <a:cubicBezTo>
                    <a:pt x="4586" y="104"/>
                    <a:pt x="191" y="23534"/>
                    <a:pt x="191" y="23841"/>
                  </a:cubicBezTo>
                  <a:cubicBezTo>
                    <a:pt x="191" y="25985"/>
                    <a:pt x="2616" y="25985"/>
                    <a:pt x="3374" y="25985"/>
                  </a:cubicBezTo>
                  <a:cubicBezTo>
                    <a:pt x="5950" y="25985"/>
                    <a:pt x="6253" y="25066"/>
                    <a:pt x="6860" y="23075"/>
                  </a:cubicBezTo>
                  <a:cubicBezTo>
                    <a:pt x="9133" y="14193"/>
                    <a:pt x="12619" y="5311"/>
                    <a:pt x="18984" y="5311"/>
                  </a:cubicBezTo>
                  <a:cubicBezTo>
                    <a:pt x="24137" y="5311"/>
                    <a:pt x="25198" y="10211"/>
                    <a:pt x="25198" y="13427"/>
                  </a:cubicBezTo>
                  <a:cubicBezTo>
                    <a:pt x="25198" y="15571"/>
                    <a:pt x="23683" y="21390"/>
                    <a:pt x="22773" y="25372"/>
                  </a:cubicBezTo>
                  <a:cubicBezTo>
                    <a:pt x="21712" y="29507"/>
                    <a:pt x="20197" y="35786"/>
                    <a:pt x="19439" y="39155"/>
                  </a:cubicBezTo>
                  <a:lnTo>
                    <a:pt x="15953" y="52784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B73C81DB-D129-3BCE-EB68-A53A1AD604B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0228296" y="7052053"/>
              <a:ext cx="216424" cy="209188"/>
            </a:xfrm>
            <a:custGeom>
              <a:avLst/>
              <a:gdLst>
                <a:gd name="csX0" fmla="*/ 79917 w 216424"/>
                <a:gd name="csY0" fmla="*/ 112496 h 209188"/>
                <a:gd name="csX1" fmla="*/ 131447 w 216424"/>
                <a:gd name="csY1" fmla="*/ 112496 h 209188"/>
                <a:gd name="csX2" fmla="*/ 216622 w 216424"/>
                <a:gd name="csY2" fmla="*/ 46340 h 209188"/>
                <a:gd name="csX3" fmla="*/ 156908 w 216424"/>
                <a:gd name="csY3" fmla="*/ 92 h 209188"/>
                <a:gd name="csX4" fmla="*/ 58699 w 216424"/>
                <a:gd name="csY4" fmla="*/ 92 h 209188"/>
                <a:gd name="csX5" fmla="*/ 49605 w 216424"/>
                <a:gd name="csY5" fmla="*/ 5911 h 209188"/>
                <a:gd name="csX6" fmla="*/ 58396 w 216424"/>
                <a:gd name="csY6" fmla="*/ 9586 h 209188"/>
                <a:gd name="csX7" fmla="*/ 71430 w 216424"/>
                <a:gd name="csY7" fmla="*/ 10199 h 209188"/>
                <a:gd name="csX8" fmla="*/ 78098 w 216424"/>
                <a:gd name="csY8" fmla="*/ 15099 h 209188"/>
                <a:gd name="csX9" fmla="*/ 76886 w 216424"/>
                <a:gd name="csY9" fmla="*/ 20919 h 209188"/>
                <a:gd name="csX10" fmla="*/ 36268 w 216424"/>
                <a:gd name="csY10" fmla="*/ 185390 h 209188"/>
                <a:gd name="csX11" fmla="*/ 8685 w 216424"/>
                <a:gd name="csY11" fmla="*/ 199786 h 209188"/>
                <a:gd name="csX12" fmla="*/ 198 w 216424"/>
                <a:gd name="csY12" fmla="*/ 205605 h 209188"/>
                <a:gd name="csX13" fmla="*/ 4744 w 216424"/>
                <a:gd name="csY13" fmla="*/ 209280 h 209188"/>
                <a:gd name="csX14" fmla="*/ 43240 w 216424"/>
                <a:gd name="csY14" fmla="*/ 208361 h 209188"/>
                <a:gd name="csX15" fmla="*/ 62639 w 216424"/>
                <a:gd name="csY15" fmla="*/ 208668 h 209188"/>
                <a:gd name="csX16" fmla="*/ 82342 w 216424"/>
                <a:gd name="csY16" fmla="*/ 209280 h 209188"/>
                <a:gd name="csX17" fmla="*/ 88404 w 216424"/>
                <a:gd name="csY17" fmla="*/ 203155 h 209188"/>
                <a:gd name="csX18" fmla="*/ 79917 w 216424"/>
                <a:gd name="csY18" fmla="*/ 199786 h 209188"/>
                <a:gd name="csX19" fmla="*/ 60215 w 216424"/>
                <a:gd name="csY19" fmla="*/ 194273 h 209188"/>
                <a:gd name="csX20" fmla="*/ 61124 w 216424"/>
                <a:gd name="csY20" fmla="*/ 189066 h 209188"/>
                <a:gd name="csX21" fmla="*/ 79917 w 216424"/>
                <a:gd name="csY21" fmla="*/ 112496 h 209188"/>
                <a:gd name="csX22" fmla="*/ 101741 w 216424"/>
                <a:gd name="csY22" fmla="*/ 21225 h 209188"/>
                <a:gd name="csX23" fmla="*/ 118110 w 216424"/>
                <a:gd name="csY23" fmla="*/ 9586 h 209188"/>
                <a:gd name="csX24" fmla="*/ 147209 w 216424"/>
                <a:gd name="csY24" fmla="*/ 9586 h 209188"/>
                <a:gd name="csX25" fmla="*/ 188432 w 216424"/>
                <a:gd name="csY25" fmla="*/ 38989 h 209188"/>
                <a:gd name="csX26" fmla="*/ 170548 w 216424"/>
                <a:gd name="csY26" fmla="*/ 88300 h 209188"/>
                <a:gd name="csX27" fmla="*/ 123869 w 216424"/>
                <a:gd name="csY27" fmla="*/ 104533 h 209188"/>
                <a:gd name="csX28" fmla="*/ 81129 w 216424"/>
                <a:gd name="csY28" fmla="*/ 104533 h 209188"/>
                <a:gd name="csX29" fmla="*/ 101741 w 216424"/>
                <a:gd name="csY29" fmla="*/ 21225 h 209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424" h="209188">
                  <a:moveTo>
                    <a:pt x="79917" y="112496"/>
                  </a:moveTo>
                  <a:lnTo>
                    <a:pt x="131447" y="112496"/>
                  </a:lnTo>
                  <a:cubicBezTo>
                    <a:pt x="174489" y="112496"/>
                    <a:pt x="216622" y="80643"/>
                    <a:pt x="216622" y="46340"/>
                  </a:cubicBezTo>
                  <a:cubicBezTo>
                    <a:pt x="216622" y="22756"/>
                    <a:pt x="196616" y="92"/>
                    <a:pt x="156908" y="92"/>
                  </a:cubicBezTo>
                  <a:lnTo>
                    <a:pt x="58699" y="92"/>
                  </a:lnTo>
                  <a:cubicBezTo>
                    <a:pt x="52940" y="92"/>
                    <a:pt x="49605" y="92"/>
                    <a:pt x="49605" y="5911"/>
                  </a:cubicBezTo>
                  <a:cubicBezTo>
                    <a:pt x="49605" y="9586"/>
                    <a:pt x="52334" y="9586"/>
                    <a:pt x="58396" y="9586"/>
                  </a:cubicBezTo>
                  <a:cubicBezTo>
                    <a:pt x="62336" y="9586"/>
                    <a:pt x="67792" y="9893"/>
                    <a:pt x="71430" y="10199"/>
                  </a:cubicBezTo>
                  <a:cubicBezTo>
                    <a:pt x="76280" y="10811"/>
                    <a:pt x="78098" y="11730"/>
                    <a:pt x="78098" y="15099"/>
                  </a:cubicBezTo>
                  <a:cubicBezTo>
                    <a:pt x="78098" y="16324"/>
                    <a:pt x="77795" y="17243"/>
                    <a:pt x="76886" y="20919"/>
                  </a:cubicBezTo>
                  <a:lnTo>
                    <a:pt x="36268" y="185390"/>
                  </a:lnTo>
                  <a:cubicBezTo>
                    <a:pt x="33237" y="197335"/>
                    <a:pt x="32631" y="199786"/>
                    <a:pt x="8685" y="199786"/>
                  </a:cubicBezTo>
                  <a:cubicBezTo>
                    <a:pt x="3532" y="199786"/>
                    <a:pt x="198" y="199786"/>
                    <a:pt x="198" y="205605"/>
                  </a:cubicBezTo>
                  <a:cubicBezTo>
                    <a:pt x="198" y="209280"/>
                    <a:pt x="3835" y="209280"/>
                    <a:pt x="4744" y="209280"/>
                  </a:cubicBezTo>
                  <a:cubicBezTo>
                    <a:pt x="13232" y="209280"/>
                    <a:pt x="34753" y="208361"/>
                    <a:pt x="43240" y="208361"/>
                  </a:cubicBezTo>
                  <a:cubicBezTo>
                    <a:pt x="49605" y="208361"/>
                    <a:pt x="56274" y="208668"/>
                    <a:pt x="62639" y="208668"/>
                  </a:cubicBezTo>
                  <a:cubicBezTo>
                    <a:pt x="69308" y="208668"/>
                    <a:pt x="75977" y="209280"/>
                    <a:pt x="82342" y="209280"/>
                  </a:cubicBezTo>
                  <a:cubicBezTo>
                    <a:pt x="84464" y="209280"/>
                    <a:pt x="88404" y="209280"/>
                    <a:pt x="88404" y="203155"/>
                  </a:cubicBezTo>
                  <a:cubicBezTo>
                    <a:pt x="88404" y="199786"/>
                    <a:pt x="85676" y="199786"/>
                    <a:pt x="79917" y="199786"/>
                  </a:cubicBezTo>
                  <a:cubicBezTo>
                    <a:pt x="68702" y="199786"/>
                    <a:pt x="60215" y="199786"/>
                    <a:pt x="60215" y="194273"/>
                  </a:cubicBezTo>
                  <a:cubicBezTo>
                    <a:pt x="60215" y="192435"/>
                    <a:pt x="60821" y="190904"/>
                    <a:pt x="61124" y="189066"/>
                  </a:cubicBezTo>
                  <a:lnTo>
                    <a:pt x="79917" y="112496"/>
                  </a:lnTo>
                  <a:close/>
                  <a:moveTo>
                    <a:pt x="101741" y="21225"/>
                  </a:moveTo>
                  <a:cubicBezTo>
                    <a:pt x="104469" y="10505"/>
                    <a:pt x="105076" y="9586"/>
                    <a:pt x="118110" y="9586"/>
                  </a:cubicBezTo>
                  <a:lnTo>
                    <a:pt x="147209" y="9586"/>
                  </a:lnTo>
                  <a:cubicBezTo>
                    <a:pt x="172367" y="9586"/>
                    <a:pt x="188432" y="17856"/>
                    <a:pt x="188432" y="38989"/>
                  </a:cubicBezTo>
                  <a:cubicBezTo>
                    <a:pt x="188432" y="50934"/>
                    <a:pt x="182370" y="77274"/>
                    <a:pt x="170548" y="88300"/>
                  </a:cubicBezTo>
                  <a:cubicBezTo>
                    <a:pt x="155393" y="102083"/>
                    <a:pt x="137206" y="104533"/>
                    <a:pt x="123869" y="104533"/>
                  </a:cubicBezTo>
                  <a:lnTo>
                    <a:pt x="81129" y="104533"/>
                  </a:lnTo>
                  <a:lnTo>
                    <a:pt x="101741" y="21225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4CFB55E-6E97-66DC-972A-1A34B991B4C5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0482883" y="7031532"/>
              <a:ext cx="70322" cy="306279"/>
            </a:xfrm>
            <a:custGeom>
              <a:avLst/>
              <a:gdLst>
                <a:gd name="csX0" fmla="*/ 70528 w 70322"/>
                <a:gd name="csY0" fmla="*/ 303308 h 306279"/>
                <a:gd name="csX1" fmla="*/ 65375 w 70322"/>
                <a:gd name="csY1" fmla="*/ 296570 h 306279"/>
                <a:gd name="csX2" fmla="*/ 17786 w 70322"/>
                <a:gd name="csY2" fmla="*/ 153231 h 306279"/>
                <a:gd name="csX3" fmla="*/ 66588 w 70322"/>
                <a:gd name="csY3" fmla="*/ 8361 h 306279"/>
                <a:gd name="csX4" fmla="*/ 70528 w 70322"/>
                <a:gd name="csY4" fmla="*/ 3154 h 306279"/>
                <a:gd name="csX5" fmla="*/ 67497 w 70322"/>
                <a:gd name="csY5" fmla="*/ 92 h 306279"/>
                <a:gd name="csX6" fmla="*/ 19302 w 70322"/>
                <a:gd name="csY6" fmla="*/ 59816 h 306279"/>
                <a:gd name="csX7" fmla="*/ 206 w 70322"/>
                <a:gd name="csY7" fmla="*/ 153231 h 306279"/>
                <a:gd name="csX8" fmla="*/ 20211 w 70322"/>
                <a:gd name="csY8" fmla="*/ 248790 h 306279"/>
                <a:gd name="csX9" fmla="*/ 67497 w 70322"/>
                <a:gd name="csY9" fmla="*/ 306371 h 306279"/>
                <a:gd name="csX10" fmla="*/ 70528 w 70322"/>
                <a:gd name="csY10" fmla="*/ 303308 h 3062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22" h="306279">
                  <a:moveTo>
                    <a:pt x="70528" y="303308"/>
                  </a:moveTo>
                  <a:cubicBezTo>
                    <a:pt x="70528" y="302389"/>
                    <a:pt x="70528" y="301777"/>
                    <a:pt x="65375" y="296570"/>
                  </a:cubicBezTo>
                  <a:cubicBezTo>
                    <a:pt x="27486" y="257979"/>
                    <a:pt x="17786" y="200092"/>
                    <a:pt x="17786" y="153231"/>
                  </a:cubicBezTo>
                  <a:cubicBezTo>
                    <a:pt x="17786" y="99939"/>
                    <a:pt x="29305" y="46646"/>
                    <a:pt x="66588" y="8361"/>
                  </a:cubicBezTo>
                  <a:cubicBezTo>
                    <a:pt x="70528" y="4686"/>
                    <a:pt x="70528" y="4073"/>
                    <a:pt x="70528" y="3154"/>
                  </a:cubicBezTo>
                  <a:cubicBezTo>
                    <a:pt x="70528" y="1011"/>
                    <a:pt x="69316" y="92"/>
                    <a:pt x="67497" y="92"/>
                  </a:cubicBezTo>
                  <a:cubicBezTo>
                    <a:pt x="64466" y="92"/>
                    <a:pt x="37186" y="20919"/>
                    <a:pt x="19302" y="59816"/>
                  </a:cubicBezTo>
                  <a:cubicBezTo>
                    <a:pt x="3843" y="93507"/>
                    <a:pt x="206" y="127504"/>
                    <a:pt x="206" y="153231"/>
                  </a:cubicBezTo>
                  <a:cubicBezTo>
                    <a:pt x="206" y="177121"/>
                    <a:pt x="3540" y="214181"/>
                    <a:pt x="20211" y="248790"/>
                  </a:cubicBezTo>
                  <a:cubicBezTo>
                    <a:pt x="38398" y="286463"/>
                    <a:pt x="64466" y="306371"/>
                    <a:pt x="67497" y="306371"/>
                  </a:cubicBezTo>
                  <a:cubicBezTo>
                    <a:pt x="69316" y="306371"/>
                    <a:pt x="70528" y="305452"/>
                    <a:pt x="70528" y="303308"/>
                  </a:cubicBez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223CC490-12AF-C9FF-D1E4-333C69B49EF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0577422" y="7125253"/>
              <a:ext cx="170653" cy="135987"/>
            </a:xfrm>
            <a:custGeom>
              <a:avLst/>
              <a:gdLst>
                <a:gd name="csX0" fmla="*/ 98419 w 170653"/>
                <a:gd name="csY0" fmla="*/ 60735 h 135987"/>
                <a:gd name="csX1" fmla="*/ 133883 w 170653"/>
                <a:gd name="csY1" fmla="*/ 20919 h 135987"/>
                <a:gd name="csX2" fmla="*/ 164801 w 170653"/>
                <a:gd name="csY2" fmla="*/ 14487 h 135987"/>
                <a:gd name="csX3" fmla="*/ 164801 w 170653"/>
                <a:gd name="csY3" fmla="*/ 92 h 135987"/>
                <a:gd name="csX4" fmla="*/ 136914 w 170653"/>
                <a:gd name="csY4" fmla="*/ 1010 h 135987"/>
                <a:gd name="csX5" fmla="*/ 105693 w 170653"/>
                <a:gd name="csY5" fmla="*/ 92 h 135987"/>
                <a:gd name="csX6" fmla="*/ 105693 w 170653"/>
                <a:gd name="csY6" fmla="*/ 14487 h 135987"/>
                <a:gd name="csX7" fmla="*/ 117212 w 170653"/>
                <a:gd name="csY7" fmla="*/ 17243 h 135987"/>
                <a:gd name="csX8" fmla="*/ 114787 w 170653"/>
                <a:gd name="csY8" fmla="*/ 20919 h 135987"/>
                <a:gd name="csX9" fmla="*/ 89325 w 170653"/>
                <a:gd name="csY9" fmla="*/ 49709 h 135987"/>
                <a:gd name="csX10" fmla="*/ 59620 w 170653"/>
                <a:gd name="csY10" fmla="*/ 14487 h 135987"/>
                <a:gd name="csX11" fmla="*/ 71745 w 170653"/>
                <a:gd name="csY11" fmla="*/ 14487 h 135987"/>
                <a:gd name="csX12" fmla="*/ 71745 w 170653"/>
                <a:gd name="csY12" fmla="*/ 92 h 135987"/>
                <a:gd name="csX13" fmla="*/ 35068 w 170653"/>
                <a:gd name="csY13" fmla="*/ 1010 h 135987"/>
                <a:gd name="csX14" fmla="*/ 1725 w 170653"/>
                <a:gd name="csY14" fmla="*/ 92 h 135987"/>
                <a:gd name="csX15" fmla="*/ 1725 w 170653"/>
                <a:gd name="csY15" fmla="*/ 14487 h 135987"/>
                <a:gd name="csX16" fmla="*/ 23246 w 170653"/>
                <a:gd name="csY16" fmla="*/ 14487 h 135987"/>
                <a:gd name="csX17" fmla="*/ 70532 w 170653"/>
                <a:gd name="csY17" fmla="*/ 70842 h 135987"/>
                <a:gd name="csX18" fmla="*/ 30824 w 170653"/>
                <a:gd name="csY18" fmla="*/ 115865 h 135987"/>
                <a:gd name="csX19" fmla="*/ 209 w 170653"/>
                <a:gd name="csY19" fmla="*/ 121684 h 135987"/>
                <a:gd name="csX20" fmla="*/ 209 w 170653"/>
                <a:gd name="csY20" fmla="*/ 136080 h 135987"/>
                <a:gd name="csX21" fmla="*/ 28096 w 170653"/>
                <a:gd name="csY21" fmla="*/ 135161 h 135987"/>
                <a:gd name="csX22" fmla="*/ 59317 w 170653"/>
                <a:gd name="csY22" fmla="*/ 136080 h 135987"/>
                <a:gd name="csX23" fmla="*/ 59317 w 170653"/>
                <a:gd name="csY23" fmla="*/ 121684 h 135987"/>
                <a:gd name="csX24" fmla="*/ 48102 w 170653"/>
                <a:gd name="csY24" fmla="*/ 118315 h 135987"/>
                <a:gd name="csX25" fmla="*/ 50223 w 170653"/>
                <a:gd name="csY25" fmla="*/ 115253 h 135987"/>
                <a:gd name="csX26" fmla="*/ 79626 w 170653"/>
                <a:gd name="csY26" fmla="*/ 81868 h 135987"/>
                <a:gd name="csX27" fmla="*/ 112968 w 170653"/>
                <a:gd name="csY27" fmla="*/ 121684 h 135987"/>
                <a:gd name="csX28" fmla="*/ 101147 w 170653"/>
                <a:gd name="csY28" fmla="*/ 121684 h 135987"/>
                <a:gd name="csX29" fmla="*/ 101147 w 170653"/>
                <a:gd name="csY29" fmla="*/ 136080 h 135987"/>
                <a:gd name="csX30" fmla="*/ 137521 w 170653"/>
                <a:gd name="csY30" fmla="*/ 135161 h 135987"/>
                <a:gd name="csX31" fmla="*/ 170863 w 170653"/>
                <a:gd name="csY31" fmla="*/ 136080 h 135987"/>
                <a:gd name="csX32" fmla="*/ 170863 w 170653"/>
                <a:gd name="csY32" fmla="*/ 121684 h 135987"/>
                <a:gd name="csX33" fmla="*/ 149342 w 170653"/>
                <a:gd name="csY33" fmla="*/ 121684 h 135987"/>
                <a:gd name="csX34" fmla="*/ 98419 w 170653"/>
                <a:gd name="csY34" fmla="*/ 60735 h 1359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653" h="135987">
                  <a:moveTo>
                    <a:pt x="98419" y="60735"/>
                  </a:moveTo>
                  <a:lnTo>
                    <a:pt x="133883" y="20919"/>
                  </a:lnTo>
                  <a:cubicBezTo>
                    <a:pt x="137824" y="16631"/>
                    <a:pt x="139642" y="14487"/>
                    <a:pt x="164801" y="14487"/>
                  </a:cubicBezTo>
                  <a:lnTo>
                    <a:pt x="164801" y="92"/>
                  </a:lnTo>
                  <a:cubicBezTo>
                    <a:pt x="154192" y="704"/>
                    <a:pt x="138430" y="1010"/>
                    <a:pt x="136914" y="1010"/>
                  </a:cubicBezTo>
                  <a:cubicBezTo>
                    <a:pt x="129336" y="1010"/>
                    <a:pt x="114181" y="398"/>
                    <a:pt x="105693" y="92"/>
                  </a:cubicBezTo>
                  <a:lnTo>
                    <a:pt x="105693" y="14487"/>
                  </a:lnTo>
                  <a:cubicBezTo>
                    <a:pt x="109937" y="14487"/>
                    <a:pt x="113574" y="15099"/>
                    <a:pt x="117212" y="17243"/>
                  </a:cubicBezTo>
                  <a:cubicBezTo>
                    <a:pt x="115999" y="19081"/>
                    <a:pt x="115999" y="19694"/>
                    <a:pt x="114787" y="20919"/>
                  </a:cubicBezTo>
                  <a:lnTo>
                    <a:pt x="89325" y="49709"/>
                  </a:lnTo>
                  <a:lnTo>
                    <a:pt x="59620" y="14487"/>
                  </a:lnTo>
                  <a:lnTo>
                    <a:pt x="71745" y="14487"/>
                  </a:lnTo>
                  <a:lnTo>
                    <a:pt x="71745" y="92"/>
                  </a:lnTo>
                  <a:cubicBezTo>
                    <a:pt x="63864" y="398"/>
                    <a:pt x="44767" y="1010"/>
                    <a:pt x="35068" y="1010"/>
                  </a:cubicBezTo>
                  <a:cubicBezTo>
                    <a:pt x="25368" y="1010"/>
                    <a:pt x="11728" y="398"/>
                    <a:pt x="1725" y="92"/>
                  </a:cubicBezTo>
                  <a:lnTo>
                    <a:pt x="1725" y="14487"/>
                  </a:lnTo>
                  <a:lnTo>
                    <a:pt x="23246" y="14487"/>
                  </a:lnTo>
                  <a:lnTo>
                    <a:pt x="70532" y="70842"/>
                  </a:lnTo>
                  <a:lnTo>
                    <a:pt x="30824" y="115865"/>
                  </a:lnTo>
                  <a:cubicBezTo>
                    <a:pt x="25671" y="121684"/>
                    <a:pt x="14759" y="121684"/>
                    <a:pt x="209" y="121684"/>
                  </a:cubicBezTo>
                  <a:lnTo>
                    <a:pt x="209" y="136080"/>
                  </a:lnTo>
                  <a:cubicBezTo>
                    <a:pt x="10818" y="135467"/>
                    <a:pt x="26580" y="135161"/>
                    <a:pt x="28096" y="135161"/>
                  </a:cubicBezTo>
                  <a:cubicBezTo>
                    <a:pt x="35674" y="135161"/>
                    <a:pt x="53255" y="135773"/>
                    <a:pt x="59317" y="136080"/>
                  </a:cubicBezTo>
                  <a:lnTo>
                    <a:pt x="59317" y="121684"/>
                  </a:lnTo>
                  <a:cubicBezTo>
                    <a:pt x="53861" y="121684"/>
                    <a:pt x="48102" y="120153"/>
                    <a:pt x="48102" y="118315"/>
                  </a:cubicBezTo>
                  <a:cubicBezTo>
                    <a:pt x="48102" y="118009"/>
                    <a:pt x="48102" y="117703"/>
                    <a:pt x="50223" y="115253"/>
                  </a:cubicBezTo>
                  <a:lnTo>
                    <a:pt x="79626" y="81868"/>
                  </a:lnTo>
                  <a:lnTo>
                    <a:pt x="112968" y="121684"/>
                  </a:lnTo>
                  <a:lnTo>
                    <a:pt x="101147" y="121684"/>
                  </a:lnTo>
                  <a:lnTo>
                    <a:pt x="101147" y="136080"/>
                  </a:lnTo>
                  <a:cubicBezTo>
                    <a:pt x="109028" y="135773"/>
                    <a:pt x="127518" y="135161"/>
                    <a:pt x="137521" y="135161"/>
                  </a:cubicBezTo>
                  <a:cubicBezTo>
                    <a:pt x="147220" y="135161"/>
                    <a:pt x="160860" y="135773"/>
                    <a:pt x="170863" y="136080"/>
                  </a:cubicBezTo>
                  <a:lnTo>
                    <a:pt x="170863" y="121684"/>
                  </a:lnTo>
                  <a:lnTo>
                    <a:pt x="149342" y="121684"/>
                  </a:lnTo>
                  <a:lnTo>
                    <a:pt x="98419" y="60735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C21BDE5A-69F1-4E55-DED6-3D5F154692CB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777854" y="7164824"/>
              <a:ext cx="77233" cy="142358"/>
            </a:xfrm>
            <a:custGeom>
              <a:avLst/>
              <a:gdLst>
                <a:gd name="csX0" fmla="*/ 48168 w 77233"/>
                <a:gd name="csY0" fmla="*/ 6096 h 142358"/>
                <a:gd name="csX1" fmla="*/ 41803 w 77233"/>
                <a:gd name="csY1" fmla="*/ 93 h 142358"/>
                <a:gd name="csX2" fmla="*/ 215 w 77233"/>
                <a:gd name="csY2" fmla="*/ 13814 h 142358"/>
                <a:gd name="csX3" fmla="*/ 215 w 77233"/>
                <a:gd name="csY3" fmla="*/ 21533 h 142358"/>
                <a:gd name="csX4" fmla="*/ 30982 w 77233"/>
                <a:gd name="csY4" fmla="*/ 15530 h 142358"/>
                <a:gd name="csX5" fmla="*/ 30982 w 77233"/>
                <a:gd name="csY5" fmla="*/ 124871 h 142358"/>
                <a:gd name="csX6" fmla="*/ 9764 w 77233"/>
                <a:gd name="csY6" fmla="*/ 134733 h 142358"/>
                <a:gd name="csX7" fmla="*/ 1701 w 77233"/>
                <a:gd name="csY7" fmla="*/ 134733 h 142358"/>
                <a:gd name="csX8" fmla="*/ 1701 w 77233"/>
                <a:gd name="csY8" fmla="*/ 142452 h 142358"/>
                <a:gd name="csX9" fmla="*/ 39469 w 77233"/>
                <a:gd name="csY9" fmla="*/ 141594 h 142358"/>
                <a:gd name="csX10" fmla="*/ 77449 w 77233"/>
                <a:gd name="csY10" fmla="*/ 142452 h 142358"/>
                <a:gd name="csX11" fmla="*/ 77449 w 77233"/>
                <a:gd name="csY11" fmla="*/ 134733 h 142358"/>
                <a:gd name="csX12" fmla="*/ 69386 w 77233"/>
                <a:gd name="csY12" fmla="*/ 134733 h 142358"/>
                <a:gd name="csX13" fmla="*/ 48168 w 77233"/>
                <a:gd name="csY13" fmla="*/ 124871 h 142358"/>
                <a:gd name="csX14" fmla="*/ 48168 w 77233"/>
                <a:gd name="csY14" fmla="*/ 6096 h 142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233" h="142358">
                  <a:moveTo>
                    <a:pt x="48168" y="6096"/>
                  </a:moveTo>
                  <a:cubicBezTo>
                    <a:pt x="48168" y="308"/>
                    <a:pt x="47744" y="93"/>
                    <a:pt x="41803" y="93"/>
                  </a:cubicBezTo>
                  <a:cubicBezTo>
                    <a:pt x="28223" y="13600"/>
                    <a:pt x="8915" y="13814"/>
                    <a:pt x="215" y="13814"/>
                  </a:cubicBezTo>
                  <a:lnTo>
                    <a:pt x="215" y="21533"/>
                  </a:lnTo>
                  <a:cubicBezTo>
                    <a:pt x="5308" y="21533"/>
                    <a:pt x="19312" y="21533"/>
                    <a:pt x="30982" y="15530"/>
                  </a:cubicBezTo>
                  <a:lnTo>
                    <a:pt x="30982" y="124871"/>
                  </a:lnTo>
                  <a:cubicBezTo>
                    <a:pt x="30982" y="131946"/>
                    <a:pt x="30982" y="134733"/>
                    <a:pt x="9764" y="134733"/>
                  </a:cubicBezTo>
                  <a:lnTo>
                    <a:pt x="1701" y="134733"/>
                  </a:lnTo>
                  <a:lnTo>
                    <a:pt x="1701" y="142452"/>
                  </a:lnTo>
                  <a:cubicBezTo>
                    <a:pt x="5520" y="142237"/>
                    <a:pt x="31618" y="141594"/>
                    <a:pt x="39469" y="141594"/>
                  </a:cubicBezTo>
                  <a:cubicBezTo>
                    <a:pt x="46046" y="141594"/>
                    <a:pt x="72781" y="142237"/>
                    <a:pt x="77449" y="142452"/>
                  </a:cubicBezTo>
                  <a:lnTo>
                    <a:pt x="77449" y="134733"/>
                  </a:lnTo>
                  <a:lnTo>
                    <a:pt x="69386" y="134733"/>
                  </a:lnTo>
                  <a:cubicBezTo>
                    <a:pt x="48168" y="134733"/>
                    <a:pt x="48168" y="131946"/>
                    <a:pt x="48168" y="124871"/>
                  </a:cubicBezTo>
                  <a:lnTo>
                    <a:pt x="48168" y="6096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4834F056-8D66-9CFF-AE96-C7834AED58B9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0897619" y="7214778"/>
              <a:ext cx="24400" cy="92404"/>
            </a:xfrm>
            <a:custGeom>
              <a:avLst/>
              <a:gdLst>
                <a:gd name="csX0" fmla="*/ 24620 w 24400"/>
                <a:gd name="csY0" fmla="*/ 12528 h 92404"/>
                <a:gd name="csX1" fmla="*/ 12526 w 24400"/>
                <a:gd name="csY1" fmla="*/ 93 h 92404"/>
                <a:gd name="csX2" fmla="*/ 219 w 24400"/>
                <a:gd name="csY2" fmla="*/ 12314 h 92404"/>
                <a:gd name="csX3" fmla="*/ 12314 w 24400"/>
                <a:gd name="csY3" fmla="*/ 24749 h 92404"/>
                <a:gd name="csX4" fmla="*/ 24620 w 24400"/>
                <a:gd name="csY4" fmla="*/ 12528 h 92404"/>
                <a:gd name="csX5" fmla="*/ 24620 w 24400"/>
                <a:gd name="csY5" fmla="*/ 80277 h 92404"/>
                <a:gd name="csX6" fmla="*/ 12526 w 24400"/>
                <a:gd name="csY6" fmla="*/ 67842 h 92404"/>
                <a:gd name="csX7" fmla="*/ 219 w 24400"/>
                <a:gd name="csY7" fmla="*/ 80063 h 92404"/>
                <a:gd name="csX8" fmla="*/ 12314 w 24400"/>
                <a:gd name="csY8" fmla="*/ 92498 h 92404"/>
                <a:gd name="csX9" fmla="*/ 24620 w 24400"/>
                <a:gd name="csY9" fmla="*/ 80277 h 92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400" h="92404">
                  <a:moveTo>
                    <a:pt x="24620" y="12528"/>
                  </a:moveTo>
                  <a:cubicBezTo>
                    <a:pt x="24620" y="5024"/>
                    <a:pt x="18679" y="93"/>
                    <a:pt x="12526" y="93"/>
                  </a:cubicBezTo>
                  <a:cubicBezTo>
                    <a:pt x="5100" y="93"/>
                    <a:pt x="219" y="6096"/>
                    <a:pt x="219" y="12314"/>
                  </a:cubicBezTo>
                  <a:cubicBezTo>
                    <a:pt x="219" y="19818"/>
                    <a:pt x="6160" y="24749"/>
                    <a:pt x="12314" y="24749"/>
                  </a:cubicBezTo>
                  <a:cubicBezTo>
                    <a:pt x="19740" y="24749"/>
                    <a:pt x="24620" y="18746"/>
                    <a:pt x="24620" y="12528"/>
                  </a:cubicBezTo>
                  <a:close/>
                  <a:moveTo>
                    <a:pt x="24620" y="80277"/>
                  </a:moveTo>
                  <a:cubicBezTo>
                    <a:pt x="24620" y="72773"/>
                    <a:pt x="18679" y="67842"/>
                    <a:pt x="12526" y="67842"/>
                  </a:cubicBezTo>
                  <a:cubicBezTo>
                    <a:pt x="5100" y="67842"/>
                    <a:pt x="219" y="73845"/>
                    <a:pt x="219" y="80063"/>
                  </a:cubicBezTo>
                  <a:cubicBezTo>
                    <a:pt x="219" y="87566"/>
                    <a:pt x="6160" y="92498"/>
                    <a:pt x="12314" y="92498"/>
                  </a:cubicBezTo>
                  <a:cubicBezTo>
                    <a:pt x="19740" y="92498"/>
                    <a:pt x="24620" y="86494"/>
                    <a:pt x="24620" y="80277"/>
                  </a:cubicBez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42B5627-6E2D-4ECE-089A-D0BA730E110B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0954147" y="7212634"/>
              <a:ext cx="129642" cy="96692"/>
            </a:xfrm>
            <a:custGeom>
              <a:avLst/>
              <a:gdLst>
                <a:gd name="csX0" fmla="*/ 16135 w 129642"/>
                <a:gd name="csY0" fmla="*/ 81135 h 96692"/>
                <a:gd name="csX1" fmla="*/ 14013 w 129642"/>
                <a:gd name="csY1" fmla="*/ 89925 h 96692"/>
                <a:gd name="csX2" fmla="*/ 21228 w 129642"/>
                <a:gd name="csY2" fmla="*/ 96785 h 96692"/>
                <a:gd name="csX3" fmla="*/ 29503 w 129642"/>
                <a:gd name="csY3" fmla="*/ 92069 h 96692"/>
                <a:gd name="csX4" fmla="*/ 33322 w 129642"/>
                <a:gd name="csY4" fmla="*/ 78776 h 96692"/>
                <a:gd name="csX5" fmla="*/ 37990 w 129642"/>
                <a:gd name="csY5" fmla="*/ 59481 h 96692"/>
                <a:gd name="csX6" fmla="*/ 41597 w 129642"/>
                <a:gd name="csY6" fmla="*/ 45116 h 96692"/>
                <a:gd name="csX7" fmla="*/ 50508 w 129642"/>
                <a:gd name="csY7" fmla="*/ 25821 h 96692"/>
                <a:gd name="csX8" fmla="*/ 82336 w 129642"/>
                <a:gd name="csY8" fmla="*/ 6096 h 96692"/>
                <a:gd name="csX9" fmla="*/ 94854 w 129642"/>
                <a:gd name="csY9" fmla="*/ 21104 h 96692"/>
                <a:gd name="csX10" fmla="*/ 82336 w 129642"/>
                <a:gd name="csY10" fmla="*/ 66770 h 96692"/>
                <a:gd name="csX11" fmla="*/ 79153 w 129642"/>
                <a:gd name="csY11" fmla="*/ 78347 h 96692"/>
                <a:gd name="csX12" fmla="*/ 99310 w 129642"/>
                <a:gd name="csY12" fmla="*/ 96785 h 96692"/>
                <a:gd name="csX13" fmla="*/ 129864 w 129642"/>
                <a:gd name="csY13" fmla="*/ 63983 h 96692"/>
                <a:gd name="csX14" fmla="*/ 126469 w 129642"/>
                <a:gd name="csY14" fmla="*/ 61196 h 96692"/>
                <a:gd name="csX15" fmla="*/ 122438 w 129642"/>
                <a:gd name="csY15" fmla="*/ 64841 h 96692"/>
                <a:gd name="csX16" fmla="*/ 99947 w 129642"/>
                <a:gd name="csY16" fmla="*/ 90782 h 96692"/>
                <a:gd name="csX17" fmla="*/ 94642 w 129642"/>
                <a:gd name="csY17" fmla="*/ 83279 h 96692"/>
                <a:gd name="csX18" fmla="*/ 99522 w 129642"/>
                <a:gd name="csY18" fmla="*/ 65913 h 96692"/>
                <a:gd name="csX19" fmla="*/ 110768 w 129642"/>
                <a:gd name="csY19" fmla="*/ 24534 h 96692"/>
                <a:gd name="csX20" fmla="*/ 83184 w 129642"/>
                <a:gd name="csY20" fmla="*/ 93 h 96692"/>
                <a:gd name="csX21" fmla="*/ 47326 w 129642"/>
                <a:gd name="csY21" fmla="*/ 19603 h 96692"/>
                <a:gd name="csX22" fmla="*/ 24622 w 129642"/>
                <a:gd name="csY22" fmla="*/ 93 h 96692"/>
                <a:gd name="csX23" fmla="*/ 7860 w 129642"/>
                <a:gd name="csY23" fmla="*/ 11671 h 96692"/>
                <a:gd name="csX24" fmla="*/ 222 w 129642"/>
                <a:gd name="csY24" fmla="*/ 32896 h 96692"/>
                <a:gd name="csX25" fmla="*/ 3829 w 129642"/>
                <a:gd name="csY25" fmla="*/ 35683 h 96692"/>
                <a:gd name="csX26" fmla="*/ 8497 w 129642"/>
                <a:gd name="csY26" fmla="*/ 29251 h 96692"/>
                <a:gd name="csX27" fmla="*/ 23986 w 129642"/>
                <a:gd name="csY27" fmla="*/ 6096 h 96692"/>
                <a:gd name="csX28" fmla="*/ 30988 w 129642"/>
                <a:gd name="csY28" fmla="*/ 16602 h 96692"/>
                <a:gd name="csX29" fmla="*/ 27593 w 129642"/>
                <a:gd name="csY29" fmla="*/ 34396 h 96692"/>
                <a:gd name="csX30" fmla="*/ 22925 w 129642"/>
                <a:gd name="csY30" fmla="*/ 53692 h 96692"/>
                <a:gd name="csX31" fmla="*/ 16135 w 129642"/>
                <a:gd name="csY31" fmla="*/ 81135 h 96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642" h="96692">
                  <a:moveTo>
                    <a:pt x="16135" y="81135"/>
                  </a:moveTo>
                  <a:cubicBezTo>
                    <a:pt x="15286" y="83922"/>
                    <a:pt x="14013" y="89282"/>
                    <a:pt x="14013" y="89925"/>
                  </a:cubicBezTo>
                  <a:cubicBezTo>
                    <a:pt x="14013" y="94642"/>
                    <a:pt x="17833" y="96785"/>
                    <a:pt x="21228" y="96785"/>
                  </a:cubicBezTo>
                  <a:cubicBezTo>
                    <a:pt x="25047" y="96785"/>
                    <a:pt x="28442" y="93998"/>
                    <a:pt x="29503" y="92069"/>
                  </a:cubicBezTo>
                  <a:cubicBezTo>
                    <a:pt x="30563" y="90139"/>
                    <a:pt x="32261" y="83279"/>
                    <a:pt x="33322" y="78776"/>
                  </a:cubicBezTo>
                  <a:cubicBezTo>
                    <a:pt x="34383" y="74703"/>
                    <a:pt x="36717" y="64841"/>
                    <a:pt x="37990" y="59481"/>
                  </a:cubicBezTo>
                  <a:cubicBezTo>
                    <a:pt x="39263" y="54764"/>
                    <a:pt x="40536" y="50047"/>
                    <a:pt x="41597" y="45116"/>
                  </a:cubicBezTo>
                  <a:cubicBezTo>
                    <a:pt x="43931" y="36326"/>
                    <a:pt x="44355" y="34611"/>
                    <a:pt x="50508" y="25821"/>
                  </a:cubicBezTo>
                  <a:cubicBezTo>
                    <a:pt x="56450" y="17245"/>
                    <a:pt x="66422" y="6096"/>
                    <a:pt x="82336" y="6096"/>
                  </a:cubicBezTo>
                  <a:cubicBezTo>
                    <a:pt x="94642" y="6096"/>
                    <a:pt x="94854" y="17030"/>
                    <a:pt x="94854" y="21104"/>
                  </a:cubicBezTo>
                  <a:cubicBezTo>
                    <a:pt x="94854" y="33968"/>
                    <a:pt x="85730" y="57766"/>
                    <a:pt x="82336" y="66770"/>
                  </a:cubicBezTo>
                  <a:cubicBezTo>
                    <a:pt x="80002" y="72773"/>
                    <a:pt x="79153" y="74703"/>
                    <a:pt x="79153" y="78347"/>
                  </a:cubicBezTo>
                  <a:cubicBezTo>
                    <a:pt x="79153" y="89710"/>
                    <a:pt x="88489" y="96785"/>
                    <a:pt x="99310" y="96785"/>
                  </a:cubicBezTo>
                  <a:cubicBezTo>
                    <a:pt x="120528" y="96785"/>
                    <a:pt x="129864" y="67199"/>
                    <a:pt x="129864" y="63983"/>
                  </a:cubicBezTo>
                  <a:cubicBezTo>
                    <a:pt x="129864" y="61196"/>
                    <a:pt x="127106" y="61196"/>
                    <a:pt x="126469" y="61196"/>
                  </a:cubicBezTo>
                  <a:cubicBezTo>
                    <a:pt x="123499" y="61196"/>
                    <a:pt x="123286" y="62482"/>
                    <a:pt x="122438" y="64841"/>
                  </a:cubicBezTo>
                  <a:cubicBezTo>
                    <a:pt x="117558" y="81992"/>
                    <a:pt x="108434" y="90782"/>
                    <a:pt x="99947" y="90782"/>
                  </a:cubicBezTo>
                  <a:cubicBezTo>
                    <a:pt x="95491" y="90782"/>
                    <a:pt x="94642" y="87781"/>
                    <a:pt x="94642" y="83279"/>
                  </a:cubicBezTo>
                  <a:cubicBezTo>
                    <a:pt x="94642" y="78347"/>
                    <a:pt x="95703" y="75560"/>
                    <a:pt x="99522" y="65913"/>
                  </a:cubicBezTo>
                  <a:cubicBezTo>
                    <a:pt x="102068" y="59266"/>
                    <a:pt x="110768" y="36540"/>
                    <a:pt x="110768" y="24534"/>
                  </a:cubicBezTo>
                  <a:cubicBezTo>
                    <a:pt x="110768" y="3738"/>
                    <a:pt x="94430" y="93"/>
                    <a:pt x="83184" y="93"/>
                  </a:cubicBezTo>
                  <a:cubicBezTo>
                    <a:pt x="65573" y="93"/>
                    <a:pt x="53691" y="11027"/>
                    <a:pt x="47326" y="19603"/>
                  </a:cubicBezTo>
                  <a:cubicBezTo>
                    <a:pt x="45840" y="4810"/>
                    <a:pt x="33322" y="93"/>
                    <a:pt x="24622" y="93"/>
                  </a:cubicBezTo>
                  <a:cubicBezTo>
                    <a:pt x="15499" y="93"/>
                    <a:pt x="10618" y="6739"/>
                    <a:pt x="7860" y="11671"/>
                  </a:cubicBezTo>
                  <a:cubicBezTo>
                    <a:pt x="3192" y="19603"/>
                    <a:pt x="222" y="31824"/>
                    <a:pt x="222" y="32896"/>
                  </a:cubicBezTo>
                  <a:cubicBezTo>
                    <a:pt x="222" y="35683"/>
                    <a:pt x="3192" y="35683"/>
                    <a:pt x="3829" y="35683"/>
                  </a:cubicBezTo>
                  <a:cubicBezTo>
                    <a:pt x="6799" y="35683"/>
                    <a:pt x="7011" y="35040"/>
                    <a:pt x="8497" y="29251"/>
                  </a:cubicBezTo>
                  <a:cubicBezTo>
                    <a:pt x="11679" y="16602"/>
                    <a:pt x="15711" y="6096"/>
                    <a:pt x="23986" y="6096"/>
                  </a:cubicBezTo>
                  <a:cubicBezTo>
                    <a:pt x="29503" y="6096"/>
                    <a:pt x="30988" y="10813"/>
                    <a:pt x="30988" y="16602"/>
                  </a:cubicBezTo>
                  <a:cubicBezTo>
                    <a:pt x="30988" y="20675"/>
                    <a:pt x="29078" y="28608"/>
                    <a:pt x="27593" y="34396"/>
                  </a:cubicBezTo>
                  <a:cubicBezTo>
                    <a:pt x="26108" y="40185"/>
                    <a:pt x="23986" y="48975"/>
                    <a:pt x="22925" y="53692"/>
                  </a:cubicBezTo>
                  <a:lnTo>
                    <a:pt x="16135" y="81135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93A72A5B-1DBE-C839-A095-C1BCBCBE7BB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126447" y="7031532"/>
              <a:ext cx="70322" cy="306279"/>
            </a:xfrm>
            <a:custGeom>
              <a:avLst/>
              <a:gdLst>
                <a:gd name="csX0" fmla="*/ 70550 w 70322"/>
                <a:gd name="csY0" fmla="*/ 153231 h 306279"/>
                <a:gd name="csX1" fmla="*/ 50544 w 70322"/>
                <a:gd name="csY1" fmla="*/ 57672 h 306279"/>
                <a:gd name="csX2" fmla="*/ 3258 w 70322"/>
                <a:gd name="csY2" fmla="*/ 92 h 306279"/>
                <a:gd name="csX3" fmla="*/ 227 w 70322"/>
                <a:gd name="csY3" fmla="*/ 3154 h 306279"/>
                <a:gd name="csX4" fmla="*/ 5986 w 70322"/>
                <a:gd name="csY4" fmla="*/ 10199 h 306279"/>
                <a:gd name="csX5" fmla="*/ 52969 w 70322"/>
                <a:gd name="csY5" fmla="*/ 153231 h 306279"/>
                <a:gd name="csX6" fmla="*/ 4168 w 70322"/>
                <a:gd name="csY6" fmla="*/ 298101 h 306279"/>
                <a:gd name="csX7" fmla="*/ 227 w 70322"/>
                <a:gd name="csY7" fmla="*/ 303308 h 306279"/>
                <a:gd name="csX8" fmla="*/ 3258 w 70322"/>
                <a:gd name="csY8" fmla="*/ 306371 h 306279"/>
                <a:gd name="csX9" fmla="*/ 51454 w 70322"/>
                <a:gd name="csY9" fmla="*/ 246646 h 306279"/>
                <a:gd name="csX10" fmla="*/ 70550 w 70322"/>
                <a:gd name="csY10" fmla="*/ 153231 h 3062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22" h="306279">
                  <a:moveTo>
                    <a:pt x="70550" y="153231"/>
                  </a:moveTo>
                  <a:cubicBezTo>
                    <a:pt x="70550" y="129341"/>
                    <a:pt x="67216" y="92282"/>
                    <a:pt x="50544" y="57672"/>
                  </a:cubicBezTo>
                  <a:cubicBezTo>
                    <a:pt x="32357" y="20000"/>
                    <a:pt x="6289" y="92"/>
                    <a:pt x="3258" y="92"/>
                  </a:cubicBezTo>
                  <a:cubicBezTo>
                    <a:pt x="1440" y="92"/>
                    <a:pt x="227" y="1317"/>
                    <a:pt x="227" y="3154"/>
                  </a:cubicBezTo>
                  <a:cubicBezTo>
                    <a:pt x="227" y="4073"/>
                    <a:pt x="227" y="4686"/>
                    <a:pt x="5986" y="10199"/>
                  </a:cubicBezTo>
                  <a:cubicBezTo>
                    <a:pt x="35692" y="40520"/>
                    <a:pt x="52969" y="89219"/>
                    <a:pt x="52969" y="153231"/>
                  </a:cubicBezTo>
                  <a:cubicBezTo>
                    <a:pt x="52969" y="205605"/>
                    <a:pt x="41754" y="259510"/>
                    <a:pt x="4168" y="298101"/>
                  </a:cubicBezTo>
                  <a:cubicBezTo>
                    <a:pt x="227" y="301777"/>
                    <a:pt x="227" y="302389"/>
                    <a:pt x="227" y="303308"/>
                  </a:cubicBezTo>
                  <a:cubicBezTo>
                    <a:pt x="227" y="305146"/>
                    <a:pt x="1440" y="306371"/>
                    <a:pt x="3258" y="306371"/>
                  </a:cubicBezTo>
                  <a:cubicBezTo>
                    <a:pt x="6289" y="306371"/>
                    <a:pt x="33570" y="285544"/>
                    <a:pt x="51454" y="246646"/>
                  </a:cubicBezTo>
                  <a:cubicBezTo>
                    <a:pt x="66912" y="212956"/>
                    <a:pt x="70550" y="178959"/>
                    <a:pt x="70550" y="153231"/>
                  </a:cubicBez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85E238F8-7C88-5081-B01C-8D69EC655516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328219" y="7148837"/>
              <a:ext cx="201571" cy="71669"/>
            </a:xfrm>
            <a:custGeom>
              <a:avLst/>
              <a:gdLst>
                <a:gd name="csX0" fmla="*/ 191499 w 201571"/>
                <a:gd name="csY0" fmla="*/ 12343 h 71669"/>
                <a:gd name="csX1" fmla="*/ 201805 w 201571"/>
                <a:gd name="csY1" fmla="*/ 6217 h 71669"/>
                <a:gd name="csX2" fmla="*/ 191803 w 201571"/>
                <a:gd name="csY2" fmla="*/ 92 h 71669"/>
                <a:gd name="csX3" fmla="*/ 10237 w 201571"/>
                <a:gd name="csY3" fmla="*/ 92 h 71669"/>
                <a:gd name="csX4" fmla="*/ 234 w 201571"/>
                <a:gd name="csY4" fmla="*/ 6217 h 71669"/>
                <a:gd name="csX5" fmla="*/ 10540 w 201571"/>
                <a:gd name="csY5" fmla="*/ 12343 h 71669"/>
                <a:gd name="csX6" fmla="*/ 191499 w 201571"/>
                <a:gd name="csY6" fmla="*/ 12343 h 71669"/>
                <a:gd name="csX7" fmla="*/ 191803 w 201571"/>
                <a:gd name="csY7" fmla="*/ 71761 h 71669"/>
                <a:gd name="csX8" fmla="*/ 201805 w 201571"/>
                <a:gd name="csY8" fmla="*/ 65635 h 71669"/>
                <a:gd name="csX9" fmla="*/ 191499 w 201571"/>
                <a:gd name="csY9" fmla="*/ 59510 h 71669"/>
                <a:gd name="csX10" fmla="*/ 10540 w 201571"/>
                <a:gd name="csY10" fmla="*/ 59510 h 71669"/>
                <a:gd name="csX11" fmla="*/ 234 w 201571"/>
                <a:gd name="csY11" fmla="*/ 65635 h 71669"/>
                <a:gd name="csX12" fmla="*/ 10237 w 201571"/>
                <a:gd name="csY12" fmla="*/ 71761 h 71669"/>
                <a:gd name="csX13" fmla="*/ 191803 w 201571"/>
                <a:gd name="csY13" fmla="*/ 71761 h 716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571" h="71669">
                  <a:moveTo>
                    <a:pt x="191499" y="12343"/>
                  </a:moveTo>
                  <a:cubicBezTo>
                    <a:pt x="196046" y="12343"/>
                    <a:pt x="201805" y="12343"/>
                    <a:pt x="201805" y="6217"/>
                  </a:cubicBezTo>
                  <a:cubicBezTo>
                    <a:pt x="201805" y="92"/>
                    <a:pt x="196046" y="92"/>
                    <a:pt x="191803" y="92"/>
                  </a:cubicBezTo>
                  <a:lnTo>
                    <a:pt x="10237" y="92"/>
                  </a:lnTo>
                  <a:cubicBezTo>
                    <a:pt x="5993" y="92"/>
                    <a:pt x="234" y="92"/>
                    <a:pt x="234" y="6217"/>
                  </a:cubicBezTo>
                  <a:cubicBezTo>
                    <a:pt x="234" y="12343"/>
                    <a:pt x="5993" y="12343"/>
                    <a:pt x="10540" y="12343"/>
                  </a:cubicBezTo>
                  <a:lnTo>
                    <a:pt x="191499" y="12343"/>
                  </a:lnTo>
                  <a:close/>
                  <a:moveTo>
                    <a:pt x="191803" y="71761"/>
                  </a:moveTo>
                  <a:cubicBezTo>
                    <a:pt x="196046" y="71761"/>
                    <a:pt x="201805" y="71761"/>
                    <a:pt x="201805" y="65635"/>
                  </a:cubicBezTo>
                  <a:cubicBezTo>
                    <a:pt x="201805" y="59510"/>
                    <a:pt x="196046" y="59510"/>
                    <a:pt x="191499" y="59510"/>
                  </a:cubicBezTo>
                  <a:lnTo>
                    <a:pt x="10540" y="59510"/>
                  </a:lnTo>
                  <a:cubicBezTo>
                    <a:pt x="5993" y="59510"/>
                    <a:pt x="234" y="59510"/>
                    <a:pt x="234" y="65635"/>
                  </a:cubicBezTo>
                  <a:cubicBezTo>
                    <a:pt x="234" y="71761"/>
                    <a:pt x="5993" y="71761"/>
                    <a:pt x="10237" y="71761"/>
                  </a:cubicBezTo>
                  <a:lnTo>
                    <a:pt x="191803" y="71761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E59056B5-82E4-F004-7FE8-6B43728BB77F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1658176" y="7057259"/>
              <a:ext cx="100028" cy="203981"/>
            </a:xfrm>
            <a:custGeom>
              <a:avLst/>
              <a:gdLst>
                <a:gd name="csX0" fmla="*/ 62383 w 100028"/>
                <a:gd name="csY0" fmla="*/ 8055 h 203981"/>
                <a:gd name="csX1" fmla="*/ 55411 w 100028"/>
                <a:gd name="csY1" fmla="*/ 92 h 203981"/>
                <a:gd name="csX2" fmla="*/ 244 w 100028"/>
                <a:gd name="csY2" fmla="*/ 19694 h 203981"/>
                <a:gd name="csX3" fmla="*/ 244 w 100028"/>
                <a:gd name="csY3" fmla="*/ 29188 h 203981"/>
                <a:gd name="csX4" fmla="*/ 39952 w 100028"/>
                <a:gd name="csY4" fmla="*/ 21225 h 203981"/>
                <a:gd name="csX5" fmla="*/ 39952 w 100028"/>
                <a:gd name="csY5" fmla="*/ 179877 h 203981"/>
                <a:gd name="csX6" fmla="*/ 11763 w 100028"/>
                <a:gd name="csY6" fmla="*/ 194579 h 203981"/>
                <a:gd name="csX7" fmla="*/ 2063 w 100028"/>
                <a:gd name="csY7" fmla="*/ 194579 h 203981"/>
                <a:gd name="csX8" fmla="*/ 2063 w 100028"/>
                <a:gd name="csY8" fmla="*/ 204074 h 203981"/>
                <a:gd name="csX9" fmla="*/ 51168 w 100028"/>
                <a:gd name="csY9" fmla="*/ 203155 h 203981"/>
                <a:gd name="csX10" fmla="*/ 100272 w 100028"/>
                <a:gd name="csY10" fmla="*/ 204074 h 203981"/>
                <a:gd name="csX11" fmla="*/ 100272 w 100028"/>
                <a:gd name="csY11" fmla="*/ 194579 h 203981"/>
                <a:gd name="csX12" fmla="*/ 90573 w 100028"/>
                <a:gd name="csY12" fmla="*/ 194579 h 203981"/>
                <a:gd name="csX13" fmla="*/ 62383 w 100028"/>
                <a:gd name="csY13" fmla="*/ 179877 h 203981"/>
                <a:gd name="csX14" fmla="*/ 62383 w 100028"/>
                <a:gd name="csY14" fmla="*/ 8055 h 2039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0028" h="203981">
                  <a:moveTo>
                    <a:pt x="62383" y="8055"/>
                  </a:moveTo>
                  <a:cubicBezTo>
                    <a:pt x="62383" y="704"/>
                    <a:pt x="62383" y="92"/>
                    <a:pt x="55411" y="92"/>
                  </a:cubicBezTo>
                  <a:cubicBezTo>
                    <a:pt x="36618" y="19694"/>
                    <a:pt x="9944" y="19694"/>
                    <a:pt x="244" y="19694"/>
                  </a:cubicBezTo>
                  <a:lnTo>
                    <a:pt x="244" y="29188"/>
                  </a:lnTo>
                  <a:cubicBezTo>
                    <a:pt x="6307" y="29188"/>
                    <a:pt x="24190" y="29188"/>
                    <a:pt x="39952" y="21225"/>
                  </a:cubicBezTo>
                  <a:lnTo>
                    <a:pt x="39952" y="179877"/>
                  </a:lnTo>
                  <a:cubicBezTo>
                    <a:pt x="39952" y="190903"/>
                    <a:pt x="39043" y="194579"/>
                    <a:pt x="11763" y="194579"/>
                  </a:cubicBezTo>
                  <a:lnTo>
                    <a:pt x="2063" y="194579"/>
                  </a:lnTo>
                  <a:lnTo>
                    <a:pt x="2063" y="204074"/>
                  </a:lnTo>
                  <a:cubicBezTo>
                    <a:pt x="12672" y="203155"/>
                    <a:pt x="39043" y="203155"/>
                    <a:pt x="51168" y="203155"/>
                  </a:cubicBezTo>
                  <a:cubicBezTo>
                    <a:pt x="63292" y="203155"/>
                    <a:pt x="89663" y="203155"/>
                    <a:pt x="100272" y="204074"/>
                  </a:cubicBezTo>
                  <a:lnTo>
                    <a:pt x="100272" y="194579"/>
                  </a:lnTo>
                  <a:lnTo>
                    <a:pt x="90573" y="194579"/>
                  </a:lnTo>
                  <a:cubicBezTo>
                    <a:pt x="63292" y="194579"/>
                    <a:pt x="62383" y="191210"/>
                    <a:pt x="62383" y="179877"/>
                  </a:cubicBezTo>
                  <a:lnTo>
                    <a:pt x="62383" y="8055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54D0D26B-9DD7-4316-ACFD-D2B7FB853B4E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1867089" y="7082681"/>
              <a:ext cx="201571" cy="203981"/>
            </a:xfrm>
            <a:custGeom>
              <a:avLst/>
              <a:gdLst>
                <a:gd name="csX0" fmla="*/ 107251 w 201571"/>
                <a:gd name="csY0" fmla="*/ 108208 h 203981"/>
                <a:gd name="csX1" fmla="*/ 191820 w 201571"/>
                <a:gd name="csY1" fmla="*/ 108208 h 203981"/>
                <a:gd name="csX2" fmla="*/ 201823 w 201571"/>
                <a:gd name="csY2" fmla="*/ 102083 h 203981"/>
                <a:gd name="csX3" fmla="*/ 191820 w 201571"/>
                <a:gd name="csY3" fmla="*/ 95957 h 203981"/>
                <a:gd name="csX4" fmla="*/ 107251 w 201571"/>
                <a:gd name="csY4" fmla="*/ 95957 h 203981"/>
                <a:gd name="csX5" fmla="*/ 107251 w 201571"/>
                <a:gd name="csY5" fmla="*/ 10199 h 203981"/>
                <a:gd name="csX6" fmla="*/ 101189 w 201571"/>
                <a:gd name="csY6" fmla="*/ 92 h 203981"/>
                <a:gd name="csX7" fmla="*/ 95126 w 201571"/>
                <a:gd name="csY7" fmla="*/ 10199 h 203981"/>
                <a:gd name="csX8" fmla="*/ 95126 w 201571"/>
                <a:gd name="csY8" fmla="*/ 95957 h 203981"/>
                <a:gd name="csX9" fmla="*/ 10254 w 201571"/>
                <a:gd name="csY9" fmla="*/ 95957 h 203981"/>
                <a:gd name="csX10" fmla="*/ 251 w 201571"/>
                <a:gd name="csY10" fmla="*/ 102083 h 203981"/>
                <a:gd name="csX11" fmla="*/ 10254 w 201571"/>
                <a:gd name="csY11" fmla="*/ 108208 h 203981"/>
                <a:gd name="csX12" fmla="*/ 95126 w 201571"/>
                <a:gd name="csY12" fmla="*/ 108208 h 203981"/>
                <a:gd name="csX13" fmla="*/ 95126 w 201571"/>
                <a:gd name="csY13" fmla="*/ 193966 h 203981"/>
                <a:gd name="csX14" fmla="*/ 101189 w 201571"/>
                <a:gd name="csY14" fmla="*/ 204074 h 203981"/>
                <a:gd name="csX15" fmla="*/ 107251 w 201571"/>
                <a:gd name="csY15" fmla="*/ 193966 h 203981"/>
                <a:gd name="csX16" fmla="*/ 107251 w 201571"/>
                <a:gd name="csY16" fmla="*/ 108208 h 2039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01571" h="203981">
                  <a:moveTo>
                    <a:pt x="107251" y="108208"/>
                  </a:moveTo>
                  <a:lnTo>
                    <a:pt x="191820" y="108208"/>
                  </a:lnTo>
                  <a:cubicBezTo>
                    <a:pt x="196064" y="108208"/>
                    <a:pt x="201823" y="108208"/>
                    <a:pt x="201823" y="102083"/>
                  </a:cubicBezTo>
                  <a:cubicBezTo>
                    <a:pt x="201823" y="95957"/>
                    <a:pt x="196064" y="95957"/>
                    <a:pt x="191820" y="95957"/>
                  </a:cubicBezTo>
                  <a:lnTo>
                    <a:pt x="107251" y="95957"/>
                  </a:lnTo>
                  <a:lnTo>
                    <a:pt x="107251" y="10199"/>
                  </a:lnTo>
                  <a:cubicBezTo>
                    <a:pt x="107251" y="5911"/>
                    <a:pt x="107251" y="92"/>
                    <a:pt x="101189" y="92"/>
                  </a:cubicBezTo>
                  <a:cubicBezTo>
                    <a:pt x="95126" y="92"/>
                    <a:pt x="95126" y="5911"/>
                    <a:pt x="95126" y="10199"/>
                  </a:cubicBezTo>
                  <a:lnTo>
                    <a:pt x="95126" y="95957"/>
                  </a:lnTo>
                  <a:lnTo>
                    <a:pt x="10254" y="95957"/>
                  </a:lnTo>
                  <a:cubicBezTo>
                    <a:pt x="6011" y="95957"/>
                    <a:pt x="251" y="95957"/>
                    <a:pt x="251" y="102083"/>
                  </a:cubicBezTo>
                  <a:cubicBezTo>
                    <a:pt x="251" y="108208"/>
                    <a:pt x="6011" y="108208"/>
                    <a:pt x="10254" y="108208"/>
                  </a:cubicBezTo>
                  <a:lnTo>
                    <a:pt x="95126" y="108208"/>
                  </a:lnTo>
                  <a:lnTo>
                    <a:pt x="95126" y="193966"/>
                  </a:lnTo>
                  <a:cubicBezTo>
                    <a:pt x="95126" y="198254"/>
                    <a:pt x="95126" y="204074"/>
                    <a:pt x="101189" y="204074"/>
                  </a:cubicBezTo>
                  <a:cubicBezTo>
                    <a:pt x="107251" y="204074"/>
                    <a:pt x="107251" y="198254"/>
                    <a:pt x="107251" y="193966"/>
                  </a:cubicBezTo>
                  <a:lnTo>
                    <a:pt x="107251" y="108208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59897888-A437-B31B-1F02-505DC8AD9E7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2180206" y="7057259"/>
              <a:ext cx="100028" cy="203981"/>
            </a:xfrm>
            <a:custGeom>
              <a:avLst/>
              <a:gdLst>
                <a:gd name="csX0" fmla="*/ 62400 w 100028"/>
                <a:gd name="csY0" fmla="*/ 8055 h 203981"/>
                <a:gd name="csX1" fmla="*/ 55428 w 100028"/>
                <a:gd name="csY1" fmla="*/ 92 h 203981"/>
                <a:gd name="csX2" fmla="*/ 261 w 100028"/>
                <a:gd name="csY2" fmla="*/ 19694 h 203981"/>
                <a:gd name="csX3" fmla="*/ 261 w 100028"/>
                <a:gd name="csY3" fmla="*/ 29188 h 203981"/>
                <a:gd name="csX4" fmla="*/ 39969 w 100028"/>
                <a:gd name="csY4" fmla="*/ 21225 h 203981"/>
                <a:gd name="csX5" fmla="*/ 39969 w 100028"/>
                <a:gd name="csY5" fmla="*/ 179877 h 203981"/>
                <a:gd name="csX6" fmla="*/ 11780 w 100028"/>
                <a:gd name="csY6" fmla="*/ 194579 h 203981"/>
                <a:gd name="csX7" fmla="*/ 2080 w 100028"/>
                <a:gd name="csY7" fmla="*/ 194579 h 203981"/>
                <a:gd name="csX8" fmla="*/ 2080 w 100028"/>
                <a:gd name="csY8" fmla="*/ 204074 h 203981"/>
                <a:gd name="csX9" fmla="*/ 51185 w 100028"/>
                <a:gd name="csY9" fmla="*/ 203155 h 203981"/>
                <a:gd name="csX10" fmla="*/ 100289 w 100028"/>
                <a:gd name="csY10" fmla="*/ 204074 h 203981"/>
                <a:gd name="csX11" fmla="*/ 100289 w 100028"/>
                <a:gd name="csY11" fmla="*/ 194579 h 203981"/>
                <a:gd name="csX12" fmla="*/ 90590 w 100028"/>
                <a:gd name="csY12" fmla="*/ 194579 h 203981"/>
                <a:gd name="csX13" fmla="*/ 62400 w 100028"/>
                <a:gd name="csY13" fmla="*/ 179877 h 203981"/>
                <a:gd name="csX14" fmla="*/ 62400 w 100028"/>
                <a:gd name="csY14" fmla="*/ 8055 h 2039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0028" h="203981">
                  <a:moveTo>
                    <a:pt x="62400" y="8055"/>
                  </a:moveTo>
                  <a:cubicBezTo>
                    <a:pt x="62400" y="704"/>
                    <a:pt x="62400" y="92"/>
                    <a:pt x="55428" y="92"/>
                  </a:cubicBezTo>
                  <a:cubicBezTo>
                    <a:pt x="36635" y="19694"/>
                    <a:pt x="9961" y="19694"/>
                    <a:pt x="261" y="19694"/>
                  </a:cubicBezTo>
                  <a:lnTo>
                    <a:pt x="261" y="29188"/>
                  </a:lnTo>
                  <a:cubicBezTo>
                    <a:pt x="6324" y="29188"/>
                    <a:pt x="24208" y="29188"/>
                    <a:pt x="39969" y="21225"/>
                  </a:cubicBezTo>
                  <a:lnTo>
                    <a:pt x="39969" y="179877"/>
                  </a:lnTo>
                  <a:cubicBezTo>
                    <a:pt x="39969" y="190903"/>
                    <a:pt x="39060" y="194579"/>
                    <a:pt x="11780" y="194579"/>
                  </a:cubicBezTo>
                  <a:lnTo>
                    <a:pt x="2080" y="194579"/>
                  </a:lnTo>
                  <a:lnTo>
                    <a:pt x="2080" y="204074"/>
                  </a:lnTo>
                  <a:cubicBezTo>
                    <a:pt x="12689" y="203155"/>
                    <a:pt x="39060" y="203155"/>
                    <a:pt x="51185" y="203155"/>
                  </a:cubicBezTo>
                  <a:cubicBezTo>
                    <a:pt x="63309" y="203155"/>
                    <a:pt x="89680" y="203155"/>
                    <a:pt x="100289" y="204074"/>
                  </a:cubicBezTo>
                  <a:lnTo>
                    <a:pt x="100289" y="194579"/>
                  </a:lnTo>
                  <a:lnTo>
                    <a:pt x="90590" y="194579"/>
                  </a:lnTo>
                  <a:cubicBezTo>
                    <a:pt x="63309" y="194579"/>
                    <a:pt x="62400" y="191210"/>
                    <a:pt x="62400" y="179877"/>
                  </a:cubicBezTo>
                  <a:lnTo>
                    <a:pt x="62400" y="8055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5566615F-5F60-9906-D21A-58E81A4201A7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2405958" y="7148837"/>
              <a:ext cx="201571" cy="71669"/>
            </a:xfrm>
            <a:custGeom>
              <a:avLst/>
              <a:gdLst>
                <a:gd name="csX0" fmla="*/ 191535 w 201571"/>
                <a:gd name="csY0" fmla="*/ 12343 h 71669"/>
                <a:gd name="csX1" fmla="*/ 201841 w 201571"/>
                <a:gd name="csY1" fmla="*/ 6217 h 71669"/>
                <a:gd name="csX2" fmla="*/ 191838 w 201571"/>
                <a:gd name="csY2" fmla="*/ 92 h 71669"/>
                <a:gd name="csX3" fmla="*/ 10272 w 201571"/>
                <a:gd name="csY3" fmla="*/ 92 h 71669"/>
                <a:gd name="csX4" fmla="*/ 269 w 201571"/>
                <a:gd name="csY4" fmla="*/ 6217 h 71669"/>
                <a:gd name="csX5" fmla="*/ 10575 w 201571"/>
                <a:gd name="csY5" fmla="*/ 12343 h 71669"/>
                <a:gd name="csX6" fmla="*/ 191535 w 201571"/>
                <a:gd name="csY6" fmla="*/ 12343 h 71669"/>
                <a:gd name="csX7" fmla="*/ 191838 w 201571"/>
                <a:gd name="csY7" fmla="*/ 71761 h 71669"/>
                <a:gd name="csX8" fmla="*/ 201841 w 201571"/>
                <a:gd name="csY8" fmla="*/ 65635 h 71669"/>
                <a:gd name="csX9" fmla="*/ 191535 w 201571"/>
                <a:gd name="csY9" fmla="*/ 59510 h 71669"/>
                <a:gd name="csX10" fmla="*/ 10575 w 201571"/>
                <a:gd name="csY10" fmla="*/ 59510 h 71669"/>
                <a:gd name="csX11" fmla="*/ 269 w 201571"/>
                <a:gd name="csY11" fmla="*/ 65635 h 71669"/>
                <a:gd name="csX12" fmla="*/ 10272 w 201571"/>
                <a:gd name="csY12" fmla="*/ 71761 h 71669"/>
                <a:gd name="csX13" fmla="*/ 191838 w 201571"/>
                <a:gd name="csY13" fmla="*/ 71761 h 716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571" h="71669">
                  <a:moveTo>
                    <a:pt x="191535" y="12343"/>
                  </a:moveTo>
                  <a:cubicBezTo>
                    <a:pt x="196082" y="12343"/>
                    <a:pt x="201841" y="12343"/>
                    <a:pt x="201841" y="6217"/>
                  </a:cubicBezTo>
                  <a:cubicBezTo>
                    <a:pt x="201841" y="92"/>
                    <a:pt x="196082" y="92"/>
                    <a:pt x="191838" y="92"/>
                  </a:cubicBezTo>
                  <a:lnTo>
                    <a:pt x="10272" y="92"/>
                  </a:lnTo>
                  <a:cubicBezTo>
                    <a:pt x="6028" y="92"/>
                    <a:pt x="269" y="92"/>
                    <a:pt x="269" y="6217"/>
                  </a:cubicBezTo>
                  <a:cubicBezTo>
                    <a:pt x="269" y="12343"/>
                    <a:pt x="6028" y="12343"/>
                    <a:pt x="10575" y="12343"/>
                  </a:cubicBezTo>
                  <a:lnTo>
                    <a:pt x="191535" y="12343"/>
                  </a:lnTo>
                  <a:close/>
                  <a:moveTo>
                    <a:pt x="191838" y="71761"/>
                  </a:moveTo>
                  <a:cubicBezTo>
                    <a:pt x="196082" y="71761"/>
                    <a:pt x="201841" y="71761"/>
                    <a:pt x="201841" y="65635"/>
                  </a:cubicBezTo>
                  <a:cubicBezTo>
                    <a:pt x="201841" y="59510"/>
                    <a:pt x="196082" y="59510"/>
                    <a:pt x="191535" y="59510"/>
                  </a:cubicBezTo>
                  <a:lnTo>
                    <a:pt x="10575" y="59510"/>
                  </a:lnTo>
                  <a:cubicBezTo>
                    <a:pt x="6028" y="59510"/>
                    <a:pt x="269" y="59510"/>
                    <a:pt x="269" y="65635"/>
                  </a:cubicBezTo>
                  <a:cubicBezTo>
                    <a:pt x="269" y="71761"/>
                    <a:pt x="6028" y="71761"/>
                    <a:pt x="10272" y="71761"/>
                  </a:cubicBezTo>
                  <a:lnTo>
                    <a:pt x="191838" y="71761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CE092FC1-4CEE-75EA-0FFB-627F1FF19646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2724093" y="7057259"/>
              <a:ext cx="120942" cy="203981"/>
            </a:xfrm>
            <a:custGeom>
              <a:avLst/>
              <a:gdLst>
                <a:gd name="csX0" fmla="*/ 23620 w 120942"/>
                <a:gd name="csY0" fmla="*/ 180490 h 203981"/>
                <a:gd name="csX1" fmla="*/ 55750 w 120942"/>
                <a:gd name="csY1" fmla="*/ 148943 h 203981"/>
                <a:gd name="csX2" fmla="*/ 121223 w 120942"/>
                <a:gd name="csY2" fmla="*/ 59510 h 203981"/>
                <a:gd name="csX3" fmla="*/ 56962 w 120942"/>
                <a:gd name="csY3" fmla="*/ 92 h 203981"/>
                <a:gd name="csX4" fmla="*/ 280 w 120942"/>
                <a:gd name="csY4" fmla="*/ 55528 h 203981"/>
                <a:gd name="csX5" fmla="*/ 16345 w 120942"/>
                <a:gd name="csY5" fmla="*/ 72680 h 203981"/>
                <a:gd name="csX6" fmla="*/ 32107 w 120942"/>
                <a:gd name="csY6" fmla="*/ 56447 h 203981"/>
                <a:gd name="csX7" fmla="*/ 16042 w 120942"/>
                <a:gd name="csY7" fmla="*/ 40520 h 203981"/>
                <a:gd name="csX8" fmla="*/ 12101 w 120942"/>
                <a:gd name="csY8" fmla="*/ 40827 h 203981"/>
                <a:gd name="csX9" fmla="*/ 53022 w 120942"/>
                <a:gd name="csY9" fmla="*/ 9586 h 203981"/>
                <a:gd name="csX10" fmla="*/ 93639 w 120942"/>
                <a:gd name="csY10" fmla="*/ 59510 h 203981"/>
                <a:gd name="csX11" fmla="*/ 61812 w 120942"/>
                <a:gd name="csY11" fmla="*/ 127197 h 203981"/>
                <a:gd name="csX12" fmla="*/ 3614 w 120942"/>
                <a:gd name="csY12" fmla="*/ 192741 h 203981"/>
                <a:gd name="csX13" fmla="*/ 280 w 120942"/>
                <a:gd name="csY13" fmla="*/ 204074 h 203981"/>
                <a:gd name="csX14" fmla="*/ 112735 w 120942"/>
                <a:gd name="csY14" fmla="*/ 204074 h 203981"/>
                <a:gd name="csX15" fmla="*/ 121223 w 120942"/>
                <a:gd name="csY15" fmla="*/ 150781 h 203981"/>
                <a:gd name="csX16" fmla="*/ 113645 w 120942"/>
                <a:gd name="csY16" fmla="*/ 150781 h 203981"/>
                <a:gd name="csX17" fmla="*/ 106976 w 120942"/>
                <a:gd name="csY17" fmla="*/ 178040 h 203981"/>
                <a:gd name="csX18" fmla="*/ 78180 w 120942"/>
                <a:gd name="csY18" fmla="*/ 180490 h 203981"/>
                <a:gd name="csX19" fmla="*/ 23620 w 120942"/>
                <a:gd name="csY19" fmla="*/ 180490 h 2039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0942" h="203981">
                  <a:moveTo>
                    <a:pt x="23620" y="180490"/>
                  </a:moveTo>
                  <a:lnTo>
                    <a:pt x="55750" y="148943"/>
                  </a:lnTo>
                  <a:cubicBezTo>
                    <a:pt x="103036" y="106677"/>
                    <a:pt x="121223" y="90138"/>
                    <a:pt x="121223" y="59510"/>
                  </a:cubicBezTo>
                  <a:cubicBezTo>
                    <a:pt x="121223" y="24594"/>
                    <a:pt x="93942" y="92"/>
                    <a:pt x="56962" y="92"/>
                  </a:cubicBezTo>
                  <a:cubicBezTo>
                    <a:pt x="22710" y="92"/>
                    <a:pt x="280" y="28269"/>
                    <a:pt x="280" y="55528"/>
                  </a:cubicBezTo>
                  <a:cubicBezTo>
                    <a:pt x="280" y="72680"/>
                    <a:pt x="15435" y="72680"/>
                    <a:pt x="16345" y="72680"/>
                  </a:cubicBezTo>
                  <a:cubicBezTo>
                    <a:pt x="21498" y="72680"/>
                    <a:pt x="32107" y="69004"/>
                    <a:pt x="32107" y="56447"/>
                  </a:cubicBezTo>
                  <a:cubicBezTo>
                    <a:pt x="32107" y="48484"/>
                    <a:pt x="26651" y="40520"/>
                    <a:pt x="16042" y="40520"/>
                  </a:cubicBezTo>
                  <a:cubicBezTo>
                    <a:pt x="13617" y="40520"/>
                    <a:pt x="13010" y="40520"/>
                    <a:pt x="12101" y="40827"/>
                  </a:cubicBezTo>
                  <a:cubicBezTo>
                    <a:pt x="19073" y="20919"/>
                    <a:pt x="35441" y="9586"/>
                    <a:pt x="53022" y="9586"/>
                  </a:cubicBezTo>
                  <a:cubicBezTo>
                    <a:pt x="80605" y="9586"/>
                    <a:pt x="93639" y="34395"/>
                    <a:pt x="93639" y="59510"/>
                  </a:cubicBezTo>
                  <a:cubicBezTo>
                    <a:pt x="93639" y="84012"/>
                    <a:pt x="78483" y="108208"/>
                    <a:pt x="61812" y="127197"/>
                  </a:cubicBezTo>
                  <a:lnTo>
                    <a:pt x="3614" y="192741"/>
                  </a:lnTo>
                  <a:cubicBezTo>
                    <a:pt x="280" y="196110"/>
                    <a:pt x="280" y="196723"/>
                    <a:pt x="280" y="204074"/>
                  </a:cubicBezTo>
                  <a:lnTo>
                    <a:pt x="112735" y="204074"/>
                  </a:lnTo>
                  <a:lnTo>
                    <a:pt x="121223" y="150781"/>
                  </a:lnTo>
                  <a:lnTo>
                    <a:pt x="113645" y="150781"/>
                  </a:lnTo>
                  <a:cubicBezTo>
                    <a:pt x="112129" y="159969"/>
                    <a:pt x="110007" y="173446"/>
                    <a:pt x="106976" y="178040"/>
                  </a:cubicBezTo>
                  <a:cubicBezTo>
                    <a:pt x="104854" y="180490"/>
                    <a:pt x="84849" y="180490"/>
                    <a:pt x="78180" y="180490"/>
                  </a:cubicBezTo>
                  <a:lnTo>
                    <a:pt x="23620" y="180490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22938BB-C05B-80AC-8A22-E6D2D7A62985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2969850" y="7095851"/>
              <a:ext cx="185203" cy="177641"/>
            </a:xfrm>
            <a:custGeom>
              <a:avLst/>
              <a:gdLst>
                <a:gd name="csX0" fmla="*/ 179732 w 185203"/>
                <a:gd name="csY0" fmla="*/ 95651 h 177641"/>
                <a:gd name="csX1" fmla="*/ 185491 w 185203"/>
                <a:gd name="csY1" fmla="*/ 88913 h 177641"/>
                <a:gd name="csX2" fmla="*/ 179732 w 185203"/>
                <a:gd name="csY2" fmla="*/ 82174 h 177641"/>
                <a:gd name="csX3" fmla="*/ 11806 w 185203"/>
                <a:gd name="csY3" fmla="*/ 2236 h 177641"/>
                <a:gd name="csX4" fmla="*/ 6350 w 185203"/>
                <a:gd name="csY4" fmla="*/ 92 h 177641"/>
                <a:gd name="csX5" fmla="*/ 287 w 185203"/>
                <a:gd name="csY5" fmla="*/ 6217 h 177641"/>
                <a:gd name="csX6" fmla="*/ 6047 w 185203"/>
                <a:gd name="csY6" fmla="*/ 12955 h 177641"/>
                <a:gd name="csX7" fmla="*/ 165182 w 185203"/>
                <a:gd name="csY7" fmla="*/ 88913 h 177641"/>
                <a:gd name="csX8" fmla="*/ 6047 w 185203"/>
                <a:gd name="csY8" fmla="*/ 164870 h 177641"/>
                <a:gd name="csX9" fmla="*/ 287 w 185203"/>
                <a:gd name="csY9" fmla="*/ 171608 h 177641"/>
                <a:gd name="csX10" fmla="*/ 6350 w 185203"/>
                <a:gd name="csY10" fmla="*/ 177734 h 177641"/>
                <a:gd name="csX11" fmla="*/ 11806 w 185203"/>
                <a:gd name="csY11" fmla="*/ 175590 h 177641"/>
                <a:gd name="csX12" fmla="*/ 179732 w 185203"/>
                <a:gd name="csY12" fmla="*/ 95651 h 177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85203" h="177641">
                  <a:moveTo>
                    <a:pt x="179732" y="95651"/>
                  </a:moveTo>
                  <a:cubicBezTo>
                    <a:pt x="183066" y="94119"/>
                    <a:pt x="185491" y="92588"/>
                    <a:pt x="185491" y="88913"/>
                  </a:cubicBezTo>
                  <a:cubicBezTo>
                    <a:pt x="185491" y="85237"/>
                    <a:pt x="183066" y="83706"/>
                    <a:pt x="179732" y="82174"/>
                  </a:cubicBezTo>
                  <a:lnTo>
                    <a:pt x="11806" y="2236"/>
                  </a:lnTo>
                  <a:cubicBezTo>
                    <a:pt x="7865" y="92"/>
                    <a:pt x="7259" y="92"/>
                    <a:pt x="6350" y="92"/>
                  </a:cubicBezTo>
                  <a:cubicBezTo>
                    <a:pt x="3015" y="92"/>
                    <a:pt x="287" y="2848"/>
                    <a:pt x="287" y="6217"/>
                  </a:cubicBezTo>
                  <a:cubicBezTo>
                    <a:pt x="287" y="8974"/>
                    <a:pt x="1803" y="10811"/>
                    <a:pt x="6047" y="12955"/>
                  </a:cubicBezTo>
                  <a:lnTo>
                    <a:pt x="165182" y="88913"/>
                  </a:lnTo>
                  <a:lnTo>
                    <a:pt x="6047" y="164870"/>
                  </a:lnTo>
                  <a:cubicBezTo>
                    <a:pt x="1803" y="167014"/>
                    <a:pt x="287" y="168851"/>
                    <a:pt x="287" y="171608"/>
                  </a:cubicBezTo>
                  <a:cubicBezTo>
                    <a:pt x="287" y="174977"/>
                    <a:pt x="3015" y="177734"/>
                    <a:pt x="6350" y="177734"/>
                  </a:cubicBezTo>
                  <a:cubicBezTo>
                    <a:pt x="7259" y="177734"/>
                    <a:pt x="7865" y="177734"/>
                    <a:pt x="11806" y="175590"/>
                  </a:cubicBezTo>
                  <a:lnTo>
                    <a:pt x="179732" y="95651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F4B2388-D6D2-DEAD-17CA-7B1953A6E0EA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3291623" y="7057259"/>
              <a:ext cx="100028" cy="203981"/>
            </a:xfrm>
            <a:custGeom>
              <a:avLst/>
              <a:gdLst>
                <a:gd name="csX0" fmla="*/ 62437 w 100028"/>
                <a:gd name="csY0" fmla="*/ 8055 h 203981"/>
                <a:gd name="csX1" fmla="*/ 55465 w 100028"/>
                <a:gd name="csY1" fmla="*/ 92 h 203981"/>
                <a:gd name="csX2" fmla="*/ 298 w 100028"/>
                <a:gd name="csY2" fmla="*/ 19694 h 203981"/>
                <a:gd name="csX3" fmla="*/ 298 w 100028"/>
                <a:gd name="csY3" fmla="*/ 29188 h 203981"/>
                <a:gd name="csX4" fmla="*/ 40006 w 100028"/>
                <a:gd name="csY4" fmla="*/ 21225 h 203981"/>
                <a:gd name="csX5" fmla="*/ 40006 w 100028"/>
                <a:gd name="csY5" fmla="*/ 179877 h 203981"/>
                <a:gd name="csX6" fmla="*/ 11816 w 100028"/>
                <a:gd name="csY6" fmla="*/ 194579 h 203981"/>
                <a:gd name="csX7" fmla="*/ 2117 w 100028"/>
                <a:gd name="csY7" fmla="*/ 194579 h 203981"/>
                <a:gd name="csX8" fmla="*/ 2117 w 100028"/>
                <a:gd name="csY8" fmla="*/ 204074 h 203981"/>
                <a:gd name="csX9" fmla="*/ 51221 w 100028"/>
                <a:gd name="csY9" fmla="*/ 203155 h 203981"/>
                <a:gd name="csX10" fmla="*/ 100326 w 100028"/>
                <a:gd name="csY10" fmla="*/ 204074 h 203981"/>
                <a:gd name="csX11" fmla="*/ 100326 w 100028"/>
                <a:gd name="csY11" fmla="*/ 194579 h 203981"/>
                <a:gd name="csX12" fmla="*/ 90626 w 100028"/>
                <a:gd name="csY12" fmla="*/ 194579 h 203981"/>
                <a:gd name="csX13" fmla="*/ 62437 w 100028"/>
                <a:gd name="csY13" fmla="*/ 179877 h 203981"/>
                <a:gd name="csX14" fmla="*/ 62437 w 100028"/>
                <a:gd name="csY14" fmla="*/ 8055 h 2039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0028" h="203981">
                  <a:moveTo>
                    <a:pt x="62437" y="8055"/>
                  </a:moveTo>
                  <a:cubicBezTo>
                    <a:pt x="62437" y="704"/>
                    <a:pt x="62437" y="92"/>
                    <a:pt x="55465" y="92"/>
                  </a:cubicBezTo>
                  <a:cubicBezTo>
                    <a:pt x="36672" y="19694"/>
                    <a:pt x="9998" y="19694"/>
                    <a:pt x="298" y="19694"/>
                  </a:cubicBezTo>
                  <a:lnTo>
                    <a:pt x="298" y="29188"/>
                  </a:lnTo>
                  <a:cubicBezTo>
                    <a:pt x="6360" y="29188"/>
                    <a:pt x="24244" y="29188"/>
                    <a:pt x="40006" y="21225"/>
                  </a:cubicBezTo>
                  <a:lnTo>
                    <a:pt x="40006" y="179877"/>
                  </a:lnTo>
                  <a:cubicBezTo>
                    <a:pt x="40006" y="190903"/>
                    <a:pt x="39097" y="194579"/>
                    <a:pt x="11816" y="194579"/>
                  </a:cubicBezTo>
                  <a:lnTo>
                    <a:pt x="2117" y="194579"/>
                  </a:lnTo>
                  <a:lnTo>
                    <a:pt x="2117" y="204074"/>
                  </a:lnTo>
                  <a:cubicBezTo>
                    <a:pt x="12726" y="203155"/>
                    <a:pt x="39097" y="203155"/>
                    <a:pt x="51221" y="203155"/>
                  </a:cubicBezTo>
                  <a:cubicBezTo>
                    <a:pt x="63346" y="203155"/>
                    <a:pt x="89717" y="203155"/>
                    <a:pt x="100326" y="204074"/>
                  </a:cubicBezTo>
                  <a:lnTo>
                    <a:pt x="100326" y="194579"/>
                  </a:lnTo>
                  <a:lnTo>
                    <a:pt x="90626" y="194579"/>
                  </a:lnTo>
                  <a:cubicBezTo>
                    <a:pt x="63346" y="194579"/>
                    <a:pt x="62437" y="191210"/>
                    <a:pt x="62437" y="179877"/>
                  </a:cubicBezTo>
                  <a:lnTo>
                    <a:pt x="62437" y="8055"/>
                  </a:lnTo>
                  <a:close/>
                </a:path>
              </a:pathLst>
            </a:custGeom>
            <a:solidFill>
              <a:srgbClr val="000000"/>
            </a:solidFill>
            <a:ln w="35585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594" name="Group 593" descr="\documentclass{article}&#10;\usepackage{nunito}&#10;\usepackage[linguistics]{forest}&#10;\usepackage{amsmath,amssymb}&#10;\pagestyle{empty}&#10;\begin{document}&#10;&#10;\begin{align*}&#10;\sum_{n=1}^\infty\sum_{\mathbf{x}_{1:n}}P(\mathbf{x}_{1:n}) = 1&#10;\end{align*}&#10;&#10;&#10;\end{document}" title="IguanaTex Shape Display">
            <a:extLst>
              <a:ext uri="{FF2B5EF4-FFF2-40B4-BE49-F238E27FC236}">
                <a16:creationId xmlns:a16="http://schemas.microsoft.com/office/drawing/2014/main" id="{512C82FD-7886-657A-E3DA-BC89FEA18154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4688800" y="1176550"/>
            <a:ext cx="2544625" cy="846937"/>
            <a:chOff x="8360317" y="4794923"/>
            <a:chExt cx="2544625" cy="846937"/>
          </a:xfrm>
        </p:grpSpPr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804BDC7-8809-478C-E893-23ABAEFFCFD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474099" y="4794923"/>
              <a:ext cx="208546" cy="95009"/>
            </a:xfrm>
            <a:custGeom>
              <a:avLst/>
              <a:gdLst>
                <a:gd name="csX0" fmla="*/ 106376 w 208546"/>
                <a:gd name="csY0" fmla="*/ 35259 h 95009"/>
                <a:gd name="csX1" fmla="*/ 83698 w 208546"/>
                <a:gd name="csY1" fmla="*/ 12928 h 95009"/>
                <a:gd name="csX2" fmla="*/ 45549 w 208546"/>
                <a:gd name="csY2" fmla="*/ 78 h 95009"/>
                <a:gd name="csX3" fmla="*/ 195 w 208546"/>
                <a:gd name="csY3" fmla="*/ 47688 h 95009"/>
                <a:gd name="csX4" fmla="*/ 44914 w 208546"/>
                <a:gd name="csY4" fmla="*/ 95088 h 95009"/>
                <a:gd name="csX5" fmla="*/ 102561 w 208546"/>
                <a:gd name="csY5" fmla="*/ 59907 h 95009"/>
                <a:gd name="csX6" fmla="*/ 125238 w 208546"/>
                <a:gd name="csY6" fmla="*/ 82237 h 95009"/>
                <a:gd name="csX7" fmla="*/ 163387 w 208546"/>
                <a:gd name="csY7" fmla="*/ 95088 h 95009"/>
                <a:gd name="csX8" fmla="*/ 208741 w 208546"/>
                <a:gd name="csY8" fmla="*/ 47477 h 95009"/>
                <a:gd name="csX9" fmla="*/ 164023 w 208546"/>
                <a:gd name="csY9" fmla="*/ 78 h 95009"/>
                <a:gd name="csX10" fmla="*/ 106376 w 208546"/>
                <a:gd name="csY10" fmla="*/ 35259 h 95009"/>
                <a:gd name="csX11" fmla="*/ 113158 w 208546"/>
                <a:gd name="csY11" fmla="*/ 43053 h 95009"/>
                <a:gd name="csX12" fmla="*/ 165930 w 208546"/>
                <a:gd name="csY12" fmla="*/ 8083 h 95009"/>
                <a:gd name="csX13" fmla="*/ 202807 w 208546"/>
                <a:gd name="csY13" fmla="*/ 47477 h 95009"/>
                <a:gd name="csX14" fmla="*/ 166778 w 208546"/>
                <a:gd name="csY14" fmla="*/ 83501 h 95009"/>
                <a:gd name="csX15" fmla="*/ 113158 w 208546"/>
                <a:gd name="csY15" fmla="*/ 43053 h 95009"/>
                <a:gd name="csX16" fmla="*/ 95779 w 208546"/>
                <a:gd name="csY16" fmla="*/ 52112 h 95009"/>
                <a:gd name="csX17" fmla="*/ 43006 w 208546"/>
                <a:gd name="csY17" fmla="*/ 87082 h 95009"/>
                <a:gd name="csX18" fmla="*/ 6129 w 208546"/>
                <a:gd name="csY18" fmla="*/ 47688 h 95009"/>
                <a:gd name="csX19" fmla="*/ 42158 w 208546"/>
                <a:gd name="csY19" fmla="*/ 11664 h 95009"/>
                <a:gd name="csX20" fmla="*/ 95779 w 208546"/>
                <a:gd name="csY20" fmla="*/ 52112 h 950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08546" h="95009">
                  <a:moveTo>
                    <a:pt x="106376" y="35259"/>
                  </a:moveTo>
                  <a:cubicBezTo>
                    <a:pt x="95143" y="22198"/>
                    <a:pt x="91752" y="18616"/>
                    <a:pt x="83698" y="12928"/>
                  </a:cubicBezTo>
                  <a:cubicBezTo>
                    <a:pt x="70770" y="3659"/>
                    <a:pt x="57206" y="78"/>
                    <a:pt x="45549" y="78"/>
                  </a:cubicBezTo>
                  <a:cubicBezTo>
                    <a:pt x="19269" y="78"/>
                    <a:pt x="195" y="22408"/>
                    <a:pt x="195" y="47688"/>
                  </a:cubicBezTo>
                  <a:cubicBezTo>
                    <a:pt x="195" y="72336"/>
                    <a:pt x="18421" y="95088"/>
                    <a:pt x="44914" y="95088"/>
                  </a:cubicBezTo>
                  <a:cubicBezTo>
                    <a:pt x="74373" y="95088"/>
                    <a:pt x="94931" y="71072"/>
                    <a:pt x="102561" y="59907"/>
                  </a:cubicBezTo>
                  <a:cubicBezTo>
                    <a:pt x="113793" y="72968"/>
                    <a:pt x="117184" y="76549"/>
                    <a:pt x="125238" y="82237"/>
                  </a:cubicBezTo>
                  <a:cubicBezTo>
                    <a:pt x="138166" y="91506"/>
                    <a:pt x="151730" y="95088"/>
                    <a:pt x="163387" y="95088"/>
                  </a:cubicBezTo>
                  <a:cubicBezTo>
                    <a:pt x="189667" y="95088"/>
                    <a:pt x="208741" y="72757"/>
                    <a:pt x="208741" y="47477"/>
                  </a:cubicBezTo>
                  <a:cubicBezTo>
                    <a:pt x="208741" y="22830"/>
                    <a:pt x="190515" y="78"/>
                    <a:pt x="164023" y="78"/>
                  </a:cubicBezTo>
                  <a:cubicBezTo>
                    <a:pt x="134563" y="78"/>
                    <a:pt x="114005" y="24094"/>
                    <a:pt x="106376" y="35259"/>
                  </a:cubicBezTo>
                  <a:close/>
                  <a:moveTo>
                    <a:pt x="113158" y="43053"/>
                  </a:moveTo>
                  <a:cubicBezTo>
                    <a:pt x="121635" y="29360"/>
                    <a:pt x="140074" y="8083"/>
                    <a:pt x="165930" y="8083"/>
                  </a:cubicBezTo>
                  <a:cubicBezTo>
                    <a:pt x="187760" y="8083"/>
                    <a:pt x="202807" y="27253"/>
                    <a:pt x="202807" y="47477"/>
                  </a:cubicBezTo>
                  <a:cubicBezTo>
                    <a:pt x="202807" y="67701"/>
                    <a:pt x="186276" y="83501"/>
                    <a:pt x="166778" y="83501"/>
                  </a:cubicBezTo>
                  <a:cubicBezTo>
                    <a:pt x="147068" y="83501"/>
                    <a:pt x="133504" y="67491"/>
                    <a:pt x="113158" y="43053"/>
                  </a:cubicBezTo>
                  <a:close/>
                  <a:moveTo>
                    <a:pt x="95779" y="52112"/>
                  </a:moveTo>
                  <a:cubicBezTo>
                    <a:pt x="87301" y="65805"/>
                    <a:pt x="68863" y="87082"/>
                    <a:pt x="43006" y="87082"/>
                  </a:cubicBezTo>
                  <a:cubicBezTo>
                    <a:pt x="21177" y="87082"/>
                    <a:pt x="6129" y="67912"/>
                    <a:pt x="6129" y="47688"/>
                  </a:cubicBezTo>
                  <a:cubicBezTo>
                    <a:pt x="6129" y="27464"/>
                    <a:pt x="22660" y="11664"/>
                    <a:pt x="42158" y="11664"/>
                  </a:cubicBezTo>
                  <a:cubicBezTo>
                    <a:pt x="61869" y="11664"/>
                    <a:pt x="75433" y="27675"/>
                    <a:pt x="95779" y="52112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15AA304-57FD-2C19-BB63-D40465C3B4E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376756" y="4978111"/>
              <a:ext cx="402984" cy="421330"/>
            </a:xfrm>
            <a:custGeom>
              <a:avLst/>
              <a:gdLst>
                <a:gd name="csX0" fmla="*/ 366541 w 402984"/>
                <a:gd name="csY0" fmla="*/ 421411 h 421330"/>
                <a:gd name="csX1" fmla="*/ 403176 w 402984"/>
                <a:gd name="csY1" fmla="*/ 325107 h 421330"/>
                <a:gd name="csX2" fmla="*/ 395607 w 402984"/>
                <a:gd name="csY2" fmla="*/ 325107 h 421330"/>
                <a:gd name="csX3" fmla="*/ 316887 w 402984"/>
                <a:gd name="csY3" fmla="*/ 385899 h 421330"/>
                <a:gd name="csX4" fmla="*/ 222726 w 402984"/>
                <a:gd name="csY4" fmla="*/ 395228 h 421330"/>
                <a:gd name="csX5" fmla="*/ 40157 w 402984"/>
                <a:gd name="csY5" fmla="*/ 395228 h 421330"/>
                <a:gd name="csX6" fmla="*/ 194266 w 402984"/>
                <a:gd name="csY6" fmla="*/ 215561 h 421330"/>
                <a:gd name="csX7" fmla="*/ 196991 w 402984"/>
                <a:gd name="csY7" fmla="*/ 210746 h 421330"/>
                <a:gd name="csX8" fmla="*/ 194871 w 402984"/>
                <a:gd name="csY8" fmla="*/ 206231 h 421330"/>
                <a:gd name="csX9" fmla="*/ 53781 w 402984"/>
                <a:gd name="csY9" fmla="*/ 14526 h 421330"/>
                <a:gd name="csX10" fmla="*/ 219698 w 402984"/>
                <a:gd name="csY10" fmla="*/ 14526 h 421330"/>
                <a:gd name="csX11" fmla="*/ 290546 w 402984"/>
                <a:gd name="csY11" fmla="*/ 19342 h 421330"/>
                <a:gd name="csX12" fmla="*/ 357155 w 402984"/>
                <a:gd name="csY12" fmla="*/ 41913 h 421330"/>
                <a:gd name="csX13" fmla="*/ 395607 w 402984"/>
                <a:gd name="csY13" fmla="*/ 84648 h 421330"/>
                <a:gd name="csX14" fmla="*/ 403176 w 402984"/>
                <a:gd name="csY14" fmla="*/ 84648 h 421330"/>
                <a:gd name="csX15" fmla="*/ 366541 w 402984"/>
                <a:gd name="csY15" fmla="*/ 81 h 421330"/>
                <a:gd name="csX16" fmla="*/ 8669 w 402984"/>
                <a:gd name="csY16" fmla="*/ 81 h 421330"/>
                <a:gd name="csX17" fmla="*/ 494 w 402984"/>
                <a:gd name="csY17" fmla="*/ 2187 h 421330"/>
                <a:gd name="csX18" fmla="*/ 192 w 402984"/>
                <a:gd name="csY18" fmla="*/ 12119 h 421330"/>
                <a:gd name="csX19" fmla="*/ 160356 w 402984"/>
                <a:gd name="csY19" fmla="*/ 230007 h 421330"/>
                <a:gd name="csX20" fmla="*/ 3522 w 402984"/>
                <a:gd name="csY20" fmla="*/ 412683 h 421330"/>
                <a:gd name="csX21" fmla="*/ 494 w 402984"/>
                <a:gd name="csY21" fmla="*/ 418100 h 421330"/>
                <a:gd name="csX22" fmla="*/ 8669 w 402984"/>
                <a:gd name="csY22" fmla="*/ 421411 h 421330"/>
                <a:gd name="csX23" fmla="*/ 366541 w 402984"/>
                <a:gd name="csY23" fmla="*/ 421411 h 42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2984" h="421330">
                  <a:moveTo>
                    <a:pt x="366541" y="421411"/>
                  </a:moveTo>
                  <a:lnTo>
                    <a:pt x="403176" y="325107"/>
                  </a:lnTo>
                  <a:lnTo>
                    <a:pt x="395607" y="325107"/>
                  </a:lnTo>
                  <a:cubicBezTo>
                    <a:pt x="383799" y="356406"/>
                    <a:pt x="351705" y="376870"/>
                    <a:pt x="316887" y="385899"/>
                  </a:cubicBezTo>
                  <a:cubicBezTo>
                    <a:pt x="310529" y="387403"/>
                    <a:pt x="280858" y="395228"/>
                    <a:pt x="222726" y="395228"/>
                  </a:cubicBezTo>
                  <a:lnTo>
                    <a:pt x="40157" y="395228"/>
                  </a:lnTo>
                  <a:lnTo>
                    <a:pt x="194266" y="215561"/>
                  </a:lnTo>
                  <a:cubicBezTo>
                    <a:pt x="196385" y="213153"/>
                    <a:pt x="196991" y="212250"/>
                    <a:pt x="196991" y="210746"/>
                  </a:cubicBezTo>
                  <a:cubicBezTo>
                    <a:pt x="196991" y="210144"/>
                    <a:pt x="196991" y="209241"/>
                    <a:pt x="194871" y="206231"/>
                  </a:cubicBezTo>
                  <a:lnTo>
                    <a:pt x="53781" y="14526"/>
                  </a:lnTo>
                  <a:lnTo>
                    <a:pt x="219698" y="14526"/>
                  </a:lnTo>
                  <a:cubicBezTo>
                    <a:pt x="260269" y="14526"/>
                    <a:pt x="287821" y="18740"/>
                    <a:pt x="290546" y="19342"/>
                  </a:cubicBezTo>
                  <a:cubicBezTo>
                    <a:pt x="306896" y="21749"/>
                    <a:pt x="333236" y="26865"/>
                    <a:pt x="357155" y="41913"/>
                  </a:cubicBezTo>
                  <a:cubicBezTo>
                    <a:pt x="364724" y="46728"/>
                    <a:pt x="385313" y="60271"/>
                    <a:pt x="395607" y="84648"/>
                  </a:cubicBezTo>
                  <a:lnTo>
                    <a:pt x="403176" y="84648"/>
                  </a:lnTo>
                  <a:lnTo>
                    <a:pt x="366541" y="81"/>
                  </a:lnTo>
                  <a:lnTo>
                    <a:pt x="8669" y="81"/>
                  </a:lnTo>
                  <a:cubicBezTo>
                    <a:pt x="1705" y="81"/>
                    <a:pt x="1403" y="382"/>
                    <a:pt x="494" y="2187"/>
                  </a:cubicBezTo>
                  <a:cubicBezTo>
                    <a:pt x="192" y="3090"/>
                    <a:pt x="192" y="8808"/>
                    <a:pt x="192" y="12119"/>
                  </a:cubicBezTo>
                  <a:lnTo>
                    <a:pt x="160356" y="230007"/>
                  </a:lnTo>
                  <a:lnTo>
                    <a:pt x="3522" y="412683"/>
                  </a:lnTo>
                  <a:cubicBezTo>
                    <a:pt x="494" y="416295"/>
                    <a:pt x="494" y="417799"/>
                    <a:pt x="494" y="418100"/>
                  </a:cubicBezTo>
                  <a:cubicBezTo>
                    <a:pt x="494" y="421411"/>
                    <a:pt x="3219" y="421411"/>
                    <a:pt x="8669" y="421411"/>
                  </a:cubicBezTo>
                  <a:lnTo>
                    <a:pt x="366541" y="42141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773BF0F3-977D-4CB7-0A32-6DCE2939F4D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360317" y="5522556"/>
              <a:ext cx="129493" cy="95009"/>
            </a:xfrm>
            <a:custGeom>
              <a:avLst/>
              <a:gdLst>
                <a:gd name="csX0" fmla="*/ 16086 w 129493"/>
                <a:gd name="csY0" fmla="*/ 79733 h 95009"/>
                <a:gd name="csX1" fmla="*/ 13967 w 129493"/>
                <a:gd name="csY1" fmla="*/ 88370 h 95009"/>
                <a:gd name="csX2" fmla="*/ 21173 w 129493"/>
                <a:gd name="csY2" fmla="*/ 95112 h 95009"/>
                <a:gd name="csX3" fmla="*/ 29439 w 129493"/>
                <a:gd name="csY3" fmla="*/ 90477 h 95009"/>
                <a:gd name="csX4" fmla="*/ 33253 w 129493"/>
                <a:gd name="csY4" fmla="*/ 77416 h 95009"/>
                <a:gd name="csX5" fmla="*/ 37916 w 129493"/>
                <a:gd name="csY5" fmla="*/ 58456 h 95009"/>
                <a:gd name="csX6" fmla="*/ 41519 w 129493"/>
                <a:gd name="csY6" fmla="*/ 44341 h 95009"/>
                <a:gd name="csX7" fmla="*/ 50420 w 129493"/>
                <a:gd name="csY7" fmla="*/ 25382 h 95009"/>
                <a:gd name="csX8" fmla="*/ 82211 w 129493"/>
                <a:gd name="csY8" fmla="*/ 6000 h 95009"/>
                <a:gd name="csX9" fmla="*/ 94715 w 129493"/>
                <a:gd name="csY9" fmla="*/ 20747 h 95009"/>
                <a:gd name="csX10" fmla="*/ 82211 w 129493"/>
                <a:gd name="csY10" fmla="*/ 65619 h 95009"/>
                <a:gd name="csX11" fmla="*/ 79032 w 129493"/>
                <a:gd name="csY11" fmla="*/ 76995 h 95009"/>
                <a:gd name="csX12" fmla="*/ 99166 w 129493"/>
                <a:gd name="csY12" fmla="*/ 95112 h 95009"/>
                <a:gd name="csX13" fmla="*/ 129685 w 129493"/>
                <a:gd name="csY13" fmla="*/ 62880 h 95009"/>
                <a:gd name="csX14" fmla="*/ 126294 w 129493"/>
                <a:gd name="csY14" fmla="*/ 60141 h 95009"/>
                <a:gd name="csX15" fmla="*/ 122267 w 129493"/>
                <a:gd name="csY15" fmla="*/ 63723 h 95009"/>
                <a:gd name="csX16" fmla="*/ 99802 w 129493"/>
                <a:gd name="csY16" fmla="*/ 89213 h 95009"/>
                <a:gd name="csX17" fmla="*/ 94503 w 129493"/>
                <a:gd name="csY17" fmla="*/ 81840 h 95009"/>
                <a:gd name="csX18" fmla="*/ 99378 w 129493"/>
                <a:gd name="csY18" fmla="*/ 64776 h 95009"/>
                <a:gd name="csX19" fmla="*/ 110611 w 129493"/>
                <a:gd name="csY19" fmla="*/ 24118 h 95009"/>
                <a:gd name="csX20" fmla="*/ 83059 w 129493"/>
                <a:gd name="csY20" fmla="*/ 102 h 95009"/>
                <a:gd name="csX21" fmla="*/ 47241 w 129493"/>
                <a:gd name="csY21" fmla="*/ 19272 h 95009"/>
                <a:gd name="csX22" fmla="*/ 24564 w 129493"/>
                <a:gd name="csY22" fmla="*/ 102 h 95009"/>
                <a:gd name="csX23" fmla="*/ 7821 w 129493"/>
                <a:gd name="csY23" fmla="*/ 11478 h 95009"/>
                <a:gd name="csX24" fmla="*/ 191 w 129493"/>
                <a:gd name="csY24" fmla="*/ 32334 h 95009"/>
                <a:gd name="csX25" fmla="*/ 3794 w 129493"/>
                <a:gd name="csY25" fmla="*/ 35072 h 95009"/>
                <a:gd name="csX26" fmla="*/ 8457 w 129493"/>
                <a:gd name="csY26" fmla="*/ 28752 h 95009"/>
                <a:gd name="csX27" fmla="*/ 23928 w 129493"/>
                <a:gd name="csY27" fmla="*/ 6000 h 95009"/>
                <a:gd name="csX28" fmla="*/ 30922 w 129493"/>
                <a:gd name="csY28" fmla="*/ 16323 h 95009"/>
                <a:gd name="csX29" fmla="*/ 27531 w 129493"/>
                <a:gd name="csY29" fmla="*/ 33808 h 95009"/>
                <a:gd name="csX30" fmla="*/ 22869 w 129493"/>
                <a:gd name="csY30" fmla="*/ 52768 h 95009"/>
                <a:gd name="csX31" fmla="*/ 16086 w 129493"/>
                <a:gd name="csY31" fmla="*/ 79733 h 950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493" h="95009">
                  <a:moveTo>
                    <a:pt x="16086" y="79733"/>
                  </a:moveTo>
                  <a:cubicBezTo>
                    <a:pt x="15239" y="82472"/>
                    <a:pt x="13967" y="87738"/>
                    <a:pt x="13967" y="88370"/>
                  </a:cubicBezTo>
                  <a:cubicBezTo>
                    <a:pt x="13967" y="93005"/>
                    <a:pt x="17782" y="95112"/>
                    <a:pt x="21173" y="95112"/>
                  </a:cubicBezTo>
                  <a:cubicBezTo>
                    <a:pt x="24988" y="95112"/>
                    <a:pt x="28379" y="92373"/>
                    <a:pt x="29439" y="90477"/>
                  </a:cubicBezTo>
                  <a:cubicBezTo>
                    <a:pt x="30498" y="88581"/>
                    <a:pt x="32194" y="81840"/>
                    <a:pt x="33253" y="77416"/>
                  </a:cubicBezTo>
                  <a:cubicBezTo>
                    <a:pt x="34313" y="73413"/>
                    <a:pt x="36644" y="63723"/>
                    <a:pt x="37916" y="58456"/>
                  </a:cubicBezTo>
                  <a:cubicBezTo>
                    <a:pt x="39188" y="53821"/>
                    <a:pt x="40459" y="49187"/>
                    <a:pt x="41519" y="44341"/>
                  </a:cubicBezTo>
                  <a:cubicBezTo>
                    <a:pt x="43850" y="35704"/>
                    <a:pt x="44274" y="34019"/>
                    <a:pt x="50420" y="25382"/>
                  </a:cubicBezTo>
                  <a:cubicBezTo>
                    <a:pt x="56355" y="16955"/>
                    <a:pt x="66316" y="6000"/>
                    <a:pt x="82211" y="6000"/>
                  </a:cubicBezTo>
                  <a:cubicBezTo>
                    <a:pt x="94503" y="6000"/>
                    <a:pt x="94715" y="16744"/>
                    <a:pt x="94715" y="20747"/>
                  </a:cubicBezTo>
                  <a:cubicBezTo>
                    <a:pt x="94715" y="33387"/>
                    <a:pt x="85602" y="56771"/>
                    <a:pt x="82211" y="65619"/>
                  </a:cubicBezTo>
                  <a:cubicBezTo>
                    <a:pt x="79880" y="71517"/>
                    <a:pt x="79032" y="73413"/>
                    <a:pt x="79032" y="76995"/>
                  </a:cubicBezTo>
                  <a:cubicBezTo>
                    <a:pt x="79032" y="88160"/>
                    <a:pt x="88357" y="95112"/>
                    <a:pt x="99166" y="95112"/>
                  </a:cubicBezTo>
                  <a:cubicBezTo>
                    <a:pt x="120360" y="95112"/>
                    <a:pt x="129685" y="66040"/>
                    <a:pt x="129685" y="62880"/>
                  </a:cubicBezTo>
                  <a:cubicBezTo>
                    <a:pt x="129685" y="60141"/>
                    <a:pt x="126930" y="60141"/>
                    <a:pt x="126294" y="60141"/>
                  </a:cubicBezTo>
                  <a:cubicBezTo>
                    <a:pt x="123327" y="60141"/>
                    <a:pt x="123115" y="61405"/>
                    <a:pt x="122267" y="63723"/>
                  </a:cubicBezTo>
                  <a:cubicBezTo>
                    <a:pt x="117393" y="80576"/>
                    <a:pt x="108279" y="89213"/>
                    <a:pt x="99802" y="89213"/>
                  </a:cubicBezTo>
                  <a:cubicBezTo>
                    <a:pt x="95351" y="89213"/>
                    <a:pt x="94503" y="86264"/>
                    <a:pt x="94503" y="81840"/>
                  </a:cubicBezTo>
                  <a:cubicBezTo>
                    <a:pt x="94503" y="76995"/>
                    <a:pt x="95563" y="74256"/>
                    <a:pt x="99378" y="64776"/>
                  </a:cubicBezTo>
                  <a:cubicBezTo>
                    <a:pt x="101921" y="58245"/>
                    <a:pt x="110611" y="35915"/>
                    <a:pt x="110611" y="24118"/>
                  </a:cubicBezTo>
                  <a:cubicBezTo>
                    <a:pt x="110611" y="3683"/>
                    <a:pt x="94292" y="102"/>
                    <a:pt x="83059" y="102"/>
                  </a:cubicBezTo>
                  <a:cubicBezTo>
                    <a:pt x="65468" y="102"/>
                    <a:pt x="53600" y="10846"/>
                    <a:pt x="47241" y="19272"/>
                  </a:cubicBezTo>
                  <a:cubicBezTo>
                    <a:pt x="45758" y="4736"/>
                    <a:pt x="33253" y="102"/>
                    <a:pt x="24564" y="102"/>
                  </a:cubicBezTo>
                  <a:cubicBezTo>
                    <a:pt x="15451" y="102"/>
                    <a:pt x="10576" y="6632"/>
                    <a:pt x="7821" y="11478"/>
                  </a:cubicBezTo>
                  <a:cubicBezTo>
                    <a:pt x="3158" y="19272"/>
                    <a:pt x="191" y="31280"/>
                    <a:pt x="191" y="32334"/>
                  </a:cubicBezTo>
                  <a:cubicBezTo>
                    <a:pt x="191" y="35072"/>
                    <a:pt x="3158" y="35072"/>
                    <a:pt x="3794" y="35072"/>
                  </a:cubicBezTo>
                  <a:cubicBezTo>
                    <a:pt x="6761" y="35072"/>
                    <a:pt x="6973" y="34440"/>
                    <a:pt x="8457" y="28752"/>
                  </a:cubicBezTo>
                  <a:cubicBezTo>
                    <a:pt x="11636" y="16323"/>
                    <a:pt x="15663" y="6000"/>
                    <a:pt x="23928" y="6000"/>
                  </a:cubicBezTo>
                  <a:cubicBezTo>
                    <a:pt x="29439" y="6000"/>
                    <a:pt x="30922" y="10635"/>
                    <a:pt x="30922" y="16323"/>
                  </a:cubicBezTo>
                  <a:cubicBezTo>
                    <a:pt x="30922" y="20326"/>
                    <a:pt x="29015" y="28120"/>
                    <a:pt x="27531" y="33808"/>
                  </a:cubicBezTo>
                  <a:cubicBezTo>
                    <a:pt x="26048" y="39496"/>
                    <a:pt x="23928" y="48133"/>
                    <a:pt x="22869" y="52768"/>
                  </a:cubicBezTo>
                  <a:lnTo>
                    <a:pt x="16086" y="7973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7757DD69-296B-B04E-C508-9ED08B06B0B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514860" y="5534353"/>
              <a:ext cx="155986" cy="56668"/>
            </a:xfrm>
            <a:custGeom>
              <a:avLst/>
              <a:gdLst>
                <a:gd name="csX0" fmla="*/ 148129 w 155986"/>
                <a:gd name="csY0" fmla="*/ 10424 h 56668"/>
                <a:gd name="csX1" fmla="*/ 156182 w 155986"/>
                <a:gd name="csY1" fmla="*/ 5158 h 56668"/>
                <a:gd name="csX2" fmla="*/ 148341 w 155986"/>
                <a:gd name="csY2" fmla="*/ 102 h 56668"/>
                <a:gd name="csX3" fmla="*/ 8038 w 155986"/>
                <a:gd name="csY3" fmla="*/ 102 h 56668"/>
                <a:gd name="csX4" fmla="*/ 196 w 155986"/>
                <a:gd name="csY4" fmla="*/ 5158 h 56668"/>
                <a:gd name="csX5" fmla="*/ 8250 w 155986"/>
                <a:gd name="csY5" fmla="*/ 10424 h 56668"/>
                <a:gd name="csX6" fmla="*/ 148129 w 155986"/>
                <a:gd name="csY6" fmla="*/ 10424 h 56668"/>
                <a:gd name="csX7" fmla="*/ 148341 w 155986"/>
                <a:gd name="csY7" fmla="*/ 56771 h 56668"/>
                <a:gd name="csX8" fmla="*/ 156182 w 155986"/>
                <a:gd name="csY8" fmla="*/ 51715 h 56668"/>
                <a:gd name="csX9" fmla="*/ 148129 w 155986"/>
                <a:gd name="csY9" fmla="*/ 46448 h 56668"/>
                <a:gd name="csX10" fmla="*/ 8250 w 155986"/>
                <a:gd name="csY10" fmla="*/ 46448 h 56668"/>
                <a:gd name="csX11" fmla="*/ 196 w 155986"/>
                <a:gd name="csY11" fmla="*/ 51715 h 56668"/>
                <a:gd name="csX12" fmla="*/ 8038 w 155986"/>
                <a:gd name="csY12" fmla="*/ 56771 h 56668"/>
                <a:gd name="csX13" fmla="*/ 148341 w 155986"/>
                <a:gd name="csY13" fmla="*/ 56771 h 56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5986" h="56668">
                  <a:moveTo>
                    <a:pt x="148129" y="10424"/>
                  </a:moveTo>
                  <a:cubicBezTo>
                    <a:pt x="151308" y="10424"/>
                    <a:pt x="156182" y="10424"/>
                    <a:pt x="156182" y="5158"/>
                  </a:cubicBezTo>
                  <a:cubicBezTo>
                    <a:pt x="156182" y="102"/>
                    <a:pt x="151096" y="102"/>
                    <a:pt x="148341" y="102"/>
                  </a:cubicBezTo>
                  <a:lnTo>
                    <a:pt x="8038" y="102"/>
                  </a:lnTo>
                  <a:cubicBezTo>
                    <a:pt x="5283" y="102"/>
                    <a:pt x="196" y="102"/>
                    <a:pt x="196" y="5158"/>
                  </a:cubicBezTo>
                  <a:cubicBezTo>
                    <a:pt x="196" y="10424"/>
                    <a:pt x="5071" y="10424"/>
                    <a:pt x="8250" y="10424"/>
                  </a:cubicBezTo>
                  <a:lnTo>
                    <a:pt x="148129" y="10424"/>
                  </a:lnTo>
                  <a:close/>
                  <a:moveTo>
                    <a:pt x="148341" y="56771"/>
                  </a:moveTo>
                  <a:cubicBezTo>
                    <a:pt x="151096" y="56771"/>
                    <a:pt x="156182" y="56771"/>
                    <a:pt x="156182" y="51715"/>
                  </a:cubicBezTo>
                  <a:cubicBezTo>
                    <a:pt x="156182" y="46448"/>
                    <a:pt x="151308" y="46448"/>
                    <a:pt x="148129" y="46448"/>
                  </a:cubicBezTo>
                  <a:lnTo>
                    <a:pt x="8250" y="46448"/>
                  </a:lnTo>
                  <a:cubicBezTo>
                    <a:pt x="5071" y="46448"/>
                    <a:pt x="196" y="46448"/>
                    <a:pt x="196" y="51715"/>
                  </a:cubicBezTo>
                  <a:cubicBezTo>
                    <a:pt x="196" y="56771"/>
                    <a:pt x="5283" y="56771"/>
                    <a:pt x="8038" y="56771"/>
                  </a:cubicBezTo>
                  <a:lnTo>
                    <a:pt x="148341" y="5677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40AFE86-1044-5F04-078A-4C593683090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708992" y="5475578"/>
              <a:ext cx="77145" cy="139881"/>
            </a:xfrm>
            <a:custGeom>
              <a:avLst/>
              <a:gdLst>
                <a:gd name="csX0" fmla="*/ 48100 w 77145"/>
                <a:gd name="csY0" fmla="*/ 6000 h 139881"/>
                <a:gd name="csX1" fmla="*/ 41742 w 77145"/>
                <a:gd name="csY1" fmla="*/ 102 h 139881"/>
                <a:gd name="csX2" fmla="*/ 202 w 77145"/>
                <a:gd name="csY2" fmla="*/ 13584 h 139881"/>
                <a:gd name="csX3" fmla="*/ 202 w 77145"/>
                <a:gd name="csY3" fmla="*/ 21168 h 139881"/>
                <a:gd name="csX4" fmla="*/ 30933 w 77145"/>
                <a:gd name="csY4" fmla="*/ 15270 h 139881"/>
                <a:gd name="csX5" fmla="*/ 30933 w 77145"/>
                <a:gd name="csY5" fmla="*/ 122709 h 139881"/>
                <a:gd name="csX6" fmla="*/ 9739 w 77145"/>
                <a:gd name="csY6" fmla="*/ 132399 h 139881"/>
                <a:gd name="csX7" fmla="*/ 1686 w 77145"/>
                <a:gd name="csY7" fmla="*/ 132399 h 139881"/>
                <a:gd name="csX8" fmla="*/ 1686 w 77145"/>
                <a:gd name="csY8" fmla="*/ 139983 h 139881"/>
                <a:gd name="csX9" fmla="*/ 39411 w 77145"/>
                <a:gd name="csY9" fmla="*/ 139141 h 139881"/>
                <a:gd name="csX10" fmla="*/ 77348 w 77145"/>
                <a:gd name="csY10" fmla="*/ 139983 h 139881"/>
                <a:gd name="csX11" fmla="*/ 77348 w 77145"/>
                <a:gd name="csY11" fmla="*/ 132399 h 139881"/>
                <a:gd name="csX12" fmla="*/ 69294 w 77145"/>
                <a:gd name="csY12" fmla="*/ 132399 h 139881"/>
                <a:gd name="csX13" fmla="*/ 48100 w 77145"/>
                <a:gd name="csY13" fmla="*/ 122709 h 139881"/>
                <a:gd name="csX14" fmla="*/ 48100 w 77145"/>
                <a:gd name="csY14" fmla="*/ 6000 h 139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45" h="139881">
                  <a:moveTo>
                    <a:pt x="48100" y="6000"/>
                  </a:moveTo>
                  <a:cubicBezTo>
                    <a:pt x="48100" y="312"/>
                    <a:pt x="47676" y="102"/>
                    <a:pt x="41742" y="102"/>
                  </a:cubicBezTo>
                  <a:cubicBezTo>
                    <a:pt x="28178" y="13374"/>
                    <a:pt x="8892" y="13584"/>
                    <a:pt x="202" y="13584"/>
                  </a:cubicBezTo>
                  <a:lnTo>
                    <a:pt x="202" y="21168"/>
                  </a:lnTo>
                  <a:cubicBezTo>
                    <a:pt x="5289" y="21168"/>
                    <a:pt x="19277" y="21168"/>
                    <a:pt x="30933" y="15270"/>
                  </a:cubicBezTo>
                  <a:lnTo>
                    <a:pt x="30933" y="122709"/>
                  </a:lnTo>
                  <a:cubicBezTo>
                    <a:pt x="30933" y="129661"/>
                    <a:pt x="30933" y="132399"/>
                    <a:pt x="9739" y="132399"/>
                  </a:cubicBezTo>
                  <a:lnTo>
                    <a:pt x="1686" y="132399"/>
                  </a:lnTo>
                  <a:lnTo>
                    <a:pt x="1686" y="139983"/>
                  </a:lnTo>
                  <a:cubicBezTo>
                    <a:pt x="5501" y="139773"/>
                    <a:pt x="31569" y="139141"/>
                    <a:pt x="39411" y="139141"/>
                  </a:cubicBezTo>
                  <a:cubicBezTo>
                    <a:pt x="45981" y="139141"/>
                    <a:pt x="72685" y="139773"/>
                    <a:pt x="77348" y="139983"/>
                  </a:cubicBezTo>
                  <a:lnTo>
                    <a:pt x="77348" y="132399"/>
                  </a:lnTo>
                  <a:lnTo>
                    <a:pt x="69294" y="132399"/>
                  </a:lnTo>
                  <a:cubicBezTo>
                    <a:pt x="48100" y="132399"/>
                    <a:pt x="48100" y="129661"/>
                    <a:pt x="48100" y="122709"/>
                  </a:cubicBezTo>
                  <a:lnTo>
                    <a:pt x="48100" y="6000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AD959C3A-C09A-B9F7-BAE7-63D2CB732659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883915" y="4978111"/>
              <a:ext cx="402984" cy="421330"/>
            </a:xfrm>
            <a:custGeom>
              <a:avLst/>
              <a:gdLst>
                <a:gd name="csX0" fmla="*/ 366558 w 402984"/>
                <a:gd name="csY0" fmla="*/ 421411 h 421330"/>
                <a:gd name="csX1" fmla="*/ 403193 w 402984"/>
                <a:gd name="csY1" fmla="*/ 325107 h 421330"/>
                <a:gd name="csX2" fmla="*/ 395623 w 402984"/>
                <a:gd name="csY2" fmla="*/ 325107 h 421330"/>
                <a:gd name="csX3" fmla="*/ 316904 w 402984"/>
                <a:gd name="csY3" fmla="*/ 385899 h 421330"/>
                <a:gd name="csX4" fmla="*/ 222743 w 402984"/>
                <a:gd name="csY4" fmla="*/ 395228 h 421330"/>
                <a:gd name="csX5" fmla="*/ 40174 w 402984"/>
                <a:gd name="csY5" fmla="*/ 395228 h 421330"/>
                <a:gd name="csX6" fmla="*/ 194283 w 402984"/>
                <a:gd name="csY6" fmla="*/ 215561 h 421330"/>
                <a:gd name="csX7" fmla="*/ 197007 w 402984"/>
                <a:gd name="csY7" fmla="*/ 210746 h 421330"/>
                <a:gd name="csX8" fmla="*/ 194888 w 402984"/>
                <a:gd name="csY8" fmla="*/ 206231 h 421330"/>
                <a:gd name="csX9" fmla="*/ 53798 w 402984"/>
                <a:gd name="csY9" fmla="*/ 14526 h 421330"/>
                <a:gd name="csX10" fmla="*/ 219715 w 402984"/>
                <a:gd name="csY10" fmla="*/ 14526 h 421330"/>
                <a:gd name="csX11" fmla="*/ 290563 w 402984"/>
                <a:gd name="csY11" fmla="*/ 19342 h 421330"/>
                <a:gd name="csX12" fmla="*/ 357172 w 402984"/>
                <a:gd name="csY12" fmla="*/ 41913 h 421330"/>
                <a:gd name="csX13" fmla="*/ 395623 w 402984"/>
                <a:gd name="csY13" fmla="*/ 84648 h 421330"/>
                <a:gd name="csX14" fmla="*/ 403193 w 402984"/>
                <a:gd name="csY14" fmla="*/ 84648 h 421330"/>
                <a:gd name="csX15" fmla="*/ 366558 w 402984"/>
                <a:gd name="csY15" fmla="*/ 81 h 421330"/>
                <a:gd name="csX16" fmla="*/ 8686 w 402984"/>
                <a:gd name="csY16" fmla="*/ 81 h 421330"/>
                <a:gd name="csX17" fmla="*/ 511 w 402984"/>
                <a:gd name="csY17" fmla="*/ 2187 h 421330"/>
                <a:gd name="csX18" fmla="*/ 208 w 402984"/>
                <a:gd name="csY18" fmla="*/ 12119 h 421330"/>
                <a:gd name="csX19" fmla="*/ 160373 w 402984"/>
                <a:gd name="csY19" fmla="*/ 230007 h 421330"/>
                <a:gd name="csX20" fmla="*/ 3539 w 402984"/>
                <a:gd name="csY20" fmla="*/ 412683 h 421330"/>
                <a:gd name="csX21" fmla="*/ 511 w 402984"/>
                <a:gd name="csY21" fmla="*/ 418100 h 421330"/>
                <a:gd name="csX22" fmla="*/ 8686 w 402984"/>
                <a:gd name="csY22" fmla="*/ 421411 h 421330"/>
                <a:gd name="csX23" fmla="*/ 366558 w 402984"/>
                <a:gd name="csY23" fmla="*/ 421411 h 42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2984" h="421330">
                  <a:moveTo>
                    <a:pt x="366558" y="421411"/>
                  </a:moveTo>
                  <a:lnTo>
                    <a:pt x="403193" y="325107"/>
                  </a:lnTo>
                  <a:lnTo>
                    <a:pt x="395623" y="325107"/>
                  </a:lnTo>
                  <a:cubicBezTo>
                    <a:pt x="383815" y="356406"/>
                    <a:pt x="351722" y="376870"/>
                    <a:pt x="316904" y="385899"/>
                  </a:cubicBezTo>
                  <a:cubicBezTo>
                    <a:pt x="310546" y="387403"/>
                    <a:pt x="280874" y="395228"/>
                    <a:pt x="222743" y="395228"/>
                  </a:cubicBezTo>
                  <a:lnTo>
                    <a:pt x="40174" y="395228"/>
                  </a:lnTo>
                  <a:lnTo>
                    <a:pt x="194283" y="215561"/>
                  </a:lnTo>
                  <a:cubicBezTo>
                    <a:pt x="196402" y="213153"/>
                    <a:pt x="197007" y="212250"/>
                    <a:pt x="197007" y="210746"/>
                  </a:cubicBezTo>
                  <a:cubicBezTo>
                    <a:pt x="197007" y="210144"/>
                    <a:pt x="197007" y="209241"/>
                    <a:pt x="194888" y="206231"/>
                  </a:cubicBezTo>
                  <a:lnTo>
                    <a:pt x="53798" y="14526"/>
                  </a:lnTo>
                  <a:lnTo>
                    <a:pt x="219715" y="14526"/>
                  </a:lnTo>
                  <a:cubicBezTo>
                    <a:pt x="260286" y="14526"/>
                    <a:pt x="287838" y="18740"/>
                    <a:pt x="290563" y="19342"/>
                  </a:cubicBezTo>
                  <a:cubicBezTo>
                    <a:pt x="306912" y="21749"/>
                    <a:pt x="333253" y="26865"/>
                    <a:pt x="357172" y="41913"/>
                  </a:cubicBezTo>
                  <a:cubicBezTo>
                    <a:pt x="364741" y="46728"/>
                    <a:pt x="385329" y="60271"/>
                    <a:pt x="395623" y="84648"/>
                  </a:cubicBezTo>
                  <a:lnTo>
                    <a:pt x="403193" y="84648"/>
                  </a:lnTo>
                  <a:lnTo>
                    <a:pt x="366558" y="81"/>
                  </a:lnTo>
                  <a:lnTo>
                    <a:pt x="8686" y="81"/>
                  </a:lnTo>
                  <a:cubicBezTo>
                    <a:pt x="1722" y="81"/>
                    <a:pt x="1419" y="382"/>
                    <a:pt x="511" y="2187"/>
                  </a:cubicBezTo>
                  <a:cubicBezTo>
                    <a:pt x="208" y="3090"/>
                    <a:pt x="208" y="8808"/>
                    <a:pt x="208" y="12119"/>
                  </a:cubicBezTo>
                  <a:lnTo>
                    <a:pt x="160373" y="230007"/>
                  </a:lnTo>
                  <a:lnTo>
                    <a:pt x="3539" y="412683"/>
                  </a:lnTo>
                  <a:cubicBezTo>
                    <a:pt x="511" y="416295"/>
                    <a:pt x="511" y="417799"/>
                    <a:pt x="511" y="418100"/>
                  </a:cubicBezTo>
                  <a:cubicBezTo>
                    <a:pt x="511" y="421411"/>
                    <a:pt x="3236" y="421411"/>
                    <a:pt x="8686" y="421411"/>
                  </a:cubicBezTo>
                  <a:lnTo>
                    <a:pt x="366558" y="42141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25A98890-812E-2562-C175-7C586BF41B5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864456" y="5516574"/>
              <a:ext cx="129917" cy="93535"/>
            </a:xfrm>
            <a:custGeom>
              <a:avLst/>
              <a:gdLst>
                <a:gd name="csX0" fmla="*/ 76505 w 129917"/>
                <a:gd name="csY0" fmla="*/ 42656 h 93535"/>
                <a:gd name="csX1" fmla="*/ 105753 w 129917"/>
                <a:gd name="csY1" fmla="*/ 13374 h 93535"/>
                <a:gd name="csX2" fmla="*/ 125463 w 129917"/>
                <a:gd name="csY2" fmla="*/ 11899 h 93535"/>
                <a:gd name="csX3" fmla="*/ 125463 w 129917"/>
                <a:gd name="csY3" fmla="*/ 102 h 93535"/>
                <a:gd name="csX4" fmla="*/ 104905 w 129917"/>
                <a:gd name="csY4" fmla="*/ 944 h 93535"/>
                <a:gd name="csX5" fmla="*/ 81380 w 129917"/>
                <a:gd name="csY5" fmla="*/ 102 h 93535"/>
                <a:gd name="csX6" fmla="*/ 81380 w 129917"/>
                <a:gd name="csY6" fmla="*/ 11899 h 93535"/>
                <a:gd name="csX7" fmla="*/ 87102 w 129917"/>
                <a:gd name="csY7" fmla="*/ 13163 h 93535"/>
                <a:gd name="csX8" fmla="*/ 67180 w 129917"/>
                <a:gd name="csY8" fmla="*/ 33176 h 93535"/>
                <a:gd name="csX9" fmla="*/ 46622 w 129917"/>
                <a:gd name="csY9" fmla="*/ 11899 h 93535"/>
                <a:gd name="csX10" fmla="*/ 52345 w 129917"/>
                <a:gd name="csY10" fmla="*/ 11899 h 93535"/>
                <a:gd name="csX11" fmla="*/ 52345 w 129917"/>
                <a:gd name="csY11" fmla="*/ 102 h 93535"/>
                <a:gd name="csX12" fmla="*/ 25428 w 129917"/>
                <a:gd name="csY12" fmla="*/ 944 h 93535"/>
                <a:gd name="csX13" fmla="*/ 1479 w 129917"/>
                <a:gd name="csY13" fmla="*/ 102 h 93535"/>
                <a:gd name="csX14" fmla="*/ 1479 w 129917"/>
                <a:gd name="csY14" fmla="*/ 11899 h 93535"/>
                <a:gd name="csX15" fmla="*/ 17375 w 129917"/>
                <a:gd name="csY15" fmla="*/ 11899 h 93535"/>
                <a:gd name="csX16" fmla="*/ 52133 w 129917"/>
                <a:gd name="csY16" fmla="*/ 47923 h 93535"/>
                <a:gd name="csX17" fmla="*/ 21614 w 129917"/>
                <a:gd name="csY17" fmla="*/ 78469 h 93535"/>
                <a:gd name="csX18" fmla="*/ 12076 w 129917"/>
                <a:gd name="csY18" fmla="*/ 81629 h 93535"/>
                <a:gd name="csX19" fmla="*/ 208 w 129917"/>
                <a:gd name="csY19" fmla="*/ 81840 h 93535"/>
                <a:gd name="csX20" fmla="*/ 208 w 129917"/>
                <a:gd name="csY20" fmla="*/ 93637 h 93535"/>
                <a:gd name="csX21" fmla="*/ 20766 w 129917"/>
                <a:gd name="csY21" fmla="*/ 92794 h 93535"/>
                <a:gd name="csX22" fmla="*/ 44291 w 129917"/>
                <a:gd name="csY22" fmla="*/ 93637 h 93535"/>
                <a:gd name="csX23" fmla="*/ 44291 w 129917"/>
                <a:gd name="csY23" fmla="*/ 81840 h 93535"/>
                <a:gd name="csX24" fmla="*/ 38569 w 129917"/>
                <a:gd name="csY24" fmla="*/ 80365 h 93535"/>
                <a:gd name="csX25" fmla="*/ 61458 w 129917"/>
                <a:gd name="csY25" fmla="*/ 57613 h 93535"/>
                <a:gd name="csX26" fmla="*/ 84983 w 129917"/>
                <a:gd name="csY26" fmla="*/ 81840 h 93535"/>
                <a:gd name="csX27" fmla="*/ 79473 w 129917"/>
                <a:gd name="csY27" fmla="*/ 81840 h 93535"/>
                <a:gd name="csX28" fmla="*/ 79473 w 129917"/>
                <a:gd name="csY28" fmla="*/ 93637 h 93535"/>
                <a:gd name="csX29" fmla="*/ 106389 w 129917"/>
                <a:gd name="csY29" fmla="*/ 92794 h 93535"/>
                <a:gd name="csX30" fmla="*/ 130126 w 129917"/>
                <a:gd name="csY30" fmla="*/ 93637 h 93535"/>
                <a:gd name="csX31" fmla="*/ 130126 w 129917"/>
                <a:gd name="csY31" fmla="*/ 81840 h 93535"/>
                <a:gd name="csX32" fmla="*/ 114442 w 129917"/>
                <a:gd name="csY32" fmla="*/ 81840 h 93535"/>
                <a:gd name="csX33" fmla="*/ 76505 w 129917"/>
                <a:gd name="csY33" fmla="*/ 42656 h 93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129917" h="93535">
                  <a:moveTo>
                    <a:pt x="76505" y="42656"/>
                  </a:moveTo>
                  <a:lnTo>
                    <a:pt x="105753" y="13374"/>
                  </a:lnTo>
                  <a:cubicBezTo>
                    <a:pt x="110839" y="11899"/>
                    <a:pt x="116350" y="11899"/>
                    <a:pt x="125463" y="11899"/>
                  </a:cubicBezTo>
                  <a:lnTo>
                    <a:pt x="125463" y="102"/>
                  </a:lnTo>
                  <a:cubicBezTo>
                    <a:pt x="118681" y="734"/>
                    <a:pt x="111687" y="944"/>
                    <a:pt x="104905" y="944"/>
                  </a:cubicBezTo>
                  <a:cubicBezTo>
                    <a:pt x="97699" y="944"/>
                    <a:pt x="83075" y="312"/>
                    <a:pt x="81380" y="102"/>
                  </a:cubicBezTo>
                  <a:lnTo>
                    <a:pt x="81380" y="11899"/>
                  </a:lnTo>
                  <a:cubicBezTo>
                    <a:pt x="84135" y="11899"/>
                    <a:pt x="85619" y="12320"/>
                    <a:pt x="87102" y="13163"/>
                  </a:cubicBezTo>
                  <a:lnTo>
                    <a:pt x="67180" y="33176"/>
                  </a:lnTo>
                  <a:lnTo>
                    <a:pt x="46622" y="11899"/>
                  </a:lnTo>
                  <a:lnTo>
                    <a:pt x="52345" y="11899"/>
                  </a:lnTo>
                  <a:lnTo>
                    <a:pt x="52345" y="102"/>
                  </a:lnTo>
                  <a:cubicBezTo>
                    <a:pt x="51073" y="102"/>
                    <a:pt x="34330" y="944"/>
                    <a:pt x="25428" y="944"/>
                  </a:cubicBezTo>
                  <a:cubicBezTo>
                    <a:pt x="17375" y="944"/>
                    <a:pt x="9533" y="734"/>
                    <a:pt x="1479" y="102"/>
                  </a:cubicBezTo>
                  <a:lnTo>
                    <a:pt x="1479" y="11899"/>
                  </a:lnTo>
                  <a:lnTo>
                    <a:pt x="17375" y="11899"/>
                  </a:lnTo>
                  <a:lnTo>
                    <a:pt x="52133" y="47923"/>
                  </a:lnTo>
                  <a:lnTo>
                    <a:pt x="21614" y="78469"/>
                  </a:lnTo>
                  <a:cubicBezTo>
                    <a:pt x="18858" y="80997"/>
                    <a:pt x="18646" y="81208"/>
                    <a:pt x="12076" y="81629"/>
                  </a:cubicBezTo>
                  <a:cubicBezTo>
                    <a:pt x="8685" y="81840"/>
                    <a:pt x="1268" y="81840"/>
                    <a:pt x="208" y="81840"/>
                  </a:cubicBezTo>
                  <a:lnTo>
                    <a:pt x="208" y="93637"/>
                  </a:lnTo>
                  <a:cubicBezTo>
                    <a:pt x="6990" y="93005"/>
                    <a:pt x="13984" y="92794"/>
                    <a:pt x="20766" y="92794"/>
                  </a:cubicBezTo>
                  <a:cubicBezTo>
                    <a:pt x="26488" y="92794"/>
                    <a:pt x="41536" y="93426"/>
                    <a:pt x="44291" y="93637"/>
                  </a:cubicBezTo>
                  <a:lnTo>
                    <a:pt x="44291" y="81840"/>
                  </a:lnTo>
                  <a:cubicBezTo>
                    <a:pt x="40900" y="81840"/>
                    <a:pt x="40052" y="81418"/>
                    <a:pt x="38569" y="80365"/>
                  </a:cubicBezTo>
                  <a:lnTo>
                    <a:pt x="61458" y="57613"/>
                  </a:lnTo>
                  <a:lnTo>
                    <a:pt x="84983" y="81840"/>
                  </a:lnTo>
                  <a:lnTo>
                    <a:pt x="79473" y="81840"/>
                  </a:lnTo>
                  <a:lnTo>
                    <a:pt x="79473" y="93637"/>
                  </a:lnTo>
                  <a:cubicBezTo>
                    <a:pt x="79685" y="93637"/>
                    <a:pt x="96640" y="92794"/>
                    <a:pt x="106389" y="92794"/>
                  </a:cubicBezTo>
                  <a:cubicBezTo>
                    <a:pt x="114230" y="92794"/>
                    <a:pt x="122284" y="93005"/>
                    <a:pt x="130126" y="93637"/>
                  </a:cubicBezTo>
                  <a:lnTo>
                    <a:pt x="130126" y="81840"/>
                  </a:lnTo>
                  <a:lnTo>
                    <a:pt x="114442" y="81840"/>
                  </a:lnTo>
                  <a:lnTo>
                    <a:pt x="76505" y="4265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32E8BE6F-476A-6C33-5B1D-2970D64F3F0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023384" y="5539988"/>
              <a:ext cx="62218" cy="100216"/>
            </a:xfrm>
            <a:custGeom>
              <a:avLst/>
              <a:gdLst>
                <a:gd name="csX0" fmla="*/ 38816 w 62218"/>
                <a:gd name="csY0" fmla="*/ 4617 h 100216"/>
                <a:gd name="csX1" fmla="*/ 33366 w 62218"/>
                <a:gd name="csY1" fmla="*/ 103 h 100216"/>
                <a:gd name="csX2" fmla="*/ 2786 w 62218"/>
                <a:gd name="csY2" fmla="*/ 9733 h 100216"/>
                <a:gd name="csX3" fmla="*/ 213 w 62218"/>
                <a:gd name="csY3" fmla="*/ 9733 h 100216"/>
                <a:gd name="csX4" fmla="*/ 213 w 62218"/>
                <a:gd name="csY4" fmla="*/ 16354 h 100216"/>
                <a:gd name="csX5" fmla="*/ 2786 w 62218"/>
                <a:gd name="csY5" fmla="*/ 16354 h 100216"/>
                <a:gd name="csX6" fmla="*/ 24888 w 62218"/>
                <a:gd name="csY6" fmla="*/ 12141 h 100216"/>
                <a:gd name="csX7" fmla="*/ 24888 w 62218"/>
                <a:gd name="csY7" fmla="*/ 87378 h 100216"/>
                <a:gd name="csX8" fmla="*/ 8842 w 62218"/>
                <a:gd name="csY8" fmla="*/ 93698 h 100216"/>
                <a:gd name="csX9" fmla="*/ 1272 w 62218"/>
                <a:gd name="csY9" fmla="*/ 93698 h 100216"/>
                <a:gd name="csX10" fmla="*/ 1272 w 62218"/>
                <a:gd name="csY10" fmla="*/ 100319 h 100216"/>
                <a:gd name="csX11" fmla="*/ 31852 w 62218"/>
                <a:gd name="csY11" fmla="*/ 99717 h 100216"/>
                <a:gd name="csX12" fmla="*/ 62431 w 62218"/>
                <a:gd name="csY12" fmla="*/ 100319 h 100216"/>
                <a:gd name="csX13" fmla="*/ 62431 w 62218"/>
                <a:gd name="csY13" fmla="*/ 93698 h 100216"/>
                <a:gd name="csX14" fmla="*/ 54862 w 62218"/>
                <a:gd name="csY14" fmla="*/ 93698 h 100216"/>
                <a:gd name="csX15" fmla="*/ 38816 w 62218"/>
                <a:gd name="csY15" fmla="*/ 87378 h 100216"/>
                <a:gd name="csX16" fmla="*/ 38816 w 62218"/>
                <a:gd name="csY16" fmla="*/ 4617 h 100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2218" h="100216">
                  <a:moveTo>
                    <a:pt x="38816" y="4617"/>
                  </a:moveTo>
                  <a:cubicBezTo>
                    <a:pt x="38816" y="103"/>
                    <a:pt x="38361" y="103"/>
                    <a:pt x="33366" y="103"/>
                  </a:cubicBezTo>
                  <a:cubicBezTo>
                    <a:pt x="22617" y="9733"/>
                    <a:pt x="5814" y="9733"/>
                    <a:pt x="2786" y="9733"/>
                  </a:cubicBezTo>
                  <a:lnTo>
                    <a:pt x="213" y="9733"/>
                  </a:lnTo>
                  <a:lnTo>
                    <a:pt x="213" y="16354"/>
                  </a:lnTo>
                  <a:lnTo>
                    <a:pt x="2786" y="16354"/>
                  </a:lnTo>
                  <a:cubicBezTo>
                    <a:pt x="6268" y="16354"/>
                    <a:pt x="16108" y="15902"/>
                    <a:pt x="24888" y="12141"/>
                  </a:cubicBezTo>
                  <a:lnTo>
                    <a:pt x="24888" y="87378"/>
                  </a:lnTo>
                  <a:cubicBezTo>
                    <a:pt x="24888" y="92043"/>
                    <a:pt x="24888" y="93698"/>
                    <a:pt x="8842" y="93698"/>
                  </a:cubicBezTo>
                  <a:lnTo>
                    <a:pt x="1272" y="93698"/>
                  </a:lnTo>
                  <a:lnTo>
                    <a:pt x="1272" y="100319"/>
                  </a:lnTo>
                  <a:cubicBezTo>
                    <a:pt x="9598" y="99717"/>
                    <a:pt x="23072" y="99717"/>
                    <a:pt x="31852" y="99717"/>
                  </a:cubicBezTo>
                  <a:cubicBezTo>
                    <a:pt x="40632" y="99717"/>
                    <a:pt x="54105" y="99717"/>
                    <a:pt x="62431" y="100319"/>
                  </a:cubicBezTo>
                  <a:lnTo>
                    <a:pt x="62431" y="93698"/>
                  </a:lnTo>
                  <a:lnTo>
                    <a:pt x="54862" y="93698"/>
                  </a:lnTo>
                  <a:cubicBezTo>
                    <a:pt x="38816" y="93698"/>
                    <a:pt x="38816" y="92043"/>
                    <a:pt x="38816" y="87378"/>
                  </a:cubicBezTo>
                  <a:lnTo>
                    <a:pt x="38816" y="4617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DD46D8AA-C8A4-A0A2-F7D0-9972E5DF4BE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125957" y="5575350"/>
              <a:ext cx="18468" cy="64854"/>
            </a:xfrm>
            <a:custGeom>
              <a:avLst/>
              <a:gdLst>
                <a:gd name="csX0" fmla="*/ 18685 w 18468"/>
                <a:gd name="csY0" fmla="*/ 9282 h 64854"/>
                <a:gd name="csX1" fmla="*/ 9450 w 18468"/>
                <a:gd name="csY1" fmla="*/ 103 h 64854"/>
                <a:gd name="csX2" fmla="*/ 216 w 18468"/>
                <a:gd name="csY2" fmla="*/ 9282 h 64854"/>
                <a:gd name="csX3" fmla="*/ 9450 w 18468"/>
                <a:gd name="csY3" fmla="*/ 18461 h 64854"/>
                <a:gd name="csX4" fmla="*/ 18685 w 18468"/>
                <a:gd name="csY4" fmla="*/ 9282 h 64854"/>
                <a:gd name="csX5" fmla="*/ 18685 w 18468"/>
                <a:gd name="csY5" fmla="*/ 55778 h 64854"/>
                <a:gd name="csX6" fmla="*/ 9450 w 18468"/>
                <a:gd name="csY6" fmla="*/ 46599 h 64854"/>
                <a:gd name="csX7" fmla="*/ 216 w 18468"/>
                <a:gd name="csY7" fmla="*/ 55778 h 64854"/>
                <a:gd name="csX8" fmla="*/ 9450 w 18468"/>
                <a:gd name="csY8" fmla="*/ 64957 h 64854"/>
                <a:gd name="csX9" fmla="*/ 18685 w 18468"/>
                <a:gd name="csY9" fmla="*/ 55778 h 64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8468" h="64854">
                  <a:moveTo>
                    <a:pt x="18685" y="9282"/>
                  </a:moveTo>
                  <a:cubicBezTo>
                    <a:pt x="18685" y="4165"/>
                    <a:pt x="14597" y="103"/>
                    <a:pt x="9450" y="103"/>
                  </a:cubicBezTo>
                  <a:cubicBezTo>
                    <a:pt x="4455" y="103"/>
                    <a:pt x="216" y="4165"/>
                    <a:pt x="216" y="9282"/>
                  </a:cubicBezTo>
                  <a:cubicBezTo>
                    <a:pt x="216" y="14398"/>
                    <a:pt x="4303" y="18461"/>
                    <a:pt x="9450" y="18461"/>
                  </a:cubicBezTo>
                  <a:cubicBezTo>
                    <a:pt x="14446" y="18461"/>
                    <a:pt x="18685" y="14398"/>
                    <a:pt x="18685" y="9282"/>
                  </a:cubicBezTo>
                  <a:close/>
                  <a:moveTo>
                    <a:pt x="18685" y="55778"/>
                  </a:moveTo>
                  <a:cubicBezTo>
                    <a:pt x="18685" y="50662"/>
                    <a:pt x="14597" y="46599"/>
                    <a:pt x="9450" y="46599"/>
                  </a:cubicBezTo>
                  <a:cubicBezTo>
                    <a:pt x="4455" y="46599"/>
                    <a:pt x="216" y="50662"/>
                    <a:pt x="216" y="55778"/>
                  </a:cubicBezTo>
                  <a:cubicBezTo>
                    <a:pt x="216" y="60894"/>
                    <a:pt x="4303" y="64957"/>
                    <a:pt x="9450" y="64957"/>
                  </a:cubicBezTo>
                  <a:cubicBezTo>
                    <a:pt x="14446" y="64957"/>
                    <a:pt x="18685" y="60895"/>
                    <a:pt x="18685" y="55778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DB811E7-11D1-C557-6D71-B377DB36B37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179514" y="5573695"/>
              <a:ext cx="105968" cy="68165"/>
            </a:xfrm>
            <a:custGeom>
              <a:avLst/>
              <a:gdLst>
                <a:gd name="csX0" fmla="*/ 15962 w 105968"/>
                <a:gd name="csY0" fmla="*/ 51866 h 68165"/>
                <a:gd name="csX1" fmla="*/ 13388 w 105968"/>
                <a:gd name="csY1" fmla="*/ 63001 h 68165"/>
                <a:gd name="csX2" fmla="*/ 18990 w 105968"/>
                <a:gd name="csY2" fmla="*/ 68268 h 68165"/>
                <a:gd name="csX3" fmla="*/ 26256 w 105968"/>
                <a:gd name="csY3" fmla="*/ 63302 h 68165"/>
                <a:gd name="csX4" fmla="*/ 29132 w 105968"/>
                <a:gd name="csY4" fmla="*/ 51565 h 68165"/>
                <a:gd name="csX5" fmla="*/ 34582 w 105968"/>
                <a:gd name="csY5" fmla="*/ 30348 h 68165"/>
                <a:gd name="csX6" fmla="*/ 65919 w 105968"/>
                <a:gd name="csY6" fmla="*/ 5219 h 68165"/>
                <a:gd name="csX7" fmla="*/ 76516 w 105968"/>
                <a:gd name="csY7" fmla="*/ 16053 h 68165"/>
                <a:gd name="csX8" fmla="*/ 66676 w 105968"/>
                <a:gd name="csY8" fmla="*/ 48706 h 68165"/>
                <a:gd name="csX9" fmla="*/ 65162 w 105968"/>
                <a:gd name="csY9" fmla="*/ 55026 h 68165"/>
                <a:gd name="csX10" fmla="*/ 81663 w 105968"/>
                <a:gd name="csY10" fmla="*/ 68268 h 68165"/>
                <a:gd name="csX11" fmla="*/ 106187 w 105968"/>
                <a:gd name="csY11" fmla="*/ 44944 h 68165"/>
                <a:gd name="csX12" fmla="*/ 103008 w 105968"/>
                <a:gd name="csY12" fmla="*/ 42838 h 68165"/>
                <a:gd name="csX13" fmla="*/ 99375 w 105968"/>
                <a:gd name="csY13" fmla="*/ 46298 h 68165"/>
                <a:gd name="csX14" fmla="*/ 82268 w 105968"/>
                <a:gd name="csY14" fmla="*/ 63152 h 68165"/>
                <a:gd name="csX15" fmla="*/ 77727 w 105968"/>
                <a:gd name="csY15" fmla="*/ 57434 h 68165"/>
                <a:gd name="csX16" fmla="*/ 79695 w 105968"/>
                <a:gd name="csY16" fmla="*/ 49458 h 68165"/>
                <a:gd name="csX17" fmla="*/ 89232 w 105968"/>
                <a:gd name="csY17" fmla="*/ 18009 h 68165"/>
                <a:gd name="csX18" fmla="*/ 66827 w 105968"/>
                <a:gd name="csY18" fmla="*/ 103 h 68165"/>
                <a:gd name="csX19" fmla="*/ 38215 w 105968"/>
                <a:gd name="csY19" fmla="*/ 15000 h 68165"/>
                <a:gd name="csX20" fmla="*/ 19747 w 105968"/>
                <a:gd name="csY20" fmla="*/ 103 h 68165"/>
                <a:gd name="csX21" fmla="*/ 218 w 105968"/>
                <a:gd name="csY21" fmla="*/ 23426 h 68165"/>
                <a:gd name="csX22" fmla="*/ 3397 w 105968"/>
                <a:gd name="csY22" fmla="*/ 25533 h 68165"/>
                <a:gd name="csX23" fmla="*/ 6879 w 105968"/>
                <a:gd name="csY23" fmla="*/ 22674 h 68165"/>
                <a:gd name="csX24" fmla="*/ 18990 w 105968"/>
                <a:gd name="csY24" fmla="*/ 5219 h 68165"/>
                <a:gd name="csX25" fmla="*/ 25196 w 105968"/>
                <a:gd name="csY25" fmla="*/ 13194 h 68165"/>
                <a:gd name="csX26" fmla="*/ 22774 w 105968"/>
                <a:gd name="csY26" fmla="*/ 24931 h 68165"/>
                <a:gd name="csX27" fmla="*/ 19444 w 105968"/>
                <a:gd name="csY27" fmla="*/ 38474 h 68165"/>
                <a:gd name="csX28" fmla="*/ 15962 w 105968"/>
                <a:gd name="csY28" fmla="*/ 51866 h 68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05968" h="68165">
                  <a:moveTo>
                    <a:pt x="15962" y="51866"/>
                  </a:moveTo>
                  <a:cubicBezTo>
                    <a:pt x="15054" y="55628"/>
                    <a:pt x="13388" y="62249"/>
                    <a:pt x="13388" y="63001"/>
                  </a:cubicBezTo>
                  <a:cubicBezTo>
                    <a:pt x="13388" y="66312"/>
                    <a:pt x="16113" y="68268"/>
                    <a:pt x="18990" y="68268"/>
                  </a:cubicBezTo>
                  <a:cubicBezTo>
                    <a:pt x="21260" y="68268"/>
                    <a:pt x="24591" y="67064"/>
                    <a:pt x="26256" y="63302"/>
                  </a:cubicBezTo>
                  <a:cubicBezTo>
                    <a:pt x="26407" y="62550"/>
                    <a:pt x="28224" y="55477"/>
                    <a:pt x="29132" y="51565"/>
                  </a:cubicBezTo>
                  <a:cubicBezTo>
                    <a:pt x="34279" y="31251"/>
                    <a:pt x="34279" y="30950"/>
                    <a:pt x="34582" y="30348"/>
                  </a:cubicBezTo>
                  <a:cubicBezTo>
                    <a:pt x="36550" y="26285"/>
                    <a:pt x="47450" y="5219"/>
                    <a:pt x="65919" y="5219"/>
                  </a:cubicBezTo>
                  <a:cubicBezTo>
                    <a:pt x="73337" y="5219"/>
                    <a:pt x="76516" y="9282"/>
                    <a:pt x="76516" y="16053"/>
                  </a:cubicBezTo>
                  <a:cubicBezTo>
                    <a:pt x="76516" y="24630"/>
                    <a:pt x="70157" y="40129"/>
                    <a:pt x="66676" y="48706"/>
                  </a:cubicBezTo>
                  <a:cubicBezTo>
                    <a:pt x="65919" y="50512"/>
                    <a:pt x="65162" y="52468"/>
                    <a:pt x="65162" y="55026"/>
                  </a:cubicBezTo>
                  <a:cubicBezTo>
                    <a:pt x="65162" y="62851"/>
                    <a:pt x="72731" y="68268"/>
                    <a:pt x="81663" y="68268"/>
                  </a:cubicBezTo>
                  <a:cubicBezTo>
                    <a:pt x="97861" y="68268"/>
                    <a:pt x="106187" y="48706"/>
                    <a:pt x="106187" y="44944"/>
                  </a:cubicBezTo>
                  <a:cubicBezTo>
                    <a:pt x="106187" y="42838"/>
                    <a:pt x="103613" y="42838"/>
                    <a:pt x="103008" y="42838"/>
                  </a:cubicBezTo>
                  <a:cubicBezTo>
                    <a:pt x="100434" y="42838"/>
                    <a:pt x="100283" y="43439"/>
                    <a:pt x="99375" y="46298"/>
                  </a:cubicBezTo>
                  <a:cubicBezTo>
                    <a:pt x="96498" y="55327"/>
                    <a:pt x="89535" y="63152"/>
                    <a:pt x="82268" y="63152"/>
                  </a:cubicBezTo>
                  <a:cubicBezTo>
                    <a:pt x="78786" y="63152"/>
                    <a:pt x="77727" y="60744"/>
                    <a:pt x="77727" y="57434"/>
                  </a:cubicBezTo>
                  <a:cubicBezTo>
                    <a:pt x="77727" y="54274"/>
                    <a:pt x="78332" y="52769"/>
                    <a:pt x="79695" y="49458"/>
                  </a:cubicBezTo>
                  <a:cubicBezTo>
                    <a:pt x="82268" y="43439"/>
                    <a:pt x="89232" y="26285"/>
                    <a:pt x="89232" y="18009"/>
                  </a:cubicBezTo>
                  <a:cubicBezTo>
                    <a:pt x="89232" y="6874"/>
                    <a:pt x="81208" y="103"/>
                    <a:pt x="66827" y="103"/>
                  </a:cubicBezTo>
                  <a:cubicBezTo>
                    <a:pt x="53051" y="103"/>
                    <a:pt x="43514" y="8379"/>
                    <a:pt x="38215" y="15000"/>
                  </a:cubicBezTo>
                  <a:cubicBezTo>
                    <a:pt x="37459" y="2661"/>
                    <a:pt x="25348" y="103"/>
                    <a:pt x="19747" y="103"/>
                  </a:cubicBezTo>
                  <a:cubicBezTo>
                    <a:pt x="4608" y="103"/>
                    <a:pt x="218" y="23125"/>
                    <a:pt x="218" y="23426"/>
                  </a:cubicBezTo>
                  <a:cubicBezTo>
                    <a:pt x="218" y="25533"/>
                    <a:pt x="2640" y="25533"/>
                    <a:pt x="3397" y="25533"/>
                  </a:cubicBezTo>
                  <a:cubicBezTo>
                    <a:pt x="5971" y="25533"/>
                    <a:pt x="6273" y="24630"/>
                    <a:pt x="6879" y="22674"/>
                  </a:cubicBezTo>
                  <a:cubicBezTo>
                    <a:pt x="9150" y="13946"/>
                    <a:pt x="12632" y="5219"/>
                    <a:pt x="18990" y="5219"/>
                  </a:cubicBezTo>
                  <a:cubicBezTo>
                    <a:pt x="24137" y="5219"/>
                    <a:pt x="25196" y="10034"/>
                    <a:pt x="25196" y="13194"/>
                  </a:cubicBezTo>
                  <a:cubicBezTo>
                    <a:pt x="25196" y="15301"/>
                    <a:pt x="23683" y="21019"/>
                    <a:pt x="22774" y="24931"/>
                  </a:cubicBezTo>
                  <a:cubicBezTo>
                    <a:pt x="21715" y="28994"/>
                    <a:pt x="20201" y="35163"/>
                    <a:pt x="19444" y="38474"/>
                  </a:cubicBezTo>
                  <a:lnTo>
                    <a:pt x="15962" y="5186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D9A98C59-5675-432B-751A-46D056467A9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376786" y="5058466"/>
              <a:ext cx="216176" cy="205548"/>
            </a:xfrm>
            <a:custGeom>
              <a:avLst/>
              <a:gdLst>
                <a:gd name="csX0" fmla="*/ 79853 w 216176"/>
                <a:gd name="csY0" fmla="*/ 110539 h 205548"/>
                <a:gd name="csX1" fmla="*/ 131323 w 216176"/>
                <a:gd name="csY1" fmla="*/ 110539 h 205548"/>
                <a:gd name="csX2" fmla="*/ 216401 w 216176"/>
                <a:gd name="csY2" fmla="*/ 45534 h 205548"/>
                <a:gd name="csX3" fmla="*/ 156756 w 216176"/>
                <a:gd name="csY3" fmla="*/ 90 h 205548"/>
                <a:gd name="csX4" fmla="*/ 58659 w 216176"/>
                <a:gd name="csY4" fmla="*/ 90 h 205548"/>
                <a:gd name="csX5" fmla="*/ 49576 w 216176"/>
                <a:gd name="csY5" fmla="*/ 5808 h 205548"/>
                <a:gd name="csX6" fmla="*/ 58356 w 216176"/>
                <a:gd name="csY6" fmla="*/ 9420 h 205548"/>
                <a:gd name="csX7" fmla="*/ 71375 w 216176"/>
                <a:gd name="csY7" fmla="*/ 10022 h 205548"/>
                <a:gd name="csX8" fmla="*/ 78036 w 216176"/>
                <a:gd name="csY8" fmla="*/ 14837 h 205548"/>
                <a:gd name="csX9" fmla="*/ 76825 w 216176"/>
                <a:gd name="csY9" fmla="*/ 20555 h 205548"/>
                <a:gd name="csX10" fmla="*/ 36254 w 216176"/>
                <a:gd name="csY10" fmla="*/ 182165 h 205548"/>
                <a:gd name="csX11" fmla="*/ 8702 w 216176"/>
                <a:gd name="csY11" fmla="*/ 196310 h 205548"/>
                <a:gd name="csX12" fmla="*/ 225 w 216176"/>
                <a:gd name="csY12" fmla="*/ 202028 h 205548"/>
                <a:gd name="csX13" fmla="*/ 4766 w 216176"/>
                <a:gd name="csY13" fmla="*/ 205639 h 205548"/>
                <a:gd name="csX14" fmla="*/ 43218 w 216176"/>
                <a:gd name="csY14" fmla="*/ 204736 h 205548"/>
                <a:gd name="csX15" fmla="*/ 62595 w 216176"/>
                <a:gd name="csY15" fmla="*/ 205037 h 205548"/>
                <a:gd name="csX16" fmla="*/ 82275 w 216176"/>
                <a:gd name="csY16" fmla="*/ 205639 h 205548"/>
                <a:gd name="csX17" fmla="*/ 88330 w 216176"/>
                <a:gd name="csY17" fmla="*/ 199620 h 205548"/>
                <a:gd name="csX18" fmla="*/ 79853 w 216176"/>
                <a:gd name="csY18" fmla="*/ 196310 h 205548"/>
                <a:gd name="csX19" fmla="*/ 60173 w 216176"/>
                <a:gd name="csY19" fmla="*/ 190892 h 205548"/>
                <a:gd name="csX20" fmla="*/ 61081 w 216176"/>
                <a:gd name="csY20" fmla="*/ 185776 h 205548"/>
                <a:gd name="csX21" fmla="*/ 79853 w 216176"/>
                <a:gd name="csY21" fmla="*/ 110539 h 205548"/>
                <a:gd name="csX22" fmla="*/ 101652 w 216176"/>
                <a:gd name="csY22" fmla="*/ 20856 h 205548"/>
                <a:gd name="csX23" fmla="*/ 118001 w 216176"/>
                <a:gd name="csY23" fmla="*/ 9420 h 205548"/>
                <a:gd name="csX24" fmla="*/ 147067 w 216176"/>
                <a:gd name="csY24" fmla="*/ 9420 h 205548"/>
                <a:gd name="csX25" fmla="*/ 188244 w 216176"/>
                <a:gd name="csY25" fmla="*/ 38311 h 205548"/>
                <a:gd name="csX26" fmla="*/ 170380 w 216176"/>
                <a:gd name="csY26" fmla="*/ 86764 h 205548"/>
                <a:gd name="csX27" fmla="*/ 123754 w 216176"/>
                <a:gd name="csY27" fmla="*/ 102714 h 205548"/>
                <a:gd name="csX28" fmla="*/ 81064 w 216176"/>
                <a:gd name="csY28" fmla="*/ 102714 h 205548"/>
                <a:gd name="csX29" fmla="*/ 101652 w 216176"/>
                <a:gd name="csY29" fmla="*/ 20856 h 2055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176" h="205548">
                  <a:moveTo>
                    <a:pt x="79853" y="110539"/>
                  </a:moveTo>
                  <a:lnTo>
                    <a:pt x="131323" y="110539"/>
                  </a:lnTo>
                  <a:cubicBezTo>
                    <a:pt x="174316" y="110539"/>
                    <a:pt x="216401" y="79240"/>
                    <a:pt x="216401" y="45534"/>
                  </a:cubicBezTo>
                  <a:cubicBezTo>
                    <a:pt x="216401" y="22360"/>
                    <a:pt x="196418" y="90"/>
                    <a:pt x="156756" y="90"/>
                  </a:cubicBezTo>
                  <a:lnTo>
                    <a:pt x="58659" y="90"/>
                  </a:lnTo>
                  <a:cubicBezTo>
                    <a:pt x="52906" y="90"/>
                    <a:pt x="49576" y="90"/>
                    <a:pt x="49576" y="5808"/>
                  </a:cubicBezTo>
                  <a:cubicBezTo>
                    <a:pt x="49576" y="9420"/>
                    <a:pt x="52301" y="9420"/>
                    <a:pt x="58356" y="9420"/>
                  </a:cubicBezTo>
                  <a:cubicBezTo>
                    <a:pt x="62292" y="9420"/>
                    <a:pt x="67742" y="9721"/>
                    <a:pt x="71375" y="10022"/>
                  </a:cubicBezTo>
                  <a:cubicBezTo>
                    <a:pt x="76219" y="10623"/>
                    <a:pt x="78036" y="11526"/>
                    <a:pt x="78036" y="14837"/>
                  </a:cubicBezTo>
                  <a:cubicBezTo>
                    <a:pt x="78036" y="16041"/>
                    <a:pt x="77733" y="16943"/>
                    <a:pt x="76825" y="20555"/>
                  </a:cubicBezTo>
                  <a:lnTo>
                    <a:pt x="36254" y="182165"/>
                  </a:lnTo>
                  <a:cubicBezTo>
                    <a:pt x="33226" y="193902"/>
                    <a:pt x="32621" y="196310"/>
                    <a:pt x="8702" y="196310"/>
                  </a:cubicBezTo>
                  <a:cubicBezTo>
                    <a:pt x="3555" y="196310"/>
                    <a:pt x="225" y="196310"/>
                    <a:pt x="225" y="202028"/>
                  </a:cubicBezTo>
                  <a:cubicBezTo>
                    <a:pt x="225" y="205639"/>
                    <a:pt x="3858" y="205639"/>
                    <a:pt x="4766" y="205639"/>
                  </a:cubicBezTo>
                  <a:cubicBezTo>
                    <a:pt x="13244" y="205639"/>
                    <a:pt x="34740" y="204736"/>
                    <a:pt x="43218" y="204736"/>
                  </a:cubicBezTo>
                  <a:cubicBezTo>
                    <a:pt x="49576" y="204736"/>
                    <a:pt x="56237" y="205037"/>
                    <a:pt x="62595" y="205037"/>
                  </a:cubicBezTo>
                  <a:cubicBezTo>
                    <a:pt x="69256" y="205037"/>
                    <a:pt x="75917" y="205639"/>
                    <a:pt x="82275" y="205639"/>
                  </a:cubicBezTo>
                  <a:cubicBezTo>
                    <a:pt x="84394" y="205639"/>
                    <a:pt x="88330" y="205639"/>
                    <a:pt x="88330" y="199620"/>
                  </a:cubicBezTo>
                  <a:cubicBezTo>
                    <a:pt x="88330" y="196310"/>
                    <a:pt x="85605" y="196310"/>
                    <a:pt x="79853" y="196310"/>
                  </a:cubicBezTo>
                  <a:cubicBezTo>
                    <a:pt x="68650" y="196310"/>
                    <a:pt x="60173" y="196310"/>
                    <a:pt x="60173" y="190892"/>
                  </a:cubicBezTo>
                  <a:cubicBezTo>
                    <a:pt x="60173" y="189087"/>
                    <a:pt x="60778" y="187582"/>
                    <a:pt x="61081" y="185776"/>
                  </a:cubicBezTo>
                  <a:lnTo>
                    <a:pt x="79853" y="110539"/>
                  </a:lnTo>
                  <a:close/>
                  <a:moveTo>
                    <a:pt x="101652" y="20856"/>
                  </a:moveTo>
                  <a:cubicBezTo>
                    <a:pt x="104377" y="10322"/>
                    <a:pt x="104982" y="9420"/>
                    <a:pt x="118001" y="9420"/>
                  </a:cubicBezTo>
                  <a:lnTo>
                    <a:pt x="147067" y="9420"/>
                  </a:lnTo>
                  <a:cubicBezTo>
                    <a:pt x="172197" y="9420"/>
                    <a:pt x="188244" y="17545"/>
                    <a:pt x="188244" y="38311"/>
                  </a:cubicBezTo>
                  <a:cubicBezTo>
                    <a:pt x="188244" y="50048"/>
                    <a:pt x="182188" y="75930"/>
                    <a:pt x="170380" y="86764"/>
                  </a:cubicBezTo>
                  <a:cubicBezTo>
                    <a:pt x="155242" y="100307"/>
                    <a:pt x="137076" y="102714"/>
                    <a:pt x="123754" y="102714"/>
                  </a:cubicBezTo>
                  <a:lnTo>
                    <a:pt x="81064" y="102714"/>
                  </a:lnTo>
                  <a:lnTo>
                    <a:pt x="101652" y="2085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A7603FE8-E858-9CBD-B81E-CD7F5DDD442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631082" y="5038303"/>
              <a:ext cx="70242" cy="300950"/>
            </a:xfrm>
            <a:custGeom>
              <a:avLst/>
              <a:gdLst>
                <a:gd name="csX0" fmla="*/ 70475 w 70242"/>
                <a:gd name="csY0" fmla="*/ 298031 h 300950"/>
                <a:gd name="csX1" fmla="*/ 65328 w 70242"/>
                <a:gd name="csY1" fmla="*/ 291410 h 300950"/>
                <a:gd name="csX2" fmla="*/ 17793 w 70242"/>
                <a:gd name="csY2" fmla="*/ 150565 h 300950"/>
                <a:gd name="csX3" fmla="*/ 66539 w 70242"/>
                <a:gd name="csY3" fmla="*/ 8216 h 300950"/>
                <a:gd name="csX4" fmla="*/ 70475 w 70242"/>
                <a:gd name="csY4" fmla="*/ 3100 h 300950"/>
                <a:gd name="csX5" fmla="*/ 67447 w 70242"/>
                <a:gd name="csY5" fmla="*/ 90 h 300950"/>
                <a:gd name="csX6" fmla="*/ 19307 w 70242"/>
                <a:gd name="csY6" fmla="*/ 58775 h 300950"/>
                <a:gd name="csX7" fmla="*/ 232 w 70242"/>
                <a:gd name="csY7" fmla="*/ 150565 h 300950"/>
                <a:gd name="csX8" fmla="*/ 20215 w 70242"/>
                <a:gd name="csY8" fmla="*/ 244462 h 300950"/>
                <a:gd name="csX9" fmla="*/ 67447 w 70242"/>
                <a:gd name="csY9" fmla="*/ 301040 h 300950"/>
                <a:gd name="csX10" fmla="*/ 70475 w 70242"/>
                <a:gd name="csY10" fmla="*/ 298031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42" h="300950">
                  <a:moveTo>
                    <a:pt x="70475" y="298031"/>
                  </a:moveTo>
                  <a:cubicBezTo>
                    <a:pt x="70475" y="297128"/>
                    <a:pt x="70475" y="296526"/>
                    <a:pt x="65328" y="291410"/>
                  </a:cubicBezTo>
                  <a:cubicBezTo>
                    <a:pt x="27481" y="253490"/>
                    <a:pt x="17793" y="196611"/>
                    <a:pt x="17793" y="150565"/>
                  </a:cubicBezTo>
                  <a:cubicBezTo>
                    <a:pt x="17793" y="98200"/>
                    <a:pt x="29298" y="45835"/>
                    <a:pt x="66539" y="8216"/>
                  </a:cubicBezTo>
                  <a:cubicBezTo>
                    <a:pt x="70475" y="4604"/>
                    <a:pt x="70475" y="4003"/>
                    <a:pt x="70475" y="3100"/>
                  </a:cubicBezTo>
                  <a:cubicBezTo>
                    <a:pt x="70475" y="993"/>
                    <a:pt x="69263" y="90"/>
                    <a:pt x="67447" y="90"/>
                  </a:cubicBezTo>
                  <a:cubicBezTo>
                    <a:pt x="64419" y="90"/>
                    <a:pt x="37170" y="20555"/>
                    <a:pt x="19307" y="58775"/>
                  </a:cubicBezTo>
                  <a:cubicBezTo>
                    <a:pt x="3866" y="91880"/>
                    <a:pt x="232" y="125285"/>
                    <a:pt x="232" y="150565"/>
                  </a:cubicBezTo>
                  <a:cubicBezTo>
                    <a:pt x="232" y="174039"/>
                    <a:pt x="3563" y="210454"/>
                    <a:pt x="20215" y="244462"/>
                  </a:cubicBezTo>
                  <a:cubicBezTo>
                    <a:pt x="38381" y="281478"/>
                    <a:pt x="64419" y="301040"/>
                    <a:pt x="67447" y="301040"/>
                  </a:cubicBezTo>
                  <a:cubicBezTo>
                    <a:pt x="69263" y="301040"/>
                    <a:pt x="70475" y="300137"/>
                    <a:pt x="70475" y="298031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F852580E-19E8-BDB4-B50C-A114485F4B3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725512" y="5130394"/>
              <a:ext cx="170458" cy="133621"/>
            </a:xfrm>
            <a:custGeom>
              <a:avLst/>
              <a:gdLst>
                <a:gd name="csX0" fmla="*/ 98333 w 170458"/>
                <a:gd name="csY0" fmla="*/ 59678 h 133621"/>
                <a:gd name="csX1" fmla="*/ 133757 w 170458"/>
                <a:gd name="csY1" fmla="*/ 20555 h 133621"/>
                <a:gd name="csX2" fmla="*/ 164639 w 170458"/>
                <a:gd name="csY2" fmla="*/ 14235 h 133621"/>
                <a:gd name="csX3" fmla="*/ 164639 w 170458"/>
                <a:gd name="csY3" fmla="*/ 90 h 133621"/>
                <a:gd name="csX4" fmla="*/ 136785 w 170458"/>
                <a:gd name="csY4" fmla="*/ 993 h 133621"/>
                <a:gd name="csX5" fmla="*/ 105600 w 170458"/>
                <a:gd name="csY5" fmla="*/ 90 h 133621"/>
                <a:gd name="csX6" fmla="*/ 105600 w 170458"/>
                <a:gd name="csY6" fmla="*/ 14235 h 133621"/>
                <a:gd name="csX7" fmla="*/ 117105 w 170458"/>
                <a:gd name="csY7" fmla="*/ 16943 h 133621"/>
                <a:gd name="csX8" fmla="*/ 114683 w 170458"/>
                <a:gd name="csY8" fmla="*/ 20555 h 133621"/>
                <a:gd name="csX9" fmla="*/ 89250 w 170458"/>
                <a:gd name="csY9" fmla="*/ 48844 h 133621"/>
                <a:gd name="csX10" fmla="*/ 59579 w 170458"/>
                <a:gd name="csY10" fmla="*/ 14235 h 133621"/>
                <a:gd name="csX11" fmla="*/ 71690 w 170458"/>
                <a:gd name="csY11" fmla="*/ 14235 h 133621"/>
                <a:gd name="csX12" fmla="*/ 71690 w 170458"/>
                <a:gd name="csY12" fmla="*/ 90 h 133621"/>
                <a:gd name="csX13" fmla="*/ 35055 w 170458"/>
                <a:gd name="csY13" fmla="*/ 993 h 133621"/>
                <a:gd name="csX14" fmla="*/ 1750 w 170458"/>
                <a:gd name="csY14" fmla="*/ 90 h 133621"/>
                <a:gd name="csX15" fmla="*/ 1750 w 170458"/>
                <a:gd name="csY15" fmla="*/ 14235 h 133621"/>
                <a:gd name="csX16" fmla="*/ 23247 w 170458"/>
                <a:gd name="csY16" fmla="*/ 14235 h 133621"/>
                <a:gd name="csX17" fmla="*/ 70478 w 170458"/>
                <a:gd name="csY17" fmla="*/ 69610 h 133621"/>
                <a:gd name="csX18" fmla="*/ 30816 w 170458"/>
                <a:gd name="csY18" fmla="*/ 113849 h 133621"/>
                <a:gd name="csX19" fmla="*/ 236 w 170458"/>
                <a:gd name="csY19" fmla="*/ 119567 h 133621"/>
                <a:gd name="csX20" fmla="*/ 236 w 170458"/>
                <a:gd name="csY20" fmla="*/ 133712 h 133621"/>
                <a:gd name="csX21" fmla="*/ 28091 w 170458"/>
                <a:gd name="csY21" fmla="*/ 132809 h 133621"/>
                <a:gd name="csX22" fmla="*/ 59276 w 170458"/>
                <a:gd name="csY22" fmla="*/ 133712 h 133621"/>
                <a:gd name="csX23" fmla="*/ 59276 w 170458"/>
                <a:gd name="csY23" fmla="*/ 119567 h 133621"/>
                <a:gd name="csX24" fmla="*/ 48074 w 170458"/>
                <a:gd name="csY24" fmla="*/ 116257 h 133621"/>
                <a:gd name="csX25" fmla="*/ 50193 w 170458"/>
                <a:gd name="csY25" fmla="*/ 113247 h 133621"/>
                <a:gd name="csX26" fmla="*/ 79561 w 170458"/>
                <a:gd name="csY26" fmla="*/ 80444 h 133621"/>
                <a:gd name="csX27" fmla="*/ 112866 w 170458"/>
                <a:gd name="csY27" fmla="*/ 119567 h 133621"/>
                <a:gd name="csX28" fmla="*/ 101058 w 170458"/>
                <a:gd name="csY28" fmla="*/ 119567 h 133621"/>
                <a:gd name="csX29" fmla="*/ 101058 w 170458"/>
                <a:gd name="csY29" fmla="*/ 133712 h 133621"/>
                <a:gd name="csX30" fmla="*/ 137390 w 170458"/>
                <a:gd name="csY30" fmla="*/ 132809 h 133621"/>
                <a:gd name="csX31" fmla="*/ 170695 w 170458"/>
                <a:gd name="csY31" fmla="*/ 133712 h 133621"/>
                <a:gd name="csX32" fmla="*/ 170695 w 170458"/>
                <a:gd name="csY32" fmla="*/ 119567 h 133621"/>
                <a:gd name="csX33" fmla="*/ 149198 w 170458"/>
                <a:gd name="csY33" fmla="*/ 119567 h 133621"/>
                <a:gd name="csX34" fmla="*/ 98333 w 170458"/>
                <a:gd name="csY34" fmla="*/ 59678 h 133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458" h="133621">
                  <a:moveTo>
                    <a:pt x="98333" y="59678"/>
                  </a:moveTo>
                  <a:lnTo>
                    <a:pt x="133757" y="20555"/>
                  </a:lnTo>
                  <a:cubicBezTo>
                    <a:pt x="137693" y="16341"/>
                    <a:pt x="139510" y="14235"/>
                    <a:pt x="164639" y="14235"/>
                  </a:cubicBezTo>
                  <a:lnTo>
                    <a:pt x="164639" y="90"/>
                  </a:lnTo>
                  <a:cubicBezTo>
                    <a:pt x="154042" y="692"/>
                    <a:pt x="138299" y="993"/>
                    <a:pt x="136785" y="993"/>
                  </a:cubicBezTo>
                  <a:cubicBezTo>
                    <a:pt x="129215" y="993"/>
                    <a:pt x="114077" y="391"/>
                    <a:pt x="105600" y="90"/>
                  </a:cubicBezTo>
                  <a:lnTo>
                    <a:pt x="105600" y="14235"/>
                  </a:lnTo>
                  <a:cubicBezTo>
                    <a:pt x="109838" y="14235"/>
                    <a:pt x="113471" y="14837"/>
                    <a:pt x="117105" y="16943"/>
                  </a:cubicBezTo>
                  <a:cubicBezTo>
                    <a:pt x="115894" y="18749"/>
                    <a:pt x="115894" y="19351"/>
                    <a:pt x="114683" y="20555"/>
                  </a:cubicBezTo>
                  <a:lnTo>
                    <a:pt x="89250" y="48844"/>
                  </a:lnTo>
                  <a:lnTo>
                    <a:pt x="59579" y="14235"/>
                  </a:lnTo>
                  <a:lnTo>
                    <a:pt x="71690" y="14235"/>
                  </a:lnTo>
                  <a:lnTo>
                    <a:pt x="71690" y="90"/>
                  </a:lnTo>
                  <a:cubicBezTo>
                    <a:pt x="63818" y="391"/>
                    <a:pt x="44743" y="993"/>
                    <a:pt x="35055" y="993"/>
                  </a:cubicBezTo>
                  <a:cubicBezTo>
                    <a:pt x="25366" y="993"/>
                    <a:pt x="11741" y="391"/>
                    <a:pt x="1750" y="90"/>
                  </a:cubicBezTo>
                  <a:lnTo>
                    <a:pt x="1750" y="14235"/>
                  </a:lnTo>
                  <a:lnTo>
                    <a:pt x="23247" y="14235"/>
                  </a:lnTo>
                  <a:lnTo>
                    <a:pt x="70478" y="69610"/>
                  </a:lnTo>
                  <a:lnTo>
                    <a:pt x="30816" y="113849"/>
                  </a:lnTo>
                  <a:cubicBezTo>
                    <a:pt x="25669" y="119567"/>
                    <a:pt x="14769" y="119567"/>
                    <a:pt x="236" y="119567"/>
                  </a:cubicBezTo>
                  <a:lnTo>
                    <a:pt x="236" y="133712"/>
                  </a:lnTo>
                  <a:cubicBezTo>
                    <a:pt x="10833" y="133110"/>
                    <a:pt x="26577" y="132809"/>
                    <a:pt x="28091" y="132809"/>
                  </a:cubicBezTo>
                  <a:cubicBezTo>
                    <a:pt x="35660" y="132809"/>
                    <a:pt x="53221" y="133411"/>
                    <a:pt x="59276" y="133712"/>
                  </a:cubicBezTo>
                  <a:lnTo>
                    <a:pt x="59276" y="119567"/>
                  </a:lnTo>
                  <a:cubicBezTo>
                    <a:pt x="53826" y="119567"/>
                    <a:pt x="48074" y="118063"/>
                    <a:pt x="48074" y="116257"/>
                  </a:cubicBezTo>
                  <a:cubicBezTo>
                    <a:pt x="48074" y="115956"/>
                    <a:pt x="48074" y="115655"/>
                    <a:pt x="50193" y="113247"/>
                  </a:cubicBezTo>
                  <a:lnTo>
                    <a:pt x="79561" y="80444"/>
                  </a:lnTo>
                  <a:lnTo>
                    <a:pt x="112866" y="119567"/>
                  </a:lnTo>
                  <a:lnTo>
                    <a:pt x="101058" y="119567"/>
                  </a:lnTo>
                  <a:lnTo>
                    <a:pt x="101058" y="133712"/>
                  </a:lnTo>
                  <a:cubicBezTo>
                    <a:pt x="108930" y="133411"/>
                    <a:pt x="127399" y="132809"/>
                    <a:pt x="137390" y="132809"/>
                  </a:cubicBezTo>
                  <a:cubicBezTo>
                    <a:pt x="147079" y="132809"/>
                    <a:pt x="160703" y="133411"/>
                    <a:pt x="170695" y="133712"/>
                  </a:cubicBezTo>
                  <a:lnTo>
                    <a:pt x="170695" y="119567"/>
                  </a:lnTo>
                  <a:lnTo>
                    <a:pt x="149198" y="119567"/>
                  </a:lnTo>
                  <a:lnTo>
                    <a:pt x="98333" y="59678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C90663E3-A3DD-59A6-39BB-05E9E06F90F9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925715" y="5169276"/>
              <a:ext cx="77145" cy="139881"/>
            </a:xfrm>
            <a:custGeom>
              <a:avLst/>
              <a:gdLst>
                <a:gd name="csX0" fmla="*/ 48140 w 77145"/>
                <a:gd name="csY0" fmla="*/ 5990 h 139881"/>
                <a:gd name="csX1" fmla="*/ 41782 w 77145"/>
                <a:gd name="csY1" fmla="*/ 92 h 139881"/>
                <a:gd name="csX2" fmla="*/ 242 w 77145"/>
                <a:gd name="csY2" fmla="*/ 13574 h 139881"/>
                <a:gd name="csX3" fmla="*/ 242 w 77145"/>
                <a:gd name="csY3" fmla="*/ 21158 h 139881"/>
                <a:gd name="csX4" fmla="*/ 30973 w 77145"/>
                <a:gd name="csY4" fmla="*/ 15260 h 139881"/>
                <a:gd name="csX5" fmla="*/ 30973 w 77145"/>
                <a:gd name="csY5" fmla="*/ 122699 h 139881"/>
                <a:gd name="csX6" fmla="*/ 9779 w 77145"/>
                <a:gd name="csY6" fmla="*/ 132389 h 139881"/>
                <a:gd name="csX7" fmla="*/ 1726 w 77145"/>
                <a:gd name="csY7" fmla="*/ 132389 h 139881"/>
                <a:gd name="csX8" fmla="*/ 1726 w 77145"/>
                <a:gd name="csY8" fmla="*/ 139973 h 139881"/>
                <a:gd name="csX9" fmla="*/ 39451 w 77145"/>
                <a:gd name="csY9" fmla="*/ 139131 h 139881"/>
                <a:gd name="csX10" fmla="*/ 77388 w 77145"/>
                <a:gd name="csY10" fmla="*/ 139973 h 139881"/>
                <a:gd name="csX11" fmla="*/ 77388 w 77145"/>
                <a:gd name="csY11" fmla="*/ 132389 h 139881"/>
                <a:gd name="csX12" fmla="*/ 69334 w 77145"/>
                <a:gd name="csY12" fmla="*/ 132389 h 139881"/>
                <a:gd name="csX13" fmla="*/ 48140 w 77145"/>
                <a:gd name="csY13" fmla="*/ 122699 h 139881"/>
                <a:gd name="csX14" fmla="*/ 48140 w 77145"/>
                <a:gd name="csY14" fmla="*/ 5990 h 139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145" h="139881">
                  <a:moveTo>
                    <a:pt x="48140" y="5990"/>
                  </a:moveTo>
                  <a:cubicBezTo>
                    <a:pt x="48140" y="302"/>
                    <a:pt x="47716" y="92"/>
                    <a:pt x="41782" y="92"/>
                  </a:cubicBezTo>
                  <a:cubicBezTo>
                    <a:pt x="28218" y="13364"/>
                    <a:pt x="8932" y="13574"/>
                    <a:pt x="242" y="13574"/>
                  </a:cubicBezTo>
                  <a:lnTo>
                    <a:pt x="242" y="21158"/>
                  </a:lnTo>
                  <a:cubicBezTo>
                    <a:pt x="5329" y="21158"/>
                    <a:pt x="19317" y="21158"/>
                    <a:pt x="30973" y="15260"/>
                  </a:cubicBezTo>
                  <a:lnTo>
                    <a:pt x="30973" y="122699"/>
                  </a:lnTo>
                  <a:cubicBezTo>
                    <a:pt x="30973" y="129651"/>
                    <a:pt x="30973" y="132389"/>
                    <a:pt x="9779" y="132389"/>
                  </a:cubicBezTo>
                  <a:lnTo>
                    <a:pt x="1726" y="132389"/>
                  </a:lnTo>
                  <a:lnTo>
                    <a:pt x="1726" y="139973"/>
                  </a:lnTo>
                  <a:cubicBezTo>
                    <a:pt x="5541" y="139763"/>
                    <a:pt x="31609" y="139131"/>
                    <a:pt x="39451" y="139131"/>
                  </a:cubicBezTo>
                  <a:cubicBezTo>
                    <a:pt x="46021" y="139131"/>
                    <a:pt x="72725" y="139763"/>
                    <a:pt x="77388" y="139973"/>
                  </a:cubicBezTo>
                  <a:lnTo>
                    <a:pt x="77388" y="132389"/>
                  </a:lnTo>
                  <a:lnTo>
                    <a:pt x="69334" y="132389"/>
                  </a:lnTo>
                  <a:cubicBezTo>
                    <a:pt x="48140" y="132389"/>
                    <a:pt x="48140" y="129651"/>
                    <a:pt x="48140" y="122699"/>
                  </a:cubicBezTo>
                  <a:lnTo>
                    <a:pt x="48140" y="5990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52723198-F485-AB57-0744-B2660AE24C82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045343" y="5218361"/>
              <a:ext cx="24372" cy="90796"/>
            </a:xfrm>
            <a:custGeom>
              <a:avLst/>
              <a:gdLst>
                <a:gd name="csX0" fmla="*/ 24619 w 24372"/>
                <a:gd name="csY0" fmla="*/ 12310 h 90796"/>
                <a:gd name="csX1" fmla="*/ 12539 w 24372"/>
                <a:gd name="csY1" fmla="*/ 92 h 90796"/>
                <a:gd name="csX2" fmla="*/ 246 w 24372"/>
                <a:gd name="csY2" fmla="*/ 12100 h 90796"/>
                <a:gd name="csX3" fmla="*/ 12327 w 24372"/>
                <a:gd name="csY3" fmla="*/ 24318 h 90796"/>
                <a:gd name="csX4" fmla="*/ 24619 w 24372"/>
                <a:gd name="csY4" fmla="*/ 12310 h 90796"/>
                <a:gd name="csX5" fmla="*/ 24619 w 24372"/>
                <a:gd name="csY5" fmla="*/ 78880 h 90796"/>
                <a:gd name="csX6" fmla="*/ 12539 w 24372"/>
                <a:gd name="csY6" fmla="*/ 66662 h 90796"/>
                <a:gd name="csX7" fmla="*/ 246 w 24372"/>
                <a:gd name="csY7" fmla="*/ 78670 h 90796"/>
                <a:gd name="csX8" fmla="*/ 12327 w 24372"/>
                <a:gd name="csY8" fmla="*/ 90888 h 90796"/>
                <a:gd name="csX9" fmla="*/ 24619 w 24372"/>
                <a:gd name="csY9" fmla="*/ 78880 h 907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372" h="90796">
                  <a:moveTo>
                    <a:pt x="24619" y="12310"/>
                  </a:moveTo>
                  <a:cubicBezTo>
                    <a:pt x="24619" y="4937"/>
                    <a:pt x="18685" y="92"/>
                    <a:pt x="12539" y="92"/>
                  </a:cubicBezTo>
                  <a:cubicBezTo>
                    <a:pt x="5121" y="92"/>
                    <a:pt x="246" y="5990"/>
                    <a:pt x="246" y="12100"/>
                  </a:cubicBezTo>
                  <a:cubicBezTo>
                    <a:pt x="246" y="19473"/>
                    <a:pt x="6181" y="24318"/>
                    <a:pt x="12327" y="24318"/>
                  </a:cubicBezTo>
                  <a:cubicBezTo>
                    <a:pt x="19745" y="24318"/>
                    <a:pt x="24619" y="18420"/>
                    <a:pt x="24619" y="12310"/>
                  </a:cubicBezTo>
                  <a:close/>
                  <a:moveTo>
                    <a:pt x="24619" y="78880"/>
                  </a:moveTo>
                  <a:cubicBezTo>
                    <a:pt x="24619" y="71507"/>
                    <a:pt x="18685" y="66662"/>
                    <a:pt x="12539" y="66662"/>
                  </a:cubicBezTo>
                  <a:cubicBezTo>
                    <a:pt x="5121" y="66662"/>
                    <a:pt x="246" y="72560"/>
                    <a:pt x="246" y="78670"/>
                  </a:cubicBezTo>
                  <a:cubicBezTo>
                    <a:pt x="246" y="86043"/>
                    <a:pt x="6181" y="90888"/>
                    <a:pt x="12327" y="90888"/>
                  </a:cubicBezTo>
                  <a:cubicBezTo>
                    <a:pt x="19745" y="90888"/>
                    <a:pt x="24619" y="84990"/>
                    <a:pt x="24619" y="78880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7044941-9C76-6EFF-711B-1F162EC7FEA8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0101806" y="5216254"/>
              <a:ext cx="129493" cy="95009"/>
            </a:xfrm>
            <a:custGeom>
              <a:avLst/>
              <a:gdLst>
                <a:gd name="csX0" fmla="*/ 16144 w 129493"/>
                <a:gd name="csY0" fmla="*/ 79723 h 95009"/>
                <a:gd name="csX1" fmla="*/ 14024 w 129493"/>
                <a:gd name="csY1" fmla="*/ 88360 h 95009"/>
                <a:gd name="csX2" fmla="*/ 21230 w 129493"/>
                <a:gd name="csY2" fmla="*/ 95102 h 95009"/>
                <a:gd name="csX3" fmla="*/ 29496 w 129493"/>
                <a:gd name="csY3" fmla="*/ 90467 h 95009"/>
                <a:gd name="csX4" fmla="*/ 33311 w 129493"/>
                <a:gd name="csY4" fmla="*/ 77406 h 95009"/>
                <a:gd name="csX5" fmla="*/ 37973 w 129493"/>
                <a:gd name="csY5" fmla="*/ 58446 h 95009"/>
                <a:gd name="csX6" fmla="*/ 41576 w 129493"/>
                <a:gd name="csY6" fmla="*/ 44331 h 95009"/>
                <a:gd name="csX7" fmla="*/ 50478 w 129493"/>
                <a:gd name="csY7" fmla="*/ 25371 h 95009"/>
                <a:gd name="csX8" fmla="*/ 82268 w 129493"/>
                <a:gd name="csY8" fmla="*/ 5990 h 95009"/>
                <a:gd name="csX9" fmla="*/ 94773 w 129493"/>
                <a:gd name="csY9" fmla="*/ 20737 h 95009"/>
                <a:gd name="csX10" fmla="*/ 82268 w 129493"/>
                <a:gd name="csY10" fmla="*/ 65609 h 95009"/>
                <a:gd name="csX11" fmla="*/ 79089 w 129493"/>
                <a:gd name="csY11" fmla="*/ 76984 h 95009"/>
                <a:gd name="csX12" fmla="*/ 99223 w 129493"/>
                <a:gd name="csY12" fmla="*/ 95102 h 95009"/>
                <a:gd name="csX13" fmla="*/ 129742 w 129493"/>
                <a:gd name="csY13" fmla="*/ 62870 h 95009"/>
                <a:gd name="csX14" fmla="*/ 126351 w 129493"/>
                <a:gd name="csY14" fmla="*/ 60131 h 95009"/>
                <a:gd name="csX15" fmla="*/ 122325 w 129493"/>
                <a:gd name="csY15" fmla="*/ 63713 h 95009"/>
                <a:gd name="csX16" fmla="*/ 99859 w 129493"/>
                <a:gd name="csY16" fmla="*/ 89203 h 95009"/>
                <a:gd name="csX17" fmla="*/ 94561 w 129493"/>
                <a:gd name="csY17" fmla="*/ 81830 h 95009"/>
                <a:gd name="csX18" fmla="*/ 99435 w 129493"/>
                <a:gd name="csY18" fmla="*/ 64766 h 95009"/>
                <a:gd name="csX19" fmla="*/ 110668 w 129493"/>
                <a:gd name="csY19" fmla="*/ 24107 h 95009"/>
                <a:gd name="csX20" fmla="*/ 83116 w 129493"/>
                <a:gd name="csY20" fmla="*/ 92 h 95009"/>
                <a:gd name="csX21" fmla="*/ 47299 w 129493"/>
                <a:gd name="csY21" fmla="*/ 19262 h 95009"/>
                <a:gd name="csX22" fmla="*/ 24621 w 129493"/>
                <a:gd name="csY22" fmla="*/ 92 h 95009"/>
                <a:gd name="csX23" fmla="*/ 7878 w 129493"/>
                <a:gd name="csY23" fmla="*/ 11468 h 95009"/>
                <a:gd name="csX24" fmla="*/ 248 w 129493"/>
                <a:gd name="csY24" fmla="*/ 32323 h 95009"/>
                <a:gd name="csX25" fmla="*/ 3851 w 129493"/>
                <a:gd name="csY25" fmla="*/ 35062 h 95009"/>
                <a:gd name="csX26" fmla="*/ 8514 w 129493"/>
                <a:gd name="csY26" fmla="*/ 28742 h 95009"/>
                <a:gd name="csX27" fmla="*/ 23986 w 129493"/>
                <a:gd name="csY27" fmla="*/ 5990 h 95009"/>
                <a:gd name="csX28" fmla="*/ 30979 w 129493"/>
                <a:gd name="csY28" fmla="*/ 16313 h 95009"/>
                <a:gd name="csX29" fmla="*/ 27588 w 129493"/>
                <a:gd name="csY29" fmla="*/ 33798 h 95009"/>
                <a:gd name="csX30" fmla="*/ 22926 w 129493"/>
                <a:gd name="csY30" fmla="*/ 52758 h 95009"/>
                <a:gd name="csX31" fmla="*/ 16144 w 129493"/>
                <a:gd name="csY31" fmla="*/ 79723 h 950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493" h="95009">
                  <a:moveTo>
                    <a:pt x="16144" y="79723"/>
                  </a:moveTo>
                  <a:cubicBezTo>
                    <a:pt x="15296" y="82462"/>
                    <a:pt x="14024" y="87728"/>
                    <a:pt x="14024" y="88360"/>
                  </a:cubicBezTo>
                  <a:cubicBezTo>
                    <a:pt x="14024" y="92995"/>
                    <a:pt x="17839" y="95102"/>
                    <a:pt x="21230" y="95102"/>
                  </a:cubicBezTo>
                  <a:cubicBezTo>
                    <a:pt x="25045" y="95102"/>
                    <a:pt x="28436" y="92363"/>
                    <a:pt x="29496" y="90467"/>
                  </a:cubicBezTo>
                  <a:cubicBezTo>
                    <a:pt x="30556" y="88571"/>
                    <a:pt x="32251" y="81830"/>
                    <a:pt x="33311" y="77406"/>
                  </a:cubicBezTo>
                  <a:cubicBezTo>
                    <a:pt x="34370" y="73403"/>
                    <a:pt x="36702" y="63713"/>
                    <a:pt x="37973" y="58446"/>
                  </a:cubicBezTo>
                  <a:cubicBezTo>
                    <a:pt x="39245" y="53811"/>
                    <a:pt x="40517" y="49177"/>
                    <a:pt x="41576" y="44331"/>
                  </a:cubicBezTo>
                  <a:cubicBezTo>
                    <a:pt x="43908" y="35694"/>
                    <a:pt x="44332" y="34009"/>
                    <a:pt x="50478" y="25371"/>
                  </a:cubicBezTo>
                  <a:cubicBezTo>
                    <a:pt x="56412" y="16945"/>
                    <a:pt x="66373" y="5990"/>
                    <a:pt x="82268" y="5990"/>
                  </a:cubicBezTo>
                  <a:cubicBezTo>
                    <a:pt x="94561" y="5990"/>
                    <a:pt x="94773" y="16734"/>
                    <a:pt x="94773" y="20737"/>
                  </a:cubicBezTo>
                  <a:cubicBezTo>
                    <a:pt x="94773" y="33377"/>
                    <a:pt x="85659" y="56761"/>
                    <a:pt x="82268" y="65609"/>
                  </a:cubicBezTo>
                  <a:cubicBezTo>
                    <a:pt x="79937" y="71507"/>
                    <a:pt x="79089" y="73403"/>
                    <a:pt x="79089" y="76984"/>
                  </a:cubicBezTo>
                  <a:cubicBezTo>
                    <a:pt x="79089" y="88150"/>
                    <a:pt x="88415" y="95102"/>
                    <a:pt x="99223" y="95102"/>
                  </a:cubicBezTo>
                  <a:cubicBezTo>
                    <a:pt x="120417" y="95102"/>
                    <a:pt x="129742" y="66030"/>
                    <a:pt x="129742" y="62870"/>
                  </a:cubicBezTo>
                  <a:cubicBezTo>
                    <a:pt x="129742" y="60131"/>
                    <a:pt x="126987" y="60131"/>
                    <a:pt x="126351" y="60131"/>
                  </a:cubicBezTo>
                  <a:cubicBezTo>
                    <a:pt x="123384" y="60131"/>
                    <a:pt x="123172" y="61395"/>
                    <a:pt x="122325" y="63713"/>
                  </a:cubicBezTo>
                  <a:cubicBezTo>
                    <a:pt x="117450" y="80566"/>
                    <a:pt x="108337" y="89203"/>
                    <a:pt x="99859" y="89203"/>
                  </a:cubicBezTo>
                  <a:cubicBezTo>
                    <a:pt x="95409" y="89203"/>
                    <a:pt x="94561" y="86254"/>
                    <a:pt x="94561" y="81830"/>
                  </a:cubicBezTo>
                  <a:cubicBezTo>
                    <a:pt x="94561" y="76984"/>
                    <a:pt x="95620" y="74246"/>
                    <a:pt x="99435" y="64766"/>
                  </a:cubicBezTo>
                  <a:cubicBezTo>
                    <a:pt x="101979" y="58235"/>
                    <a:pt x="110668" y="35905"/>
                    <a:pt x="110668" y="24107"/>
                  </a:cubicBezTo>
                  <a:cubicBezTo>
                    <a:pt x="110668" y="3673"/>
                    <a:pt x="94349" y="92"/>
                    <a:pt x="83116" y="92"/>
                  </a:cubicBezTo>
                  <a:cubicBezTo>
                    <a:pt x="65525" y="92"/>
                    <a:pt x="53657" y="10836"/>
                    <a:pt x="47299" y="19262"/>
                  </a:cubicBezTo>
                  <a:cubicBezTo>
                    <a:pt x="45815" y="4726"/>
                    <a:pt x="33311" y="92"/>
                    <a:pt x="24621" y="92"/>
                  </a:cubicBezTo>
                  <a:cubicBezTo>
                    <a:pt x="15508" y="92"/>
                    <a:pt x="10633" y="6622"/>
                    <a:pt x="7878" y="11468"/>
                  </a:cubicBezTo>
                  <a:cubicBezTo>
                    <a:pt x="3216" y="19262"/>
                    <a:pt x="248" y="31270"/>
                    <a:pt x="248" y="32323"/>
                  </a:cubicBezTo>
                  <a:cubicBezTo>
                    <a:pt x="248" y="35062"/>
                    <a:pt x="3216" y="35062"/>
                    <a:pt x="3851" y="35062"/>
                  </a:cubicBezTo>
                  <a:cubicBezTo>
                    <a:pt x="6819" y="35062"/>
                    <a:pt x="7030" y="34430"/>
                    <a:pt x="8514" y="28742"/>
                  </a:cubicBezTo>
                  <a:cubicBezTo>
                    <a:pt x="11693" y="16313"/>
                    <a:pt x="15720" y="5990"/>
                    <a:pt x="23986" y="5990"/>
                  </a:cubicBezTo>
                  <a:cubicBezTo>
                    <a:pt x="29496" y="5990"/>
                    <a:pt x="30979" y="10625"/>
                    <a:pt x="30979" y="16313"/>
                  </a:cubicBezTo>
                  <a:cubicBezTo>
                    <a:pt x="30979" y="20316"/>
                    <a:pt x="29072" y="28110"/>
                    <a:pt x="27588" y="33798"/>
                  </a:cubicBezTo>
                  <a:cubicBezTo>
                    <a:pt x="26105" y="39486"/>
                    <a:pt x="23986" y="48123"/>
                    <a:pt x="22926" y="52758"/>
                  </a:cubicBezTo>
                  <a:lnTo>
                    <a:pt x="16144" y="7972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B59530D1-A3F3-A2E6-79F7-920E1EA8AB2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273909" y="5038303"/>
              <a:ext cx="70242" cy="300950"/>
            </a:xfrm>
            <a:custGeom>
              <a:avLst/>
              <a:gdLst>
                <a:gd name="csX0" fmla="*/ 70496 w 70242"/>
                <a:gd name="csY0" fmla="*/ 150565 h 300950"/>
                <a:gd name="csX1" fmla="*/ 50513 w 70242"/>
                <a:gd name="csY1" fmla="*/ 56669 h 300950"/>
                <a:gd name="csX2" fmla="*/ 3282 w 70242"/>
                <a:gd name="csY2" fmla="*/ 90 h 300950"/>
                <a:gd name="csX3" fmla="*/ 254 w 70242"/>
                <a:gd name="csY3" fmla="*/ 3100 h 300950"/>
                <a:gd name="csX4" fmla="*/ 6007 w 70242"/>
                <a:gd name="csY4" fmla="*/ 10022 h 300950"/>
                <a:gd name="csX5" fmla="*/ 52936 w 70242"/>
                <a:gd name="csY5" fmla="*/ 150565 h 300950"/>
                <a:gd name="csX6" fmla="*/ 4190 w 70242"/>
                <a:gd name="csY6" fmla="*/ 292915 h 300950"/>
                <a:gd name="csX7" fmla="*/ 254 w 70242"/>
                <a:gd name="csY7" fmla="*/ 298031 h 300950"/>
                <a:gd name="csX8" fmla="*/ 3282 w 70242"/>
                <a:gd name="csY8" fmla="*/ 301040 h 300950"/>
                <a:gd name="csX9" fmla="*/ 51422 w 70242"/>
                <a:gd name="csY9" fmla="*/ 242355 h 300950"/>
                <a:gd name="csX10" fmla="*/ 70496 w 70242"/>
                <a:gd name="csY10" fmla="*/ 150565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242" h="300950">
                  <a:moveTo>
                    <a:pt x="70496" y="150565"/>
                  </a:moveTo>
                  <a:cubicBezTo>
                    <a:pt x="70496" y="127091"/>
                    <a:pt x="67166" y="90676"/>
                    <a:pt x="50513" y="56669"/>
                  </a:cubicBezTo>
                  <a:cubicBezTo>
                    <a:pt x="32347" y="19652"/>
                    <a:pt x="6309" y="90"/>
                    <a:pt x="3282" y="90"/>
                  </a:cubicBezTo>
                  <a:cubicBezTo>
                    <a:pt x="1465" y="90"/>
                    <a:pt x="254" y="1294"/>
                    <a:pt x="254" y="3100"/>
                  </a:cubicBezTo>
                  <a:cubicBezTo>
                    <a:pt x="254" y="4003"/>
                    <a:pt x="254" y="4604"/>
                    <a:pt x="6007" y="10022"/>
                  </a:cubicBezTo>
                  <a:cubicBezTo>
                    <a:pt x="35678" y="39816"/>
                    <a:pt x="52936" y="87667"/>
                    <a:pt x="52936" y="150565"/>
                  </a:cubicBezTo>
                  <a:cubicBezTo>
                    <a:pt x="52936" y="202028"/>
                    <a:pt x="41733" y="254995"/>
                    <a:pt x="4190" y="292915"/>
                  </a:cubicBezTo>
                  <a:cubicBezTo>
                    <a:pt x="254" y="296526"/>
                    <a:pt x="254" y="297128"/>
                    <a:pt x="254" y="298031"/>
                  </a:cubicBezTo>
                  <a:cubicBezTo>
                    <a:pt x="254" y="299836"/>
                    <a:pt x="1465" y="301040"/>
                    <a:pt x="3282" y="301040"/>
                  </a:cubicBezTo>
                  <a:cubicBezTo>
                    <a:pt x="6309" y="301040"/>
                    <a:pt x="33558" y="280576"/>
                    <a:pt x="51422" y="242355"/>
                  </a:cubicBezTo>
                  <a:cubicBezTo>
                    <a:pt x="66863" y="209250"/>
                    <a:pt x="70496" y="175845"/>
                    <a:pt x="70496" y="150565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42A3CE1A-C3E0-69FA-DF5A-B24E2C21BF0B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475450" y="5153567"/>
              <a:ext cx="201340" cy="70422"/>
            </a:xfrm>
            <a:custGeom>
              <a:avLst/>
              <a:gdLst>
                <a:gd name="csX0" fmla="*/ 191307 w 201340"/>
                <a:gd name="csY0" fmla="*/ 12128 h 70422"/>
                <a:gd name="csX1" fmla="*/ 201601 w 201340"/>
                <a:gd name="csY1" fmla="*/ 6109 h 70422"/>
                <a:gd name="csX2" fmla="*/ 191610 w 201340"/>
                <a:gd name="csY2" fmla="*/ 90 h 70422"/>
                <a:gd name="csX3" fmla="*/ 10252 w 201340"/>
                <a:gd name="csY3" fmla="*/ 90 h 70422"/>
                <a:gd name="csX4" fmla="*/ 261 w 201340"/>
                <a:gd name="csY4" fmla="*/ 6109 h 70422"/>
                <a:gd name="csX5" fmla="*/ 10555 w 201340"/>
                <a:gd name="csY5" fmla="*/ 12128 h 70422"/>
                <a:gd name="csX6" fmla="*/ 191307 w 201340"/>
                <a:gd name="csY6" fmla="*/ 12128 h 70422"/>
                <a:gd name="csX7" fmla="*/ 191610 w 201340"/>
                <a:gd name="csY7" fmla="*/ 70512 h 70422"/>
                <a:gd name="csX8" fmla="*/ 201601 w 201340"/>
                <a:gd name="csY8" fmla="*/ 64493 h 70422"/>
                <a:gd name="csX9" fmla="*/ 191307 w 201340"/>
                <a:gd name="csY9" fmla="*/ 58474 h 70422"/>
                <a:gd name="csX10" fmla="*/ 10555 w 201340"/>
                <a:gd name="csY10" fmla="*/ 58474 h 70422"/>
                <a:gd name="csX11" fmla="*/ 261 w 201340"/>
                <a:gd name="csY11" fmla="*/ 64493 h 70422"/>
                <a:gd name="csX12" fmla="*/ 10252 w 201340"/>
                <a:gd name="csY12" fmla="*/ 70512 h 70422"/>
                <a:gd name="csX13" fmla="*/ 191610 w 201340"/>
                <a:gd name="csY13" fmla="*/ 70512 h 70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340" h="70422">
                  <a:moveTo>
                    <a:pt x="191307" y="12128"/>
                  </a:moveTo>
                  <a:cubicBezTo>
                    <a:pt x="195849" y="12128"/>
                    <a:pt x="201601" y="12128"/>
                    <a:pt x="201601" y="6109"/>
                  </a:cubicBezTo>
                  <a:cubicBezTo>
                    <a:pt x="201601" y="90"/>
                    <a:pt x="195849" y="90"/>
                    <a:pt x="191610" y="90"/>
                  </a:cubicBezTo>
                  <a:lnTo>
                    <a:pt x="10252" y="90"/>
                  </a:lnTo>
                  <a:cubicBezTo>
                    <a:pt x="6013" y="90"/>
                    <a:pt x="261" y="90"/>
                    <a:pt x="261" y="6109"/>
                  </a:cubicBezTo>
                  <a:cubicBezTo>
                    <a:pt x="261" y="12128"/>
                    <a:pt x="6013" y="12128"/>
                    <a:pt x="10555" y="12128"/>
                  </a:cubicBezTo>
                  <a:lnTo>
                    <a:pt x="191307" y="12128"/>
                  </a:lnTo>
                  <a:close/>
                  <a:moveTo>
                    <a:pt x="191610" y="70512"/>
                  </a:moveTo>
                  <a:cubicBezTo>
                    <a:pt x="195849" y="70512"/>
                    <a:pt x="201601" y="70512"/>
                    <a:pt x="201601" y="64493"/>
                  </a:cubicBezTo>
                  <a:cubicBezTo>
                    <a:pt x="201601" y="58474"/>
                    <a:pt x="195849" y="58474"/>
                    <a:pt x="191307" y="58474"/>
                  </a:cubicBezTo>
                  <a:lnTo>
                    <a:pt x="10555" y="58474"/>
                  </a:lnTo>
                  <a:cubicBezTo>
                    <a:pt x="6013" y="58474"/>
                    <a:pt x="261" y="58474"/>
                    <a:pt x="261" y="64493"/>
                  </a:cubicBezTo>
                  <a:cubicBezTo>
                    <a:pt x="261" y="70512"/>
                    <a:pt x="6013" y="70512"/>
                    <a:pt x="10252" y="70512"/>
                  </a:cubicBezTo>
                  <a:lnTo>
                    <a:pt x="191610" y="70512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5034F0A6-40A3-39B5-FA6E-3422C6367DE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805029" y="5063583"/>
              <a:ext cx="99913" cy="200432"/>
            </a:xfrm>
            <a:custGeom>
              <a:avLst/>
              <a:gdLst>
                <a:gd name="csX0" fmla="*/ 62339 w 99913"/>
                <a:gd name="csY0" fmla="*/ 7915 h 200432"/>
                <a:gd name="csX1" fmla="*/ 55375 w 99913"/>
                <a:gd name="csY1" fmla="*/ 90 h 200432"/>
                <a:gd name="csX2" fmla="*/ 271 w 99913"/>
                <a:gd name="csY2" fmla="*/ 19351 h 200432"/>
                <a:gd name="csX3" fmla="*/ 271 w 99913"/>
                <a:gd name="csY3" fmla="*/ 28680 h 200432"/>
                <a:gd name="csX4" fmla="*/ 39934 w 99913"/>
                <a:gd name="csY4" fmla="*/ 20856 h 200432"/>
                <a:gd name="csX5" fmla="*/ 39934 w 99913"/>
                <a:gd name="csY5" fmla="*/ 176748 h 200432"/>
                <a:gd name="csX6" fmla="*/ 11776 w 99913"/>
                <a:gd name="csY6" fmla="*/ 191193 h 200432"/>
                <a:gd name="csX7" fmla="*/ 2088 w 99913"/>
                <a:gd name="csY7" fmla="*/ 191193 h 200432"/>
                <a:gd name="csX8" fmla="*/ 2088 w 99913"/>
                <a:gd name="csY8" fmla="*/ 200523 h 200432"/>
                <a:gd name="csX9" fmla="*/ 51136 w 99913"/>
                <a:gd name="csY9" fmla="*/ 199620 h 200432"/>
                <a:gd name="csX10" fmla="*/ 100185 w 99913"/>
                <a:gd name="csY10" fmla="*/ 200523 h 200432"/>
                <a:gd name="csX11" fmla="*/ 100185 w 99913"/>
                <a:gd name="csY11" fmla="*/ 191193 h 200432"/>
                <a:gd name="csX12" fmla="*/ 90496 w 99913"/>
                <a:gd name="csY12" fmla="*/ 191193 h 200432"/>
                <a:gd name="csX13" fmla="*/ 62339 w 99913"/>
                <a:gd name="csY13" fmla="*/ 176748 h 200432"/>
                <a:gd name="csX14" fmla="*/ 62339 w 99913"/>
                <a:gd name="csY14" fmla="*/ 7915 h 200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99913" h="200432">
                  <a:moveTo>
                    <a:pt x="62339" y="7915"/>
                  </a:moveTo>
                  <a:cubicBezTo>
                    <a:pt x="62339" y="692"/>
                    <a:pt x="62339" y="90"/>
                    <a:pt x="55375" y="90"/>
                  </a:cubicBezTo>
                  <a:cubicBezTo>
                    <a:pt x="36603" y="19351"/>
                    <a:pt x="9960" y="19351"/>
                    <a:pt x="271" y="19351"/>
                  </a:cubicBezTo>
                  <a:lnTo>
                    <a:pt x="271" y="28680"/>
                  </a:lnTo>
                  <a:cubicBezTo>
                    <a:pt x="6326" y="28680"/>
                    <a:pt x="24190" y="28680"/>
                    <a:pt x="39934" y="20856"/>
                  </a:cubicBezTo>
                  <a:lnTo>
                    <a:pt x="39934" y="176748"/>
                  </a:lnTo>
                  <a:cubicBezTo>
                    <a:pt x="39934" y="187582"/>
                    <a:pt x="39025" y="191193"/>
                    <a:pt x="11776" y="191193"/>
                  </a:cubicBezTo>
                  <a:lnTo>
                    <a:pt x="2088" y="191193"/>
                  </a:lnTo>
                  <a:lnTo>
                    <a:pt x="2088" y="200523"/>
                  </a:lnTo>
                  <a:cubicBezTo>
                    <a:pt x="12685" y="199620"/>
                    <a:pt x="39025" y="199620"/>
                    <a:pt x="51136" y="199620"/>
                  </a:cubicBezTo>
                  <a:cubicBezTo>
                    <a:pt x="63247" y="199620"/>
                    <a:pt x="89588" y="199620"/>
                    <a:pt x="100185" y="200523"/>
                  </a:cubicBezTo>
                  <a:lnTo>
                    <a:pt x="100185" y="191193"/>
                  </a:lnTo>
                  <a:lnTo>
                    <a:pt x="90496" y="191193"/>
                  </a:lnTo>
                  <a:cubicBezTo>
                    <a:pt x="63247" y="191193"/>
                    <a:pt x="62339" y="187883"/>
                    <a:pt x="62339" y="176748"/>
                  </a:cubicBezTo>
                  <a:lnTo>
                    <a:pt x="62339" y="7915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>
                <a:latin typeface="Nunito" pitchFamily="2" charset="0"/>
              </a:endParaRPr>
            </a:p>
          </p:txBody>
        </p:sp>
      </p:grpSp>
      <p:sp>
        <p:nvSpPr>
          <p:cNvPr id="615" name="TextBox 614">
            <a:extLst>
              <a:ext uri="{FF2B5EF4-FFF2-40B4-BE49-F238E27FC236}">
                <a16:creationId xmlns:a16="http://schemas.microsoft.com/office/drawing/2014/main" id="{5C048C03-0D28-DC07-0A45-19E825B76B3B}"/>
              </a:ext>
            </a:extLst>
          </p:cNvPr>
          <p:cNvSpPr txBox="1"/>
          <p:nvPr/>
        </p:nvSpPr>
        <p:spPr>
          <a:xfrm>
            <a:off x="404751" y="1126703"/>
            <a:ext cx="6096000" cy="4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zh-CN" sz="2400" dirty="0">
                <a:latin typeface="Nunito" pitchFamily="2" charset="0"/>
              </a:rPr>
              <a:t>Recall that we need:</a:t>
            </a:r>
            <a:endParaRPr lang="en-US" sz="2400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54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7F93F-0ABA-47B4-C6FF-A986E529F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3DCDE-9097-B5FB-A1AE-C422062F1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With the stop symbol…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56B76-170C-C7E8-4238-C36AF3DA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18</a:t>
            </a:fld>
            <a:endParaRPr lang="en-CA"/>
          </a:p>
        </p:txBody>
      </p:sp>
      <p:grpSp>
        <p:nvGrpSpPr>
          <p:cNvPr id="1363" name="Group 1362" descr="\documentclass{article}&#10;\usepackage{nunito}&#10;\usepackage[linguistics]{forest}&#10;\usepackage{amsmath,amssymb}&#10;\pagestyle{empty}&#10;\begin{document}&#10;&#10;\begin{align*}&#10;\sum_{n=1}^\infty\sum_{\mathbf{x}_{1:n}}P(\mathbf{x}_{1:n},\langle\texttt{/s}\rangle) &#10;&amp;= \sum_{n=1}^\infty \sum_{\mathbf{x}_{1:n}} P(\mathbf{x}_{1:n}) P(\langle\texttt{/s}\rangle \mid \mathbf{x}_{1:n}) \\&#10;\end{align*}&#10;&#10;&#10;\end{document}" title="IguanaTex Shape Display">
            <a:extLst>
              <a:ext uri="{FF2B5EF4-FFF2-40B4-BE49-F238E27FC236}">
                <a16:creationId xmlns:a16="http://schemas.microsoft.com/office/drawing/2014/main" id="{66D68CDC-189D-4D74-B78D-9F5D3A1D7B4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632123" y="1117600"/>
            <a:ext cx="6927755" cy="846937"/>
            <a:chOff x="5210865" y="3376551"/>
            <a:chExt cx="6927755" cy="846937"/>
          </a:xfrm>
        </p:grpSpPr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4392CCDC-1344-21F3-7601-21A592DEF0A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324858" y="3376551"/>
              <a:ext cx="208933" cy="95009"/>
            </a:xfrm>
            <a:custGeom>
              <a:avLst/>
              <a:gdLst>
                <a:gd name="csX0" fmla="*/ 106500 w 208933"/>
                <a:gd name="csY0" fmla="*/ 35259 h 95009"/>
                <a:gd name="csX1" fmla="*/ 83781 w 208933"/>
                <a:gd name="csY1" fmla="*/ 12928 h 95009"/>
                <a:gd name="csX2" fmla="*/ 45562 w 208933"/>
                <a:gd name="csY2" fmla="*/ 78 h 95009"/>
                <a:gd name="csX3" fmla="*/ 123 w 208933"/>
                <a:gd name="csY3" fmla="*/ 47688 h 95009"/>
                <a:gd name="csX4" fmla="*/ 44925 w 208933"/>
                <a:gd name="csY4" fmla="*/ 95088 h 95009"/>
                <a:gd name="csX5" fmla="*/ 102679 w 208933"/>
                <a:gd name="csY5" fmla="*/ 59907 h 95009"/>
                <a:gd name="csX6" fmla="*/ 125398 w 208933"/>
                <a:gd name="csY6" fmla="*/ 82237 h 95009"/>
                <a:gd name="csX7" fmla="*/ 163617 w 208933"/>
                <a:gd name="csY7" fmla="*/ 95088 h 95009"/>
                <a:gd name="csX8" fmla="*/ 209056 w 208933"/>
                <a:gd name="csY8" fmla="*/ 47477 h 95009"/>
                <a:gd name="csX9" fmla="*/ 164254 w 208933"/>
                <a:gd name="csY9" fmla="*/ 78 h 95009"/>
                <a:gd name="csX10" fmla="*/ 106500 w 208933"/>
                <a:gd name="csY10" fmla="*/ 35259 h 95009"/>
                <a:gd name="csX11" fmla="*/ 113295 w 208933"/>
                <a:gd name="csY11" fmla="*/ 43053 h 95009"/>
                <a:gd name="csX12" fmla="*/ 166165 w 208933"/>
                <a:gd name="csY12" fmla="*/ 8083 h 95009"/>
                <a:gd name="csX13" fmla="*/ 203111 w 208933"/>
                <a:gd name="csY13" fmla="*/ 47477 h 95009"/>
                <a:gd name="csX14" fmla="*/ 167015 w 208933"/>
                <a:gd name="csY14" fmla="*/ 83501 h 95009"/>
                <a:gd name="csX15" fmla="*/ 113295 w 208933"/>
                <a:gd name="csY15" fmla="*/ 43053 h 95009"/>
                <a:gd name="csX16" fmla="*/ 95884 w 208933"/>
                <a:gd name="csY16" fmla="*/ 52112 h 95009"/>
                <a:gd name="csX17" fmla="*/ 43014 w 208933"/>
                <a:gd name="csY17" fmla="*/ 87082 h 95009"/>
                <a:gd name="csX18" fmla="*/ 6068 w 208933"/>
                <a:gd name="csY18" fmla="*/ 47688 h 95009"/>
                <a:gd name="csX19" fmla="*/ 42164 w 208933"/>
                <a:gd name="csY19" fmla="*/ 11664 h 95009"/>
                <a:gd name="csX20" fmla="*/ 95884 w 208933"/>
                <a:gd name="csY20" fmla="*/ 52112 h 950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08933" h="95009">
                  <a:moveTo>
                    <a:pt x="106500" y="35259"/>
                  </a:moveTo>
                  <a:cubicBezTo>
                    <a:pt x="95247" y="22198"/>
                    <a:pt x="91850" y="18616"/>
                    <a:pt x="83781" y="12928"/>
                  </a:cubicBezTo>
                  <a:cubicBezTo>
                    <a:pt x="70829" y="3659"/>
                    <a:pt x="57240" y="78"/>
                    <a:pt x="45562" y="78"/>
                  </a:cubicBezTo>
                  <a:cubicBezTo>
                    <a:pt x="19233" y="78"/>
                    <a:pt x="123" y="22408"/>
                    <a:pt x="123" y="47688"/>
                  </a:cubicBezTo>
                  <a:cubicBezTo>
                    <a:pt x="123" y="72336"/>
                    <a:pt x="18383" y="95088"/>
                    <a:pt x="44925" y="95088"/>
                  </a:cubicBezTo>
                  <a:cubicBezTo>
                    <a:pt x="74439" y="95088"/>
                    <a:pt x="95035" y="71072"/>
                    <a:pt x="102679" y="59907"/>
                  </a:cubicBezTo>
                  <a:cubicBezTo>
                    <a:pt x="113932" y="72968"/>
                    <a:pt x="117329" y="76549"/>
                    <a:pt x="125398" y="82237"/>
                  </a:cubicBezTo>
                  <a:cubicBezTo>
                    <a:pt x="138350" y="91506"/>
                    <a:pt x="151939" y="95088"/>
                    <a:pt x="163617" y="95088"/>
                  </a:cubicBezTo>
                  <a:cubicBezTo>
                    <a:pt x="189946" y="95088"/>
                    <a:pt x="209056" y="72757"/>
                    <a:pt x="209056" y="47477"/>
                  </a:cubicBezTo>
                  <a:cubicBezTo>
                    <a:pt x="209056" y="22830"/>
                    <a:pt x="190796" y="78"/>
                    <a:pt x="164254" y="78"/>
                  </a:cubicBezTo>
                  <a:cubicBezTo>
                    <a:pt x="134740" y="78"/>
                    <a:pt x="114144" y="24094"/>
                    <a:pt x="106500" y="35259"/>
                  </a:cubicBezTo>
                  <a:close/>
                  <a:moveTo>
                    <a:pt x="113295" y="43053"/>
                  </a:moveTo>
                  <a:cubicBezTo>
                    <a:pt x="121788" y="29360"/>
                    <a:pt x="140261" y="8083"/>
                    <a:pt x="166165" y="8083"/>
                  </a:cubicBezTo>
                  <a:cubicBezTo>
                    <a:pt x="188036" y="8083"/>
                    <a:pt x="203111" y="27253"/>
                    <a:pt x="203111" y="47477"/>
                  </a:cubicBezTo>
                  <a:cubicBezTo>
                    <a:pt x="203111" y="67701"/>
                    <a:pt x="186549" y="83501"/>
                    <a:pt x="167015" y="83501"/>
                  </a:cubicBezTo>
                  <a:cubicBezTo>
                    <a:pt x="147268" y="83501"/>
                    <a:pt x="133679" y="67491"/>
                    <a:pt x="113295" y="43053"/>
                  </a:cubicBezTo>
                  <a:close/>
                  <a:moveTo>
                    <a:pt x="95884" y="52112"/>
                  </a:moveTo>
                  <a:cubicBezTo>
                    <a:pt x="87391" y="65805"/>
                    <a:pt x="68918" y="87082"/>
                    <a:pt x="43014" y="87082"/>
                  </a:cubicBezTo>
                  <a:cubicBezTo>
                    <a:pt x="21143" y="87082"/>
                    <a:pt x="6068" y="67912"/>
                    <a:pt x="6068" y="47688"/>
                  </a:cubicBezTo>
                  <a:cubicBezTo>
                    <a:pt x="6068" y="27464"/>
                    <a:pt x="22630" y="11664"/>
                    <a:pt x="42164" y="11664"/>
                  </a:cubicBezTo>
                  <a:cubicBezTo>
                    <a:pt x="61911" y="11664"/>
                    <a:pt x="75500" y="27675"/>
                    <a:pt x="95884" y="52112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9DB79A71-843E-B48A-99C0-32296104EA4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227334" y="3559739"/>
              <a:ext cx="403731" cy="421330"/>
            </a:xfrm>
            <a:custGeom>
              <a:avLst/>
              <a:gdLst>
                <a:gd name="csX0" fmla="*/ 367149 w 403731"/>
                <a:gd name="csY0" fmla="*/ 421411 h 421330"/>
                <a:gd name="csX1" fmla="*/ 403851 w 403731"/>
                <a:gd name="csY1" fmla="*/ 325107 h 421330"/>
                <a:gd name="csX2" fmla="*/ 396268 w 403731"/>
                <a:gd name="csY2" fmla="*/ 325107 h 421330"/>
                <a:gd name="csX3" fmla="*/ 317402 w 403731"/>
                <a:gd name="csY3" fmla="*/ 385899 h 421330"/>
                <a:gd name="csX4" fmla="*/ 223067 w 403731"/>
                <a:gd name="csY4" fmla="*/ 395228 h 421330"/>
                <a:gd name="csX5" fmla="*/ 40159 w 403731"/>
                <a:gd name="csY5" fmla="*/ 395228 h 421330"/>
                <a:gd name="csX6" fmla="*/ 194554 w 403731"/>
                <a:gd name="csY6" fmla="*/ 215561 h 421330"/>
                <a:gd name="csX7" fmla="*/ 197284 w 403731"/>
                <a:gd name="csY7" fmla="*/ 210746 h 421330"/>
                <a:gd name="csX8" fmla="*/ 195161 w 403731"/>
                <a:gd name="csY8" fmla="*/ 206231 h 421330"/>
                <a:gd name="csX9" fmla="*/ 53809 w 403731"/>
                <a:gd name="csY9" fmla="*/ 14526 h 421330"/>
                <a:gd name="csX10" fmla="*/ 220034 w 403731"/>
                <a:gd name="csY10" fmla="*/ 14526 h 421330"/>
                <a:gd name="csX11" fmla="*/ 291013 w 403731"/>
                <a:gd name="csY11" fmla="*/ 19342 h 421330"/>
                <a:gd name="csX12" fmla="*/ 357745 w 403731"/>
                <a:gd name="csY12" fmla="*/ 41913 h 421330"/>
                <a:gd name="csX13" fmla="*/ 396268 w 403731"/>
                <a:gd name="csY13" fmla="*/ 84648 h 421330"/>
                <a:gd name="csX14" fmla="*/ 403851 w 403731"/>
                <a:gd name="csY14" fmla="*/ 84648 h 421330"/>
                <a:gd name="csX15" fmla="*/ 367149 w 403731"/>
                <a:gd name="csY15" fmla="*/ 81 h 421330"/>
                <a:gd name="csX16" fmla="*/ 8613 w 403731"/>
                <a:gd name="csY16" fmla="*/ 81 h 421330"/>
                <a:gd name="csX17" fmla="*/ 423 w 403731"/>
                <a:gd name="csY17" fmla="*/ 2187 h 421330"/>
                <a:gd name="csX18" fmla="*/ 120 w 403731"/>
                <a:gd name="csY18" fmla="*/ 12119 h 421330"/>
                <a:gd name="csX19" fmla="*/ 160581 w 403731"/>
                <a:gd name="csY19" fmla="*/ 230007 h 421330"/>
                <a:gd name="csX20" fmla="*/ 3456 w 403731"/>
                <a:gd name="csY20" fmla="*/ 412683 h 421330"/>
                <a:gd name="csX21" fmla="*/ 423 w 403731"/>
                <a:gd name="csY21" fmla="*/ 418100 h 421330"/>
                <a:gd name="csX22" fmla="*/ 8613 w 403731"/>
                <a:gd name="csY22" fmla="*/ 421411 h 421330"/>
                <a:gd name="csX23" fmla="*/ 367149 w 403731"/>
                <a:gd name="csY23" fmla="*/ 421411 h 42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3731" h="421330">
                  <a:moveTo>
                    <a:pt x="367149" y="421411"/>
                  </a:moveTo>
                  <a:lnTo>
                    <a:pt x="403851" y="325107"/>
                  </a:lnTo>
                  <a:lnTo>
                    <a:pt x="396268" y="325107"/>
                  </a:lnTo>
                  <a:cubicBezTo>
                    <a:pt x="384438" y="356406"/>
                    <a:pt x="352285" y="376870"/>
                    <a:pt x="317402" y="385899"/>
                  </a:cubicBezTo>
                  <a:cubicBezTo>
                    <a:pt x="311033" y="387403"/>
                    <a:pt x="281306" y="395228"/>
                    <a:pt x="223067" y="395228"/>
                  </a:cubicBezTo>
                  <a:lnTo>
                    <a:pt x="40159" y="395228"/>
                  </a:lnTo>
                  <a:lnTo>
                    <a:pt x="194554" y="215561"/>
                  </a:lnTo>
                  <a:cubicBezTo>
                    <a:pt x="196677" y="213153"/>
                    <a:pt x="197284" y="212250"/>
                    <a:pt x="197284" y="210746"/>
                  </a:cubicBezTo>
                  <a:cubicBezTo>
                    <a:pt x="197284" y="210144"/>
                    <a:pt x="197284" y="209241"/>
                    <a:pt x="195161" y="206231"/>
                  </a:cubicBezTo>
                  <a:lnTo>
                    <a:pt x="53809" y="14526"/>
                  </a:lnTo>
                  <a:lnTo>
                    <a:pt x="220034" y="14526"/>
                  </a:lnTo>
                  <a:cubicBezTo>
                    <a:pt x="260680" y="14526"/>
                    <a:pt x="288283" y="18740"/>
                    <a:pt x="291013" y="19342"/>
                  </a:cubicBezTo>
                  <a:cubicBezTo>
                    <a:pt x="307393" y="21749"/>
                    <a:pt x="333782" y="26865"/>
                    <a:pt x="357745" y="41913"/>
                  </a:cubicBezTo>
                  <a:cubicBezTo>
                    <a:pt x="365329" y="46728"/>
                    <a:pt x="385955" y="60271"/>
                    <a:pt x="396268" y="84648"/>
                  </a:cubicBezTo>
                  <a:lnTo>
                    <a:pt x="403851" y="84648"/>
                  </a:lnTo>
                  <a:lnTo>
                    <a:pt x="367149" y="81"/>
                  </a:lnTo>
                  <a:lnTo>
                    <a:pt x="8613" y="81"/>
                  </a:lnTo>
                  <a:cubicBezTo>
                    <a:pt x="1636" y="81"/>
                    <a:pt x="1333" y="382"/>
                    <a:pt x="423" y="2187"/>
                  </a:cubicBezTo>
                  <a:cubicBezTo>
                    <a:pt x="120" y="3090"/>
                    <a:pt x="120" y="8808"/>
                    <a:pt x="120" y="12119"/>
                  </a:cubicBezTo>
                  <a:lnTo>
                    <a:pt x="160581" y="230007"/>
                  </a:lnTo>
                  <a:lnTo>
                    <a:pt x="3456" y="412683"/>
                  </a:lnTo>
                  <a:cubicBezTo>
                    <a:pt x="423" y="416295"/>
                    <a:pt x="423" y="417799"/>
                    <a:pt x="423" y="418100"/>
                  </a:cubicBezTo>
                  <a:cubicBezTo>
                    <a:pt x="423" y="421411"/>
                    <a:pt x="3153" y="421411"/>
                    <a:pt x="8613" y="421411"/>
                  </a:cubicBezTo>
                  <a:lnTo>
                    <a:pt x="367149" y="42141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64F09854-E178-814B-831C-C50AD7AD8DA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210865" y="4104184"/>
              <a:ext cx="129734" cy="95009"/>
            </a:xfrm>
            <a:custGeom>
              <a:avLst/>
              <a:gdLst>
                <a:gd name="csX0" fmla="*/ 16044 w 129734"/>
                <a:gd name="csY0" fmla="*/ 79733 h 95009"/>
                <a:gd name="csX1" fmla="*/ 13921 w 129734"/>
                <a:gd name="csY1" fmla="*/ 88370 h 95009"/>
                <a:gd name="csX2" fmla="*/ 21140 w 129734"/>
                <a:gd name="csY2" fmla="*/ 95112 h 95009"/>
                <a:gd name="csX3" fmla="*/ 29421 w 129734"/>
                <a:gd name="csY3" fmla="*/ 90477 h 95009"/>
                <a:gd name="csX4" fmla="*/ 33243 w 129734"/>
                <a:gd name="csY4" fmla="*/ 77416 h 95009"/>
                <a:gd name="csX5" fmla="*/ 37914 w 129734"/>
                <a:gd name="csY5" fmla="*/ 58456 h 95009"/>
                <a:gd name="csX6" fmla="*/ 41524 w 129734"/>
                <a:gd name="csY6" fmla="*/ 44341 h 95009"/>
                <a:gd name="csX7" fmla="*/ 50442 w 129734"/>
                <a:gd name="csY7" fmla="*/ 25382 h 95009"/>
                <a:gd name="csX8" fmla="*/ 82291 w 129734"/>
                <a:gd name="csY8" fmla="*/ 6000 h 95009"/>
                <a:gd name="csX9" fmla="*/ 94819 w 129734"/>
                <a:gd name="csY9" fmla="*/ 20747 h 95009"/>
                <a:gd name="csX10" fmla="*/ 82291 w 129734"/>
                <a:gd name="csY10" fmla="*/ 65619 h 95009"/>
                <a:gd name="csX11" fmla="*/ 79106 w 129734"/>
                <a:gd name="csY11" fmla="*/ 76995 h 95009"/>
                <a:gd name="csX12" fmla="*/ 99278 w 129734"/>
                <a:gd name="csY12" fmla="*/ 95112 h 95009"/>
                <a:gd name="csX13" fmla="*/ 129853 w 129734"/>
                <a:gd name="csY13" fmla="*/ 62880 h 95009"/>
                <a:gd name="csX14" fmla="*/ 126456 w 129734"/>
                <a:gd name="csY14" fmla="*/ 60141 h 95009"/>
                <a:gd name="csX15" fmla="*/ 122422 w 129734"/>
                <a:gd name="csY15" fmla="*/ 63723 h 95009"/>
                <a:gd name="csX16" fmla="*/ 99915 w 129734"/>
                <a:gd name="csY16" fmla="*/ 89213 h 95009"/>
                <a:gd name="csX17" fmla="*/ 94606 w 129734"/>
                <a:gd name="csY17" fmla="*/ 81840 h 95009"/>
                <a:gd name="csX18" fmla="*/ 99490 w 129734"/>
                <a:gd name="csY18" fmla="*/ 64776 h 95009"/>
                <a:gd name="csX19" fmla="*/ 110744 w 129734"/>
                <a:gd name="csY19" fmla="*/ 24118 h 95009"/>
                <a:gd name="csX20" fmla="*/ 83141 w 129734"/>
                <a:gd name="csY20" fmla="*/ 102 h 95009"/>
                <a:gd name="csX21" fmla="*/ 47257 w 129734"/>
                <a:gd name="csY21" fmla="*/ 19272 h 95009"/>
                <a:gd name="csX22" fmla="*/ 24537 w 129734"/>
                <a:gd name="csY22" fmla="*/ 102 h 95009"/>
                <a:gd name="csX23" fmla="*/ 7763 w 129734"/>
                <a:gd name="csY23" fmla="*/ 11478 h 95009"/>
                <a:gd name="csX24" fmla="*/ 119 w 129734"/>
                <a:gd name="csY24" fmla="*/ 32334 h 95009"/>
                <a:gd name="csX25" fmla="*/ 3729 w 129734"/>
                <a:gd name="csY25" fmla="*/ 35072 h 95009"/>
                <a:gd name="csX26" fmla="*/ 8400 w 129734"/>
                <a:gd name="csY26" fmla="*/ 28752 h 95009"/>
                <a:gd name="csX27" fmla="*/ 23900 w 129734"/>
                <a:gd name="csY27" fmla="*/ 6000 h 95009"/>
                <a:gd name="csX28" fmla="*/ 30907 w 129734"/>
                <a:gd name="csY28" fmla="*/ 16323 h 95009"/>
                <a:gd name="csX29" fmla="*/ 27510 w 129734"/>
                <a:gd name="csY29" fmla="*/ 33808 h 95009"/>
                <a:gd name="csX30" fmla="*/ 22839 w 129734"/>
                <a:gd name="csY30" fmla="*/ 52768 h 95009"/>
                <a:gd name="csX31" fmla="*/ 16044 w 129734"/>
                <a:gd name="csY31" fmla="*/ 79733 h 950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34" h="95009">
                  <a:moveTo>
                    <a:pt x="16044" y="79733"/>
                  </a:moveTo>
                  <a:cubicBezTo>
                    <a:pt x="15195" y="82472"/>
                    <a:pt x="13921" y="87738"/>
                    <a:pt x="13921" y="88370"/>
                  </a:cubicBezTo>
                  <a:cubicBezTo>
                    <a:pt x="13921" y="93005"/>
                    <a:pt x="17743" y="95112"/>
                    <a:pt x="21140" y="95112"/>
                  </a:cubicBezTo>
                  <a:cubicBezTo>
                    <a:pt x="24962" y="95112"/>
                    <a:pt x="28359" y="92373"/>
                    <a:pt x="29421" y="90477"/>
                  </a:cubicBezTo>
                  <a:cubicBezTo>
                    <a:pt x="30482" y="88581"/>
                    <a:pt x="32181" y="81840"/>
                    <a:pt x="33243" y="77416"/>
                  </a:cubicBezTo>
                  <a:cubicBezTo>
                    <a:pt x="34304" y="73413"/>
                    <a:pt x="36640" y="63723"/>
                    <a:pt x="37914" y="58456"/>
                  </a:cubicBezTo>
                  <a:cubicBezTo>
                    <a:pt x="39188" y="53821"/>
                    <a:pt x="40462" y="49187"/>
                    <a:pt x="41524" y="44341"/>
                  </a:cubicBezTo>
                  <a:cubicBezTo>
                    <a:pt x="43859" y="35704"/>
                    <a:pt x="44284" y="34019"/>
                    <a:pt x="50442" y="25382"/>
                  </a:cubicBezTo>
                  <a:cubicBezTo>
                    <a:pt x="56387" y="16955"/>
                    <a:pt x="66366" y="6000"/>
                    <a:pt x="82291" y="6000"/>
                  </a:cubicBezTo>
                  <a:cubicBezTo>
                    <a:pt x="94606" y="6000"/>
                    <a:pt x="94819" y="16744"/>
                    <a:pt x="94819" y="20747"/>
                  </a:cubicBezTo>
                  <a:cubicBezTo>
                    <a:pt x="94819" y="33387"/>
                    <a:pt x="85689" y="56771"/>
                    <a:pt x="82291" y="65619"/>
                  </a:cubicBezTo>
                  <a:cubicBezTo>
                    <a:pt x="79956" y="71517"/>
                    <a:pt x="79106" y="73413"/>
                    <a:pt x="79106" y="76995"/>
                  </a:cubicBezTo>
                  <a:cubicBezTo>
                    <a:pt x="79106" y="88160"/>
                    <a:pt x="88449" y="95112"/>
                    <a:pt x="99278" y="95112"/>
                  </a:cubicBezTo>
                  <a:cubicBezTo>
                    <a:pt x="120511" y="95112"/>
                    <a:pt x="129853" y="66040"/>
                    <a:pt x="129853" y="62880"/>
                  </a:cubicBezTo>
                  <a:cubicBezTo>
                    <a:pt x="129853" y="60141"/>
                    <a:pt x="127093" y="60141"/>
                    <a:pt x="126456" y="60141"/>
                  </a:cubicBezTo>
                  <a:cubicBezTo>
                    <a:pt x="123483" y="60141"/>
                    <a:pt x="123271" y="61405"/>
                    <a:pt x="122422" y="63723"/>
                  </a:cubicBezTo>
                  <a:cubicBezTo>
                    <a:pt x="117538" y="80576"/>
                    <a:pt x="108408" y="89213"/>
                    <a:pt x="99915" y="89213"/>
                  </a:cubicBezTo>
                  <a:cubicBezTo>
                    <a:pt x="95456" y="89213"/>
                    <a:pt x="94606" y="86264"/>
                    <a:pt x="94606" y="81840"/>
                  </a:cubicBezTo>
                  <a:cubicBezTo>
                    <a:pt x="94606" y="76995"/>
                    <a:pt x="95668" y="74256"/>
                    <a:pt x="99490" y="64776"/>
                  </a:cubicBezTo>
                  <a:cubicBezTo>
                    <a:pt x="102038" y="58245"/>
                    <a:pt x="110744" y="35915"/>
                    <a:pt x="110744" y="24118"/>
                  </a:cubicBezTo>
                  <a:cubicBezTo>
                    <a:pt x="110744" y="3683"/>
                    <a:pt x="94394" y="102"/>
                    <a:pt x="83141" y="102"/>
                  </a:cubicBezTo>
                  <a:cubicBezTo>
                    <a:pt x="65517" y="102"/>
                    <a:pt x="53627" y="10846"/>
                    <a:pt x="47257" y="19272"/>
                  </a:cubicBezTo>
                  <a:cubicBezTo>
                    <a:pt x="45770" y="4736"/>
                    <a:pt x="33243" y="102"/>
                    <a:pt x="24537" y="102"/>
                  </a:cubicBezTo>
                  <a:cubicBezTo>
                    <a:pt x="15407" y="102"/>
                    <a:pt x="10523" y="6632"/>
                    <a:pt x="7763" y="11478"/>
                  </a:cubicBezTo>
                  <a:cubicBezTo>
                    <a:pt x="3092" y="19272"/>
                    <a:pt x="119" y="31280"/>
                    <a:pt x="119" y="32334"/>
                  </a:cubicBezTo>
                  <a:cubicBezTo>
                    <a:pt x="119" y="35072"/>
                    <a:pt x="3092" y="35072"/>
                    <a:pt x="3729" y="35072"/>
                  </a:cubicBezTo>
                  <a:cubicBezTo>
                    <a:pt x="6701" y="35072"/>
                    <a:pt x="6914" y="34440"/>
                    <a:pt x="8400" y="28752"/>
                  </a:cubicBezTo>
                  <a:cubicBezTo>
                    <a:pt x="11585" y="16323"/>
                    <a:pt x="15619" y="6000"/>
                    <a:pt x="23900" y="6000"/>
                  </a:cubicBezTo>
                  <a:cubicBezTo>
                    <a:pt x="29421" y="6000"/>
                    <a:pt x="30907" y="10635"/>
                    <a:pt x="30907" y="16323"/>
                  </a:cubicBezTo>
                  <a:cubicBezTo>
                    <a:pt x="30907" y="20326"/>
                    <a:pt x="28996" y="28120"/>
                    <a:pt x="27510" y="33808"/>
                  </a:cubicBezTo>
                  <a:cubicBezTo>
                    <a:pt x="26024" y="39496"/>
                    <a:pt x="23900" y="48133"/>
                    <a:pt x="22839" y="52768"/>
                  </a:cubicBezTo>
                  <a:lnTo>
                    <a:pt x="16044" y="7973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7315F17E-7EE6-0E85-9D79-D084F1094A3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365694" y="4115981"/>
              <a:ext cx="156275" cy="56668"/>
            </a:xfrm>
            <a:custGeom>
              <a:avLst/>
              <a:gdLst>
                <a:gd name="csX0" fmla="*/ 148331 w 156275"/>
                <a:gd name="csY0" fmla="*/ 10424 h 56668"/>
                <a:gd name="csX1" fmla="*/ 156400 w 156275"/>
                <a:gd name="csY1" fmla="*/ 5158 h 56668"/>
                <a:gd name="csX2" fmla="*/ 148543 w 156275"/>
                <a:gd name="csY2" fmla="*/ 102 h 56668"/>
                <a:gd name="csX3" fmla="*/ 7980 w 156275"/>
                <a:gd name="csY3" fmla="*/ 102 h 56668"/>
                <a:gd name="csX4" fmla="*/ 124 w 156275"/>
                <a:gd name="csY4" fmla="*/ 5158 h 56668"/>
                <a:gd name="csX5" fmla="*/ 8193 w 156275"/>
                <a:gd name="csY5" fmla="*/ 10424 h 56668"/>
                <a:gd name="csX6" fmla="*/ 148331 w 156275"/>
                <a:gd name="csY6" fmla="*/ 10424 h 56668"/>
                <a:gd name="csX7" fmla="*/ 148543 w 156275"/>
                <a:gd name="csY7" fmla="*/ 56771 h 56668"/>
                <a:gd name="csX8" fmla="*/ 156400 w 156275"/>
                <a:gd name="csY8" fmla="*/ 51715 h 56668"/>
                <a:gd name="csX9" fmla="*/ 148331 w 156275"/>
                <a:gd name="csY9" fmla="*/ 46448 h 56668"/>
                <a:gd name="csX10" fmla="*/ 8193 w 156275"/>
                <a:gd name="csY10" fmla="*/ 46448 h 56668"/>
                <a:gd name="csX11" fmla="*/ 124 w 156275"/>
                <a:gd name="csY11" fmla="*/ 51715 h 56668"/>
                <a:gd name="csX12" fmla="*/ 7980 w 156275"/>
                <a:gd name="csY12" fmla="*/ 56771 h 56668"/>
                <a:gd name="csX13" fmla="*/ 148543 w 156275"/>
                <a:gd name="csY13" fmla="*/ 56771 h 56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275" h="56668">
                  <a:moveTo>
                    <a:pt x="148331" y="10424"/>
                  </a:moveTo>
                  <a:cubicBezTo>
                    <a:pt x="151516" y="10424"/>
                    <a:pt x="156400" y="10424"/>
                    <a:pt x="156400" y="5158"/>
                  </a:cubicBezTo>
                  <a:cubicBezTo>
                    <a:pt x="156400" y="102"/>
                    <a:pt x="151304" y="102"/>
                    <a:pt x="148543" y="102"/>
                  </a:cubicBezTo>
                  <a:lnTo>
                    <a:pt x="7980" y="102"/>
                  </a:lnTo>
                  <a:cubicBezTo>
                    <a:pt x="5220" y="102"/>
                    <a:pt x="124" y="102"/>
                    <a:pt x="124" y="5158"/>
                  </a:cubicBezTo>
                  <a:cubicBezTo>
                    <a:pt x="124" y="10424"/>
                    <a:pt x="5008" y="10424"/>
                    <a:pt x="8193" y="10424"/>
                  </a:cubicBezTo>
                  <a:lnTo>
                    <a:pt x="148331" y="10424"/>
                  </a:lnTo>
                  <a:close/>
                  <a:moveTo>
                    <a:pt x="148543" y="56771"/>
                  </a:moveTo>
                  <a:cubicBezTo>
                    <a:pt x="151304" y="56771"/>
                    <a:pt x="156400" y="56771"/>
                    <a:pt x="156400" y="51715"/>
                  </a:cubicBezTo>
                  <a:cubicBezTo>
                    <a:pt x="156400" y="46448"/>
                    <a:pt x="151516" y="46448"/>
                    <a:pt x="148331" y="46448"/>
                  </a:cubicBezTo>
                  <a:lnTo>
                    <a:pt x="8193" y="46448"/>
                  </a:lnTo>
                  <a:cubicBezTo>
                    <a:pt x="5008" y="46448"/>
                    <a:pt x="124" y="46448"/>
                    <a:pt x="124" y="51715"/>
                  </a:cubicBezTo>
                  <a:cubicBezTo>
                    <a:pt x="124" y="56771"/>
                    <a:pt x="5220" y="56771"/>
                    <a:pt x="7980" y="56771"/>
                  </a:cubicBezTo>
                  <a:lnTo>
                    <a:pt x="148543" y="5677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01A3173C-4A23-DDCB-0B73-6EB47045F72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560187" y="4057206"/>
              <a:ext cx="77288" cy="139881"/>
            </a:xfrm>
            <a:custGeom>
              <a:avLst/>
              <a:gdLst>
                <a:gd name="csX0" fmla="*/ 48117 w 77288"/>
                <a:gd name="csY0" fmla="*/ 6000 h 139881"/>
                <a:gd name="csX1" fmla="*/ 41747 w 77288"/>
                <a:gd name="csY1" fmla="*/ 102 h 139881"/>
                <a:gd name="csX2" fmla="*/ 130 w 77288"/>
                <a:gd name="csY2" fmla="*/ 13584 h 139881"/>
                <a:gd name="csX3" fmla="*/ 130 w 77288"/>
                <a:gd name="csY3" fmla="*/ 21168 h 139881"/>
                <a:gd name="csX4" fmla="*/ 30918 w 77288"/>
                <a:gd name="csY4" fmla="*/ 15270 h 139881"/>
                <a:gd name="csX5" fmla="*/ 30918 w 77288"/>
                <a:gd name="csY5" fmla="*/ 122709 h 139881"/>
                <a:gd name="csX6" fmla="*/ 9685 w 77288"/>
                <a:gd name="csY6" fmla="*/ 132399 h 139881"/>
                <a:gd name="csX7" fmla="*/ 1617 w 77288"/>
                <a:gd name="csY7" fmla="*/ 132399 h 139881"/>
                <a:gd name="csX8" fmla="*/ 1617 w 77288"/>
                <a:gd name="csY8" fmla="*/ 139983 h 139881"/>
                <a:gd name="csX9" fmla="*/ 39411 w 77288"/>
                <a:gd name="csY9" fmla="*/ 139141 h 139881"/>
                <a:gd name="csX10" fmla="*/ 77419 w 77288"/>
                <a:gd name="csY10" fmla="*/ 139983 h 139881"/>
                <a:gd name="csX11" fmla="*/ 77419 w 77288"/>
                <a:gd name="csY11" fmla="*/ 132399 h 139881"/>
                <a:gd name="csX12" fmla="*/ 69350 w 77288"/>
                <a:gd name="csY12" fmla="*/ 132399 h 139881"/>
                <a:gd name="csX13" fmla="*/ 48117 w 77288"/>
                <a:gd name="csY13" fmla="*/ 122709 h 139881"/>
                <a:gd name="csX14" fmla="*/ 48117 w 77288"/>
                <a:gd name="csY14" fmla="*/ 6000 h 139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288" h="139881">
                  <a:moveTo>
                    <a:pt x="48117" y="6000"/>
                  </a:moveTo>
                  <a:cubicBezTo>
                    <a:pt x="48117" y="312"/>
                    <a:pt x="47692" y="102"/>
                    <a:pt x="41747" y="102"/>
                  </a:cubicBezTo>
                  <a:cubicBezTo>
                    <a:pt x="28158" y="13374"/>
                    <a:pt x="8836" y="13584"/>
                    <a:pt x="130" y="13584"/>
                  </a:cubicBezTo>
                  <a:lnTo>
                    <a:pt x="130" y="21168"/>
                  </a:lnTo>
                  <a:cubicBezTo>
                    <a:pt x="5226" y="21168"/>
                    <a:pt x="19240" y="21168"/>
                    <a:pt x="30918" y="15270"/>
                  </a:cubicBezTo>
                  <a:lnTo>
                    <a:pt x="30918" y="122709"/>
                  </a:lnTo>
                  <a:cubicBezTo>
                    <a:pt x="30918" y="129661"/>
                    <a:pt x="30918" y="132399"/>
                    <a:pt x="9685" y="132399"/>
                  </a:cubicBezTo>
                  <a:lnTo>
                    <a:pt x="1617" y="132399"/>
                  </a:lnTo>
                  <a:lnTo>
                    <a:pt x="1617" y="139983"/>
                  </a:lnTo>
                  <a:cubicBezTo>
                    <a:pt x="5439" y="139773"/>
                    <a:pt x="31555" y="139141"/>
                    <a:pt x="39411" y="139141"/>
                  </a:cubicBezTo>
                  <a:cubicBezTo>
                    <a:pt x="45994" y="139141"/>
                    <a:pt x="72747" y="139773"/>
                    <a:pt x="77419" y="139983"/>
                  </a:cubicBezTo>
                  <a:lnTo>
                    <a:pt x="77419" y="132399"/>
                  </a:lnTo>
                  <a:lnTo>
                    <a:pt x="69350" y="132399"/>
                  </a:lnTo>
                  <a:cubicBezTo>
                    <a:pt x="48117" y="132399"/>
                    <a:pt x="48117" y="129661"/>
                    <a:pt x="48117" y="122709"/>
                  </a:cubicBezTo>
                  <a:lnTo>
                    <a:pt x="48117" y="6000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7D5F8671-38F2-283C-0540-7351B6AD515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735434" y="3559739"/>
              <a:ext cx="403731" cy="421330"/>
            </a:xfrm>
            <a:custGeom>
              <a:avLst/>
              <a:gdLst>
                <a:gd name="csX0" fmla="*/ 367165 w 403731"/>
                <a:gd name="csY0" fmla="*/ 421411 h 421330"/>
                <a:gd name="csX1" fmla="*/ 403868 w 403731"/>
                <a:gd name="csY1" fmla="*/ 325107 h 421330"/>
                <a:gd name="csX2" fmla="*/ 396285 w 403731"/>
                <a:gd name="csY2" fmla="*/ 325107 h 421330"/>
                <a:gd name="csX3" fmla="*/ 317419 w 403731"/>
                <a:gd name="csY3" fmla="*/ 385899 h 421330"/>
                <a:gd name="csX4" fmla="*/ 223084 w 403731"/>
                <a:gd name="csY4" fmla="*/ 395228 h 421330"/>
                <a:gd name="csX5" fmla="*/ 40176 w 403731"/>
                <a:gd name="csY5" fmla="*/ 395228 h 421330"/>
                <a:gd name="csX6" fmla="*/ 194571 w 403731"/>
                <a:gd name="csY6" fmla="*/ 215561 h 421330"/>
                <a:gd name="csX7" fmla="*/ 197301 w 403731"/>
                <a:gd name="csY7" fmla="*/ 210746 h 421330"/>
                <a:gd name="csX8" fmla="*/ 195177 w 403731"/>
                <a:gd name="csY8" fmla="*/ 206231 h 421330"/>
                <a:gd name="csX9" fmla="*/ 53826 w 403731"/>
                <a:gd name="csY9" fmla="*/ 14526 h 421330"/>
                <a:gd name="csX10" fmla="*/ 220050 w 403731"/>
                <a:gd name="csY10" fmla="*/ 14526 h 421330"/>
                <a:gd name="csX11" fmla="*/ 291029 w 403731"/>
                <a:gd name="csY11" fmla="*/ 19342 h 421330"/>
                <a:gd name="csX12" fmla="*/ 357762 w 403731"/>
                <a:gd name="csY12" fmla="*/ 41913 h 421330"/>
                <a:gd name="csX13" fmla="*/ 396285 w 403731"/>
                <a:gd name="csY13" fmla="*/ 84648 h 421330"/>
                <a:gd name="csX14" fmla="*/ 403868 w 403731"/>
                <a:gd name="csY14" fmla="*/ 84648 h 421330"/>
                <a:gd name="csX15" fmla="*/ 367165 w 403731"/>
                <a:gd name="csY15" fmla="*/ 81 h 421330"/>
                <a:gd name="csX16" fmla="*/ 8629 w 403731"/>
                <a:gd name="csY16" fmla="*/ 81 h 421330"/>
                <a:gd name="csX17" fmla="*/ 440 w 403731"/>
                <a:gd name="csY17" fmla="*/ 2187 h 421330"/>
                <a:gd name="csX18" fmla="*/ 136 w 403731"/>
                <a:gd name="csY18" fmla="*/ 12119 h 421330"/>
                <a:gd name="csX19" fmla="*/ 160598 w 403731"/>
                <a:gd name="csY19" fmla="*/ 230007 h 421330"/>
                <a:gd name="csX20" fmla="*/ 3473 w 403731"/>
                <a:gd name="csY20" fmla="*/ 412683 h 421330"/>
                <a:gd name="csX21" fmla="*/ 440 w 403731"/>
                <a:gd name="csY21" fmla="*/ 418100 h 421330"/>
                <a:gd name="csX22" fmla="*/ 8629 w 403731"/>
                <a:gd name="csY22" fmla="*/ 421411 h 421330"/>
                <a:gd name="csX23" fmla="*/ 367165 w 403731"/>
                <a:gd name="csY23" fmla="*/ 421411 h 42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3731" h="421330">
                  <a:moveTo>
                    <a:pt x="367165" y="421411"/>
                  </a:moveTo>
                  <a:lnTo>
                    <a:pt x="403868" y="325107"/>
                  </a:lnTo>
                  <a:lnTo>
                    <a:pt x="396285" y="325107"/>
                  </a:lnTo>
                  <a:cubicBezTo>
                    <a:pt x="384455" y="356406"/>
                    <a:pt x="352302" y="376870"/>
                    <a:pt x="317419" y="385899"/>
                  </a:cubicBezTo>
                  <a:cubicBezTo>
                    <a:pt x="311049" y="387403"/>
                    <a:pt x="281323" y="395228"/>
                    <a:pt x="223084" y="395228"/>
                  </a:cubicBezTo>
                  <a:lnTo>
                    <a:pt x="40176" y="395228"/>
                  </a:lnTo>
                  <a:lnTo>
                    <a:pt x="194571" y="215561"/>
                  </a:lnTo>
                  <a:cubicBezTo>
                    <a:pt x="196694" y="213153"/>
                    <a:pt x="197301" y="212250"/>
                    <a:pt x="197301" y="210746"/>
                  </a:cubicBezTo>
                  <a:cubicBezTo>
                    <a:pt x="197301" y="210144"/>
                    <a:pt x="197301" y="209241"/>
                    <a:pt x="195177" y="206231"/>
                  </a:cubicBezTo>
                  <a:lnTo>
                    <a:pt x="53826" y="14526"/>
                  </a:lnTo>
                  <a:lnTo>
                    <a:pt x="220050" y="14526"/>
                  </a:lnTo>
                  <a:cubicBezTo>
                    <a:pt x="260696" y="14526"/>
                    <a:pt x="288299" y="18740"/>
                    <a:pt x="291029" y="19342"/>
                  </a:cubicBezTo>
                  <a:cubicBezTo>
                    <a:pt x="307409" y="21749"/>
                    <a:pt x="333799" y="26865"/>
                    <a:pt x="357762" y="41913"/>
                  </a:cubicBezTo>
                  <a:cubicBezTo>
                    <a:pt x="365345" y="46728"/>
                    <a:pt x="385972" y="60271"/>
                    <a:pt x="396285" y="84648"/>
                  </a:cubicBezTo>
                  <a:lnTo>
                    <a:pt x="403868" y="84648"/>
                  </a:lnTo>
                  <a:lnTo>
                    <a:pt x="367165" y="81"/>
                  </a:lnTo>
                  <a:lnTo>
                    <a:pt x="8629" y="81"/>
                  </a:lnTo>
                  <a:cubicBezTo>
                    <a:pt x="1653" y="81"/>
                    <a:pt x="1349" y="382"/>
                    <a:pt x="440" y="2187"/>
                  </a:cubicBezTo>
                  <a:cubicBezTo>
                    <a:pt x="136" y="3090"/>
                    <a:pt x="136" y="8808"/>
                    <a:pt x="136" y="12119"/>
                  </a:cubicBezTo>
                  <a:lnTo>
                    <a:pt x="160598" y="230007"/>
                  </a:lnTo>
                  <a:lnTo>
                    <a:pt x="3473" y="412683"/>
                  </a:lnTo>
                  <a:cubicBezTo>
                    <a:pt x="440" y="416295"/>
                    <a:pt x="440" y="417799"/>
                    <a:pt x="440" y="418100"/>
                  </a:cubicBezTo>
                  <a:cubicBezTo>
                    <a:pt x="440" y="421411"/>
                    <a:pt x="3169" y="421411"/>
                    <a:pt x="8629" y="421411"/>
                  </a:cubicBezTo>
                  <a:lnTo>
                    <a:pt x="367165" y="42141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9698D37-FC8B-04AB-FE97-B5F96C08C73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715939" y="4098202"/>
              <a:ext cx="130158" cy="93535"/>
            </a:xfrm>
            <a:custGeom>
              <a:avLst/>
              <a:gdLst>
                <a:gd name="csX0" fmla="*/ 76575 w 130158"/>
                <a:gd name="csY0" fmla="*/ 42656 h 93535"/>
                <a:gd name="csX1" fmla="*/ 105877 w 130158"/>
                <a:gd name="csY1" fmla="*/ 13374 h 93535"/>
                <a:gd name="csX2" fmla="*/ 125623 w 130158"/>
                <a:gd name="csY2" fmla="*/ 11899 h 93535"/>
                <a:gd name="csX3" fmla="*/ 125623 w 130158"/>
                <a:gd name="csY3" fmla="*/ 102 h 93535"/>
                <a:gd name="csX4" fmla="*/ 105027 w 130158"/>
                <a:gd name="csY4" fmla="*/ 944 h 93535"/>
                <a:gd name="csX5" fmla="*/ 81459 w 130158"/>
                <a:gd name="csY5" fmla="*/ 102 h 93535"/>
                <a:gd name="csX6" fmla="*/ 81459 w 130158"/>
                <a:gd name="csY6" fmla="*/ 11899 h 93535"/>
                <a:gd name="csX7" fmla="*/ 87191 w 130158"/>
                <a:gd name="csY7" fmla="*/ 13163 h 93535"/>
                <a:gd name="csX8" fmla="*/ 67232 w 130158"/>
                <a:gd name="csY8" fmla="*/ 33176 h 93535"/>
                <a:gd name="csX9" fmla="*/ 46636 w 130158"/>
                <a:gd name="csY9" fmla="*/ 11899 h 93535"/>
                <a:gd name="csX10" fmla="*/ 52369 w 130158"/>
                <a:gd name="csY10" fmla="*/ 11899 h 93535"/>
                <a:gd name="csX11" fmla="*/ 52369 w 130158"/>
                <a:gd name="csY11" fmla="*/ 102 h 93535"/>
                <a:gd name="csX12" fmla="*/ 25403 w 130158"/>
                <a:gd name="csY12" fmla="*/ 944 h 93535"/>
                <a:gd name="csX13" fmla="*/ 1410 w 130158"/>
                <a:gd name="csY13" fmla="*/ 102 h 93535"/>
                <a:gd name="csX14" fmla="*/ 1410 w 130158"/>
                <a:gd name="csY14" fmla="*/ 11899 h 93535"/>
                <a:gd name="csX15" fmla="*/ 17335 w 130158"/>
                <a:gd name="csY15" fmla="*/ 11899 h 93535"/>
                <a:gd name="csX16" fmla="*/ 52157 w 130158"/>
                <a:gd name="csY16" fmla="*/ 47923 h 93535"/>
                <a:gd name="csX17" fmla="*/ 21581 w 130158"/>
                <a:gd name="csY17" fmla="*/ 78469 h 93535"/>
                <a:gd name="csX18" fmla="*/ 12026 w 130158"/>
                <a:gd name="csY18" fmla="*/ 81629 h 93535"/>
                <a:gd name="csX19" fmla="*/ 136 w 130158"/>
                <a:gd name="csY19" fmla="*/ 81840 h 93535"/>
                <a:gd name="csX20" fmla="*/ 136 w 130158"/>
                <a:gd name="csY20" fmla="*/ 93637 h 93535"/>
                <a:gd name="csX21" fmla="*/ 20732 w 130158"/>
                <a:gd name="csY21" fmla="*/ 92794 h 93535"/>
                <a:gd name="csX22" fmla="*/ 44301 w 130158"/>
                <a:gd name="csY22" fmla="*/ 93637 h 93535"/>
                <a:gd name="csX23" fmla="*/ 44301 w 130158"/>
                <a:gd name="csY23" fmla="*/ 81840 h 93535"/>
                <a:gd name="csX24" fmla="*/ 38568 w 130158"/>
                <a:gd name="csY24" fmla="*/ 80365 h 93535"/>
                <a:gd name="csX25" fmla="*/ 61499 w 130158"/>
                <a:gd name="csY25" fmla="*/ 57613 h 93535"/>
                <a:gd name="csX26" fmla="*/ 85068 w 130158"/>
                <a:gd name="csY26" fmla="*/ 81840 h 93535"/>
                <a:gd name="csX27" fmla="*/ 79548 w 130158"/>
                <a:gd name="csY27" fmla="*/ 81840 h 93535"/>
                <a:gd name="csX28" fmla="*/ 79548 w 130158"/>
                <a:gd name="csY28" fmla="*/ 93637 h 93535"/>
                <a:gd name="csX29" fmla="*/ 106514 w 130158"/>
                <a:gd name="csY29" fmla="*/ 92794 h 93535"/>
                <a:gd name="csX30" fmla="*/ 130295 w 130158"/>
                <a:gd name="csY30" fmla="*/ 93637 h 93535"/>
                <a:gd name="csX31" fmla="*/ 130295 w 130158"/>
                <a:gd name="csY31" fmla="*/ 81840 h 93535"/>
                <a:gd name="csX32" fmla="*/ 114582 w 130158"/>
                <a:gd name="csY32" fmla="*/ 81840 h 93535"/>
                <a:gd name="csX33" fmla="*/ 76575 w 130158"/>
                <a:gd name="csY33" fmla="*/ 42656 h 93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130158" h="93535">
                  <a:moveTo>
                    <a:pt x="76575" y="42656"/>
                  </a:moveTo>
                  <a:lnTo>
                    <a:pt x="105877" y="13374"/>
                  </a:lnTo>
                  <a:cubicBezTo>
                    <a:pt x="110973" y="11899"/>
                    <a:pt x="116493" y="11899"/>
                    <a:pt x="125623" y="11899"/>
                  </a:cubicBezTo>
                  <a:lnTo>
                    <a:pt x="125623" y="102"/>
                  </a:lnTo>
                  <a:cubicBezTo>
                    <a:pt x="118829" y="734"/>
                    <a:pt x="111822" y="944"/>
                    <a:pt x="105027" y="944"/>
                  </a:cubicBezTo>
                  <a:cubicBezTo>
                    <a:pt x="97808" y="944"/>
                    <a:pt x="83157" y="312"/>
                    <a:pt x="81459" y="102"/>
                  </a:cubicBezTo>
                  <a:lnTo>
                    <a:pt x="81459" y="11899"/>
                  </a:lnTo>
                  <a:cubicBezTo>
                    <a:pt x="84219" y="11899"/>
                    <a:pt x="85705" y="12320"/>
                    <a:pt x="87191" y="13163"/>
                  </a:cubicBezTo>
                  <a:lnTo>
                    <a:pt x="67232" y="33176"/>
                  </a:lnTo>
                  <a:lnTo>
                    <a:pt x="46636" y="11899"/>
                  </a:lnTo>
                  <a:lnTo>
                    <a:pt x="52369" y="11899"/>
                  </a:lnTo>
                  <a:lnTo>
                    <a:pt x="52369" y="102"/>
                  </a:lnTo>
                  <a:cubicBezTo>
                    <a:pt x="51095" y="102"/>
                    <a:pt x="34321" y="944"/>
                    <a:pt x="25403" y="944"/>
                  </a:cubicBezTo>
                  <a:cubicBezTo>
                    <a:pt x="17335" y="944"/>
                    <a:pt x="9478" y="734"/>
                    <a:pt x="1410" y="102"/>
                  </a:cubicBezTo>
                  <a:lnTo>
                    <a:pt x="1410" y="11899"/>
                  </a:lnTo>
                  <a:lnTo>
                    <a:pt x="17335" y="11899"/>
                  </a:lnTo>
                  <a:lnTo>
                    <a:pt x="52157" y="47923"/>
                  </a:lnTo>
                  <a:lnTo>
                    <a:pt x="21581" y="78469"/>
                  </a:lnTo>
                  <a:cubicBezTo>
                    <a:pt x="18821" y="80997"/>
                    <a:pt x="18609" y="81208"/>
                    <a:pt x="12026" y="81629"/>
                  </a:cubicBezTo>
                  <a:cubicBezTo>
                    <a:pt x="8629" y="81840"/>
                    <a:pt x="1198" y="81840"/>
                    <a:pt x="136" y="81840"/>
                  </a:cubicBezTo>
                  <a:lnTo>
                    <a:pt x="136" y="93637"/>
                  </a:lnTo>
                  <a:cubicBezTo>
                    <a:pt x="6930" y="93005"/>
                    <a:pt x="13937" y="92794"/>
                    <a:pt x="20732" y="92794"/>
                  </a:cubicBezTo>
                  <a:cubicBezTo>
                    <a:pt x="26465" y="92794"/>
                    <a:pt x="41540" y="93426"/>
                    <a:pt x="44301" y="93637"/>
                  </a:cubicBezTo>
                  <a:lnTo>
                    <a:pt x="44301" y="81840"/>
                  </a:lnTo>
                  <a:cubicBezTo>
                    <a:pt x="40903" y="81840"/>
                    <a:pt x="40054" y="81418"/>
                    <a:pt x="38568" y="80365"/>
                  </a:cubicBezTo>
                  <a:lnTo>
                    <a:pt x="61499" y="57613"/>
                  </a:lnTo>
                  <a:lnTo>
                    <a:pt x="85068" y="81840"/>
                  </a:lnTo>
                  <a:lnTo>
                    <a:pt x="79548" y="81840"/>
                  </a:lnTo>
                  <a:lnTo>
                    <a:pt x="79548" y="93637"/>
                  </a:lnTo>
                  <a:cubicBezTo>
                    <a:pt x="79760" y="93637"/>
                    <a:pt x="96746" y="92794"/>
                    <a:pt x="106514" y="92794"/>
                  </a:cubicBezTo>
                  <a:cubicBezTo>
                    <a:pt x="114370" y="92794"/>
                    <a:pt x="122438" y="93005"/>
                    <a:pt x="130295" y="93637"/>
                  </a:cubicBezTo>
                  <a:lnTo>
                    <a:pt x="130295" y="81840"/>
                  </a:lnTo>
                  <a:lnTo>
                    <a:pt x="114582" y="81840"/>
                  </a:lnTo>
                  <a:lnTo>
                    <a:pt x="76575" y="4265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3A1FED40-FCE0-37FF-5AC8-31AB438A4F0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875162" y="4121616"/>
              <a:ext cx="62334" cy="100216"/>
            </a:xfrm>
            <a:custGeom>
              <a:avLst/>
              <a:gdLst>
                <a:gd name="csX0" fmla="*/ 38815 w 62334"/>
                <a:gd name="csY0" fmla="*/ 4617 h 100216"/>
                <a:gd name="csX1" fmla="*/ 33355 w 62334"/>
                <a:gd name="csY1" fmla="*/ 103 h 100216"/>
                <a:gd name="csX2" fmla="*/ 2719 w 62334"/>
                <a:gd name="csY2" fmla="*/ 9733 h 100216"/>
                <a:gd name="csX3" fmla="*/ 141 w 62334"/>
                <a:gd name="csY3" fmla="*/ 9733 h 100216"/>
                <a:gd name="csX4" fmla="*/ 141 w 62334"/>
                <a:gd name="csY4" fmla="*/ 16354 h 100216"/>
                <a:gd name="csX5" fmla="*/ 2719 w 62334"/>
                <a:gd name="csY5" fmla="*/ 16354 h 100216"/>
                <a:gd name="csX6" fmla="*/ 24862 w 62334"/>
                <a:gd name="csY6" fmla="*/ 12141 h 100216"/>
                <a:gd name="csX7" fmla="*/ 24862 w 62334"/>
                <a:gd name="csY7" fmla="*/ 87378 h 100216"/>
                <a:gd name="csX8" fmla="*/ 8786 w 62334"/>
                <a:gd name="csY8" fmla="*/ 93698 h 100216"/>
                <a:gd name="csX9" fmla="*/ 1202 w 62334"/>
                <a:gd name="csY9" fmla="*/ 93698 h 100216"/>
                <a:gd name="csX10" fmla="*/ 1202 w 62334"/>
                <a:gd name="csY10" fmla="*/ 100319 h 100216"/>
                <a:gd name="csX11" fmla="*/ 31839 w 62334"/>
                <a:gd name="csY11" fmla="*/ 99717 h 100216"/>
                <a:gd name="csX12" fmla="*/ 62475 w 62334"/>
                <a:gd name="csY12" fmla="*/ 100319 h 100216"/>
                <a:gd name="csX13" fmla="*/ 62475 w 62334"/>
                <a:gd name="csY13" fmla="*/ 93698 h 100216"/>
                <a:gd name="csX14" fmla="*/ 54892 w 62334"/>
                <a:gd name="csY14" fmla="*/ 93698 h 100216"/>
                <a:gd name="csX15" fmla="*/ 38815 w 62334"/>
                <a:gd name="csY15" fmla="*/ 87378 h 100216"/>
                <a:gd name="csX16" fmla="*/ 38815 w 62334"/>
                <a:gd name="csY16" fmla="*/ 4617 h 100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2334" h="100216">
                  <a:moveTo>
                    <a:pt x="38815" y="4617"/>
                  </a:moveTo>
                  <a:cubicBezTo>
                    <a:pt x="38815" y="103"/>
                    <a:pt x="38360" y="103"/>
                    <a:pt x="33355" y="103"/>
                  </a:cubicBezTo>
                  <a:cubicBezTo>
                    <a:pt x="22587" y="9733"/>
                    <a:pt x="5752" y="9733"/>
                    <a:pt x="2719" y="9733"/>
                  </a:cubicBezTo>
                  <a:lnTo>
                    <a:pt x="141" y="9733"/>
                  </a:lnTo>
                  <a:lnTo>
                    <a:pt x="141" y="16354"/>
                  </a:lnTo>
                  <a:lnTo>
                    <a:pt x="2719" y="16354"/>
                  </a:lnTo>
                  <a:cubicBezTo>
                    <a:pt x="6207" y="16354"/>
                    <a:pt x="16065" y="15902"/>
                    <a:pt x="24862" y="12141"/>
                  </a:cubicBezTo>
                  <a:lnTo>
                    <a:pt x="24862" y="87378"/>
                  </a:lnTo>
                  <a:cubicBezTo>
                    <a:pt x="24862" y="92043"/>
                    <a:pt x="24862" y="93698"/>
                    <a:pt x="8786" y="93698"/>
                  </a:cubicBezTo>
                  <a:lnTo>
                    <a:pt x="1202" y="93698"/>
                  </a:lnTo>
                  <a:lnTo>
                    <a:pt x="1202" y="100319"/>
                  </a:lnTo>
                  <a:cubicBezTo>
                    <a:pt x="9544" y="99717"/>
                    <a:pt x="23042" y="99717"/>
                    <a:pt x="31839" y="99717"/>
                  </a:cubicBezTo>
                  <a:cubicBezTo>
                    <a:pt x="40635" y="99717"/>
                    <a:pt x="54133" y="99717"/>
                    <a:pt x="62475" y="100319"/>
                  </a:cubicBezTo>
                  <a:lnTo>
                    <a:pt x="62475" y="93698"/>
                  </a:lnTo>
                  <a:lnTo>
                    <a:pt x="54892" y="93698"/>
                  </a:lnTo>
                  <a:cubicBezTo>
                    <a:pt x="38815" y="93698"/>
                    <a:pt x="38815" y="92043"/>
                    <a:pt x="38815" y="87378"/>
                  </a:cubicBezTo>
                  <a:lnTo>
                    <a:pt x="38815" y="4617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AB349776-89A6-B12A-BE13-D6AA915F42D8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977925" y="4156978"/>
              <a:ext cx="18503" cy="64854"/>
            </a:xfrm>
            <a:custGeom>
              <a:avLst/>
              <a:gdLst>
                <a:gd name="csX0" fmla="*/ 18647 w 18503"/>
                <a:gd name="csY0" fmla="*/ 9282 h 64854"/>
                <a:gd name="csX1" fmla="*/ 9396 w 18503"/>
                <a:gd name="csY1" fmla="*/ 103 h 64854"/>
                <a:gd name="csX2" fmla="*/ 144 w 18503"/>
                <a:gd name="csY2" fmla="*/ 9282 h 64854"/>
                <a:gd name="csX3" fmla="*/ 9396 w 18503"/>
                <a:gd name="csY3" fmla="*/ 18461 h 64854"/>
                <a:gd name="csX4" fmla="*/ 18647 w 18503"/>
                <a:gd name="csY4" fmla="*/ 9282 h 64854"/>
                <a:gd name="csX5" fmla="*/ 18647 w 18503"/>
                <a:gd name="csY5" fmla="*/ 55778 h 64854"/>
                <a:gd name="csX6" fmla="*/ 9396 w 18503"/>
                <a:gd name="csY6" fmla="*/ 46599 h 64854"/>
                <a:gd name="csX7" fmla="*/ 144 w 18503"/>
                <a:gd name="csY7" fmla="*/ 55778 h 64854"/>
                <a:gd name="csX8" fmla="*/ 9396 w 18503"/>
                <a:gd name="csY8" fmla="*/ 64957 h 64854"/>
                <a:gd name="csX9" fmla="*/ 18647 w 18503"/>
                <a:gd name="csY9" fmla="*/ 55778 h 64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8503" h="64854">
                  <a:moveTo>
                    <a:pt x="18647" y="9282"/>
                  </a:moveTo>
                  <a:cubicBezTo>
                    <a:pt x="18647" y="4165"/>
                    <a:pt x="14552" y="103"/>
                    <a:pt x="9396" y="103"/>
                  </a:cubicBezTo>
                  <a:cubicBezTo>
                    <a:pt x="4391" y="103"/>
                    <a:pt x="144" y="4165"/>
                    <a:pt x="144" y="9282"/>
                  </a:cubicBezTo>
                  <a:cubicBezTo>
                    <a:pt x="144" y="14398"/>
                    <a:pt x="4239" y="18461"/>
                    <a:pt x="9396" y="18461"/>
                  </a:cubicBezTo>
                  <a:cubicBezTo>
                    <a:pt x="14401" y="18461"/>
                    <a:pt x="18647" y="14398"/>
                    <a:pt x="18647" y="9282"/>
                  </a:cubicBezTo>
                  <a:close/>
                  <a:moveTo>
                    <a:pt x="18647" y="55778"/>
                  </a:moveTo>
                  <a:cubicBezTo>
                    <a:pt x="18647" y="50662"/>
                    <a:pt x="14552" y="46599"/>
                    <a:pt x="9396" y="46599"/>
                  </a:cubicBezTo>
                  <a:cubicBezTo>
                    <a:pt x="4391" y="46599"/>
                    <a:pt x="144" y="50662"/>
                    <a:pt x="144" y="55778"/>
                  </a:cubicBezTo>
                  <a:cubicBezTo>
                    <a:pt x="144" y="60894"/>
                    <a:pt x="4239" y="64957"/>
                    <a:pt x="9396" y="64957"/>
                  </a:cubicBezTo>
                  <a:cubicBezTo>
                    <a:pt x="14401" y="64957"/>
                    <a:pt x="18647" y="60895"/>
                    <a:pt x="18647" y="55778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A54CEEDC-6E3C-B9CE-AF89-32982D3852B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031581" y="4155323"/>
              <a:ext cx="106165" cy="68165"/>
            </a:xfrm>
            <a:custGeom>
              <a:avLst/>
              <a:gdLst>
                <a:gd name="csX0" fmla="*/ 15919 w 106165"/>
                <a:gd name="csY0" fmla="*/ 51866 h 68165"/>
                <a:gd name="csX1" fmla="*/ 13341 w 106165"/>
                <a:gd name="csY1" fmla="*/ 63001 h 68165"/>
                <a:gd name="csX2" fmla="*/ 18952 w 106165"/>
                <a:gd name="csY2" fmla="*/ 68268 h 68165"/>
                <a:gd name="csX3" fmla="*/ 26232 w 106165"/>
                <a:gd name="csY3" fmla="*/ 63302 h 68165"/>
                <a:gd name="csX4" fmla="*/ 29114 w 106165"/>
                <a:gd name="csY4" fmla="*/ 51565 h 68165"/>
                <a:gd name="csX5" fmla="*/ 34574 w 106165"/>
                <a:gd name="csY5" fmla="*/ 30348 h 68165"/>
                <a:gd name="csX6" fmla="*/ 65969 w 106165"/>
                <a:gd name="csY6" fmla="*/ 5219 h 68165"/>
                <a:gd name="csX7" fmla="*/ 76585 w 106165"/>
                <a:gd name="csY7" fmla="*/ 16053 h 68165"/>
                <a:gd name="csX8" fmla="*/ 66727 w 106165"/>
                <a:gd name="csY8" fmla="*/ 48706 h 68165"/>
                <a:gd name="csX9" fmla="*/ 65210 w 106165"/>
                <a:gd name="csY9" fmla="*/ 55026 h 68165"/>
                <a:gd name="csX10" fmla="*/ 81742 w 106165"/>
                <a:gd name="csY10" fmla="*/ 68268 h 68165"/>
                <a:gd name="csX11" fmla="*/ 106311 w 106165"/>
                <a:gd name="csY11" fmla="*/ 44944 h 68165"/>
                <a:gd name="csX12" fmla="*/ 103126 w 106165"/>
                <a:gd name="csY12" fmla="*/ 42838 h 68165"/>
                <a:gd name="csX13" fmla="*/ 99487 w 106165"/>
                <a:gd name="csY13" fmla="*/ 46298 h 68165"/>
                <a:gd name="csX14" fmla="*/ 82348 w 106165"/>
                <a:gd name="csY14" fmla="*/ 63152 h 68165"/>
                <a:gd name="csX15" fmla="*/ 77798 w 106165"/>
                <a:gd name="csY15" fmla="*/ 57434 h 68165"/>
                <a:gd name="csX16" fmla="*/ 79770 w 106165"/>
                <a:gd name="csY16" fmla="*/ 49458 h 68165"/>
                <a:gd name="csX17" fmla="*/ 89325 w 106165"/>
                <a:gd name="csY17" fmla="*/ 18009 h 68165"/>
                <a:gd name="csX18" fmla="*/ 66879 w 106165"/>
                <a:gd name="csY18" fmla="*/ 103 h 68165"/>
                <a:gd name="csX19" fmla="*/ 38214 w 106165"/>
                <a:gd name="csY19" fmla="*/ 15000 h 68165"/>
                <a:gd name="csX20" fmla="*/ 19711 w 106165"/>
                <a:gd name="csY20" fmla="*/ 103 h 68165"/>
                <a:gd name="csX21" fmla="*/ 146 w 106165"/>
                <a:gd name="csY21" fmla="*/ 23426 h 68165"/>
                <a:gd name="csX22" fmla="*/ 3331 w 106165"/>
                <a:gd name="csY22" fmla="*/ 25533 h 68165"/>
                <a:gd name="csX23" fmla="*/ 6819 w 106165"/>
                <a:gd name="csY23" fmla="*/ 22674 h 68165"/>
                <a:gd name="csX24" fmla="*/ 18952 w 106165"/>
                <a:gd name="csY24" fmla="*/ 5219 h 68165"/>
                <a:gd name="csX25" fmla="*/ 25171 w 106165"/>
                <a:gd name="csY25" fmla="*/ 13194 h 68165"/>
                <a:gd name="csX26" fmla="*/ 22744 w 106165"/>
                <a:gd name="csY26" fmla="*/ 24931 h 68165"/>
                <a:gd name="csX27" fmla="*/ 19407 w 106165"/>
                <a:gd name="csY27" fmla="*/ 38474 h 68165"/>
                <a:gd name="csX28" fmla="*/ 15919 w 106165"/>
                <a:gd name="csY28" fmla="*/ 51866 h 68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06165" h="68165">
                  <a:moveTo>
                    <a:pt x="15919" y="51866"/>
                  </a:moveTo>
                  <a:cubicBezTo>
                    <a:pt x="15009" y="55628"/>
                    <a:pt x="13341" y="62249"/>
                    <a:pt x="13341" y="63001"/>
                  </a:cubicBezTo>
                  <a:cubicBezTo>
                    <a:pt x="13341" y="66312"/>
                    <a:pt x="16071" y="68268"/>
                    <a:pt x="18952" y="68268"/>
                  </a:cubicBezTo>
                  <a:cubicBezTo>
                    <a:pt x="21227" y="68268"/>
                    <a:pt x="24564" y="67064"/>
                    <a:pt x="26232" y="63302"/>
                  </a:cubicBezTo>
                  <a:cubicBezTo>
                    <a:pt x="26384" y="62550"/>
                    <a:pt x="28204" y="55477"/>
                    <a:pt x="29114" y="51565"/>
                  </a:cubicBezTo>
                  <a:cubicBezTo>
                    <a:pt x="34271" y="31251"/>
                    <a:pt x="34271" y="30950"/>
                    <a:pt x="34574" y="30348"/>
                  </a:cubicBezTo>
                  <a:cubicBezTo>
                    <a:pt x="36546" y="26285"/>
                    <a:pt x="47465" y="5219"/>
                    <a:pt x="65969" y="5219"/>
                  </a:cubicBezTo>
                  <a:cubicBezTo>
                    <a:pt x="73400" y="5219"/>
                    <a:pt x="76585" y="9282"/>
                    <a:pt x="76585" y="16053"/>
                  </a:cubicBezTo>
                  <a:cubicBezTo>
                    <a:pt x="76585" y="24630"/>
                    <a:pt x="70215" y="40129"/>
                    <a:pt x="66727" y="48706"/>
                  </a:cubicBezTo>
                  <a:cubicBezTo>
                    <a:pt x="65969" y="50512"/>
                    <a:pt x="65210" y="52468"/>
                    <a:pt x="65210" y="55026"/>
                  </a:cubicBezTo>
                  <a:cubicBezTo>
                    <a:pt x="65210" y="62851"/>
                    <a:pt x="72793" y="68268"/>
                    <a:pt x="81742" y="68268"/>
                  </a:cubicBezTo>
                  <a:cubicBezTo>
                    <a:pt x="97970" y="68268"/>
                    <a:pt x="106311" y="48706"/>
                    <a:pt x="106311" y="44944"/>
                  </a:cubicBezTo>
                  <a:cubicBezTo>
                    <a:pt x="106311" y="42838"/>
                    <a:pt x="103733" y="42838"/>
                    <a:pt x="103126" y="42838"/>
                  </a:cubicBezTo>
                  <a:cubicBezTo>
                    <a:pt x="100548" y="42838"/>
                    <a:pt x="100397" y="43439"/>
                    <a:pt x="99487" y="46298"/>
                  </a:cubicBezTo>
                  <a:cubicBezTo>
                    <a:pt x="96605" y="55327"/>
                    <a:pt x="89628" y="63152"/>
                    <a:pt x="82348" y="63152"/>
                  </a:cubicBezTo>
                  <a:cubicBezTo>
                    <a:pt x="78860" y="63152"/>
                    <a:pt x="77798" y="60744"/>
                    <a:pt x="77798" y="57434"/>
                  </a:cubicBezTo>
                  <a:cubicBezTo>
                    <a:pt x="77798" y="54274"/>
                    <a:pt x="78405" y="52769"/>
                    <a:pt x="79770" y="49458"/>
                  </a:cubicBezTo>
                  <a:cubicBezTo>
                    <a:pt x="82348" y="43439"/>
                    <a:pt x="89325" y="26285"/>
                    <a:pt x="89325" y="18009"/>
                  </a:cubicBezTo>
                  <a:cubicBezTo>
                    <a:pt x="89325" y="6874"/>
                    <a:pt x="81287" y="103"/>
                    <a:pt x="66879" y="103"/>
                  </a:cubicBezTo>
                  <a:cubicBezTo>
                    <a:pt x="53077" y="103"/>
                    <a:pt x="43522" y="8379"/>
                    <a:pt x="38214" y="15000"/>
                  </a:cubicBezTo>
                  <a:cubicBezTo>
                    <a:pt x="37456" y="2661"/>
                    <a:pt x="25322" y="103"/>
                    <a:pt x="19711" y="103"/>
                  </a:cubicBezTo>
                  <a:cubicBezTo>
                    <a:pt x="4544" y="103"/>
                    <a:pt x="146" y="23125"/>
                    <a:pt x="146" y="23426"/>
                  </a:cubicBezTo>
                  <a:cubicBezTo>
                    <a:pt x="146" y="25533"/>
                    <a:pt x="2573" y="25533"/>
                    <a:pt x="3331" y="25533"/>
                  </a:cubicBezTo>
                  <a:cubicBezTo>
                    <a:pt x="5909" y="25533"/>
                    <a:pt x="6213" y="24630"/>
                    <a:pt x="6819" y="22674"/>
                  </a:cubicBezTo>
                  <a:cubicBezTo>
                    <a:pt x="9094" y="13946"/>
                    <a:pt x="12583" y="5219"/>
                    <a:pt x="18952" y="5219"/>
                  </a:cubicBezTo>
                  <a:cubicBezTo>
                    <a:pt x="24109" y="5219"/>
                    <a:pt x="25171" y="10034"/>
                    <a:pt x="25171" y="13194"/>
                  </a:cubicBezTo>
                  <a:cubicBezTo>
                    <a:pt x="25171" y="15301"/>
                    <a:pt x="23654" y="21019"/>
                    <a:pt x="22744" y="24931"/>
                  </a:cubicBezTo>
                  <a:cubicBezTo>
                    <a:pt x="21682" y="28994"/>
                    <a:pt x="20166" y="35163"/>
                    <a:pt x="19407" y="38474"/>
                  </a:cubicBezTo>
                  <a:lnTo>
                    <a:pt x="15919" y="5186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493821A4-DB73-B910-9A1B-DDDCAA10D86D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229219" y="3640094"/>
              <a:ext cx="216577" cy="205548"/>
            </a:xfrm>
            <a:custGeom>
              <a:avLst/>
              <a:gdLst>
                <a:gd name="csX0" fmla="*/ 79928 w 216577"/>
                <a:gd name="csY0" fmla="*/ 110539 h 205548"/>
                <a:gd name="csX1" fmla="*/ 131494 w 216577"/>
                <a:gd name="csY1" fmla="*/ 110539 h 205548"/>
                <a:gd name="csX2" fmla="*/ 216730 w 216577"/>
                <a:gd name="csY2" fmla="*/ 45534 h 205548"/>
                <a:gd name="csX3" fmla="*/ 156974 w 216577"/>
                <a:gd name="csY3" fmla="*/ 90 h 205548"/>
                <a:gd name="csX4" fmla="*/ 58695 w 216577"/>
                <a:gd name="csY4" fmla="*/ 90 h 205548"/>
                <a:gd name="csX5" fmla="*/ 49595 w 216577"/>
                <a:gd name="csY5" fmla="*/ 5808 h 205548"/>
                <a:gd name="csX6" fmla="*/ 58392 w 216577"/>
                <a:gd name="csY6" fmla="*/ 9420 h 205548"/>
                <a:gd name="csX7" fmla="*/ 71435 w 216577"/>
                <a:gd name="csY7" fmla="*/ 10022 h 205548"/>
                <a:gd name="csX8" fmla="*/ 78108 w 216577"/>
                <a:gd name="csY8" fmla="*/ 14837 h 205548"/>
                <a:gd name="csX9" fmla="*/ 76895 w 216577"/>
                <a:gd name="csY9" fmla="*/ 20555 h 205548"/>
                <a:gd name="csX10" fmla="*/ 36249 w 216577"/>
                <a:gd name="csY10" fmla="*/ 182165 h 205548"/>
                <a:gd name="csX11" fmla="*/ 8646 w 216577"/>
                <a:gd name="csY11" fmla="*/ 196310 h 205548"/>
                <a:gd name="csX12" fmla="*/ 153 w 216577"/>
                <a:gd name="csY12" fmla="*/ 202028 h 205548"/>
                <a:gd name="csX13" fmla="*/ 4702 w 216577"/>
                <a:gd name="csY13" fmla="*/ 205639 h 205548"/>
                <a:gd name="csX14" fmla="*/ 43225 w 216577"/>
                <a:gd name="csY14" fmla="*/ 204736 h 205548"/>
                <a:gd name="csX15" fmla="*/ 62638 w 216577"/>
                <a:gd name="csY15" fmla="*/ 205037 h 205548"/>
                <a:gd name="csX16" fmla="*/ 82355 w 216577"/>
                <a:gd name="csY16" fmla="*/ 205639 h 205548"/>
                <a:gd name="csX17" fmla="*/ 88422 w 216577"/>
                <a:gd name="csY17" fmla="*/ 199620 h 205548"/>
                <a:gd name="csX18" fmla="*/ 79928 w 216577"/>
                <a:gd name="csY18" fmla="*/ 196310 h 205548"/>
                <a:gd name="csX19" fmla="*/ 60212 w 216577"/>
                <a:gd name="csY19" fmla="*/ 190892 h 205548"/>
                <a:gd name="csX20" fmla="*/ 61122 w 216577"/>
                <a:gd name="csY20" fmla="*/ 185776 h 205548"/>
                <a:gd name="csX21" fmla="*/ 79928 w 216577"/>
                <a:gd name="csY21" fmla="*/ 110539 h 205548"/>
                <a:gd name="csX22" fmla="*/ 101768 w 216577"/>
                <a:gd name="csY22" fmla="*/ 20856 h 205548"/>
                <a:gd name="csX23" fmla="*/ 118148 w 216577"/>
                <a:gd name="csY23" fmla="*/ 9420 h 205548"/>
                <a:gd name="csX24" fmla="*/ 147267 w 216577"/>
                <a:gd name="csY24" fmla="*/ 9420 h 205548"/>
                <a:gd name="csX25" fmla="*/ 188520 w 216577"/>
                <a:gd name="csY25" fmla="*/ 38311 h 205548"/>
                <a:gd name="csX26" fmla="*/ 170624 w 216577"/>
                <a:gd name="csY26" fmla="*/ 86764 h 205548"/>
                <a:gd name="csX27" fmla="*/ 123911 w 216577"/>
                <a:gd name="csY27" fmla="*/ 102714 h 205548"/>
                <a:gd name="csX28" fmla="*/ 81142 w 216577"/>
                <a:gd name="csY28" fmla="*/ 102714 h 205548"/>
                <a:gd name="csX29" fmla="*/ 101768 w 216577"/>
                <a:gd name="csY29" fmla="*/ 20856 h 2055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577" h="205548">
                  <a:moveTo>
                    <a:pt x="79928" y="110539"/>
                  </a:moveTo>
                  <a:lnTo>
                    <a:pt x="131494" y="110539"/>
                  </a:lnTo>
                  <a:cubicBezTo>
                    <a:pt x="174567" y="110539"/>
                    <a:pt x="216730" y="79240"/>
                    <a:pt x="216730" y="45534"/>
                  </a:cubicBezTo>
                  <a:cubicBezTo>
                    <a:pt x="216730" y="22360"/>
                    <a:pt x="196710" y="90"/>
                    <a:pt x="156974" y="90"/>
                  </a:cubicBezTo>
                  <a:lnTo>
                    <a:pt x="58695" y="90"/>
                  </a:lnTo>
                  <a:cubicBezTo>
                    <a:pt x="52932" y="90"/>
                    <a:pt x="49595" y="90"/>
                    <a:pt x="49595" y="5808"/>
                  </a:cubicBezTo>
                  <a:cubicBezTo>
                    <a:pt x="49595" y="9420"/>
                    <a:pt x="52325" y="9420"/>
                    <a:pt x="58392" y="9420"/>
                  </a:cubicBezTo>
                  <a:cubicBezTo>
                    <a:pt x="62335" y="9420"/>
                    <a:pt x="67795" y="9721"/>
                    <a:pt x="71435" y="10022"/>
                  </a:cubicBezTo>
                  <a:cubicBezTo>
                    <a:pt x="76288" y="10623"/>
                    <a:pt x="78108" y="11526"/>
                    <a:pt x="78108" y="14837"/>
                  </a:cubicBezTo>
                  <a:cubicBezTo>
                    <a:pt x="78108" y="16041"/>
                    <a:pt x="77805" y="16943"/>
                    <a:pt x="76895" y="20555"/>
                  </a:cubicBezTo>
                  <a:lnTo>
                    <a:pt x="36249" y="182165"/>
                  </a:lnTo>
                  <a:cubicBezTo>
                    <a:pt x="33215" y="193902"/>
                    <a:pt x="32609" y="196310"/>
                    <a:pt x="8646" y="196310"/>
                  </a:cubicBezTo>
                  <a:cubicBezTo>
                    <a:pt x="3489" y="196310"/>
                    <a:pt x="153" y="196310"/>
                    <a:pt x="153" y="202028"/>
                  </a:cubicBezTo>
                  <a:cubicBezTo>
                    <a:pt x="153" y="205639"/>
                    <a:pt x="3793" y="205639"/>
                    <a:pt x="4702" y="205639"/>
                  </a:cubicBezTo>
                  <a:cubicBezTo>
                    <a:pt x="13196" y="205639"/>
                    <a:pt x="34732" y="204736"/>
                    <a:pt x="43225" y="204736"/>
                  </a:cubicBezTo>
                  <a:cubicBezTo>
                    <a:pt x="49595" y="204736"/>
                    <a:pt x="56269" y="205037"/>
                    <a:pt x="62638" y="205037"/>
                  </a:cubicBezTo>
                  <a:cubicBezTo>
                    <a:pt x="69312" y="205037"/>
                    <a:pt x="75985" y="205639"/>
                    <a:pt x="82355" y="205639"/>
                  </a:cubicBezTo>
                  <a:cubicBezTo>
                    <a:pt x="84478" y="205639"/>
                    <a:pt x="88422" y="205639"/>
                    <a:pt x="88422" y="199620"/>
                  </a:cubicBezTo>
                  <a:cubicBezTo>
                    <a:pt x="88422" y="196310"/>
                    <a:pt x="85692" y="196310"/>
                    <a:pt x="79928" y="196310"/>
                  </a:cubicBezTo>
                  <a:cubicBezTo>
                    <a:pt x="68705" y="196310"/>
                    <a:pt x="60212" y="196310"/>
                    <a:pt x="60212" y="190892"/>
                  </a:cubicBezTo>
                  <a:cubicBezTo>
                    <a:pt x="60212" y="189087"/>
                    <a:pt x="60819" y="187582"/>
                    <a:pt x="61122" y="185776"/>
                  </a:cubicBezTo>
                  <a:lnTo>
                    <a:pt x="79928" y="110539"/>
                  </a:lnTo>
                  <a:close/>
                  <a:moveTo>
                    <a:pt x="101768" y="20856"/>
                  </a:moveTo>
                  <a:cubicBezTo>
                    <a:pt x="104498" y="10322"/>
                    <a:pt x="105105" y="9420"/>
                    <a:pt x="118148" y="9420"/>
                  </a:cubicBezTo>
                  <a:lnTo>
                    <a:pt x="147267" y="9420"/>
                  </a:lnTo>
                  <a:cubicBezTo>
                    <a:pt x="172444" y="9420"/>
                    <a:pt x="188520" y="17545"/>
                    <a:pt x="188520" y="38311"/>
                  </a:cubicBezTo>
                  <a:cubicBezTo>
                    <a:pt x="188520" y="50048"/>
                    <a:pt x="182454" y="75930"/>
                    <a:pt x="170624" y="86764"/>
                  </a:cubicBezTo>
                  <a:cubicBezTo>
                    <a:pt x="155457" y="100307"/>
                    <a:pt x="137258" y="102714"/>
                    <a:pt x="123911" y="102714"/>
                  </a:cubicBezTo>
                  <a:lnTo>
                    <a:pt x="81142" y="102714"/>
                  </a:lnTo>
                  <a:lnTo>
                    <a:pt x="101768" y="2085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7D1265BC-B97D-8311-0D44-3F87F992AF7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483987" y="3619931"/>
              <a:ext cx="70372" cy="300950"/>
            </a:xfrm>
            <a:custGeom>
              <a:avLst/>
              <a:gdLst>
                <a:gd name="csX0" fmla="*/ 70533 w 70372"/>
                <a:gd name="csY0" fmla="*/ 298031 h 300950"/>
                <a:gd name="csX1" fmla="*/ 65376 w 70372"/>
                <a:gd name="csY1" fmla="*/ 291410 h 300950"/>
                <a:gd name="csX2" fmla="*/ 17753 w 70372"/>
                <a:gd name="csY2" fmla="*/ 150565 h 300950"/>
                <a:gd name="csX3" fmla="*/ 66590 w 70372"/>
                <a:gd name="csY3" fmla="*/ 8216 h 300950"/>
                <a:gd name="csX4" fmla="*/ 70533 w 70372"/>
                <a:gd name="csY4" fmla="*/ 3100 h 300950"/>
                <a:gd name="csX5" fmla="*/ 67500 w 70372"/>
                <a:gd name="csY5" fmla="*/ 90 h 300950"/>
                <a:gd name="csX6" fmla="*/ 19270 w 70372"/>
                <a:gd name="csY6" fmla="*/ 58775 h 300950"/>
                <a:gd name="csX7" fmla="*/ 160 w 70372"/>
                <a:gd name="csY7" fmla="*/ 150565 h 300950"/>
                <a:gd name="csX8" fmla="*/ 20180 w 70372"/>
                <a:gd name="csY8" fmla="*/ 244462 h 300950"/>
                <a:gd name="csX9" fmla="*/ 67500 w 70372"/>
                <a:gd name="csY9" fmla="*/ 301040 h 300950"/>
                <a:gd name="csX10" fmla="*/ 70533 w 70372"/>
                <a:gd name="csY10" fmla="*/ 298031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72" h="300950">
                  <a:moveTo>
                    <a:pt x="70533" y="298031"/>
                  </a:moveTo>
                  <a:cubicBezTo>
                    <a:pt x="70533" y="297128"/>
                    <a:pt x="70533" y="296526"/>
                    <a:pt x="65376" y="291410"/>
                  </a:cubicBezTo>
                  <a:cubicBezTo>
                    <a:pt x="27460" y="253490"/>
                    <a:pt x="17753" y="196611"/>
                    <a:pt x="17753" y="150565"/>
                  </a:cubicBezTo>
                  <a:cubicBezTo>
                    <a:pt x="17753" y="98200"/>
                    <a:pt x="29280" y="45835"/>
                    <a:pt x="66590" y="8216"/>
                  </a:cubicBezTo>
                  <a:cubicBezTo>
                    <a:pt x="70533" y="4604"/>
                    <a:pt x="70533" y="4003"/>
                    <a:pt x="70533" y="3100"/>
                  </a:cubicBezTo>
                  <a:cubicBezTo>
                    <a:pt x="70533" y="993"/>
                    <a:pt x="69320" y="90"/>
                    <a:pt x="67500" y="90"/>
                  </a:cubicBezTo>
                  <a:cubicBezTo>
                    <a:pt x="64466" y="90"/>
                    <a:pt x="37167" y="20555"/>
                    <a:pt x="19270" y="58775"/>
                  </a:cubicBezTo>
                  <a:cubicBezTo>
                    <a:pt x="3800" y="91880"/>
                    <a:pt x="160" y="125285"/>
                    <a:pt x="160" y="150565"/>
                  </a:cubicBezTo>
                  <a:cubicBezTo>
                    <a:pt x="160" y="174039"/>
                    <a:pt x="3497" y="210454"/>
                    <a:pt x="20180" y="244462"/>
                  </a:cubicBezTo>
                  <a:cubicBezTo>
                    <a:pt x="38380" y="281478"/>
                    <a:pt x="64466" y="301040"/>
                    <a:pt x="67500" y="301040"/>
                  </a:cubicBezTo>
                  <a:cubicBezTo>
                    <a:pt x="69320" y="301040"/>
                    <a:pt x="70533" y="300137"/>
                    <a:pt x="70533" y="298031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612A64D8-B7D0-49A1-29C6-F0464CAFCDE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578593" y="3712022"/>
              <a:ext cx="170774" cy="133621"/>
            </a:xfrm>
            <a:custGeom>
              <a:avLst/>
              <a:gdLst>
                <a:gd name="csX0" fmla="*/ 98443 w 170774"/>
                <a:gd name="csY0" fmla="*/ 59678 h 133621"/>
                <a:gd name="csX1" fmla="*/ 133933 w 170774"/>
                <a:gd name="csY1" fmla="*/ 20555 h 133621"/>
                <a:gd name="csX2" fmla="*/ 164872 w 170774"/>
                <a:gd name="csY2" fmla="*/ 14235 h 133621"/>
                <a:gd name="csX3" fmla="*/ 164872 w 170774"/>
                <a:gd name="csY3" fmla="*/ 90 h 133621"/>
                <a:gd name="csX4" fmla="*/ 136966 w 170774"/>
                <a:gd name="csY4" fmla="*/ 993 h 133621"/>
                <a:gd name="csX5" fmla="*/ 105723 w 170774"/>
                <a:gd name="csY5" fmla="*/ 90 h 133621"/>
                <a:gd name="csX6" fmla="*/ 105723 w 170774"/>
                <a:gd name="csY6" fmla="*/ 14235 h 133621"/>
                <a:gd name="csX7" fmla="*/ 117250 w 170774"/>
                <a:gd name="csY7" fmla="*/ 16943 h 133621"/>
                <a:gd name="csX8" fmla="*/ 114823 w 170774"/>
                <a:gd name="csY8" fmla="*/ 20555 h 133621"/>
                <a:gd name="csX9" fmla="*/ 89343 w 170774"/>
                <a:gd name="csY9" fmla="*/ 48844 h 133621"/>
                <a:gd name="csX10" fmla="*/ 59617 w 170774"/>
                <a:gd name="csY10" fmla="*/ 14235 h 133621"/>
                <a:gd name="csX11" fmla="*/ 71750 w 170774"/>
                <a:gd name="csY11" fmla="*/ 14235 h 133621"/>
                <a:gd name="csX12" fmla="*/ 71750 w 170774"/>
                <a:gd name="csY12" fmla="*/ 90 h 133621"/>
                <a:gd name="csX13" fmla="*/ 35047 w 170774"/>
                <a:gd name="csY13" fmla="*/ 993 h 133621"/>
                <a:gd name="csX14" fmla="*/ 1681 w 170774"/>
                <a:gd name="csY14" fmla="*/ 90 h 133621"/>
                <a:gd name="csX15" fmla="*/ 1681 w 170774"/>
                <a:gd name="csY15" fmla="*/ 14235 h 133621"/>
                <a:gd name="csX16" fmla="*/ 23217 w 170774"/>
                <a:gd name="csY16" fmla="*/ 14235 h 133621"/>
                <a:gd name="csX17" fmla="*/ 70537 w 170774"/>
                <a:gd name="csY17" fmla="*/ 69610 h 133621"/>
                <a:gd name="csX18" fmla="*/ 30801 w 170774"/>
                <a:gd name="csY18" fmla="*/ 113849 h 133621"/>
                <a:gd name="csX19" fmla="*/ 164 w 170774"/>
                <a:gd name="csY19" fmla="*/ 119567 h 133621"/>
                <a:gd name="csX20" fmla="*/ 164 w 170774"/>
                <a:gd name="csY20" fmla="*/ 133712 h 133621"/>
                <a:gd name="csX21" fmla="*/ 28071 w 170774"/>
                <a:gd name="csY21" fmla="*/ 132809 h 133621"/>
                <a:gd name="csX22" fmla="*/ 59314 w 170774"/>
                <a:gd name="csY22" fmla="*/ 133712 h 133621"/>
                <a:gd name="csX23" fmla="*/ 59314 w 170774"/>
                <a:gd name="csY23" fmla="*/ 119567 h 133621"/>
                <a:gd name="csX24" fmla="*/ 48090 w 170774"/>
                <a:gd name="csY24" fmla="*/ 116257 h 133621"/>
                <a:gd name="csX25" fmla="*/ 50214 w 170774"/>
                <a:gd name="csY25" fmla="*/ 113247 h 133621"/>
                <a:gd name="csX26" fmla="*/ 79637 w 170774"/>
                <a:gd name="csY26" fmla="*/ 80444 h 133621"/>
                <a:gd name="csX27" fmla="*/ 113003 w 170774"/>
                <a:gd name="csY27" fmla="*/ 119567 h 133621"/>
                <a:gd name="csX28" fmla="*/ 101173 w 170774"/>
                <a:gd name="csY28" fmla="*/ 119567 h 133621"/>
                <a:gd name="csX29" fmla="*/ 101173 w 170774"/>
                <a:gd name="csY29" fmla="*/ 133712 h 133621"/>
                <a:gd name="csX30" fmla="*/ 137573 w 170774"/>
                <a:gd name="csY30" fmla="*/ 132809 h 133621"/>
                <a:gd name="csX31" fmla="*/ 170939 w 170774"/>
                <a:gd name="csY31" fmla="*/ 133712 h 133621"/>
                <a:gd name="csX32" fmla="*/ 170939 w 170774"/>
                <a:gd name="csY32" fmla="*/ 119567 h 133621"/>
                <a:gd name="csX33" fmla="*/ 149402 w 170774"/>
                <a:gd name="csY33" fmla="*/ 119567 h 133621"/>
                <a:gd name="csX34" fmla="*/ 98443 w 170774"/>
                <a:gd name="csY34" fmla="*/ 59678 h 133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774" h="133621">
                  <a:moveTo>
                    <a:pt x="98443" y="59678"/>
                  </a:moveTo>
                  <a:lnTo>
                    <a:pt x="133933" y="20555"/>
                  </a:lnTo>
                  <a:cubicBezTo>
                    <a:pt x="137876" y="16341"/>
                    <a:pt x="139696" y="14235"/>
                    <a:pt x="164872" y="14235"/>
                  </a:cubicBezTo>
                  <a:lnTo>
                    <a:pt x="164872" y="90"/>
                  </a:lnTo>
                  <a:cubicBezTo>
                    <a:pt x="154256" y="692"/>
                    <a:pt x="138483" y="993"/>
                    <a:pt x="136966" y="993"/>
                  </a:cubicBezTo>
                  <a:cubicBezTo>
                    <a:pt x="129383" y="993"/>
                    <a:pt x="114216" y="391"/>
                    <a:pt x="105723" y="90"/>
                  </a:cubicBezTo>
                  <a:lnTo>
                    <a:pt x="105723" y="14235"/>
                  </a:lnTo>
                  <a:cubicBezTo>
                    <a:pt x="109970" y="14235"/>
                    <a:pt x="113610" y="14837"/>
                    <a:pt x="117250" y="16943"/>
                  </a:cubicBezTo>
                  <a:cubicBezTo>
                    <a:pt x="116036" y="18749"/>
                    <a:pt x="116036" y="19351"/>
                    <a:pt x="114823" y="20555"/>
                  </a:cubicBezTo>
                  <a:lnTo>
                    <a:pt x="89343" y="48844"/>
                  </a:lnTo>
                  <a:lnTo>
                    <a:pt x="59617" y="14235"/>
                  </a:lnTo>
                  <a:lnTo>
                    <a:pt x="71750" y="14235"/>
                  </a:lnTo>
                  <a:lnTo>
                    <a:pt x="71750" y="90"/>
                  </a:lnTo>
                  <a:cubicBezTo>
                    <a:pt x="63863" y="391"/>
                    <a:pt x="44754" y="993"/>
                    <a:pt x="35047" y="993"/>
                  </a:cubicBezTo>
                  <a:cubicBezTo>
                    <a:pt x="25341" y="993"/>
                    <a:pt x="11691" y="391"/>
                    <a:pt x="1681" y="90"/>
                  </a:cubicBezTo>
                  <a:lnTo>
                    <a:pt x="1681" y="14235"/>
                  </a:lnTo>
                  <a:lnTo>
                    <a:pt x="23217" y="14235"/>
                  </a:lnTo>
                  <a:lnTo>
                    <a:pt x="70537" y="69610"/>
                  </a:lnTo>
                  <a:lnTo>
                    <a:pt x="30801" y="113849"/>
                  </a:lnTo>
                  <a:cubicBezTo>
                    <a:pt x="25644" y="119567"/>
                    <a:pt x="14724" y="119567"/>
                    <a:pt x="164" y="119567"/>
                  </a:cubicBezTo>
                  <a:lnTo>
                    <a:pt x="164" y="133712"/>
                  </a:lnTo>
                  <a:cubicBezTo>
                    <a:pt x="10781" y="133110"/>
                    <a:pt x="26554" y="132809"/>
                    <a:pt x="28071" y="132809"/>
                  </a:cubicBezTo>
                  <a:cubicBezTo>
                    <a:pt x="35654" y="132809"/>
                    <a:pt x="53247" y="133411"/>
                    <a:pt x="59314" y="133712"/>
                  </a:cubicBezTo>
                  <a:lnTo>
                    <a:pt x="59314" y="119567"/>
                  </a:lnTo>
                  <a:cubicBezTo>
                    <a:pt x="53854" y="119567"/>
                    <a:pt x="48090" y="118063"/>
                    <a:pt x="48090" y="116257"/>
                  </a:cubicBezTo>
                  <a:cubicBezTo>
                    <a:pt x="48090" y="115956"/>
                    <a:pt x="48090" y="115655"/>
                    <a:pt x="50214" y="113247"/>
                  </a:cubicBezTo>
                  <a:lnTo>
                    <a:pt x="79637" y="80444"/>
                  </a:lnTo>
                  <a:lnTo>
                    <a:pt x="113003" y="119567"/>
                  </a:lnTo>
                  <a:lnTo>
                    <a:pt x="101173" y="119567"/>
                  </a:lnTo>
                  <a:lnTo>
                    <a:pt x="101173" y="133712"/>
                  </a:lnTo>
                  <a:cubicBezTo>
                    <a:pt x="109060" y="133411"/>
                    <a:pt x="127563" y="132809"/>
                    <a:pt x="137573" y="132809"/>
                  </a:cubicBezTo>
                  <a:cubicBezTo>
                    <a:pt x="147279" y="132809"/>
                    <a:pt x="160929" y="133411"/>
                    <a:pt x="170939" y="133712"/>
                  </a:cubicBezTo>
                  <a:lnTo>
                    <a:pt x="170939" y="119567"/>
                  </a:lnTo>
                  <a:lnTo>
                    <a:pt x="149402" y="119567"/>
                  </a:lnTo>
                  <a:lnTo>
                    <a:pt x="98443" y="59678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B7A7450E-26A6-625B-CA9B-A85A6A76CF1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779167" y="3750904"/>
              <a:ext cx="77288" cy="139881"/>
            </a:xfrm>
            <a:custGeom>
              <a:avLst/>
              <a:gdLst>
                <a:gd name="csX0" fmla="*/ 48157 w 77288"/>
                <a:gd name="csY0" fmla="*/ 5990 h 139881"/>
                <a:gd name="csX1" fmla="*/ 41787 w 77288"/>
                <a:gd name="csY1" fmla="*/ 92 h 139881"/>
                <a:gd name="csX2" fmla="*/ 170 w 77288"/>
                <a:gd name="csY2" fmla="*/ 13574 h 139881"/>
                <a:gd name="csX3" fmla="*/ 170 w 77288"/>
                <a:gd name="csY3" fmla="*/ 21158 h 139881"/>
                <a:gd name="csX4" fmla="*/ 30958 w 77288"/>
                <a:gd name="csY4" fmla="*/ 15260 h 139881"/>
                <a:gd name="csX5" fmla="*/ 30958 w 77288"/>
                <a:gd name="csY5" fmla="*/ 122699 h 139881"/>
                <a:gd name="csX6" fmla="*/ 9725 w 77288"/>
                <a:gd name="csY6" fmla="*/ 132389 h 139881"/>
                <a:gd name="csX7" fmla="*/ 1657 w 77288"/>
                <a:gd name="csY7" fmla="*/ 132389 h 139881"/>
                <a:gd name="csX8" fmla="*/ 1657 w 77288"/>
                <a:gd name="csY8" fmla="*/ 139973 h 139881"/>
                <a:gd name="csX9" fmla="*/ 39451 w 77288"/>
                <a:gd name="csY9" fmla="*/ 139131 h 139881"/>
                <a:gd name="csX10" fmla="*/ 77459 w 77288"/>
                <a:gd name="csY10" fmla="*/ 139973 h 139881"/>
                <a:gd name="csX11" fmla="*/ 77459 w 77288"/>
                <a:gd name="csY11" fmla="*/ 132389 h 139881"/>
                <a:gd name="csX12" fmla="*/ 69390 w 77288"/>
                <a:gd name="csY12" fmla="*/ 132389 h 139881"/>
                <a:gd name="csX13" fmla="*/ 48157 w 77288"/>
                <a:gd name="csY13" fmla="*/ 122699 h 139881"/>
                <a:gd name="csX14" fmla="*/ 48157 w 77288"/>
                <a:gd name="csY14" fmla="*/ 5990 h 139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288" h="139881">
                  <a:moveTo>
                    <a:pt x="48157" y="5990"/>
                  </a:moveTo>
                  <a:cubicBezTo>
                    <a:pt x="48157" y="302"/>
                    <a:pt x="47732" y="92"/>
                    <a:pt x="41787" y="92"/>
                  </a:cubicBezTo>
                  <a:cubicBezTo>
                    <a:pt x="28198" y="13364"/>
                    <a:pt x="8876" y="13574"/>
                    <a:pt x="170" y="13574"/>
                  </a:cubicBezTo>
                  <a:lnTo>
                    <a:pt x="170" y="21158"/>
                  </a:lnTo>
                  <a:cubicBezTo>
                    <a:pt x="5266" y="21158"/>
                    <a:pt x="19280" y="21158"/>
                    <a:pt x="30958" y="15260"/>
                  </a:cubicBezTo>
                  <a:lnTo>
                    <a:pt x="30958" y="122699"/>
                  </a:lnTo>
                  <a:cubicBezTo>
                    <a:pt x="30958" y="129651"/>
                    <a:pt x="30958" y="132389"/>
                    <a:pt x="9725" y="132389"/>
                  </a:cubicBezTo>
                  <a:lnTo>
                    <a:pt x="1657" y="132389"/>
                  </a:lnTo>
                  <a:lnTo>
                    <a:pt x="1657" y="139973"/>
                  </a:lnTo>
                  <a:cubicBezTo>
                    <a:pt x="5479" y="139763"/>
                    <a:pt x="31595" y="139131"/>
                    <a:pt x="39451" y="139131"/>
                  </a:cubicBezTo>
                  <a:cubicBezTo>
                    <a:pt x="46034" y="139131"/>
                    <a:pt x="72787" y="139763"/>
                    <a:pt x="77459" y="139973"/>
                  </a:cubicBezTo>
                  <a:lnTo>
                    <a:pt x="77459" y="132389"/>
                  </a:lnTo>
                  <a:lnTo>
                    <a:pt x="69390" y="132389"/>
                  </a:lnTo>
                  <a:cubicBezTo>
                    <a:pt x="48157" y="132389"/>
                    <a:pt x="48157" y="129651"/>
                    <a:pt x="48157" y="122699"/>
                  </a:cubicBezTo>
                  <a:lnTo>
                    <a:pt x="48157" y="5990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4C541552-3CB7-DFF8-7F6D-1E2BECDF0BF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899016" y="3799989"/>
              <a:ext cx="24418" cy="90796"/>
            </a:xfrm>
            <a:custGeom>
              <a:avLst/>
              <a:gdLst>
                <a:gd name="csX0" fmla="*/ 24592 w 24418"/>
                <a:gd name="csY0" fmla="*/ 12310 h 90796"/>
                <a:gd name="csX1" fmla="*/ 12489 w 24418"/>
                <a:gd name="csY1" fmla="*/ 92 h 90796"/>
                <a:gd name="csX2" fmla="*/ 174 w 24418"/>
                <a:gd name="csY2" fmla="*/ 12100 h 90796"/>
                <a:gd name="csX3" fmla="*/ 12277 w 24418"/>
                <a:gd name="csY3" fmla="*/ 24318 h 90796"/>
                <a:gd name="csX4" fmla="*/ 24592 w 24418"/>
                <a:gd name="csY4" fmla="*/ 12310 h 90796"/>
                <a:gd name="csX5" fmla="*/ 24592 w 24418"/>
                <a:gd name="csY5" fmla="*/ 78880 h 90796"/>
                <a:gd name="csX6" fmla="*/ 12489 w 24418"/>
                <a:gd name="csY6" fmla="*/ 66662 h 90796"/>
                <a:gd name="csX7" fmla="*/ 174 w 24418"/>
                <a:gd name="csY7" fmla="*/ 78670 h 90796"/>
                <a:gd name="csX8" fmla="*/ 12277 w 24418"/>
                <a:gd name="csY8" fmla="*/ 90888 h 90796"/>
                <a:gd name="csX9" fmla="*/ 24592 w 24418"/>
                <a:gd name="csY9" fmla="*/ 78880 h 907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418" h="90796">
                  <a:moveTo>
                    <a:pt x="24592" y="12310"/>
                  </a:moveTo>
                  <a:cubicBezTo>
                    <a:pt x="24592" y="4937"/>
                    <a:pt x="18647" y="92"/>
                    <a:pt x="12489" y="92"/>
                  </a:cubicBezTo>
                  <a:cubicBezTo>
                    <a:pt x="5058" y="92"/>
                    <a:pt x="174" y="5990"/>
                    <a:pt x="174" y="12100"/>
                  </a:cubicBezTo>
                  <a:cubicBezTo>
                    <a:pt x="174" y="19473"/>
                    <a:pt x="6120" y="24318"/>
                    <a:pt x="12277" y="24318"/>
                  </a:cubicBezTo>
                  <a:cubicBezTo>
                    <a:pt x="19709" y="24318"/>
                    <a:pt x="24592" y="18420"/>
                    <a:pt x="24592" y="12310"/>
                  </a:cubicBezTo>
                  <a:close/>
                  <a:moveTo>
                    <a:pt x="24592" y="78880"/>
                  </a:moveTo>
                  <a:cubicBezTo>
                    <a:pt x="24592" y="71507"/>
                    <a:pt x="18647" y="66662"/>
                    <a:pt x="12489" y="66662"/>
                  </a:cubicBezTo>
                  <a:cubicBezTo>
                    <a:pt x="5058" y="66662"/>
                    <a:pt x="174" y="72560"/>
                    <a:pt x="174" y="78670"/>
                  </a:cubicBezTo>
                  <a:cubicBezTo>
                    <a:pt x="174" y="86043"/>
                    <a:pt x="6120" y="90888"/>
                    <a:pt x="12277" y="90888"/>
                  </a:cubicBezTo>
                  <a:cubicBezTo>
                    <a:pt x="19709" y="90888"/>
                    <a:pt x="24592" y="84990"/>
                    <a:pt x="24592" y="78880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8A65EA7B-CFB2-CF79-A4B5-6E5261098C37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955584" y="3797882"/>
              <a:ext cx="129734" cy="95009"/>
            </a:xfrm>
            <a:custGeom>
              <a:avLst/>
              <a:gdLst>
                <a:gd name="csX0" fmla="*/ 16101 w 129734"/>
                <a:gd name="csY0" fmla="*/ 79723 h 95009"/>
                <a:gd name="csX1" fmla="*/ 13978 w 129734"/>
                <a:gd name="csY1" fmla="*/ 88360 h 95009"/>
                <a:gd name="csX2" fmla="*/ 21197 w 129734"/>
                <a:gd name="csY2" fmla="*/ 95102 h 95009"/>
                <a:gd name="csX3" fmla="*/ 29478 w 129734"/>
                <a:gd name="csY3" fmla="*/ 90467 h 95009"/>
                <a:gd name="csX4" fmla="*/ 33300 w 129734"/>
                <a:gd name="csY4" fmla="*/ 77406 h 95009"/>
                <a:gd name="csX5" fmla="*/ 37971 w 129734"/>
                <a:gd name="csY5" fmla="*/ 58446 h 95009"/>
                <a:gd name="csX6" fmla="*/ 41581 w 129734"/>
                <a:gd name="csY6" fmla="*/ 44331 h 95009"/>
                <a:gd name="csX7" fmla="*/ 50499 w 129734"/>
                <a:gd name="csY7" fmla="*/ 25371 h 95009"/>
                <a:gd name="csX8" fmla="*/ 82349 w 129734"/>
                <a:gd name="csY8" fmla="*/ 5990 h 95009"/>
                <a:gd name="csX9" fmla="*/ 94876 w 129734"/>
                <a:gd name="csY9" fmla="*/ 20737 h 95009"/>
                <a:gd name="csX10" fmla="*/ 82349 w 129734"/>
                <a:gd name="csY10" fmla="*/ 65609 h 95009"/>
                <a:gd name="csX11" fmla="*/ 79164 w 129734"/>
                <a:gd name="csY11" fmla="*/ 76984 h 95009"/>
                <a:gd name="csX12" fmla="*/ 99335 w 129734"/>
                <a:gd name="csY12" fmla="*/ 95102 h 95009"/>
                <a:gd name="csX13" fmla="*/ 129911 w 129734"/>
                <a:gd name="csY13" fmla="*/ 62870 h 95009"/>
                <a:gd name="csX14" fmla="*/ 126513 w 129734"/>
                <a:gd name="csY14" fmla="*/ 60131 h 95009"/>
                <a:gd name="csX15" fmla="*/ 122479 w 129734"/>
                <a:gd name="csY15" fmla="*/ 63713 h 95009"/>
                <a:gd name="csX16" fmla="*/ 99972 w 129734"/>
                <a:gd name="csY16" fmla="*/ 89203 h 95009"/>
                <a:gd name="csX17" fmla="*/ 94664 w 129734"/>
                <a:gd name="csY17" fmla="*/ 81830 h 95009"/>
                <a:gd name="csX18" fmla="*/ 99547 w 129734"/>
                <a:gd name="csY18" fmla="*/ 64766 h 95009"/>
                <a:gd name="csX19" fmla="*/ 110801 w 129734"/>
                <a:gd name="csY19" fmla="*/ 24107 h 95009"/>
                <a:gd name="csX20" fmla="*/ 83198 w 129734"/>
                <a:gd name="csY20" fmla="*/ 92 h 95009"/>
                <a:gd name="csX21" fmla="*/ 47314 w 129734"/>
                <a:gd name="csY21" fmla="*/ 19262 h 95009"/>
                <a:gd name="csX22" fmla="*/ 24595 w 129734"/>
                <a:gd name="csY22" fmla="*/ 92 h 95009"/>
                <a:gd name="csX23" fmla="*/ 7820 w 129734"/>
                <a:gd name="csY23" fmla="*/ 11468 h 95009"/>
                <a:gd name="csX24" fmla="*/ 176 w 129734"/>
                <a:gd name="csY24" fmla="*/ 32323 h 95009"/>
                <a:gd name="csX25" fmla="*/ 3786 w 129734"/>
                <a:gd name="csY25" fmla="*/ 35062 h 95009"/>
                <a:gd name="csX26" fmla="*/ 8457 w 129734"/>
                <a:gd name="csY26" fmla="*/ 28742 h 95009"/>
                <a:gd name="csX27" fmla="*/ 23958 w 129734"/>
                <a:gd name="csY27" fmla="*/ 5990 h 95009"/>
                <a:gd name="csX28" fmla="*/ 30964 w 129734"/>
                <a:gd name="csY28" fmla="*/ 16313 h 95009"/>
                <a:gd name="csX29" fmla="*/ 27567 w 129734"/>
                <a:gd name="csY29" fmla="*/ 33798 h 95009"/>
                <a:gd name="csX30" fmla="*/ 22896 w 129734"/>
                <a:gd name="csY30" fmla="*/ 52758 h 95009"/>
                <a:gd name="csX31" fmla="*/ 16101 w 129734"/>
                <a:gd name="csY31" fmla="*/ 79723 h 950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34" h="95009">
                  <a:moveTo>
                    <a:pt x="16101" y="79723"/>
                  </a:moveTo>
                  <a:cubicBezTo>
                    <a:pt x="15252" y="82462"/>
                    <a:pt x="13978" y="87728"/>
                    <a:pt x="13978" y="88360"/>
                  </a:cubicBezTo>
                  <a:cubicBezTo>
                    <a:pt x="13978" y="92995"/>
                    <a:pt x="17800" y="95102"/>
                    <a:pt x="21197" y="95102"/>
                  </a:cubicBezTo>
                  <a:cubicBezTo>
                    <a:pt x="25019" y="95102"/>
                    <a:pt x="28417" y="92363"/>
                    <a:pt x="29478" y="90467"/>
                  </a:cubicBezTo>
                  <a:cubicBezTo>
                    <a:pt x="30540" y="88571"/>
                    <a:pt x="32238" y="81830"/>
                    <a:pt x="33300" y="77406"/>
                  </a:cubicBezTo>
                  <a:cubicBezTo>
                    <a:pt x="34362" y="73403"/>
                    <a:pt x="36697" y="63713"/>
                    <a:pt x="37971" y="58446"/>
                  </a:cubicBezTo>
                  <a:cubicBezTo>
                    <a:pt x="39245" y="53811"/>
                    <a:pt x="40519" y="49177"/>
                    <a:pt x="41581" y="44331"/>
                  </a:cubicBezTo>
                  <a:cubicBezTo>
                    <a:pt x="43917" y="35694"/>
                    <a:pt x="44341" y="34009"/>
                    <a:pt x="50499" y="25371"/>
                  </a:cubicBezTo>
                  <a:cubicBezTo>
                    <a:pt x="56444" y="16945"/>
                    <a:pt x="66424" y="5990"/>
                    <a:pt x="82349" y="5990"/>
                  </a:cubicBezTo>
                  <a:cubicBezTo>
                    <a:pt x="94664" y="5990"/>
                    <a:pt x="94876" y="16734"/>
                    <a:pt x="94876" y="20737"/>
                  </a:cubicBezTo>
                  <a:cubicBezTo>
                    <a:pt x="94876" y="33377"/>
                    <a:pt x="85746" y="56761"/>
                    <a:pt x="82349" y="65609"/>
                  </a:cubicBezTo>
                  <a:cubicBezTo>
                    <a:pt x="80013" y="71507"/>
                    <a:pt x="79164" y="73403"/>
                    <a:pt x="79164" y="76984"/>
                  </a:cubicBezTo>
                  <a:cubicBezTo>
                    <a:pt x="79164" y="88150"/>
                    <a:pt x="88506" y="95102"/>
                    <a:pt x="99335" y="95102"/>
                  </a:cubicBezTo>
                  <a:cubicBezTo>
                    <a:pt x="120568" y="95102"/>
                    <a:pt x="129911" y="66030"/>
                    <a:pt x="129911" y="62870"/>
                  </a:cubicBezTo>
                  <a:cubicBezTo>
                    <a:pt x="129911" y="60131"/>
                    <a:pt x="127150" y="60131"/>
                    <a:pt x="126513" y="60131"/>
                  </a:cubicBezTo>
                  <a:cubicBezTo>
                    <a:pt x="123541" y="60131"/>
                    <a:pt x="123328" y="61395"/>
                    <a:pt x="122479" y="63713"/>
                  </a:cubicBezTo>
                  <a:cubicBezTo>
                    <a:pt x="117595" y="80566"/>
                    <a:pt x="108465" y="89203"/>
                    <a:pt x="99972" y="89203"/>
                  </a:cubicBezTo>
                  <a:cubicBezTo>
                    <a:pt x="95513" y="89203"/>
                    <a:pt x="94664" y="86254"/>
                    <a:pt x="94664" y="81830"/>
                  </a:cubicBezTo>
                  <a:cubicBezTo>
                    <a:pt x="94664" y="76984"/>
                    <a:pt x="95725" y="74246"/>
                    <a:pt x="99547" y="64766"/>
                  </a:cubicBezTo>
                  <a:cubicBezTo>
                    <a:pt x="102095" y="58235"/>
                    <a:pt x="110801" y="35905"/>
                    <a:pt x="110801" y="24107"/>
                  </a:cubicBezTo>
                  <a:cubicBezTo>
                    <a:pt x="110801" y="3673"/>
                    <a:pt x="94451" y="92"/>
                    <a:pt x="83198" y="92"/>
                  </a:cubicBezTo>
                  <a:cubicBezTo>
                    <a:pt x="65574" y="92"/>
                    <a:pt x="53684" y="10836"/>
                    <a:pt x="47314" y="19262"/>
                  </a:cubicBezTo>
                  <a:cubicBezTo>
                    <a:pt x="45828" y="4726"/>
                    <a:pt x="33300" y="92"/>
                    <a:pt x="24595" y="92"/>
                  </a:cubicBezTo>
                  <a:cubicBezTo>
                    <a:pt x="15464" y="92"/>
                    <a:pt x="10581" y="6622"/>
                    <a:pt x="7820" y="11468"/>
                  </a:cubicBezTo>
                  <a:cubicBezTo>
                    <a:pt x="3149" y="19262"/>
                    <a:pt x="176" y="31270"/>
                    <a:pt x="176" y="32323"/>
                  </a:cubicBezTo>
                  <a:cubicBezTo>
                    <a:pt x="176" y="35062"/>
                    <a:pt x="3149" y="35062"/>
                    <a:pt x="3786" y="35062"/>
                  </a:cubicBezTo>
                  <a:cubicBezTo>
                    <a:pt x="6759" y="35062"/>
                    <a:pt x="6971" y="34430"/>
                    <a:pt x="8457" y="28742"/>
                  </a:cubicBezTo>
                  <a:cubicBezTo>
                    <a:pt x="11642" y="16313"/>
                    <a:pt x="15677" y="5990"/>
                    <a:pt x="23958" y="5990"/>
                  </a:cubicBezTo>
                  <a:cubicBezTo>
                    <a:pt x="29478" y="5990"/>
                    <a:pt x="30964" y="10625"/>
                    <a:pt x="30964" y="16313"/>
                  </a:cubicBezTo>
                  <a:cubicBezTo>
                    <a:pt x="30964" y="20316"/>
                    <a:pt x="29053" y="28110"/>
                    <a:pt x="27567" y="33798"/>
                  </a:cubicBezTo>
                  <a:cubicBezTo>
                    <a:pt x="26081" y="39486"/>
                    <a:pt x="23958" y="48123"/>
                    <a:pt x="22896" y="52758"/>
                  </a:cubicBezTo>
                  <a:lnTo>
                    <a:pt x="16101" y="7972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F42A2ACF-28DD-D0E8-986B-66EDE4B8142F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136803" y="3813743"/>
              <a:ext cx="35489" cy="89984"/>
            </a:xfrm>
            <a:custGeom>
              <a:avLst/>
              <a:gdLst>
                <a:gd name="csX0" fmla="*/ 35672 w 35489"/>
                <a:gd name="csY0" fmla="*/ 31690 h 89984"/>
                <a:gd name="csX1" fmla="*/ 16258 w 35489"/>
                <a:gd name="csY1" fmla="*/ 90 h 89984"/>
                <a:gd name="csX2" fmla="*/ 182 w 35489"/>
                <a:gd name="csY2" fmla="*/ 16041 h 89984"/>
                <a:gd name="csX3" fmla="*/ 16258 w 35489"/>
                <a:gd name="csY3" fmla="*/ 31991 h 89984"/>
                <a:gd name="csX4" fmla="*/ 26875 w 35489"/>
                <a:gd name="csY4" fmla="*/ 28079 h 89984"/>
                <a:gd name="csX5" fmla="*/ 28392 w 35489"/>
                <a:gd name="csY5" fmla="*/ 27176 h 89984"/>
                <a:gd name="csX6" fmla="*/ 28998 w 35489"/>
                <a:gd name="csY6" fmla="*/ 31690 h 89984"/>
                <a:gd name="csX7" fmla="*/ 8372 w 35489"/>
                <a:gd name="csY7" fmla="*/ 81949 h 89984"/>
                <a:gd name="csX8" fmla="*/ 5035 w 35489"/>
                <a:gd name="csY8" fmla="*/ 86764 h 89984"/>
                <a:gd name="csX9" fmla="*/ 8069 w 35489"/>
                <a:gd name="csY9" fmla="*/ 90074 h 89984"/>
                <a:gd name="csX10" fmla="*/ 35672 w 35489"/>
                <a:gd name="csY10" fmla="*/ 31690 h 89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89" h="89984">
                  <a:moveTo>
                    <a:pt x="35672" y="31690"/>
                  </a:moveTo>
                  <a:cubicBezTo>
                    <a:pt x="35672" y="11827"/>
                    <a:pt x="28088" y="90"/>
                    <a:pt x="16258" y="90"/>
                  </a:cubicBezTo>
                  <a:cubicBezTo>
                    <a:pt x="6249" y="90"/>
                    <a:pt x="182" y="7614"/>
                    <a:pt x="182" y="16041"/>
                  </a:cubicBezTo>
                  <a:cubicBezTo>
                    <a:pt x="182" y="24166"/>
                    <a:pt x="6249" y="31991"/>
                    <a:pt x="16258" y="31991"/>
                  </a:cubicBezTo>
                  <a:cubicBezTo>
                    <a:pt x="19898" y="31991"/>
                    <a:pt x="23842" y="30787"/>
                    <a:pt x="26875" y="28079"/>
                  </a:cubicBezTo>
                  <a:cubicBezTo>
                    <a:pt x="27785" y="27477"/>
                    <a:pt x="28088" y="27176"/>
                    <a:pt x="28392" y="27176"/>
                  </a:cubicBezTo>
                  <a:cubicBezTo>
                    <a:pt x="28695" y="27176"/>
                    <a:pt x="28998" y="27477"/>
                    <a:pt x="28998" y="31690"/>
                  </a:cubicBezTo>
                  <a:cubicBezTo>
                    <a:pt x="28998" y="53960"/>
                    <a:pt x="18382" y="72017"/>
                    <a:pt x="8372" y="81949"/>
                  </a:cubicBezTo>
                  <a:cubicBezTo>
                    <a:pt x="5035" y="85259"/>
                    <a:pt x="5035" y="85861"/>
                    <a:pt x="5035" y="86764"/>
                  </a:cubicBezTo>
                  <a:cubicBezTo>
                    <a:pt x="5035" y="88870"/>
                    <a:pt x="6552" y="90074"/>
                    <a:pt x="8069" y="90074"/>
                  </a:cubicBezTo>
                  <a:cubicBezTo>
                    <a:pt x="11405" y="90074"/>
                    <a:pt x="35672" y="66901"/>
                    <a:pt x="35672" y="31690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7E1C163A-1992-5BF1-DE31-8A7A86585AC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7278896" y="3619931"/>
              <a:ext cx="67642" cy="300950"/>
            </a:xfrm>
            <a:custGeom>
              <a:avLst/>
              <a:gdLst>
                <a:gd name="csX0" fmla="*/ 66312 w 67642"/>
                <a:gd name="csY0" fmla="*/ 11526 h 300950"/>
                <a:gd name="csX1" fmla="*/ 67829 w 67642"/>
                <a:gd name="csY1" fmla="*/ 6109 h 300950"/>
                <a:gd name="csX2" fmla="*/ 61762 w 67642"/>
                <a:gd name="csY2" fmla="*/ 90 h 300950"/>
                <a:gd name="csX3" fmla="*/ 54786 w 67642"/>
                <a:gd name="csY3" fmla="*/ 7012 h 300950"/>
                <a:gd name="csX4" fmla="*/ 1703 w 67642"/>
                <a:gd name="csY4" fmla="*/ 145148 h 300950"/>
                <a:gd name="csX5" fmla="*/ 186 w 67642"/>
                <a:gd name="csY5" fmla="*/ 150565 h 300950"/>
                <a:gd name="csX6" fmla="*/ 1703 w 67642"/>
                <a:gd name="csY6" fmla="*/ 155681 h 300950"/>
                <a:gd name="csX7" fmla="*/ 54786 w 67642"/>
                <a:gd name="csY7" fmla="*/ 293817 h 300950"/>
                <a:gd name="csX8" fmla="*/ 61762 w 67642"/>
                <a:gd name="csY8" fmla="*/ 301040 h 300950"/>
                <a:gd name="csX9" fmla="*/ 67829 w 67642"/>
                <a:gd name="csY9" fmla="*/ 295021 h 300950"/>
                <a:gd name="csX10" fmla="*/ 66312 w 67642"/>
                <a:gd name="csY10" fmla="*/ 290206 h 300950"/>
                <a:gd name="csX11" fmla="*/ 12623 w 67642"/>
                <a:gd name="csY11" fmla="*/ 150565 h 300950"/>
                <a:gd name="csX12" fmla="*/ 66312 w 67642"/>
                <a:gd name="csY12" fmla="*/ 11526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42" h="300950">
                  <a:moveTo>
                    <a:pt x="66312" y="11526"/>
                  </a:moveTo>
                  <a:cubicBezTo>
                    <a:pt x="67829" y="8216"/>
                    <a:pt x="67829" y="7614"/>
                    <a:pt x="67829" y="6109"/>
                  </a:cubicBezTo>
                  <a:cubicBezTo>
                    <a:pt x="67829" y="2799"/>
                    <a:pt x="65099" y="90"/>
                    <a:pt x="61762" y="90"/>
                  </a:cubicBezTo>
                  <a:cubicBezTo>
                    <a:pt x="59032" y="90"/>
                    <a:pt x="56909" y="1595"/>
                    <a:pt x="54786" y="7012"/>
                  </a:cubicBezTo>
                  <a:lnTo>
                    <a:pt x="1703" y="145148"/>
                  </a:lnTo>
                  <a:cubicBezTo>
                    <a:pt x="1096" y="146954"/>
                    <a:pt x="186" y="148759"/>
                    <a:pt x="186" y="150565"/>
                  </a:cubicBezTo>
                  <a:cubicBezTo>
                    <a:pt x="186" y="151468"/>
                    <a:pt x="186" y="152070"/>
                    <a:pt x="1703" y="155681"/>
                  </a:cubicBezTo>
                  <a:lnTo>
                    <a:pt x="54786" y="293817"/>
                  </a:lnTo>
                  <a:cubicBezTo>
                    <a:pt x="55999" y="297128"/>
                    <a:pt x="57516" y="301040"/>
                    <a:pt x="61762" y="301040"/>
                  </a:cubicBezTo>
                  <a:cubicBezTo>
                    <a:pt x="65099" y="301040"/>
                    <a:pt x="67829" y="298332"/>
                    <a:pt x="67829" y="295021"/>
                  </a:cubicBezTo>
                  <a:cubicBezTo>
                    <a:pt x="67829" y="294118"/>
                    <a:pt x="67829" y="293516"/>
                    <a:pt x="66312" y="290206"/>
                  </a:cubicBezTo>
                  <a:lnTo>
                    <a:pt x="12623" y="150565"/>
                  </a:lnTo>
                  <a:lnTo>
                    <a:pt x="66312" y="1152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08DBDFB0-51A0-77A8-5222-759907158406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381084" y="3636784"/>
              <a:ext cx="123758" cy="233838"/>
            </a:xfrm>
            <a:custGeom>
              <a:avLst/>
              <a:gdLst>
                <a:gd name="csX0" fmla="*/ 121522 w 123758"/>
                <a:gd name="csY0" fmla="*/ 17846 h 233838"/>
                <a:gd name="csX1" fmla="*/ 123949 w 123758"/>
                <a:gd name="csY1" fmla="*/ 10623 h 233838"/>
                <a:gd name="csX2" fmla="*/ 113332 w 123758"/>
                <a:gd name="csY2" fmla="*/ 90 h 233838"/>
                <a:gd name="csX3" fmla="*/ 102716 w 123758"/>
                <a:gd name="csY3" fmla="*/ 8517 h 233838"/>
                <a:gd name="csX4" fmla="*/ 2617 w 123758"/>
                <a:gd name="csY4" fmla="*/ 216172 h 233838"/>
                <a:gd name="csX5" fmla="*/ 190 w 123758"/>
                <a:gd name="csY5" fmla="*/ 223395 h 233838"/>
                <a:gd name="csX6" fmla="*/ 10807 w 123758"/>
                <a:gd name="csY6" fmla="*/ 233928 h 233838"/>
                <a:gd name="csX7" fmla="*/ 21423 w 123758"/>
                <a:gd name="csY7" fmla="*/ 225502 h 233838"/>
                <a:gd name="csX8" fmla="*/ 121522 w 123758"/>
                <a:gd name="csY8" fmla="*/ 17846 h 2338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3758" h="233838">
                  <a:moveTo>
                    <a:pt x="121522" y="17846"/>
                  </a:moveTo>
                  <a:cubicBezTo>
                    <a:pt x="123645" y="13031"/>
                    <a:pt x="123949" y="13031"/>
                    <a:pt x="123949" y="10623"/>
                  </a:cubicBezTo>
                  <a:cubicBezTo>
                    <a:pt x="123949" y="5206"/>
                    <a:pt x="119399" y="90"/>
                    <a:pt x="113332" y="90"/>
                  </a:cubicBezTo>
                  <a:cubicBezTo>
                    <a:pt x="106659" y="90"/>
                    <a:pt x="104536" y="4604"/>
                    <a:pt x="102716" y="8517"/>
                  </a:cubicBezTo>
                  <a:lnTo>
                    <a:pt x="2617" y="216172"/>
                  </a:lnTo>
                  <a:cubicBezTo>
                    <a:pt x="494" y="220987"/>
                    <a:pt x="190" y="220987"/>
                    <a:pt x="190" y="223395"/>
                  </a:cubicBezTo>
                  <a:cubicBezTo>
                    <a:pt x="190" y="228812"/>
                    <a:pt x="4740" y="233928"/>
                    <a:pt x="10807" y="233928"/>
                  </a:cubicBezTo>
                  <a:cubicBezTo>
                    <a:pt x="17480" y="233928"/>
                    <a:pt x="19603" y="229414"/>
                    <a:pt x="21423" y="225502"/>
                  </a:cubicBezTo>
                  <a:lnTo>
                    <a:pt x="121522" y="1784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17E4EE18-DC00-79C4-E2C8-8A2E23475BA5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544578" y="3713225"/>
              <a:ext cx="117388" cy="134223"/>
            </a:xfrm>
            <a:custGeom>
              <a:avLst/>
              <a:gdLst>
                <a:gd name="csX0" fmla="*/ 68748 w 117388"/>
                <a:gd name="csY0" fmla="*/ 55766 h 134223"/>
                <a:gd name="csX1" fmla="*/ 48122 w 117388"/>
                <a:gd name="csY1" fmla="*/ 52155 h 134223"/>
                <a:gd name="csX2" fmla="*/ 18699 w 117388"/>
                <a:gd name="csY2" fmla="*/ 35602 h 134223"/>
                <a:gd name="csX3" fmla="*/ 57221 w 117388"/>
                <a:gd name="csY3" fmla="*/ 18448 h 134223"/>
                <a:gd name="csX4" fmla="*/ 87554 w 117388"/>
                <a:gd name="csY4" fmla="*/ 35301 h 134223"/>
                <a:gd name="csX5" fmla="*/ 97868 w 117388"/>
                <a:gd name="csY5" fmla="*/ 45534 h 134223"/>
                <a:gd name="csX6" fmla="*/ 108484 w 117388"/>
                <a:gd name="csY6" fmla="*/ 33195 h 134223"/>
                <a:gd name="csX7" fmla="*/ 108484 w 117388"/>
                <a:gd name="csY7" fmla="*/ 12429 h 134223"/>
                <a:gd name="csX8" fmla="*/ 99384 w 117388"/>
                <a:gd name="csY8" fmla="*/ 90 h 134223"/>
                <a:gd name="csX9" fmla="*/ 90284 w 117388"/>
                <a:gd name="csY9" fmla="*/ 6410 h 134223"/>
                <a:gd name="csX10" fmla="*/ 57828 w 117388"/>
                <a:gd name="csY10" fmla="*/ 90 h 134223"/>
                <a:gd name="csX11" fmla="*/ 195 w 117388"/>
                <a:gd name="csY11" fmla="*/ 35602 h 134223"/>
                <a:gd name="csX12" fmla="*/ 59951 w 117388"/>
                <a:gd name="csY12" fmla="*/ 72619 h 134223"/>
                <a:gd name="csX13" fmla="*/ 99081 w 117388"/>
                <a:gd name="csY13" fmla="*/ 94889 h 134223"/>
                <a:gd name="csX14" fmla="*/ 60255 w 117388"/>
                <a:gd name="csY14" fmla="*/ 115956 h 134223"/>
                <a:gd name="csX15" fmla="*/ 21429 w 117388"/>
                <a:gd name="csY15" fmla="*/ 89171 h 134223"/>
                <a:gd name="csX16" fmla="*/ 10812 w 117388"/>
                <a:gd name="csY16" fmla="*/ 80444 h 134223"/>
                <a:gd name="csX17" fmla="*/ 195 w 117388"/>
                <a:gd name="csY17" fmla="*/ 92783 h 134223"/>
                <a:gd name="csX18" fmla="*/ 195 w 117388"/>
                <a:gd name="csY18" fmla="*/ 121975 h 134223"/>
                <a:gd name="csX19" fmla="*/ 9295 w 117388"/>
                <a:gd name="csY19" fmla="*/ 134314 h 134223"/>
                <a:gd name="csX20" fmla="*/ 20519 w 117388"/>
                <a:gd name="csY20" fmla="*/ 122878 h 134223"/>
                <a:gd name="csX21" fmla="*/ 59951 w 117388"/>
                <a:gd name="csY21" fmla="*/ 134314 h 134223"/>
                <a:gd name="csX22" fmla="*/ 117584 w 117388"/>
                <a:gd name="csY22" fmla="*/ 94889 h 134223"/>
                <a:gd name="csX23" fmla="*/ 68748 w 117388"/>
                <a:gd name="csY23" fmla="*/ 55766 h 134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388" h="134223">
                  <a:moveTo>
                    <a:pt x="68748" y="55766"/>
                  </a:moveTo>
                  <a:cubicBezTo>
                    <a:pt x="61771" y="54562"/>
                    <a:pt x="55705" y="53659"/>
                    <a:pt x="48122" y="52155"/>
                  </a:cubicBezTo>
                  <a:cubicBezTo>
                    <a:pt x="39325" y="50951"/>
                    <a:pt x="18699" y="47339"/>
                    <a:pt x="18699" y="35602"/>
                  </a:cubicBezTo>
                  <a:cubicBezTo>
                    <a:pt x="18699" y="27778"/>
                    <a:pt x="28405" y="18448"/>
                    <a:pt x="57221" y="18448"/>
                  </a:cubicBezTo>
                  <a:cubicBezTo>
                    <a:pt x="82398" y="18448"/>
                    <a:pt x="86644" y="27477"/>
                    <a:pt x="87554" y="35301"/>
                  </a:cubicBezTo>
                  <a:cubicBezTo>
                    <a:pt x="87858" y="40417"/>
                    <a:pt x="88464" y="45534"/>
                    <a:pt x="97868" y="45534"/>
                  </a:cubicBezTo>
                  <a:cubicBezTo>
                    <a:pt x="108484" y="45534"/>
                    <a:pt x="108484" y="39214"/>
                    <a:pt x="108484" y="33195"/>
                  </a:cubicBezTo>
                  <a:lnTo>
                    <a:pt x="108484" y="12429"/>
                  </a:lnTo>
                  <a:cubicBezTo>
                    <a:pt x="108484" y="7614"/>
                    <a:pt x="108484" y="90"/>
                    <a:pt x="99384" y="90"/>
                  </a:cubicBezTo>
                  <a:cubicBezTo>
                    <a:pt x="92104" y="90"/>
                    <a:pt x="90891" y="4303"/>
                    <a:pt x="90284" y="6410"/>
                  </a:cubicBezTo>
                  <a:cubicBezTo>
                    <a:pt x="76938" y="90"/>
                    <a:pt x="63591" y="90"/>
                    <a:pt x="57828" y="90"/>
                  </a:cubicBezTo>
                  <a:cubicBezTo>
                    <a:pt x="7172" y="90"/>
                    <a:pt x="195" y="24768"/>
                    <a:pt x="195" y="35602"/>
                  </a:cubicBezTo>
                  <a:cubicBezTo>
                    <a:pt x="195" y="63290"/>
                    <a:pt x="32045" y="68406"/>
                    <a:pt x="59951" y="72619"/>
                  </a:cubicBezTo>
                  <a:cubicBezTo>
                    <a:pt x="74815" y="75027"/>
                    <a:pt x="99081" y="78939"/>
                    <a:pt x="99081" y="94889"/>
                  </a:cubicBezTo>
                  <a:cubicBezTo>
                    <a:pt x="99081" y="106025"/>
                    <a:pt x="87858" y="115956"/>
                    <a:pt x="60255" y="115956"/>
                  </a:cubicBezTo>
                  <a:cubicBezTo>
                    <a:pt x="45998" y="115956"/>
                    <a:pt x="29012" y="112646"/>
                    <a:pt x="21429" y="89171"/>
                  </a:cubicBezTo>
                  <a:cubicBezTo>
                    <a:pt x="19912" y="83754"/>
                    <a:pt x="18699" y="80444"/>
                    <a:pt x="10812" y="80444"/>
                  </a:cubicBezTo>
                  <a:cubicBezTo>
                    <a:pt x="195" y="80444"/>
                    <a:pt x="195" y="86764"/>
                    <a:pt x="195" y="92783"/>
                  </a:cubicBezTo>
                  <a:lnTo>
                    <a:pt x="195" y="121975"/>
                  </a:lnTo>
                  <a:cubicBezTo>
                    <a:pt x="195" y="126790"/>
                    <a:pt x="195" y="134314"/>
                    <a:pt x="9295" y="134314"/>
                  </a:cubicBezTo>
                  <a:cubicBezTo>
                    <a:pt x="12025" y="134314"/>
                    <a:pt x="16879" y="134013"/>
                    <a:pt x="20519" y="122878"/>
                  </a:cubicBezTo>
                  <a:cubicBezTo>
                    <a:pt x="35382" y="133712"/>
                    <a:pt x="51458" y="134314"/>
                    <a:pt x="59951" y="134314"/>
                  </a:cubicBezTo>
                  <a:cubicBezTo>
                    <a:pt x="107878" y="134314"/>
                    <a:pt x="117584" y="109335"/>
                    <a:pt x="117584" y="94889"/>
                  </a:cubicBezTo>
                  <a:cubicBezTo>
                    <a:pt x="117584" y="63591"/>
                    <a:pt x="78455" y="57271"/>
                    <a:pt x="68748" y="55766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D105D7AA-1261-2AC3-D123-0C14D36855DB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698668" y="3619931"/>
              <a:ext cx="67642" cy="300950"/>
            </a:xfrm>
            <a:custGeom>
              <a:avLst/>
              <a:gdLst>
                <a:gd name="csX0" fmla="*/ 66327 w 67642"/>
                <a:gd name="csY0" fmla="*/ 155681 h 300950"/>
                <a:gd name="csX1" fmla="*/ 67843 w 67642"/>
                <a:gd name="csY1" fmla="*/ 150565 h 300950"/>
                <a:gd name="csX2" fmla="*/ 66327 w 67642"/>
                <a:gd name="csY2" fmla="*/ 145449 h 300950"/>
                <a:gd name="csX3" fmla="*/ 13244 w 67642"/>
                <a:gd name="csY3" fmla="*/ 7012 h 300950"/>
                <a:gd name="csX4" fmla="*/ 6267 w 67642"/>
                <a:gd name="csY4" fmla="*/ 90 h 300950"/>
                <a:gd name="csX5" fmla="*/ 201 w 67642"/>
                <a:gd name="csY5" fmla="*/ 6109 h 300950"/>
                <a:gd name="csX6" fmla="*/ 1717 w 67642"/>
                <a:gd name="csY6" fmla="*/ 10924 h 300950"/>
                <a:gd name="csX7" fmla="*/ 55407 w 67642"/>
                <a:gd name="csY7" fmla="*/ 150565 h 300950"/>
                <a:gd name="csX8" fmla="*/ 1717 w 67642"/>
                <a:gd name="csY8" fmla="*/ 289604 h 300950"/>
                <a:gd name="csX9" fmla="*/ 201 w 67642"/>
                <a:gd name="csY9" fmla="*/ 295021 h 300950"/>
                <a:gd name="csX10" fmla="*/ 6267 w 67642"/>
                <a:gd name="csY10" fmla="*/ 301040 h 300950"/>
                <a:gd name="csX11" fmla="*/ 12637 w 67642"/>
                <a:gd name="csY11" fmla="*/ 295021 h 300950"/>
                <a:gd name="csX12" fmla="*/ 66327 w 67642"/>
                <a:gd name="csY12" fmla="*/ 155681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42" h="300950">
                  <a:moveTo>
                    <a:pt x="66327" y="155681"/>
                  </a:moveTo>
                  <a:cubicBezTo>
                    <a:pt x="67843" y="152070"/>
                    <a:pt x="67843" y="151468"/>
                    <a:pt x="67843" y="150565"/>
                  </a:cubicBezTo>
                  <a:cubicBezTo>
                    <a:pt x="67843" y="149662"/>
                    <a:pt x="67843" y="149060"/>
                    <a:pt x="66327" y="145449"/>
                  </a:cubicBezTo>
                  <a:lnTo>
                    <a:pt x="13244" y="7012"/>
                  </a:lnTo>
                  <a:cubicBezTo>
                    <a:pt x="11424" y="1896"/>
                    <a:pt x="9604" y="90"/>
                    <a:pt x="6267" y="90"/>
                  </a:cubicBezTo>
                  <a:cubicBezTo>
                    <a:pt x="2931" y="90"/>
                    <a:pt x="201" y="2799"/>
                    <a:pt x="201" y="6109"/>
                  </a:cubicBezTo>
                  <a:cubicBezTo>
                    <a:pt x="201" y="7012"/>
                    <a:pt x="201" y="7614"/>
                    <a:pt x="1717" y="10924"/>
                  </a:cubicBezTo>
                  <a:lnTo>
                    <a:pt x="55407" y="150565"/>
                  </a:lnTo>
                  <a:lnTo>
                    <a:pt x="1717" y="289604"/>
                  </a:lnTo>
                  <a:cubicBezTo>
                    <a:pt x="201" y="292915"/>
                    <a:pt x="201" y="293516"/>
                    <a:pt x="201" y="295021"/>
                  </a:cubicBezTo>
                  <a:cubicBezTo>
                    <a:pt x="201" y="298332"/>
                    <a:pt x="2931" y="301040"/>
                    <a:pt x="6267" y="301040"/>
                  </a:cubicBezTo>
                  <a:cubicBezTo>
                    <a:pt x="10211" y="301040"/>
                    <a:pt x="11424" y="298031"/>
                    <a:pt x="12637" y="295021"/>
                  </a:cubicBezTo>
                  <a:lnTo>
                    <a:pt x="66327" y="15568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084731DE-3FF6-D73B-CED7-F15C508A47D0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817236" y="3619931"/>
              <a:ext cx="70372" cy="300950"/>
            </a:xfrm>
            <a:custGeom>
              <a:avLst/>
              <a:gdLst>
                <a:gd name="csX0" fmla="*/ 70577 w 70372"/>
                <a:gd name="csY0" fmla="*/ 150565 h 300950"/>
                <a:gd name="csX1" fmla="*/ 50557 w 70372"/>
                <a:gd name="csY1" fmla="*/ 56669 h 300950"/>
                <a:gd name="csX2" fmla="*/ 3238 w 70372"/>
                <a:gd name="csY2" fmla="*/ 90 h 300950"/>
                <a:gd name="csX3" fmla="*/ 205 w 70372"/>
                <a:gd name="csY3" fmla="*/ 3100 h 300950"/>
                <a:gd name="csX4" fmla="*/ 5968 w 70372"/>
                <a:gd name="csY4" fmla="*/ 10022 h 300950"/>
                <a:gd name="csX5" fmla="*/ 52984 w 70372"/>
                <a:gd name="csY5" fmla="*/ 150565 h 300950"/>
                <a:gd name="csX6" fmla="*/ 4148 w 70372"/>
                <a:gd name="csY6" fmla="*/ 292915 h 300950"/>
                <a:gd name="csX7" fmla="*/ 205 w 70372"/>
                <a:gd name="csY7" fmla="*/ 298031 h 300950"/>
                <a:gd name="csX8" fmla="*/ 3238 w 70372"/>
                <a:gd name="csY8" fmla="*/ 301040 h 300950"/>
                <a:gd name="csX9" fmla="*/ 51467 w 70372"/>
                <a:gd name="csY9" fmla="*/ 242355 h 300950"/>
                <a:gd name="csX10" fmla="*/ 70577 w 70372"/>
                <a:gd name="csY10" fmla="*/ 150565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72" h="300950">
                  <a:moveTo>
                    <a:pt x="70577" y="150565"/>
                  </a:moveTo>
                  <a:cubicBezTo>
                    <a:pt x="70577" y="127091"/>
                    <a:pt x="67240" y="90676"/>
                    <a:pt x="50557" y="56669"/>
                  </a:cubicBezTo>
                  <a:cubicBezTo>
                    <a:pt x="32358" y="19652"/>
                    <a:pt x="6271" y="90"/>
                    <a:pt x="3238" y="90"/>
                  </a:cubicBezTo>
                  <a:cubicBezTo>
                    <a:pt x="1418" y="90"/>
                    <a:pt x="205" y="1294"/>
                    <a:pt x="205" y="3100"/>
                  </a:cubicBezTo>
                  <a:cubicBezTo>
                    <a:pt x="205" y="4003"/>
                    <a:pt x="205" y="4604"/>
                    <a:pt x="5968" y="10022"/>
                  </a:cubicBezTo>
                  <a:cubicBezTo>
                    <a:pt x="35694" y="39816"/>
                    <a:pt x="52984" y="87667"/>
                    <a:pt x="52984" y="150565"/>
                  </a:cubicBezTo>
                  <a:cubicBezTo>
                    <a:pt x="52984" y="202028"/>
                    <a:pt x="41761" y="254995"/>
                    <a:pt x="4148" y="292915"/>
                  </a:cubicBezTo>
                  <a:cubicBezTo>
                    <a:pt x="205" y="296526"/>
                    <a:pt x="205" y="297128"/>
                    <a:pt x="205" y="298031"/>
                  </a:cubicBezTo>
                  <a:cubicBezTo>
                    <a:pt x="205" y="299836"/>
                    <a:pt x="1418" y="301040"/>
                    <a:pt x="3238" y="301040"/>
                  </a:cubicBezTo>
                  <a:cubicBezTo>
                    <a:pt x="6271" y="301040"/>
                    <a:pt x="33571" y="280576"/>
                    <a:pt x="51467" y="242355"/>
                  </a:cubicBezTo>
                  <a:cubicBezTo>
                    <a:pt x="66937" y="209250"/>
                    <a:pt x="70577" y="175845"/>
                    <a:pt x="70577" y="150565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B921C56E-DA52-FB94-AE31-47B0361BDC7F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019151" y="3735195"/>
              <a:ext cx="201714" cy="70422"/>
            </a:xfrm>
            <a:custGeom>
              <a:avLst/>
              <a:gdLst>
                <a:gd name="csX0" fmla="*/ 191612 w 201714"/>
                <a:gd name="csY0" fmla="*/ 12128 h 70422"/>
                <a:gd name="csX1" fmla="*/ 201926 w 201714"/>
                <a:gd name="csY1" fmla="*/ 6109 h 70422"/>
                <a:gd name="csX2" fmla="*/ 191916 w 201714"/>
                <a:gd name="csY2" fmla="*/ 90 h 70422"/>
                <a:gd name="csX3" fmla="*/ 10221 w 201714"/>
                <a:gd name="csY3" fmla="*/ 90 h 70422"/>
                <a:gd name="csX4" fmla="*/ 211 w 201714"/>
                <a:gd name="csY4" fmla="*/ 6109 h 70422"/>
                <a:gd name="csX5" fmla="*/ 10524 w 201714"/>
                <a:gd name="csY5" fmla="*/ 12128 h 70422"/>
                <a:gd name="csX6" fmla="*/ 191612 w 201714"/>
                <a:gd name="csY6" fmla="*/ 12128 h 70422"/>
                <a:gd name="csX7" fmla="*/ 191916 w 201714"/>
                <a:gd name="csY7" fmla="*/ 70512 h 70422"/>
                <a:gd name="csX8" fmla="*/ 201926 w 201714"/>
                <a:gd name="csY8" fmla="*/ 64493 h 70422"/>
                <a:gd name="csX9" fmla="*/ 191612 w 201714"/>
                <a:gd name="csY9" fmla="*/ 58474 h 70422"/>
                <a:gd name="csX10" fmla="*/ 10524 w 201714"/>
                <a:gd name="csY10" fmla="*/ 58474 h 70422"/>
                <a:gd name="csX11" fmla="*/ 211 w 201714"/>
                <a:gd name="csY11" fmla="*/ 64493 h 70422"/>
                <a:gd name="csX12" fmla="*/ 10221 w 201714"/>
                <a:gd name="csY12" fmla="*/ 70512 h 70422"/>
                <a:gd name="csX13" fmla="*/ 191916 w 201714"/>
                <a:gd name="csY13" fmla="*/ 70512 h 70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1714" h="70422">
                  <a:moveTo>
                    <a:pt x="191612" y="12128"/>
                  </a:moveTo>
                  <a:cubicBezTo>
                    <a:pt x="196162" y="12128"/>
                    <a:pt x="201926" y="12128"/>
                    <a:pt x="201926" y="6109"/>
                  </a:cubicBezTo>
                  <a:cubicBezTo>
                    <a:pt x="201926" y="90"/>
                    <a:pt x="196162" y="90"/>
                    <a:pt x="191916" y="90"/>
                  </a:cubicBezTo>
                  <a:lnTo>
                    <a:pt x="10221" y="90"/>
                  </a:lnTo>
                  <a:cubicBezTo>
                    <a:pt x="5974" y="90"/>
                    <a:pt x="211" y="90"/>
                    <a:pt x="211" y="6109"/>
                  </a:cubicBezTo>
                  <a:cubicBezTo>
                    <a:pt x="211" y="12128"/>
                    <a:pt x="5974" y="12128"/>
                    <a:pt x="10524" y="12128"/>
                  </a:cubicBezTo>
                  <a:lnTo>
                    <a:pt x="191612" y="12128"/>
                  </a:lnTo>
                  <a:close/>
                  <a:moveTo>
                    <a:pt x="191916" y="70512"/>
                  </a:moveTo>
                  <a:cubicBezTo>
                    <a:pt x="196162" y="70512"/>
                    <a:pt x="201926" y="70512"/>
                    <a:pt x="201926" y="64493"/>
                  </a:cubicBezTo>
                  <a:cubicBezTo>
                    <a:pt x="201926" y="58474"/>
                    <a:pt x="196162" y="58474"/>
                    <a:pt x="191612" y="58474"/>
                  </a:cubicBezTo>
                  <a:lnTo>
                    <a:pt x="10524" y="58474"/>
                  </a:lnTo>
                  <a:cubicBezTo>
                    <a:pt x="5974" y="58474"/>
                    <a:pt x="211" y="58474"/>
                    <a:pt x="211" y="64493"/>
                  </a:cubicBezTo>
                  <a:cubicBezTo>
                    <a:pt x="211" y="70512"/>
                    <a:pt x="5974" y="70512"/>
                    <a:pt x="10221" y="70512"/>
                  </a:cubicBezTo>
                  <a:lnTo>
                    <a:pt x="191916" y="70512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AE536290-49D3-C751-18EE-CBCEDDA9F7F4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8446318" y="3376551"/>
              <a:ext cx="208933" cy="95009"/>
            </a:xfrm>
            <a:custGeom>
              <a:avLst/>
              <a:gdLst>
                <a:gd name="csX0" fmla="*/ 106603 w 208933"/>
                <a:gd name="csY0" fmla="*/ 35259 h 95009"/>
                <a:gd name="csX1" fmla="*/ 83884 w 208933"/>
                <a:gd name="csY1" fmla="*/ 12928 h 95009"/>
                <a:gd name="csX2" fmla="*/ 45664 w 208933"/>
                <a:gd name="csY2" fmla="*/ 78 h 95009"/>
                <a:gd name="csX3" fmla="*/ 225 w 208933"/>
                <a:gd name="csY3" fmla="*/ 47688 h 95009"/>
                <a:gd name="csX4" fmla="*/ 45027 w 208933"/>
                <a:gd name="csY4" fmla="*/ 95088 h 95009"/>
                <a:gd name="csX5" fmla="*/ 102781 w 208933"/>
                <a:gd name="csY5" fmla="*/ 59907 h 95009"/>
                <a:gd name="csX6" fmla="*/ 125500 w 208933"/>
                <a:gd name="csY6" fmla="*/ 82237 h 95009"/>
                <a:gd name="csX7" fmla="*/ 163720 w 208933"/>
                <a:gd name="csY7" fmla="*/ 95088 h 95009"/>
                <a:gd name="csX8" fmla="*/ 209159 w 208933"/>
                <a:gd name="csY8" fmla="*/ 47477 h 95009"/>
                <a:gd name="csX9" fmla="*/ 164357 w 208933"/>
                <a:gd name="csY9" fmla="*/ 78 h 95009"/>
                <a:gd name="csX10" fmla="*/ 106603 w 208933"/>
                <a:gd name="csY10" fmla="*/ 35259 h 95009"/>
                <a:gd name="csX11" fmla="*/ 113398 w 208933"/>
                <a:gd name="csY11" fmla="*/ 43053 h 95009"/>
                <a:gd name="csX12" fmla="*/ 166268 w 208933"/>
                <a:gd name="csY12" fmla="*/ 8083 h 95009"/>
                <a:gd name="csX13" fmla="*/ 203214 w 208933"/>
                <a:gd name="csY13" fmla="*/ 47477 h 95009"/>
                <a:gd name="csX14" fmla="*/ 167117 w 208933"/>
                <a:gd name="csY14" fmla="*/ 83501 h 95009"/>
                <a:gd name="csX15" fmla="*/ 113398 w 208933"/>
                <a:gd name="csY15" fmla="*/ 43053 h 95009"/>
                <a:gd name="csX16" fmla="*/ 95986 w 208933"/>
                <a:gd name="csY16" fmla="*/ 52112 h 95009"/>
                <a:gd name="csX17" fmla="*/ 43116 w 208933"/>
                <a:gd name="csY17" fmla="*/ 87082 h 95009"/>
                <a:gd name="csX18" fmla="*/ 6171 w 208933"/>
                <a:gd name="csY18" fmla="*/ 47688 h 95009"/>
                <a:gd name="csX19" fmla="*/ 42267 w 208933"/>
                <a:gd name="csY19" fmla="*/ 11664 h 95009"/>
                <a:gd name="csX20" fmla="*/ 95986 w 208933"/>
                <a:gd name="csY20" fmla="*/ 52112 h 950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08933" h="95009">
                  <a:moveTo>
                    <a:pt x="106603" y="35259"/>
                  </a:moveTo>
                  <a:cubicBezTo>
                    <a:pt x="95349" y="22198"/>
                    <a:pt x="91952" y="18616"/>
                    <a:pt x="83884" y="12928"/>
                  </a:cubicBezTo>
                  <a:cubicBezTo>
                    <a:pt x="70931" y="3659"/>
                    <a:pt x="57342" y="78"/>
                    <a:pt x="45664" y="78"/>
                  </a:cubicBezTo>
                  <a:cubicBezTo>
                    <a:pt x="19335" y="78"/>
                    <a:pt x="225" y="22408"/>
                    <a:pt x="225" y="47688"/>
                  </a:cubicBezTo>
                  <a:cubicBezTo>
                    <a:pt x="225" y="72336"/>
                    <a:pt x="18486" y="95088"/>
                    <a:pt x="45027" y="95088"/>
                  </a:cubicBezTo>
                  <a:cubicBezTo>
                    <a:pt x="74541" y="95088"/>
                    <a:pt x="95137" y="71072"/>
                    <a:pt x="102781" y="59907"/>
                  </a:cubicBezTo>
                  <a:cubicBezTo>
                    <a:pt x="114035" y="72968"/>
                    <a:pt x="117432" y="76549"/>
                    <a:pt x="125500" y="82237"/>
                  </a:cubicBezTo>
                  <a:cubicBezTo>
                    <a:pt x="138453" y="91506"/>
                    <a:pt x="152042" y="95088"/>
                    <a:pt x="163720" y="95088"/>
                  </a:cubicBezTo>
                  <a:cubicBezTo>
                    <a:pt x="190049" y="95088"/>
                    <a:pt x="209159" y="72757"/>
                    <a:pt x="209159" y="47477"/>
                  </a:cubicBezTo>
                  <a:cubicBezTo>
                    <a:pt x="209159" y="22830"/>
                    <a:pt x="190898" y="78"/>
                    <a:pt x="164357" y="78"/>
                  </a:cubicBezTo>
                  <a:cubicBezTo>
                    <a:pt x="134843" y="78"/>
                    <a:pt x="114247" y="24094"/>
                    <a:pt x="106603" y="35259"/>
                  </a:cubicBezTo>
                  <a:close/>
                  <a:moveTo>
                    <a:pt x="113398" y="43053"/>
                  </a:moveTo>
                  <a:cubicBezTo>
                    <a:pt x="121891" y="29360"/>
                    <a:pt x="140364" y="8083"/>
                    <a:pt x="166268" y="8083"/>
                  </a:cubicBezTo>
                  <a:cubicBezTo>
                    <a:pt x="188138" y="8083"/>
                    <a:pt x="203214" y="27253"/>
                    <a:pt x="203214" y="47477"/>
                  </a:cubicBezTo>
                  <a:cubicBezTo>
                    <a:pt x="203214" y="67701"/>
                    <a:pt x="186652" y="83501"/>
                    <a:pt x="167117" y="83501"/>
                  </a:cubicBezTo>
                  <a:cubicBezTo>
                    <a:pt x="147371" y="83501"/>
                    <a:pt x="133781" y="67491"/>
                    <a:pt x="113398" y="43053"/>
                  </a:cubicBezTo>
                  <a:close/>
                  <a:moveTo>
                    <a:pt x="95986" y="52112"/>
                  </a:moveTo>
                  <a:cubicBezTo>
                    <a:pt x="87493" y="65805"/>
                    <a:pt x="69020" y="87082"/>
                    <a:pt x="43116" y="87082"/>
                  </a:cubicBezTo>
                  <a:cubicBezTo>
                    <a:pt x="21246" y="87082"/>
                    <a:pt x="6171" y="67912"/>
                    <a:pt x="6171" y="47688"/>
                  </a:cubicBezTo>
                  <a:cubicBezTo>
                    <a:pt x="6171" y="27464"/>
                    <a:pt x="22732" y="11664"/>
                    <a:pt x="42267" y="11664"/>
                  </a:cubicBezTo>
                  <a:cubicBezTo>
                    <a:pt x="62014" y="11664"/>
                    <a:pt x="75603" y="27675"/>
                    <a:pt x="95986" y="52112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A826A1A9-5F3D-C353-B9BB-A4281D7FE86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8348794" y="3559739"/>
              <a:ext cx="403731" cy="421330"/>
            </a:xfrm>
            <a:custGeom>
              <a:avLst/>
              <a:gdLst>
                <a:gd name="csX0" fmla="*/ 367251 w 403731"/>
                <a:gd name="csY0" fmla="*/ 421411 h 421330"/>
                <a:gd name="csX1" fmla="*/ 403954 w 403731"/>
                <a:gd name="csY1" fmla="*/ 325107 h 421330"/>
                <a:gd name="csX2" fmla="*/ 396371 w 403731"/>
                <a:gd name="csY2" fmla="*/ 325107 h 421330"/>
                <a:gd name="csX3" fmla="*/ 317505 w 403731"/>
                <a:gd name="csY3" fmla="*/ 385899 h 421330"/>
                <a:gd name="csX4" fmla="*/ 223169 w 403731"/>
                <a:gd name="csY4" fmla="*/ 395228 h 421330"/>
                <a:gd name="csX5" fmla="*/ 40262 w 403731"/>
                <a:gd name="csY5" fmla="*/ 395228 h 421330"/>
                <a:gd name="csX6" fmla="*/ 194656 w 403731"/>
                <a:gd name="csY6" fmla="*/ 215561 h 421330"/>
                <a:gd name="csX7" fmla="*/ 197386 w 403731"/>
                <a:gd name="csY7" fmla="*/ 210746 h 421330"/>
                <a:gd name="csX8" fmla="*/ 195263 w 403731"/>
                <a:gd name="csY8" fmla="*/ 206231 h 421330"/>
                <a:gd name="csX9" fmla="*/ 53911 w 403731"/>
                <a:gd name="csY9" fmla="*/ 14526 h 421330"/>
                <a:gd name="csX10" fmla="*/ 220136 w 403731"/>
                <a:gd name="csY10" fmla="*/ 14526 h 421330"/>
                <a:gd name="csX11" fmla="*/ 291115 w 403731"/>
                <a:gd name="csY11" fmla="*/ 19342 h 421330"/>
                <a:gd name="csX12" fmla="*/ 357848 w 403731"/>
                <a:gd name="csY12" fmla="*/ 41913 h 421330"/>
                <a:gd name="csX13" fmla="*/ 396371 w 403731"/>
                <a:gd name="csY13" fmla="*/ 84648 h 421330"/>
                <a:gd name="csX14" fmla="*/ 403954 w 403731"/>
                <a:gd name="csY14" fmla="*/ 84648 h 421330"/>
                <a:gd name="csX15" fmla="*/ 367251 w 403731"/>
                <a:gd name="csY15" fmla="*/ 81 h 421330"/>
                <a:gd name="csX16" fmla="*/ 8715 w 403731"/>
                <a:gd name="csY16" fmla="*/ 81 h 421330"/>
                <a:gd name="csX17" fmla="*/ 525 w 403731"/>
                <a:gd name="csY17" fmla="*/ 2187 h 421330"/>
                <a:gd name="csX18" fmla="*/ 222 w 403731"/>
                <a:gd name="csY18" fmla="*/ 12119 h 421330"/>
                <a:gd name="csX19" fmla="*/ 160683 w 403731"/>
                <a:gd name="csY19" fmla="*/ 230007 h 421330"/>
                <a:gd name="csX20" fmla="*/ 3559 w 403731"/>
                <a:gd name="csY20" fmla="*/ 412683 h 421330"/>
                <a:gd name="csX21" fmla="*/ 525 w 403731"/>
                <a:gd name="csY21" fmla="*/ 418100 h 421330"/>
                <a:gd name="csX22" fmla="*/ 8715 w 403731"/>
                <a:gd name="csY22" fmla="*/ 421411 h 421330"/>
                <a:gd name="csX23" fmla="*/ 367251 w 403731"/>
                <a:gd name="csY23" fmla="*/ 421411 h 42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3731" h="421330">
                  <a:moveTo>
                    <a:pt x="367251" y="421411"/>
                  </a:moveTo>
                  <a:lnTo>
                    <a:pt x="403954" y="325107"/>
                  </a:lnTo>
                  <a:lnTo>
                    <a:pt x="396371" y="325107"/>
                  </a:lnTo>
                  <a:cubicBezTo>
                    <a:pt x="384541" y="356406"/>
                    <a:pt x="352388" y="376870"/>
                    <a:pt x="317505" y="385899"/>
                  </a:cubicBezTo>
                  <a:cubicBezTo>
                    <a:pt x="311135" y="387403"/>
                    <a:pt x="281409" y="395228"/>
                    <a:pt x="223169" y="395228"/>
                  </a:cubicBezTo>
                  <a:lnTo>
                    <a:pt x="40262" y="395228"/>
                  </a:lnTo>
                  <a:lnTo>
                    <a:pt x="194656" y="215561"/>
                  </a:lnTo>
                  <a:cubicBezTo>
                    <a:pt x="196780" y="213153"/>
                    <a:pt x="197386" y="212250"/>
                    <a:pt x="197386" y="210746"/>
                  </a:cubicBezTo>
                  <a:cubicBezTo>
                    <a:pt x="197386" y="210144"/>
                    <a:pt x="197386" y="209241"/>
                    <a:pt x="195263" y="206231"/>
                  </a:cubicBezTo>
                  <a:lnTo>
                    <a:pt x="53911" y="14526"/>
                  </a:lnTo>
                  <a:lnTo>
                    <a:pt x="220136" y="14526"/>
                  </a:lnTo>
                  <a:cubicBezTo>
                    <a:pt x="260782" y="14526"/>
                    <a:pt x="288385" y="18740"/>
                    <a:pt x="291115" y="19342"/>
                  </a:cubicBezTo>
                  <a:cubicBezTo>
                    <a:pt x="307495" y="21749"/>
                    <a:pt x="333885" y="26865"/>
                    <a:pt x="357848" y="41913"/>
                  </a:cubicBezTo>
                  <a:cubicBezTo>
                    <a:pt x="365431" y="46728"/>
                    <a:pt x="386057" y="60271"/>
                    <a:pt x="396371" y="84648"/>
                  </a:cubicBezTo>
                  <a:lnTo>
                    <a:pt x="403954" y="84648"/>
                  </a:lnTo>
                  <a:lnTo>
                    <a:pt x="367251" y="81"/>
                  </a:lnTo>
                  <a:lnTo>
                    <a:pt x="8715" y="81"/>
                  </a:lnTo>
                  <a:cubicBezTo>
                    <a:pt x="1739" y="81"/>
                    <a:pt x="1435" y="382"/>
                    <a:pt x="525" y="2187"/>
                  </a:cubicBezTo>
                  <a:cubicBezTo>
                    <a:pt x="222" y="3090"/>
                    <a:pt x="222" y="8808"/>
                    <a:pt x="222" y="12119"/>
                  </a:cubicBezTo>
                  <a:lnTo>
                    <a:pt x="160683" y="230007"/>
                  </a:lnTo>
                  <a:lnTo>
                    <a:pt x="3559" y="412683"/>
                  </a:lnTo>
                  <a:cubicBezTo>
                    <a:pt x="525" y="416295"/>
                    <a:pt x="525" y="417799"/>
                    <a:pt x="525" y="418100"/>
                  </a:cubicBezTo>
                  <a:cubicBezTo>
                    <a:pt x="525" y="421411"/>
                    <a:pt x="3255" y="421411"/>
                    <a:pt x="8715" y="421411"/>
                  </a:cubicBezTo>
                  <a:lnTo>
                    <a:pt x="367251" y="42141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A09D0FC7-BDA1-7606-0065-3022A9AD33CF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332324" y="4104184"/>
              <a:ext cx="129734" cy="95009"/>
            </a:xfrm>
            <a:custGeom>
              <a:avLst/>
              <a:gdLst>
                <a:gd name="csX0" fmla="*/ 16147 w 129734"/>
                <a:gd name="csY0" fmla="*/ 79733 h 95009"/>
                <a:gd name="csX1" fmla="*/ 14023 w 129734"/>
                <a:gd name="csY1" fmla="*/ 88370 h 95009"/>
                <a:gd name="csX2" fmla="*/ 21242 w 129734"/>
                <a:gd name="csY2" fmla="*/ 95112 h 95009"/>
                <a:gd name="csX3" fmla="*/ 29523 w 129734"/>
                <a:gd name="csY3" fmla="*/ 90477 h 95009"/>
                <a:gd name="csX4" fmla="*/ 33345 w 129734"/>
                <a:gd name="csY4" fmla="*/ 77416 h 95009"/>
                <a:gd name="csX5" fmla="*/ 38017 w 129734"/>
                <a:gd name="csY5" fmla="*/ 58456 h 95009"/>
                <a:gd name="csX6" fmla="*/ 41626 w 129734"/>
                <a:gd name="csY6" fmla="*/ 44341 h 95009"/>
                <a:gd name="csX7" fmla="*/ 50544 w 129734"/>
                <a:gd name="csY7" fmla="*/ 25382 h 95009"/>
                <a:gd name="csX8" fmla="*/ 82394 w 129734"/>
                <a:gd name="csY8" fmla="*/ 6000 h 95009"/>
                <a:gd name="csX9" fmla="*/ 94921 w 129734"/>
                <a:gd name="csY9" fmla="*/ 20747 h 95009"/>
                <a:gd name="csX10" fmla="*/ 82394 w 129734"/>
                <a:gd name="csY10" fmla="*/ 65619 h 95009"/>
                <a:gd name="csX11" fmla="*/ 79209 w 129734"/>
                <a:gd name="csY11" fmla="*/ 76995 h 95009"/>
                <a:gd name="csX12" fmla="*/ 99380 w 129734"/>
                <a:gd name="csY12" fmla="*/ 95112 h 95009"/>
                <a:gd name="csX13" fmla="*/ 129956 w 129734"/>
                <a:gd name="csY13" fmla="*/ 62880 h 95009"/>
                <a:gd name="csX14" fmla="*/ 126559 w 129734"/>
                <a:gd name="csY14" fmla="*/ 60141 h 95009"/>
                <a:gd name="csX15" fmla="*/ 122524 w 129734"/>
                <a:gd name="csY15" fmla="*/ 63723 h 95009"/>
                <a:gd name="csX16" fmla="*/ 100017 w 129734"/>
                <a:gd name="csY16" fmla="*/ 89213 h 95009"/>
                <a:gd name="csX17" fmla="*/ 94709 w 129734"/>
                <a:gd name="csY17" fmla="*/ 81840 h 95009"/>
                <a:gd name="csX18" fmla="*/ 99593 w 129734"/>
                <a:gd name="csY18" fmla="*/ 64776 h 95009"/>
                <a:gd name="csX19" fmla="*/ 110846 w 129734"/>
                <a:gd name="csY19" fmla="*/ 24118 h 95009"/>
                <a:gd name="csX20" fmla="*/ 83243 w 129734"/>
                <a:gd name="csY20" fmla="*/ 102 h 95009"/>
                <a:gd name="csX21" fmla="*/ 47359 w 129734"/>
                <a:gd name="csY21" fmla="*/ 19272 h 95009"/>
                <a:gd name="csX22" fmla="*/ 24640 w 129734"/>
                <a:gd name="csY22" fmla="*/ 102 h 95009"/>
                <a:gd name="csX23" fmla="*/ 7866 w 129734"/>
                <a:gd name="csY23" fmla="*/ 11478 h 95009"/>
                <a:gd name="csX24" fmla="*/ 222 w 129734"/>
                <a:gd name="csY24" fmla="*/ 32334 h 95009"/>
                <a:gd name="csX25" fmla="*/ 3831 w 129734"/>
                <a:gd name="csY25" fmla="*/ 35072 h 95009"/>
                <a:gd name="csX26" fmla="*/ 8503 w 129734"/>
                <a:gd name="csY26" fmla="*/ 28752 h 95009"/>
                <a:gd name="csX27" fmla="*/ 24003 w 129734"/>
                <a:gd name="csY27" fmla="*/ 6000 h 95009"/>
                <a:gd name="csX28" fmla="*/ 31010 w 129734"/>
                <a:gd name="csY28" fmla="*/ 16323 h 95009"/>
                <a:gd name="csX29" fmla="*/ 27612 w 129734"/>
                <a:gd name="csY29" fmla="*/ 33808 h 95009"/>
                <a:gd name="csX30" fmla="*/ 22941 w 129734"/>
                <a:gd name="csY30" fmla="*/ 52768 h 95009"/>
                <a:gd name="csX31" fmla="*/ 16147 w 129734"/>
                <a:gd name="csY31" fmla="*/ 79733 h 950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34" h="95009">
                  <a:moveTo>
                    <a:pt x="16147" y="79733"/>
                  </a:moveTo>
                  <a:cubicBezTo>
                    <a:pt x="15297" y="82472"/>
                    <a:pt x="14023" y="87738"/>
                    <a:pt x="14023" y="88370"/>
                  </a:cubicBezTo>
                  <a:cubicBezTo>
                    <a:pt x="14023" y="93005"/>
                    <a:pt x="17845" y="95112"/>
                    <a:pt x="21242" y="95112"/>
                  </a:cubicBezTo>
                  <a:cubicBezTo>
                    <a:pt x="25064" y="95112"/>
                    <a:pt x="28462" y="92373"/>
                    <a:pt x="29523" y="90477"/>
                  </a:cubicBezTo>
                  <a:cubicBezTo>
                    <a:pt x="30585" y="88581"/>
                    <a:pt x="32284" y="81840"/>
                    <a:pt x="33345" y="77416"/>
                  </a:cubicBezTo>
                  <a:cubicBezTo>
                    <a:pt x="34407" y="73413"/>
                    <a:pt x="36743" y="63723"/>
                    <a:pt x="38017" y="58456"/>
                  </a:cubicBezTo>
                  <a:cubicBezTo>
                    <a:pt x="39291" y="53821"/>
                    <a:pt x="40565" y="49187"/>
                    <a:pt x="41626" y="44341"/>
                  </a:cubicBezTo>
                  <a:cubicBezTo>
                    <a:pt x="43962" y="35704"/>
                    <a:pt x="44387" y="34019"/>
                    <a:pt x="50544" y="25382"/>
                  </a:cubicBezTo>
                  <a:cubicBezTo>
                    <a:pt x="56489" y="16955"/>
                    <a:pt x="66469" y="6000"/>
                    <a:pt x="82394" y="6000"/>
                  </a:cubicBezTo>
                  <a:cubicBezTo>
                    <a:pt x="94709" y="6000"/>
                    <a:pt x="94921" y="16744"/>
                    <a:pt x="94921" y="20747"/>
                  </a:cubicBezTo>
                  <a:cubicBezTo>
                    <a:pt x="94921" y="33387"/>
                    <a:pt x="85791" y="56771"/>
                    <a:pt x="82394" y="65619"/>
                  </a:cubicBezTo>
                  <a:cubicBezTo>
                    <a:pt x="80058" y="71517"/>
                    <a:pt x="79209" y="73413"/>
                    <a:pt x="79209" y="76995"/>
                  </a:cubicBezTo>
                  <a:cubicBezTo>
                    <a:pt x="79209" y="88160"/>
                    <a:pt x="88551" y="95112"/>
                    <a:pt x="99380" y="95112"/>
                  </a:cubicBezTo>
                  <a:cubicBezTo>
                    <a:pt x="120613" y="95112"/>
                    <a:pt x="129956" y="66040"/>
                    <a:pt x="129956" y="62880"/>
                  </a:cubicBezTo>
                  <a:cubicBezTo>
                    <a:pt x="129956" y="60141"/>
                    <a:pt x="127196" y="60141"/>
                    <a:pt x="126559" y="60141"/>
                  </a:cubicBezTo>
                  <a:cubicBezTo>
                    <a:pt x="123586" y="60141"/>
                    <a:pt x="123374" y="61405"/>
                    <a:pt x="122524" y="63723"/>
                  </a:cubicBezTo>
                  <a:cubicBezTo>
                    <a:pt x="117641" y="80576"/>
                    <a:pt x="108510" y="89213"/>
                    <a:pt x="100017" y="89213"/>
                  </a:cubicBezTo>
                  <a:cubicBezTo>
                    <a:pt x="95558" y="89213"/>
                    <a:pt x="94709" y="86264"/>
                    <a:pt x="94709" y="81840"/>
                  </a:cubicBezTo>
                  <a:cubicBezTo>
                    <a:pt x="94709" y="76995"/>
                    <a:pt x="95771" y="74256"/>
                    <a:pt x="99593" y="64776"/>
                  </a:cubicBezTo>
                  <a:cubicBezTo>
                    <a:pt x="102141" y="58245"/>
                    <a:pt x="110846" y="35915"/>
                    <a:pt x="110846" y="24118"/>
                  </a:cubicBezTo>
                  <a:cubicBezTo>
                    <a:pt x="110846" y="3683"/>
                    <a:pt x="94497" y="102"/>
                    <a:pt x="83243" y="102"/>
                  </a:cubicBezTo>
                  <a:cubicBezTo>
                    <a:pt x="65620" y="102"/>
                    <a:pt x="53729" y="10846"/>
                    <a:pt x="47359" y="19272"/>
                  </a:cubicBezTo>
                  <a:cubicBezTo>
                    <a:pt x="45873" y="4736"/>
                    <a:pt x="33345" y="102"/>
                    <a:pt x="24640" y="102"/>
                  </a:cubicBezTo>
                  <a:cubicBezTo>
                    <a:pt x="15510" y="102"/>
                    <a:pt x="10626" y="6632"/>
                    <a:pt x="7866" y="11478"/>
                  </a:cubicBezTo>
                  <a:cubicBezTo>
                    <a:pt x="3194" y="19272"/>
                    <a:pt x="222" y="31280"/>
                    <a:pt x="222" y="32334"/>
                  </a:cubicBezTo>
                  <a:cubicBezTo>
                    <a:pt x="222" y="35072"/>
                    <a:pt x="3194" y="35072"/>
                    <a:pt x="3831" y="35072"/>
                  </a:cubicBezTo>
                  <a:cubicBezTo>
                    <a:pt x="6804" y="35072"/>
                    <a:pt x="7016" y="34440"/>
                    <a:pt x="8503" y="28752"/>
                  </a:cubicBezTo>
                  <a:cubicBezTo>
                    <a:pt x="11688" y="16323"/>
                    <a:pt x="15722" y="6000"/>
                    <a:pt x="24003" y="6000"/>
                  </a:cubicBezTo>
                  <a:cubicBezTo>
                    <a:pt x="29523" y="6000"/>
                    <a:pt x="31010" y="10635"/>
                    <a:pt x="31010" y="16323"/>
                  </a:cubicBezTo>
                  <a:cubicBezTo>
                    <a:pt x="31010" y="20326"/>
                    <a:pt x="29099" y="28120"/>
                    <a:pt x="27612" y="33808"/>
                  </a:cubicBezTo>
                  <a:cubicBezTo>
                    <a:pt x="26126" y="39496"/>
                    <a:pt x="24003" y="48133"/>
                    <a:pt x="22941" y="52768"/>
                  </a:cubicBezTo>
                  <a:lnTo>
                    <a:pt x="16147" y="7973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005F9F7E-4679-194C-E5B9-2A0C9DD59AFE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487154" y="4115981"/>
              <a:ext cx="156275" cy="56668"/>
            </a:xfrm>
            <a:custGeom>
              <a:avLst/>
              <a:gdLst>
                <a:gd name="csX0" fmla="*/ 148434 w 156275"/>
                <a:gd name="csY0" fmla="*/ 10424 h 56668"/>
                <a:gd name="csX1" fmla="*/ 156502 w 156275"/>
                <a:gd name="csY1" fmla="*/ 5158 h 56668"/>
                <a:gd name="csX2" fmla="*/ 148646 w 156275"/>
                <a:gd name="csY2" fmla="*/ 102 h 56668"/>
                <a:gd name="csX3" fmla="*/ 8083 w 156275"/>
                <a:gd name="csY3" fmla="*/ 102 h 56668"/>
                <a:gd name="csX4" fmla="*/ 227 w 156275"/>
                <a:gd name="csY4" fmla="*/ 5158 h 56668"/>
                <a:gd name="csX5" fmla="*/ 8295 w 156275"/>
                <a:gd name="csY5" fmla="*/ 10424 h 56668"/>
                <a:gd name="csX6" fmla="*/ 148434 w 156275"/>
                <a:gd name="csY6" fmla="*/ 10424 h 56668"/>
                <a:gd name="csX7" fmla="*/ 148646 w 156275"/>
                <a:gd name="csY7" fmla="*/ 56771 h 56668"/>
                <a:gd name="csX8" fmla="*/ 156502 w 156275"/>
                <a:gd name="csY8" fmla="*/ 51715 h 56668"/>
                <a:gd name="csX9" fmla="*/ 148434 w 156275"/>
                <a:gd name="csY9" fmla="*/ 46448 h 56668"/>
                <a:gd name="csX10" fmla="*/ 8295 w 156275"/>
                <a:gd name="csY10" fmla="*/ 46448 h 56668"/>
                <a:gd name="csX11" fmla="*/ 227 w 156275"/>
                <a:gd name="csY11" fmla="*/ 51715 h 56668"/>
                <a:gd name="csX12" fmla="*/ 8083 w 156275"/>
                <a:gd name="csY12" fmla="*/ 56771 h 56668"/>
                <a:gd name="csX13" fmla="*/ 148646 w 156275"/>
                <a:gd name="csY13" fmla="*/ 56771 h 56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6275" h="56668">
                  <a:moveTo>
                    <a:pt x="148434" y="10424"/>
                  </a:moveTo>
                  <a:cubicBezTo>
                    <a:pt x="151619" y="10424"/>
                    <a:pt x="156502" y="10424"/>
                    <a:pt x="156502" y="5158"/>
                  </a:cubicBezTo>
                  <a:cubicBezTo>
                    <a:pt x="156502" y="102"/>
                    <a:pt x="151406" y="102"/>
                    <a:pt x="148646" y="102"/>
                  </a:cubicBezTo>
                  <a:lnTo>
                    <a:pt x="8083" y="102"/>
                  </a:lnTo>
                  <a:cubicBezTo>
                    <a:pt x="5323" y="102"/>
                    <a:pt x="227" y="102"/>
                    <a:pt x="227" y="5158"/>
                  </a:cubicBezTo>
                  <a:cubicBezTo>
                    <a:pt x="227" y="10424"/>
                    <a:pt x="5110" y="10424"/>
                    <a:pt x="8295" y="10424"/>
                  </a:cubicBezTo>
                  <a:lnTo>
                    <a:pt x="148434" y="10424"/>
                  </a:lnTo>
                  <a:close/>
                  <a:moveTo>
                    <a:pt x="148646" y="56771"/>
                  </a:moveTo>
                  <a:cubicBezTo>
                    <a:pt x="151406" y="56771"/>
                    <a:pt x="156502" y="56771"/>
                    <a:pt x="156502" y="51715"/>
                  </a:cubicBezTo>
                  <a:cubicBezTo>
                    <a:pt x="156502" y="46448"/>
                    <a:pt x="151619" y="46448"/>
                    <a:pt x="148434" y="46448"/>
                  </a:cubicBezTo>
                  <a:lnTo>
                    <a:pt x="8295" y="46448"/>
                  </a:lnTo>
                  <a:cubicBezTo>
                    <a:pt x="5110" y="46448"/>
                    <a:pt x="227" y="46448"/>
                    <a:pt x="227" y="51715"/>
                  </a:cubicBezTo>
                  <a:cubicBezTo>
                    <a:pt x="227" y="56771"/>
                    <a:pt x="5323" y="56771"/>
                    <a:pt x="8083" y="56771"/>
                  </a:cubicBezTo>
                  <a:lnTo>
                    <a:pt x="148646" y="5677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169191D6-7869-897B-A872-E1ED18300A29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8681647" y="4057206"/>
              <a:ext cx="77288" cy="139881"/>
            </a:xfrm>
            <a:custGeom>
              <a:avLst/>
              <a:gdLst>
                <a:gd name="csX0" fmla="*/ 48220 w 77288"/>
                <a:gd name="csY0" fmla="*/ 6000 h 139881"/>
                <a:gd name="csX1" fmla="*/ 41850 w 77288"/>
                <a:gd name="csY1" fmla="*/ 102 h 139881"/>
                <a:gd name="csX2" fmla="*/ 233 w 77288"/>
                <a:gd name="csY2" fmla="*/ 13584 h 139881"/>
                <a:gd name="csX3" fmla="*/ 233 w 77288"/>
                <a:gd name="csY3" fmla="*/ 21168 h 139881"/>
                <a:gd name="csX4" fmla="*/ 31021 w 77288"/>
                <a:gd name="csY4" fmla="*/ 15270 h 139881"/>
                <a:gd name="csX5" fmla="*/ 31021 w 77288"/>
                <a:gd name="csY5" fmla="*/ 122709 h 139881"/>
                <a:gd name="csX6" fmla="*/ 9788 w 77288"/>
                <a:gd name="csY6" fmla="*/ 132399 h 139881"/>
                <a:gd name="csX7" fmla="*/ 1719 w 77288"/>
                <a:gd name="csY7" fmla="*/ 132399 h 139881"/>
                <a:gd name="csX8" fmla="*/ 1719 w 77288"/>
                <a:gd name="csY8" fmla="*/ 139983 h 139881"/>
                <a:gd name="csX9" fmla="*/ 39514 w 77288"/>
                <a:gd name="csY9" fmla="*/ 139141 h 139881"/>
                <a:gd name="csX10" fmla="*/ 77521 w 77288"/>
                <a:gd name="csY10" fmla="*/ 139983 h 139881"/>
                <a:gd name="csX11" fmla="*/ 77521 w 77288"/>
                <a:gd name="csY11" fmla="*/ 132399 h 139881"/>
                <a:gd name="csX12" fmla="*/ 69453 w 77288"/>
                <a:gd name="csY12" fmla="*/ 132399 h 139881"/>
                <a:gd name="csX13" fmla="*/ 48220 w 77288"/>
                <a:gd name="csY13" fmla="*/ 122709 h 139881"/>
                <a:gd name="csX14" fmla="*/ 48220 w 77288"/>
                <a:gd name="csY14" fmla="*/ 6000 h 139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288" h="139881">
                  <a:moveTo>
                    <a:pt x="48220" y="6000"/>
                  </a:moveTo>
                  <a:cubicBezTo>
                    <a:pt x="48220" y="312"/>
                    <a:pt x="47795" y="102"/>
                    <a:pt x="41850" y="102"/>
                  </a:cubicBezTo>
                  <a:cubicBezTo>
                    <a:pt x="28260" y="13374"/>
                    <a:pt x="8938" y="13584"/>
                    <a:pt x="233" y="13584"/>
                  </a:cubicBezTo>
                  <a:lnTo>
                    <a:pt x="233" y="21168"/>
                  </a:lnTo>
                  <a:cubicBezTo>
                    <a:pt x="5329" y="21168"/>
                    <a:pt x="19343" y="21168"/>
                    <a:pt x="31021" y="15270"/>
                  </a:cubicBezTo>
                  <a:lnTo>
                    <a:pt x="31021" y="122709"/>
                  </a:lnTo>
                  <a:cubicBezTo>
                    <a:pt x="31021" y="129661"/>
                    <a:pt x="31021" y="132399"/>
                    <a:pt x="9788" y="132399"/>
                  </a:cubicBezTo>
                  <a:lnTo>
                    <a:pt x="1719" y="132399"/>
                  </a:lnTo>
                  <a:lnTo>
                    <a:pt x="1719" y="139983"/>
                  </a:lnTo>
                  <a:cubicBezTo>
                    <a:pt x="5541" y="139773"/>
                    <a:pt x="31658" y="139141"/>
                    <a:pt x="39514" y="139141"/>
                  </a:cubicBezTo>
                  <a:cubicBezTo>
                    <a:pt x="46096" y="139141"/>
                    <a:pt x="72850" y="139773"/>
                    <a:pt x="77521" y="139983"/>
                  </a:cubicBezTo>
                  <a:lnTo>
                    <a:pt x="77521" y="132399"/>
                  </a:lnTo>
                  <a:lnTo>
                    <a:pt x="69453" y="132399"/>
                  </a:lnTo>
                  <a:cubicBezTo>
                    <a:pt x="48220" y="132399"/>
                    <a:pt x="48220" y="129661"/>
                    <a:pt x="48220" y="122709"/>
                  </a:cubicBezTo>
                  <a:lnTo>
                    <a:pt x="48220" y="6000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6C5293E2-ADCC-1E11-FF57-5E9905DD8A02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8856894" y="3559739"/>
              <a:ext cx="403731" cy="421330"/>
            </a:xfrm>
            <a:custGeom>
              <a:avLst/>
              <a:gdLst>
                <a:gd name="csX0" fmla="*/ 367268 w 403731"/>
                <a:gd name="csY0" fmla="*/ 421411 h 421330"/>
                <a:gd name="csX1" fmla="*/ 403971 w 403731"/>
                <a:gd name="csY1" fmla="*/ 325107 h 421330"/>
                <a:gd name="csX2" fmla="*/ 396387 w 403731"/>
                <a:gd name="csY2" fmla="*/ 325107 h 421330"/>
                <a:gd name="csX3" fmla="*/ 317522 w 403731"/>
                <a:gd name="csY3" fmla="*/ 385899 h 421330"/>
                <a:gd name="csX4" fmla="*/ 223186 w 403731"/>
                <a:gd name="csY4" fmla="*/ 395228 h 421330"/>
                <a:gd name="csX5" fmla="*/ 40278 w 403731"/>
                <a:gd name="csY5" fmla="*/ 395228 h 421330"/>
                <a:gd name="csX6" fmla="*/ 194673 w 403731"/>
                <a:gd name="csY6" fmla="*/ 215561 h 421330"/>
                <a:gd name="csX7" fmla="*/ 197403 w 403731"/>
                <a:gd name="csY7" fmla="*/ 210746 h 421330"/>
                <a:gd name="csX8" fmla="*/ 195280 w 403731"/>
                <a:gd name="csY8" fmla="*/ 206231 h 421330"/>
                <a:gd name="csX9" fmla="*/ 53928 w 403731"/>
                <a:gd name="csY9" fmla="*/ 14526 h 421330"/>
                <a:gd name="csX10" fmla="*/ 220153 w 403731"/>
                <a:gd name="csY10" fmla="*/ 14526 h 421330"/>
                <a:gd name="csX11" fmla="*/ 291132 w 403731"/>
                <a:gd name="csY11" fmla="*/ 19342 h 421330"/>
                <a:gd name="csX12" fmla="*/ 357865 w 403731"/>
                <a:gd name="csY12" fmla="*/ 41913 h 421330"/>
                <a:gd name="csX13" fmla="*/ 396387 w 403731"/>
                <a:gd name="csY13" fmla="*/ 84648 h 421330"/>
                <a:gd name="csX14" fmla="*/ 403971 w 403731"/>
                <a:gd name="csY14" fmla="*/ 84648 h 421330"/>
                <a:gd name="csX15" fmla="*/ 367268 w 403731"/>
                <a:gd name="csY15" fmla="*/ 81 h 421330"/>
                <a:gd name="csX16" fmla="*/ 8732 w 403731"/>
                <a:gd name="csY16" fmla="*/ 81 h 421330"/>
                <a:gd name="csX17" fmla="*/ 542 w 403731"/>
                <a:gd name="csY17" fmla="*/ 2187 h 421330"/>
                <a:gd name="csX18" fmla="*/ 239 w 403731"/>
                <a:gd name="csY18" fmla="*/ 12119 h 421330"/>
                <a:gd name="csX19" fmla="*/ 160700 w 403731"/>
                <a:gd name="csY19" fmla="*/ 230007 h 421330"/>
                <a:gd name="csX20" fmla="*/ 3575 w 403731"/>
                <a:gd name="csY20" fmla="*/ 412683 h 421330"/>
                <a:gd name="csX21" fmla="*/ 542 w 403731"/>
                <a:gd name="csY21" fmla="*/ 418100 h 421330"/>
                <a:gd name="csX22" fmla="*/ 8732 w 403731"/>
                <a:gd name="csY22" fmla="*/ 421411 h 421330"/>
                <a:gd name="csX23" fmla="*/ 367268 w 403731"/>
                <a:gd name="csY23" fmla="*/ 421411 h 42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03731" h="421330">
                  <a:moveTo>
                    <a:pt x="367268" y="421411"/>
                  </a:moveTo>
                  <a:lnTo>
                    <a:pt x="403971" y="325107"/>
                  </a:lnTo>
                  <a:lnTo>
                    <a:pt x="396387" y="325107"/>
                  </a:lnTo>
                  <a:cubicBezTo>
                    <a:pt x="384558" y="356406"/>
                    <a:pt x="352405" y="376870"/>
                    <a:pt x="317522" y="385899"/>
                  </a:cubicBezTo>
                  <a:cubicBezTo>
                    <a:pt x="311152" y="387403"/>
                    <a:pt x="281425" y="395228"/>
                    <a:pt x="223186" y="395228"/>
                  </a:cubicBezTo>
                  <a:lnTo>
                    <a:pt x="40278" y="395228"/>
                  </a:lnTo>
                  <a:lnTo>
                    <a:pt x="194673" y="215561"/>
                  </a:lnTo>
                  <a:cubicBezTo>
                    <a:pt x="196796" y="213153"/>
                    <a:pt x="197403" y="212250"/>
                    <a:pt x="197403" y="210746"/>
                  </a:cubicBezTo>
                  <a:cubicBezTo>
                    <a:pt x="197403" y="210144"/>
                    <a:pt x="197403" y="209241"/>
                    <a:pt x="195280" y="206231"/>
                  </a:cubicBezTo>
                  <a:lnTo>
                    <a:pt x="53928" y="14526"/>
                  </a:lnTo>
                  <a:lnTo>
                    <a:pt x="220153" y="14526"/>
                  </a:lnTo>
                  <a:cubicBezTo>
                    <a:pt x="260799" y="14526"/>
                    <a:pt x="288402" y="18740"/>
                    <a:pt x="291132" y="19342"/>
                  </a:cubicBezTo>
                  <a:cubicBezTo>
                    <a:pt x="307512" y="21749"/>
                    <a:pt x="333901" y="26865"/>
                    <a:pt x="357865" y="41913"/>
                  </a:cubicBezTo>
                  <a:cubicBezTo>
                    <a:pt x="365448" y="46728"/>
                    <a:pt x="386074" y="60271"/>
                    <a:pt x="396387" y="84648"/>
                  </a:cubicBezTo>
                  <a:lnTo>
                    <a:pt x="403971" y="84648"/>
                  </a:lnTo>
                  <a:lnTo>
                    <a:pt x="367268" y="81"/>
                  </a:lnTo>
                  <a:lnTo>
                    <a:pt x="8732" y="81"/>
                  </a:lnTo>
                  <a:cubicBezTo>
                    <a:pt x="1755" y="81"/>
                    <a:pt x="1452" y="382"/>
                    <a:pt x="542" y="2187"/>
                  </a:cubicBezTo>
                  <a:cubicBezTo>
                    <a:pt x="239" y="3090"/>
                    <a:pt x="239" y="8808"/>
                    <a:pt x="239" y="12119"/>
                  </a:cubicBezTo>
                  <a:lnTo>
                    <a:pt x="160700" y="230007"/>
                  </a:lnTo>
                  <a:lnTo>
                    <a:pt x="3575" y="412683"/>
                  </a:lnTo>
                  <a:cubicBezTo>
                    <a:pt x="542" y="416295"/>
                    <a:pt x="542" y="417799"/>
                    <a:pt x="542" y="418100"/>
                  </a:cubicBezTo>
                  <a:cubicBezTo>
                    <a:pt x="542" y="421411"/>
                    <a:pt x="3272" y="421411"/>
                    <a:pt x="8732" y="421411"/>
                  </a:cubicBezTo>
                  <a:lnTo>
                    <a:pt x="367268" y="42141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DF1D19C1-C13A-B40F-861B-203FBB17840E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8837399" y="4098202"/>
              <a:ext cx="130158" cy="93535"/>
            </a:xfrm>
            <a:custGeom>
              <a:avLst/>
              <a:gdLst>
                <a:gd name="csX0" fmla="*/ 76677 w 130158"/>
                <a:gd name="csY0" fmla="*/ 42656 h 93535"/>
                <a:gd name="csX1" fmla="*/ 105979 w 130158"/>
                <a:gd name="csY1" fmla="*/ 13374 h 93535"/>
                <a:gd name="csX2" fmla="*/ 125726 w 130158"/>
                <a:gd name="csY2" fmla="*/ 11899 h 93535"/>
                <a:gd name="csX3" fmla="*/ 125726 w 130158"/>
                <a:gd name="csY3" fmla="*/ 102 h 93535"/>
                <a:gd name="csX4" fmla="*/ 105130 w 130158"/>
                <a:gd name="csY4" fmla="*/ 944 h 93535"/>
                <a:gd name="csX5" fmla="*/ 81561 w 130158"/>
                <a:gd name="csY5" fmla="*/ 102 h 93535"/>
                <a:gd name="csX6" fmla="*/ 81561 w 130158"/>
                <a:gd name="csY6" fmla="*/ 11899 h 93535"/>
                <a:gd name="csX7" fmla="*/ 87294 w 130158"/>
                <a:gd name="csY7" fmla="*/ 13163 h 93535"/>
                <a:gd name="csX8" fmla="*/ 67335 w 130158"/>
                <a:gd name="csY8" fmla="*/ 33176 h 93535"/>
                <a:gd name="csX9" fmla="*/ 46739 w 130158"/>
                <a:gd name="csY9" fmla="*/ 11899 h 93535"/>
                <a:gd name="csX10" fmla="*/ 52472 w 130158"/>
                <a:gd name="csY10" fmla="*/ 11899 h 93535"/>
                <a:gd name="csX11" fmla="*/ 52472 w 130158"/>
                <a:gd name="csY11" fmla="*/ 102 h 93535"/>
                <a:gd name="csX12" fmla="*/ 25506 w 130158"/>
                <a:gd name="csY12" fmla="*/ 944 h 93535"/>
                <a:gd name="csX13" fmla="*/ 1512 w 130158"/>
                <a:gd name="csY13" fmla="*/ 102 h 93535"/>
                <a:gd name="csX14" fmla="*/ 1512 w 130158"/>
                <a:gd name="csY14" fmla="*/ 11899 h 93535"/>
                <a:gd name="csX15" fmla="*/ 17437 w 130158"/>
                <a:gd name="csY15" fmla="*/ 11899 h 93535"/>
                <a:gd name="csX16" fmla="*/ 52259 w 130158"/>
                <a:gd name="csY16" fmla="*/ 47923 h 93535"/>
                <a:gd name="csX17" fmla="*/ 21684 w 130158"/>
                <a:gd name="csY17" fmla="*/ 78469 h 93535"/>
                <a:gd name="csX18" fmla="*/ 12129 w 130158"/>
                <a:gd name="csY18" fmla="*/ 81629 h 93535"/>
                <a:gd name="csX19" fmla="*/ 238 w 130158"/>
                <a:gd name="csY19" fmla="*/ 81840 h 93535"/>
                <a:gd name="csX20" fmla="*/ 238 w 130158"/>
                <a:gd name="csY20" fmla="*/ 93637 h 93535"/>
                <a:gd name="csX21" fmla="*/ 20834 w 130158"/>
                <a:gd name="csY21" fmla="*/ 92794 h 93535"/>
                <a:gd name="csX22" fmla="*/ 44403 w 130158"/>
                <a:gd name="csY22" fmla="*/ 93637 h 93535"/>
                <a:gd name="csX23" fmla="*/ 44403 w 130158"/>
                <a:gd name="csY23" fmla="*/ 81840 h 93535"/>
                <a:gd name="csX24" fmla="*/ 38670 w 130158"/>
                <a:gd name="csY24" fmla="*/ 80365 h 93535"/>
                <a:gd name="csX25" fmla="*/ 61602 w 130158"/>
                <a:gd name="csY25" fmla="*/ 57613 h 93535"/>
                <a:gd name="csX26" fmla="*/ 85171 w 130158"/>
                <a:gd name="csY26" fmla="*/ 81840 h 93535"/>
                <a:gd name="csX27" fmla="*/ 79650 w 130158"/>
                <a:gd name="csY27" fmla="*/ 81840 h 93535"/>
                <a:gd name="csX28" fmla="*/ 79650 w 130158"/>
                <a:gd name="csY28" fmla="*/ 93637 h 93535"/>
                <a:gd name="csX29" fmla="*/ 106616 w 130158"/>
                <a:gd name="csY29" fmla="*/ 92794 h 93535"/>
                <a:gd name="csX30" fmla="*/ 130397 w 130158"/>
                <a:gd name="csY30" fmla="*/ 93637 h 93535"/>
                <a:gd name="csX31" fmla="*/ 130397 w 130158"/>
                <a:gd name="csY31" fmla="*/ 81840 h 93535"/>
                <a:gd name="csX32" fmla="*/ 114685 w 130158"/>
                <a:gd name="csY32" fmla="*/ 81840 h 93535"/>
                <a:gd name="csX33" fmla="*/ 76677 w 130158"/>
                <a:gd name="csY33" fmla="*/ 42656 h 935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130158" h="93535">
                  <a:moveTo>
                    <a:pt x="76677" y="42656"/>
                  </a:moveTo>
                  <a:lnTo>
                    <a:pt x="105979" y="13374"/>
                  </a:lnTo>
                  <a:cubicBezTo>
                    <a:pt x="111075" y="11899"/>
                    <a:pt x="116596" y="11899"/>
                    <a:pt x="125726" y="11899"/>
                  </a:cubicBezTo>
                  <a:lnTo>
                    <a:pt x="125726" y="102"/>
                  </a:lnTo>
                  <a:cubicBezTo>
                    <a:pt x="118931" y="734"/>
                    <a:pt x="111924" y="944"/>
                    <a:pt x="105130" y="944"/>
                  </a:cubicBezTo>
                  <a:cubicBezTo>
                    <a:pt x="97911" y="944"/>
                    <a:pt x="83260" y="312"/>
                    <a:pt x="81561" y="102"/>
                  </a:cubicBezTo>
                  <a:lnTo>
                    <a:pt x="81561" y="11899"/>
                  </a:lnTo>
                  <a:cubicBezTo>
                    <a:pt x="84321" y="11899"/>
                    <a:pt x="85808" y="12320"/>
                    <a:pt x="87294" y="13163"/>
                  </a:cubicBezTo>
                  <a:lnTo>
                    <a:pt x="67335" y="33176"/>
                  </a:lnTo>
                  <a:lnTo>
                    <a:pt x="46739" y="11899"/>
                  </a:lnTo>
                  <a:lnTo>
                    <a:pt x="52472" y="11899"/>
                  </a:lnTo>
                  <a:lnTo>
                    <a:pt x="52472" y="102"/>
                  </a:lnTo>
                  <a:cubicBezTo>
                    <a:pt x="51198" y="102"/>
                    <a:pt x="34424" y="944"/>
                    <a:pt x="25506" y="944"/>
                  </a:cubicBezTo>
                  <a:cubicBezTo>
                    <a:pt x="17437" y="944"/>
                    <a:pt x="9581" y="734"/>
                    <a:pt x="1512" y="102"/>
                  </a:cubicBezTo>
                  <a:lnTo>
                    <a:pt x="1512" y="11899"/>
                  </a:lnTo>
                  <a:lnTo>
                    <a:pt x="17437" y="11899"/>
                  </a:lnTo>
                  <a:lnTo>
                    <a:pt x="52259" y="47923"/>
                  </a:lnTo>
                  <a:lnTo>
                    <a:pt x="21684" y="78469"/>
                  </a:lnTo>
                  <a:cubicBezTo>
                    <a:pt x="18923" y="80997"/>
                    <a:pt x="18711" y="81208"/>
                    <a:pt x="12129" y="81629"/>
                  </a:cubicBezTo>
                  <a:cubicBezTo>
                    <a:pt x="8732" y="81840"/>
                    <a:pt x="1300" y="81840"/>
                    <a:pt x="238" y="81840"/>
                  </a:cubicBezTo>
                  <a:lnTo>
                    <a:pt x="238" y="93637"/>
                  </a:lnTo>
                  <a:cubicBezTo>
                    <a:pt x="7033" y="93005"/>
                    <a:pt x="14040" y="92794"/>
                    <a:pt x="20834" y="92794"/>
                  </a:cubicBezTo>
                  <a:cubicBezTo>
                    <a:pt x="26567" y="92794"/>
                    <a:pt x="41643" y="93426"/>
                    <a:pt x="44403" y="93637"/>
                  </a:cubicBezTo>
                  <a:lnTo>
                    <a:pt x="44403" y="81840"/>
                  </a:lnTo>
                  <a:cubicBezTo>
                    <a:pt x="41006" y="81840"/>
                    <a:pt x="40157" y="81418"/>
                    <a:pt x="38670" y="80365"/>
                  </a:cubicBezTo>
                  <a:lnTo>
                    <a:pt x="61602" y="57613"/>
                  </a:lnTo>
                  <a:lnTo>
                    <a:pt x="85171" y="81840"/>
                  </a:lnTo>
                  <a:lnTo>
                    <a:pt x="79650" y="81840"/>
                  </a:lnTo>
                  <a:lnTo>
                    <a:pt x="79650" y="93637"/>
                  </a:lnTo>
                  <a:cubicBezTo>
                    <a:pt x="79862" y="93637"/>
                    <a:pt x="96849" y="92794"/>
                    <a:pt x="106616" y="92794"/>
                  </a:cubicBezTo>
                  <a:cubicBezTo>
                    <a:pt x="114472" y="92794"/>
                    <a:pt x="122541" y="93005"/>
                    <a:pt x="130397" y="93637"/>
                  </a:cubicBezTo>
                  <a:lnTo>
                    <a:pt x="130397" y="81840"/>
                  </a:lnTo>
                  <a:lnTo>
                    <a:pt x="114685" y="81840"/>
                  </a:lnTo>
                  <a:lnTo>
                    <a:pt x="76677" y="4265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E714BDFB-80BF-7ED7-31D3-742BC237F7DE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8996622" y="4121616"/>
              <a:ext cx="62334" cy="100216"/>
            </a:xfrm>
            <a:custGeom>
              <a:avLst/>
              <a:gdLst>
                <a:gd name="csX0" fmla="*/ 38918 w 62334"/>
                <a:gd name="csY0" fmla="*/ 4617 h 100216"/>
                <a:gd name="csX1" fmla="*/ 33458 w 62334"/>
                <a:gd name="csY1" fmla="*/ 103 h 100216"/>
                <a:gd name="csX2" fmla="*/ 2821 w 62334"/>
                <a:gd name="csY2" fmla="*/ 9733 h 100216"/>
                <a:gd name="csX3" fmla="*/ 243 w 62334"/>
                <a:gd name="csY3" fmla="*/ 9733 h 100216"/>
                <a:gd name="csX4" fmla="*/ 243 w 62334"/>
                <a:gd name="csY4" fmla="*/ 16354 h 100216"/>
                <a:gd name="csX5" fmla="*/ 2821 w 62334"/>
                <a:gd name="csY5" fmla="*/ 16354 h 100216"/>
                <a:gd name="csX6" fmla="*/ 24965 w 62334"/>
                <a:gd name="csY6" fmla="*/ 12141 h 100216"/>
                <a:gd name="csX7" fmla="*/ 24965 w 62334"/>
                <a:gd name="csY7" fmla="*/ 87378 h 100216"/>
                <a:gd name="csX8" fmla="*/ 8888 w 62334"/>
                <a:gd name="csY8" fmla="*/ 93698 h 100216"/>
                <a:gd name="csX9" fmla="*/ 1305 w 62334"/>
                <a:gd name="csY9" fmla="*/ 93698 h 100216"/>
                <a:gd name="csX10" fmla="*/ 1305 w 62334"/>
                <a:gd name="csY10" fmla="*/ 100319 h 100216"/>
                <a:gd name="csX11" fmla="*/ 31941 w 62334"/>
                <a:gd name="csY11" fmla="*/ 99717 h 100216"/>
                <a:gd name="csX12" fmla="*/ 62577 w 62334"/>
                <a:gd name="csY12" fmla="*/ 100319 h 100216"/>
                <a:gd name="csX13" fmla="*/ 62577 w 62334"/>
                <a:gd name="csY13" fmla="*/ 93698 h 100216"/>
                <a:gd name="csX14" fmla="*/ 54994 w 62334"/>
                <a:gd name="csY14" fmla="*/ 93698 h 100216"/>
                <a:gd name="csX15" fmla="*/ 38918 w 62334"/>
                <a:gd name="csY15" fmla="*/ 87378 h 100216"/>
                <a:gd name="csX16" fmla="*/ 38918 w 62334"/>
                <a:gd name="csY16" fmla="*/ 4617 h 100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2334" h="100216">
                  <a:moveTo>
                    <a:pt x="38918" y="4617"/>
                  </a:moveTo>
                  <a:cubicBezTo>
                    <a:pt x="38918" y="103"/>
                    <a:pt x="38463" y="103"/>
                    <a:pt x="33458" y="103"/>
                  </a:cubicBezTo>
                  <a:cubicBezTo>
                    <a:pt x="22690" y="9733"/>
                    <a:pt x="5855" y="9733"/>
                    <a:pt x="2821" y="9733"/>
                  </a:cubicBezTo>
                  <a:lnTo>
                    <a:pt x="243" y="9733"/>
                  </a:lnTo>
                  <a:lnTo>
                    <a:pt x="243" y="16354"/>
                  </a:lnTo>
                  <a:lnTo>
                    <a:pt x="2821" y="16354"/>
                  </a:lnTo>
                  <a:cubicBezTo>
                    <a:pt x="6310" y="16354"/>
                    <a:pt x="16168" y="15902"/>
                    <a:pt x="24965" y="12141"/>
                  </a:cubicBezTo>
                  <a:lnTo>
                    <a:pt x="24965" y="87378"/>
                  </a:lnTo>
                  <a:cubicBezTo>
                    <a:pt x="24965" y="92043"/>
                    <a:pt x="24965" y="93698"/>
                    <a:pt x="8888" y="93698"/>
                  </a:cubicBezTo>
                  <a:lnTo>
                    <a:pt x="1305" y="93698"/>
                  </a:lnTo>
                  <a:lnTo>
                    <a:pt x="1305" y="100319"/>
                  </a:lnTo>
                  <a:cubicBezTo>
                    <a:pt x="9646" y="99717"/>
                    <a:pt x="23145" y="99717"/>
                    <a:pt x="31941" y="99717"/>
                  </a:cubicBezTo>
                  <a:cubicBezTo>
                    <a:pt x="40738" y="99717"/>
                    <a:pt x="54236" y="99717"/>
                    <a:pt x="62577" y="100319"/>
                  </a:cubicBezTo>
                  <a:lnTo>
                    <a:pt x="62577" y="93698"/>
                  </a:lnTo>
                  <a:lnTo>
                    <a:pt x="54994" y="93698"/>
                  </a:lnTo>
                  <a:cubicBezTo>
                    <a:pt x="38918" y="93698"/>
                    <a:pt x="38918" y="92043"/>
                    <a:pt x="38918" y="87378"/>
                  </a:cubicBezTo>
                  <a:lnTo>
                    <a:pt x="38918" y="4617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2BDCCFDC-1BC8-7481-6FCA-E0DAA10AA444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099385" y="4156978"/>
              <a:ext cx="18503" cy="64854"/>
            </a:xfrm>
            <a:custGeom>
              <a:avLst/>
              <a:gdLst>
                <a:gd name="csX0" fmla="*/ 18750 w 18503"/>
                <a:gd name="csY0" fmla="*/ 9282 h 64854"/>
                <a:gd name="csX1" fmla="*/ 9498 w 18503"/>
                <a:gd name="csY1" fmla="*/ 103 h 64854"/>
                <a:gd name="csX2" fmla="*/ 247 w 18503"/>
                <a:gd name="csY2" fmla="*/ 9282 h 64854"/>
                <a:gd name="csX3" fmla="*/ 9498 w 18503"/>
                <a:gd name="csY3" fmla="*/ 18461 h 64854"/>
                <a:gd name="csX4" fmla="*/ 18750 w 18503"/>
                <a:gd name="csY4" fmla="*/ 9282 h 64854"/>
                <a:gd name="csX5" fmla="*/ 18750 w 18503"/>
                <a:gd name="csY5" fmla="*/ 55778 h 64854"/>
                <a:gd name="csX6" fmla="*/ 9498 w 18503"/>
                <a:gd name="csY6" fmla="*/ 46599 h 64854"/>
                <a:gd name="csX7" fmla="*/ 247 w 18503"/>
                <a:gd name="csY7" fmla="*/ 55778 h 64854"/>
                <a:gd name="csX8" fmla="*/ 9498 w 18503"/>
                <a:gd name="csY8" fmla="*/ 64957 h 64854"/>
                <a:gd name="csX9" fmla="*/ 18750 w 18503"/>
                <a:gd name="csY9" fmla="*/ 55778 h 64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8503" h="64854">
                  <a:moveTo>
                    <a:pt x="18750" y="9282"/>
                  </a:moveTo>
                  <a:cubicBezTo>
                    <a:pt x="18750" y="4165"/>
                    <a:pt x="14655" y="103"/>
                    <a:pt x="9498" y="103"/>
                  </a:cubicBezTo>
                  <a:cubicBezTo>
                    <a:pt x="4493" y="103"/>
                    <a:pt x="247" y="4165"/>
                    <a:pt x="247" y="9282"/>
                  </a:cubicBezTo>
                  <a:cubicBezTo>
                    <a:pt x="247" y="14398"/>
                    <a:pt x="4341" y="18461"/>
                    <a:pt x="9498" y="18461"/>
                  </a:cubicBezTo>
                  <a:cubicBezTo>
                    <a:pt x="14503" y="18461"/>
                    <a:pt x="18750" y="14398"/>
                    <a:pt x="18750" y="9282"/>
                  </a:cubicBezTo>
                  <a:close/>
                  <a:moveTo>
                    <a:pt x="18750" y="55778"/>
                  </a:moveTo>
                  <a:cubicBezTo>
                    <a:pt x="18750" y="50662"/>
                    <a:pt x="14655" y="46599"/>
                    <a:pt x="9498" y="46599"/>
                  </a:cubicBezTo>
                  <a:cubicBezTo>
                    <a:pt x="4493" y="46599"/>
                    <a:pt x="247" y="50662"/>
                    <a:pt x="247" y="55778"/>
                  </a:cubicBezTo>
                  <a:cubicBezTo>
                    <a:pt x="247" y="60894"/>
                    <a:pt x="4341" y="64957"/>
                    <a:pt x="9498" y="64957"/>
                  </a:cubicBezTo>
                  <a:cubicBezTo>
                    <a:pt x="14503" y="64957"/>
                    <a:pt x="18750" y="60895"/>
                    <a:pt x="18750" y="55778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680C90-505B-6E37-0F5C-B483690A2CB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153041" y="4155323"/>
              <a:ext cx="106165" cy="68165"/>
            </a:xfrm>
            <a:custGeom>
              <a:avLst/>
              <a:gdLst>
                <a:gd name="csX0" fmla="*/ 16022 w 106165"/>
                <a:gd name="csY0" fmla="*/ 51866 h 68165"/>
                <a:gd name="csX1" fmla="*/ 13443 w 106165"/>
                <a:gd name="csY1" fmla="*/ 63001 h 68165"/>
                <a:gd name="csX2" fmla="*/ 19055 w 106165"/>
                <a:gd name="csY2" fmla="*/ 68268 h 68165"/>
                <a:gd name="csX3" fmla="*/ 26335 w 106165"/>
                <a:gd name="csY3" fmla="*/ 63302 h 68165"/>
                <a:gd name="csX4" fmla="*/ 29217 w 106165"/>
                <a:gd name="csY4" fmla="*/ 51565 h 68165"/>
                <a:gd name="csX5" fmla="*/ 34676 w 106165"/>
                <a:gd name="csY5" fmla="*/ 30348 h 68165"/>
                <a:gd name="csX6" fmla="*/ 66071 w 106165"/>
                <a:gd name="csY6" fmla="*/ 5219 h 68165"/>
                <a:gd name="csX7" fmla="*/ 76688 w 106165"/>
                <a:gd name="csY7" fmla="*/ 16053 h 68165"/>
                <a:gd name="csX8" fmla="*/ 66829 w 106165"/>
                <a:gd name="csY8" fmla="*/ 48706 h 68165"/>
                <a:gd name="csX9" fmla="*/ 65313 w 106165"/>
                <a:gd name="csY9" fmla="*/ 55026 h 68165"/>
                <a:gd name="csX10" fmla="*/ 81844 w 106165"/>
                <a:gd name="csY10" fmla="*/ 68268 h 68165"/>
                <a:gd name="csX11" fmla="*/ 106414 w 106165"/>
                <a:gd name="csY11" fmla="*/ 44944 h 68165"/>
                <a:gd name="csX12" fmla="*/ 103229 w 106165"/>
                <a:gd name="csY12" fmla="*/ 42838 h 68165"/>
                <a:gd name="csX13" fmla="*/ 99589 w 106165"/>
                <a:gd name="csY13" fmla="*/ 46298 h 68165"/>
                <a:gd name="csX14" fmla="*/ 82451 w 106165"/>
                <a:gd name="csY14" fmla="*/ 63152 h 68165"/>
                <a:gd name="csX15" fmla="*/ 77901 w 106165"/>
                <a:gd name="csY15" fmla="*/ 57434 h 68165"/>
                <a:gd name="csX16" fmla="*/ 79873 w 106165"/>
                <a:gd name="csY16" fmla="*/ 49458 h 68165"/>
                <a:gd name="csX17" fmla="*/ 89427 w 106165"/>
                <a:gd name="csY17" fmla="*/ 18009 h 68165"/>
                <a:gd name="csX18" fmla="*/ 66981 w 106165"/>
                <a:gd name="csY18" fmla="*/ 103 h 68165"/>
                <a:gd name="csX19" fmla="*/ 38316 w 106165"/>
                <a:gd name="csY19" fmla="*/ 15000 h 68165"/>
                <a:gd name="csX20" fmla="*/ 19813 w 106165"/>
                <a:gd name="csY20" fmla="*/ 103 h 68165"/>
                <a:gd name="csX21" fmla="*/ 249 w 106165"/>
                <a:gd name="csY21" fmla="*/ 23426 h 68165"/>
                <a:gd name="csX22" fmla="*/ 3434 w 106165"/>
                <a:gd name="csY22" fmla="*/ 25533 h 68165"/>
                <a:gd name="csX23" fmla="*/ 6922 w 106165"/>
                <a:gd name="csY23" fmla="*/ 22674 h 68165"/>
                <a:gd name="csX24" fmla="*/ 19055 w 106165"/>
                <a:gd name="csY24" fmla="*/ 5219 h 68165"/>
                <a:gd name="csX25" fmla="*/ 25273 w 106165"/>
                <a:gd name="csY25" fmla="*/ 13194 h 68165"/>
                <a:gd name="csX26" fmla="*/ 22847 w 106165"/>
                <a:gd name="csY26" fmla="*/ 24931 h 68165"/>
                <a:gd name="csX27" fmla="*/ 19510 w 106165"/>
                <a:gd name="csY27" fmla="*/ 38474 h 68165"/>
                <a:gd name="csX28" fmla="*/ 16022 w 106165"/>
                <a:gd name="csY28" fmla="*/ 51866 h 68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06165" h="68165">
                  <a:moveTo>
                    <a:pt x="16022" y="51866"/>
                  </a:moveTo>
                  <a:cubicBezTo>
                    <a:pt x="15112" y="55628"/>
                    <a:pt x="13443" y="62249"/>
                    <a:pt x="13443" y="63001"/>
                  </a:cubicBezTo>
                  <a:cubicBezTo>
                    <a:pt x="13443" y="66312"/>
                    <a:pt x="16173" y="68268"/>
                    <a:pt x="19055" y="68268"/>
                  </a:cubicBezTo>
                  <a:cubicBezTo>
                    <a:pt x="21330" y="68268"/>
                    <a:pt x="24667" y="67064"/>
                    <a:pt x="26335" y="63302"/>
                  </a:cubicBezTo>
                  <a:cubicBezTo>
                    <a:pt x="26487" y="62550"/>
                    <a:pt x="28307" y="55477"/>
                    <a:pt x="29217" y="51565"/>
                  </a:cubicBezTo>
                  <a:cubicBezTo>
                    <a:pt x="34373" y="31251"/>
                    <a:pt x="34373" y="30950"/>
                    <a:pt x="34676" y="30348"/>
                  </a:cubicBezTo>
                  <a:cubicBezTo>
                    <a:pt x="36648" y="26285"/>
                    <a:pt x="47568" y="5219"/>
                    <a:pt x="66071" y="5219"/>
                  </a:cubicBezTo>
                  <a:cubicBezTo>
                    <a:pt x="73503" y="5219"/>
                    <a:pt x="76688" y="9282"/>
                    <a:pt x="76688" y="16053"/>
                  </a:cubicBezTo>
                  <a:cubicBezTo>
                    <a:pt x="76688" y="24630"/>
                    <a:pt x="70318" y="40129"/>
                    <a:pt x="66829" y="48706"/>
                  </a:cubicBezTo>
                  <a:cubicBezTo>
                    <a:pt x="66071" y="50512"/>
                    <a:pt x="65313" y="52468"/>
                    <a:pt x="65313" y="55026"/>
                  </a:cubicBezTo>
                  <a:cubicBezTo>
                    <a:pt x="65313" y="62851"/>
                    <a:pt x="72896" y="68268"/>
                    <a:pt x="81844" y="68268"/>
                  </a:cubicBezTo>
                  <a:cubicBezTo>
                    <a:pt x="98072" y="68268"/>
                    <a:pt x="106414" y="48706"/>
                    <a:pt x="106414" y="44944"/>
                  </a:cubicBezTo>
                  <a:cubicBezTo>
                    <a:pt x="106414" y="42838"/>
                    <a:pt x="103836" y="42838"/>
                    <a:pt x="103229" y="42838"/>
                  </a:cubicBezTo>
                  <a:cubicBezTo>
                    <a:pt x="100651" y="42838"/>
                    <a:pt x="100499" y="43439"/>
                    <a:pt x="99589" y="46298"/>
                  </a:cubicBezTo>
                  <a:cubicBezTo>
                    <a:pt x="96707" y="55327"/>
                    <a:pt x="89731" y="63152"/>
                    <a:pt x="82451" y="63152"/>
                  </a:cubicBezTo>
                  <a:cubicBezTo>
                    <a:pt x="78963" y="63152"/>
                    <a:pt x="77901" y="60744"/>
                    <a:pt x="77901" y="57434"/>
                  </a:cubicBezTo>
                  <a:cubicBezTo>
                    <a:pt x="77901" y="54274"/>
                    <a:pt x="78508" y="52769"/>
                    <a:pt x="79873" y="49458"/>
                  </a:cubicBezTo>
                  <a:cubicBezTo>
                    <a:pt x="82451" y="43439"/>
                    <a:pt x="89427" y="26285"/>
                    <a:pt x="89427" y="18009"/>
                  </a:cubicBezTo>
                  <a:cubicBezTo>
                    <a:pt x="89427" y="6874"/>
                    <a:pt x="81389" y="103"/>
                    <a:pt x="66981" y="103"/>
                  </a:cubicBezTo>
                  <a:cubicBezTo>
                    <a:pt x="53180" y="103"/>
                    <a:pt x="43625" y="8379"/>
                    <a:pt x="38316" y="15000"/>
                  </a:cubicBezTo>
                  <a:cubicBezTo>
                    <a:pt x="37558" y="2661"/>
                    <a:pt x="25425" y="103"/>
                    <a:pt x="19813" y="103"/>
                  </a:cubicBezTo>
                  <a:cubicBezTo>
                    <a:pt x="4647" y="103"/>
                    <a:pt x="249" y="23125"/>
                    <a:pt x="249" y="23426"/>
                  </a:cubicBezTo>
                  <a:cubicBezTo>
                    <a:pt x="249" y="25533"/>
                    <a:pt x="2675" y="25533"/>
                    <a:pt x="3434" y="25533"/>
                  </a:cubicBezTo>
                  <a:cubicBezTo>
                    <a:pt x="6012" y="25533"/>
                    <a:pt x="6315" y="24630"/>
                    <a:pt x="6922" y="22674"/>
                  </a:cubicBezTo>
                  <a:cubicBezTo>
                    <a:pt x="9197" y="13946"/>
                    <a:pt x="12685" y="5219"/>
                    <a:pt x="19055" y="5219"/>
                  </a:cubicBezTo>
                  <a:cubicBezTo>
                    <a:pt x="24212" y="5219"/>
                    <a:pt x="25273" y="10034"/>
                    <a:pt x="25273" y="13194"/>
                  </a:cubicBezTo>
                  <a:cubicBezTo>
                    <a:pt x="25273" y="15301"/>
                    <a:pt x="23757" y="21019"/>
                    <a:pt x="22847" y="24931"/>
                  </a:cubicBezTo>
                  <a:cubicBezTo>
                    <a:pt x="21785" y="28994"/>
                    <a:pt x="20268" y="35163"/>
                    <a:pt x="19510" y="38474"/>
                  </a:cubicBezTo>
                  <a:lnTo>
                    <a:pt x="16022" y="5186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4828F0F9-DF6B-80DB-4F23-CD114D666A69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9350679" y="3640094"/>
              <a:ext cx="216577" cy="205548"/>
            </a:xfrm>
            <a:custGeom>
              <a:avLst/>
              <a:gdLst>
                <a:gd name="csX0" fmla="*/ 80031 w 216577"/>
                <a:gd name="csY0" fmla="*/ 110539 h 205548"/>
                <a:gd name="csX1" fmla="*/ 131597 w 216577"/>
                <a:gd name="csY1" fmla="*/ 110539 h 205548"/>
                <a:gd name="csX2" fmla="*/ 216833 w 216577"/>
                <a:gd name="csY2" fmla="*/ 45534 h 205548"/>
                <a:gd name="csX3" fmla="*/ 157077 w 216577"/>
                <a:gd name="csY3" fmla="*/ 90 h 205548"/>
                <a:gd name="csX4" fmla="*/ 58798 w 216577"/>
                <a:gd name="csY4" fmla="*/ 90 h 205548"/>
                <a:gd name="csX5" fmla="*/ 49698 w 216577"/>
                <a:gd name="csY5" fmla="*/ 5808 h 205548"/>
                <a:gd name="csX6" fmla="*/ 58494 w 216577"/>
                <a:gd name="csY6" fmla="*/ 9420 h 205548"/>
                <a:gd name="csX7" fmla="*/ 71538 w 216577"/>
                <a:gd name="csY7" fmla="*/ 10022 h 205548"/>
                <a:gd name="csX8" fmla="*/ 78211 w 216577"/>
                <a:gd name="csY8" fmla="*/ 14837 h 205548"/>
                <a:gd name="csX9" fmla="*/ 76998 w 216577"/>
                <a:gd name="csY9" fmla="*/ 20555 h 205548"/>
                <a:gd name="csX10" fmla="*/ 36351 w 216577"/>
                <a:gd name="csY10" fmla="*/ 182165 h 205548"/>
                <a:gd name="csX11" fmla="*/ 8748 w 216577"/>
                <a:gd name="csY11" fmla="*/ 196310 h 205548"/>
                <a:gd name="csX12" fmla="*/ 255 w 216577"/>
                <a:gd name="csY12" fmla="*/ 202028 h 205548"/>
                <a:gd name="csX13" fmla="*/ 4805 w 216577"/>
                <a:gd name="csY13" fmla="*/ 205639 h 205548"/>
                <a:gd name="csX14" fmla="*/ 43328 w 216577"/>
                <a:gd name="csY14" fmla="*/ 204736 h 205548"/>
                <a:gd name="csX15" fmla="*/ 62741 w 216577"/>
                <a:gd name="csY15" fmla="*/ 205037 h 205548"/>
                <a:gd name="csX16" fmla="*/ 82457 w 216577"/>
                <a:gd name="csY16" fmla="*/ 205639 h 205548"/>
                <a:gd name="csX17" fmla="*/ 88524 w 216577"/>
                <a:gd name="csY17" fmla="*/ 199620 h 205548"/>
                <a:gd name="csX18" fmla="*/ 80031 w 216577"/>
                <a:gd name="csY18" fmla="*/ 196310 h 205548"/>
                <a:gd name="csX19" fmla="*/ 60314 w 216577"/>
                <a:gd name="csY19" fmla="*/ 190892 h 205548"/>
                <a:gd name="csX20" fmla="*/ 61224 w 216577"/>
                <a:gd name="csY20" fmla="*/ 185776 h 205548"/>
                <a:gd name="csX21" fmla="*/ 80031 w 216577"/>
                <a:gd name="csY21" fmla="*/ 110539 h 205548"/>
                <a:gd name="csX22" fmla="*/ 101871 w 216577"/>
                <a:gd name="csY22" fmla="*/ 20856 h 205548"/>
                <a:gd name="csX23" fmla="*/ 118250 w 216577"/>
                <a:gd name="csY23" fmla="*/ 9420 h 205548"/>
                <a:gd name="csX24" fmla="*/ 147370 w 216577"/>
                <a:gd name="csY24" fmla="*/ 9420 h 205548"/>
                <a:gd name="csX25" fmla="*/ 188623 w 216577"/>
                <a:gd name="csY25" fmla="*/ 38311 h 205548"/>
                <a:gd name="csX26" fmla="*/ 170726 w 216577"/>
                <a:gd name="csY26" fmla="*/ 86764 h 205548"/>
                <a:gd name="csX27" fmla="*/ 124014 w 216577"/>
                <a:gd name="csY27" fmla="*/ 102714 h 205548"/>
                <a:gd name="csX28" fmla="*/ 81244 w 216577"/>
                <a:gd name="csY28" fmla="*/ 102714 h 205548"/>
                <a:gd name="csX29" fmla="*/ 101871 w 216577"/>
                <a:gd name="csY29" fmla="*/ 20856 h 2055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577" h="205548">
                  <a:moveTo>
                    <a:pt x="80031" y="110539"/>
                  </a:moveTo>
                  <a:lnTo>
                    <a:pt x="131597" y="110539"/>
                  </a:lnTo>
                  <a:cubicBezTo>
                    <a:pt x="174670" y="110539"/>
                    <a:pt x="216833" y="79240"/>
                    <a:pt x="216833" y="45534"/>
                  </a:cubicBezTo>
                  <a:cubicBezTo>
                    <a:pt x="216833" y="22360"/>
                    <a:pt x="196813" y="90"/>
                    <a:pt x="157077" y="90"/>
                  </a:cubicBezTo>
                  <a:lnTo>
                    <a:pt x="58798" y="90"/>
                  </a:lnTo>
                  <a:cubicBezTo>
                    <a:pt x="53034" y="90"/>
                    <a:pt x="49698" y="90"/>
                    <a:pt x="49698" y="5808"/>
                  </a:cubicBezTo>
                  <a:cubicBezTo>
                    <a:pt x="49698" y="9420"/>
                    <a:pt x="52428" y="9420"/>
                    <a:pt x="58494" y="9420"/>
                  </a:cubicBezTo>
                  <a:cubicBezTo>
                    <a:pt x="62438" y="9420"/>
                    <a:pt x="67898" y="9721"/>
                    <a:pt x="71538" y="10022"/>
                  </a:cubicBezTo>
                  <a:cubicBezTo>
                    <a:pt x="76391" y="10623"/>
                    <a:pt x="78211" y="11526"/>
                    <a:pt x="78211" y="14837"/>
                  </a:cubicBezTo>
                  <a:cubicBezTo>
                    <a:pt x="78211" y="16041"/>
                    <a:pt x="77907" y="16943"/>
                    <a:pt x="76998" y="20555"/>
                  </a:cubicBezTo>
                  <a:lnTo>
                    <a:pt x="36351" y="182165"/>
                  </a:lnTo>
                  <a:cubicBezTo>
                    <a:pt x="33318" y="193902"/>
                    <a:pt x="32711" y="196310"/>
                    <a:pt x="8748" y="196310"/>
                  </a:cubicBezTo>
                  <a:cubicBezTo>
                    <a:pt x="3592" y="196310"/>
                    <a:pt x="255" y="196310"/>
                    <a:pt x="255" y="202028"/>
                  </a:cubicBezTo>
                  <a:cubicBezTo>
                    <a:pt x="255" y="205639"/>
                    <a:pt x="3895" y="205639"/>
                    <a:pt x="4805" y="205639"/>
                  </a:cubicBezTo>
                  <a:cubicBezTo>
                    <a:pt x="13298" y="205639"/>
                    <a:pt x="34835" y="204736"/>
                    <a:pt x="43328" y="204736"/>
                  </a:cubicBezTo>
                  <a:cubicBezTo>
                    <a:pt x="49698" y="204736"/>
                    <a:pt x="56371" y="205037"/>
                    <a:pt x="62741" y="205037"/>
                  </a:cubicBezTo>
                  <a:cubicBezTo>
                    <a:pt x="69414" y="205037"/>
                    <a:pt x="76088" y="205639"/>
                    <a:pt x="82457" y="205639"/>
                  </a:cubicBezTo>
                  <a:cubicBezTo>
                    <a:pt x="84581" y="205639"/>
                    <a:pt x="88524" y="205639"/>
                    <a:pt x="88524" y="199620"/>
                  </a:cubicBezTo>
                  <a:cubicBezTo>
                    <a:pt x="88524" y="196310"/>
                    <a:pt x="85794" y="196310"/>
                    <a:pt x="80031" y="196310"/>
                  </a:cubicBezTo>
                  <a:cubicBezTo>
                    <a:pt x="68808" y="196310"/>
                    <a:pt x="60314" y="196310"/>
                    <a:pt x="60314" y="190892"/>
                  </a:cubicBezTo>
                  <a:cubicBezTo>
                    <a:pt x="60314" y="189087"/>
                    <a:pt x="60921" y="187582"/>
                    <a:pt x="61224" y="185776"/>
                  </a:cubicBezTo>
                  <a:lnTo>
                    <a:pt x="80031" y="110539"/>
                  </a:lnTo>
                  <a:close/>
                  <a:moveTo>
                    <a:pt x="101871" y="20856"/>
                  </a:moveTo>
                  <a:cubicBezTo>
                    <a:pt x="104601" y="10322"/>
                    <a:pt x="105207" y="9420"/>
                    <a:pt x="118250" y="9420"/>
                  </a:cubicBezTo>
                  <a:lnTo>
                    <a:pt x="147370" y="9420"/>
                  </a:lnTo>
                  <a:cubicBezTo>
                    <a:pt x="172546" y="9420"/>
                    <a:pt x="188623" y="17545"/>
                    <a:pt x="188623" y="38311"/>
                  </a:cubicBezTo>
                  <a:cubicBezTo>
                    <a:pt x="188623" y="50048"/>
                    <a:pt x="182556" y="75930"/>
                    <a:pt x="170726" y="86764"/>
                  </a:cubicBezTo>
                  <a:cubicBezTo>
                    <a:pt x="155560" y="100307"/>
                    <a:pt x="137360" y="102714"/>
                    <a:pt x="124014" y="102714"/>
                  </a:cubicBezTo>
                  <a:lnTo>
                    <a:pt x="81244" y="102714"/>
                  </a:lnTo>
                  <a:lnTo>
                    <a:pt x="101871" y="2085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3BC59DD9-4AFA-AD68-FC9A-C45E627B46EA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9605447" y="3619931"/>
              <a:ext cx="70372" cy="300950"/>
            </a:xfrm>
            <a:custGeom>
              <a:avLst/>
              <a:gdLst>
                <a:gd name="csX0" fmla="*/ 70635 w 70372"/>
                <a:gd name="csY0" fmla="*/ 298031 h 300950"/>
                <a:gd name="csX1" fmla="*/ 65479 w 70372"/>
                <a:gd name="csY1" fmla="*/ 291410 h 300950"/>
                <a:gd name="csX2" fmla="*/ 17856 w 70372"/>
                <a:gd name="csY2" fmla="*/ 150565 h 300950"/>
                <a:gd name="csX3" fmla="*/ 66692 w 70372"/>
                <a:gd name="csY3" fmla="*/ 8216 h 300950"/>
                <a:gd name="csX4" fmla="*/ 70635 w 70372"/>
                <a:gd name="csY4" fmla="*/ 3100 h 300950"/>
                <a:gd name="csX5" fmla="*/ 67602 w 70372"/>
                <a:gd name="csY5" fmla="*/ 90 h 300950"/>
                <a:gd name="csX6" fmla="*/ 19373 w 70372"/>
                <a:gd name="csY6" fmla="*/ 58775 h 300950"/>
                <a:gd name="csX7" fmla="*/ 263 w 70372"/>
                <a:gd name="csY7" fmla="*/ 150565 h 300950"/>
                <a:gd name="csX8" fmla="*/ 20283 w 70372"/>
                <a:gd name="csY8" fmla="*/ 244462 h 300950"/>
                <a:gd name="csX9" fmla="*/ 67602 w 70372"/>
                <a:gd name="csY9" fmla="*/ 301040 h 300950"/>
                <a:gd name="csX10" fmla="*/ 70635 w 70372"/>
                <a:gd name="csY10" fmla="*/ 298031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72" h="300950">
                  <a:moveTo>
                    <a:pt x="70635" y="298031"/>
                  </a:moveTo>
                  <a:cubicBezTo>
                    <a:pt x="70635" y="297128"/>
                    <a:pt x="70635" y="296526"/>
                    <a:pt x="65479" y="291410"/>
                  </a:cubicBezTo>
                  <a:cubicBezTo>
                    <a:pt x="27563" y="253490"/>
                    <a:pt x="17856" y="196611"/>
                    <a:pt x="17856" y="150565"/>
                  </a:cubicBezTo>
                  <a:cubicBezTo>
                    <a:pt x="17856" y="98200"/>
                    <a:pt x="29383" y="45835"/>
                    <a:pt x="66692" y="8216"/>
                  </a:cubicBezTo>
                  <a:cubicBezTo>
                    <a:pt x="70635" y="4604"/>
                    <a:pt x="70635" y="4003"/>
                    <a:pt x="70635" y="3100"/>
                  </a:cubicBezTo>
                  <a:cubicBezTo>
                    <a:pt x="70635" y="993"/>
                    <a:pt x="69422" y="90"/>
                    <a:pt x="67602" y="90"/>
                  </a:cubicBezTo>
                  <a:cubicBezTo>
                    <a:pt x="64569" y="90"/>
                    <a:pt x="37269" y="20555"/>
                    <a:pt x="19373" y="58775"/>
                  </a:cubicBezTo>
                  <a:cubicBezTo>
                    <a:pt x="3903" y="91880"/>
                    <a:pt x="263" y="125285"/>
                    <a:pt x="263" y="150565"/>
                  </a:cubicBezTo>
                  <a:cubicBezTo>
                    <a:pt x="263" y="174039"/>
                    <a:pt x="3599" y="210454"/>
                    <a:pt x="20283" y="244462"/>
                  </a:cubicBezTo>
                  <a:cubicBezTo>
                    <a:pt x="38482" y="281478"/>
                    <a:pt x="64569" y="301040"/>
                    <a:pt x="67602" y="301040"/>
                  </a:cubicBezTo>
                  <a:cubicBezTo>
                    <a:pt x="69422" y="301040"/>
                    <a:pt x="70635" y="300137"/>
                    <a:pt x="70635" y="298031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AFDFDECC-2FC4-9198-F45C-1136F425D446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9700052" y="3712022"/>
              <a:ext cx="170774" cy="133621"/>
            </a:xfrm>
            <a:custGeom>
              <a:avLst/>
              <a:gdLst>
                <a:gd name="csX0" fmla="*/ 98546 w 170774"/>
                <a:gd name="csY0" fmla="*/ 59678 h 133621"/>
                <a:gd name="csX1" fmla="*/ 134035 w 170774"/>
                <a:gd name="csY1" fmla="*/ 20555 h 133621"/>
                <a:gd name="csX2" fmla="*/ 164975 w 170774"/>
                <a:gd name="csY2" fmla="*/ 14235 h 133621"/>
                <a:gd name="csX3" fmla="*/ 164975 w 170774"/>
                <a:gd name="csY3" fmla="*/ 90 h 133621"/>
                <a:gd name="csX4" fmla="*/ 137068 w 170774"/>
                <a:gd name="csY4" fmla="*/ 993 h 133621"/>
                <a:gd name="csX5" fmla="*/ 105826 w 170774"/>
                <a:gd name="csY5" fmla="*/ 90 h 133621"/>
                <a:gd name="csX6" fmla="*/ 105826 w 170774"/>
                <a:gd name="csY6" fmla="*/ 14235 h 133621"/>
                <a:gd name="csX7" fmla="*/ 117352 w 170774"/>
                <a:gd name="csY7" fmla="*/ 16943 h 133621"/>
                <a:gd name="csX8" fmla="*/ 114925 w 170774"/>
                <a:gd name="csY8" fmla="*/ 20555 h 133621"/>
                <a:gd name="csX9" fmla="*/ 89446 w 170774"/>
                <a:gd name="csY9" fmla="*/ 48844 h 133621"/>
                <a:gd name="csX10" fmla="*/ 59719 w 170774"/>
                <a:gd name="csY10" fmla="*/ 14235 h 133621"/>
                <a:gd name="csX11" fmla="*/ 71853 w 170774"/>
                <a:gd name="csY11" fmla="*/ 14235 h 133621"/>
                <a:gd name="csX12" fmla="*/ 71853 w 170774"/>
                <a:gd name="csY12" fmla="*/ 90 h 133621"/>
                <a:gd name="csX13" fmla="*/ 35150 w 170774"/>
                <a:gd name="csY13" fmla="*/ 993 h 133621"/>
                <a:gd name="csX14" fmla="*/ 1783 w 170774"/>
                <a:gd name="csY14" fmla="*/ 90 h 133621"/>
                <a:gd name="csX15" fmla="*/ 1783 w 170774"/>
                <a:gd name="csY15" fmla="*/ 14235 h 133621"/>
                <a:gd name="csX16" fmla="*/ 23320 w 170774"/>
                <a:gd name="csY16" fmla="*/ 14235 h 133621"/>
                <a:gd name="csX17" fmla="*/ 70639 w 170774"/>
                <a:gd name="csY17" fmla="*/ 69610 h 133621"/>
                <a:gd name="csX18" fmla="*/ 30903 w 170774"/>
                <a:gd name="csY18" fmla="*/ 113849 h 133621"/>
                <a:gd name="csX19" fmla="*/ 267 w 170774"/>
                <a:gd name="csY19" fmla="*/ 119567 h 133621"/>
                <a:gd name="csX20" fmla="*/ 267 w 170774"/>
                <a:gd name="csY20" fmla="*/ 133712 h 133621"/>
                <a:gd name="csX21" fmla="*/ 28173 w 170774"/>
                <a:gd name="csY21" fmla="*/ 132809 h 133621"/>
                <a:gd name="csX22" fmla="*/ 59416 w 170774"/>
                <a:gd name="csY22" fmla="*/ 133712 h 133621"/>
                <a:gd name="csX23" fmla="*/ 59416 w 170774"/>
                <a:gd name="csY23" fmla="*/ 119567 h 133621"/>
                <a:gd name="csX24" fmla="*/ 48193 w 170774"/>
                <a:gd name="csY24" fmla="*/ 116257 h 133621"/>
                <a:gd name="csX25" fmla="*/ 50316 w 170774"/>
                <a:gd name="csY25" fmla="*/ 113247 h 133621"/>
                <a:gd name="csX26" fmla="*/ 79739 w 170774"/>
                <a:gd name="csY26" fmla="*/ 80444 h 133621"/>
                <a:gd name="csX27" fmla="*/ 113105 w 170774"/>
                <a:gd name="csY27" fmla="*/ 119567 h 133621"/>
                <a:gd name="csX28" fmla="*/ 101276 w 170774"/>
                <a:gd name="csY28" fmla="*/ 119567 h 133621"/>
                <a:gd name="csX29" fmla="*/ 101276 w 170774"/>
                <a:gd name="csY29" fmla="*/ 133712 h 133621"/>
                <a:gd name="csX30" fmla="*/ 137675 w 170774"/>
                <a:gd name="csY30" fmla="*/ 132809 h 133621"/>
                <a:gd name="csX31" fmla="*/ 171041 w 170774"/>
                <a:gd name="csY31" fmla="*/ 133712 h 133621"/>
                <a:gd name="csX32" fmla="*/ 171041 w 170774"/>
                <a:gd name="csY32" fmla="*/ 119567 h 133621"/>
                <a:gd name="csX33" fmla="*/ 149505 w 170774"/>
                <a:gd name="csY33" fmla="*/ 119567 h 133621"/>
                <a:gd name="csX34" fmla="*/ 98546 w 170774"/>
                <a:gd name="csY34" fmla="*/ 59678 h 133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774" h="133621">
                  <a:moveTo>
                    <a:pt x="98546" y="59678"/>
                  </a:moveTo>
                  <a:lnTo>
                    <a:pt x="134035" y="20555"/>
                  </a:lnTo>
                  <a:cubicBezTo>
                    <a:pt x="137978" y="16341"/>
                    <a:pt x="139798" y="14235"/>
                    <a:pt x="164975" y="14235"/>
                  </a:cubicBezTo>
                  <a:lnTo>
                    <a:pt x="164975" y="90"/>
                  </a:lnTo>
                  <a:cubicBezTo>
                    <a:pt x="154358" y="692"/>
                    <a:pt x="138585" y="993"/>
                    <a:pt x="137068" y="993"/>
                  </a:cubicBezTo>
                  <a:cubicBezTo>
                    <a:pt x="129485" y="993"/>
                    <a:pt x="114319" y="391"/>
                    <a:pt x="105826" y="90"/>
                  </a:cubicBezTo>
                  <a:lnTo>
                    <a:pt x="105826" y="14235"/>
                  </a:lnTo>
                  <a:cubicBezTo>
                    <a:pt x="110072" y="14235"/>
                    <a:pt x="113712" y="14837"/>
                    <a:pt x="117352" y="16943"/>
                  </a:cubicBezTo>
                  <a:cubicBezTo>
                    <a:pt x="116139" y="18749"/>
                    <a:pt x="116139" y="19351"/>
                    <a:pt x="114925" y="20555"/>
                  </a:cubicBezTo>
                  <a:lnTo>
                    <a:pt x="89446" y="48844"/>
                  </a:lnTo>
                  <a:lnTo>
                    <a:pt x="59719" y="14235"/>
                  </a:lnTo>
                  <a:lnTo>
                    <a:pt x="71853" y="14235"/>
                  </a:lnTo>
                  <a:lnTo>
                    <a:pt x="71853" y="90"/>
                  </a:lnTo>
                  <a:cubicBezTo>
                    <a:pt x="63966" y="391"/>
                    <a:pt x="44856" y="993"/>
                    <a:pt x="35150" y="993"/>
                  </a:cubicBezTo>
                  <a:cubicBezTo>
                    <a:pt x="25443" y="993"/>
                    <a:pt x="11793" y="391"/>
                    <a:pt x="1783" y="90"/>
                  </a:cubicBezTo>
                  <a:lnTo>
                    <a:pt x="1783" y="14235"/>
                  </a:lnTo>
                  <a:lnTo>
                    <a:pt x="23320" y="14235"/>
                  </a:lnTo>
                  <a:lnTo>
                    <a:pt x="70639" y="69610"/>
                  </a:lnTo>
                  <a:lnTo>
                    <a:pt x="30903" y="113849"/>
                  </a:lnTo>
                  <a:cubicBezTo>
                    <a:pt x="25746" y="119567"/>
                    <a:pt x="14827" y="119567"/>
                    <a:pt x="267" y="119567"/>
                  </a:cubicBezTo>
                  <a:lnTo>
                    <a:pt x="267" y="133712"/>
                  </a:lnTo>
                  <a:cubicBezTo>
                    <a:pt x="10883" y="133110"/>
                    <a:pt x="26656" y="132809"/>
                    <a:pt x="28173" y="132809"/>
                  </a:cubicBezTo>
                  <a:cubicBezTo>
                    <a:pt x="35756" y="132809"/>
                    <a:pt x="53349" y="133411"/>
                    <a:pt x="59416" y="133712"/>
                  </a:cubicBezTo>
                  <a:lnTo>
                    <a:pt x="59416" y="119567"/>
                  </a:lnTo>
                  <a:cubicBezTo>
                    <a:pt x="53956" y="119567"/>
                    <a:pt x="48193" y="118063"/>
                    <a:pt x="48193" y="116257"/>
                  </a:cubicBezTo>
                  <a:cubicBezTo>
                    <a:pt x="48193" y="115956"/>
                    <a:pt x="48193" y="115655"/>
                    <a:pt x="50316" y="113247"/>
                  </a:cubicBezTo>
                  <a:lnTo>
                    <a:pt x="79739" y="80444"/>
                  </a:lnTo>
                  <a:lnTo>
                    <a:pt x="113105" y="119567"/>
                  </a:lnTo>
                  <a:lnTo>
                    <a:pt x="101276" y="119567"/>
                  </a:lnTo>
                  <a:lnTo>
                    <a:pt x="101276" y="133712"/>
                  </a:lnTo>
                  <a:cubicBezTo>
                    <a:pt x="109162" y="133411"/>
                    <a:pt x="127665" y="132809"/>
                    <a:pt x="137675" y="132809"/>
                  </a:cubicBezTo>
                  <a:cubicBezTo>
                    <a:pt x="147382" y="132809"/>
                    <a:pt x="161032" y="133411"/>
                    <a:pt x="171041" y="133712"/>
                  </a:cubicBezTo>
                  <a:lnTo>
                    <a:pt x="171041" y="119567"/>
                  </a:lnTo>
                  <a:lnTo>
                    <a:pt x="149505" y="119567"/>
                  </a:lnTo>
                  <a:lnTo>
                    <a:pt x="98546" y="59678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0A6F73A9-D2AE-9828-79F8-B783454276FC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9900627" y="3750904"/>
              <a:ext cx="77288" cy="139881"/>
            </a:xfrm>
            <a:custGeom>
              <a:avLst/>
              <a:gdLst>
                <a:gd name="csX0" fmla="*/ 48260 w 77288"/>
                <a:gd name="csY0" fmla="*/ 5990 h 139881"/>
                <a:gd name="csX1" fmla="*/ 41890 w 77288"/>
                <a:gd name="csY1" fmla="*/ 92 h 139881"/>
                <a:gd name="csX2" fmla="*/ 273 w 77288"/>
                <a:gd name="csY2" fmla="*/ 13574 h 139881"/>
                <a:gd name="csX3" fmla="*/ 273 w 77288"/>
                <a:gd name="csY3" fmla="*/ 21158 h 139881"/>
                <a:gd name="csX4" fmla="*/ 31061 w 77288"/>
                <a:gd name="csY4" fmla="*/ 15260 h 139881"/>
                <a:gd name="csX5" fmla="*/ 31061 w 77288"/>
                <a:gd name="csY5" fmla="*/ 122699 h 139881"/>
                <a:gd name="csX6" fmla="*/ 9828 w 77288"/>
                <a:gd name="csY6" fmla="*/ 132389 h 139881"/>
                <a:gd name="csX7" fmla="*/ 1759 w 77288"/>
                <a:gd name="csY7" fmla="*/ 132389 h 139881"/>
                <a:gd name="csX8" fmla="*/ 1759 w 77288"/>
                <a:gd name="csY8" fmla="*/ 139973 h 139881"/>
                <a:gd name="csX9" fmla="*/ 39554 w 77288"/>
                <a:gd name="csY9" fmla="*/ 139131 h 139881"/>
                <a:gd name="csX10" fmla="*/ 77561 w 77288"/>
                <a:gd name="csY10" fmla="*/ 139973 h 139881"/>
                <a:gd name="csX11" fmla="*/ 77561 w 77288"/>
                <a:gd name="csY11" fmla="*/ 132389 h 139881"/>
                <a:gd name="csX12" fmla="*/ 69493 w 77288"/>
                <a:gd name="csY12" fmla="*/ 132389 h 139881"/>
                <a:gd name="csX13" fmla="*/ 48260 w 77288"/>
                <a:gd name="csY13" fmla="*/ 122699 h 139881"/>
                <a:gd name="csX14" fmla="*/ 48260 w 77288"/>
                <a:gd name="csY14" fmla="*/ 5990 h 139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288" h="139881">
                  <a:moveTo>
                    <a:pt x="48260" y="5990"/>
                  </a:moveTo>
                  <a:cubicBezTo>
                    <a:pt x="48260" y="302"/>
                    <a:pt x="47835" y="92"/>
                    <a:pt x="41890" y="92"/>
                  </a:cubicBezTo>
                  <a:cubicBezTo>
                    <a:pt x="28300" y="13364"/>
                    <a:pt x="8978" y="13574"/>
                    <a:pt x="273" y="13574"/>
                  </a:cubicBezTo>
                  <a:lnTo>
                    <a:pt x="273" y="21158"/>
                  </a:lnTo>
                  <a:cubicBezTo>
                    <a:pt x="5369" y="21158"/>
                    <a:pt x="19383" y="21158"/>
                    <a:pt x="31061" y="15260"/>
                  </a:cubicBezTo>
                  <a:lnTo>
                    <a:pt x="31061" y="122699"/>
                  </a:lnTo>
                  <a:cubicBezTo>
                    <a:pt x="31061" y="129651"/>
                    <a:pt x="31061" y="132389"/>
                    <a:pt x="9828" y="132389"/>
                  </a:cubicBezTo>
                  <a:lnTo>
                    <a:pt x="1759" y="132389"/>
                  </a:lnTo>
                  <a:lnTo>
                    <a:pt x="1759" y="139973"/>
                  </a:lnTo>
                  <a:cubicBezTo>
                    <a:pt x="5581" y="139763"/>
                    <a:pt x="31698" y="139131"/>
                    <a:pt x="39554" y="139131"/>
                  </a:cubicBezTo>
                  <a:cubicBezTo>
                    <a:pt x="46136" y="139131"/>
                    <a:pt x="72890" y="139763"/>
                    <a:pt x="77561" y="139973"/>
                  </a:cubicBezTo>
                  <a:lnTo>
                    <a:pt x="77561" y="132389"/>
                  </a:lnTo>
                  <a:lnTo>
                    <a:pt x="69493" y="132389"/>
                  </a:lnTo>
                  <a:cubicBezTo>
                    <a:pt x="48260" y="132389"/>
                    <a:pt x="48260" y="129651"/>
                    <a:pt x="48260" y="122699"/>
                  </a:cubicBezTo>
                  <a:lnTo>
                    <a:pt x="48260" y="5990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80B8D26B-3272-A60E-C9A1-704239C8B9CC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0020476" y="3799989"/>
              <a:ext cx="24418" cy="90796"/>
            </a:xfrm>
            <a:custGeom>
              <a:avLst/>
              <a:gdLst>
                <a:gd name="csX0" fmla="*/ 24695 w 24418"/>
                <a:gd name="csY0" fmla="*/ 12310 h 90796"/>
                <a:gd name="csX1" fmla="*/ 12592 w 24418"/>
                <a:gd name="csY1" fmla="*/ 92 h 90796"/>
                <a:gd name="csX2" fmla="*/ 277 w 24418"/>
                <a:gd name="csY2" fmla="*/ 12100 h 90796"/>
                <a:gd name="csX3" fmla="*/ 12380 w 24418"/>
                <a:gd name="csY3" fmla="*/ 24318 h 90796"/>
                <a:gd name="csX4" fmla="*/ 24695 w 24418"/>
                <a:gd name="csY4" fmla="*/ 12310 h 90796"/>
                <a:gd name="csX5" fmla="*/ 24695 w 24418"/>
                <a:gd name="csY5" fmla="*/ 78880 h 90796"/>
                <a:gd name="csX6" fmla="*/ 12592 w 24418"/>
                <a:gd name="csY6" fmla="*/ 66662 h 90796"/>
                <a:gd name="csX7" fmla="*/ 277 w 24418"/>
                <a:gd name="csY7" fmla="*/ 78670 h 90796"/>
                <a:gd name="csX8" fmla="*/ 12380 w 24418"/>
                <a:gd name="csY8" fmla="*/ 90888 h 90796"/>
                <a:gd name="csX9" fmla="*/ 24695 w 24418"/>
                <a:gd name="csY9" fmla="*/ 78880 h 907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418" h="90796">
                  <a:moveTo>
                    <a:pt x="24695" y="12310"/>
                  </a:moveTo>
                  <a:cubicBezTo>
                    <a:pt x="24695" y="4937"/>
                    <a:pt x="18750" y="92"/>
                    <a:pt x="12592" y="92"/>
                  </a:cubicBezTo>
                  <a:cubicBezTo>
                    <a:pt x="5160" y="92"/>
                    <a:pt x="277" y="5990"/>
                    <a:pt x="277" y="12100"/>
                  </a:cubicBezTo>
                  <a:cubicBezTo>
                    <a:pt x="277" y="19473"/>
                    <a:pt x="6222" y="24318"/>
                    <a:pt x="12380" y="24318"/>
                  </a:cubicBezTo>
                  <a:cubicBezTo>
                    <a:pt x="19811" y="24318"/>
                    <a:pt x="24695" y="18420"/>
                    <a:pt x="24695" y="12310"/>
                  </a:cubicBezTo>
                  <a:close/>
                  <a:moveTo>
                    <a:pt x="24695" y="78880"/>
                  </a:moveTo>
                  <a:cubicBezTo>
                    <a:pt x="24695" y="71507"/>
                    <a:pt x="18750" y="66662"/>
                    <a:pt x="12592" y="66662"/>
                  </a:cubicBezTo>
                  <a:cubicBezTo>
                    <a:pt x="5160" y="66662"/>
                    <a:pt x="277" y="72560"/>
                    <a:pt x="277" y="78670"/>
                  </a:cubicBezTo>
                  <a:cubicBezTo>
                    <a:pt x="277" y="86043"/>
                    <a:pt x="6222" y="90888"/>
                    <a:pt x="12380" y="90888"/>
                  </a:cubicBezTo>
                  <a:cubicBezTo>
                    <a:pt x="19811" y="90888"/>
                    <a:pt x="24695" y="84990"/>
                    <a:pt x="24695" y="78880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70002F6F-4B82-DF69-C52B-DA898FDB956B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0077044" y="3797882"/>
              <a:ext cx="129734" cy="95009"/>
            </a:xfrm>
            <a:custGeom>
              <a:avLst/>
              <a:gdLst>
                <a:gd name="csX0" fmla="*/ 16204 w 129734"/>
                <a:gd name="csY0" fmla="*/ 79723 h 95009"/>
                <a:gd name="csX1" fmla="*/ 14081 w 129734"/>
                <a:gd name="csY1" fmla="*/ 88360 h 95009"/>
                <a:gd name="csX2" fmla="*/ 21300 w 129734"/>
                <a:gd name="csY2" fmla="*/ 95102 h 95009"/>
                <a:gd name="csX3" fmla="*/ 29581 w 129734"/>
                <a:gd name="csY3" fmla="*/ 90467 h 95009"/>
                <a:gd name="csX4" fmla="*/ 33403 w 129734"/>
                <a:gd name="csY4" fmla="*/ 77406 h 95009"/>
                <a:gd name="csX5" fmla="*/ 38074 w 129734"/>
                <a:gd name="csY5" fmla="*/ 58446 h 95009"/>
                <a:gd name="csX6" fmla="*/ 41684 w 129734"/>
                <a:gd name="csY6" fmla="*/ 44331 h 95009"/>
                <a:gd name="csX7" fmla="*/ 50601 w 129734"/>
                <a:gd name="csY7" fmla="*/ 25371 h 95009"/>
                <a:gd name="csX8" fmla="*/ 82451 w 129734"/>
                <a:gd name="csY8" fmla="*/ 5990 h 95009"/>
                <a:gd name="csX9" fmla="*/ 94979 w 129734"/>
                <a:gd name="csY9" fmla="*/ 20737 h 95009"/>
                <a:gd name="csX10" fmla="*/ 82451 w 129734"/>
                <a:gd name="csY10" fmla="*/ 65609 h 95009"/>
                <a:gd name="csX11" fmla="*/ 79266 w 129734"/>
                <a:gd name="csY11" fmla="*/ 76984 h 95009"/>
                <a:gd name="csX12" fmla="*/ 99438 w 129734"/>
                <a:gd name="csY12" fmla="*/ 95102 h 95009"/>
                <a:gd name="csX13" fmla="*/ 130013 w 129734"/>
                <a:gd name="csY13" fmla="*/ 62870 h 95009"/>
                <a:gd name="csX14" fmla="*/ 126616 w 129734"/>
                <a:gd name="csY14" fmla="*/ 60131 h 95009"/>
                <a:gd name="csX15" fmla="*/ 122582 w 129734"/>
                <a:gd name="csY15" fmla="*/ 63713 h 95009"/>
                <a:gd name="csX16" fmla="*/ 100074 w 129734"/>
                <a:gd name="csY16" fmla="*/ 89203 h 95009"/>
                <a:gd name="csX17" fmla="*/ 94766 w 129734"/>
                <a:gd name="csY17" fmla="*/ 81830 h 95009"/>
                <a:gd name="csX18" fmla="*/ 99650 w 129734"/>
                <a:gd name="csY18" fmla="*/ 64766 h 95009"/>
                <a:gd name="csX19" fmla="*/ 110903 w 129734"/>
                <a:gd name="csY19" fmla="*/ 24107 h 95009"/>
                <a:gd name="csX20" fmla="*/ 83300 w 129734"/>
                <a:gd name="csY20" fmla="*/ 92 h 95009"/>
                <a:gd name="csX21" fmla="*/ 47416 w 129734"/>
                <a:gd name="csY21" fmla="*/ 19262 h 95009"/>
                <a:gd name="csX22" fmla="*/ 24697 w 129734"/>
                <a:gd name="csY22" fmla="*/ 92 h 95009"/>
                <a:gd name="csX23" fmla="*/ 7923 w 129734"/>
                <a:gd name="csY23" fmla="*/ 11468 h 95009"/>
                <a:gd name="csX24" fmla="*/ 279 w 129734"/>
                <a:gd name="csY24" fmla="*/ 32323 h 95009"/>
                <a:gd name="csX25" fmla="*/ 3889 w 129734"/>
                <a:gd name="csY25" fmla="*/ 35062 h 95009"/>
                <a:gd name="csX26" fmla="*/ 8560 w 129734"/>
                <a:gd name="csY26" fmla="*/ 28742 h 95009"/>
                <a:gd name="csX27" fmla="*/ 24060 w 129734"/>
                <a:gd name="csY27" fmla="*/ 5990 h 95009"/>
                <a:gd name="csX28" fmla="*/ 31067 w 129734"/>
                <a:gd name="csY28" fmla="*/ 16313 h 95009"/>
                <a:gd name="csX29" fmla="*/ 27670 w 129734"/>
                <a:gd name="csY29" fmla="*/ 33798 h 95009"/>
                <a:gd name="csX30" fmla="*/ 22998 w 129734"/>
                <a:gd name="csY30" fmla="*/ 52758 h 95009"/>
                <a:gd name="csX31" fmla="*/ 16204 w 129734"/>
                <a:gd name="csY31" fmla="*/ 79723 h 950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34" h="95009">
                  <a:moveTo>
                    <a:pt x="16204" y="79723"/>
                  </a:moveTo>
                  <a:cubicBezTo>
                    <a:pt x="15355" y="82462"/>
                    <a:pt x="14081" y="87728"/>
                    <a:pt x="14081" y="88360"/>
                  </a:cubicBezTo>
                  <a:cubicBezTo>
                    <a:pt x="14081" y="92995"/>
                    <a:pt x="17902" y="95102"/>
                    <a:pt x="21300" y="95102"/>
                  </a:cubicBezTo>
                  <a:cubicBezTo>
                    <a:pt x="25122" y="95102"/>
                    <a:pt x="28519" y="92363"/>
                    <a:pt x="29581" y="90467"/>
                  </a:cubicBezTo>
                  <a:cubicBezTo>
                    <a:pt x="30642" y="88571"/>
                    <a:pt x="32341" y="81830"/>
                    <a:pt x="33403" y="77406"/>
                  </a:cubicBezTo>
                  <a:cubicBezTo>
                    <a:pt x="34464" y="73403"/>
                    <a:pt x="36800" y="63713"/>
                    <a:pt x="38074" y="58446"/>
                  </a:cubicBezTo>
                  <a:cubicBezTo>
                    <a:pt x="39348" y="53811"/>
                    <a:pt x="40622" y="49177"/>
                    <a:pt x="41684" y="44331"/>
                  </a:cubicBezTo>
                  <a:cubicBezTo>
                    <a:pt x="44019" y="35694"/>
                    <a:pt x="44444" y="34009"/>
                    <a:pt x="50601" y="25371"/>
                  </a:cubicBezTo>
                  <a:cubicBezTo>
                    <a:pt x="56547" y="16945"/>
                    <a:pt x="66526" y="5990"/>
                    <a:pt x="82451" y="5990"/>
                  </a:cubicBezTo>
                  <a:cubicBezTo>
                    <a:pt x="94766" y="5990"/>
                    <a:pt x="94979" y="16734"/>
                    <a:pt x="94979" y="20737"/>
                  </a:cubicBezTo>
                  <a:cubicBezTo>
                    <a:pt x="94979" y="33377"/>
                    <a:pt x="85848" y="56761"/>
                    <a:pt x="82451" y="65609"/>
                  </a:cubicBezTo>
                  <a:cubicBezTo>
                    <a:pt x="80115" y="71507"/>
                    <a:pt x="79266" y="73403"/>
                    <a:pt x="79266" y="76984"/>
                  </a:cubicBezTo>
                  <a:cubicBezTo>
                    <a:pt x="79266" y="88150"/>
                    <a:pt x="88609" y="95102"/>
                    <a:pt x="99438" y="95102"/>
                  </a:cubicBezTo>
                  <a:cubicBezTo>
                    <a:pt x="120671" y="95102"/>
                    <a:pt x="130013" y="66030"/>
                    <a:pt x="130013" y="62870"/>
                  </a:cubicBezTo>
                  <a:cubicBezTo>
                    <a:pt x="130013" y="60131"/>
                    <a:pt x="127253" y="60131"/>
                    <a:pt x="126616" y="60131"/>
                  </a:cubicBezTo>
                  <a:cubicBezTo>
                    <a:pt x="123643" y="60131"/>
                    <a:pt x="123431" y="61395"/>
                    <a:pt x="122582" y="63713"/>
                  </a:cubicBezTo>
                  <a:cubicBezTo>
                    <a:pt x="117698" y="80566"/>
                    <a:pt x="108568" y="89203"/>
                    <a:pt x="100074" y="89203"/>
                  </a:cubicBezTo>
                  <a:cubicBezTo>
                    <a:pt x="95616" y="89203"/>
                    <a:pt x="94766" y="86254"/>
                    <a:pt x="94766" y="81830"/>
                  </a:cubicBezTo>
                  <a:cubicBezTo>
                    <a:pt x="94766" y="76984"/>
                    <a:pt x="95828" y="74246"/>
                    <a:pt x="99650" y="64766"/>
                  </a:cubicBezTo>
                  <a:cubicBezTo>
                    <a:pt x="102198" y="58235"/>
                    <a:pt x="110903" y="35905"/>
                    <a:pt x="110903" y="24107"/>
                  </a:cubicBezTo>
                  <a:cubicBezTo>
                    <a:pt x="110903" y="3673"/>
                    <a:pt x="94554" y="92"/>
                    <a:pt x="83300" y="92"/>
                  </a:cubicBezTo>
                  <a:cubicBezTo>
                    <a:pt x="65677" y="92"/>
                    <a:pt x="53786" y="10836"/>
                    <a:pt x="47416" y="19262"/>
                  </a:cubicBezTo>
                  <a:cubicBezTo>
                    <a:pt x="45930" y="4726"/>
                    <a:pt x="33403" y="92"/>
                    <a:pt x="24697" y="92"/>
                  </a:cubicBezTo>
                  <a:cubicBezTo>
                    <a:pt x="15567" y="92"/>
                    <a:pt x="10683" y="6622"/>
                    <a:pt x="7923" y="11468"/>
                  </a:cubicBezTo>
                  <a:cubicBezTo>
                    <a:pt x="3252" y="19262"/>
                    <a:pt x="279" y="31270"/>
                    <a:pt x="279" y="32323"/>
                  </a:cubicBezTo>
                  <a:cubicBezTo>
                    <a:pt x="279" y="35062"/>
                    <a:pt x="3252" y="35062"/>
                    <a:pt x="3889" y="35062"/>
                  </a:cubicBezTo>
                  <a:cubicBezTo>
                    <a:pt x="6861" y="35062"/>
                    <a:pt x="7074" y="34430"/>
                    <a:pt x="8560" y="28742"/>
                  </a:cubicBezTo>
                  <a:cubicBezTo>
                    <a:pt x="11745" y="16313"/>
                    <a:pt x="15779" y="5990"/>
                    <a:pt x="24060" y="5990"/>
                  </a:cubicBezTo>
                  <a:cubicBezTo>
                    <a:pt x="29581" y="5990"/>
                    <a:pt x="31067" y="10625"/>
                    <a:pt x="31067" y="16313"/>
                  </a:cubicBezTo>
                  <a:cubicBezTo>
                    <a:pt x="31067" y="20316"/>
                    <a:pt x="29156" y="28110"/>
                    <a:pt x="27670" y="33798"/>
                  </a:cubicBezTo>
                  <a:cubicBezTo>
                    <a:pt x="26183" y="39486"/>
                    <a:pt x="24060" y="48123"/>
                    <a:pt x="22998" y="52758"/>
                  </a:cubicBezTo>
                  <a:lnTo>
                    <a:pt x="16204" y="7972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65828F25-C0E3-80FC-2E03-127432E7D2B8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0249467" y="3619931"/>
              <a:ext cx="70372" cy="300950"/>
            </a:xfrm>
            <a:custGeom>
              <a:avLst/>
              <a:gdLst>
                <a:gd name="csX0" fmla="*/ 70657 w 70372"/>
                <a:gd name="csY0" fmla="*/ 150565 h 300950"/>
                <a:gd name="csX1" fmla="*/ 50637 w 70372"/>
                <a:gd name="csY1" fmla="*/ 56669 h 300950"/>
                <a:gd name="csX2" fmla="*/ 3318 w 70372"/>
                <a:gd name="csY2" fmla="*/ 90 h 300950"/>
                <a:gd name="csX3" fmla="*/ 284 w 70372"/>
                <a:gd name="csY3" fmla="*/ 3100 h 300950"/>
                <a:gd name="csX4" fmla="*/ 6048 w 70372"/>
                <a:gd name="csY4" fmla="*/ 10022 h 300950"/>
                <a:gd name="csX5" fmla="*/ 53064 w 70372"/>
                <a:gd name="csY5" fmla="*/ 150565 h 300950"/>
                <a:gd name="csX6" fmla="*/ 4228 w 70372"/>
                <a:gd name="csY6" fmla="*/ 292915 h 300950"/>
                <a:gd name="csX7" fmla="*/ 284 w 70372"/>
                <a:gd name="csY7" fmla="*/ 298031 h 300950"/>
                <a:gd name="csX8" fmla="*/ 3318 w 70372"/>
                <a:gd name="csY8" fmla="*/ 301040 h 300950"/>
                <a:gd name="csX9" fmla="*/ 51547 w 70372"/>
                <a:gd name="csY9" fmla="*/ 242355 h 300950"/>
                <a:gd name="csX10" fmla="*/ 70657 w 70372"/>
                <a:gd name="csY10" fmla="*/ 150565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72" h="300950">
                  <a:moveTo>
                    <a:pt x="70657" y="150565"/>
                  </a:moveTo>
                  <a:cubicBezTo>
                    <a:pt x="70657" y="127091"/>
                    <a:pt x="67320" y="90676"/>
                    <a:pt x="50637" y="56669"/>
                  </a:cubicBezTo>
                  <a:cubicBezTo>
                    <a:pt x="32437" y="19652"/>
                    <a:pt x="6351" y="90"/>
                    <a:pt x="3318" y="90"/>
                  </a:cubicBezTo>
                  <a:cubicBezTo>
                    <a:pt x="1498" y="90"/>
                    <a:pt x="284" y="1294"/>
                    <a:pt x="284" y="3100"/>
                  </a:cubicBezTo>
                  <a:cubicBezTo>
                    <a:pt x="284" y="4003"/>
                    <a:pt x="284" y="4604"/>
                    <a:pt x="6048" y="10022"/>
                  </a:cubicBezTo>
                  <a:cubicBezTo>
                    <a:pt x="35774" y="39816"/>
                    <a:pt x="53064" y="87667"/>
                    <a:pt x="53064" y="150565"/>
                  </a:cubicBezTo>
                  <a:cubicBezTo>
                    <a:pt x="53064" y="202028"/>
                    <a:pt x="41841" y="254995"/>
                    <a:pt x="4228" y="292915"/>
                  </a:cubicBezTo>
                  <a:cubicBezTo>
                    <a:pt x="284" y="296526"/>
                    <a:pt x="284" y="297128"/>
                    <a:pt x="284" y="298031"/>
                  </a:cubicBezTo>
                  <a:cubicBezTo>
                    <a:pt x="284" y="299836"/>
                    <a:pt x="1498" y="301040"/>
                    <a:pt x="3318" y="301040"/>
                  </a:cubicBezTo>
                  <a:cubicBezTo>
                    <a:pt x="6351" y="301040"/>
                    <a:pt x="33651" y="280576"/>
                    <a:pt x="51547" y="242355"/>
                  </a:cubicBezTo>
                  <a:cubicBezTo>
                    <a:pt x="67017" y="209250"/>
                    <a:pt x="70657" y="175845"/>
                    <a:pt x="70657" y="150565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D38FC9CB-DF7A-61AC-3C15-9022ABFBFBEE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0362272" y="3640094"/>
              <a:ext cx="216577" cy="205548"/>
            </a:xfrm>
            <a:custGeom>
              <a:avLst/>
              <a:gdLst>
                <a:gd name="csX0" fmla="*/ 80064 w 216577"/>
                <a:gd name="csY0" fmla="*/ 110539 h 205548"/>
                <a:gd name="csX1" fmla="*/ 131630 w 216577"/>
                <a:gd name="csY1" fmla="*/ 110539 h 205548"/>
                <a:gd name="csX2" fmla="*/ 216866 w 216577"/>
                <a:gd name="csY2" fmla="*/ 45534 h 205548"/>
                <a:gd name="csX3" fmla="*/ 157110 w 216577"/>
                <a:gd name="csY3" fmla="*/ 90 h 205548"/>
                <a:gd name="csX4" fmla="*/ 58831 w 216577"/>
                <a:gd name="csY4" fmla="*/ 90 h 205548"/>
                <a:gd name="csX5" fmla="*/ 49731 w 216577"/>
                <a:gd name="csY5" fmla="*/ 5808 h 205548"/>
                <a:gd name="csX6" fmla="*/ 58528 w 216577"/>
                <a:gd name="csY6" fmla="*/ 9420 h 205548"/>
                <a:gd name="csX7" fmla="*/ 71571 w 216577"/>
                <a:gd name="csY7" fmla="*/ 10022 h 205548"/>
                <a:gd name="csX8" fmla="*/ 78244 w 216577"/>
                <a:gd name="csY8" fmla="*/ 14837 h 205548"/>
                <a:gd name="csX9" fmla="*/ 77031 w 216577"/>
                <a:gd name="csY9" fmla="*/ 20555 h 205548"/>
                <a:gd name="csX10" fmla="*/ 36385 w 216577"/>
                <a:gd name="csY10" fmla="*/ 182165 h 205548"/>
                <a:gd name="csX11" fmla="*/ 8782 w 216577"/>
                <a:gd name="csY11" fmla="*/ 196310 h 205548"/>
                <a:gd name="csX12" fmla="*/ 288 w 216577"/>
                <a:gd name="csY12" fmla="*/ 202028 h 205548"/>
                <a:gd name="csX13" fmla="*/ 4838 w 216577"/>
                <a:gd name="csY13" fmla="*/ 205639 h 205548"/>
                <a:gd name="csX14" fmla="*/ 43361 w 216577"/>
                <a:gd name="csY14" fmla="*/ 204736 h 205548"/>
                <a:gd name="csX15" fmla="*/ 62774 w 216577"/>
                <a:gd name="csY15" fmla="*/ 205037 h 205548"/>
                <a:gd name="csX16" fmla="*/ 82491 w 216577"/>
                <a:gd name="csY16" fmla="*/ 205639 h 205548"/>
                <a:gd name="csX17" fmla="*/ 88557 w 216577"/>
                <a:gd name="csY17" fmla="*/ 199620 h 205548"/>
                <a:gd name="csX18" fmla="*/ 80064 w 216577"/>
                <a:gd name="csY18" fmla="*/ 196310 h 205548"/>
                <a:gd name="csX19" fmla="*/ 60348 w 216577"/>
                <a:gd name="csY19" fmla="*/ 190892 h 205548"/>
                <a:gd name="csX20" fmla="*/ 61258 w 216577"/>
                <a:gd name="csY20" fmla="*/ 185776 h 205548"/>
                <a:gd name="csX21" fmla="*/ 80064 w 216577"/>
                <a:gd name="csY21" fmla="*/ 110539 h 205548"/>
                <a:gd name="csX22" fmla="*/ 101904 w 216577"/>
                <a:gd name="csY22" fmla="*/ 20856 h 205548"/>
                <a:gd name="csX23" fmla="*/ 118284 w 216577"/>
                <a:gd name="csY23" fmla="*/ 9420 h 205548"/>
                <a:gd name="csX24" fmla="*/ 147403 w 216577"/>
                <a:gd name="csY24" fmla="*/ 9420 h 205548"/>
                <a:gd name="csX25" fmla="*/ 188656 w 216577"/>
                <a:gd name="csY25" fmla="*/ 38311 h 205548"/>
                <a:gd name="csX26" fmla="*/ 170760 w 216577"/>
                <a:gd name="csY26" fmla="*/ 86764 h 205548"/>
                <a:gd name="csX27" fmla="*/ 124047 w 216577"/>
                <a:gd name="csY27" fmla="*/ 102714 h 205548"/>
                <a:gd name="csX28" fmla="*/ 81277 w 216577"/>
                <a:gd name="csY28" fmla="*/ 102714 h 205548"/>
                <a:gd name="csX29" fmla="*/ 101904 w 216577"/>
                <a:gd name="csY29" fmla="*/ 20856 h 2055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16577" h="205548">
                  <a:moveTo>
                    <a:pt x="80064" y="110539"/>
                  </a:moveTo>
                  <a:lnTo>
                    <a:pt x="131630" y="110539"/>
                  </a:lnTo>
                  <a:cubicBezTo>
                    <a:pt x="174703" y="110539"/>
                    <a:pt x="216866" y="79240"/>
                    <a:pt x="216866" y="45534"/>
                  </a:cubicBezTo>
                  <a:cubicBezTo>
                    <a:pt x="216866" y="22360"/>
                    <a:pt x="196846" y="90"/>
                    <a:pt x="157110" y="90"/>
                  </a:cubicBezTo>
                  <a:lnTo>
                    <a:pt x="58831" y="90"/>
                  </a:lnTo>
                  <a:cubicBezTo>
                    <a:pt x="53068" y="90"/>
                    <a:pt x="49731" y="90"/>
                    <a:pt x="49731" y="5808"/>
                  </a:cubicBezTo>
                  <a:cubicBezTo>
                    <a:pt x="49731" y="9420"/>
                    <a:pt x="52461" y="9420"/>
                    <a:pt x="58528" y="9420"/>
                  </a:cubicBezTo>
                  <a:cubicBezTo>
                    <a:pt x="62471" y="9420"/>
                    <a:pt x="67931" y="9721"/>
                    <a:pt x="71571" y="10022"/>
                  </a:cubicBezTo>
                  <a:cubicBezTo>
                    <a:pt x="76424" y="10623"/>
                    <a:pt x="78244" y="11526"/>
                    <a:pt x="78244" y="14837"/>
                  </a:cubicBezTo>
                  <a:cubicBezTo>
                    <a:pt x="78244" y="16041"/>
                    <a:pt x="77941" y="16943"/>
                    <a:pt x="77031" y="20555"/>
                  </a:cubicBezTo>
                  <a:lnTo>
                    <a:pt x="36385" y="182165"/>
                  </a:lnTo>
                  <a:cubicBezTo>
                    <a:pt x="33351" y="193902"/>
                    <a:pt x="32745" y="196310"/>
                    <a:pt x="8782" y="196310"/>
                  </a:cubicBezTo>
                  <a:cubicBezTo>
                    <a:pt x="3625" y="196310"/>
                    <a:pt x="288" y="196310"/>
                    <a:pt x="288" y="202028"/>
                  </a:cubicBezTo>
                  <a:cubicBezTo>
                    <a:pt x="288" y="205639"/>
                    <a:pt x="3928" y="205639"/>
                    <a:pt x="4838" y="205639"/>
                  </a:cubicBezTo>
                  <a:cubicBezTo>
                    <a:pt x="13331" y="205639"/>
                    <a:pt x="34868" y="204736"/>
                    <a:pt x="43361" y="204736"/>
                  </a:cubicBezTo>
                  <a:cubicBezTo>
                    <a:pt x="49731" y="204736"/>
                    <a:pt x="56404" y="205037"/>
                    <a:pt x="62774" y="205037"/>
                  </a:cubicBezTo>
                  <a:cubicBezTo>
                    <a:pt x="69448" y="205037"/>
                    <a:pt x="76121" y="205639"/>
                    <a:pt x="82491" y="205639"/>
                  </a:cubicBezTo>
                  <a:cubicBezTo>
                    <a:pt x="84614" y="205639"/>
                    <a:pt x="88557" y="205639"/>
                    <a:pt x="88557" y="199620"/>
                  </a:cubicBezTo>
                  <a:cubicBezTo>
                    <a:pt x="88557" y="196310"/>
                    <a:pt x="85827" y="196310"/>
                    <a:pt x="80064" y="196310"/>
                  </a:cubicBezTo>
                  <a:cubicBezTo>
                    <a:pt x="68841" y="196310"/>
                    <a:pt x="60348" y="196310"/>
                    <a:pt x="60348" y="190892"/>
                  </a:cubicBezTo>
                  <a:cubicBezTo>
                    <a:pt x="60348" y="189087"/>
                    <a:pt x="60954" y="187582"/>
                    <a:pt x="61258" y="185776"/>
                  </a:cubicBezTo>
                  <a:lnTo>
                    <a:pt x="80064" y="110539"/>
                  </a:lnTo>
                  <a:close/>
                  <a:moveTo>
                    <a:pt x="101904" y="20856"/>
                  </a:moveTo>
                  <a:cubicBezTo>
                    <a:pt x="104634" y="10322"/>
                    <a:pt x="105240" y="9420"/>
                    <a:pt x="118284" y="9420"/>
                  </a:cubicBezTo>
                  <a:lnTo>
                    <a:pt x="147403" y="9420"/>
                  </a:lnTo>
                  <a:cubicBezTo>
                    <a:pt x="172580" y="9420"/>
                    <a:pt x="188656" y="17545"/>
                    <a:pt x="188656" y="38311"/>
                  </a:cubicBezTo>
                  <a:cubicBezTo>
                    <a:pt x="188656" y="50048"/>
                    <a:pt x="182589" y="75930"/>
                    <a:pt x="170760" y="86764"/>
                  </a:cubicBezTo>
                  <a:cubicBezTo>
                    <a:pt x="155593" y="100307"/>
                    <a:pt x="137393" y="102714"/>
                    <a:pt x="124047" y="102714"/>
                  </a:cubicBezTo>
                  <a:lnTo>
                    <a:pt x="81277" y="102714"/>
                  </a:lnTo>
                  <a:lnTo>
                    <a:pt x="101904" y="2085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BA5BB8E9-9F78-A1FD-8C3A-1B4B68D2870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0617040" y="3619931"/>
              <a:ext cx="70372" cy="300950"/>
            </a:xfrm>
            <a:custGeom>
              <a:avLst/>
              <a:gdLst>
                <a:gd name="csX0" fmla="*/ 70669 w 70372"/>
                <a:gd name="csY0" fmla="*/ 298031 h 300950"/>
                <a:gd name="csX1" fmla="*/ 65512 w 70372"/>
                <a:gd name="csY1" fmla="*/ 291410 h 300950"/>
                <a:gd name="csX2" fmla="*/ 17889 w 70372"/>
                <a:gd name="csY2" fmla="*/ 150565 h 300950"/>
                <a:gd name="csX3" fmla="*/ 66725 w 70372"/>
                <a:gd name="csY3" fmla="*/ 8216 h 300950"/>
                <a:gd name="csX4" fmla="*/ 70669 w 70372"/>
                <a:gd name="csY4" fmla="*/ 3100 h 300950"/>
                <a:gd name="csX5" fmla="*/ 67635 w 70372"/>
                <a:gd name="csY5" fmla="*/ 90 h 300950"/>
                <a:gd name="csX6" fmla="*/ 19406 w 70372"/>
                <a:gd name="csY6" fmla="*/ 58775 h 300950"/>
                <a:gd name="csX7" fmla="*/ 296 w 70372"/>
                <a:gd name="csY7" fmla="*/ 150565 h 300950"/>
                <a:gd name="csX8" fmla="*/ 20316 w 70372"/>
                <a:gd name="csY8" fmla="*/ 244462 h 300950"/>
                <a:gd name="csX9" fmla="*/ 67635 w 70372"/>
                <a:gd name="csY9" fmla="*/ 301040 h 300950"/>
                <a:gd name="csX10" fmla="*/ 70669 w 70372"/>
                <a:gd name="csY10" fmla="*/ 298031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72" h="300950">
                  <a:moveTo>
                    <a:pt x="70669" y="298031"/>
                  </a:moveTo>
                  <a:cubicBezTo>
                    <a:pt x="70669" y="297128"/>
                    <a:pt x="70669" y="296526"/>
                    <a:pt x="65512" y="291410"/>
                  </a:cubicBezTo>
                  <a:cubicBezTo>
                    <a:pt x="27596" y="253490"/>
                    <a:pt x="17889" y="196611"/>
                    <a:pt x="17889" y="150565"/>
                  </a:cubicBezTo>
                  <a:cubicBezTo>
                    <a:pt x="17889" y="98200"/>
                    <a:pt x="29416" y="45835"/>
                    <a:pt x="66725" y="8216"/>
                  </a:cubicBezTo>
                  <a:cubicBezTo>
                    <a:pt x="70669" y="4604"/>
                    <a:pt x="70669" y="4003"/>
                    <a:pt x="70669" y="3100"/>
                  </a:cubicBezTo>
                  <a:cubicBezTo>
                    <a:pt x="70669" y="993"/>
                    <a:pt x="69455" y="90"/>
                    <a:pt x="67635" y="90"/>
                  </a:cubicBezTo>
                  <a:cubicBezTo>
                    <a:pt x="64602" y="90"/>
                    <a:pt x="37302" y="20555"/>
                    <a:pt x="19406" y="58775"/>
                  </a:cubicBezTo>
                  <a:cubicBezTo>
                    <a:pt x="3936" y="91880"/>
                    <a:pt x="296" y="125285"/>
                    <a:pt x="296" y="150565"/>
                  </a:cubicBezTo>
                  <a:cubicBezTo>
                    <a:pt x="296" y="174039"/>
                    <a:pt x="3633" y="210454"/>
                    <a:pt x="20316" y="244462"/>
                  </a:cubicBezTo>
                  <a:cubicBezTo>
                    <a:pt x="38516" y="281478"/>
                    <a:pt x="64602" y="301040"/>
                    <a:pt x="67635" y="301040"/>
                  </a:cubicBezTo>
                  <a:cubicBezTo>
                    <a:pt x="69455" y="301040"/>
                    <a:pt x="70669" y="300137"/>
                    <a:pt x="70669" y="298031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5F29D2D2-7BFC-46B6-A670-D8B65C1BBF4C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0738338" y="3619931"/>
              <a:ext cx="67642" cy="300950"/>
            </a:xfrm>
            <a:custGeom>
              <a:avLst/>
              <a:gdLst>
                <a:gd name="csX0" fmla="*/ 66426 w 67642"/>
                <a:gd name="csY0" fmla="*/ 11526 h 300950"/>
                <a:gd name="csX1" fmla="*/ 67943 w 67642"/>
                <a:gd name="csY1" fmla="*/ 6109 h 300950"/>
                <a:gd name="csX2" fmla="*/ 61876 w 67642"/>
                <a:gd name="csY2" fmla="*/ 90 h 300950"/>
                <a:gd name="csX3" fmla="*/ 54899 w 67642"/>
                <a:gd name="csY3" fmla="*/ 7012 h 300950"/>
                <a:gd name="csX4" fmla="*/ 1817 w 67642"/>
                <a:gd name="csY4" fmla="*/ 145148 h 300950"/>
                <a:gd name="csX5" fmla="*/ 300 w 67642"/>
                <a:gd name="csY5" fmla="*/ 150565 h 300950"/>
                <a:gd name="csX6" fmla="*/ 1817 w 67642"/>
                <a:gd name="csY6" fmla="*/ 155681 h 300950"/>
                <a:gd name="csX7" fmla="*/ 54899 w 67642"/>
                <a:gd name="csY7" fmla="*/ 293817 h 300950"/>
                <a:gd name="csX8" fmla="*/ 61876 w 67642"/>
                <a:gd name="csY8" fmla="*/ 301040 h 300950"/>
                <a:gd name="csX9" fmla="*/ 67943 w 67642"/>
                <a:gd name="csY9" fmla="*/ 295021 h 300950"/>
                <a:gd name="csX10" fmla="*/ 66426 w 67642"/>
                <a:gd name="csY10" fmla="*/ 290206 h 300950"/>
                <a:gd name="csX11" fmla="*/ 12737 w 67642"/>
                <a:gd name="csY11" fmla="*/ 150565 h 300950"/>
                <a:gd name="csX12" fmla="*/ 66426 w 67642"/>
                <a:gd name="csY12" fmla="*/ 11526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42" h="300950">
                  <a:moveTo>
                    <a:pt x="66426" y="11526"/>
                  </a:moveTo>
                  <a:cubicBezTo>
                    <a:pt x="67943" y="8216"/>
                    <a:pt x="67943" y="7614"/>
                    <a:pt x="67943" y="6109"/>
                  </a:cubicBezTo>
                  <a:cubicBezTo>
                    <a:pt x="67943" y="2799"/>
                    <a:pt x="65213" y="90"/>
                    <a:pt x="61876" y="90"/>
                  </a:cubicBezTo>
                  <a:cubicBezTo>
                    <a:pt x="59146" y="90"/>
                    <a:pt x="57023" y="1595"/>
                    <a:pt x="54899" y="7012"/>
                  </a:cubicBezTo>
                  <a:lnTo>
                    <a:pt x="1817" y="145148"/>
                  </a:lnTo>
                  <a:cubicBezTo>
                    <a:pt x="1210" y="146954"/>
                    <a:pt x="300" y="148759"/>
                    <a:pt x="300" y="150565"/>
                  </a:cubicBezTo>
                  <a:cubicBezTo>
                    <a:pt x="300" y="151468"/>
                    <a:pt x="300" y="152070"/>
                    <a:pt x="1817" y="155681"/>
                  </a:cubicBezTo>
                  <a:lnTo>
                    <a:pt x="54899" y="293817"/>
                  </a:lnTo>
                  <a:cubicBezTo>
                    <a:pt x="56113" y="297128"/>
                    <a:pt x="57629" y="301040"/>
                    <a:pt x="61876" y="301040"/>
                  </a:cubicBezTo>
                  <a:cubicBezTo>
                    <a:pt x="65213" y="301040"/>
                    <a:pt x="67943" y="298332"/>
                    <a:pt x="67943" y="295021"/>
                  </a:cubicBezTo>
                  <a:cubicBezTo>
                    <a:pt x="67943" y="294118"/>
                    <a:pt x="67943" y="293516"/>
                    <a:pt x="66426" y="290206"/>
                  </a:cubicBezTo>
                  <a:lnTo>
                    <a:pt x="12737" y="150565"/>
                  </a:lnTo>
                  <a:lnTo>
                    <a:pt x="66426" y="1152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94833023-1998-2834-0043-8A6BCA8159D8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0840527" y="3636784"/>
              <a:ext cx="123758" cy="233838"/>
            </a:xfrm>
            <a:custGeom>
              <a:avLst/>
              <a:gdLst>
                <a:gd name="csX0" fmla="*/ 121636 w 123758"/>
                <a:gd name="csY0" fmla="*/ 17846 h 233838"/>
                <a:gd name="csX1" fmla="*/ 124062 w 123758"/>
                <a:gd name="csY1" fmla="*/ 10623 h 233838"/>
                <a:gd name="csX2" fmla="*/ 113446 w 123758"/>
                <a:gd name="csY2" fmla="*/ 90 h 233838"/>
                <a:gd name="csX3" fmla="*/ 102829 w 123758"/>
                <a:gd name="csY3" fmla="*/ 8517 h 233838"/>
                <a:gd name="csX4" fmla="*/ 2730 w 123758"/>
                <a:gd name="csY4" fmla="*/ 216172 h 233838"/>
                <a:gd name="csX5" fmla="*/ 304 w 123758"/>
                <a:gd name="csY5" fmla="*/ 223395 h 233838"/>
                <a:gd name="csX6" fmla="*/ 10920 w 123758"/>
                <a:gd name="csY6" fmla="*/ 233928 h 233838"/>
                <a:gd name="csX7" fmla="*/ 21537 w 123758"/>
                <a:gd name="csY7" fmla="*/ 225502 h 233838"/>
                <a:gd name="csX8" fmla="*/ 121636 w 123758"/>
                <a:gd name="csY8" fmla="*/ 17846 h 2338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3758" h="233838">
                  <a:moveTo>
                    <a:pt x="121636" y="17846"/>
                  </a:moveTo>
                  <a:cubicBezTo>
                    <a:pt x="123759" y="13031"/>
                    <a:pt x="124062" y="13031"/>
                    <a:pt x="124062" y="10623"/>
                  </a:cubicBezTo>
                  <a:cubicBezTo>
                    <a:pt x="124062" y="5206"/>
                    <a:pt x="119512" y="90"/>
                    <a:pt x="113446" y="90"/>
                  </a:cubicBezTo>
                  <a:cubicBezTo>
                    <a:pt x="106773" y="90"/>
                    <a:pt x="104649" y="4604"/>
                    <a:pt x="102829" y="8517"/>
                  </a:cubicBezTo>
                  <a:lnTo>
                    <a:pt x="2730" y="216172"/>
                  </a:lnTo>
                  <a:cubicBezTo>
                    <a:pt x="607" y="220987"/>
                    <a:pt x="304" y="220987"/>
                    <a:pt x="304" y="223395"/>
                  </a:cubicBezTo>
                  <a:cubicBezTo>
                    <a:pt x="304" y="228812"/>
                    <a:pt x="4854" y="233928"/>
                    <a:pt x="10920" y="233928"/>
                  </a:cubicBezTo>
                  <a:cubicBezTo>
                    <a:pt x="17594" y="233928"/>
                    <a:pt x="19717" y="229414"/>
                    <a:pt x="21537" y="225502"/>
                  </a:cubicBezTo>
                  <a:lnTo>
                    <a:pt x="121636" y="17846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BDC1DA36-A8AF-F66F-4F75-ED6500D2D4FD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1004021" y="3713225"/>
              <a:ext cx="117388" cy="134223"/>
            </a:xfrm>
            <a:custGeom>
              <a:avLst/>
              <a:gdLst>
                <a:gd name="csX0" fmla="*/ 68862 w 117388"/>
                <a:gd name="csY0" fmla="*/ 55766 h 134223"/>
                <a:gd name="csX1" fmla="*/ 48235 w 117388"/>
                <a:gd name="csY1" fmla="*/ 52155 h 134223"/>
                <a:gd name="csX2" fmla="*/ 18812 w 117388"/>
                <a:gd name="csY2" fmla="*/ 35602 h 134223"/>
                <a:gd name="csX3" fmla="*/ 57335 w 117388"/>
                <a:gd name="csY3" fmla="*/ 18448 h 134223"/>
                <a:gd name="csX4" fmla="*/ 87668 w 117388"/>
                <a:gd name="csY4" fmla="*/ 35301 h 134223"/>
                <a:gd name="csX5" fmla="*/ 97981 w 117388"/>
                <a:gd name="csY5" fmla="*/ 45534 h 134223"/>
                <a:gd name="csX6" fmla="*/ 108598 w 117388"/>
                <a:gd name="csY6" fmla="*/ 33195 h 134223"/>
                <a:gd name="csX7" fmla="*/ 108598 w 117388"/>
                <a:gd name="csY7" fmla="*/ 12429 h 134223"/>
                <a:gd name="csX8" fmla="*/ 99498 w 117388"/>
                <a:gd name="csY8" fmla="*/ 90 h 134223"/>
                <a:gd name="csX9" fmla="*/ 90398 w 117388"/>
                <a:gd name="csY9" fmla="*/ 6410 h 134223"/>
                <a:gd name="csX10" fmla="*/ 57942 w 117388"/>
                <a:gd name="csY10" fmla="*/ 90 h 134223"/>
                <a:gd name="csX11" fmla="*/ 309 w 117388"/>
                <a:gd name="csY11" fmla="*/ 35602 h 134223"/>
                <a:gd name="csX12" fmla="*/ 60065 w 117388"/>
                <a:gd name="csY12" fmla="*/ 72619 h 134223"/>
                <a:gd name="csX13" fmla="*/ 99195 w 117388"/>
                <a:gd name="csY13" fmla="*/ 94889 h 134223"/>
                <a:gd name="csX14" fmla="*/ 60368 w 117388"/>
                <a:gd name="csY14" fmla="*/ 115956 h 134223"/>
                <a:gd name="csX15" fmla="*/ 21542 w 117388"/>
                <a:gd name="csY15" fmla="*/ 89171 h 134223"/>
                <a:gd name="csX16" fmla="*/ 10926 w 117388"/>
                <a:gd name="csY16" fmla="*/ 80444 h 134223"/>
                <a:gd name="csX17" fmla="*/ 309 w 117388"/>
                <a:gd name="csY17" fmla="*/ 92783 h 134223"/>
                <a:gd name="csX18" fmla="*/ 309 w 117388"/>
                <a:gd name="csY18" fmla="*/ 121975 h 134223"/>
                <a:gd name="csX19" fmla="*/ 9409 w 117388"/>
                <a:gd name="csY19" fmla="*/ 134314 h 134223"/>
                <a:gd name="csX20" fmla="*/ 20632 w 117388"/>
                <a:gd name="csY20" fmla="*/ 122878 h 134223"/>
                <a:gd name="csX21" fmla="*/ 60065 w 117388"/>
                <a:gd name="csY21" fmla="*/ 134314 h 134223"/>
                <a:gd name="csX22" fmla="*/ 117698 w 117388"/>
                <a:gd name="csY22" fmla="*/ 94889 h 134223"/>
                <a:gd name="csX23" fmla="*/ 68862 w 117388"/>
                <a:gd name="csY23" fmla="*/ 55766 h 134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7388" h="134223">
                  <a:moveTo>
                    <a:pt x="68862" y="55766"/>
                  </a:moveTo>
                  <a:cubicBezTo>
                    <a:pt x="61885" y="54562"/>
                    <a:pt x="55818" y="53659"/>
                    <a:pt x="48235" y="52155"/>
                  </a:cubicBezTo>
                  <a:cubicBezTo>
                    <a:pt x="39439" y="50951"/>
                    <a:pt x="18812" y="47339"/>
                    <a:pt x="18812" y="35602"/>
                  </a:cubicBezTo>
                  <a:cubicBezTo>
                    <a:pt x="18812" y="27778"/>
                    <a:pt x="28519" y="18448"/>
                    <a:pt x="57335" y="18448"/>
                  </a:cubicBezTo>
                  <a:cubicBezTo>
                    <a:pt x="82511" y="18448"/>
                    <a:pt x="86758" y="27477"/>
                    <a:pt x="87668" y="35301"/>
                  </a:cubicBezTo>
                  <a:cubicBezTo>
                    <a:pt x="87971" y="40417"/>
                    <a:pt x="88578" y="45534"/>
                    <a:pt x="97981" y="45534"/>
                  </a:cubicBezTo>
                  <a:cubicBezTo>
                    <a:pt x="108598" y="45534"/>
                    <a:pt x="108598" y="39214"/>
                    <a:pt x="108598" y="33195"/>
                  </a:cubicBezTo>
                  <a:lnTo>
                    <a:pt x="108598" y="12429"/>
                  </a:lnTo>
                  <a:cubicBezTo>
                    <a:pt x="108598" y="7614"/>
                    <a:pt x="108598" y="90"/>
                    <a:pt x="99498" y="90"/>
                  </a:cubicBezTo>
                  <a:cubicBezTo>
                    <a:pt x="92218" y="90"/>
                    <a:pt x="91005" y="4303"/>
                    <a:pt x="90398" y="6410"/>
                  </a:cubicBezTo>
                  <a:cubicBezTo>
                    <a:pt x="77052" y="90"/>
                    <a:pt x="63705" y="90"/>
                    <a:pt x="57942" y="90"/>
                  </a:cubicBezTo>
                  <a:cubicBezTo>
                    <a:pt x="7286" y="90"/>
                    <a:pt x="309" y="24768"/>
                    <a:pt x="309" y="35602"/>
                  </a:cubicBezTo>
                  <a:cubicBezTo>
                    <a:pt x="309" y="63290"/>
                    <a:pt x="32159" y="68406"/>
                    <a:pt x="60065" y="72619"/>
                  </a:cubicBezTo>
                  <a:cubicBezTo>
                    <a:pt x="74928" y="75027"/>
                    <a:pt x="99195" y="78939"/>
                    <a:pt x="99195" y="94889"/>
                  </a:cubicBezTo>
                  <a:cubicBezTo>
                    <a:pt x="99195" y="106025"/>
                    <a:pt x="87971" y="115956"/>
                    <a:pt x="60368" y="115956"/>
                  </a:cubicBezTo>
                  <a:cubicBezTo>
                    <a:pt x="46112" y="115956"/>
                    <a:pt x="29125" y="112646"/>
                    <a:pt x="21542" y="89171"/>
                  </a:cubicBezTo>
                  <a:cubicBezTo>
                    <a:pt x="20026" y="83754"/>
                    <a:pt x="18812" y="80444"/>
                    <a:pt x="10926" y="80444"/>
                  </a:cubicBezTo>
                  <a:cubicBezTo>
                    <a:pt x="309" y="80444"/>
                    <a:pt x="309" y="86764"/>
                    <a:pt x="309" y="92783"/>
                  </a:cubicBezTo>
                  <a:lnTo>
                    <a:pt x="309" y="121975"/>
                  </a:lnTo>
                  <a:cubicBezTo>
                    <a:pt x="309" y="126790"/>
                    <a:pt x="309" y="134314"/>
                    <a:pt x="9409" y="134314"/>
                  </a:cubicBezTo>
                  <a:cubicBezTo>
                    <a:pt x="12139" y="134314"/>
                    <a:pt x="16992" y="134013"/>
                    <a:pt x="20632" y="122878"/>
                  </a:cubicBezTo>
                  <a:cubicBezTo>
                    <a:pt x="35495" y="133712"/>
                    <a:pt x="51572" y="134314"/>
                    <a:pt x="60065" y="134314"/>
                  </a:cubicBezTo>
                  <a:cubicBezTo>
                    <a:pt x="107991" y="134314"/>
                    <a:pt x="117698" y="109335"/>
                    <a:pt x="117698" y="94889"/>
                  </a:cubicBezTo>
                  <a:cubicBezTo>
                    <a:pt x="117698" y="63591"/>
                    <a:pt x="78568" y="57271"/>
                    <a:pt x="68862" y="55766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B6F2E2F3-8069-1E93-D898-B1168F9FC6EF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1158111" y="3619931"/>
              <a:ext cx="67642" cy="300950"/>
            </a:xfrm>
            <a:custGeom>
              <a:avLst/>
              <a:gdLst>
                <a:gd name="csX0" fmla="*/ 66440 w 67642"/>
                <a:gd name="csY0" fmla="*/ 155681 h 300950"/>
                <a:gd name="csX1" fmla="*/ 67957 w 67642"/>
                <a:gd name="csY1" fmla="*/ 150565 h 300950"/>
                <a:gd name="csX2" fmla="*/ 66440 w 67642"/>
                <a:gd name="csY2" fmla="*/ 145449 h 300950"/>
                <a:gd name="csX3" fmla="*/ 13358 w 67642"/>
                <a:gd name="csY3" fmla="*/ 7012 h 300950"/>
                <a:gd name="csX4" fmla="*/ 6381 w 67642"/>
                <a:gd name="csY4" fmla="*/ 90 h 300950"/>
                <a:gd name="csX5" fmla="*/ 314 w 67642"/>
                <a:gd name="csY5" fmla="*/ 6109 h 300950"/>
                <a:gd name="csX6" fmla="*/ 1831 w 67642"/>
                <a:gd name="csY6" fmla="*/ 10924 h 300950"/>
                <a:gd name="csX7" fmla="*/ 55520 w 67642"/>
                <a:gd name="csY7" fmla="*/ 150565 h 300950"/>
                <a:gd name="csX8" fmla="*/ 1831 w 67642"/>
                <a:gd name="csY8" fmla="*/ 289604 h 300950"/>
                <a:gd name="csX9" fmla="*/ 314 w 67642"/>
                <a:gd name="csY9" fmla="*/ 295021 h 300950"/>
                <a:gd name="csX10" fmla="*/ 6381 w 67642"/>
                <a:gd name="csY10" fmla="*/ 301040 h 300950"/>
                <a:gd name="csX11" fmla="*/ 12751 w 67642"/>
                <a:gd name="csY11" fmla="*/ 295021 h 300950"/>
                <a:gd name="csX12" fmla="*/ 66440 w 67642"/>
                <a:gd name="csY12" fmla="*/ 155681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7642" h="300950">
                  <a:moveTo>
                    <a:pt x="66440" y="155681"/>
                  </a:moveTo>
                  <a:cubicBezTo>
                    <a:pt x="67957" y="152070"/>
                    <a:pt x="67957" y="151468"/>
                    <a:pt x="67957" y="150565"/>
                  </a:cubicBezTo>
                  <a:cubicBezTo>
                    <a:pt x="67957" y="149662"/>
                    <a:pt x="67957" y="149060"/>
                    <a:pt x="66440" y="145449"/>
                  </a:cubicBezTo>
                  <a:lnTo>
                    <a:pt x="13358" y="7012"/>
                  </a:lnTo>
                  <a:cubicBezTo>
                    <a:pt x="11538" y="1896"/>
                    <a:pt x="9718" y="90"/>
                    <a:pt x="6381" y="90"/>
                  </a:cubicBezTo>
                  <a:cubicBezTo>
                    <a:pt x="3044" y="90"/>
                    <a:pt x="314" y="2799"/>
                    <a:pt x="314" y="6109"/>
                  </a:cubicBezTo>
                  <a:cubicBezTo>
                    <a:pt x="314" y="7012"/>
                    <a:pt x="314" y="7614"/>
                    <a:pt x="1831" y="10924"/>
                  </a:cubicBezTo>
                  <a:lnTo>
                    <a:pt x="55520" y="150565"/>
                  </a:lnTo>
                  <a:lnTo>
                    <a:pt x="1831" y="289604"/>
                  </a:lnTo>
                  <a:cubicBezTo>
                    <a:pt x="314" y="292915"/>
                    <a:pt x="314" y="293516"/>
                    <a:pt x="314" y="295021"/>
                  </a:cubicBezTo>
                  <a:cubicBezTo>
                    <a:pt x="314" y="298332"/>
                    <a:pt x="3044" y="301040"/>
                    <a:pt x="6381" y="301040"/>
                  </a:cubicBezTo>
                  <a:cubicBezTo>
                    <a:pt x="10324" y="301040"/>
                    <a:pt x="11538" y="298031"/>
                    <a:pt x="12751" y="295021"/>
                  </a:cubicBezTo>
                  <a:lnTo>
                    <a:pt x="66440" y="155681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0D1F9E2E-3C54-9B04-A6DF-2A399AEAEF1C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1379742" y="3619931"/>
              <a:ext cx="12133" cy="300950"/>
            </a:xfrm>
            <a:custGeom>
              <a:avLst/>
              <a:gdLst>
                <a:gd name="csX0" fmla="*/ 12454 w 12133"/>
                <a:gd name="csY0" fmla="*/ 10924 h 300950"/>
                <a:gd name="csX1" fmla="*/ 6388 w 12133"/>
                <a:gd name="csY1" fmla="*/ 90 h 300950"/>
                <a:gd name="csX2" fmla="*/ 321 w 12133"/>
                <a:gd name="csY2" fmla="*/ 10924 h 300950"/>
                <a:gd name="csX3" fmla="*/ 321 w 12133"/>
                <a:gd name="csY3" fmla="*/ 290206 h 300950"/>
                <a:gd name="csX4" fmla="*/ 6388 w 12133"/>
                <a:gd name="csY4" fmla="*/ 301040 h 300950"/>
                <a:gd name="csX5" fmla="*/ 12454 w 12133"/>
                <a:gd name="csY5" fmla="*/ 290206 h 300950"/>
                <a:gd name="csX6" fmla="*/ 12454 w 12133"/>
                <a:gd name="csY6" fmla="*/ 10924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33" h="300950">
                  <a:moveTo>
                    <a:pt x="12454" y="10924"/>
                  </a:moveTo>
                  <a:cubicBezTo>
                    <a:pt x="12454" y="5507"/>
                    <a:pt x="12454" y="90"/>
                    <a:pt x="6388" y="90"/>
                  </a:cubicBezTo>
                  <a:cubicBezTo>
                    <a:pt x="321" y="90"/>
                    <a:pt x="321" y="5507"/>
                    <a:pt x="321" y="10924"/>
                  </a:cubicBezTo>
                  <a:lnTo>
                    <a:pt x="321" y="290206"/>
                  </a:lnTo>
                  <a:cubicBezTo>
                    <a:pt x="321" y="295623"/>
                    <a:pt x="321" y="301040"/>
                    <a:pt x="6388" y="301040"/>
                  </a:cubicBezTo>
                  <a:cubicBezTo>
                    <a:pt x="12454" y="301040"/>
                    <a:pt x="12454" y="295623"/>
                    <a:pt x="12454" y="290206"/>
                  </a:cubicBezTo>
                  <a:lnTo>
                    <a:pt x="12454" y="10924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E7337E5A-54C1-DC77-0219-CEA9A1D44019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1518834" y="3712022"/>
              <a:ext cx="170774" cy="133621"/>
            </a:xfrm>
            <a:custGeom>
              <a:avLst/>
              <a:gdLst>
                <a:gd name="csX0" fmla="*/ 98605 w 170774"/>
                <a:gd name="csY0" fmla="*/ 59678 h 133621"/>
                <a:gd name="csX1" fmla="*/ 134095 w 170774"/>
                <a:gd name="csY1" fmla="*/ 20555 h 133621"/>
                <a:gd name="csX2" fmla="*/ 165035 w 170774"/>
                <a:gd name="csY2" fmla="*/ 14235 h 133621"/>
                <a:gd name="csX3" fmla="*/ 165035 w 170774"/>
                <a:gd name="csY3" fmla="*/ 90 h 133621"/>
                <a:gd name="csX4" fmla="*/ 137128 w 170774"/>
                <a:gd name="csY4" fmla="*/ 993 h 133621"/>
                <a:gd name="csX5" fmla="*/ 105885 w 170774"/>
                <a:gd name="csY5" fmla="*/ 90 h 133621"/>
                <a:gd name="csX6" fmla="*/ 105885 w 170774"/>
                <a:gd name="csY6" fmla="*/ 14235 h 133621"/>
                <a:gd name="csX7" fmla="*/ 117412 w 170774"/>
                <a:gd name="csY7" fmla="*/ 16943 h 133621"/>
                <a:gd name="csX8" fmla="*/ 114985 w 170774"/>
                <a:gd name="csY8" fmla="*/ 20555 h 133621"/>
                <a:gd name="csX9" fmla="*/ 89505 w 170774"/>
                <a:gd name="csY9" fmla="*/ 48844 h 133621"/>
                <a:gd name="csX10" fmla="*/ 59779 w 170774"/>
                <a:gd name="csY10" fmla="*/ 14235 h 133621"/>
                <a:gd name="csX11" fmla="*/ 71912 w 170774"/>
                <a:gd name="csY11" fmla="*/ 14235 h 133621"/>
                <a:gd name="csX12" fmla="*/ 71912 w 170774"/>
                <a:gd name="csY12" fmla="*/ 90 h 133621"/>
                <a:gd name="csX13" fmla="*/ 35209 w 170774"/>
                <a:gd name="csY13" fmla="*/ 993 h 133621"/>
                <a:gd name="csX14" fmla="*/ 1843 w 170774"/>
                <a:gd name="csY14" fmla="*/ 90 h 133621"/>
                <a:gd name="csX15" fmla="*/ 1843 w 170774"/>
                <a:gd name="csY15" fmla="*/ 14235 h 133621"/>
                <a:gd name="csX16" fmla="*/ 23380 w 170774"/>
                <a:gd name="csY16" fmla="*/ 14235 h 133621"/>
                <a:gd name="csX17" fmla="*/ 70699 w 170774"/>
                <a:gd name="csY17" fmla="*/ 69610 h 133621"/>
                <a:gd name="csX18" fmla="*/ 30963 w 170774"/>
                <a:gd name="csY18" fmla="*/ 113849 h 133621"/>
                <a:gd name="csX19" fmla="*/ 326 w 170774"/>
                <a:gd name="csY19" fmla="*/ 119567 h 133621"/>
                <a:gd name="csX20" fmla="*/ 326 w 170774"/>
                <a:gd name="csY20" fmla="*/ 133712 h 133621"/>
                <a:gd name="csX21" fmla="*/ 28233 w 170774"/>
                <a:gd name="csY21" fmla="*/ 132809 h 133621"/>
                <a:gd name="csX22" fmla="*/ 59476 w 170774"/>
                <a:gd name="csY22" fmla="*/ 133712 h 133621"/>
                <a:gd name="csX23" fmla="*/ 59476 w 170774"/>
                <a:gd name="csY23" fmla="*/ 119567 h 133621"/>
                <a:gd name="csX24" fmla="*/ 48253 w 170774"/>
                <a:gd name="csY24" fmla="*/ 116257 h 133621"/>
                <a:gd name="csX25" fmla="*/ 50376 w 170774"/>
                <a:gd name="csY25" fmla="*/ 113247 h 133621"/>
                <a:gd name="csX26" fmla="*/ 79799 w 170774"/>
                <a:gd name="csY26" fmla="*/ 80444 h 133621"/>
                <a:gd name="csX27" fmla="*/ 113165 w 170774"/>
                <a:gd name="csY27" fmla="*/ 119567 h 133621"/>
                <a:gd name="csX28" fmla="*/ 101335 w 170774"/>
                <a:gd name="csY28" fmla="*/ 119567 h 133621"/>
                <a:gd name="csX29" fmla="*/ 101335 w 170774"/>
                <a:gd name="csY29" fmla="*/ 133712 h 133621"/>
                <a:gd name="csX30" fmla="*/ 137735 w 170774"/>
                <a:gd name="csY30" fmla="*/ 132809 h 133621"/>
                <a:gd name="csX31" fmla="*/ 171101 w 170774"/>
                <a:gd name="csY31" fmla="*/ 133712 h 133621"/>
                <a:gd name="csX32" fmla="*/ 171101 w 170774"/>
                <a:gd name="csY32" fmla="*/ 119567 h 133621"/>
                <a:gd name="csX33" fmla="*/ 149565 w 170774"/>
                <a:gd name="csY33" fmla="*/ 119567 h 133621"/>
                <a:gd name="csX34" fmla="*/ 98605 w 170774"/>
                <a:gd name="csY34" fmla="*/ 59678 h 133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70774" h="133621">
                  <a:moveTo>
                    <a:pt x="98605" y="59678"/>
                  </a:moveTo>
                  <a:lnTo>
                    <a:pt x="134095" y="20555"/>
                  </a:lnTo>
                  <a:cubicBezTo>
                    <a:pt x="138038" y="16341"/>
                    <a:pt x="139858" y="14235"/>
                    <a:pt x="165035" y="14235"/>
                  </a:cubicBezTo>
                  <a:lnTo>
                    <a:pt x="165035" y="90"/>
                  </a:lnTo>
                  <a:cubicBezTo>
                    <a:pt x="154418" y="692"/>
                    <a:pt x="138645" y="993"/>
                    <a:pt x="137128" y="993"/>
                  </a:cubicBezTo>
                  <a:cubicBezTo>
                    <a:pt x="129545" y="993"/>
                    <a:pt x="114378" y="391"/>
                    <a:pt x="105885" y="90"/>
                  </a:cubicBezTo>
                  <a:lnTo>
                    <a:pt x="105885" y="14235"/>
                  </a:lnTo>
                  <a:cubicBezTo>
                    <a:pt x="110132" y="14235"/>
                    <a:pt x="113772" y="14837"/>
                    <a:pt x="117412" y="16943"/>
                  </a:cubicBezTo>
                  <a:cubicBezTo>
                    <a:pt x="116198" y="18749"/>
                    <a:pt x="116198" y="19351"/>
                    <a:pt x="114985" y="20555"/>
                  </a:cubicBezTo>
                  <a:lnTo>
                    <a:pt x="89505" y="48844"/>
                  </a:lnTo>
                  <a:lnTo>
                    <a:pt x="59779" y="14235"/>
                  </a:lnTo>
                  <a:lnTo>
                    <a:pt x="71912" y="14235"/>
                  </a:lnTo>
                  <a:lnTo>
                    <a:pt x="71912" y="90"/>
                  </a:lnTo>
                  <a:cubicBezTo>
                    <a:pt x="64026" y="391"/>
                    <a:pt x="44916" y="993"/>
                    <a:pt x="35209" y="993"/>
                  </a:cubicBezTo>
                  <a:cubicBezTo>
                    <a:pt x="25503" y="993"/>
                    <a:pt x="11853" y="391"/>
                    <a:pt x="1843" y="90"/>
                  </a:cubicBezTo>
                  <a:lnTo>
                    <a:pt x="1843" y="14235"/>
                  </a:lnTo>
                  <a:lnTo>
                    <a:pt x="23380" y="14235"/>
                  </a:lnTo>
                  <a:lnTo>
                    <a:pt x="70699" y="69610"/>
                  </a:lnTo>
                  <a:lnTo>
                    <a:pt x="30963" y="113849"/>
                  </a:lnTo>
                  <a:cubicBezTo>
                    <a:pt x="25806" y="119567"/>
                    <a:pt x="14886" y="119567"/>
                    <a:pt x="326" y="119567"/>
                  </a:cubicBezTo>
                  <a:lnTo>
                    <a:pt x="326" y="133712"/>
                  </a:lnTo>
                  <a:cubicBezTo>
                    <a:pt x="10943" y="133110"/>
                    <a:pt x="26716" y="132809"/>
                    <a:pt x="28233" y="132809"/>
                  </a:cubicBezTo>
                  <a:cubicBezTo>
                    <a:pt x="35816" y="132809"/>
                    <a:pt x="53409" y="133411"/>
                    <a:pt x="59476" y="133712"/>
                  </a:cubicBezTo>
                  <a:lnTo>
                    <a:pt x="59476" y="119567"/>
                  </a:lnTo>
                  <a:cubicBezTo>
                    <a:pt x="54016" y="119567"/>
                    <a:pt x="48253" y="118063"/>
                    <a:pt x="48253" y="116257"/>
                  </a:cubicBezTo>
                  <a:cubicBezTo>
                    <a:pt x="48253" y="115956"/>
                    <a:pt x="48253" y="115655"/>
                    <a:pt x="50376" y="113247"/>
                  </a:cubicBezTo>
                  <a:lnTo>
                    <a:pt x="79799" y="80444"/>
                  </a:lnTo>
                  <a:lnTo>
                    <a:pt x="113165" y="119567"/>
                  </a:lnTo>
                  <a:lnTo>
                    <a:pt x="101335" y="119567"/>
                  </a:lnTo>
                  <a:lnTo>
                    <a:pt x="101335" y="133712"/>
                  </a:lnTo>
                  <a:cubicBezTo>
                    <a:pt x="109222" y="133411"/>
                    <a:pt x="127725" y="132809"/>
                    <a:pt x="137735" y="132809"/>
                  </a:cubicBezTo>
                  <a:cubicBezTo>
                    <a:pt x="147441" y="132809"/>
                    <a:pt x="161091" y="133411"/>
                    <a:pt x="171101" y="133712"/>
                  </a:cubicBezTo>
                  <a:lnTo>
                    <a:pt x="171101" y="119567"/>
                  </a:lnTo>
                  <a:lnTo>
                    <a:pt x="149565" y="119567"/>
                  </a:lnTo>
                  <a:lnTo>
                    <a:pt x="98605" y="59678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83B4F68E-FA25-A509-42FB-DB6E5C401BC4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1719408" y="3750904"/>
              <a:ext cx="77288" cy="139881"/>
            </a:xfrm>
            <a:custGeom>
              <a:avLst/>
              <a:gdLst>
                <a:gd name="csX0" fmla="*/ 48319 w 77288"/>
                <a:gd name="csY0" fmla="*/ 5990 h 139881"/>
                <a:gd name="csX1" fmla="*/ 41949 w 77288"/>
                <a:gd name="csY1" fmla="*/ 92 h 139881"/>
                <a:gd name="csX2" fmla="*/ 333 w 77288"/>
                <a:gd name="csY2" fmla="*/ 13574 h 139881"/>
                <a:gd name="csX3" fmla="*/ 333 w 77288"/>
                <a:gd name="csY3" fmla="*/ 21158 h 139881"/>
                <a:gd name="csX4" fmla="*/ 31121 w 77288"/>
                <a:gd name="csY4" fmla="*/ 15260 h 139881"/>
                <a:gd name="csX5" fmla="*/ 31121 w 77288"/>
                <a:gd name="csY5" fmla="*/ 122699 h 139881"/>
                <a:gd name="csX6" fmla="*/ 9887 w 77288"/>
                <a:gd name="csY6" fmla="*/ 132389 h 139881"/>
                <a:gd name="csX7" fmla="*/ 1819 w 77288"/>
                <a:gd name="csY7" fmla="*/ 132389 h 139881"/>
                <a:gd name="csX8" fmla="*/ 1819 w 77288"/>
                <a:gd name="csY8" fmla="*/ 139973 h 139881"/>
                <a:gd name="csX9" fmla="*/ 39614 w 77288"/>
                <a:gd name="csY9" fmla="*/ 139131 h 139881"/>
                <a:gd name="csX10" fmla="*/ 77621 w 77288"/>
                <a:gd name="csY10" fmla="*/ 139973 h 139881"/>
                <a:gd name="csX11" fmla="*/ 77621 w 77288"/>
                <a:gd name="csY11" fmla="*/ 132389 h 139881"/>
                <a:gd name="csX12" fmla="*/ 69552 w 77288"/>
                <a:gd name="csY12" fmla="*/ 132389 h 139881"/>
                <a:gd name="csX13" fmla="*/ 48319 w 77288"/>
                <a:gd name="csY13" fmla="*/ 122699 h 139881"/>
                <a:gd name="csX14" fmla="*/ 48319 w 77288"/>
                <a:gd name="csY14" fmla="*/ 5990 h 139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288" h="139881">
                  <a:moveTo>
                    <a:pt x="48319" y="5990"/>
                  </a:moveTo>
                  <a:cubicBezTo>
                    <a:pt x="48319" y="302"/>
                    <a:pt x="47895" y="92"/>
                    <a:pt x="41949" y="92"/>
                  </a:cubicBezTo>
                  <a:cubicBezTo>
                    <a:pt x="28360" y="13364"/>
                    <a:pt x="9038" y="13574"/>
                    <a:pt x="333" y="13574"/>
                  </a:cubicBezTo>
                  <a:lnTo>
                    <a:pt x="333" y="21158"/>
                  </a:lnTo>
                  <a:cubicBezTo>
                    <a:pt x="5428" y="21158"/>
                    <a:pt x="19442" y="21158"/>
                    <a:pt x="31121" y="15260"/>
                  </a:cubicBezTo>
                  <a:lnTo>
                    <a:pt x="31121" y="122699"/>
                  </a:lnTo>
                  <a:cubicBezTo>
                    <a:pt x="31121" y="129651"/>
                    <a:pt x="31121" y="132389"/>
                    <a:pt x="9887" y="132389"/>
                  </a:cubicBezTo>
                  <a:lnTo>
                    <a:pt x="1819" y="132389"/>
                  </a:lnTo>
                  <a:lnTo>
                    <a:pt x="1819" y="139973"/>
                  </a:lnTo>
                  <a:cubicBezTo>
                    <a:pt x="5641" y="139763"/>
                    <a:pt x="31758" y="139131"/>
                    <a:pt x="39614" y="139131"/>
                  </a:cubicBezTo>
                  <a:cubicBezTo>
                    <a:pt x="46196" y="139131"/>
                    <a:pt x="72950" y="139763"/>
                    <a:pt x="77621" y="139973"/>
                  </a:cubicBezTo>
                  <a:lnTo>
                    <a:pt x="77621" y="132389"/>
                  </a:lnTo>
                  <a:lnTo>
                    <a:pt x="69552" y="132389"/>
                  </a:lnTo>
                  <a:cubicBezTo>
                    <a:pt x="48319" y="132389"/>
                    <a:pt x="48319" y="129651"/>
                    <a:pt x="48319" y="122699"/>
                  </a:cubicBezTo>
                  <a:lnTo>
                    <a:pt x="48319" y="5990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C8F26F36-58B8-BF2D-BD71-CF270DAF3FB2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1839258" y="3799989"/>
              <a:ext cx="24418" cy="90796"/>
            </a:xfrm>
            <a:custGeom>
              <a:avLst/>
              <a:gdLst>
                <a:gd name="csX0" fmla="*/ 24755 w 24418"/>
                <a:gd name="csY0" fmla="*/ 12310 h 90796"/>
                <a:gd name="csX1" fmla="*/ 12652 w 24418"/>
                <a:gd name="csY1" fmla="*/ 92 h 90796"/>
                <a:gd name="csX2" fmla="*/ 337 w 24418"/>
                <a:gd name="csY2" fmla="*/ 12100 h 90796"/>
                <a:gd name="csX3" fmla="*/ 12439 w 24418"/>
                <a:gd name="csY3" fmla="*/ 24318 h 90796"/>
                <a:gd name="csX4" fmla="*/ 24755 w 24418"/>
                <a:gd name="csY4" fmla="*/ 12310 h 90796"/>
                <a:gd name="csX5" fmla="*/ 24755 w 24418"/>
                <a:gd name="csY5" fmla="*/ 78880 h 90796"/>
                <a:gd name="csX6" fmla="*/ 12652 w 24418"/>
                <a:gd name="csY6" fmla="*/ 66662 h 90796"/>
                <a:gd name="csX7" fmla="*/ 337 w 24418"/>
                <a:gd name="csY7" fmla="*/ 78670 h 90796"/>
                <a:gd name="csX8" fmla="*/ 12439 w 24418"/>
                <a:gd name="csY8" fmla="*/ 90888 h 90796"/>
                <a:gd name="csX9" fmla="*/ 24755 w 24418"/>
                <a:gd name="csY9" fmla="*/ 78880 h 907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4418" h="90796">
                  <a:moveTo>
                    <a:pt x="24755" y="12310"/>
                  </a:moveTo>
                  <a:cubicBezTo>
                    <a:pt x="24755" y="4937"/>
                    <a:pt x="18809" y="92"/>
                    <a:pt x="12652" y="92"/>
                  </a:cubicBezTo>
                  <a:cubicBezTo>
                    <a:pt x="5220" y="92"/>
                    <a:pt x="337" y="5990"/>
                    <a:pt x="337" y="12100"/>
                  </a:cubicBezTo>
                  <a:cubicBezTo>
                    <a:pt x="337" y="19473"/>
                    <a:pt x="6282" y="24318"/>
                    <a:pt x="12439" y="24318"/>
                  </a:cubicBezTo>
                  <a:cubicBezTo>
                    <a:pt x="19871" y="24318"/>
                    <a:pt x="24755" y="18420"/>
                    <a:pt x="24755" y="12310"/>
                  </a:cubicBezTo>
                  <a:close/>
                  <a:moveTo>
                    <a:pt x="24755" y="78880"/>
                  </a:moveTo>
                  <a:cubicBezTo>
                    <a:pt x="24755" y="71507"/>
                    <a:pt x="18809" y="66662"/>
                    <a:pt x="12652" y="66662"/>
                  </a:cubicBezTo>
                  <a:cubicBezTo>
                    <a:pt x="5220" y="66662"/>
                    <a:pt x="337" y="72560"/>
                    <a:pt x="337" y="78670"/>
                  </a:cubicBezTo>
                  <a:cubicBezTo>
                    <a:pt x="337" y="86043"/>
                    <a:pt x="6282" y="90888"/>
                    <a:pt x="12439" y="90888"/>
                  </a:cubicBezTo>
                  <a:cubicBezTo>
                    <a:pt x="19871" y="90888"/>
                    <a:pt x="24755" y="84990"/>
                    <a:pt x="24755" y="78880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7CCF96AD-A184-38A4-F2B8-9EDAA93C92FD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1895826" y="3797882"/>
              <a:ext cx="129734" cy="95009"/>
            </a:xfrm>
            <a:custGeom>
              <a:avLst/>
              <a:gdLst>
                <a:gd name="csX0" fmla="*/ 16264 w 129734"/>
                <a:gd name="csY0" fmla="*/ 79723 h 95009"/>
                <a:gd name="csX1" fmla="*/ 14140 w 129734"/>
                <a:gd name="csY1" fmla="*/ 88360 h 95009"/>
                <a:gd name="csX2" fmla="*/ 21360 w 129734"/>
                <a:gd name="csY2" fmla="*/ 95102 h 95009"/>
                <a:gd name="csX3" fmla="*/ 29640 w 129734"/>
                <a:gd name="csY3" fmla="*/ 90467 h 95009"/>
                <a:gd name="csX4" fmla="*/ 33462 w 129734"/>
                <a:gd name="csY4" fmla="*/ 77406 h 95009"/>
                <a:gd name="csX5" fmla="*/ 38134 w 129734"/>
                <a:gd name="csY5" fmla="*/ 58446 h 95009"/>
                <a:gd name="csX6" fmla="*/ 41743 w 129734"/>
                <a:gd name="csY6" fmla="*/ 44331 h 95009"/>
                <a:gd name="csX7" fmla="*/ 50661 w 129734"/>
                <a:gd name="csY7" fmla="*/ 25371 h 95009"/>
                <a:gd name="csX8" fmla="*/ 82511 w 129734"/>
                <a:gd name="csY8" fmla="*/ 5990 h 95009"/>
                <a:gd name="csX9" fmla="*/ 95038 w 129734"/>
                <a:gd name="csY9" fmla="*/ 20737 h 95009"/>
                <a:gd name="csX10" fmla="*/ 82511 w 129734"/>
                <a:gd name="csY10" fmla="*/ 65609 h 95009"/>
                <a:gd name="csX11" fmla="*/ 79326 w 129734"/>
                <a:gd name="csY11" fmla="*/ 76984 h 95009"/>
                <a:gd name="csX12" fmla="*/ 99497 w 129734"/>
                <a:gd name="csY12" fmla="*/ 95102 h 95009"/>
                <a:gd name="csX13" fmla="*/ 130073 w 129734"/>
                <a:gd name="csY13" fmla="*/ 62870 h 95009"/>
                <a:gd name="csX14" fmla="*/ 126676 w 129734"/>
                <a:gd name="csY14" fmla="*/ 60131 h 95009"/>
                <a:gd name="csX15" fmla="*/ 122641 w 129734"/>
                <a:gd name="csY15" fmla="*/ 63713 h 95009"/>
                <a:gd name="csX16" fmla="*/ 100134 w 129734"/>
                <a:gd name="csY16" fmla="*/ 89203 h 95009"/>
                <a:gd name="csX17" fmla="*/ 94826 w 129734"/>
                <a:gd name="csY17" fmla="*/ 81830 h 95009"/>
                <a:gd name="csX18" fmla="*/ 99710 w 129734"/>
                <a:gd name="csY18" fmla="*/ 64766 h 95009"/>
                <a:gd name="csX19" fmla="*/ 110963 w 129734"/>
                <a:gd name="csY19" fmla="*/ 24107 h 95009"/>
                <a:gd name="csX20" fmla="*/ 83360 w 129734"/>
                <a:gd name="csY20" fmla="*/ 92 h 95009"/>
                <a:gd name="csX21" fmla="*/ 47476 w 129734"/>
                <a:gd name="csY21" fmla="*/ 19262 h 95009"/>
                <a:gd name="csX22" fmla="*/ 24757 w 129734"/>
                <a:gd name="csY22" fmla="*/ 92 h 95009"/>
                <a:gd name="csX23" fmla="*/ 7983 w 129734"/>
                <a:gd name="csY23" fmla="*/ 11468 h 95009"/>
                <a:gd name="csX24" fmla="*/ 339 w 129734"/>
                <a:gd name="csY24" fmla="*/ 32323 h 95009"/>
                <a:gd name="csX25" fmla="*/ 3948 w 129734"/>
                <a:gd name="csY25" fmla="*/ 35062 h 95009"/>
                <a:gd name="csX26" fmla="*/ 8620 w 129734"/>
                <a:gd name="csY26" fmla="*/ 28742 h 95009"/>
                <a:gd name="csX27" fmla="*/ 24120 w 129734"/>
                <a:gd name="csY27" fmla="*/ 5990 h 95009"/>
                <a:gd name="csX28" fmla="*/ 31127 w 129734"/>
                <a:gd name="csY28" fmla="*/ 16313 h 95009"/>
                <a:gd name="csX29" fmla="*/ 27729 w 129734"/>
                <a:gd name="csY29" fmla="*/ 33798 h 95009"/>
                <a:gd name="csX30" fmla="*/ 23058 w 129734"/>
                <a:gd name="csY30" fmla="*/ 52758 h 95009"/>
                <a:gd name="csX31" fmla="*/ 16264 w 129734"/>
                <a:gd name="csY31" fmla="*/ 79723 h 950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29734" h="95009">
                  <a:moveTo>
                    <a:pt x="16264" y="79723"/>
                  </a:moveTo>
                  <a:cubicBezTo>
                    <a:pt x="15414" y="82462"/>
                    <a:pt x="14140" y="87728"/>
                    <a:pt x="14140" y="88360"/>
                  </a:cubicBezTo>
                  <a:cubicBezTo>
                    <a:pt x="14140" y="92995"/>
                    <a:pt x="17962" y="95102"/>
                    <a:pt x="21360" y="95102"/>
                  </a:cubicBezTo>
                  <a:cubicBezTo>
                    <a:pt x="25181" y="95102"/>
                    <a:pt x="28579" y="92363"/>
                    <a:pt x="29640" y="90467"/>
                  </a:cubicBezTo>
                  <a:cubicBezTo>
                    <a:pt x="30702" y="88571"/>
                    <a:pt x="32401" y="81830"/>
                    <a:pt x="33462" y="77406"/>
                  </a:cubicBezTo>
                  <a:cubicBezTo>
                    <a:pt x="34524" y="73403"/>
                    <a:pt x="36860" y="63713"/>
                    <a:pt x="38134" y="58446"/>
                  </a:cubicBezTo>
                  <a:cubicBezTo>
                    <a:pt x="39408" y="53811"/>
                    <a:pt x="40682" y="49177"/>
                    <a:pt x="41743" y="44331"/>
                  </a:cubicBezTo>
                  <a:cubicBezTo>
                    <a:pt x="44079" y="35694"/>
                    <a:pt x="44504" y="34009"/>
                    <a:pt x="50661" y="25371"/>
                  </a:cubicBezTo>
                  <a:cubicBezTo>
                    <a:pt x="56606" y="16945"/>
                    <a:pt x="66586" y="5990"/>
                    <a:pt x="82511" y="5990"/>
                  </a:cubicBezTo>
                  <a:cubicBezTo>
                    <a:pt x="94826" y="5990"/>
                    <a:pt x="95038" y="16734"/>
                    <a:pt x="95038" y="20737"/>
                  </a:cubicBezTo>
                  <a:cubicBezTo>
                    <a:pt x="95038" y="33377"/>
                    <a:pt x="85908" y="56761"/>
                    <a:pt x="82511" y="65609"/>
                  </a:cubicBezTo>
                  <a:cubicBezTo>
                    <a:pt x="80175" y="71507"/>
                    <a:pt x="79326" y="73403"/>
                    <a:pt x="79326" y="76984"/>
                  </a:cubicBezTo>
                  <a:cubicBezTo>
                    <a:pt x="79326" y="88150"/>
                    <a:pt x="88668" y="95102"/>
                    <a:pt x="99497" y="95102"/>
                  </a:cubicBezTo>
                  <a:cubicBezTo>
                    <a:pt x="120730" y="95102"/>
                    <a:pt x="130073" y="66030"/>
                    <a:pt x="130073" y="62870"/>
                  </a:cubicBezTo>
                  <a:cubicBezTo>
                    <a:pt x="130073" y="60131"/>
                    <a:pt x="127313" y="60131"/>
                    <a:pt x="126676" y="60131"/>
                  </a:cubicBezTo>
                  <a:cubicBezTo>
                    <a:pt x="123703" y="60131"/>
                    <a:pt x="123491" y="61395"/>
                    <a:pt x="122641" y="63713"/>
                  </a:cubicBezTo>
                  <a:cubicBezTo>
                    <a:pt x="117758" y="80566"/>
                    <a:pt x="108627" y="89203"/>
                    <a:pt x="100134" y="89203"/>
                  </a:cubicBezTo>
                  <a:cubicBezTo>
                    <a:pt x="95675" y="89203"/>
                    <a:pt x="94826" y="86254"/>
                    <a:pt x="94826" y="81830"/>
                  </a:cubicBezTo>
                  <a:cubicBezTo>
                    <a:pt x="94826" y="76984"/>
                    <a:pt x="95888" y="74246"/>
                    <a:pt x="99710" y="64766"/>
                  </a:cubicBezTo>
                  <a:cubicBezTo>
                    <a:pt x="102258" y="58235"/>
                    <a:pt x="110963" y="35905"/>
                    <a:pt x="110963" y="24107"/>
                  </a:cubicBezTo>
                  <a:cubicBezTo>
                    <a:pt x="110963" y="3673"/>
                    <a:pt x="94614" y="92"/>
                    <a:pt x="83360" y="92"/>
                  </a:cubicBezTo>
                  <a:cubicBezTo>
                    <a:pt x="65737" y="92"/>
                    <a:pt x="53846" y="10836"/>
                    <a:pt x="47476" y="19262"/>
                  </a:cubicBezTo>
                  <a:cubicBezTo>
                    <a:pt x="45990" y="4726"/>
                    <a:pt x="33462" y="92"/>
                    <a:pt x="24757" y="92"/>
                  </a:cubicBezTo>
                  <a:cubicBezTo>
                    <a:pt x="15627" y="92"/>
                    <a:pt x="10743" y="6622"/>
                    <a:pt x="7983" y="11468"/>
                  </a:cubicBezTo>
                  <a:cubicBezTo>
                    <a:pt x="3311" y="19262"/>
                    <a:pt x="339" y="31270"/>
                    <a:pt x="339" y="32323"/>
                  </a:cubicBezTo>
                  <a:cubicBezTo>
                    <a:pt x="339" y="35062"/>
                    <a:pt x="3311" y="35062"/>
                    <a:pt x="3948" y="35062"/>
                  </a:cubicBezTo>
                  <a:cubicBezTo>
                    <a:pt x="6921" y="35062"/>
                    <a:pt x="7133" y="34430"/>
                    <a:pt x="8620" y="28742"/>
                  </a:cubicBezTo>
                  <a:cubicBezTo>
                    <a:pt x="11805" y="16313"/>
                    <a:pt x="15839" y="5990"/>
                    <a:pt x="24120" y="5990"/>
                  </a:cubicBezTo>
                  <a:cubicBezTo>
                    <a:pt x="29640" y="5990"/>
                    <a:pt x="31127" y="10625"/>
                    <a:pt x="31127" y="16313"/>
                  </a:cubicBezTo>
                  <a:cubicBezTo>
                    <a:pt x="31127" y="20316"/>
                    <a:pt x="29216" y="28110"/>
                    <a:pt x="27729" y="33798"/>
                  </a:cubicBezTo>
                  <a:cubicBezTo>
                    <a:pt x="26243" y="39486"/>
                    <a:pt x="24120" y="48123"/>
                    <a:pt x="23058" y="52758"/>
                  </a:cubicBezTo>
                  <a:lnTo>
                    <a:pt x="16264" y="79723"/>
                  </a:ln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1F999864-F7B9-9DD2-63D4-AF8808D870C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2068248" y="3619931"/>
              <a:ext cx="70372" cy="300950"/>
            </a:xfrm>
            <a:custGeom>
              <a:avLst/>
              <a:gdLst>
                <a:gd name="csX0" fmla="*/ 70717 w 70372"/>
                <a:gd name="csY0" fmla="*/ 150565 h 300950"/>
                <a:gd name="csX1" fmla="*/ 50697 w 70372"/>
                <a:gd name="csY1" fmla="*/ 56669 h 300950"/>
                <a:gd name="csX2" fmla="*/ 3377 w 70372"/>
                <a:gd name="csY2" fmla="*/ 90 h 300950"/>
                <a:gd name="csX3" fmla="*/ 344 w 70372"/>
                <a:gd name="csY3" fmla="*/ 3100 h 300950"/>
                <a:gd name="csX4" fmla="*/ 6107 w 70372"/>
                <a:gd name="csY4" fmla="*/ 10022 h 300950"/>
                <a:gd name="csX5" fmla="*/ 53124 w 70372"/>
                <a:gd name="csY5" fmla="*/ 150565 h 300950"/>
                <a:gd name="csX6" fmla="*/ 4287 w 70372"/>
                <a:gd name="csY6" fmla="*/ 292915 h 300950"/>
                <a:gd name="csX7" fmla="*/ 344 w 70372"/>
                <a:gd name="csY7" fmla="*/ 298031 h 300950"/>
                <a:gd name="csX8" fmla="*/ 3377 w 70372"/>
                <a:gd name="csY8" fmla="*/ 301040 h 300950"/>
                <a:gd name="csX9" fmla="*/ 51607 w 70372"/>
                <a:gd name="csY9" fmla="*/ 242355 h 300950"/>
                <a:gd name="csX10" fmla="*/ 70717 w 70372"/>
                <a:gd name="csY10" fmla="*/ 150565 h 30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372" h="300950">
                  <a:moveTo>
                    <a:pt x="70717" y="150565"/>
                  </a:moveTo>
                  <a:cubicBezTo>
                    <a:pt x="70717" y="127091"/>
                    <a:pt x="67380" y="90676"/>
                    <a:pt x="50697" y="56669"/>
                  </a:cubicBezTo>
                  <a:cubicBezTo>
                    <a:pt x="32497" y="19652"/>
                    <a:pt x="6411" y="90"/>
                    <a:pt x="3377" y="90"/>
                  </a:cubicBezTo>
                  <a:cubicBezTo>
                    <a:pt x="1558" y="90"/>
                    <a:pt x="344" y="1294"/>
                    <a:pt x="344" y="3100"/>
                  </a:cubicBezTo>
                  <a:cubicBezTo>
                    <a:pt x="344" y="4003"/>
                    <a:pt x="344" y="4604"/>
                    <a:pt x="6107" y="10022"/>
                  </a:cubicBezTo>
                  <a:cubicBezTo>
                    <a:pt x="35834" y="39816"/>
                    <a:pt x="53124" y="87667"/>
                    <a:pt x="53124" y="150565"/>
                  </a:cubicBezTo>
                  <a:cubicBezTo>
                    <a:pt x="53124" y="202028"/>
                    <a:pt x="41900" y="254995"/>
                    <a:pt x="4287" y="292915"/>
                  </a:cubicBezTo>
                  <a:cubicBezTo>
                    <a:pt x="344" y="296526"/>
                    <a:pt x="344" y="297128"/>
                    <a:pt x="344" y="298031"/>
                  </a:cubicBezTo>
                  <a:cubicBezTo>
                    <a:pt x="344" y="299836"/>
                    <a:pt x="1558" y="301040"/>
                    <a:pt x="3377" y="301040"/>
                  </a:cubicBezTo>
                  <a:cubicBezTo>
                    <a:pt x="6411" y="301040"/>
                    <a:pt x="33710" y="280576"/>
                    <a:pt x="51607" y="242355"/>
                  </a:cubicBezTo>
                  <a:cubicBezTo>
                    <a:pt x="67077" y="209250"/>
                    <a:pt x="70717" y="175845"/>
                    <a:pt x="70717" y="150565"/>
                  </a:cubicBezTo>
                  <a:close/>
                </a:path>
              </a:pathLst>
            </a:custGeom>
            <a:solidFill>
              <a:srgbClr val="000000"/>
            </a:solidFill>
            <a:ln w="30368" cap="flat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94" name="Google Shape;367;p27">
                <a:extLst>
                  <a:ext uri="{FF2B5EF4-FFF2-40B4-BE49-F238E27FC236}">
                    <a16:creationId xmlns:a16="http://schemas.microsoft.com/office/drawing/2014/main" id="{542E89AD-756D-B193-B38B-ED8185553DCC}"/>
                  </a:ext>
                </a:extLst>
              </p:cNvPr>
              <p:cNvSpPr txBox="1">
                <a:spLocks noGrp="1"/>
              </p:cNvSpPr>
              <p:nvPr/>
            </p:nvSpPr>
            <p:spPr>
              <a:xfrm>
                <a:off x="404750" y="2364059"/>
                <a:ext cx="11705473" cy="4708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r>
                  <a:rPr lang="en-CA" sz="2400" dirty="0">
                    <a:latin typeface="Nunito" pitchFamily="2" charset="0"/>
                  </a:rPr>
                  <a:t>Proof sketch: once you reach the &lt;/s&gt; token after sampling some certain sequence, certain probability mass is “taken away” because &lt;/s&gt; is in the same distribution as other vocabulary entries. </a:t>
                </a: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en-CA" sz="2400" dirty="0">
                  <a:latin typeface="Nunito" pitchFamily="2" charset="0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r>
                  <a:rPr lang="en-CA" sz="2400" dirty="0">
                    <a:latin typeface="Nunito" pitchFamily="2" charset="0"/>
                  </a:rPr>
                  <a:t>Longer sequences that have the same prefix share the “remaining” probability.</a:t>
                </a: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en-CA" sz="2400" dirty="0">
                  <a:latin typeface="Nunito" pitchFamily="2" charset="0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en-CA" sz="2400" dirty="0">
                  <a:latin typeface="Nunito" pitchFamily="2" charset="0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r>
                  <a:rPr lang="en-CA" sz="2400" dirty="0">
                    <a:latin typeface="Nunito" pitchFamily="2" charset="0"/>
                  </a:rPr>
                  <a:t>Practice: complete the proof that the above quantity is 1 when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→∞.</m:t>
                    </m:r>
                  </m:oMath>
                </a14:m>
                <a:endParaRPr lang="en-CA" sz="2400" dirty="0">
                  <a:latin typeface="Nunito" pitchFamily="2" charset="0"/>
                </a:endParaRPr>
              </a:p>
            </p:txBody>
          </p:sp>
        </mc:Choice>
        <mc:Fallback>
          <p:sp>
            <p:nvSpPr>
              <p:cNvPr id="1594" name="Google Shape;367;p27">
                <a:extLst>
                  <a:ext uri="{FF2B5EF4-FFF2-40B4-BE49-F238E27FC236}">
                    <a16:creationId xmlns:a16="http://schemas.microsoft.com/office/drawing/2014/main" id="{542E89AD-756D-B193-B38B-ED8185553DC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0" y="2364059"/>
                <a:ext cx="11705473" cy="4708691"/>
              </a:xfrm>
              <a:prstGeom prst="rect">
                <a:avLst/>
              </a:prstGeom>
              <a:blipFill>
                <a:blip r:embed="rId55"/>
                <a:stretch>
                  <a:fillRect l="-781" t="-10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29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1339-442F-8D60-58D5-ED760199D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General Formulation: Language Models as Classifiers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631DC-DB00-5552-5EEF-CA39C4C9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19</a:t>
            </a:fld>
            <a:endParaRPr lang="en-CA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B96D3EA-003F-69BD-3F9C-6B9E7441F82B}"/>
              </a:ext>
            </a:extLst>
          </p:cNvPr>
          <p:cNvGrpSpPr/>
          <p:nvPr/>
        </p:nvGrpSpPr>
        <p:grpSpPr>
          <a:xfrm>
            <a:off x="2319409" y="2014118"/>
            <a:ext cx="7553183" cy="646331"/>
            <a:chOff x="2319409" y="1636993"/>
            <a:chExt cx="7553183" cy="6463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5959A8-F72C-5744-C2EF-364567C6A7F3}"/>
                </a:ext>
              </a:extLst>
            </p:cNvPr>
            <p:cNvSpPr txBox="1"/>
            <p:nvPr/>
          </p:nvSpPr>
          <p:spPr>
            <a:xfrm>
              <a:off x="2319409" y="1775492"/>
              <a:ext cx="1824296" cy="369332"/>
            </a:xfrm>
            <a:prstGeom prst="rect">
              <a:avLst/>
            </a:prstGeom>
            <a:ln cap="sq">
              <a:beve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i="1">
                  <a:latin typeface="Nunito" pitchFamily="2" charset="0"/>
                </a:rPr>
                <a:t>It’s a cute cat!</a:t>
              </a:r>
              <a:endParaRPr lang="en-CA" i="1">
                <a:latin typeface="Nunito" pitchFamily="2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331BADD-65C2-EE3E-2980-550CFC10FFE3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4143705" y="1960158"/>
              <a:ext cx="1040147" cy="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F5B6D8-CC6C-9149-A3F5-3630FE14632C}"/>
                </a:ext>
              </a:extLst>
            </p:cNvPr>
            <p:cNvSpPr txBox="1"/>
            <p:nvPr/>
          </p:nvSpPr>
          <p:spPr>
            <a:xfrm>
              <a:off x="5183852" y="1636993"/>
              <a:ext cx="1824296" cy="646331"/>
            </a:xfrm>
            <a:prstGeom prst="rect">
              <a:avLst/>
            </a:prstGeom>
            <a:ln cap="sq">
              <a:beve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Nunito" pitchFamily="2" charset="0"/>
                </a:rPr>
                <a:t>Sentiment Classifier</a:t>
              </a:r>
              <a:endParaRPr lang="en-CA" b="1">
                <a:latin typeface="Nunito" pitchFamily="2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E738D57-072C-27F5-5DA3-2B50166D0839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 flipV="1">
              <a:off x="7008148" y="1960158"/>
              <a:ext cx="1040148" cy="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C89437-2046-C461-1453-8FCC0894F7F9}"/>
                </a:ext>
              </a:extLst>
            </p:cNvPr>
            <p:cNvSpPr txBox="1"/>
            <p:nvPr/>
          </p:nvSpPr>
          <p:spPr>
            <a:xfrm>
              <a:off x="8048296" y="1775492"/>
              <a:ext cx="1824296" cy="369332"/>
            </a:xfrm>
            <a:prstGeom prst="rect">
              <a:avLst/>
            </a:prstGeom>
            <a:ln cap="sq">
              <a:beve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>
                  <a:latin typeface="Nunito" pitchFamily="2" charset="0"/>
                </a:rPr>
                <a:t>positive</a:t>
              </a:r>
              <a:endParaRPr lang="en-CA">
                <a:latin typeface="Nunito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F2B6156-398E-4C97-D8D8-33046AFBCCC9}"/>
              </a:ext>
            </a:extLst>
          </p:cNvPr>
          <p:cNvGrpSpPr/>
          <p:nvPr/>
        </p:nvGrpSpPr>
        <p:grpSpPr>
          <a:xfrm>
            <a:off x="2319409" y="3400311"/>
            <a:ext cx="7553183" cy="646331"/>
            <a:chOff x="1583685" y="3023186"/>
            <a:chExt cx="7553183" cy="64633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3FF4D32-F115-7ACA-2177-18DE423D7A7B}"/>
                </a:ext>
              </a:extLst>
            </p:cNvPr>
            <p:cNvSpPr txBox="1"/>
            <p:nvPr/>
          </p:nvSpPr>
          <p:spPr>
            <a:xfrm>
              <a:off x="1583685" y="3161685"/>
              <a:ext cx="1824296" cy="369332"/>
            </a:xfrm>
            <a:prstGeom prst="rect">
              <a:avLst/>
            </a:prstGeom>
            <a:ln cap="sq">
              <a:beve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i="1">
                  <a:latin typeface="Nunito" pitchFamily="2" charset="0"/>
                </a:rPr>
                <a:t>It’s a cute</a:t>
              </a:r>
              <a:endParaRPr lang="en-CA" i="1">
                <a:latin typeface="Nunito" pitchFamily="2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80DECA1-873D-1EAF-BC80-676413C499B6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>
              <a:off x="3407981" y="3346351"/>
              <a:ext cx="1040147" cy="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CB7C89-765C-2F83-D8DE-65B3CC26526B}"/>
                </a:ext>
              </a:extLst>
            </p:cNvPr>
            <p:cNvSpPr txBox="1"/>
            <p:nvPr/>
          </p:nvSpPr>
          <p:spPr>
            <a:xfrm>
              <a:off x="4448128" y="3023186"/>
              <a:ext cx="1824296" cy="646331"/>
            </a:xfrm>
            <a:prstGeom prst="rect">
              <a:avLst/>
            </a:prstGeom>
            <a:ln cap="sq">
              <a:beve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Nunito" pitchFamily="2" charset="0"/>
                </a:rPr>
                <a:t>Next-Word Predictor</a:t>
              </a:r>
              <a:endParaRPr lang="en-CA" b="1">
                <a:latin typeface="Nunito" pitchFamily="2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5722652-FFFC-4416-8321-70ADBE53EE98}"/>
                </a:ext>
              </a:extLst>
            </p:cNvPr>
            <p:cNvCxnSpPr>
              <a:cxnSpLocks/>
              <a:stCxn id="12" idx="3"/>
              <a:endCxn id="14" idx="1"/>
            </p:cNvCxnSpPr>
            <p:nvPr/>
          </p:nvCxnSpPr>
          <p:spPr>
            <a:xfrm flipV="1">
              <a:off x="6272424" y="3346351"/>
              <a:ext cx="1040148" cy="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A55B4D-85AD-0E25-2662-78EE4A6A7BDD}"/>
                </a:ext>
              </a:extLst>
            </p:cNvPr>
            <p:cNvSpPr txBox="1"/>
            <p:nvPr/>
          </p:nvSpPr>
          <p:spPr>
            <a:xfrm>
              <a:off x="7312572" y="3161685"/>
              <a:ext cx="1824296" cy="369332"/>
            </a:xfrm>
            <a:prstGeom prst="rect">
              <a:avLst/>
            </a:prstGeom>
            <a:ln cap="sq">
              <a:beve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i="1">
                  <a:latin typeface="Nunito" pitchFamily="2" charset="0"/>
                </a:rPr>
                <a:t>cat</a:t>
              </a:r>
              <a:endParaRPr lang="en-CA" i="1">
                <a:latin typeface="Nunito" pitchFamily="2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7658E36-30B4-D1D5-2EC5-9A63C29E0B76}"/>
              </a:ext>
            </a:extLst>
          </p:cNvPr>
          <p:cNvGrpSpPr/>
          <p:nvPr/>
        </p:nvGrpSpPr>
        <p:grpSpPr>
          <a:xfrm>
            <a:off x="2319409" y="4855423"/>
            <a:ext cx="7553183" cy="646331"/>
            <a:chOff x="1583685" y="3992682"/>
            <a:chExt cx="7553183" cy="6463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978D0BD-B262-BDF3-6219-D39B66EC9C33}"/>
                </a:ext>
              </a:extLst>
            </p:cNvPr>
            <p:cNvSpPr txBox="1"/>
            <p:nvPr/>
          </p:nvSpPr>
          <p:spPr>
            <a:xfrm>
              <a:off x="1583685" y="4131181"/>
              <a:ext cx="1824296" cy="369332"/>
            </a:xfrm>
            <a:prstGeom prst="rect">
              <a:avLst/>
            </a:prstGeom>
            <a:ln cap="sq">
              <a:beve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i="1">
                  <a:latin typeface="Nunito" pitchFamily="2" charset="0"/>
                </a:rPr>
                <a:t>It’s a [mask] cat</a:t>
              </a:r>
              <a:endParaRPr lang="en-CA" i="1">
                <a:latin typeface="Nunito" pitchFamily="2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61E23A1-0C96-971F-E406-975ED75716B3}"/>
                </a:ext>
              </a:extLst>
            </p:cNvPr>
            <p:cNvCxnSpPr>
              <a:cxnSpLocks/>
              <a:stCxn id="17" idx="3"/>
              <a:endCxn id="19" idx="1"/>
            </p:cNvCxnSpPr>
            <p:nvPr/>
          </p:nvCxnSpPr>
          <p:spPr>
            <a:xfrm>
              <a:off x="3407981" y="4315847"/>
              <a:ext cx="1040147" cy="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8985B42-362C-8E79-8E33-B8BD2757F8DE}"/>
                </a:ext>
              </a:extLst>
            </p:cNvPr>
            <p:cNvSpPr txBox="1"/>
            <p:nvPr/>
          </p:nvSpPr>
          <p:spPr>
            <a:xfrm>
              <a:off x="4448128" y="3992682"/>
              <a:ext cx="1824296" cy="646331"/>
            </a:xfrm>
            <a:prstGeom prst="rect">
              <a:avLst/>
            </a:prstGeom>
            <a:ln cap="sq">
              <a:beve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Nunito" pitchFamily="2" charset="0"/>
                </a:rPr>
                <a:t>[Mask] Token Predictor</a:t>
              </a:r>
              <a:endParaRPr lang="en-CA" b="1">
                <a:latin typeface="Nunito" pitchFamily="2" charset="0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D1E65D2-A8D4-F94C-8BB5-22A4C5F7949F}"/>
                </a:ext>
              </a:extLst>
            </p:cNvPr>
            <p:cNvCxnSpPr>
              <a:cxnSpLocks/>
              <a:stCxn id="19" idx="3"/>
              <a:endCxn id="21" idx="1"/>
            </p:cNvCxnSpPr>
            <p:nvPr/>
          </p:nvCxnSpPr>
          <p:spPr>
            <a:xfrm flipV="1">
              <a:off x="6272424" y="4315847"/>
              <a:ext cx="1040148" cy="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D95425-6F16-8D64-CE24-4CD36061D59E}"/>
                </a:ext>
              </a:extLst>
            </p:cNvPr>
            <p:cNvSpPr txBox="1"/>
            <p:nvPr/>
          </p:nvSpPr>
          <p:spPr>
            <a:xfrm>
              <a:off x="7312572" y="4131181"/>
              <a:ext cx="1824296" cy="369332"/>
            </a:xfrm>
            <a:prstGeom prst="rect">
              <a:avLst/>
            </a:prstGeom>
            <a:ln cap="sq">
              <a:beve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i="1">
                  <a:latin typeface="Nunito" pitchFamily="2" charset="0"/>
                </a:rPr>
                <a:t>cute</a:t>
              </a:r>
              <a:endParaRPr lang="en-CA" i="1">
                <a:latin typeface="Nunito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7008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7B07E-A3D1-3C2B-B017-E96EB120E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F30C2-A671-A559-D900-4A640E03F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N-gram language models</a:t>
            </a:r>
          </a:p>
          <a:p>
            <a:r>
              <a:rPr lang="en-US" dirty="0"/>
              <a:t>Neural autoregressive language models</a:t>
            </a:r>
          </a:p>
          <a:p>
            <a:r>
              <a:rPr lang="en-US" dirty="0"/>
              <a:t>Masked language models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5523B-1334-EAF3-9596-64B80214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F760-4833-4FC2-9C74-46CD274694B2}" type="slidenum">
              <a:rPr lang="en-CA" smtClean="0"/>
              <a:pPr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65400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19.9523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P(\mathbf{x})&#10;\end{align*}&#10;&#10;&#10;\end{document}"/>
  <p:tag name="IGUANATEXSIZE" val="24"/>
  <p:tag name="IGUANATEXCURSOR" val="17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5"/>
  <p:tag name="ORIGINALWIDTH" val=" 7.03248"/>
  <p:tag name="LATEXADDIN" val="\documentclass{article}&#10;\usepackage{nunito}&#10;\usepackage[linguistics]{forest}&#10;\usepackage{amsmath,amssymb}&#10;\pagestyle{empty}&#10;\begin{document}&#10;&#10;\begin{align*}&#10;P(\mathbf{x})&#10;\end{align*}&#10;&#10;&#10;\end{document}"/>
  <p:tag name="IGUANATEXSIZE" val="24"/>
  <p:tag name="IGUANATEXCURSOR" val="17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285039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12795"/>
  <p:tag name="ORIGINALWIDTH" val=" 5.54521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285039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19.9523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P(\mathbf{x})&#10;\end{align*}&#10;&#10;&#10;\end{document}"/>
  <p:tag name="IGUANATEXSIZE" val="24"/>
  <p:tag name="IGUANATEXCURSOR" val="17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5"/>
  <p:tag name="ORIGINALWIDTH" val=" 7.03248"/>
  <p:tag name="LATEXADDIN" val="\documentclass{article}&#10;\usepackage{nunito}&#10;\usepackage[linguistics]{forest}&#10;\usepackage{amsmath,amssymb}&#10;\pagestyle{empty}&#10;\begin{document}&#10;&#10;\begin{align*}&#10;P(\mathbf{x})&#10;\end{align*}&#10;&#10;&#10;\end{document}"/>
  <p:tag name="IGUANATEXSIZE" val="24"/>
  <p:tag name="IGUANATEXCURSOR" val="17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285039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12795"/>
  <p:tag name="ORIGINALWIDTH" val=" 5.54521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285039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118.6537"/>
  <p:tag name="OUTPUTTYPE" val="SVG"/>
  <p:tag name="IGUANATEXVERSION" val="162"/>
  <p:tag name="LATEXADDIN" val="\documentclass{article}&#10;\usepackage{amsmath,amssymb}&#10;\pagestyle{empty}&#10;\begin{document}&#10;&#10;\begin{align*}&#10;P(\mathbf{x}_{1:n})=P(x_1, x_2, \ldots, x_n)&#10;\end{align*}&#10;&#10;&#10;\end{document}"/>
  <p:tag name="IGUANATEXSIZE" val="24"/>
  <p:tag name="IGUANATEXCURSOR" val="14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102.2562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P(x_n \mid x_1, x_2, \ldots, x_{n-1})&#10;\end{align*}&#10;&#10;&#10;\end{document}"/>
  <p:tag name="IGUANATEXSIZE" val="24"/>
  <p:tag name="IGUANATEXCURSOR" val="19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144.7428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P(x_k\mid x_1, \ldots, x_{k-1}, x_{k+1}, \ldots, x_n)&#10;\end{align*}&#10;&#10;&#10;\end{document}"/>
  <p:tag name="IGUANATEXSIZE" val="24"/>
  <p:tag name="IGUANATEXCURSOR" val="21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5"/>
  <p:tag name="ORIGINALWIDTH" val=" 7.125492"/>
  <p:tag name="LATEXADDIN" val="\documentclass{article}&#10;\usepackage{nunito}&#10;\usepackage[linguistics]{forest}&#10;\usepackage{amsmath,amssymb}&#10;\pagestyle{empty}&#10;\begin{document}&#10;&#10;\begin{align*}&#10;P(x_k\mid x_1, \ldots, x_{k-1}, x_{k+1}, \ldots, x_n)&#10;\end{align*}&#10;&#10;&#10;\end{document}"/>
  <p:tag name="IGUANATEXSIZE" val="24"/>
  <p:tag name="IGUANATEXCURSOR" val="21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5289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69882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86844"/>
  <p:tag name="ORIGINALWIDTH" val=" 3.437008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.3991798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69882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62"/>
  <p:tag name="ORIGINALWIDTH" val=" 2.542815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67618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57841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57841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57841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67618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69882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86844"/>
  <p:tag name="ORIGINALWIDTH" val=" 3.437008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331693"/>
  <p:tag name="ORIGINALWIDTH" val=" 4.722375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62"/>
  <p:tag name="ORIGINALWIDTH" val=" 2.542815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67618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69882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86844"/>
  <p:tag name="ORIGINALWIDTH" val=" 3.437008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1122"/>
  <p:tag name="ORIGINALWIDTH" val=" 5.141535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62"/>
  <p:tag name="ORIGINALWIDTH" val=" 2.542815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67618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57841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57841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57841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67618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69882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6568"/>
  <p:tag name="ORIGINALWIDTH" val=" 4.268307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5289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5"/>
  <p:tag name="ORIGINALWIDTH" val=" 7.147834"/>
  <p:tag name="LATEXADDIN" val="\documentclass{article}&#10;\usepackage{nunito}&#10;\usepackage[linguistics]{forest}&#10;\usepackage{amsmath,amssymb}&#10;\pagestyle{empty}&#10;\begin{document}&#10;&#10;\begin{align*}&#10;P(x_n \mid x_1, x_2, \ldots, x_{n-1})&#10;\end{align*}&#10;&#10;&#10;\end{document}"/>
  <p:tag name="IGUANATEXSIZE" val="24"/>
  <p:tag name="IGUANATEXCURSOR" val="19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22539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85466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6568"/>
  <p:tag name="ORIGINALWIDTH" val=" 4.281693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.4004265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85466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62"/>
  <p:tag name="ORIGINALWIDTH" val=" 2.550787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7126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85466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62"/>
  <p:tag name="ORIGINALWIDTH" val=" 3.097375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7126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61155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61155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61155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7126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85466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6568"/>
  <p:tag name="ORIGINALWIDTH" val=" 4.281693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331693"/>
  <p:tag name="ORIGINALWIDTH" val=" 4.737205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62"/>
  <p:tag name="ORIGINALWIDTH" val=" 2.550787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22539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5"/>
  <p:tag name="ORIGINALWIDTH" val=" 7.11332"/>
  <p:tag name="LATEXADDIN" val="\documentclass{article}&#10;\usepackage{amsmath,amssymb}&#10;\pagestyle{empty}&#10;\begin{document}&#10;&#10;\begin{align*}&#10;P(\mathbf{x}_{1:n})=P(x_1, x_2, \ldots, x_n)&#10;\end{align*}&#10;&#10;&#10;\end{document}"/>
  <p:tag name="IGUANATEXSIZE" val="24"/>
  <p:tag name="IGUANATEXCURSOR" val="14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12795"/>
  <p:tag name="ORIGINALWIDTH" val=" 5.608957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62"/>
  <p:tag name="ORIGINALWIDTH" val=" 2.538451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30577"/>
  <p:tag name="ORIGINALWIDTH" val=" .8019686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6568"/>
  <p:tag name="ORIGINALWIDTH" val=" 4.260991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72966"/>
  <p:tag name="ORIGINALWIDTH" val=" 6.625132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5"/>
  <p:tag name="ORIGINALWIDTH" val=" 7.11332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61385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62"/>
  <p:tag name="ORIGINALWIDTH" val=" 2.538451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65617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61385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62"/>
  <p:tag name="ORIGINALWIDTH" val=" 3.082415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65617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56037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56037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56037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65617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61385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6568"/>
  <p:tag name="ORIGINALWIDTH" val=" 4.260991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118.6537"/>
  <p:tag name="OUTPUTTYPE" val="SVG"/>
  <p:tag name="IGUANATEXVERSION" val="162"/>
  <p:tag name="LATEXADDIN" val="\documentclass{article}&#10;\usepackage{amsmath,amssymb}&#10;\pagestyle{empty}&#10;\begin{document}&#10;&#10;\begin{align*}&#10;P(\mathbf{x}_{1:n})=P(x_1, x_2, \ldots, x_n)&#10;\end{align*}&#10;&#10;&#10;\end{document}"/>
  <p:tag name="IGUANATEXSIZE" val="24"/>
  <p:tag name="IGUANATEXCURSOR" val="14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4.65751"/>
  <p:tag name="ORIGINALWIDTH" val=" 276.4757"/>
  <p:tag name="OUTPUTTYPE" val="SVG"/>
  <p:tag name="IGUANATEXVERSION" val="162"/>
  <p:tag name="LATEXADDIN" val="\documentclass{article}&#10;\usepackage{amsmath,amssymb}&#10;\pagestyle{empty}&#10;\begin{document}&#10;&#10;\begin{align*}&#10;P(\mathbf{x}_{1:n}) &amp;=P(x_1, x_2, \ldots, x_n) \\&#10;&amp;= P(x_1)P(x_2\mid x_1) P(x_3\mid x_1,x_2)\ldots P(x_n\mid x_1,\ldots,x_{n-1})&#10;\end{align*}&#10;&#10;&#10;\end{document}"/>
  <p:tag name="IGUANATEXSIZE" val="24"/>
  <p:tag name="IGUANATEXCURSOR" val="23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109.7346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P(A, B) = P(A)P(B\mid A)&#10;\end{align*}&#10;&#10;&#10;\end{document}"/>
  <p:tag name="IGUANATEXSIZE" val="24"/>
  <p:tag name="IGUANATEXCURSOR" val="18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5"/>
  <p:tag name="ORIGINALWIDTH" val=" 7.11332"/>
  <p:tag name="LATEXADDIN" val="\documentclass{article}&#10;\usepackage{nunito}&#10;\usepackage[linguistics]{forest}&#10;\usepackage{amsmath,amssymb}&#10;\pagestyle{empty}&#10;\begin{document}&#10;&#10;\begin{align*}&#10;P(A, B) = P(A)P(B\mid A)&#10;\end{align*}&#10;&#10;&#10;\end{document}"/>
  <p:tag name="IGUANATEXSIZE" val="24"/>
  <p:tag name="IGUANATEXCURSOR" val="18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54888"/>
  <p:tag name="ORIGINALWIDTH" val=" 6.83435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65617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5"/>
  <p:tag name="ORIGINALWIDTH" val=" 7.11332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72966"/>
  <p:tag name="ORIGINALWIDTH" val=" 6.625131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5"/>
  <p:tag name="ORIGINALWIDTH" val=" 7.11332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54888"/>
  <p:tag name="ORIGINALWIDTH" val=" 6.83435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5"/>
  <p:tag name="ORIGINALWIDTH" val=" 7.11332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5"/>
  <p:tag name="ORIGINALWIDTH" val=" 7.11332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.3984908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54888"/>
  <p:tag name="ORIGINALWIDTH" val=" 6.83435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7.094193"/>
  <p:tag name="LATEXADDIN" val="\documentclass{article}&#10;\usepackage{amsmath,amssymb}&#10;\pagestyle{empty}&#10;\begin{document}&#10;&#10;\begin{align*}&#10;P(\mathbf{x}_{1:n}) &amp;=P(x_1, x_2, \ldots, x_n) \\&#10;&amp;= P(x_1)P(x_2\mid x_1) P(x_3\mid x_1,x_2)\ldots P(x_n\mid x_1,\ldots,x_{n-1})&#10;\end{align*}&#10;&#10;&#10;\end{document}"/>
  <p:tag name="IGUANATEXSIZE" val="24"/>
  <p:tag name="IGUANATEXCURSOR" val="23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79167"/>
  <p:tag name="ORIGINALWIDTH" val=" 5.593865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5656"/>
  <p:tag name="ORIGINALWIDTH" val=" .7998359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46"/>
  <p:tag name="ORIGINALWIDTH" val=" 4.24954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0794"/>
  <p:tag name="ORIGINALWIDTH" val=" 6.607316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7.094193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2467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3.074147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2467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2467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46"/>
  <p:tag name="ORIGINALWIDTH" val=" 4.24954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0794"/>
  <p:tag name="ORIGINALWIDTH" val=" 6.607316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7.094193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7.094193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3.074147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.3974081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7.094193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22408"/>
  <p:tag name="ORIGINALWIDTH" val=" 3.199344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.3974081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2467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3.074147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7.094193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46"/>
  <p:tag name="ORIGINALWIDTH" val=" 4.24954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.3974081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2467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2467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46"/>
  <p:tag name="ORIGINALWIDTH" val=" 4.24954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382874"/>
  <p:tag name="ORIGINALWIDTH" val=" 4.701641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5"/>
  <p:tag name="ORIGINALWIDTH" val=" 7.11332"/>
  <p:tag name="LATEXADDIN" val="\documentclass{article}&#10;\usepackage{amsmath,amssymb}&#10;\pagestyle{empty}&#10;\begin{document}&#10;&#10;\begin{align*}&#10;P(\mathbf{x}_{1:n})=P(x_1, x_2, \ldots, x_n)&#10;\end{align*}&#10;&#10;&#10;\end{document}"/>
  <p:tag name="IGUANATEXSIZE" val="24"/>
  <p:tag name="IGUANATEXCURSOR" val="14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12795"/>
  <p:tag name="ORIGINALWIDTH" val=" 5.608957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62"/>
  <p:tag name="ORIGINALWIDTH" val=" 2.538451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30577"/>
  <p:tag name="ORIGINALWIDTH" val=" .8019686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6568"/>
  <p:tag name="ORIGINALWIDTH" val=" 4.260991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72966"/>
  <p:tag name="ORIGINALWIDTH" val=" 6.625132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435"/>
  <p:tag name="ORIGINALWIDTH" val=" 7.11332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61385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62"/>
  <p:tag name="ORIGINALWIDTH" val=" 2.538451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65617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61385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4862"/>
  <p:tag name="ORIGINALWIDTH" val=" 3.082415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65617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56037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56037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29626"/>
  <p:tag name="ORIGINALWIDTH" val=" 1.056037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0433"/>
  <p:tag name="ORIGINALWIDTH" val=" 1.165617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0229"/>
  <p:tag name="ORIGINALWIDTH" val=" 4.961385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6568"/>
  <p:tag name="ORIGINALWIDTH" val=" 4.260991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71355"/>
  <p:tag name="ORIGINALWIDTH" val=" 2.311319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4.65751"/>
  <p:tag name="ORIGINALWIDTH" val=" 276.4757"/>
  <p:tag name="OUTPUTTYPE" val="SVG"/>
  <p:tag name="IGUANATEXVERSION" val="162"/>
  <p:tag name="LATEXADDIN" val="\documentclass{article}&#10;\usepackage{amsmath,amssymb}&#10;\pagestyle{empty}&#10;\begin{document}&#10;&#10;\begin{align*}&#10;P(\mathbf{x}_{1:n}) &amp;=P(x_1, x_2, \ldots, x_n) \\&#10;&amp;= P(x_1)P(x_2\mid x_1) P(x_3\mid x_1,x_2)\ldots P(x_n\mid x_1,\ldots,x_{n-1})&#10;\end{align*}&#10;&#10;&#10;\end{document}"/>
  <p:tag name="IGUANATEXSIZE" val="24"/>
  <p:tag name="IGUANATEXCURSOR" val="23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7.094193"/>
  <p:tag name="LATEXADDIN" val="\documentclass{article}&#10;\usepackage{amsmath,amssymb}&#10;\pagestyle{empty}&#10;\begin{document}&#10;&#10;\begin{align*}&#10;P(\mathbf{x}_{1:n}) &amp;=P(x_1, x_2, \ldots, x_n) \\&#10;&amp;= P(x_1)P(x_2\mid x_1) P(x_3\mid x_1,x_2)\ldots P(x_n\mid x_1,\ldots,x_{n-1})&#10;\end{align*}&#10;&#10;&#10;\end{document}"/>
  <p:tag name="IGUANATEXSIZE" val="24"/>
  <p:tag name="IGUANATEXCURSOR" val="23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79167"/>
  <p:tag name="ORIGINALWIDTH" val=" 5.593865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5656"/>
  <p:tag name="ORIGINALWIDTH" val=" .7998359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46"/>
  <p:tag name="ORIGINALWIDTH" val=" 4.24954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0794"/>
  <p:tag name="ORIGINALWIDTH" val=" 6.607316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7.094193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2467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3.074147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2467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2467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46"/>
  <p:tag name="ORIGINALWIDTH" val=" 4.24954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0794"/>
  <p:tag name="ORIGINALWIDTH" val=" 6.607316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7.094193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7.094193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3.074147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.3974081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7.094193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22408"/>
  <p:tag name="ORIGINALWIDTH" val=" 3.199344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.3974081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2467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3.074147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36417"/>
  <p:tag name="ORIGINALWIDTH" val=" 7.094193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46"/>
  <p:tag name="ORIGINALWIDTH" val=" 4.24954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.3974081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2467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45472"/>
  <p:tag name="ORIGINALWIDTH" val=" 1.053182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49016"/>
  <p:tag name="ORIGINALWIDTH" val=" 1.162467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7913"/>
  <p:tag name="ORIGINALWIDTH" val=" 4.948031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3746"/>
  <p:tag name="ORIGINALWIDTH" val=" 4.24954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382874"/>
  <p:tag name="ORIGINALWIDTH" val=" 4.701641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4317"/>
  <p:tag name="ORIGINALWIDTH" val=" 2.531627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62991"/>
  <p:tag name="ORIGINALWIDTH" val=" 2.305118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7.35308"/>
  <p:tag name="ORIGINALWIDTH" val=" 269.0395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P(\mathbf{x}_{1:n}) = P\left(\langle\texttt{/s}\rangle \mid \langle\texttt{s}\rangle, x_1, \ldots, x_n\right)\prod_{i=1}^n P\left(x_i\mid \langle\texttt{s}\rangle,x_1,\ldots,x_{i-1}\right)&#10;\end{align*}&#10;&#10;&#10;\end{document}"/>
  <p:tag name="IGUANATEXSIZE" val="24"/>
  <p:tag name="IGUANATEXCURSOR" val="34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7.106758"/>
  <p:tag name="LATEXADDIN" val="\documentclass{article}&#10;\usepackage{nunito}&#10;\usepackage[linguistics]{forest}&#10;\usepackage{amsmath,amssymb}&#10;\pagestyle{empty}&#10;\begin{document}&#10;&#10;\begin{align*}&#10;P(\mathbf{x}_{1:n}) = P\left(\langle\texttt{/s}\rangle \mid \langle\texttt{s}\rangle, x_1, \ldots, x_n\right)\prod_{i=1}^n P\left(x_i\mid \langle\texttt{s}\rangle,x_1,\ldots,x_{i-1}\right)&#10;\end{align*}&#10;&#10;&#10;\end{document}"/>
  <p:tag name="IGUANATEXSIZE" val="24"/>
  <p:tag name="IGUANATEXCURSOR" val="34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09186"/>
  <p:tag name="EMFCHILD" val="Tr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3392"/>
  <p:tag name="ORIGINALWIDTH" val=" 5.603772"/>
  <p:tag name="EMFCHILD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122"/>
  <p:tag name="EMFCHILD" val="Tru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05708"/>
  <p:tag name="ORIGINALWIDTH" val=" .8012466"/>
  <p:tag name="EMFCHILD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57086"/>
  <p:tag name="EMFCHILD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09186"/>
  <p:tag name="EMFCHILD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33"/>
  <p:tag name="ORIGINALWIDTH" val=" 6.619028"/>
  <p:tag name="EMFCHIL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7.106758"/>
  <p:tag name="EMFCHILD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09186"/>
  <p:tag name="EMFCHILD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19619"/>
  <p:tag name="EMFCHILD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740944"/>
  <p:tag name="ORIGINALWIDTH" val=" 4.06099"/>
  <p:tag name="EMFCHILD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43306"/>
  <p:tag name="ORIGINALWIDTH" val=" 3.851968"/>
  <p:tag name="EMFCHILD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19619"/>
  <p:tag name="EMFCHILD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.3981299"/>
  <p:tag name="EMFCHILD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19619"/>
  <p:tag name="EMFCHILD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43306"/>
  <p:tag name="ORIGINALWIDTH" val=" 3.851968"/>
  <p:tag name="EMFCHILD" val="Tru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19619"/>
  <p:tag name="EMFCHILD" val="Tru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34"/>
  <p:tag name="EMFCHILD" val="Tru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7"/>
  <p:tag name="ORIGINALWIDTH" val=" 4.956791"/>
  <p:tag name="EMFCHILD" val="Tru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122"/>
  <p:tag name="EMFCHILD" val="Tru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34"/>
  <p:tag name="EMFCHILD" val="Tru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052"/>
  <p:tag name="EMFCHILD" val="Tru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052"/>
  <p:tag name="EMFCHILD" val="Tru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052"/>
  <p:tag name="EMFCHILD" val="Tru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34"/>
  <p:tag name="EMFCHILD" val="Tru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7"/>
  <p:tag name="ORIGINALWIDTH" val=" 4.956791"/>
  <p:tag name="EMFCHILD" val="Tru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57086"/>
  <p:tag name="EMFCHILD" val="Tru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09186"/>
  <p:tag name="EMFCHILD" val="Tru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57086"/>
  <p:tag name="EMFCHILD" val="Tru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94767"/>
  <p:tag name="ORIGINALWIDTH" val=" 11.59577"/>
  <p:tag name="EMFCHILD" val="Tru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1122"/>
  <p:tag name="EMFCHILD" val="Tru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75951"/>
  <p:tag name="ORIGINALWIDTH" val=" 5.128018"/>
  <p:tag name="EMFCHILD" val="Tru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122"/>
  <p:tag name="EMFCHILD" val="Tru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7.106758"/>
  <p:tag name="EMFCHILD" val="Tru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09186"/>
  <p:tag name="EMFCHILD" val="Tru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7"/>
  <p:tag name="ORIGINALWIDTH" val=" 4.956791"/>
  <p:tag name="EMFCHILD" val="Tru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1122"/>
  <p:tag name="EMFCHILD" val="Tru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.3981299"/>
  <p:tag name="EMFCHILD" val="Tru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19619"/>
  <p:tag name="EMFCHILD" val="Tru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43306"/>
  <p:tag name="ORIGINALWIDTH" val=" 3.851968"/>
  <p:tag name="EMFCHILD" val="Tru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19619"/>
  <p:tag name="EMFCHILD" val="Tru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34"/>
  <p:tag name="EMFCHILD" val="Tru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7"/>
  <p:tag name="ORIGINALWIDTH" val=" 4.956791"/>
  <p:tag name="EMFCHILD" val="Tr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122"/>
  <p:tag name="EMFCHILD" val="Tru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34"/>
  <p:tag name="EMFCHILD" val="Tru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052"/>
  <p:tag name="EMFCHILD" val="Tru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052"/>
  <p:tag name="EMFCHILD" val="Tru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052"/>
  <p:tag name="EMFCHILD" val="Tru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34"/>
  <p:tag name="EMFCHILD" val="Tru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7"/>
  <p:tag name="ORIGINALWIDTH" val=" 4.956791"/>
  <p:tag name="EMFCHILD" val="Tru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1122"/>
  <p:tag name="EMFCHILD" val="Tru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416994"/>
  <p:tag name="ORIGINALWIDTH" val=" 4.70994"/>
  <p:tag name="EMFCHILD" val="Tru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122"/>
  <p:tag name="EMFCHILD" val="Tru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09186"/>
  <p:tag name="EMFCHILD" val="Tr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7.35308"/>
  <p:tag name="ORIGINALWIDTH" val=" 269.0395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P(\mathbf{x}_{1:n}) = P\left(\langle\texttt{/s}\rangle \mid \langle\texttt{s}\rangle, x_1, \ldots, x_n\right)\prod_{i=1}^n P\left(x_i\mid \langle\texttt{s}\rangle,x_1,\ldots,x_{i-1}\right)&#10;\end{align*}&#10;&#10;&#10;\end{document}"/>
  <p:tag name="IGUANATEXSIZE" val="24"/>
  <p:tag name="IGUANATEXCURSOR" val="34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7.78664"/>
  <p:tag name="ORIGINALWIDTH" val=" 83.48507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\sum_{n=1}^\infty\sum_{\mathbf{x}_{1:n}}P(\mathbf{x}_{1:n}) = 1&#10;\end{align*}&#10;&#10;&#10;\end{document}"/>
  <p:tag name="IGUANATEXSIZE" val="24"/>
  <p:tag name="IGUANATEXCURSOR" val="22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7.35308"/>
  <p:tag name="ORIGINALWIDTH" val=" 163.3495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P(\mathbf{x}_{1:n}) = \prod_{i=1}^n P\left(x_i\mid \langle\texttt{s}\rangle,x_1,\ldots,x_{i-1}\right)&#10;\end{align*}&#10;&#10;&#10;\end{document}"/>
  <p:tag name="IGUANATEXSIZE" val="24"/>
  <p:tag name="IGUANATEXCURSOR" val="17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7.124146"/>
  <p:tag name="LATEXADDIN" val="\documentclass{article}&#10;\usepackage{nunito}&#10;\usepackage[linguistics]{forest}&#10;\usepackage{amsmath,amssymb}&#10;\pagestyle{empty}&#10;\begin{document}&#10;&#10;\begin{align*}&#10;P(\mathbf{x}_{1:n}) = \prod_{i=1}^n P\left(x_i\mid \langle\texttt{s}\rangle,x_1,\ldots,x_{i-1}\right)&#10;\end{align*}&#10;&#10;&#10;\end{document}"/>
  <p:tag name="IGUANATEXSIZE" val="24"/>
  <p:tag name="IGUANATEXCURSOR" val="17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14829"/>
  <p:tag name="EMFCHILD" val="Tru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3392"/>
  <p:tag name="ORIGINALWIDTH" val=" 5.617487"/>
  <p:tag name="EMFCHILD" val="Tru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42323"/>
  <p:tag name="EMFCHILD" val="Tr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05708"/>
  <p:tag name="ORIGINALWIDTH" val=" .8032151"/>
  <p:tag name="EMFCHILD" val="Tr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67487"/>
  <p:tag name="EMFCHILD" val="Tr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14829"/>
  <p:tag name="EMFCHILD" val="Tru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33"/>
  <p:tag name="ORIGINALWIDTH" val=" 6.635236"/>
  <p:tag name="EMFCHILD" val="Tru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67487"/>
  <p:tag name="EMFCHILD" val="Tru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94767"/>
  <p:tag name="ORIGINALWIDTH" val=" 11.62415"/>
  <p:tag name="EMFCHILD" val="Tr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6273"/>
  <p:tag name="EMFCHILD" val="Tr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75951"/>
  <p:tag name="ORIGINALWIDTH" val=" 5.140551"/>
  <p:tag name="EMFCHILD" val="Tru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42323"/>
  <p:tag name="EMFCHILD" val="Tru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7.124146"/>
  <p:tag name="EMFCHILD" val="Tru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14829"/>
  <p:tag name="EMFCHILD" val="Tr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7"/>
  <p:tag name="ORIGINALWIDTH" val=" 4.96893"/>
  <p:tag name="EMFCHILD" val="Tr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6273"/>
  <p:tag name="EMFCHILD" val="Tru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.3990813"/>
  <p:tag name="EMFCHILD" val="Tr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25033"/>
  <p:tag name="EMFCHILD" val="Tru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43306"/>
  <p:tag name="ORIGINALWIDTH" val=" 3.861417"/>
  <p:tag name="EMFCHILD" val="Tru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25033"/>
  <p:tag name="EMFCHILD" val="Tru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7388"/>
  <p:tag name="EMFCHILD" val="Tr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7"/>
  <p:tag name="ORIGINALWIDTH" val=" 4.96893"/>
  <p:tag name="EMFCHILD" val="Tru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42323"/>
  <p:tag name="EMFCHILD" val="Tru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7388"/>
  <p:tag name="EMFCHILD" val="Tr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7644"/>
  <p:tag name="EMFCHILD" val="Tru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7644"/>
  <p:tag name="EMFCHILD" val="Tru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7644"/>
  <p:tag name="EMFCHILD" val="Tru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7388"/>
  <p:tag name="EMFCHILD" val="Tru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7"/>
  <p:tag name="ORIGINALWIDTH" val=" 4.96893"/>
  <p:tag name="EMFCHILD" val="Tru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6273"/>
  <p:tag name="EMFCHILD" val="Tru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416994"/>
  <p:tag name="ORIGINALWIDTH" val=" 4.721489"/>
  <p:tag name="EMFCHILD" val="Tru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42323"/>
  <p:tag name="EMFCHILD" val="Tru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14829"/>
  <p:tag name="EMFCHILD" val="Tru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7093"/>
  <p:tag name="ORIGINALWIDTH" val=" 6.84206"/>
  <p:tag name="LATEXADDIN" val="\documentclass{article}&#10;\usepackage{nunito}&#10;\usepackage[linguistics]{forest}&#10;\usepackage{amsmath,amssymb}&#10;\pagestyle{empty}&#10;\begin{document}&#10;&#10;\begin{align*}&#10;\sum_{n=1}^\infty\sum_{\mathbf{x}_{1:n}}P(\mathbf{x}_{1:n}) = 1&#10;\end{align*}&#10;&#10;&#10;\end{document}"/>
  <p:tag name="IGUANATEXSIZE" val="24"/>
  <p:tag name="IGUANATEXCURSOR" val="22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2316"/>
  <p:tag name="ORIGINALWIDTH" val=" 13.22126"/>
  <p:tag name="EMFCHILD" val="Tru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7093"/>
  <p:tag name="ORIGINALWIDTH" val=" 4.248458"/>
  <p:tag name="EMFCHILD" val="Tru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59186"/>
  <p:tag name="ORIGINALWIDTH" val=" 5.117651"/>
  <p:tag name="EMFCHILD" val="Tru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9272"/>
  <p:tag name="ORIGINALWIDTH" val=" 2.531004"/>
  <p:tag name="EMFCHILD" val="Tru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2316"/>
  <p:tag name="ORIGINALWIDTH" val=" 13.22126"/>
  <p:tag name="EMFCHILD" val="Tru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8733"/>
  <p:tag name="ORIGINALWIDTH" val=" 4.262369"/>
  <p:tag name="EMFCHILD" val="Tru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287926"/>
  <p:tag name="ORIGINALWIDTH" val=" 2.041273"/>
  <p:tag name="EMFCHILD" val="Tru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27756"/>
  <p:tag name="ORIGINALWIDTH" val=" .6059055"/>
  <p:tag name="EMFCHILD" val="Tru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36384"/>
  <p:tag name="ORIGINALWIDTH" val=" 3.47664"/>
  <p:tag name="EMFCHILD" val="Tru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37"/>
  <p:tag name="ORIGINALWIDTH" val=" 7.092388"/>
  <p:tag name="EMFCHILD" val="Tru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7"/>
  <p:tag name="ORIGINALWIDTH" val=" 2.304528"/>
  <p:tag name="EMFCHILD" val="Tru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3891"/>
  <p:tag name="ORIGINALWIDTH" val=" 5.592453"/>
  <p:tag name="EMFCHILD" val="Tru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9272"/>
  <p:tag name="ORIGINALWIDTH" val=" 2.531004"/>
  <p:tag name="EMFCHILD" val="Tru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71"/>
  <p:tag name="ORIGINALWIDTH" val=" .7996063"/>
  <p:tag name="EMFCHILD" val="Tru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7093"/>
  <p:tag name="ORIGINALWIDTH" val=" 4.248458"/>
  <p:tag name="EMFCHILD" val="Tru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7"/>
  <p:tag name="ORIGINALWIDTH" val=" 2.304528"/>
  <p:tag name="EMFCHILD" val="Tru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10433"/>
  <p:tag name="ORIGINALWIDTH" val=" 6.605643"/>
  <p:tag name="EMFCHILD" val="Tru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75853"/>
  <p:tag name="ORIGINALWIDTH" val=" 3.277986"/>
  <p:tag name="EMFCHILD" val="Tru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7.106758"/>
  <p:tag name="LATEXADDIN" val="\documentclass{article}&#10;\usepackage{nunito}&#10;\usepackage[linguistics]{forest}&#10;\usepackage{amsmath,amssymb}&#10;\pagestyle{empty}&#10;\begin{document}&#10;&#10;\begin{align*}&#10;P(\mathbf{x}_{1:n}) = P\left(\langle\texttt{/s}\rangle \mid \langle\texttt{s}\rangle, x_1, \ldots, x_n\right)\prod_{i=1}^n P\left(x_i\mid \langle\texttt{s}\rangle,x_1,\ldots,x_{i-1}\right)&#10;\end{align*}&#10;&#10;&#10;\end{document}"/>
  <p:tag name="IGUANATEXSIZE" val="24"/>
  <p:tag name="IGUANATEXCURSOR" val="34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09186"/>
  <p:tag name="EMFCHILD" val="Tru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3392"/>
  <p:tag name="ORIGINALWIDTH" val=" 5.603772"/>
  <p:tag name="EMFCHILD" val="Tru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122"/>
  <p:tag name="EMFCHILD" val="Tru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05708"/>
  <p:tag name="ORIGINALWIDTH" val=" .8012466"/>
  <p:tag name="EMFCHILD" val="Tru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57086"/>
  <p:tag name="EMFCHILD" val="Tru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09186"/>
  <p:tag name="EMFCHILD" val="Tru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33"/>
  <p:tag name="ORIGINALWIDTH" val=" 6.619028"/>
  <p:tag name="EMFCHILD" val="Tru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7.106758"/>
  <p:tag name="EMFCHILD" val="Tru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09186"/>
  <p:tag name="EMFCHILD" val="Tru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19619"/>
  <p:tag name="EMFCHILD" val="Tru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740944"/>
  <p:tag name="ORIGINALWIDTH" val=" 4.06099"/>
  <p:tag name="EMFCHILD" val="Tru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43306"/>
  <p:tag name="ORIGINALWIDTH" val=" 3.851968"/>
  <p:tag name="EMFCHILD" val="Tru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19619"/>
  <p:tag name="EMFCHILD" val="Tru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.3981299"/>
  <p:tag name="EMFCHILD" val="Tru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19619"/>
  <p:tag name="EMFCHILD" val="Tru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43306"/>
  <p:tag name="ORIGINALWIDTH" val=" 3.851968"/>
  <p:tag name="EMFCHILD" val="Tru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19619"/>
  <p:tag name="EMFCHILD" val="Tru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34"/>
  <p:tag name="EMFCHILD" val="Tru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7"/>
  <p:tag name="ORIGINALWIDTH" val=" 4.956791"/>
  <p:tag name="EMFCHILD" val="Tru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122"/>
  <p:tag name="EMFCHILD" val="Tru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34"/>
  <p:tag name="EMFCHILD" val="Tru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052"/>
  <p:tag name="EMFCHILD" val="Tru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052"/>
  <p:tag name="EMFCHILD" val="Tru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052"/>
  <p:tag name="EMFCHILD" val="Tru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34"/>
  <p:tag name="EMFCHILD" val="Tru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7"/>
  <p:tag name="ORIGINALWIDTH" val=" 4.956791"/>
  <p:tag name="EMFCHILD" val="Tru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57086"/>
  <p:tag name="EMFCHILD" val="Tru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09186"/>
  <p:tag name="EMFCHILD" val="Tru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57086"/>
  <p:tag name="EMFCHILD" val="Tru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94767"/>
  <p:tag name="ORIGINALWIDTH" val=" 11.59577"/>
  <p:tag name="EMFCHILD" val="Tru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1122"/>
  <p:tag name="EMFCHILD" val="Tru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75951"/>
  <p:tag name="ORIGINALWIDTH" val=" 5.128018"/>
  <p:tag name="EMFCHILD" val="Tru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122"/>
  <p:tag name="EMFCHILD" val="Tru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1"/>
  <p:tag name="ORIGINALWIDTH" val=" 7.106758"/>
  <p:tag name="EMFCHILD" val="Tru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09186"/>
  <p:tag name="EMFCHILD" val="Tru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7"/>
  <p:tag name="ORIGINALWIDTH" val=" 4.956791"/>
  <p:tag name="EMFCHILD" val="Tru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1122"/>
  <p:tag name="EMFCHILD" val="Tru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.3981299"/>
  <p:tag name="EMFCHILD" val="Tru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19619"/>
  <p:tag name="EMFCHILD" val="Tru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43306"/>
  <p:tag name="ORIGINALWIDTH" val=" 3.851968"/>
  <p:tag name="EMFCHILD" val="Tru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219619"/>
  <p:tag name="EMFCHILD" val="Tru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34"/>
  <p:tag name="EMFCHILD" val="Tru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7"/>
  <p:tag name="ORIGINALWIDTH" val=" 4.956791"/>
  <p:tag name="EMFCHILD" val="Tru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122"/>
  <p:tag name="EMFCHILD" val="Tru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34"/>
  <p:tag name="EMFCHILD" val="Tru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052"/>
  <p:tag name="EMFCHILD" val="Tru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052"/>
  <p:tag name="EMFCHILD" val="Tru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7"/>
  <p:tag name="ORIGINALWIDTH" val=" 1.055052"/>
  <p:tag name="EMFCHILD" val="Tru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05"/>
  <p:tag name="ORIGINALWIDTH" val=" 1.164534"/>
  <p:tag name="EMFCHILD" val="Tru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57"/>
  <p:tag name="ORIGINALWIDTH" val=" 4.956791"/>
  <p:tag name="EMFCHILD" val="Tru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72"/>
  <p:tag name="ORIGINALWIDTH" val=" 2.111122"/>
  <p:tag name="EMFCHILD" val="Tru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416994"/>
  <p:tag name="ORIGINALWIDTH" val=" 4.70994"/>
  <p:tag name="EMFCHILD" val="Tru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536122"/>
  <p:tag name="EMFCHILD" val="Tru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9"/>
  <p:tag name="ORIGINALWIDTH" val=" 2.309186"/>
  <p:tag name="EMFCHILD" val="Tru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4.47091"/>
  <p:tag name="ORIGINALWIDTH" val=" 237.1115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\sum_{n=1}^1\sum_{\mathbf{x}_{1:n}}P(\mathbf{x}_{1:n}) &amp;=\sum_{x\in V}P(x\mid \langle\texttt{s}\rangle)= 1 \\&#10;\sum_{n=2}^2\sum_{\mathbf{x}_{1:n}}P(\mathbf{x}_{1:n}) &amp;=\sum_{x\in V}\sum_{x'\in V} P(x\mid \langle\texttt{s}\rangle, x') P(x'\mid \langle\texttt{s}\rangle)= 1 \\&#10;\end{align*}&#10;&#10;&#10;\end{document}"/>
  <p:tag name="IGUANATEXSIZE" val="24"/>
  <p:tag name="IGUANATEXCURSOR" val="32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9.84721"/>
  <p:tag name="ORIGINALWIDTH" val=" 137.1716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\sum_{n=1}^2\sum_{\mathbf{x}_{1:n}}P(\mathbf{x}_{1:n})= 1 + 1 = 2 &gt; 1&#10;\end{align*}&#10;&#10;&#10;\end{document}"/>
  <p:tag name="IGUANATEXSIZE" val="24"/>
  <p:tag name="IGUANATEXCURSOR" val="21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7.78664"/>
  <p:tag name="ORIGINALWIDTH" val=" 83.48507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\sum_{n=1}^\infty\sum_{\mathbf{x}_{1:n}}P(\mathbf{x}_{1:n}) = 1&#10;\end{align*}&#10;&#10;&#10;\end{document}"/>
  <p:tag name="IGUANATEXSIZE" val="24"/>
  <p:tag name="IGUANATEXCURSOR" val="22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7093"/>
  <p:tag name="ORIGINALWIDTH" val=" 6.84206"/>
  <p:tag name="LATEXADDIN" val="\documentclass{article}&#10;\usepackage{nunito}&#10;\usepackage[linguistics]{forest}&#10;\usepackage{amsmath,amssymb}&#10;\pagestyle{empty}&#10;\begin{document}&#10;&#10;\begin{align*}&#10;\sum_{n=1}^\infty\sum_{\mathbf{x}_{1:n}}P(\mathbf{x}_{1:n}) = 1&#10;\end{align*}&#10;&#10;&#10;\end{document}"/>
  <p:tag name="IGUANATEXSIZE" val="24"/>
  <p:tag name="IGUANATEXCURSOR" val="22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2316"/>
  <p:tag name="ORIGINALWIDTH" val=" 13.22126"/>
  <p:tag name="EMFCHILD" val="Tru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7093"/>
  <p:tag name="ORIGINALWIDTH" val=" 4.248458"/>
  <p:tag name="EMFCHILD" val="Tru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59186"/>
  <p:tag name="ORIGINALWIDTH" val=" 5.117651"/>
  <p:tag name="EMFCHILD" val="Tru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9272"/>
  <p:tag name="ORIGINALWIDTH" val=" 2.531004"/>
  <p:tag name="EMFCHILD" val="Tru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2316"/>
  <p:tag name="ORIGINALWIDTH" val=" 13.22126"/>
  <p:tag name="EMFCHILD" val="Tru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8733"/>
  <p:tag name="ORIGINALWIDTH" val=" 4.262369"/>
  <p:tag name="EMFCHILD" val="Tru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287926"/>
  <p:tag name="ORIGINALWIDTH" val=" 2.041273"/>
  <p:tag name="EMFCHILD" val="Tru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27756"/>
  <p:tag name="ORIGINALWIDTH" val=" .6059055"/>
  <p:tag name="EMFCHILD" val="Tru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36384"/>
  <p:tag name="ORIGINALWIDTH" val=" 3.47664"/>
  <p:tag name="EMFCHILD" val="Tru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37"/>
  <p:tag name="ORIGINALWIDTH" val=" 7.092388"/>
  <p:tag name="EMFCHILD" val="Tru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7"/>
  <p:tag name="ORIGINALWIDTH" val=" 2.304528"/>
  <p:tag name="EMFCHILD" val="Tru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3891"/>
  <p:tag name="ORIGINALWIDTH" val=" 5.592453"/>
  <p:tag name="EMFCHILD" val="Tru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9272"/>
  <p:tag name="ORIGINALWIDTH" val=" 2.531004"/>
  <p:tag name="EMFCHILD" val="Tru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71"/>
  <p:tag name="ORIGINALWIDTH" val=" .7996063"/>
  <p:tag name="EMFCHILD" val="Tru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7093"/>
  <p:tag name="ORIGINALWIDTH" val=" 4.248458"/>
  <p:tag name="EMFCHILD" val="Tru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7"/>
  <p:tag name="ORIGINALWIDTH" val=" 2.304528"/>
  <p:tag name="EMFCHILD" val="Tru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10433"/>
  <p:tag name="ORIGINALWIDTH" val=" 6.605643"/>
  <p:tag name="EMFCHILD" val="Tru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75853"/>
  <p:tag name="ORIGINALWIDTH" val=" 3.277986"/>
  <p:tag name="EMFCHILD" val="Tru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70538"/>
  <p:tag name="ORIGINALWIDTH" val=" 3.076869"/>
  <p:tag name="LATEXADDIN" val="\documentclass{article}&#10;\usepackage{nunito}&#10;\usepackage[linguistics]{forest}&#10;\usepackage{amsmath,amssymb}&#10;\pagestyle{empty}&#10;\begin{document}&#10;&#10;\begin{align*}&#10;\sum_{n=1}^2\sum_{\mathbf{x}_{1:n}}P(\mathbf{x}_{1:n})= 1 + 1 = 2 &gt; 1&#10;\end{align*}&#10;&#10;&#10;\end{document}"/>
  <p:tag name="IGUANATEXSIZE" val="24"/>
  <p:tag name="IGUANATEXCURSOR" val="21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4.06791"/>
  <p:tag name="ORIGINALWIDTH" val=" 13.23641"/>
  <p:tag name="EMFCHILD" val="Tru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7231"/>
  <p:tag name="ORIGINALWIDTH" val=" 4.253345"/>
  <p:tag name="EMFCHILD" val="Tru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92126"/>
  <p:tag name="ORIGINALWIDTH" val=" 5.12349"/>
  <p:tag name="EMFCHILD" val="Tru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70538"/>
  <p:tag name="ORIGINALWIDTH" val=" 2.53389"/>
  <p:tag name="EMFCHILD" val="Tru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4.06791"/>
  <p:tag name="ORIGINALWIDTH" val=" 13.23641"/>
  <p:tag name="EMFCHILD" val="True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23064"/>
  <p:tag name="ORIGINALWIDTH" val=" 4.267256"/>
  <p:tag name="EMFCHILD" val="Tru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346128"/>
  <p:tag name="ORIGINALWIDTH" val=" 2.043635"/>
  <p:tag name="EMFCHILD" val="Tru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65453"/>
  <p:tag name="ORIGINALWIDTH" val=" .6066272"/>
  <p:tag name="EMFCHILD" val="Tru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75984"/>
  <p:tag name="ORIGINALWIDTH" val=" 3.480642"/>
  <p:tag name="EMFCHILD" val="True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63123"/>
  <p:tag name="ORIGINALWIDTH" val=" 7.100523"/>
  <p:tag name="EMFCHILD" val="True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04852"/>
  <p:tag name="ORIGINALWIDTH" val=" 2.307152"/>
  <p:tag name="EMFCHILD" val="Tru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61515"/>
  <p:tag name="ORIGINALWIDTH" val=" 5.598851"/>
  <p:tag name="EMFCHILD" val="Tru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70538"/>
  <p:tag name="ORIGINALWIDTH" val=" 2.53389"/>
  <p:tag name="EMFCHILD" val="Tru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31627"/>
  <p:tag name="ORIGINALWIDTH" val=" .8005248"/>
  <p:tag name="EMFCHILD" val="Tru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7231"/>
  <p:tag name="ORIGINALWIDTH" val=" 4.253345"/>
  <p:tag name="EMFCHILD" val="Tru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04852"/>
  <p:tag name="ORIGINALWIDTH" val=" 2.307152"/>
  <p:tag name="EMFCHILD" val="Tru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51345"/>
  <p:tag name="ORIGINALWIDTH" val=" 6.61322"/>
  <p:tag name="EMFCHILD" val="Tru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9229"/>
  <p:tag name="ORIGINALWIDTH" val=" 3.281758"/>
  <p:tag name="EMFCHILD" val="Tru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9229"/>
  <p:tag name="ORIGINALWIDTH" val=" 6.61322"/>
  <p:tag name="EMFCHILD" val="Tru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9229"/>
  <p:tag name="ORIGINALWIDTH" val=" 3.281758"/>
  <p:tag name="EMFCHILD" val="Tru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51345"/>
  <p:tag name="ORIGINALWIDTH" val=" 6.61322"/>
  <p:tag name="EMFCHILD" val="Tru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9229"/>
  <p:tag name="ORIGINALWIDTH" val=" 3.967912"/>
  <p:tag name="EMFCHILD" val="Tru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828116"/>
  <p:tag name="ORIGINALWIDTH" val=" 6.076212"/>
  <p:tag name="EMFCHILD" val="Tru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9229"/>
  <p:tag name="ORIGINALWIDTH" val=" 3.281758"/>
  <p:tag name="EMFCHILD" val="Tru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95012"/>
  <p:tag name="ORIGINALWIDTH" val=" 2.546489"/>
  <p:tag name="LATEXADDIN" val="\documentclass{article}&#10;\usepackage{nunito}&#10;\usepackage[linguistics]{forest}&#10;\usepackage{amsmath,amssymb}&#10;\pagestyle{empty}&#10;\begin{document}&#10;&#10;\begin{align*}&#10;\sum_{n=1}^1\sum_{\mathbf{x}_{1:n}}P(\mathbf{x}_{1:n}) &amp;=\sum_{x\in V}P(x\mid \langle\texttt{s}\rangle)= 1 \\&#10;\sum_{n=2}^2\sum_{\mathbf{x}_{1:n}}P(\mathbf{x}_{1:n}) &amp;=\sum_{x\in V}\sum_{x'\in V} P(x\mid \langle\texttt{s}\rangle, x') P(x'\mid \langle\texttt{s}\rangle)= 1 \\&#10;\end{align*}&#10;&#10;&#10;\end{document}"/>
  <p:tag name="IGUANATEXSIZE" val="24"/>
  <p:tag name="IGUANATEXCURSOR" val="32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4038"/>
  <p:tag name="ORIGINALWIDTH" val=" 13.30223"/>
  <p:tag name="EMFCHILD" val="Tru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20996"/>
  <p:tag name="ORIGINALWIDTH" val=" 4.274475"/>
  <p:tag name="EMFCHILD" val="Tru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61515"/>
  <p:tag name="ORIGINALWIDTH" val=" 5.148983"/>
  <p:tag name="EMFCHILD" val="Tru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95012"/>
  <p:tag name="ORIGINALWIDTH" val=" 2.546489"/>
  <p:tag name="EMFCHILD" val="Tru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4038"/>
  <p:tag name="ORIGINALWIDTH" val=" 13.30223"/>
  <p:tag name="EMFCHILD" val="Tru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72571"/>
  <p:tag name="ORIGINALWIDTH" val=" 4.288484"/>
  <p:tag name="EMFCHILD" val="Tru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292027"/>
  <p:tag name="ORIGINALWIDTH" val=" 2.053773"/>
  <p:tag name="EMFCHILD" val="Tru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30413"/>
  <p:tag name="ORIGINALWIDTH" val=" .6096128"/>
  <p:tag name="EMFCHILD" val="Tru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39172"/>
  <p:tag name="ORIGINALWIDTH" val=" 3.497933"/>
  <p:tag name="EMFCHILD" val="Tru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52131"/>
  <p:tag name="ORIGINALWIDTH" val=" 7.135827"/>
  <p:tag name="EMFCHILD" val="Tru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318635"/>
  <p:tag name="EMFCHILD" val="Tru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9369"/>
  <p:tag name="ORIGINALWIDTH" val=" 5.626706"/>
  <p:tag name="EMFCHILD" val="True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95012"/>
  <p:tag name="ORIGINALWIDTH" val=" 2.546489"/>
  <p:tag name="EMFCHILD" val="Tru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82578"/>
  <p:tag name="ORIGINALWIDTH" val=" .8045275"/>
  <p:tag name="EMFCHILD" val="Tru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20996"/>
  <p:tag name="ORIGINALWIDTH" val=" 4.274475"/>
  <p:tag name="EMFCHILD" val="Tru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318635"/>
  <p:tag name="EMFCHILD" val="True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13319"/>
  <p:tag name="ORIGINALWIDTH" val=" 6.646096"/>
  <p:tag name="EMFCHILD" val="Tru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4038"/>
  <p:tag name="ORIGINALWIDTH" val=" 13.30223"/>
  <p:tag name="EMFCHILD" val="Tru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20996"/>
  <p:tag name="ORIGINALWIDTH" val=" 3.742815"/>
  <p:tag name="EMFCHILD" val="Tru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8863"/>
  <p:tag name="ORIGINALWIDTH" val=" 3.868733"/>
  <p:tag name="EMFCHILD" val="Tru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4893"/>
  <p:tag name="ORIGINALWIDTH" val=" 5.4708"/>
  <p:tag name="EMFCHILD" val="Tru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52131"/>
  <p:tag name="ORIGINALWIDTH" val=" 7.135827"/>
  <p:tag name="EMFCHILD" val="True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318635"/>
  <p:tag name="EMFCHILD" val="Tru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78345"/>
  <p:tag name="ORIGINALWIDTH" val=" 4.977067"/>
  <p:tag name="EMFCHILD" val="Tru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.3997375"/>
  <p:tag name="EMFCHILD" val="Tru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228674"/>
  <p:tag name="EMFCHILD" val="Tru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9152"/>
  <p:tag name="ORIGINALWIDTH" val=" 3.867716"/>
  <p:tag name="EMFCHILD" val="Tru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228674"/>
  <p:tag name="EMFCHILD" val="Tru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318635"/>
  <p:tag name="EMFCHILD" val="Tru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13319"/>
  <p:tag name="ORIGINALWIDTH" val=" 6.646096"/>
  <p:tag name="EMFCHILD" val="True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84053"/>
  <p:tag name="ORIGINALWIDTH" val=" 3.298064"/>
  <p:tag name="EMFCHILD" val="Tru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95012"/>
  <p:tag name="ORIGINALWIDTH" val=" 3.092191"/>
  <p:tag name="EMFCHILD" val="Tru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4038"/>
  <p:tag name="ORIGINALWIDTH" val=" 13.30223"/>
  <p:tag name="EMFCHILD" val="Tru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20996"/>
  <p:tag name="ORIGINALWIDTH" val=" 4.274475"/>
  <p:tag name="EMFCHILD" val="Tru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61515"/>
  <p:tag name="ORIGINALWIDTH" val=" 5.148983"/>
  <p:tag name="EMFCHILD" val="Tru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95012"/>
  <p:tag name="ORIGINALWIDTH" val=" 3.092191"/>
  <p:tag name="EMFCHILD" val="Tru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4038"/>
  <p:tag name="ORIGINALWIDTH" val=" 13.30223"/>
  <p:tag name="EMFCHILD" val="Tru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72571"/>
  <p:tag name="ORIGINALWIDTH" val=" 4.288484"/>
  <p:tag name="EMFCHILD" val="Tru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292027"/>
  <p:tag name="ORIGINALWIDTH" val=" 2.053773"/>
  <p:tag name="EMFCHILD" val="Tru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30413"/>
  <p:tag name="ORIGINALWIDTH" val=" .6096128"/>
  <p:tag name="EMFCHILD" val="Tru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39172"/>
  <p:tag name="ORIGINALWIDTH" val=" 3.497933"/>
  <p:tag name="EMFCHILD" val="Tru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52131"/>
  <p:tag name="ORIGINALWIDTH" val=" 7.135827"/>
  <p:tag name="EMFCHILD" val="Tru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318635"/>
  <p:tag name="EMFCHILD" val="Tru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9369"/>
  <p:tag name="ORIGINALWIDTH" val=" 5.626706"/>
  <p:tag name="EMFCHILD" val="Tru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95012"/>
  <p:tag name="ORIGINALWIDTH" val=" 2.546489"/>
  <p:tag name="EMFCHILD" val="Tru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82578"/>
  <p:tag name="ORIGINALWIDTH" val=" .8045275"/>
  <p:tag name="EMFCHILD" val="Tru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20996"/>
  <p:tag name="ORIGINALWIDTH" val=" 4.274475"/>
  <p:tag name="EMFCHILD" val="Tru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318635"/>
  <p:tag name="EMFCHILD" val="Tru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13319"/>
  <p:tag name="ORIGINALWIDTH" val=" 6.646096"/>
  <p:tag name="EMFCHILD" val="Tru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4038"/>
  <p:tag name="ORIGINALWIDTH" val=" 13.30223"/>
  <p:tag name="EMFCHILD" val="True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20996"/>
  <p:tag name="ORIGINALWIDTH" val=" 3.742815"/>
  <p:tag name="EMFCHILD" val="Tru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8863"/>
  <p:tag name="ORIGINALWIDTH" val=" 3.868733"/>
  <p:tag name="EMFCHILD" val="Tru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4893"/>
  <p:tag name="ORIGINALWIDTH" val=" 5.4708"/>
  <p:tag name="EMFCHILD" val="Tru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4038"/>
  <p:tag name="ORIGINALWIDTH" val=" 13.30223"/>
  <p:tag name="EMFCHILD" val="Tru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20996"/>
  <p:tag name="ORIGINALWIDTH" val=" 3.742815"/>
  <p:tag name="EMFCHILD" val="Tru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575294"/>
  <p:tag name="ORIGINALWIDTH" val=" 1.384186"/>
  <p:tag name="EMFCHILD" val="Tru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8863"/>
  <p:tag name="ORIGINALWIDTH" val=" 3.868733"/>
  <p:tag name="EMFCHILD" val="Tru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4893"/>
  <p:tag name="ORIGINALWIDTH" val=" 5.4708"/>
  <p:tag name="EMFCHILD" val="Tru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52131"/>
  <p:tag name="ORIGINALWIDTH" val=" 7.135827"/>
  <p:tag name="EMFCHILD" val="True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318635"/>
  <p:tag name="EMFCHILD" val="True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78345"/>
  <p:tag name="ORIGINALWIDTH" val=" 4.977067"/>
  <p:tag name="EMFCHILD" val="Tru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.3997375"/>
  <p:tag name="EMFCHILD" val="Tru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228674"/>
  <p:tag name="EMFCHILD" val="Tru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9152"/>
  <p:tag name="ORIGINALWIDTH" val=" 3.867716"/>
  <p:tag name="EMFCHILD" val="Tru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228674"/>
  <p:tag name="EMFCHILD" val="Tru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55904"/>
  <p:tag name="ORIGINALWIDTH" val=" 1.169291"/>
  <p:tag name="EMFCHILD" val="Tru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78345"/>
  <p:tag name="ORIGINALWIDTH" val=" 4.977067"/>
  <p:tag name="EMFCHILD" val="Tru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584644"/>
  <p:tag name="ORIGINALWIDTH" val=" 1.755971"/>
  <p:tag name="EMFCHILD" val="Tru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318635"/>
  <p:tag name="EMFCHILD" val="Tru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52131"/>
  <p:tag name="ORIGINALWIDTH" val=" 7.135827"/>
  <p:tag name="EMFCHILD" val="True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318635"/>
  <p:tag name="EMFCHILD" val="True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78345"/>
  <p:tag name="ORIGINALWIDTH" val=" 4.977067"/>
  <p:tag name="EMFCHILD" val="Tru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584644"/>
  <p:tag name="ORIGINALWIDTH" val=" 1.755971"/>
  <p:tag name="EMFCHILD" val="Tru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.3997375"/>
  <p:tag name="EMFCHILD" val="True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228674"/>
  <p:tag name="EMFCHILD" val="Tru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9152"/>
  <p:tag name="ORIGINALWIDTH" val=" 3.867716"/>
  <p:tag name="EMFCHILD" val="True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228674"/>
  <p:tag name="EMFCHILD" val="Tru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85987"/>
  <p:tag name="ORIGINALWIDTH" val=" 2.318635"/>
  <p:tag name="EMFCHILD" val="True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13319"/>
  <p:tag name="ORIGINALWIDTH" val=" 6.646096"/>
  <p:tag name="EMFCHILD" val="Tru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84053"/>
  <p:tag name="ORIGINALWIDTH" val=" 3.298064"/>
  <p:tag name="EMFCHILD" val="Tru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7.78664"/>
  <p:tag name="ORIGINALWIDTH" val=" 227.2886"/>
  <p:tag name="OUTPUTTYPE" val="SVG"/>
  <p:tag name="IGUANATEXVERSION" val="162"/>
  <p:tag name="LATEXADDIN" val="\documentclass{article}&#10;\usepackage{nunito}&#10;\usepackage[linguistics]{forest}&#10;\usepackage{amsmath,amssymb}&#10;\pagestyle{empty}&#10;\begin{document}&#10;&#10;\begin{align*}&#10;\sum_{n=1}^\infty\sum_{\mathbf{x}_{1:n}}P(\mathbf{x}_{1:n},\langle\texttt{/s}\rangle) &#10;&amp;= \sum_{n=1}^\infty \sum_{\mathbf{x}_{1:n}} P(\mathbf{x}_{1:n}) P(\langle\texttt{/s}\rangle \mid \mathbf{x}_{1:n}) \\&#10;\end{align*}&#10;&#10;&#10;\end{document}"/>
  <p:tag name="IGUANATEXSIZE" val="24"/>
  <p:tag name="IGUANATEXCURSOR" val="36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7093"/>
  <p:tag name="ORIGINALWIDTH" val=" 6.854758"/>
  <p:tag name="LATEXADDIN" val="\documentclass{article}&#10;\usepackage{nunito}&#10;\usepackage[linguistics]{forest}&#10;\usepackage{amsmath,amssymb}&#10;\pagestyle{empty}&#10;\begin{document}&#10;&#10;\begin{align*}&#10;\sum_{n=1}^\infty\sum_{\mathbf{x}_{1:n}}P(\mathbf{x}_{1:n},\langle\texttt{/s}\rangle) &#10;&amp;= \sum_{n=1}^\infty \sum_{\mathbf{x}_{1:n}} P(\mathbf{x}_{1:n}) P(\langle\texttt{/s}\rangle \mid \mathbf{x}_{1:n}) \\&#10;\end{align*}&#10;&#10;&#10;\end{document}"/>
  <p:tag name="IGUANATEXSIZE" val="24"/>
  <p:tag name="IGUANATEXCURSOR" val="36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2316"/>
  <p:tag name="ORIGINALWIDTH" val=" 13.24577"/>
  <p:tag name="EMFCHILD" val="True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7093"/>
  <p:tag name="ORIGINALWIDTH" val=" 4.256365"/>
  <p:tag name="EMFCHILD" val="True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59186"/>
  <p:tag name="ORIGINALWIDTH" val=" 5.127133"/>
  <p:tag name="EMFCHILD" val="True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9271"/>
  <p:tag name="ORIGINALWIDTH" val=" 2.535696"/>
  <p:tag name="EMFCHILD" val="Tru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2316"/>
  <p:tag name="ORIGINALWIDTH" val=" 13.24577"/>
  <p:tag name="EMFCHILD" val="Tru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8733"/>
  <p:tag name="ORIGINALWIDTH" val=" 4.270276"/>
  <p:tag name="EMFCHILD" val="Tru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287926"/>
  <p:tag name="ORIGINALWIDTH" val=" 2.045079"/>
  <p:tag name="EMFCHILD" val="True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27755"/>
  <p:tag name="ORIGINALWIDTH" val=" .6070538"/>
  <p:tag name="EMFCHILD" val="Tru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36384"/>
  <p:tag name="ORIGINALWIDTH" val=" 3.483104"/>
  <p:tag name="EMFCHILD" val="Tru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3699"/>
  <p:tag name="ORIGINALWIDTH" val=" 7.105545"/>
  <p:tag name="EMFCHILD" val="True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5"/>
  <p:tag name="ORIGINALWIDTH" val=" 2.308793"/>
  <p:tag name="EMFCHILD" val="Tru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389"/>
  <p:tag name="ORIGINALWIDTH" val=" 5.602822"/>
  <p:tag name="EMFCHILD" val="True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9271"/>
  <p:tag name="ORIGINALWIDTH" val=" 2.535696"/>
  <p:tag name="EMFCHILD" val="True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71"/>
  <p:tag name="ORIGINALWIDTH" val=" .8011155"/>
  <p:tag name="EMFCHILD" val="True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7093"/>
  <p:tag name="ORIGINALWIDTH" val=" 4.256365"/>
  <p:tag name="EMFCHILD" val="Tru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5223"/>
  <p:tag name="ORIGINALWIDTH" val=" 1.164337"/>
  <p:tag name="EMFCHILD" val="True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5"/>
  <p:tag name="ORIGINALWIDTH" val=" 2.219226"/>
  <p:tag name="EMFCHILD" val="True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671849"/>
  <p:tag name="ORIGINALWIDTH" val=" 4.060302"/>
  <p:tag name="EMFCHILD" val="True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641"/>
  <p:tag name="ORIGINALWIDTH" val=" 3.851313"/>
  <p:tag name="EMFCHILD" val="True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5"/>
  <p:tag name="ORIGINALWIDTH" val=" 2.219226"/>
  <p:tag name="EMFCHILD" val="True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5"/>
  <p:tag name="ORIGINALWIDTH" val=" 2.308793"/>
  <p:tag name="EMFCHILD" val="True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10432"/>
  <p:tag name="ORIGINALWIDTH" val=" 6.617914"/>
  <p:tag name="EMFCHILD" val="True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7093"/>
  <p:tag name="ORIGINALWIDTH" val=" 6.854758"/>
  <p:tag name="EMFCHILD" val="True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2316"/>
  <p:tag name="ORIGINALWIDTH" val=" 13.24577"/>
  <p:tag name="EMFCHILD" val="True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7093"/>
  <p:tag name="ORIGINALWIDTH" val=" 4.256365"/>
  <p:tag name="EMFCHILD" val="Tru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59186"/>
  <p:tag name="ORIGINALWIDTH" val=" 5.127133"/>
  <p:tag name="EMFCHILD" val="True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9271"/>
  <p:tag name="ORIGINALWIDTH" val=" 2.535696"/>
  <p:tag name="EMFCHILD" val="Tru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3.82316"/>
  <p:tag name="ORIGINALWIDTH" val=" 13.24577"/>
  <p:tag name="EMFCHILD" val="True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68733"/>
  <p:tag name="ORIGINALWIDTH" val=" 4.270276"/>
  <p:tag name="EMFCHILD" val="True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287926"/>
  <p:tag name="ORIGINALWIDTH" val=" 2.045079"/>
  <p:tag name="EMFCHILD" val="Tru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127755"/>
  <p:tag name="ORIGINALWIDTH" val=" .6070538"/>
  <p:tag name="EMFCHILD" val="Tru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236384"/>
  <p:tag name="ORIGINALWIDTH" val=" 3.483104"/>
  <p:tag name="EMFCHILD" val="Tru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3699"/>
  <p:tag name="ORIGINALWIDTH" val=" 7.105545"/>
  <p:tag name="EMFCHILD" val="True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5"/>
  <p:tag name="ORIGINALWIDTH" val=" 2.308793"/>
  <p:tag name="EMFCHILD" val="Tru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389"/>
  <p:tag name="ORIGINALWIDTH" val=" 5.602822"/>
  <p:tag name="EMFCHILD" val="True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9271"/>
  <p:tag name="ORIGINALWIDTH" val=" 2.535696"/>
  <p:tag name="EMFCHILD" val="True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71"/>
  <p:tag name="ORIGINALWIDTH" val=" .8011155"/>
  <p:tag name="EMFCHILD" val="True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7093"/>
  <p:tag name="ORIGINALWIDTH" val=" 4.256365"/>
  <p:tag name="EMFCHILD" val="True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5"/>
  <p:tag name="ORIGINALWIDTH" val=" 2.308793"/>
  <p:tag name="EMFCHILD" val="True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43699"/>
  <p:tag name="ORIGINALWIDTH" val=" 7.105545"/>
  <p:tag name="EMFCHILD" val="Tru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5"/>
  <p:tag name="ORIGINALWIDTH" val=" 2.308793"/>
  <p:tag name="EMFCHILD" val="Tru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5"/>
  <p:tag name="ORIGINALWIDTH" val=" 2.219226"/>
  <p:tag name="EMFCHILD" val="True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671849"/>
  <p:tag name="ORIGINALWIDTH" val=" 4.060302"/>
  <p:tag name="EMFCHILD" val="True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641"/>
  <p:tag name="ORIGINALWIDTH" val=" 3.851313"/>
  <p:tag name="EMFCHILD" val="True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5"/>
  <p:tag name="ORIGINALWIDTH" val=" 2.219226"/>
  <p:tag name="EMFCHILD" val="True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5"/>
  <p:tag name="ORIGINALWIDTH" val=" .3980643"/>
  <p:tag name="EMFCHILD" val="Tru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38389"/>
  <p:tag name="ORIGINALWIDTH" val=" 5.602822"/>
  <p:tag name="EMFCHILD" val="True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9271"/>
  <p:tag name="ORIGINALWIDTH" val=" 2.535696"/>
  <p:tag name="EMFCHILD" val="True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71"/>
  <p:tag name="ORIGINALWIDTH" val=" .8011155"/>
  <p:tag name="EMFCHILD" val="Tru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17093"/>
  <p:tag name="ORIGINALWIDTH" val=" 4.256365"/>
  <p:tag name="EMFCHILD" val="Tru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873685"/>
  <p:tag name="ORIGINALWIDTH" val=" 2.308793"/>
  <p:tag name="EMFCHILD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22965</TotalTime>
  <Words>1038</Words>
  <Application>Microsoft Office PowerPoint</Application>
  <PresentationFormat>Widescreen</PresentationFormat>
  <Paragraphs>169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Cambria Math</vt:lpstr>
      <vt:lpstr>Nunito</vt:lpstr>
      <vt:lpstr>Office Theme</vt:lpstr>
      <vt:lpstr>CS 489/698: Introduction to Natural Language Processing  Lecture 6.1: Language Modeling I</vt:lpstr>
      <vt:lpstr>Announcements</vt:lpstr>
      <vt:lpstr>Reminder</vt:lpstr>
      <vt:lpstr>Outline: Language Modeling</vt:lpstr>
      <vt:lpstr>Recap: Distributional Semantics</vt:lpstr>
      <vt:lpstr>The Shannon Game</vt:lpstr>
      <vt:lpstr>Language Models: General Formulation</vt:lpstr>
      <vt:lpstr>Language Models: General Formulation</vt:lpstr>
      <vt:lpstr>PowerPoint Presentation</vt:lpstr>
      <vt:lpstr>Languages models are now everywhere!</vt:lpstr>
      <vt:lpstr>Language Models: General Formulation</vt:lpstr>
      <vt:lpstr>Language Modeling</vt:lpstr>
      <vt:lpstr>Language Modeling</vt:lpstr>
      <vt:lpstr>Autoregressive Language Modeling</vt:lpstr>
      <vt:lpstr>Important Detail: Modeling Length</vt:lpstr>
      <vt:lpstr>Why Stopping Probability?</vt:lpstr>
      <vt:lpstr>What happens if we don’t model stropping probability?</vt:lpstr>
      <vt:lpstr>With the stop symbol…</vt:lpstr>
      <vt:lpstr>General Formulation: Language Models as Classifiers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Freda Shi</dc:creator>
  <cp:lastModifiedBy>Freda Shi</cp:lastModifiedBy>
  <cp:revision>1</cp:revision>
  <dcterms:created xsi:type="dcterms:W3CDTF">2025-07-25T21:38:11Z</dcterms:created>
  <dcterms:modified xsi:type="dcterms:W3CDTF">2026-01-28T15:30:37Z</dcterms:modified>
</cp:coreProperties>
</file>